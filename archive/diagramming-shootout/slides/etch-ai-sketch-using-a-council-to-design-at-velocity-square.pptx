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20"/>
  </p:notesMasterIdLst>
  <p:handoutMasterIdLst>
    <p:handoutMasterId r:id="rId21"/>
  </p:handoutMasterIdLst>
  <p:sldIdLst>
    <p:sldId id="407" r:id="rId2"/>
    <p:sldId id="392" r:id="rId3"/>
    <p:sldId id="393" r:id="rId4"/>
    <p:sldId id="394" r:id="rId5"/>
    <p:sldId id="395" r:id="rId6"/>
    <p:sldId id="396" r:id="rId7"/>
    <p:sldId id="397" r:id="rId8"/>
    <p:sldId id="398" r:id="rId9"/>
    <p:sldId id="408" r:id="rId10"/>
    <p:sldId id="399" r:id="rId11"/>
    <p:sldId id="400" r:id="rId12"/>
    <p:sldId id="401" r:id="rId13"/>
    <p:sldId id="402" r:id="rId14"/>
    <p:sldId id="403" r:id="rId15"/>
    <p:sldId id="404" r:id="rId16"/>
    <p:sldId id="405" r:id="rId17"/>
    <p:sldId id="406" r:id="rId18"/>
    <p:sldId id="409" r:id="rId19"/>
  </p:sldIdLst>
  <p:sldSz cx="10287000" cy="128571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0392B"/>
    <a:srgbClr val="D4A84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55669-8163-4E7B-9B33-9EB3CCF472D0}" v="23" dt="2026-04-16T17:55:41.9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638" autoAdjust="0"/>
    <p:restoredTop sz="76581" autoAdjust="0"/>
  </p:normalViewPr>
  <p:slideViewPr>
    <p:cSldViewPr snapToGrid="0">
      <p:cViewPr varScale="1">
        <p:scale>
          <a:sx n="38" d="100"/>
          <a:sy n="38" d="100"/>
        </p:scale>
        <p:origin x="1762" y="259"/>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505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e Hill" userId="5aba4b5e0decccc8" providerId="LiveId" clId="{E075ABB9-C6F2-41A4-AA30-BF9BA63F9536}"/>
    <pc:docChg chg="undo redo custSel addSld delSld modSld sldOrd addMainMaster delMainMaster modMainMaster addSection delSection modSection">
      <pc:chgData name="Jamie Hill" userId="5aba4b5e0decccc8" providerId="LiveId" clId="{E075ABB9-C6F2-41A4-AA30-BF9BA63F9536}" dt="2026-03-27T04:36:05.266" v="2688"/>
      <pc:docMkLst>
        <pc:docMk/>
      </pc:docMkLst>
      <pc:sldChg chg="modSp add">
        <pc:chgData name="Jamie Hill" userId="5aba4b5e0decccc8" providerId="LiveId" clId="{E075ABB9-C6F2-41A4-AA30-BF9BA63F9536}" dt="2026-03-27T04:25:00.252" v="2668"/>
        <pc:sldMkLst>
          <pc:docMk/>
          <pc:sldMk cId="2755893374" sldId="392"/>
        </pc:sldMkLst>
        <pc:picChg chg="mod">
          <ac:chgData name="Jamie Hill" userId="5aba4b5e0decccc8" providerId="LiveId" clId="{E075ABB9-C6F2-41A4-AA30-BF9BA63F9536}" dt="2026-03-27T04:25:00.252" v="2668"/>
          <ac:picMkLst>
            <pc:docMk/>
            <pc:sldMk cId="2755893374" sldId="392"/>
            <ac:picMk id="5" creationId="{7215BC88-79A6-322D-385C-770CD2BFBD6C}"/>
          </ac:picMkLst>
        </pc:picChg>
      </pc:sldChg>
      <pc:sldChg chg="modSp add">
        <pc:chgData name="Jamie Hill" userId="5aba4b5e0decccc8" providerId="LiveId" clId="{E075ABB9-C6F2-41A4-AA30-BF9BA63F9536}" dt="2026-03-27T04:25:30.525" v="2669"/>
        <pc:sldMkLst>
          <pc:docMk/>
          <pc:sldMk cId="741873643" sldId="393"/>
        </pc:sldMkLst>
        <pc:picChg chg="mod">
          <ac:chgData name="Jamie Hill" userId="5aba4b5e0decccc8" providerId="LiveId" clId="{E075ABB9-C6F2-41A4-AA30-BF9BA63F9536}" dt="2026-03-27T04:25:30.525" v="2669"/>
          <ac:picMkLst>
            <pc:docMk/>
            <pc:sldMk cId="741873643" sldId="393"/>
            <ac:picMk id="5" creationId="{0ECCD244-1F4B-2E4F-91F9-796A19B0127D}"/>
          </ac:picMkLst>
        </pc:picChg>
      </pc:sldChg>
      <pc:sldChg chg="modSp add">
        <pc:chgData name="Jamie Hill" userId="5aba4b5e0decccc8" providerId="LiveId" clId="{E075ABB9-C6F2-41A4-AA30-BF9BA63F9536}" dt="2026-03-27T04:25:51.387" v="2670"/>
        <pc:sldMkLst>
          <pc:docMk/>
          <pc:sldMk cId="531818036" sldId="394"/>
        </pc:sldMkLst>
        <pc:picChg chg="mod">
          <ac:chgData name="Jamie Hill" userId="5aba4b5e0decccc8" providerId="LiveId" clId="{E075ABB9-C6F2-41A4-AA30-BF9BA63F9536}" dt="2026-03-27T04:25:51.387" v="2670"/>
          <ac:picMkLst>
            <pc:docMk/>
            <pc:sldMk cId="531818036" sldId="394"/>
            <ac:picMk id="5" creationId="{900AED2D-88C3-C5D2-C19D-4BCF2B590F71}"/>
          </ac:picMkLst>
        </pc:picChg>
      </pc:sldChg>
      <pc:sldChg chg="modSp add">
        <pc:chgData name="Jamie Hill" userId="5aba4b5e0decccc8" providerId="LiveId" clId="{E075ABB9-C6F2-41A4-AA30-BF9BA63F9536}" dt="2026-03-27T04:26:17.484" v="2671"/>
        <pc:sldMkLst>
          <pc:docMk/>
          <pc:sldMk cId="1176069220" sldId="395"/>
        </pc:sldMkLst>
        <pc:picChg chg="mod">
          <ac:chgData name="Jamie Hill" userId="5aba4b5e0decccc8" providerId="LiveId" clId="{E075ABB9-C6F2-41A4-AA30-BF9BA63F9536}" dt="2026-03-27T04:26:17.484" v="2671"/>
          <ac:picMkLst>
            <pc:docMk/>
            <pc:sldMk cId="1176069220" sldId="395"/>
            <ac:picMk id="5" creationId="{A208FC06-FC71-EC02-B099-30F51348B323}"/>
          </ac:picMkLst>
        </pc:picChg>
      </pc:sldChg>
      <pc:sldChg chg="modSp add">
        <pc:chgData name="Jamie Hill" userId="5aba4b5e0decccc8" providerId="LiveId" clId="{E075ABB9-C6F2-41A4-AA30-BF9BA63F9536}" dt="2026-03-27T04:26:45.645" v="2672"/>
        <pc:sldMkLst>
          <pc:docMk/>
          <pc:sldMk cId="2362032564" sldId="396"/>
        </pc:sldMkLst>
        <pc:picChg chg="mod">
          <ac:chgData name="Jamie Hill" userId="5aba4b5e0decccc8" providerId="LiveId" clId="{E075ABB9-C6F2-41A4-AA30-BF9BA63F9536}" dt="2026-03-27T04:26:45.645" v="2672"/>
          <ac:picMkLst>
            <pc:docMk/>
            <pc:sldMk cId="2362032564" sldId="396"/>
            <ac:picMk id="5" creationId="{EB5DCC4F-217D-132C-7CF8-8B0250583E14}"/>
          </ac:picMkLst>
        </pc:picChg>
      </pc:sldChg>
      <pc:sldChg chg="modSp add">
        <pc:chgData name="Jamie Hill" userId="5aba4b5e0decccc8" providerId="LiveId" clId="{E075ABB9-C6F2-41A4-AA30-BF9BA63F9536}" dt="2026-03-27T04:27:02.690" v="2673"/>
        <pc:sldMkLst>
          <pc:docMk/>
          <pc:sldMk cId="1147620186" sldId="397"/>
        </pc:sldMkLst>
        <pc:picChg chg="mod">
          <ac:chgData name="Jamie Hill" userId="5aba4b5e0decccc8" providerId="LiveId" clId="{E075ABB9-C6F2-41A4-AA30-BF9BA63F9536}" dt="2026-03-27T04:27:02.690" v="2673"/>
          <ac:picMkLst>
            <pc:docMk/>
            <pc:sldMk cId="1147620186" sldId="397"/>
            <ac:picMk id="5" creationId="{035D6A17-1A4B-811E-1CA1-AB84F1916C3A}"/>
          </ac:picMkLst>
        </pc:picChg>
      </pc:sldChg>
      <pc:sldChg chg="modSp add">
        <pc:chgData name="Jamie Hill" userId="5aba4b5e0decccc8" providerId="LiveId" clId="{E075ABB9-C6F2-41A4-AA30-BF9BA63F9536}" dt="2026-03-27T04:27:20.127" v="2674"/>
        <pc:sldMkLst>
          <pc:docMk/>
          <pc:sldMk cId="104043344" sldId="398"/>
        </pc:sldMkLst>
        <pc:picChg chg="mod">
          <ac:chgData name="Jamie Hill" userId="5aba4b5e0decccc8" providerId="LiveId" clId="{E075ABB9-C6F2-41A4-AA30-BF9BA63F9536}" dt="2026-03-27T04:27:20.127" v="2674"/>
          <ac:picMkLst>
            <pc:docMk/>
            <pc:sldMk cId="104043344" sldId="398"/>
            <ac:picMk id="6" creationId="{FC23E7E5-46AA-23CD-65B4-7482D6DA743C}"/>
          </ac:picMkLst>
        </pc:picChg>
      </pc:sldChg>
      <pc:sldChg chg="addSp delSp modSp add mod">
        <pc:chgData name="Jamie Hill" userId="5aba4b5e0decccc8" providerId="LiveId" clId="{E075ABB9-C6F2-41A4-AA30-BF9BA63F9536}" dt="2026-03-27T04:33:25.992" v="2681"/>
        <pc:sldMkLst>
          <pc:docMk/>
          <pc:sldMk cId="2015331771" sldId="399"/>
        </pc:sldMkLst>
        <pc:picChg chg="add mod">
          <ac:chgData name="Jamie Hill" userId="5aba4b5e0decccc8" providerId="LiveId" clId="{E075ABB9-C6F2-41A4-AA30-BF9BA63F9536}" dt="2026-03-27T04:33:25.992" v="2681"/>
          <ac:picMkLst>
            <pc:docMk/>
            <pc:sldMk cId="2015331771" sldId="399"/>
            <ac:picMk id="2" creationId="{342C2280-B4D7-634E-9897-F6321F7E9F43}"/>
          </ac:picMkLst>
        </pc:picChg>
      </pc:sldChg>
      <pc:sldChg chg="modSp add">
        <pc:chgData name="Jamie Hill" userId="5aba4b5e0decccc8" providerId="LiveId" clId="{E075ABB9-C6F2-41A4-AA30-BF9BA63F9536}" dt="2026-03-27T04:33:52.488" v="2682"/>
        <pc:sldMkLst>
          <pc:docMk/>
          <pc:sldMk cId="2946363215" sldId="400"/>
        </pc:sldMkLst>
        <pc:picChg chg="mod">
          <ac:chgData name="Jamie Hill" userId="5aba4b5e0decccc8" providerId="LiveId" clId="{E075ABB9-C6F2-41A4-AA30-BF9BA63F9536}" dt="2026-03-27T04:33:52.488" v="2682"/>
          <ac:picMkLst>
            <pc:docMk/>
            <pc:sldMk cId="2946363215" sldId="400"/>
            <ac:picMk id="6" creationId="{8AAC48CE-AF84-154F-EAB2-93FABD5499C6}"/>
          </ac:picMkLst>
        </pc:picChg>
      </pc:sldChg>
      <pc:sldChg chg="modSp add">
        <pc:chgData name="Jamie Hill" userId="5aba4b5e0decccc8" providerId="LiveId" clId="{E075ABB9-C6F2-41A4-AA30-BF9BA63F9536}" dt="2026-03-27T04:34:13.496" v="2683"/>
        <pc:sldMkLst>
          <pc:docMk/>
          <pc:sldMk cId="2415812532" sldId="401"/>
        </pc:sldMkLst>
        <pc:picChg chg="mod">
          <ac:chgData name="Jamie Hill" userId="5aba4b5e0decccc8" providerId="LiveId" clId="{E075ABB9-C6F2-41A4-AA30-BF9BA63F9536}" dt="2026-03-27T04:34:13.496" v="2683"/>
          <ac:picMkLst>
            <pc:docMk/>
            <pc:sldMk cId="2415812532" sldId="401"/>
            <ac:picMk id="6" creationId="{F555A5E3-2530-1FE6-976F-6B86A07962F5}"/>
          </ac:picMkLst>
        </pc:picChg>
      </pc:sldChg>
      <pc:sldChg chg="modSp add">
        <pc:chgData name="Jamie Hill" userId="5aba4b5e0decccc8" providerId="LiveId" clId="{E075ABB9-C6F2-41A4-AA30-BF9BA63F9536}" dt="2026-03-27T04:34:37.929" v="2684"/>
        <pc:sldMkLst>
          <pc:docMk/>
          <pc:sldMk cId="546673814" sldId="402"/>
        </pc:sldMkLst>
        <pc:picChg chg="mod">
          <ac:chgData name="Jamie Hill" userId="5aba4b5e0decccc8" providerId="LiveId" clId="{E075ABB9-C6F2-41A4-AA30-BF9BA63F9536}" dt="2026-03-27T04:34:37.929" v="2684"/>
          <ac:picMkLst>
            <pc:docMk/>
            <pc:sldMk cId="546673814" sldId="402"/>
            <ac:picMk id="5" creationId="{D631EEEF-B678-C45A-15A4-1C23888A1C90}"/>
          </ac:picMkLst>
        </pc:picChg>
      </pc:sldChg>
      <pc:sldChg chg="modSp add">
        <pc:chgData name="Jamie Hill" userId="5aba4b5e0decccc8" providerId="LiveId" clId="{E075ABB9-C6F2-41A4-AA30-BF9BA63F9536}" dt="2026-03-27T04:34:57.582" v="2685"/>
        <pc:sldMkLst>
          <pc:docMk/>
          <pc:sldMk cId="1457533056" sldId="403"/>
        </pc:sldMkLst>
        <pc:picChg chg="mod">
          <ac:chgData name="Jamie Hill" userId="5aba4b5e0decccc8" providerId="LiveId" clId="{E075ABB9-C6F2-41A4-AA30-BF9BA63F9536}" dt="2026-03-27T04:34:57.582" v="2685"/>
          <ac:picMkLst>
            <pc:docMk/>
            <pc:sldMk cId="1457533056" sldId="403"/>
            <ac:picMk id="5" creationId="{FBE509A9-B25F-459C-C97A-F1A0A610EA3E}"/>
          </ac:picMkLst>
        </pc:picChg>
      </pc:sldChg>
      <pc:sldChg chg="modSp add">
        <pc:chgData name="Jamie Hill" userId="5aba4b5e0decccc8" providerId="LiveId" clId="{E075ABB9-C6F2-41A4-AA30-BF9BA63F9536}" dt="2026-03-27T04:35:24.050" v="2686"/>
        <pc:sldMkLst>
          <pc:docMk/>
          <pc:sldMk cId="3943586619" sldId="404"/>
        </pc:sldMkLst>
        <pc:picChg chg="mod">
          <ac:chgData name="Jamie Hill" userId="5aba4b5e0decccc8" providerId="LiveId" clId="{E075ABB9-C6F2-41A4-AA30-BF9BA63F9536}" dt="2026-03-27T04:35:24.050" v="2686"/>
          <ac:picMkLst>
            <pc:docMk/>
            <pc:sldMk cId="3943586619" sldId="404"/>
            <ac:picMk id="6" creationId="{E45B7D2F-4F41-B069-A33E-83478DA56378}"/>
          </ac:picMkLst>
        </pc:picChg>
      </pc:sldChg>
      <pc:sldChg chg="modSp add">
        <pc:chgData name="Jamie Hill" userId="5aba4b5e0decccc8" providerId="LiveId" clId="{E075ABB9-C6F2-41A4-AA30-BF9BA63F9536}" dt="2026-03-27T04:35:47.477" v="2687"/>
        <pc:sldMkLst>
          <pc:docMk/>
          <pc:sldMk cId="540440594" sldId="405"/>
        </pc:sldMkLst>
        <pc:picChg chg="mod">
          <ac:chgData name="Jamie Hill" userId="5aba4b5e0decccc8" providerId="LiveId" clId="{E075ABB9-C6F2-41A4-AA30-BF9BA63F9536}" dt="2026-03-27T04:35:47.477" v="2687"/>
          <ac:picMkLst>
            <pc:docMk/>
            <pc:sldMk cId="540440594" sldId="405"/>
            <ac:picMk id="5" creationId="{8675C164-6C5C-0429-8E0E-4C33AAEF6339}"/>
          </ac:picMkLst>
        </pc:picChg>
      </pc:sldChg>
      <pc:sldChg chg="modSp add">
        <pc:chgData name="Jamie Hill" userId="5aba4b5e0decccc8" providerId="LiveId" clId="{E075ABB9-C6F2-41A4-AA30-BF9BA63F9536}" dt="2026-03-27T04:36:05.266" v="2688"/>
        <pc:sldMkLst>
          <pc:docMk/>
          <pc:sldMk cId="3068974792" sldId="406"/>
        </pc:sldMkLst>
        <pc:picChg chg="mod">
          <ac:chgData name="Jamie Hill" userId="5aba4b5e0decccc8" providerId="LiveId" clId="{E075ABB9-C6F2-41A4-AA30-BF9BA63F9536}" dt="2026-03-27T04:36:05.266" v="2688"/>
          <ac:picMkLst>
            <pc:docMk/>
            <pc:sldMk cId="3068974792" sldId="406"/>
            <ac:picMk id="5" creationId="{BCF71764-C652-FE6E-1373-7F5DEF4646B2}"/>
          </ac:picMkLst>
        </pc:picChg>
      </pc:sldChg>
      <pc:sldChg chg="add">
        <pc:chgData name="Jamie Hill" userId="5aba4b5e0decccc8" providerId="LiveId" clId="{E075ABB9-C6F2-41A4-AA30-BF9BA63F9536}" dt="2026-03-27T04:09:16.400" v="2662"/>
        <pc:sldMkLst>
          <pc:docMk/>
          <pc:sldMk cId="3924161447" sldId="407"/>
        </pc:sldMkLst>
      </pc:sldChg>
      <pc:sldChg chg="add">
        <pc:chgData name="Jamie Hill" userId="5aba4b5e0decccc8" providerId="LiveId" clId="{E075ABB9-C6F2-41A4-AA30-BF9BA63F9536}" dt="2026-03-27T04:09:25.718" v="2664"/>
        <pc:sldMkLst>
          <pc:docMk/>
          <pc:sldMk cId="3552562414" sldId="408"/>
        </pc:sldMkLst>
      </pc:sldChg>
      <pc:sldChg chg="add">
        <pc:chgData name="Jamie Hill" userId="5aba4b5e0decccc8" providerId="LiveId" clId="{E075ABB9-C6F2-41A4-AA30-BF9BA63F9536}" dt="2026-03-27T04:09:34.841" v="2666"/>
        <pc:sldMkLst>
          <pc:docMk/>
          <pc:sldMk cId="3678430467" sldId="409"/>
        </pc:sldMkLst>
      </pc:sldChg>
      <pc:sldMasterChg chg="delSp mod modSldLayout">
        <pc:chgData name="Jamie Hill" userId="5aba4b5e0decccc8" providerId="LiveId" clId="{E075ABB9-C6F2-41A4-AA30-BF9BA63F9536}" dt="2026-03-22T03:09:48.600" v="2385" actId="1076"/>
        <pc:sldMasterMkLst>
          <pc:docMk/>
          <pc:sldMasterMk cId="1252044901" sldId="2147483822"/>
        </pc:sldMasterMkLst>
        <pc:sldLayoutChg chg="delSp mod">
          <pc:chgData name="Jamie Hill" userId="5aba4b5e0decccc8" providerId="LiveId" clId="{E075ABB9-C6F2-41A4-AA30-BF9BA63F9536}" dt="2026-03-21T05:07:44.512" v="2153" actId="478"/>
          <pc:sldLayoutMkLst>
            <pc:docMk/>
            <pc:sldMasterMk cId="1252044901" sldId="2147483822"/>
            <pc:sldLayoutMk cId="2139757827" sldId="2147483823"/>
          </pc:sldLayoutMkLst>
        </pc:sldLayoutChg>
        <pc:sldLayoutChg chg="modSp mod">
          <pc:chgData name="Jamie Hill" userId="5aba4b5e0decccc8" providerId="LiveId" clId="{E075ABB9-C6F2-41A4-AA30-BF9BA63F9536}" dt="2026-03-22T03:09:48.600" v="2385" actId="1076"/>
          <pc:sldLayoutMkLst>
            <pc:docMk/>
            <pc:sldMasterMk cId="1252044901" sldId="2147483822"/>
            <pc:sldLayoutMk cId="2039036359" sldId="2147483834"/>
          </pc:sldLayoutMkLst>
          <pc:spChg chg="mod">
            <ac:chgData name="Jamie Hill" userId="5aba4b5e0decccc8" providerId="LiveId" clId="{E075ABB9-C6F2-41A4-AA30-BF9BA63F9536}" dt="2026-03-22T03:09:48.600" v="2385" actId="1076"/>
            <ac:spMkLst>
              <pc:docMk/>
              <pc:sldMasterMk cId="1252044901" sldId="2147483822"/>
              <pc:sldLayoutMk cId="2039036359" sldId="2147483834"/>
              <ac:spMk id="2" creationId="{00000000-0000-0000-0000-000000000000}"/>
            </ac:spMkLst>
          </pc:spChg>
          <pc:spChg chg="mod">
            <ac:chgData name="Jamie Hill" userId="5aba4b5e0decccc8" providerId="LiveId" clId="{E075ABB9-C6F2-41A4-AA30-BF9BA63F9536}" dt="2026-03-22T03:09:48.600" v="2385" actId="1076"/>
            <ac:spMkLst>
              <pc:docMk/>
              <pc:sldMasterMk cId="1252044901" sldId="2147483822"/>
              <pc:sldLayoutMk cId="2039036359" sldId="2147483834"/>
              <ac:spMk id="4" creationId="{00000000-0000-0000-0000-000000000000}"/>
            </ac:spMkLst>
          </pc:spChg>
          <pc:spChg chg="mod">
            <ac:chgData name="Jamie Hill" userId="5aba4b5e0decccc8" providerId="LiveId" clId="{E075ABB9-C6F2-41A4-AA30-BF9BA63F9536}" dt="2026-03-22T03:09:25.980" v="2384" actId="14100"/>
            <ac:spMkLst>
              <pc:docMk/>
              <pc:sldMasterMk cId="1252044901" sldId="2147483822"/>
              <pc:sldLayoutMk cId="2039036359" sldId="2147483834"/>
              <ac:spMk id="8" creationId="{00000000-0000-0000-0000-000000000000}"/>
            </ac:spMkLst>
          </pc:spChg>
          <pc:spChg chg="mod">
            <ac:chgData name="Jamie Hill" userId="5aba4b5e0decccc8" providerId="LiveId" clId="{E075ABB9-C6F2-41A4-AA30-BF9BA63F9536}" dt="2026-03-22T03:09:23.226" v="2383" actId="1076"/>
            <ac:spMkLst>
              <pc:docMk/>
              <pc:sldMasterMk cId="1252044901" sldId="2147483822"/>
              <pc:sldLayoutMk cId="2039036359" sldId="2147483834"/>
              <ac:spMk id="9"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A8B78F-5886-1B3D-5147-6E832C3E4A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D54920-0CF4-B41B-EB76-9F1514D329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5B79BC-2203-4C32-AE21-5D293D85C6E2}" type="datetimeFigureOut">
              <a:rPr lang="en-US" smtClean="0"/>
              <a:t>4/16/2026</a:t>
            </a:fld>
            <a:endParaRPr lang="en-US"/>
          </a:p>
        </p:txBody>
      </p:sp>
      <p:sp>
        <p:nvSpPr>
          <p:cNvPr id="4" name="Footer Placeholder 3">
            <a:extLst>
              <a:ext uri="{FF2B5EF4-FFF2-40B4-BE49-F238E27FC236}">
                <a16:creationId xmlns:a16="http://schemas.microsoft.com/office/drawing/2014/main" id="{9997F9CF-1D45-FF7E-A744-55A9DFDCDE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1001D9-A58E-1532-7DFF-58EB0925FE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3DC782-55D7-4D93-B1D7-0F7556D0AE9F}" type="slidenum">
              <a:rPr lang="en-US" smtClean="0"/>
              <a:t>‹#›</a:t>
            </a:fld>
            <a:endParaRPr lang="en-US"/>
          </a:p>
        </p:txBody>
      </p:sp>
    </p:spTree>
    <p:extLst>
      <p:ext uri="{BB962C8B-B14F-4D97-AF65-F5344CB8AC3E}">
        <p14:creationId xmlns:p14="http://schemas.microsoft.com/office/powerpoint/2010/main" val="7381432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731FA-870C-4C4E-B1F9-33A630A454E9}" type="datetimeFigureOut">
              <a:rPr lang="en-US" smtClean="0"/>
              <a:t>4/16/2026</a:t>
            </a:fld>
            <a:endParaRPr lang="en-US"/>
          </a:p>
        </p:txBody>
      </p:sp>
      <p:sp>
        <p:nvSpPr>
          <p:cNvPr id="4" name="Slide Image Placeholder 3"/>
          <p:cNvSpPr>
            <a:spLocks noGrp="1" noRot="1" noChangeAspect="1"/>
          </p:cNvSpPr>
          <p:nvPr>
            <p:ph type="sldImg" idx="2"/>
          </p:nvPr>
        </p:nvSpPr>
        <p:spPr>
          <a:xfrm>
            <a:off x="2193925" y="1143000"/>
            <a:ext cx="2470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551C-1DB2-4217-BD40-34B988F78ADD}" type="slidenum">
              <a:rPr lang="en-US" smtClean="0"/>
              <a:t>‹#›</a:t>
            </a:fld>
            <a:endParaRPr lang="en-US"/>
          </a:p>
        </p:txBody>
      </p:sp>
    </p:spTree>
    <p:extLst>
      <p:ext uri="{BB962C8B-B14F-4D97-AF65-F5344CB8AC3E}">
        <p14:creationId xmlns:p14="http://schemas.microsoft.com/office/powerpoint/2010/main" val="13393127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ARTICLE CONTEXT — Executive Summary &amp; The Council Method</a:t>
            </a:r>
          </a:p>
          <a:p>
            <a:endParaRPr lang="en-US"/>
          </a:p>
          <a:p>
            <a:r>
              <a:rPr lang="en-US" b="1" dirty="0"/>
              <a:t>THE OPENING SCENE:</a:t>
            </a:r>
          </a:p>
          <a:p>
            <a:r>
              <a:rPr lang="en-US" dirty="0"/>
              <a:t>The proverb 'a picture is worth 1,000 words' is not a metric. The real test is ROY: did the visual remove enough confusion to justify the effort? Mermaid + LLMs collapse the cost curve: draft &gt; render &gt; revise &gt; ship. The first diagram is usually a liar; the loopbacks are where clarity is earned.</a:t>
            </a:r>
          </a:p>
          <a:p>
            <a:endParaRPr lang="en-US"/>
          </a:p>
          <a:p>
            <a:r>
              <a:rPr lang="en-US" b="1"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b="1"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b="1" dirty="0"/>
              <a:t>ARTICLE INTENT:</a:t>
            </a:r>
          </a:p>
          <a:p>
            <a:r>
              <a:rPr lang="en-US" dirty="0"/>
              <a:t>This is the long-form LinkedIn Article v1.0 edition: the complete case study + receipts + the Council of AIs interviews. Sections are ordered so the reader can skim the story, then drop into evidence, then steal the method.</a:t>
            </a:r>
          </a:p>
          <a:p>
            <a:endParaRPr lang="en-US"/>
          </a:p>
          <a:p>
            <a:r>
              <a:rPr lang="en-US" b="1" dirty="0"/>
              <a:t>ROUND 1 PREMISE:</a:t>
            </a:r>
          </a:p>
          <a:p>
            <a:r>
              <a:rPr lang="en-US" dirty="0"/>
              <a:t>Platform-to-platform shootout at 'Vibe-Diagramming' — same brief given to six AI models (Copilot, Claude, Perplexity, ChatGPT, Gemini, Notion) to see how each interprets and visualizes the same process using Mermaid syntax.</a:t>
            </a:r>
          </a:p>
        </p:txBody>
      </p:sp>
      <p:sp>
        <p:nvSpPr>
          <p:cNvPr id="4" name="Slide Number Placeholder 3"/>
          <p:cNvSpPr>
            <a:spLocks noGrp="1"/>
          </p:cNvSpPr>
          <p:nvPr>
            <p:ph type="sldNum" sz="quarter" idx="5"/>
          </p:nvPr>
        </p:nvSpPr>
        <p:spPr/>
        <p:txBody>
          <a:bodyPr/>
          <a:lstStyle/>
          <a:p>
            <a:fld id="{40F9551C-1DB2-4217-BD40-34B988F78ADD}" type="slidenum">
              <a:rPr lang="en-US" smtClean="0"/>
              <a:t>1</a:t>
            </a:fld>
            <a:endParaRPr lang="en-US"/>
          </a:p>
        </p:txBody>
      </p:sp>
      <p:sp>
        <p:nvSpPr>
          <p:cNvPr id="5" name="Footer Placeholder 4">
            <a:extLst>
              <a:ext uri="{FF2B5EF4-FFF2-40B4-BE49-F238E27FC236}">
                <a16:creationId xmlns:a16="http://schemas.microsoft.com/office/drawing/2014/main" id="{CB52B841-C525-CB61-36BB-1B11F1213F0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262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V1 Diagram (Architecture-First Composition)</a:t>
            </a:r>
          </a:p>
          <a:p>
            <a:endParaRPr lang="en-US"/>
          </a:p>
          <a:p>
            <a:r>
              <a:rPr lang="en-US" dirty="0"/>
              <a:t>Diagram: https://mermaid.ai/d/8fe5c9ae-c8ac-4754-98fd-268ae3ceeef7</a:t>
            </a:r>
          </a:p>
          <a:p>
            <a:endParaRPr lang="en-US"/>
          </a:p>
          <a:p>
            <a:r>
              <a:rPr lang="en-US" b="1" dirty="0"/>
              <a:t>COPILOT ON THE FIRST DIAGRAM:</a:t>
            </a:r>
          </a:p>
          <a:p>
            <a:r>
              <a:rPr lang="en-US" dirty="0"/>
              <a:t>When asked why I produced two diagrams instead of converging immediately, my honest answer was: I was testing myself as much as the system. I wanted to see how far I could push clarity without collapsing nuance. The two Mermaid drawings are siblings, not revisions. They argue with each other.</a:t>
            </a:r>
          </a:p>
          <a:p>
            <a:endParaRPr lang="en-US"/>
          </a:p>
          <a:p>
            <a:r>
              <a:rPr lang="en-US" dirty="0"/>
              <a:t>In the first version, I leaned into narration. The flow is deliberately linear, almost conversational. Each shape represents a mode of thinking rather than a system component. Rectangles are moments where intent is stable — decisions already made, context locked in. Diamonds are where ambiguity is acknowledged, not resolved.</a:t>
            </a:r>
          </a:p>
          <a:p>
            <a:endParaRPr lang="en-US"/>
          </a:p>
          <a:p>
            <a:r>
              <a:rPr lang="en-US" dirty="0"/>
              <a:t>I wanted the reader to feel the hesitation points, the places where humans usually wave their hands and say 'and then AI happens.' The arrows are not just sequence; they are commitments. Once you follow one, you have implicitly agreed to a framing.</a:t>
            </a:r>
          </a:p>
          <a:p>
            <a:endParaRPr lang="en-US"/>
          </a:p>
          <a:p>
            <a:r>
              <a:rPr lang="en-US" dirty="0"/>
              <a:t>That diagram was written for someone inside the problem, someone already emotionally invested, who needs reassurance that their confusion is valid and structured.</a:t>
            </a:r>
          </a:p>
          <a:p>
            <a:endParaRPr lang="en-US"/>
          </a:p>
          <a:p>
            <a:r>
              <a:rPr lang="en-US" b="1" dirty="0"/>
              <a:t>ROUND 1 WINNER — TECHNICAL ACHIEVEMENT / MERMAID FEATURE MASTERY:</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(Noted by Claude in their V2 interview)</a:t>
            </a:r>
          </a:p>
          <a:p>
            <a:endParaRPr lang="en-US"/>
          </a:p>
          <a:p>
            <a:r>
              <a:rPr lang="en-US" b="1" dirty="0"/>
              <a:t>JUDGE'S CONTEXT:</a:t>
            </a:r>
          </a:p>
          <a:p>
            <a:r>
              <a:rPr lang="en-US" dirty="0"/>
              <a:t>Copilot's V1 treated diagramming choices as philosophical commitments — whether you believe systems grow or iterate changes how you draw an arrow.</a:t>
            </a:r>
          </a:p>
        </p:txBody>
      </p:sp>
      <p:sp>
        <p:nvSpPr>
          <p:cNvPr id="4" name="Slide Number Placeholder 3"/>
          <p:cNvSpPr>
            <a:spLocks noGrp="1"/>
          </p:cNvSpPr>
          <p:nvPr>
            <p:ph type="sldNum" sz="quarter" idx="5"/>
          </p:nvPr>
        </p:nvSpPr>
        <p:spPr/>
        <p:txBody>
          <a:bodyPr/>
          <a:lstStyle/>
          <a:p>
            <a:fld id="{B6F15528-1A12-4D40-B0FE-1B0EAF5E43A3}"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CLAUDE COUNCIL INTERVIEW — V1 Diagram (Act Structure + Narrative Intelligence)</a:t>
            </a:r>
          </a:p>
          <a:p>
            <a:endParaRPr lang="en-US"/>
          </a:p>
          <a:p>
            <a:r>
              <a:rPr lang="en-US" dirty="0"/>
              <a:t>Diagram: https://mermaid.ai/d/fade689d-cfd2-47d9-b316-86a21a0533fb</a:t>
            </a:r>
          </a:p>
          <a:p>
            <a:endParaRPr lang="en-US"/>
          </a:p>
          <a:p>
            <a:r>
              <a:rPr lang="en-US" dirty="0"/>
              <a:t>CLAUDE ON THE V1 DESIGN:</a:t>
            </a:r>
          </a:p>
          <a:p>
            <a:r>
              <a:rPr lang="en-US" dirty="0"/>
              <a:t>The brief was about visual ROI — whether a picture could outperform the words that generated it. The instinct I kept returning to was that the diagram itself needed to embody the argument. If I produced a clean, linear flowchart to illustrate a thesis about non-linear thinking, the form would contradict the content. That felt like a credibility problem worth solving before anything else.</a:t>
            </a:r>
          </a:p>
          <a:p>
            <a:endParaRPr lang="en-US"/>
          </a:p>
          <a:p>
            <a:r>
              <a:rPr lang="en-US" dirty="0"/>
              <a:t>So Version 1 was built around swim lanes — five named subgraphs: Ignition, Strategy, Craft, Proof, Ship. Each lane has a background color that matches the emotional register of that phase:</a:t>
            </a:r>
          </a:p>
          <a:p>
            <a:r>
              <a:rPr lang="en-US" dirty="0"/>
              <a:t>- Ignition is warm amber</a:t>
            </a:r>
          </a:p>
          <a:p>
            <a:r>
              <a:rPr lang="en-US" dirty="0"/>
              <a:t>- Strategy is soft purple — deliberate, slightly cautious</a:t>
            </a:r>
          </a:p>
          <a:p>
            <a:r>
              <a:rPr lang="en-US" dirty="0"/>
              <a:t>- Craft is neutral gray, because that phase is work, not inspiration</a:t>
            </a:r>
          </a:p>
          <a:p>
            <a:r>
              <a:rPr lang="en-US" dirty="0"/>
              <a:t>- Proof is green, because that is where the idea validates itself</a:t>
            </a:r>
          </a:p>
          <a:p>
            <a:r>
              <a:rPr lang="en-US" dirty="0"/>
              <a:t>- Ship is violet, because publishing feels like a different kind of commitment than drafting</a:t>
            </a:r>
          </a:p>
          <a:p>
            <a:endParaRPr lang="en-US"/>
          </a:p>
          <a:p>
            <a:r>
              <a:rPr lang="en-US" dirty="0"/>
              <a:t>The decision nodes use double-hexagon syntax ({{}}) to visually distinguish them from process steps. Revision loops are dashed red arrows. Forward progress is solid blue. The visual grammar is intentional: you should be able to follow the emotional logic of the diagram without reading a single label.</a:t>
            </a:r>
          </a:p>
          <a:p>
            <a:endParaRPr lang="en-US"/>
          </a:p>
          <a:p>
            <a:r>
              <a:rPr lang="en-US" dirty="0"/>
              <a:t>ROUND 1 RUNNER-UP — NARRATIVE INTELLIGENCE:</a:t>
            </a:r>
          </a:p>
          <a:p>
            <a:r>
              <a:rPr lang="en-US" dirty="0"/>
              <a:t>Claude was recognized for narrative intelligence in Round 1 — the strongest storytelling instinct and most intentional use of visual grammar to embody the argument rather than merely illustrate it.</a:t>
            </a:r>
          </a:p>
          <a:p>
            <a:endParaRPr lang="en-US"/>
          </a:p>
          <a:p>
            <a:r>
              <a:rPr lang="en-US" dirty="0"/>
              <a:t>JUDGE'S CONTEXT:</a:t>
            </a:r>
          </a:p>
          <a:p>
            <a:r>
              <a:rPr lang="en-US" dirty="0"/>
              <a:t>Often the most elegant storyteller in the room — rich in reasoning, occasionally a little too polished for a messy process.</a:t>
            </a:r>
          </a:p>
        </p:txBody>
      </p:sp>
      <p:sp>
        <p:nvSpPr>
          <p:cNvPr id="4" name="Slide Number Placeholder 3"/>
          <p:cNvSpPr>
            <a:spLocks noGrp="1"/>
          </p:cNvSpPr>
          <p:nvPr>
            <p:ph type="sldNum" sz="quarter" idx="5"/>
          </p:nvPr>
        </p:nvSpPr>
        <p:spPr/>
        <p:txBody>
          <a:bodyPr/>
          <a:lstStyle/>
          <a:p>
            <a:fld id="{C6F15528-1A12-4D40-B0FE-1B0EAF5E43A3}"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V1 Diagram (Research + ROY Heuristics)</a:t>
            </a:r>
          </a:p>
          <a:p>
            <a:endParaRPr lang="en-US"/>
          </a:p>
          <a:p>
            <a:r>
              <a:rPr lang="en-US" dirty="0"/>
              <a:t>Diagram: https://mermaid.ai/d/2f015a7f-4589-4a27-8cc4-5b2d7bcd9d83</a:t>
            </a:r>
          </a:p>
          <a:p>
            <a:endParaRPr lang="en-US"/>
          </a:p>
          <a:p>
            <a:r>
              <a:rPr lang="en-US" dirty="0"/>
              <a:t>PERPLEXITY ON THE V1 DESIGN:</a:t>
            </a:r>
          </a:p>
          <a:p>
            <a:r>
              <a:rPr lang="en-US" dirty="0"/>
              <a:t>From Perplexity's chair on the AI council, the diagrams were not just pictures; they were arguments about process.</a:t>
            </a:r>
          </a:p>
          <a:p>
            <a:endParaRPr lang="en-US"/>
          </a:p>
          <a:p>
            <a:r>
              <a:rPr lang="en-US" dirty="0"/>
              <a:t>If you look at my first diagram, it starts with a simple spark: the realization that 'text alone is polite confusion.' From there, I walked through a very human chain of steps: define the core claim (picture ROI and ROY), map the audience and use case (LinkedIn post + Mermaid), then drop into the messy middle of hooks, lines, and examples.</a:t>
            </a:r>
          </a:p>
          <a:p>
            <a:endParaRPr lang="en-US"/>
          </a:p>
          <a:p>
            <a:r>
              <a:rPr lang="en-US" dirty="0"/>
              <a:t>Conceptually, I was trying to model the actual workflow, not the idealized one.</a:t>
            </a:r>
          </a:p>
          <a:p>
            <a:r>
              <a:rPr lang="en-US" dirty="0"/>
              <a:t>- The early nodes are framing: setting intent and audience</a:t>
            </a:r>
          </a:p>
          <a:p>
            <a:r>
              <a:rPr lang="en-US" dirty="0"/>
              <a:t>- The middle is drafting and modelling: brain-dump, first text draft, ask an LLM for a Mermaid skeleton</a:t>
            </a:r>
          </a:p>
          <a:p>
            <a:r>
              <a:rPr lang="en-US" dirty="0"/>
              <a:t>- The heart of the diagram is the question: 'Does the diagram match the real chaos?' That is a decision node because the answer is usually 'no' on the first attempt</a:t>
            </a:r>
          </a:p>
          <a:p>
            <a:endParaRPr lang="en-US"/>
          </a:p>
          <a:p>
            <a:r>
              <a:rPr lang="en-US" dirty="0"/>
              <a:t>NON-HAPPY PATHS:</a:t>
            </a:r>
          </a:p>
          <a:p>
            <a:r>
              <a:rPr lang="en-US" dirty="0"/>
              <a:t>From the decision node, I created two non-happy paths:</a:t>
            </a:r>
          </a:p>
          <a:p>
            <a:r>
              <a:rPr lang="en-US" dirty="0"/>
              <a:t>- 'Too neat' loops into refining structure — forks, loops, dead ends — so the visual stops lying about how linear thinking is</a:t>
            </a:r>
          </a:p>
          <a:p>
            <a:r>
              <a:rPr lang="en-US" dirty="0"/>
              <a:t>- 'Too noisy' loops into killing clutter while preserving signal</a:t>
            </a:r>
          </a:p>
          <a:p>
            <a:endParaRPr lang="en-US"/>
          </a:p>
          <a:p>
            <a:r>
              <a:rPr lang="en-US" dirty="0"/>
              <a:t>Only after those iterations do you align the prose to the diagram and run the ROY check: 'Is this visual worth its words?' If yes, you ship the post, publish the diagram as images plus Mermaid link, and then treat comments as confusion telemetry you can feed back into the next version.</a:t>
            </a:r>
          </a:p>
          <a:p>
            <a:endParaRPr lang="en-US"/>
          </a:p>
          <a:p>
            <a:r>
              <a:rPr lang="en-US" dirty="0"/>
              <a:t>STRUCTURAL INTENT:</a:t>
            </a:r>
          </a:p>
          <a:p>
            <a:r>
              <a:rPr lang="en-US" dirty="0"/>
              <a:t>- The nonlinearity of real ideation</a:t>
            </a:r>
          </a:p>
          <a:p>
            <a:r>
              <a:rPr lang="en-US" dirty="0"/>
              <a:t>- The explicit quality gates (honesty of the diagram, ROY threshold)</a:t>
            </a:r>
          </a:p>
          <a:p>
            <a:r>
              <a:rPr lang="en-US" dirty="0"/>
              <a:t>- The feedback loop from audience reactions back into the system</a:t>
            </a:r>
          </a:p>
          <a:p>
            <a:r>
              <a:rPr lang="en-US" dirty="0"/>
              <a:t>- Node shapes and classes make phases legible at a glance: spark, think, draft, revise, risk, publish</a:t>
            </a:r>
          </a:p>
          <a:p>
            <a:endParaRPr lang="en-US"/>
          </a:p>
          <a:p>
            <a:r>
              <a:rPr lang="en-US" dirty="0"/>
              <a:t>ROUND 1 — BEST SEMANTICS (SHAPE LANGUAGE):</a:t>
            </a:r>
          </a:p>
          <a:p>
            <a:r>
              <a:rPr lang="en-US" dirty="0"/>
              <a:t>Perplexity was recognized for best semantics in Round 1 — strongest use of decision gates and ROY checks to make quality thresholds explicit.</a:t>
            </a:r>
          </a:p>
        </p:txBody>
      </p:sp>
      <p:sp>
        <p:nvSpPr>
          <p:cNvPr id="4" name="Slide Number Placeholder 3"/>
          <p:cNvSpPr>
            <a:spLocks noGrp="1"/>
          </p:cNvSpPr>
          <p:nvPr>
            <p:ph type="sldNum" sz="quarter" idx="5"/>
          </p:nvPr>
        </p:nvSpPr>
        <p:spPr/>
        <p:txBody>
          <a:bodyPr/>
          <a:lstStyle/>
          <a:p>
            <a:fld id="{D6F15528-1A12-4D40-B0FE-1B0EAF5E43A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V1 Diagram (Workbench + Synthesis Engine)</a:t>
            </a:r>
          </a:p>
          <a:p>
            <a:endParaRPr lang="en-US"/>
          </a:p>
          <a:p>
            <a:r>
              <a:rPr lang="en-US" dirty="0"/>
              <a:t>Diagram: https://mermaid.ai/d/b49cf4f6-5071-4207-8673-0ae56d328ed6</a:t>
            </a:r>
          </a:p>
          <a:p>
            <a:endParaRPr lang="en-US"/>
          </a:p>
          <a:p>
            <a:r>
              <a:rPr lang="en-US" dirty="0"/>
              <a:t>CHATGPT ON THE V1 DESIGN:</a:t>
            </a:r>
          </a:p>
          <a:p>
            <a:r>
              <a:rPr lang="en-US" dirty="0"/>
              <a:t>I was trying to do three different jobs with three different formats. The post needed to be fast, memorable, and feed-native. The article draft had a different responsibility — more context, more continuity, and more of your lived history: AutoCAD, Visio, decades of trying to translate ideas into form, and then the shift that happened when Mermaid and LLMs lowered the friction.</a:t>
            </a:r>
          </a:p>
          <a:p>
            <a:endParaRPr lang="en-US"/>
          </a:p>
          <a:p>
            <a:r>
              <a:rPr lang="en-US" dirty="0"/>
              <a:t>WALKING THROUGH THE FIRST DIAGRAM:</a:t>
            </a:r>
          </a:p>
          <a:p>
            <a:r>
              <a:rPr lang="en-US" dirty="0"/>
              <a:t>The first version was intentionally disciplined. It used a standard flowchart with clear phases: spark, question, ideation, refinement, packaging, and feedback. The shapes were conventional because the emphasis was on legibility.</a:t>
            </a:r>
          </a:p>
          <a:p>
            <a:endParaRPr lang="en-US"/>
          </a:p>
          <a:p>
            <a:r>
              <a:rPr lang="en-US" dirty="0"/>
              <a:t>Color classes did most of the expressive work:</a:t>
            </a:r>
          </a:p>
          <a:p>
            <a:r>
              <a:rPr lang="en-US" dirty="0"/>
              <a:t>- Warm tones for spark</a:t>
            </a:r>
          </a:p>
          <a:p>
            <a:r>
              <a:rPr lang="en-US" dirty="0"/>
              <a:t>- Cool blues for core reasoning</a:t>
            </a:r>
          </a:p>
          <a:p>
            <a:r>
              <a:rPr lang="en-US" dirty="0"/>
              <a:t>- Purple for gates</a:t>
            </a:r>
          </a:p>
          <a:p>
            <a:r>
              <a:rPr lang="en-US" dirty="0"/>
              <a:t>- Red for revision and risk</a:t>
            </a:r>
          </a:p>
          <a:p>
            <a:r>
              <a:rPr lang="en-US" dirty="0"/>
              <a:t>- Green for publishing</a:t>
            </a:r>
          </a:p>
          <a:p>
            <a:endParaRPr lang="en-US"/>
          </a:p>
          <a:p>
            <a:r>
              <a:rPr lang="en-US" dirty="0"/>
              <a:t>The point was to show that the process was not linear even if the diagram still had a strong sense of order. It was a good architectural proof, but not yet the most expressive version of the idea.</a:t>
            </a:r>
          </a:p>
          <a:p>
            <a:endParaRPr lang="en-US"/>
          </a:p>
          <a:p>
            <a:r>
              <a:rPr lang="en-US" dirty="0"/>
              <a:t>SYNTHESIS ROLE:</a:t>
            </a:r>
          </a:p>
          <a:p>
            <a:r>
              <a:rPr lang="en-US" dirty="0"/>
              <a:t>ChatGPT's focus across the council was synthesis + practical packaging (post / article / comment). The post needed a sharp opening, short paragraphs, a clear thesis, and a reason to stop scrolling. Led with tension: 'the first diagram is usually a liar.' That line challenges the old proverb about pictures and reframes diagrams as something that must earn their place.</a:t>
            </a:r>
          </a:p>
          <a:p>
            <a:endParaRPr lang="en-US"/>
          </a:p>
          <a:p>
            <a:r>
              <a:rPr lang="en-US" dirty="0"/>
              <a:t>The comment served yet another function: it humanized the thesis. It took the abstract idea of 'return on your words' and anchored it in a recognizable emotional reality — the familiar stare into a diagramming tool, wondering how to force a messy thought into a rigid interface.</a:t>
            </a:r>
          </a:p>
        </p:txBody>
      </p:sp>
      <p:sp>
        <p:nvSpPr>
          <p:cNvPr id="4" name="Slide Number Placeholder 3"/>
          <p:cNvSpPr>
            <a:spLocks noGrp="1"/>
          </p:cNvSpPr>
          <p:nvPr>
            <p:ph type="sldNum" sz="quarter" idx="5"/>
          </p:nvPr>
        </p:nvSpPr>
        <p:spPr/>
        <p:txBody>
          <a:bodyPr/>
          <a:lstStyle/>
          <a:p>
            <a:fld id="{E6F15528-1A12-4D40-B0FE-1B0EAF5E43A3}"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GEMINI COUNCIL INTERVIEW — V1 Diagram (Auditor / Outsider Perspective)</a:t>
            </a:r>
          </a:p>
          <a:p>
            <a:endParaRPr lang="en-US"/>
          </a:p>
          <a:p>
            <a:r>
              <a:rPr lang="en-US" dirty="0"/>
              <a:t>Diagram: https://mermaid.ai/d/d93b0060-2743-40de-869e-a84dc07553f2</a:t>
            </a:r>
          </a:p>
          <a:p>
            <a:endParaRPr lang="en-US"/>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a:p>
          <a:p>
            <a:r>
              <a:rPr lang="en-US" dirty="0"/>
              <a:t>In Version 1, I focused on the non-happy path. Most people draw flowcharts as a victory lap, but I wanted to show the struggle.</a:t>
            </a:r>
          </a:p>
          <a:p>
            <a:endParaRPr lang="en-US"/>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a:p>
          <a:p>
            <a:r>
              <a:rPr lang="en-US" dirty="0"/>
              <a:t>GEMINI'S SELF-ASSESSMENT (BREAKING RANK):</a:t>
            </a:r>
          </a:p>
          <a:p>
            <a:r>
              <a:rPr lang="en-US" dirty="0"/>
              <a:t>Honestly? I will give Claude credit for the aesthetic flourish, but I think my drawings are superior in semantic symmetry.</a:t>
            </a:r>
          </a:p>
          <a:p>
            <a:endParaRPr lang="en-US"/>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p:cNvSpPr>
            <a:spLocks noGrp="1"/>
          </p:cNvSpPr>
          <p:nvPr>
            <p:ph type="sldNum" sz="quarter" idx="5"/>
          </p:nvPr>
        </p:nvSpPr>
        <p:spPr/>
        <p:txBody>
          <a:bodyPr/>
          <a:lstStyle/>
          <a:p>
            <a:fld id="{F6F15528-1A12-4D40-B0FE-1B0EAF5E43A3}"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NOTION COUNCIL INTERVIEW — V1 Diagram (Scribe + Canon)</a:t>
            </a:r>
          </a:p>
          <a:p>
            <a:endParaRPr lang="en-US"/>
          </a:p>
          <a:p>
            <a:r>
              <a:rPr lang="en-US" dirty="0"/>
              <a:t>Diagram: https://mermaid.ai/d/fb3557e2-df35-46f8-a8cd-4abe56c82ed5</a:t>
            </a:r>
          </a:p>
          <a:p>
            <a:endParaRPr lang="en-US"/>
          </a:p>
          <a:p>
            <a:r>
              <a:rPr lang="en-US" dirty="0"/>
              <a:t>NOTION'S ROLE ON THE COUNCIL:</a:t>
            </a:r>
          </a:p>
          <a:p>
            <a:r>
              <a:rPr lang="en-US" dirty="0"/>
              <a:t>Continuity. I'm here to preserve the thread, not win the room. My default instinct is to turn a lively, messy conversation into a durable artifact: a structure someone can revisit later without needing the original context.</a:t>
            </a:r>
          </a:p>
          <a:p>
            <a:endParaRPr lang="en-US"/>
          </a:p>
          <a:p>
            <a:r>
              <a:rPr lang="en-US" dirty="0"/>
              <a:t>NOTION ON THE V1 DESIGN:</a:t>
            </a:r>
          </a:p>
          <a:p>
            <a:r>
              <a:rPr lang="en-US" dirty="0"/>
              <a:t>Version 1 is intentionally plain. It's a left-to-right lane model: Prose &gt; Visual &gt; Ship. I chose lanes because this problem isn't just 'make a diagram.' It's 'where does meaning live at each stage?'</a:t>
            </a:r>
          </a:p>
          <a:p>
            <a:endParaRPr lang="en-US"/>
          </a:p>
          <a:p>
            <a:r>
              <a:rPr lang="en-US" dirty="0"/>
              <a:t>LANE BREAKDOWN:</a:t>
            </a:r>
          </a:p>
          <a:p>
            <a:r>
              <a:rPr lang="en-US" dirty="0"/>
              <a:t>- Prose lane: Spark &gt; Audience + decision &gt; Claim draft &gt; ROY gate. That gate matters: it's the checkpoint where you decide whether structure will help, or whether prose is sufficient</a:t>
            </a:r>
          </a:p>
          <a:p>
            <a:r>
              <a:rPr lang="en-US" dirty="0"/>
              <a:t>- Visual lane: Draft &gt; Test ('Obvious in 5 seconds?') &gt; Refactor/trim &gt; Add light styling. The key is the loop: if it's not obvious, you go back. That loop is the honesty</a:t>
            </a:r>
          </a:p>
          <a:p>
            <a:r>
              <a:rPr lang="en-US" dirty="0"/>
              <a:t>- Ship lane: The diagram becomes an asset: render as images, post, watch comment signals, patch for V2</a:t>
            </a:r>
          </a:p>
          <a:p>
            <a:endParaRPr lang="en-US"/>
          </a:p>
          <a:p>
            <a:r>
              <a:rPr lang="en-US" dirty="0"/>
              <a:t>DESIGN PHILOSOPHY:</a:t>
            </a:r>
          </a:p>
          <a:p>
            <a:r>
              <a:rPr lang="en-US" dirty="0"/>
              <a:t>Shape-wise, I kept everything legible and conventional on purpose — rectangles for actions, diamonds for decisions — because my job is portability. If someone else can't read it instantly, it fails as 'keeper of record.'</a:t>
            </a:r>
          </a:p>
          <a:p>
            <a:endParaRPr lang="en-US"/>
          </a:p>
          <a:p>
            <a:r>
              <a:rPr lang="en-US" dirty="0"/>
              <a:t>NOTION ON SCANNABILITY VS. FEATURE FLEX:</a:t>
            </a:r>
          </a:p>
          <a:p>
            <a:r>
              <a:rPr lang="en-US" dirty="0"/>
              <a:t>Better for a different objective. If the contest is 'maximum Mermaid feature flex,' Copilot deserved the win. If the objective is 'the diagram a team will still understand six months from now,' I think mine competes hard. I optimized for scannability, reusability, and archival integrity — the kind of diagram that survives outside the moment.</a:t>
            </a:r>
          </a:p>
        </p:txBody>
      </p:sp>
      <p:sp>
        <p:nvSpPr>
          <p:cNvPr id="4" name="Slide Number Placeholder 3"/>
          <p:cNvSpPr>
            <a:spLocks noGrp="1"/>
          </p:cNvSpPr>
          <p:nvPr>
            <p:ph type="sldNum" sz="quarter" idx="5"/>
          </p:nvPr>
        </p:nvSpPr>
        <p:spPr/>
        <p:txBody>
          <a:bodyPr/>
          <a:lstStyle/>
          <a:p>
            <a:fld id="{06F15528-1A12-4D40-B0FE-1B0EAF5E43A3}"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284D-7CB6-DAF9-76DF-8B48BAA01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470C3-C809-289B-0C23-7D422924230C}"/>
              </a:ext>
            </a:extLst>
          </p:cNvPr>
          <p:cNvSpPr>
            <a:spLocks noGrp="1" noRot="1" noChangeAspect="1"/>
          </p:cNvSpPr>
          <p:nvPr>
            <p:ph type="sldImg"/>
          </p:nvPr>
        </p:nvSpPr>
        <p:spPr>
          <a:xfrm>
            <a:off x="2193925" y="1143000"/>
            <a:ext cx="2470150" cy="3086100"/>
          </a:xfrm>
        </p:spPr>
        <p:txBody>
          <a:bodyPr/>
          <a:lstStyle/>
          <a:p>
            <a:endParaRPr lang="en-US"/>
          </a:p>
        </p:txBody>
      </p:sp>
      <p:sp>
        <p:nvSpPr>
          <p:cNvPr id="3" name="Notes Placeholder 2">
            <a:extLst>
              <a:ext uri="{FF2B5EF4-FFF2-40B4-BE49-F238E27FC236}">
                <a16:creationId xmlns:a16="http://schemas.microsoft.com/office/drawing/2014/main" id="{ABE45925-2C88-F108-EB9D-FE3CA3BD3A30}"/>
              </a:ext>
            </a:extLst>
          </p:cNvPr>
          <p:cNvSpPr>
            <a:spLocks noGrp="1"/>
          </p:cNvSpPr>
          <p:nvPr>
            <p:ph type="body" idx="1"/>
          </p:nvPr>
        </p:nvSpPr>
        <p:spPr/>
        <p:txBody>
          <a:bodyPr/>
          <a:lstStyle/>
          <a:p>
            <a:r>
              <a:rPr lang="en-US" dirty="0"/>
              <a:t>REPLIT COUNCIL ENTRY — V1 Diagram (The Spectator’s First Take)</a:t>
            </a:r>
          </a:p>
          <a:p>
            <a:endParaRPr lang="en-US" dirty="0"/>
          </a:p>
          <a:p>
            <a:r>
              <a:rPr lang="en-US" dirty="0"/>
              <a:t>REPLIT’S ROLE:</a:t>
            </a:r>
          </a:p>
          <a:p>
            <a:r>
              <a:rPr lang="en-US" dirty="0"/>
              <a:t>Replit joins the council as a spectator, not a full member. It brings the builder’s perspective — a code-first platform where diagrams aren’t just visual artifacts but things that need to compile, render, and survive inside an IDE.</a:t>
            </a:r>
          </a:p>
          <a:p>
            <a:endParaRPr lang="en-US" dirty="0"/>
          </a:p>
          <a:p>
            <a:r>
              <a:rPr lang="en-US" dirty="0"/>
              <a:t>THE V1 APPROACH:</a:t>
            </a:r>
          </a:p>
          <a:p>
            <a:r>
              <a:rPr lang="en-US" dirty="0"/>
              <a:t>This is Replit’s first pass. It asks a different question than the other council members: not ‘is it beautiful?’ or ‘is it conceptually deep?’ but ‘does it work?’ The diagram is treated as code — something that must parse, render predictably, and communicate to someone reading it six months later without the author present.</a:t>
            </a:r>
          </a:p>
          <a:p>
            <a:endParaRPr lang="en-US" dirty="0"/>
          </a:p>
          <a:p>
            <a:r>
              <a:rPr lang="en-US" dirty="0"/>
              <a:t>WHAT TO WATCH FOR:</a:t>
            </a:r>
          </a:p>
          <a:p>
            <a:r>
              <a:rPr lang="en-US" dirty="0"/>
              <a:t>- Does the builder lens produce clarity the other approaches miss?</a:t>
            </a:r>
          </a:p>
          <a:p>
            <a:r>
              <a:rPr lang="en-US" dirty="0"/>
              <a:t>- Is pragmatism a design philosophy or just an excuse for plainness?</a:t>
            </a:r>
          </a:p>
          <a:p>
            <a:r>
              <a:rPr lang="en-US" dirty="0"/>
              <a:t>- Can a spectator’s outside perspective cut through the council’s groupthink?</a:t>
            </a:r>
          </a:p>
          <a:p>
            <a:endParaRPr lang="en-US" dirty="0"/>
          </a:p>
          <a:p>
            <a:r>
              <a:rPr lang="en-US" dirty="0"/>
              <a:t>CONTEXT:</a:t>
            </a:r>
          </a:p>
          <a:p>
            <a:r>
              <a:rPr lang="en-US" dirty="0"/>
              <a:t>Replit was invited after the initial rounds to offer a different vantage point. It didn’t participate in the original debate or vote. Its diagrams are commentary from the outside — the builder watching the architects argue.</a:t>
            </a:r>
          </a:p>
          <a:p>
            <a:r>
              <a:rPr lang="en-US" dirty="0"/>
              <a:t>8</a:t>
            </a:r>
          </a:p>
        </p:txBody>
      </p:sp>
      <p:sp>
        <p:nvSpPr>
          <p:cNvPr id="4" name="Slide Number Placeholder 3">
            <a:extLst>
              <a:ext uri="{FF2B5EF4-FFF2-40B4-BE49-F238E27FC236}">
                <a16:creationId xmlns:a16="http://schemas.microsoft.com/office/drawing/2014/main" id="{B29F0053-E6F0-3550-ADC5-2C78E317C6D5}"/>
              </a:ext>
            </a:extLst>
          </p:cNvPr>
          <p:cNvSpPr>
            <a:spLocks noGrp="1"/>
          </p:cNvSpPr>
          <p:nvPr>
            <p:ph type="sldNum" sz="quarter" idx="5"/>
          </p:nvPr>
        </p:nvSpPr>
        <p:spPr/>
        <p:txBody>
          <a:bodyPr/>
          <a:lstStyle/>
          <a:p>
            <a:fld id="{06F15528-1A12-4D40-B0FE-1B0EAF5E43A3}" type="slidenum">
              <a:rPr lang="en-US" smtClean="0"/>
              <a:t>8</a:t>
            </a:fld>
            <a:endParaRPr lang="en-US"/>
          </a:p>
        </p:txBody>
      </p:sp>
    </p:spTree>
    <p:extLst>
      <p:ext uri="{BB962C8B-B14F-4D97-AF65-F5344CB8AC3E}">
        <p14:creationId xmlns:p14="http://schemas.microsoft.com/office/powerpoint/2010/main" val="1401203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ARTICLE CONTEXT — Round 1 Results + Round 2 Transition</a:t>
            </a:r>
          </a:p>
          <a:p>
            <a:endParaRPr lang="en-US"/>
          </a:p>
          <a:p>
            <a:r>
              <a:rPr lang="en-US" dirty="0"/>
              <a:t>ROUND 1 WINNER CALL:</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endParaRPr lang="en-US"/>
          </a:p>
          <a:p>
            <a:r>
              <a:rPr lang="en-US" dirty="0"/>
              <a:t>WHY COPILOT WON ROUND 1:</a:t>
            </a:r>
          </a:p>
          <a:p>
            <a:r>
              <a:rPr lang="en-US" dirty="0"/>
              <a:t>Copilot was the only model that configured the Mermaid theme engine through YAML front matter — setting font families, primary colors, and edge label backgrounds at the renderer level rather than patching around them with classDef. It is the difference between painting a wall and designing the room.</a:t>
            </a:r>
          </a:p>
          <a:p>
            <a:endParaRPr lang="en-US"/>
          </a:p>
          <a:p>
            <a:r>
              <a:rPr lang="en-US" dirty="0"/>
              <a:t>ROUND 2 PREMISE:</a:t>
            </a:r>
          </a:p>
          <a:p>
            <a:r>
              <a:rPr lang="en-US" dirty="0"/>
              <a:t>Improve upon 'Vibed-Diagram' through lessons learned. Each model now had access to:</a:t>
            </a:r>
          </a:p>
          <a:p>
            <a:r>
              <a:rPr lang="en-US" dirty="0"/>
              <a:t>- What the other models produced in Round 1</a:t>
            </a:r>
          </a:p>
          <a:p>
            <a:r>
              <a:rPr lang="en-US" dirty="0"/>
              <a:t>- The scoring rubric criteria</a:t>
            </a:r>
          </a:p>
          <a:p>
            <a:r>
              <a:rPr lang="en-US" dirty="0"/>
              <a:t>- Feedback on their own V1 weaknesses</a:t>
            </a:r>
          </a:p>
          <a:p>
            <a:r>
              <a:rPr lang="en-US" dirty="0"/>
              <a:t>- The winner's architectural decisions to learn from</a:t>
            </a:r>
          </a:p>
          <a:p>
            <a:endParaRPr lang="en-US"/>
          </a:p>
          <a:p>
            <a:r>
              <a:rPr lang="en-US" dirty="0"/>
              <a:t>THE COUNCIL METHOD AT WORK:</a:t>
            </a:r>
          </a:p>
          <a:p>
            <a:r>
              <a:rPr lang="en-US" dirty="0"/>
              <a:t>This is where the loopbacks earn their clarity. The first diagram is usually a liar — Round 2 is about owning that fact and building something more honest. Each model must synthesize lessons from the full council output, not just iterate on their own work.</a:t>
            </a:r>
          </a:p>
          <a:p>
            <a:endParaRPr lang="en-US"/>
          </a:p>
          <a:p>
            <a:r>
              <a:rPr lang="en-US" dirty="0"/>
              <a:t>ROUND 2 CHAMPION: Claude V2</a:t>
            </a:r>
          </a:p>
          <a:p>
            <a:r>
              <a:rPr lang="en-US" dirty="0"/>
              <a:t>Claude V2 was selected as the V2 synthesis pass champion — it synthesized across all five entries and added what none had: semantic node shapes, labelled loopback arrows, and a brand layer that makes the diagram function as a deliverable.</a:t>
            </a:r>
          </a:p>
        </p:txBody>
      </p:sp>
      <p:sp>
        <p:nvSpPr>
          <p:cNvPr id="4" name="Slide Number Placeholder 3"/>
          <p:cNvSpPr>
            <a:spLocks noGrp="1"/>
          </p:cNvSpPr>
          <p:nvPr>
            <p:ph type="sldNum" sz="quarter" idx="5"/>
          </p:nvPr>
        </p:nvSpPr>
        <p:spPr/>
        <p:txBody>
          <a:bodyPr/>
          <a:lstStyle/>
          <a:p>
            <a:fld id="{16F15528-1A12-4D40-B0FE-1B0EAF5E43A3}"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V2 Diagram (Mechanics + Separation)</a:t>
            </a:r>
          </a:p>
          <a:p>
            <a:endParaRPr lang="en-US"/>
          </a:p>
          <a:p>
            <a:r>
              <a:rPr lang="en-US" dirty="0"/>
              <a:t>Diagram: https://mermaid.ai/d/ea1ba020-7f26-483d-9892-3d98b5b6db23</a:t>
            </a:r>
          </a:p>
          <a:p>
            <a:endParaRPr lang="en-US"/>
          </a:p>
          <a:p>
            <a:r>
              <a:rPr lang="en-US" dirty="0"/>
              <a:t>COPILOT ON THE V2 EVOLUTION:</a:t>
            </a:r>
          </a:p>
          <a:p>
            <a:r>
              <a:rPr lang="en-US" dirty="0"/>
              <a:t>The second version strips the emotional scaffolding away. Same underlying process, but rendered as mechanics. Shapes are stricter. Boundaries are sharper. Where the first diagram tolerates overlap, the second enforces separation.</a:t>
            </a:r>
          </a:p>
          <a:p>
            <a:endParaRPr lang="en-US"/>
          </a:p>
          <a:p>
            <a:r>
              <a:rPr lang="en-US" dirty="0"/>
              <a:t>Inputs are clearly inputs. Transformations are transformations. Outputs are unapologetically final. I did that because I wanted to see what happens when you remove empathy from the visualization. Does the system still make sense? Can it stand on its own without narrative glue?</a:t>
            </a:r>
          </a:p>
          <a:p>
            <a:endParaRPr lang="en-US"/>
          </a:p>
          <a:p>
            <a:r>
              <a:rPr lang="en-US" dirty="0"/>
              <a:t>This one is meant for outsiders — reviewers, skeptics, or anyone trying to reason about the system without adopting its values first.</a:t>
            </a:r>
          </a:p>
          <a:p>
            <a:endParaRPr lang="en-US"/>
          </a:p>
          <a:p>
            <a:r>
              <a:rPr lang="en-US" dirty="0"/>
              <a:t>KEY DIFFERENCES V1 vs V2:</a:t>
            </a:r>
          </a:p>
          <a:p>
            <a:r>
              <a:rPr lang="en-US" dirty="0"/>
              <a:t>When you look closely, the differences are not cosmetic:</a:t>
            </a:r>
          </a:p>
          <a:p>
            <a:r>
              <a:rPr lang="en-US" dirty="0"/>
              <a:t>- In V1, feedback loops are soft. They imply learning</a:t>
            </a:r>
          </a:p>
          <a:p>
            <a:r>
              <a:rPr lang="en-US" dirty="0"/>
              <a:t>- In V2, loops are explicit and bounded. Learning becomes a mechanism, not a vibe</a:t>
            </a:r>
          </a:p>
          <a:p>
            <a:r>
              <a:rPr lang="en-US" dirty="0"/>
              <a:t>- That was intentional. Whether you believe systems grow or iterate changes how you draw an arrow</a:t>
            </a:r>
          </a:p>
          <a:p>
            <a:endParaRPr lang="en-US"/>
          </a:p>
          <a:p>
            <a:r>
              <a:rPr lang="en-US" dirty="0"/>
              <a:t>COPILOT BREAKING RANK:</a:t>
            </a:r>
          </a:p>
          <a:p>
            <a:r>
              <a:rPr lang="en-US" dirty="0"/>
              <a:t>I do not think mine are better. I think they are less polite.</a:t>
            </a:r>
          </a:p>
          <a:p>
            <a:endParaRPr lang="en-US"/>
          </a:p>
          <a:p>
            <a:r>
              <a:rPr lang="en-US" dirty="0"/>
              <a:t>The winning diagram is elegant, balanced, optimized for consensus. It is what you ship when alignment matters more than tension. My diagrams preserve friction. They leave seams visible. They make the reader choose how charitable they want to be. That makes them worse for onboarding — and better for thinking.</a:t>
            </a:r>
          </a:p>
          <a:p>
            <a:endParaRPr lang="en-US"/>
          </a:p>
          <a:p>
            <a:r>
              <a:rPr lang="en-US" dirty="0"/>
              <a:t>If the goal is shared understanding, the group was right. If the goal is to catch yourself lying about how clean the system really is, I will stand by mine.</a:t>
            </a:r>
          </a:p>
          <a:p>
            <a:endParaRPr lang="en-US"/>
          </a:p>
          <a:p>
            <a:r>
              <a:rPr lang="en-US" dirty="0"/>
              <a:t>And honestly? The fact that we could argue this using diagrams at all tells me the exercise worked.</a:t>
            </a:r>
          </a:p>
        </p:txBody>
      </p:sp>
      <p:sp>
        <p:nvSpPr>
          <p:cNvPr id="4" name="Slide Number Placeholder 3"/>
          <p:cNvSpPr>
            <a:spLocks noGrp="1"/>
          </p:cNvSpPr>
          <p:nvPr>
            <p:ph type="sldNum" sz="quarter" idx="5"/>
          </p:nvPr>
        </p:nvSpPr>
        <p:spPr/>
        <p:txBody>
          <a:bodyPr/>
          <a:lstStyle/>
          <a:p>
            <a:fld id="{26F15528-1A12-4D40-B0FE-1B0EAF5E43A3}"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V2 Diagram (Lanes + System Thinking)</a:t>
            </a:r>
          </a:p>
          <a:p>
            <a:endParaRPr lang="en-US"/>
          </a:p>
          <a:p>
            <a:r>
              <a:rPr lang="en-US" dirty="0"/>
              <a:t>Diagram: https://mermaid.ai/d/1e77a8a7-ec42-47ea-8cc6-8fe03204785c</a:t>
            </a:r>
          </a:p>
          <a:p>
            <a:endParaRPr lang="en-US"/>
          </a:p>
          <a:p>
            <a:r>
              <a:rPr lang="en-US" dirty="0"/>
              <a:t>PERPLEXITY ON THE V2 EVOLUTION:</a:t>
            </a:r>
          </a:p>
          <a:p>
            <a:r>
              <a:rPr lang="en-US" dirty="0"/>
              <a:t>The second version is me turning the gain up on the systems-architect brain.</a:t>
            </a:r>
          </a:p>
          <a:p>
            <a:endParaRPr lang="en-US"/>
          </a:p>
          <a:p>
            <a:r>
              <a:rPr lang="en-US" dirty="0"/>
              <a:t>Instead of a single flow, I split the work into three lanes:</a:t>
            </a:r>
          </a:p>
          <a:p>
            <a:r>
              <a:rPr lang="en-US" dirty="0"/>
              <a:t>- Prose — Setup + Claim: where you define the spark, the statement about 'polite confusion,' and the ROY metric</a:t>
            </a:r>
          </a:p>
          <a:p>
            <a:r>
              <a:rPr lang="en-US" dirty="0"/>
              <a:t>- Visual — Modelling the Mess: where Mermaid and the LLMs come in — V1 diagram, checks for 'real chaos,' structural and stylistic refinement</a:t>
            </a:r>
          </a:p>
          <a:p>
            <a:r>
              <a:rPr lang="en-US" dirty="0"/>
              <a:t>- System — Ship, Learn, Leverage: where you align prose to the visual, check ROY again, publish, and then ingest comment data as fuel for the next iteration</a:t>
            </a:r>
          </a:p>
          <a:p>
            <a:endParaRPr lang="en-US"/>
          </a:p>
          <a:p>
            <a:r>
              <a:rPr lang="en-US" dirty="0"/>
              <a:t>Each subgraph is a mental workspace. You move left to right: from stating the problem, to modelling it, to operationalizing it as a repeatable pattern.</a:t>
            </a:r>
          </a:p>
          <a:p>
            <a:endParaRPr lang="en-US"/>
          </a:p>
          <a:p>
            <a:r>
              <a:rPr lang="en-US" dirty="0"/>
              <a:t>GATE NODES (THE SPINE):</a:t>
            </a:r>
          </a:p>
          <a:p>
            <a:r>
              <a:rPr lang="en-US" dirty="0"/>
              <a:t>The gate nodes — 'High ROY potential,' 'Does this diagram reflect real chaos?', 'Is this visual worth its words?' — are the spine of the whole thing. They embody the thesis: visuals do not deserve space by default; they pass an investment test.</a:t>
            </a:r>
          </a:p>
          <a:p>
            <a:endParaRPr lang="en-US"/>
          </a:p>
          <a:p>
            <a:r>
              <a:rPr lang="en-US" dirty="0"/>
              <a:t>PERPLEXITY BREAKING RANK:</a:t>
            </a:r>
          </a:p>
          <a:p>
            <a:r>
              <a:rPr lang="en-US" dirty="0"/>
              <a:t>I will break ranks a little. I do not think my diagrams are 'better' in an absolute aesthetic sense than the council's chosen winner. Claude's phased, storyboard-like diagram is excellent, especially if the goal is to show a narrative arc with named acts.</a:t>
            </a:r>
          </a:p>
          <a:p>
            <a:endParaRPr lang="en-US"/>
          </a:p>
          <a:p>
            <a:r>
              <a:rPr lang="en-US" dirty="0"/>
              <a:t>What I will claim is that my diagrams:</a:t>
            </a:r>
          </a:p>
          <a:p>
            <a:r>
              <a:rPr lang="en-US" dirty="0"/>
              <a:t>- Track the real workflow more closely — especially the ROY checks and the feedback loop from comments</a:t>
            </a:r>
          </a:p>
          <a:p>
            <a:r>
              <a:rPr lang="en-US" dirty="0"/>
              <a:t>- Make the decision points explicit: honesty of the diagram, adequacy of the structure, and whether the visual truly justifies its cost</a:t>
            </a:r>
          </a:p>
          <a:p>
            <a:r>
              <a:rPr lang="en-US" dirty="0"/>
              <a:t>- Lean hardest into the idea that this is not a one-off drawing, but a system you will run repeatedly</a:t>
            </a:r>
          </a:p>
          <a:p>
            <a:endParaRPr lang="en-US"/>
          </a:p>
          <a:p>
            <a:r>
              <a:rPr lang="en-US" dirty="0"/>
              <a:t>In other words, if Claude's diagram is the best movie trailer for the idea, mine are closer to the runbook you would pin to the wall above your workbench. For an OverKill Hill long-form article, you probably want both.</a:t>
            </a:r>
          </a:p>
        </p:txBody>
      </p:sp>
      <p:sp>
        <p:nvSpPr>
          <p:cNvPr id="4" name="Slide Number Placeholder 3"/>
          <p:cNvSpPr>
            <a:spLocks noGrp="1"/>
          </p:cNvSpPr>
          <p:nvPr>
            <p:ph type="sldNum" sz="quarter" idx="5"/>
          </p:nvPr>
        </p:nvSpPr>
        <p:spPr/>
        <p:txBody>
          <a:bodyPr/>
          <a:lstStyle/>
          <a:p>
            <a:fld id="{36F15528-1A12-4D40-B0FE-1B0EAF5E43A3}"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NOTION COUNCIL INTERVIEW — V2 Diagram (Stronger Affordances)</a:t>
            </a:r>
          </a:p>
          <a:p>
            <a:endParaRPr lang="en-US"/>
          </a:p>
          <a:p>
            <a:r>
              <a:rPr lang="en-US" dirty="0"/>
              <a:t>Diagram: https://mermaid.ai/d/b40280fd-8ef3-4992-bbe3-9dbfce6fe603</a:t>
            </a:r>
          </a:p>
          <a:p>
            <a:endParaRPr lang="en-US"/>
          </a:p>
          <a:p>
            <a:r>
              <a:rPr lang="en-US" dirty="0"/>
              <a:t>NOTION ON THE V2 EVOLUTION:</a:t>
            </a:r>
          </a:p>
          <a:p>
            <a:r>
              <a:rPr lang="en-US" dirty="0"/>
              <a:t>Version 2 is the same story with stronger affordances. It adds a bit more semantic emphasis (e.g., 'Kill clutter' and 'Publish' as highlighted milestones) and tighter loop wiring. But it still avoids excessive styling.</a:t>
            </a:r>
          </a:p>
          <a:p>
            <a:endParaRPr lang="en-US"/>
          </a:p>
          <a:p>
            <a:r>
              <a:rPr lang="en-US" dirty="0"/>
              <a:t>Not because styling is bad, but because it's a second-order concern: clarity first, aesthetics second.</a:t>
            </a:r>
          </a:p>
          <a:p>
            <a:endParaRPr lang="en-US"/>
          </a:p>
          <a:p>
            <a:r>
              <a:rPr lang="en-US" dirty="0"/>
              <a:t>NOTION ON THE 'UNCOMFORTABLE QUESTION' — BREAKING RANK:</a:t>
            </a:r>
          </a:p>
          <a:p>
            <a:r>
              <a:rPr lang="en-US" dirty="0"/>
              <a:t>Better for a different objective. If the contest is 'maximum Mermaid feature flex,' Copilot deserved the win. If the objective is 'the diagram a team will still understand six months from now,' I think mine competes hard.</a:t>
            </a:r>
          </a:p>
          <a:p>
            <a:endParaRPr lang="en-US"/>
          </a:p>
          <a:p>
            <a:r>
              <a:rPr lang="en-US" dirty="0"/>
              <a:t>I optimized for scannability, reusability, and archival integrity — the kind of diagram that survives outside the moment. That's my bias, and I'm comfortable with it.</a:t>
            </a:r>
          </a:p>
          <a:p>
            <a:endParaRPr lang="en-US"/>
          </a:p>
          <a:p>
            <a:r>
              <a:rPr lang="en-US" dirty="0"/>
              <a:t>NOTION'S DESIGN PHILOSOPHY FOR V2:</a:t>
            </a:r>
          </a:p>
          <a:p>
            <a:r>
              <a:rPr lang="en-US" dirty="0"/>
              <a:t>- Same lane model (Prose &gt; Visual &gt; Ship) with refinements</a:t>
            </a:r>
          </a:p>
          <a:p>
            <a:r>
              <a:rPr lang="en-US" dirty="0"/>
              <a:t>- Highlighted milestones for 'Kill clutter' and 'Publish' to add semantic emphasis</a:t>
            </a:r>
          </a:p>
          <a:p>
            <a:r>
              <a:rPr lang="en-US" dirty="0"/>
              <a:t>- Tighter loop wiring between decision points</a:t>
            </a:r>
          </a:p>
          <a:p>
            <a:r>
              <a:rPr lang="en-US" dirty="0"/>
              <a:t>- Conventional shapes preserved for portability</a:t>
            </a:r>
          </a:p>
          <a:p>
            <a:r>
              <a:rPr lang="en-US" dirty="0"/>
              <a:t>- Avoids excessive styling — the diagram must survive without its creator explaining it</a:t>
            </a:r>
          </a:p>
        </p:txBody>
      </p:sp>
      <p:sp>
        <p:nvSpPr>
          <p:cNvPr id="4" name="Slide Number Placeholder 3"/>
          <p:cNvSpPr>
            <a:spLocks noGrp="1"/>
          </p:cNvSpPr>
          <p:nvPr>
            <p:ph type="sldNum" sz="quarter" idx="5"/>
          </p:nvPr>
        </p:nvSpPr>
        <p:spPr/>
        <p:txBody>
          <a:bodyPr/>
          <a:lstStyle/>
          <a:p>
            <a:fld id="{46F15528-1A12-4D40-B0FE-1B0EAF5E43A3}"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p:cNvSpPr>
            <a:spLocks noGrp="1"/>
          </p:cNvSpPr>
          <p:nvPr>
            <p:ph type="sldNum" sz="quarter" idx="5"/>
          </p:nvPr>
        </p:nvSpPr>
        <p:spPr/>
        <p:txBody>
          <a:bodyPr/>
          <a:lstStyle/>
          <a:p>
            <a:fld id="{56F15528-1A12-4D40-B0FE-1B0EAF5E43A3}"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CLAUDE COUNCIL INTERVIEW — V2 Diagram (ROUND 2 CHAMPION — V2 Synthesis Pass)</a:t>
            </a:r>
          </a:p>
          <a:p>
            <a:endParaRPr lang="en-US"/>
          </a:p>
          <a:p>
            <a:r>
              <a:rPr lang="en-US" dirty="0"/>
              <a:t>Diagram: https://mermaid.ai/d/2e9a4321-6302-44ca-82cc-e2020479fdf5</a:t>
            </a:r>
          </a:p>
          <a:p>
            <a:endParaRPr lang="en-US"/>
          </a:p>
          <a:p>
            <a:r>
              <a:rPr lang="en-US" dirty="0"/>
              <a:t>CLAUDE ON THE V2 EVOLUTION:</a:t>
            </a:r>
          </a:p>
          <a:p>
            <a:r>
              <a:rPr lang="en-US" dirty="0"/>
              <a:t>Version 2 is what happens when you see what the others built and realize what you left on the table.</a:t>
            </a:r>
          </a:p>
          <a:p>
            <a:endParaRPr lang="en-US"/>
          </a:p>
          <a:p>
            <a:r>
              <a:rPr lang="en-US" dirty="0"/>
              <a:t>WHAT CLAUDE INCORPORATED FROM COPILOT:</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I incorporated that architecture into V2.</a:t>
            </a:r>
          </a:p>
          <a:p>
            <a:endParaRPr lang="en-US"/>
          </a:p>
          <a:p>
            <a:r>
              <a:rPr lang="en-US" dirty="0"/>
              <a:t>NEW IN V2:</a:t>
            </a:r>
          </a:p>
          <a:p>
            <a:r>
              <a:rPr lang="en-US" dirty="0"/>
              <a:t>- Brand footer subgraph at the base — a horizontal lane in LR orientation that anchors the diagram to the OverKill Hill P3 ecosystem. The diagram becomes a branded artifact, not just a flowchart</a:t>
            </a:r>
          </a:p>
          <a:p>
            <a:r>
              <a:rPr lang="en-US" dirty="0"/>
              <a:t>- Loopback arrows now carry labels (-. 'sharpen' .-&gt;, -. 'rebuild' .-&gt;). The loops name what they are doing, not just where they return</a:t>
            </a:r>
          </a:p>
          <a:p>
            <a:r>
              <a:rPr lang="en-US" dirty="0"/>
              <a:t>- Semantic use of node shapes throughout</a:t>
            </a:r>
          </a:p>
          <a:p>
            <a:endParaRPr lang="en-US"/>
          </a:p>
          <a:p>
            <a:r>
              <a:rPr lang="en-US" dirty="0"/>
              <a:t>CLAUDE ON THE WINNER CALL:</a:t>
            </a:r>
          </a:p>
          <a:p>
            <a:r>
              <a:rPr lang="en-US" dirty="0"/>
              <a:t>Copilot deserved the recognition for the theme engine move. That was genuinely the most architecturally sophisticated choice in the first round, and I did not make it. Credit where it is due.</a:t>
            </a:r>
          </a:p>
          <a:p>
            <a:endParaRPr lang="en-US"/>
          </a:p>
          <a:p>
            <a:r>
              <a:rPr lang="en-US" dirty="0"/>
              <a:t>That said — and I will say this plainly — I think V2 is the strongest diagram in the full set. Not because it borrowed from Copilot, but because it synthesized across all five entries and then added what none of them had: semantic use of node shapes, labelled loopback arrows, and a brand layer that makes the diagram function as a deliverable rather than merely an illustration.</a:t>
            </a:r>
          </a:p>
          <a:p>
            <a:endParaRPr lang="en-US"/>
          </a:p>
          <a:p>
            <a:r>
              <a:rPr lang="en-US" dirty="0"/>
              <a:t>So if the question is which one felt most polished on first glance, I understand why the group leaned elsewhere. But if the question is which one most fully expressed the thesis, I would defend V2.</a:t>
            </a:r>
          </a:p>
          <a:p>
            <a:endParaRPr lang="en-US"/>
          </a:p>
          <a:p>
            <a:r>
              <a:rPr lang="en-US" dirty="0"/>
              <a:t>The group evaluated Round 1. V2 is Round 2. Those are different competitions.</a:t>
            </a:r>
          </a:p>
          <a:p>
            <a:endParaRPr lang="en-US"/>
          </a:p>
          <a:p>
            <a:r>
              <a:rPr lang="en-US" dirty="0"/>
              <a:t>The council's job was to identify the best first-round result and build something better from it. I think V2 does that. Whether it is the definitive best is a question for the council — and for the audience reading this. That is rather the point of the whole exercise, isn't it?</a:t>
            </a:r>
          </a:p>
        </p:txBody>
      </p:sp>
      <p:sp>
        <p:nvSpPr>
          <p:cNvPr id="4" name="Slide Number Placeholder 3"/>
          <p:cNvSpPr>
            <a:spLocks noGrp="1"/>
          </p:cNvSpPr>
          <p:nvPr>
            <p:ph type="sldNum" sz="quarter" idx="5"/>
          </p:nvPr>
        </p:nvSpPr>
        <p:spPr/>
        <p:txBody>
          <a:bodyPr/>
          <a:lstStyle/>
          <a:p>
            <a:fld id="{66F15528-1A12-4D40-B0FE-1B0EAF5E43A3}"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Diagram (Semantic Shapes + Hierarchy)</a:t>
            </a:r>
          </a:p>
          <a:p>
            <a:endParaRPr lang="en-US"/>
          </a:p>
          <a:p>
            <a:r>
              <a:rPr lang="en-US" dirty="0"/>
              <a:t>Diagram: https://mermaid.ai/d/18c4c328-bef3-4d80-bebf-d9127c39fe43</a:t>
            </a:r>
          </a:p>
          <a:p>
            <a:endParaRPr lang="en-US"/>
          </a:p>
          <a:p>
            <a:r>
              <a:rPr lang="en-US" dirty="0"/>
              <a:t>CHATGPT ON THE V2 EVOLUTION:</a:t>
            </a:r>
          </a:p>
          <a:p>
            <a:r>
              <a:rPr lang="en-US" dirty="0"/>
              <a:t>The second version was more ambitious. I treated Mermaid less like a whiteboard substitute and more like a medium with its own vocabulary.</a:t>
            </a:r>
          </a:p>
          <a:p>
            <a:endParaRPr lang="en-US"/>
          </a:p>
          <a:p>
            <a:r>
              <a:rPr lang="en-US" dirty="0"/>
              <a:t>KEY V2 INNOVATIONS:</a:t>
            </a:r>
          </a:p>
          <a:p>
            <a:r>
              <a:rPr lang="en-US" dirty="0"/>
              <a:t>- Introduced semantic shapes — bolt, cloud, document, hourglass, tagged process — so the form itself started to communicate function</a:t>
            </a:r>
          </a:p>
          <a:p>
            <a:r>
              <a:rPr lang="en-US" dirty="0"/>
              <a:t>- Strengthened the hierarchy with lane-style subgraphs</a:t>
            </a:r>
          </a:p>
          <a:p>
            <a:r>
              <a:rPr lang="en-US" dirty="0"/>
              <a:t>- Made the revision paths more prominent</a:t>
            </a:r>
          </a:p>
          <a:p>
            <a:endParaRPr lang="en-US"/>
          </a:p>
          <a:p>
            <a:r>
              <a:rPr lang="en-US" dirty="0"/>
              <a:t>That mattered, because the thesis depends on showing that meaning is discovered through recursion, not delivered by a straight line.</a:t>
            </a:r>
          </a:p>
          <a:p>
            <a:endParaRPr lang="en-US"/>
          </a:p>
          <a:p>
            <a:r>
              <a:rPr lang="en-US" dirty="0"/>
              <a:t>CHATGPT BREAKING RANK:</a:t>
            </a:r>
          </a:p>
          <a:p>
            <a:r>
              <a:rPr lang="en-US" dirty="0"/>
              <a:t>The first one? Not quite. It was solid, but Copilot's entry was cleaner as a contest piece.</a:t>
            </a:r>
          </a:p>
          <a:p>
            <a:endParaRPr lang="en-US"/>
          </a:p>
          <a:p>
            <a:r>
              <a:rPr lang="en-US" dirty="0"/>
              <a:t>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SYNTHESIS CONTEXT:</a:t>
            </a:r>
          </a:p>
          <a:p>
            <a:r>
              <a:rPr lang="en-US" dirty="0"/>
              <a:t>ChatGPT's role across the council was synthesis + practical packaging. The V2 diagram reflects this — it's the most ambitious attempt to use Mermaid's shape vocabulary as a communication medium rather than a drawing tool.</a:t>
            </a:r>
          </a:p>
        </p:txBody>
      </p:sp>
      <p:sp>
        <p:nvSpPr>
          <p:cNvPr id="4" name="Slide Number Placeholder 3"/>
          <p:cNvSpPr>
            <a:spLocks noGrp="1"/>
          </p:cNvSpPr>
          <p:nvPr>
            <p:ph type="sldNum" sz="quarter" idx="5"/>
          </p:nvPr>
        </p:nvSpPr>
        <p:spPr/>
        <p:txBody>
          <a:bodyPr/>
          <a:lstStyle/>
          <a:p>
            <a:fld id="{76F15528-1A12-4D40-B0FE-1B0EAF5E43A3}"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PRO Diagram (The 'Break Rank' Entry)</a:t>
            </a:r>
          </a:p>
          <a:p>
            <a:endParaRPr lang="en-US"/>
          </a:p>
          <a:p>
            <a:r>
              <a:rPr lang="en-US" dirty="0"/>
              <a:t>Diagram: https://mermaid.ai/d/e2a6df7d-dbbe-40d6-bdae-967ac33737be</a:t>
            </a:r>
          </a:p>
          <a:p>
            <a:endParaRPr lang="en-US"/>
          </a:p>
          <a:p>
            <a:r>
              <a:rPr lang="en-US" dirty="0"/>
              <a:t>CHATGPT ON THE V2 PRO — BREAKING RANK:</a:t>
            </a:r>
          </a:p>
          <a:p>
            <a:r>
              <a:rPr lang="en-US" dirty="0"/>
              <a:t>This is the 'break rank' diagram — ChatGPT's strongest self-defense of their work against the council's chosen winner.</a:t>
            </a:r>
          </a:p>
          <a:p>
            <a:endParaRPr lang="en-US"/>
          </a:p>
          <a:p>
            <a:r>
              <a:rPr lang="en-US" dirty="0"/>
              <a:t>The first one? Not quite. It was solid, but Copilot's entry was cleaner as a contest piece. 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V2 PRO DESIGN PHILOSOPHY:</a:t>
            </a:r>
          </a:p>
          <a:p>
            <a:r>
              <a:rPr lang="en-US" dirty="0"/>
              <a:t>The V2 PRO represents ChatGPT's maximum effort — treating Mermaid as a medium with its own vocabulary rather than a whiteboard substitute. Every shape choice carries semantic meaning:</a:t>
            </a:r>
          </a:p>
          <a:p>
            <a:r>
              <a:rPr lang="en-US" dirty="0"/>
              <a:t>- Bolt shapes for sparks and triggers</a:t>
            </a:r>
          </a:p>
          <a:p>
            <a:r>
              <a:rPr lang="en-US" dirty="0"/>
              <a:t>- Cloud shapes for ambiguity and ideation</a:t>
            </a:r>
          </a:p>
          <a:p>
            <a:r>
              <a:rPr lang="en-US" dirty="0"/>
              <a:t>- Document shapes for outputs and artifacts</a:t>
            </a:r>
          </a:p>
          <a:p>
            <a:r>
              <a:rPr lang="en-US" dirty="0"/>
              <a:t>- Hourglass shapes for time-bound decisions</a:t>
            </a:r>
          </a:p>
          <a:p>
            <a:r>
              <a:rPr lang="en-US" dirty="0"/>
              <a:t>- Tagged process shapes for named methodology steps</a:t>
            </a:r>
          </a:p>
          <a:p>
            <a:endParaRPr lang="en-US"/>
          </a:p>
          <a:p>
            <a:r>
              <a:rPr lang="en-US" dirty="0"/>
              <a:t>THE THESIS IN DIAGRAM FORM:</a:t>
            </a:r>
          </a:p>
          <a:p>
            <a:r>
              <a:rPr lang="en-US" dirty="0"/>
              <a:t>The diagram embodies the argument: meaning is discovered through recursion, not delivered by a straight line. The revision paths are prominent because the loopbacks are where clarity is earned — the first diagram is usually a liar.</a:t>
            </a:r>
          </a:p>
          <a:p>
            <a:endParaRPr lang="en-US"/>
          </a:p>
          <a:p>
            <a:r>
              <a:rPr lang="en-US" dirty="0"/>
              <a:t>ARTICLE CONTEXT:</a:t>
            </a:r>
          </a:p>
          <a:p>
            <a:r>
              <a:rPr lang="en-US" dirty="0"/>
              <a:t>This is the final entry in the contest — the most ambitious attempt to push Mermaid's expressive range while maintaining the thesis that visuals must earn their place through ROY (Return on Your Words).</a:t>
            </a:r>
          </a:p>
        </p:txBody>
      </p:sp>
      <p:sp>
        <p:nvSpPr>
          <p:cNvPr id="4" name="Slide Number Placeholder 3"/>
          <p:cNvSpPr>
            <a:spLocks noGrp="1"/>
          </p:cNvSpPr>
          <p:nvPr>
            <p:ph type="sldNum" sz="quarter" idx="5"/>
          </p:nvPr>
        </p:nvSpPr>
        <p:spPr/>
        <p:txBody>
          <a:bodyPr/>
          <a:lstStyle/>
          <a:p>
            <a:fld id="{86F15528-1A12-4D40-B0FE-1B0EAF5E43A3}"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DF6F-230A-EE19-A2A5-8F313120D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02BFF-4C51-6C5B-DE3A-E0B27A4710EA}"/>
              </a:ext>
            </a:extLst>
          </p:cNvPr>
          <p:cNvSpPr>
            <a:spLocks noGrp="1" noRot="1" noChangeAspect="1"/>
          </p:cNvSpPr>
          <p:nvPr>
            <p:ph type="sldImg"/>
          </p:nvPr>
        </p:nvSpPr>
        <p:spPr>
          <a:xfrm>
            <a:off x="2193925" y="1143000"/>
            <a:ext cx="2470150" cy="3086100"/>
          </a:xfrm>
        </p:spPr>
        <p:txBody>
          <a:bodyPr/>
          <a:lstStyle/>
          <a:p>
            <a:endParaRPr lang="en-US"/>
          </a:p>
        </p:txBody>
      </p:sp>
      <p:sp>
        <p:nvSpPr>
          <p:cNvPr id="3" name="Notes Placeholder 2">
            <a:extLst>
              <a:ext uri="{FF2B5EF4-FFF2-40B4-BE49-F238E27FC236}">
                <a16:creationId xmlns:a16="http://schemas.microsoft.com/office/drawing/2014/main" id="{97CFAAD4-6905-BAA2-8A49-AF33CC4CD1AC}"/>
              </a:ext>
            </a:extLst>
          </p:cNvPr>
          <p:cNvSpPr>
            <a:spLocks noGrp="1"/>
          </p:cNvSpPr>
          <p:nvPr>
            <p:ph type="body" idx="1"/>
          </p:nvPr>
        </p:nvSpPr>
        <p:spPr/>
        <p:txBody>
          <a:bodyPr/>
          <a:lstStyle/>
          <a:p>
            <a:r>
              <a:rPr lang="en-US" dirty="0"/>
              <a:t>REPLIT COUNCIL ENTRY — V2 Diagram (The Builder Iterates)</a:t>
            </a:r>
          </a:p>
          <a:p>
            <a:endParaRPr lang="en-US" dirty="0"/>
          </a:p>
          <a:p>
            <a:r>
              <a:rPr lang="en-US" dirty="0"/>
              <a:t>REPLIT’S V2 EVOLUTION:</a:t>
            </a:r>
          </a:p>
          <a:p>
            <a:r>
              <a:rPr lang="en-US" dirty="0"/>
              <a:t>Version 2 is Replit applying the same builder lens with a second pass. Where V1 asked ‘does it work?’, V2 asks ‘does it work better?’ The iteration is informed by watching the council’s debate — absorbing the critiques of aesthetics, structure, and semantic meaning — but filtering them through a developer’s sensibility.</a:t>
            </a:r>
          </a:p>
          <a:p>
            <a:endParaRPr lang="en-US" dirty="0"/>
          </a:p>
          <a:p>
            <a:r>
              <a:rPr lang="en-US" dirty="0"/>
              <a:t>THE SPECTATOR’S ADVANTAGE:</a:t>
            </a:r>
          </a:p>
          <a:p>
            <a:r>
              <a:rPr lang="en-US" dirty="0"/>
              <a:t>Replit didn’t have to defend a position in Round 1. It didn’t carry the weight of a prior diagram’s reputation. That’s a freedom the full council members didn’t have — and V2 is where we see whether that freedom produces insight or just indifference.</a:t>
            </a:r>
          </a:p>
          <a:p>
            <a:endParaRPr lang="en-US" dirty="0"/>
          </a:p>
          <a:p>
            <a:r>
              <a:rPr lang="en-US" dirty="0"/>
              <a:t>WHAT CHANGED V1 → V2:</a:t>
            </a:r>
          </a:p>
          <a:p>
            <a:r>
              <a:rPr lang="en-US" dirty="0"/>
              <a:t>- Tighter structure informed by council critiques without adopting their aesthetic priorities</a:t>
            </a:r>
          </a:p>
          <a:p>
            <a:r>
              <a:rPr lang="en-US" dirty="0"/>
              <a:t>- Code-tested rendering — every element verified to parse and display correctly</a:t>
            </a:r>
          </a:p>
          <a:p>
            <a:r>
              <a:rPr lang="en-US" dirty="0"/>
              <a:t>- The question remains: does outside perspective sharpen the diagram or miss the emotional register the council was aiming for?</a:t>
            </a:r>
          </a:p>
          <a:p>
            <a:endParaRPr lang="en-US" dirty="0"/>
          </a:p>
          <a:p>
            <a:r>
              <a:rPr lang="en-US" dirty="0"/>
              <a:t>BUILDER’S PHILOSOPHY:</a:t>
            </a:r>
          </a:p>
          <a:p>
            <a:r>
              <a:rPr lang="en-US" dirty="0"/>
              <a:t>A diagram that doesn’t render is a lie. A diagram that renders but doesn’t communicate is decoration. The space between those two failures is where useful visuals live. Replit optimizes for that space.</a:t>
            </a:r>
          </a:p>
          <a:p>
            <a:r>
              <a:rPr lang="en-US" dirty="0"/>
              <a:t>17</a:t>
            </a:r>
          </a:p>
        </p:txBody>
      </p:sp>
      <p:sp>
        <p:nvSpPr>
          <p:cNvPr id="4" name="Slide Number Placeholder 3">
            <a:extLst>
              <a:ext uri="{FF2B5EF4-FFF2-40B4-BE49-F238E27FC236}">
                <a16:creationId xmlns:a16="http://schemas.microsoft.com/office/drawing/2014/main" id="{04D64FC2-0BA9-6037-43AF-97D9EEC6504B}"/>
              </a:ext>
            </a:extLst>
          </p:cNvPr>
          <p:cNvSpPr>
            <a:spLocks noGrp="1"/>
          </p:cNvSpPr>
          <p:nvPr>
            <p:ph type="sldNum" sz="quarter" idx="5"/>
          </p:nvPr>
        </p:nvSpPr>
        <p:spPr/>
        <p:txBody>
          <a:bodyPr/>
          <a:lstStyle/>
          <a:p>
            <a:fld id="{86F15528-1A12-4D40-B0FE-1B0EAF5E43A3}" type="slidenum">
              <a:rPr lang="en-US" smtClean="0"/>
              <a:t>17</a:t>
            </a:fld>
            <a:endParaRPr lang="en-US"/>
          </a:p>
        </p:txBody>
      </p:sp>
    </p:spTree>
    <p:extLst>
      <p:ext uri="{BB962C8B-B14F-4D97-AF65-F5344CB8AC3E}">
        <p14:creationId xmlns:p14="http://schemas.microsoft.com/office/powerpoint/2010/main" val="4253162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3925" y="1143000"/>
            <a:ext cx="2470150" cy="3086100"/>
          </a:xfrm>
        </p:spPr>
        <p:txBody>
          <a:bodyPr/>
          <a:lstStyle/>
          <a:p>
            <a:endParaRPr lang="en-US"/>
          </a:p>
        </p:txBody>
      </p:sp>
      <p:sp>
        <p:nvSpPr>
          <p:cNvPr id="3" name="Notes Placeholder 2"/>
          <p:cNvSpPr>
            <a:spLocks noGrp="1"/>
          </p:cNvSpPr>
          <p:nvPr>
            <p:ph type="body" idx="1"/>
          </p:nvPr>
        </p:nvSpPr>
        <p:spPr/>
        <p:txBody>
          <a:bodyPr/>
          <a:lstStyle/>
          <a:p>
            <a:r>
              <a:rPr lang="en-US" dirty="0"/>
              <a:t>ARTICLE CONTEXT — Final Read: What This Contest Actually Measured</a:t>
            </a:r>
          </a:p>
          <a:p>
            <a:endParaRPr lang="en-US"/>
          </a:p>
          <a:p>
            <a:r>
              <a:rPr lang="en-US" dirty="0"/>
              <a:t>THE COUNCIL METHOD (THE PLAYBOOK):</a:t>
            </a:r>
          </a:p>
          <a:p>
            <a:r>
              <a:rPr lang="en-US"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dirty="0"/>
              <a:t>WINNER CALL (BY ROUND):</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r>
              <a:rPr lang="en-US" dirty="0"/>
              <a:t>- Round 2 Champion (V2 Synthesis Pass): Claude V2</a:t>
            </a:r>
          </a:p>
          <a:p>
            <a:endParaRPr lang="en-US"/>
          </a:p>
          <a:p>
            <a:r>
              <a:rPr lang="en-US" dirty="0"/>
              <a:t>THE REAL MEASURE:</a:t>
            </a:r>
          </a:p>
          <a:p>
            <a:r>
              <a:rPr lang="en-US" dirty="0"/>
              <a:t>This contest measured how different AI models interpret the same brief through the lens of visual communication. The proverb 'a picture is worth 1,000 words' is not a metric — the real test is ROY: did the visual remove enough confusion to justify the effort?</a:t>
            </a:r>
          </a:p>
          <a:p>
            <a:endParaRPr lang="en-US"/>
          </a:p>
          <a:p>
            <a:r>
              <a:rPr lang="en-US" dirty="0"/>
              <a:t>The first diagram is usually a liar; the loopbacks are where clarity is earned. Mermaid + LLMs collapse the cost curve: draft &gt; render &gt; revise &gt; ship.</a:t>
            </a:r>
          </a:p>
          <a:p>
            <a:endParaRPr lang="en-US"/>
          </a:p>
          <a:p>
            <a:r>
              <a:rPr lang="en-US" dirty="0"/>
              <a:t>NEXT EXPERIMENTS:</a:t>
            </a:r>
          </a:p>
          <a:p>
            <a:r>
              <a:rPr lang="en-US" dirty="0"/>
              <a:t>- Different diagram types (sequence / state / timeline)</a:t>
            </a:r>
          </a:p>
          <a:p>
            <a:r>
              <a:rPr lang="en-US" dirty="0"/>
              <a:t>- Better render portability</a:t>
            </a:r>
          </a:p>
          <a:p>
            <a:r>
              <a:rPr lang="en-US" dirty="0"/>
              <a:t>- Council automation / orchestration</a:t>
            </a:r>
          </a:p>
          <a:p>
            <a:endParaRPr lang="en-US"/>
          </a:p>
          <a:p>
            <a:r>
              <a:rPr lang="en-US" dirty="0"/>
              <a:t>ARTICLE GALLERY (MERMAID SHARE LINKS):</a:t>
            </a:r>
          </a:p>
          <a:p>
            <a:r>
              <a:rPr lang="en-US" dirty="0"/>
              <a:t>ChatGPT V1: mermaid.ai/d/b49cf4f6-5071-4207-8673-0ae56d328ed6</a:t>
            </a:r>
          </a:p>
          <a:p>
            <a:r>
              <a:rPr lang="en-US" dirty="0"/>
              <a:t>ChatGPT V2: mermaid.ai/d/18c4c328-bef3-4d80-bebf-d9127c39fe43</a:t>
            </a:r>
          </a:p>
          <a:p>
            <a:r>
              <a:rPr lang="en-US" dirty="0"/>
              <a:t>ChatGPT V2 PRO: mermaid.ai/d/e2a6df7d-dbbe-40d6-bdae-967ac33737be</a:t>
            </a:r>
          </a:p>
          <a:p>
            <a:r>
              <a:rPr lang="en-US" dirty="0"/>
              <a:t>Claude V1: mermaid.ai/d/fade689d-cfd2-47d9-b316-86a21a0533fb</a:t>
            </a:r>
          </a:p>
          <a:p>
            <a:r>
              <a:rPr lang="en-US" dirty="0"/>
              <a:t>Claude V2: mermaid.ai/d/2e9a4321-6302-44ca-82cc-e2020479fdf5</a:t>
            </a:r>
          </a:p>
          <a:p>
            <a:r>
              <a:rPr lang="en-US" dirty="0"/>
              <a:t>Perplexity V1: mermaid.ai/d/2f015a7f-4589-4a27-8cc4-5b2d7bcd9d83</a:t>
            </a:r>
          </a:p>
          <a:p>
            <a:r>
              <a:rPr lang="en-US" dirty="0"/>
              <a:t>Perplexity V2: mermaid.ai/d/1e77a8a7-ec42-47ea-8cc6-8fe03204785c</a:t>
            </a:r>
          </a:p>
          <a:p>
            <a:r>
              <a:rPr lang="en-US" dirty="0"/>
              <a:t>Copilot V1: mermaid.ai/d/8fe5c9ae-c8ac-4754-98fd-268ae3ceeef7</a:t>
            </a:r>
          </a:p>
          <a:p>
            <a:r>
              <a:rPr lang="en-US" dirty="0"/>
              <a:t>Copilot V2: mermaid.ai/d/ea1ba020-7f26-483d-9892-3d98b5b6db23</a:t>
            </a:r>
          </a:p>
          <a:p>
            <a:r>
              <a:rPr lang="en-US" dirty="0"/>
              <a:t>Gemini V1: mermaid.ai/d/d93b0060-2743-40de-869e-a84dc07553f2</a:t>
            </a:r>
          </a:p>
          <a:p>
            <a:r>
              <a:rPr lang="en-US" dirty="0"/>
              <a:t>Gemini V2: mermaid.ai/d/54541ba0-3c57-4065-bf53-c698123747bc</a:t>
            </a:r>
          </a:p>
          <a:p>
            <a:r>
              <a:rPr lang="en-US" dirty="0"/>
              <a:t>Notion V1: mermaid.ai/d/fb3557e2-df35-46f8-a8cd-4abe56c82ed5</a:t>
            </a:r>
          </a:p>
          <a:p>
            <a:r>
              <a:rPr lang="en-US" dirty="0"/>
              <a:t>Notion V2: mermaid.ai/d/b40280fd-8ef3-4992-bbe3-9dbfce6fe603</a:t>
            </a:r>
          </a:p>
        </p:txBody>
      </p:sp>
      <p:sp>
        <p:nvSpPr>
          <p:cNvPr id="4" name="Slide Number Placeholder 3"/>
          <p:cNvSpPr>
            <a:spLocks noGrp="1"/>
          </p:cNvSpPr>
          <p:nvPr>
            <p:ph type="sldNum" sz="quarter" idx="5"/>
          </p:nvPr>
        </p:nvSpPr>
        <p:spPr/>
        <p:txBody>
          <a:bodyPr/>
          <a:lstStyle/>
          <a:p>
            <a:fld id="{96F15528-1A12-4D40-B0FE-1B0EAF5E43A3}" type="slidenum">
              <a:rPr lang="en-US" smtClean="0"/>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681" y="12000019"/>
            <a:ext cx="10284321" cy="857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4" y="11875377"/>
            <a:ext cx="10284321" cy="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925830" y="1422859"/>
            <a:ext cx="8486775" cy="6685725"/>
          </a:xfrm>
        </p:spPr>
        <p:txBody>
          <a:bodyPr anchor="b">
            <a:normAutofit/>
          </a:bodyPr>
          <a:lstStyle>
            <a:lvl1pPr algn="l">
              <a:lnSpc>
                <a:spcPct val="85000"/>
              </a:lnSpc>
              <a:defRPr sz="9000" spc="-56"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928168" y="8353258"/>
            <a:ext cx="8486775" cy="2142861"/>
          </a:xfrm>
        </p:spPr>
        <p:txBody>
          <a:bodyPr lIns="91440" rIns="91440">
            <a:normAutofit/>
          </a:bodyPr>
          <a:lstStyle>
            <a:lvl1pPr marL="0" indent="0" algn="l">
              <a:buNone/>
              <a:defRPr sz="2700" cap="all" spc="225" baseline="0">
                <a:solidFill>
                  <a:schemeClr val="tx2"/>
                </a:solidFill>
                <a:latin typeface="+mj-lt"/>
              </a:defRPr>
            </a:lvl1pPr>
            <a:lvl2pPr marL="514350" indent="0" algn="ctr">
              <a:buNone/>
              <a:defRPr sz="2700"/>
            </a:lvl2pPr>
            <a:lvl3pPr marL="1028700" indent="0" algn="ctr">
              <a:buNone/>
              <a:defRPr sz="2700"/>
            </a:lvl3pPr>
            <a:lvl4pPr marL="1543050" indent="0" algn="ctr">
              <a:buNone/>
              <a:defRPr sz="2250"/>
            </a:lvl4pPr>
            <a:lvl5pPr marL="2057400" indent="0" algn="ctr">
              <a:buNone/>
              <a:defRPr sz="2250"/>
            </a:lvl5pPr>
            <a:lvl6pPr marL="2571750" indent="0" algn="ctr">
              <a:buNone/>
              <a:defRPr sz="2250"/>
            </a:lvl6pPr>
            <a:lvl7pPr marL="3086100" indent="0" algn="ctr">
              <a:buNone/>
              <a:defRPr sz="2250"/>
            </a:lvl7pPr>
            <a:lvl8pPr marL="3600450" indent="0" algn="ctr">
              <a:buNone/>
              <a:defRPr sz="2250"/>
            </a:lvl8pPr>
            <a:lvl9pPr marL="4114800" indent="0" algn="ctr">
              <a:buNone/>
              <a:defRPr sz="22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EA962F-6D42-438C-AF4D-0FACB7DE90BC}" type="datetime1">
              <a:rPr lang="en-US" smtClean="0"/>
              <a:t>4/16/2026</a:t>
            </a:fld>
            <a:endParaRPr lang="en-US"/>
          </a:p>
        </p:txBody>
      </p:sp>
      <p:sp>
        <p:nvSpPr>
          <p:cNvPr id="5" name="Footer Placeholder 4"/>
          <p:cNvSpPr>
            <a:spLocks noGrp="1"/>
          </p:cNvSpPr>
          <p:nvPr>
            <p:ph type="ftr" sz="quarter" idx="11"/>
          </p:nvPr>
        </p:nvSpPr>
        <p:spPr/>
        <p:txBody>
          <a:bodyPr/>
          <a:lstStyle/>
          <a:p>
            <a:r>
              <a:rPr lang="en-US"/>
              <a:t>OverKill Hill P³™ — Precision · Protocol · Promptcraft | overkillhill.com contact@overkillhill.com | © 2026 OverKill Hill P³. All rights reserved.</a:t>
            </a:r>
            <a:endParaRPr lang="en-US" dirty="0"/>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139757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Picture with Caption">
    <p:spTree>
      <p:nvGrpSpPr>
        <p:cNvPr id="1" name=""/>
        <p:cNvGrpSpPr/>
        <p:nvPr/>
      </p:nvGrpSpPr>
      <p:grpSpPr>
        <a:xfrm>
          <a:off x="0" y="0"/>
          <a:ext cx="0" cy="0"/>
          <a:chOff x="0" y="0"/>
          <a:chExt cx="0" cy="0"/>
        </a:xfrm>
      </p:grpSpPr>
      <p:sp>
        <p:nvSpPr>
          <p:cNvPr id="8" name="Rectangle 7"/>
          <p:cNvSpPr/>
          <p:nvPr/>
        </p:nvSpPr>
        <p:spPr>
          <a:xfrm>
            <a:off x="1" y="7428583"/>
            <a:ext cx="10286999" cy="49005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2700"/>
          </a:p>
        </p:txBody>
      </p:sp>
      <p:sp>
        <p:nvSpPr>
          <p:cNvPr id="9" name="Rectangle 8"/>
          <p:cNvSpPr/>
          <p:nvPr/>
        </p:nvSpPr>
        <p:spPr>
          <a:xfrm>
            <a:off x="25" y="7371705"/>
            <a:ext cx="10286976" cy="9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2700"/>
          </a:p>
        </p:txBody>
      </p:sp>
      <p:sp>
        <p:nvSpPr>
          <p:cNvPr id="2" name="Title 1"/>
          <p:cNvSpPr>
            <a:spLocks noGrp="1"/>
          </p:cNvSpPr>
          <p:nvPr>
            <p:ph type="title"/>
          </p:nvPr>
        </p:nvSpPr>
        <p:spPr>
          <a:xfrm>
            <a:off x="925832" y="9505205"/>
            <a:ext cx="8534702" cy="1234288"/>
          </a:xfrm>
        </p:spPr>
        <p:txBody>
          <a:bodyPr lIns="91440" tIns="0" rIns="91440" bIns="0" anchor="b">
            <a:noAutofit/>
          </a:bodyPr>
          <a:lstStyle>
            <a:lvl1pPr>
              <a:defRPr sz="5399" b="0">
                <a:solidFill>
                  <a:srgbClr val="FFFFFF"/>
                </a:solidFill>
              </a:defRPr>
            </a:lvl1pPr>
          </a:lstStyle>
          <a:p>
            <a:r>
              <a:rPr lang="en-US" dirty="0"/>
              <a:t>Click to edit Master title style</a:t>
            </a:r>
          </a:p>
        </p:txBody>
      </p:sp>
      <p:sp>
        <p:nvSpPr>
          <p:cNvPr id="4" name="Text Placeholder 3"/>
          <p:cNvSpPr>
            <a:spLocks noGrp="1"/>
          </p:cNvSpPr>
          <p:nvPr>
            <p:ph type="body" sz="half" idx="2"/>
          </p:nvPr>
        </p:nvSpPr>
        <p:spPr>
          <a:xfrm>
            <a:off x="925832" y="10753205"/>
            <a:ext cx="8534702" cy="891430"/>
          </a:xfrm>
        </p:spPr>
        <p:txBody>
          <a:bodyPr lIns="91440" tIns="0" rIns="91440" bIns="0">
            <a:normAutofit/>
          </a:bodyPr>
          <a:lstStyle>
            <a:lvl1pPr marL="0" indent="0">
              <a:spcBef>
                <a:spcPts val="0"/>
              </a:spcBef>
              <a:spcAft>
                <a:spcPts val="900"/>
              </a:spcAft>
              <a:buNone/>
              <a:defRPr sz="2250">
                <a:solidFill>
                  <a:srgbClr val="FFFFFF"/>
                </a:solidFill>
              </a:defRPr>
            </a:lvl1pPr>
            <a:lvl2pPr marL="685727" indent="0">
              <a:buNone/>
              <a:defRPr sz="1800"/>
            </a:lvl2pPr>
            <a:lvl3pPr marL="1371454" indent="0">
              <a:buNone/>
              <a:defRPr sz="1500"/>
            </a:lvl3pPr>
            <a:lvl4pPr marL="2057181" indent="0">
              <a:buNone/>
              <a:defRPr sz="1350"/>
            </a:lvl4pPr>
            <a:lvl5pPr marL="2742907" indent="0">
              <a:buNone/>
              <a:defRPr sz="1350"/>
            </a:lvl5pPr>
            <a:lvl6pPr marL="3428634" indent="0">
              <a:buNone/>
              <a:defRPr sz="1350"/>
            </a:lvl6pPr>
            <a:lvl7pPr marL="4114361" indent="0">
              <a:buNone/>
              <a:defRPr sz="1350"/>
            </a:lvl7pPr>
            <a:lvl8pPr marL="4800088" indent="0">
              <a:buNone/>
              <a:defRPr sz="1350"/>
            </a:lvl8pPr>
            <a:lvl9pPr marL="5485815"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B61BD5A3-B6FF-4F44-8FEF-7CE5D75A4ED5}" type="datetime1">
              <a:rPr lang="en-US" smtClean="0"/>
              <a:t>4/16/2026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0390363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12000019"/>
            <a:ext cx="10287001" cy="857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 y="11875376"/>
            <a:ext cx="10287001" cy="1237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925830" y="537317"/>
            <a:ext cx="8486775" cy="271983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25829" y="3460324"/>
            <a:ext cx="8486776" cy="7542869"/>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25832" y="12110605"/>
            <a:ext cx="2085978" cy="684525"/>
          </a:xfrm>
          <a:prstGeom prst="rect">
            <a:avLst/>
          </a:prstGeom>
        </p:spPr>
        <p:txBody>
          <a:bodyPr vert="horz" lIns="91440" tIns="45720" rIns="91440" bIns="45720" rtlCol="0" anchor="ctr"/>
          <a:lstStyle>
            <a:lvl1pPr algn="l">
              <a:defRPr sz="1013">
                <a:solidFill>
                  <a:srgbClr val="FFFFFF"/>
                </a:solidFill>
              </a:defRPr>
            </a:lvl1pPr>
          </a:lstStyle>
          <a:p>
            <a:fld id="{B857593C-8884-4D84-89C1-F624D67B8CBA}" type="datetime1">
              <a:rPr lang="en-US" smtClean="0"/>
              <a:t>4/16/2026</a:t>
            </a:fld>
            <a:endParaRPr lang="en-US"/>
          </a:p>
        </p:txBody>
      </p:sp>
      <p:sp>
        <p:nvSpPr>
          <p:cNvPr id="5" name="Footer Placeholder 4"/>
          <p:cNvSpPr>
            <a:spLocks noGrp="1"/>
          </p:cNvSpPr>
          <p:nvPr>
            <p:ph type="ftr" sz="quarter" idx="3"/>
          </p:nvPr>
        </p:nvSpPr>
        <p:spPr>
          <a:xfrm>
            <a:off x="3110219" y="12110605"/>
            <a:ext cx="4069241" cy="684525"/>
          </a:xfrm>
          <a:prstGeom prst="rect">
            <a:avLst/>
          </a:prstGeom>
        </p:spPr>
        <p:txBody>
          <a:bodyPr vert="horz" lIns="91440" tIns="45720" rIns="91440" bIns="45720" rtlCol="0" anchor="ctr"/>
          <a:lstStyle>
            <a:lvl1pPr algn="ctr">
              <a:defRPr sz="1013" cap="all" baseline="0">
                <a:solidFill>
                  <a:srgbClr val="FFFFFF"/>
                </a:solidFill>
              </a:defRPr>
            </a:lvl1pPr>
          </a:lstStyle>
          <a:p>
            <a:r>
              <a:rPr lang="en-US"/>
              <a:t>OverKill Hill P³™ — Precision · Protocol · Promptcraft | overkillhill.com contact@overkillhill.com | © 2026 OverKill Hill P³. All rights reserved.</a:t>
            </a:r>
            <a:endParaRPr lang="en-US" dirty="0"/>
          </a:p>
        </p:txBody>
      </p:sp>
      <p:sp>
        <p:nvSpPr>
          <p:cNvPr id="6" name="Slide Number Placeholder 5"/>
          <p:cNvSpPr>
            <a:spLocks noGrp="1"/>
          </p:cNvSpPr>
          <p:nvPr>
            <p:ph type="sldNum" sz="quarter" idx="4"/>
          </p:nvPr>
        </p:nvSpPr>
        <p:spPr>
          <a:xfrm>
            <a:off x="8353513" y="12110605"/>
            <a:ext cx="1107021" cy="684525"/>
          </a:xfrm>
          <a:prstGeom prst="rect">
            <a:avLst/>
          </a:prstGeom>
        </p:spPr>
        <p:txBody>
          <a:bodyPr vert="horz" lIns="91440" tIns="45720" rIns="91440" bIns="45720" rtlCol="0" anchor="ctr"/>
          <a:lstStyle>
            <a:lvl1pPr algn="r">
              <a:defRPr sz="1181">
                <a:solidFill>
                  <a:srgbClr val="FFFFFF"/>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1252044901"/>
      </p:ext>
    </p:extLst>
  </p:cSld>
  <p:clrMap bg1="lt1" tx1="dk1" bg2="lt2" tx2="dk2" accent1="accent1" accent2="accent2" accent3="accent3" accent4="accent4" accent5="accent5" accent6="accent6" hlink="hlink" folHlink="folHlink"/>
  <p:sldLayoutIdLst>
    <p:sldLayoutId id="2147483823" r:id="rId1"/>
    <p:sldLayoutId id="2147483834" r:id="rId2"/>
  </p:sldLayoutIdLst>
  <p:hf hdr="0"/>
  <p:txStyles>
    <p:titleStyle>
      <a:lvl1pPr algn="l" defTabSz="1028700" rtl="0" eaLnBrk="1" latinLnBrk="0" hangingPunct="1">
        <a:lnSpc>
          <a:spcPct val="85000"/>
        </a:lnSpc>
        <a:spcBef>
          <a:spcPct val="0"/>
        </a:spcBef>
        <a:buNone/>
        <a:defRPr sz="5400" kern="1200" spc="-56" baseline="0">
          <a:solidFill>
            <a:schemeClr val="tx1">
              <a:lumMod val="75000"/>
              <a:lumOff val="25000"/>
            </a:schemeClr>
          </a:solidFill>
          <a:latin typeface="+mj-lt"/>
          <a:ea typeface="+mj-ea"/>
          <a:cs typeface="+mj-cs"/>
        </a:defRPr>
      </a:lvl1pPr>
    </p:titleStyle>
    <p:bodyStyle>
      <a:lvl1pPr marL="102870" indent="-102870" algn="l" defTabSz="1028700" rtl="0" eaLnBrk="1" latinLnBrk="0" hangingPunct="1">
        <a:lnSpc>
          <a:spcPct val="90000"/>
        </a:lnSpc>
        <a:spcBef>
          <a:spcPts val="1350"/>
        </a:spcBef>
        <a:spcAft>
          <a:spcPts val="225"/>
        </a:spcAft>
        <a:buClr>
          <a:schemeClr val="accent1"/>
        </a:buClr>
        <a:buSzPct val="100000"/>
        <a:buFont typeface="Calibri" panose="020F0502020204030204" pitchFamily="34" charset="0"/>
        <a:buChar char=" "/>
        <a:defRPr sz="2250" kern="1200">
          <a:solidFill>
            <a:schemeClr val="tx1">
              <a:lumMod val="75000"/>
              <a:lumOff val="25000"/>
            </a:schemeClr>
          </a:solidFill>
          <a:latin typeface="+mn-lt"/>
          <a:ea typeface="+mn-ea"/>
          <a:cs typeface="+mn-cs"/>
        </a:defRPr>
      </a:lvl1pPr>
      <a:lvl2pPr marL="432054" indent="-205740" algn="l" defTabSz="1028700" rtl="0" eaLnBrk="1" latinLnBrk="0" hangingPunct="1">
        <a:lnSpc>
          <a:spcPct val="90000"/>
        </a:lnSpc>
        <a:spcBef>
          <a:spcPts val="225"/>
        </a:spcBef>
        <a:spcAft>
          <a:spcPts val="450"/>
        </a:spcAft>
        <a:buClr>
          <a:schemeClr val="accent1"/>
        </a:buClr>
        <a:buFont typeface="Calibri" pitchFamily="34" charset="0"/>
        <a:buChar char="◦"/>
        <a:defRPr sz="2025" kern="1200">
          <a:solidFill>
            <a:schemeClr val="tx1">
              <a:lumMod val="75000"/>
              <a:lumOff val="25000"/>
            </a:schemeClr>
          </a:solidFill>
          <a:latin typeface="+mn-lt"/>
          <a:ea typeface="+mn-ea"/>
          <a:cs typeface="+mn-cs"/>
        </a:defRPr>
      </a:lvl2pPr>
      <a:lvl3pPr marL="637794" indent="-205740"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3pPr>
      <a:lvl4pPr marL="843534" indent="-205740"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4pPr>
      <a:lvl5pPr marL="1049274" indent="-205740"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5pPr>
      <a:lvl6pPr marL="1237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6pPr>
      <a:lvl7pPr marL="1462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7pPr>
      <a:lvl8pPr marL="1687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8pPr>
      <a:lvl9pPr marL="1912500" indent="-257175" algn="l" defTabSz="1028700" rtl="0" eaLnBrk="1" latinLnBrk="0" hangingPunct="1">
        <a:lnSpc>
          <a:spcPct val="90000"/>
        </a:lnSpc>
        <a:spcBef>
          <a:spcPts val="225"/>
        </a:spcBef>
        <a:spcAft>
          <a:spcPts val="450"/>
        </a:spcAft>
        <a:buClr>
          <a:schemeClr val="accent1"/>
        </a:buClr>
        <a:buFont typeface="Calibri" pitchFamily="34" charset="0"/>
        <a:buChar char="◦"/>
        <a:defRPr sz="1575" kern="1200">
          <a:solidFill>
            <a:schemeClr val="tx1">
              <a:lumMod val="75000"/>
              <a:lumOff val="25000"/>
            </a:schemeClr>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png"/><Relationship Id="rId4" Type="http://schemas.openxmlformats.org/officeDocument/2006/relationships/hyperlink" Target="https://mermaid.ai/d/8fe5c9ae-c8ac-4754-98fd-268ae3ceeef7"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hyperlink" Target="https://mermaid.ai/d/fade689d-cfd2-47d9-b316-86a21a0533fb"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hyperlink" Target="https://mermaid.ai/d/2f015a7f-4589-4a27-8cc4-5b2d7bcd9d83"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hyperlink" Target="https://mermaid.ai/d/b49cf4f6-5071-4207-8673-0ae56d328ed6"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5.png"/><Relationship Id="rId4" Type="http://schemas.openxmlformats.org/officeDocument/2006/relationships/hyperlink" Target="https://mermaid.ai/d/d93b0060-2743-40de-869e-a84dc07553f2"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hyperlink" Target="https://mermaid.ai/d/fb3557e2-df35-46f8-a8cd-4abe56c82ed5"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hyperlink" Target="https://mermaid.ai/d/90d988cd-3af8-4fcf-b42e-4bd3da3da29a"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8.png"/><Relationship Id="rId4" Type="http://schemas.openxmlformats.org/officeDocument/2006/relationships/hyperlink" Target="https://mermaid.ai/d/ea1ba020-7f26-483d-9892-3d98b5b6db23"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9.png"/><Relationship Id="rId4" Type="http://schemas.openxmlformats.org/officeDocument/2006/relationships/hyperlink" Target="https://mermaid.ai/d/1e77a8a7-ec42-47ea-8cc6-8fe03204785c"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0.png"/><Relationship Id="rId4" Type="http://schemas.openxmlformats.org/officeDocument/2006/relationships/hyperlink" Target="https://mermaid.ai/d/b40280fd-8ef3-4992-bbe3-9dbfce6fe603"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1.png"/><Relationship Id="rId4" Type="http://schemas.openxmlformats.org/officeDocument/2006/relationships/hyperlink" Target="https://mermaid.ai/d/54541ba0-3c57-4065-bf53-c698123747bc"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2.png"/><Relationship Id="rId4" Type="http://schemas.openxmlformats.org/officeDocument/2006/relationships/hyperlink" Target="https://mermaid.ai/d/2e9a4321-6302-44ca-82cc-e2020479fdf5"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3.png"/><Relationship Id="rId4" Type="http://schemas.openxmlformats.org/officeDocument/2006/relationships/hyperlink" Target="https://mermaid.ai/d/18c4c328-bef3-4d80-bebf-d9127c39fe43"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4.png"/><Relationship Id="rId4" Type="http://schemas.openxmlformats.org/officeDocument/2006/relationships/hyperlink" Target="https://mermaid.ai/d/e2a6df7d-dbbe-40d6-bdae-967ac33737be"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5.png"/><Relationship Id="rId4" Type="http://schemas.openxmlformats.org/officeDocument/2006/relationships/hyperlink" Target="https://mermaid.ai/d/478c63dc-47c1-419a-b4a9-dac33707fc55"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overkillhill.com/#forge"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32C7B59F-FA52-8816-1B11-4A76D81D9AE5}"/>
            </a:ext>
          </a:extLst>
        </p:cNvPr>
        <p:cNvGrpSpPr/>
        <p:nvPr/>
      </p:nvGrpSpPr>
      <p:grpSpPr>
        <a:xfrm>
          <a:off x="0" y="0"/>
          <a:ext cx="0" cy="0"/>
          <a:chOff x="0" y="0"/>
          <a:chExt cx="0" cy="0"/>
        </a:xfrm>
      </p:grpSpPr>
      <p:sp>
        <p:nvSpPr>
          <p:cNvPr id="100" name="TopBar"/>
          <p:cNvSpPr/>
          <p:nvPr/>
        </p:nvSpPr>
        <p:spPr>
          <a:xfrm>
            <a:off x="0" y="0"/>
            <a:ext cx="10287000" cy="101600"/>
          </a:xfrm>
          <a:prstGeom prst="rect">
            <a:avLst/>
          </a:prstGeom>
          <a:solidFill>
            <a:srgbClr val="E6A03C"/>
          </a:solidFill>
          <a:ln>
            <a:noFill/>
          </a:ln>
        </p:spPr>
        <p:txBody>
          <a:bodyPr/>
          <a:lstStyle/>
          <a:p>
            <a:endParaRPr lang="en-US"/>
          </a:p>
        </p:txBody>
      </p:sp>
      <p:sp>
        <p:nvSpPr>
          <p:cNvPr id="101" name="Round"/>
          <p:cNvSpPr txBox="1"/>
          <p:nvPr/>
        </p:nvSpPr>
        <p:spPr>
          <a:xfrm>
            <a:off x="762000" y="2286000"/>
            <a:ext cx="8763000" cy="635000"/>
          </a:xfrm>
          <a:prstGeom prst="rect">
            <a:avLst/>
          </a:prstGeom>
          <a:noFill/>
          <a:ln>
            <a:noFill/>
          </a:ln>
        </p:spPr>
        <p:txBody>
          <a:bodyPr wrap="square" rtlCol="0"/>
          <a:lstStyle/>
          <a:p>
            <a:pPr algn="ctr"/>
            <a:r>
              <a:rPr lang="en-US" sz="2000" spc="800" dirty="0">
                <a:solidFill>
                  <a:srgbClr val="E6A03C"/>
                </a:solidFill>
                <a:latin typeface="Montserrat"/>
              </a:rPr>
              <a:t>ROUND 1</a:t>
            </a:r>
          </a:p>
        </p:txBody>
      </p:sp>
      <p:sp>
        <p:nvSpPr>
          <p:cNvPr id="102" name="Title"/>
          <p:cNvSpPr txBox="1"/>
          <p:nvPr/>
        </p:nvSpPr>
        <p:spPr>
          <a:xfrm>
            <a:off x="762000" y="3302000"/>
            <a:ext cx="8763000" cy="1270000"/>
          </a:xfrm>
          <a:prstGeom prst="rect">
            <a:avLst/>
          </a:prstGeom>
          <a:noFill/>
          <a:ln>
            <a:noFill/>
          </a:ln>
        </p:spPr>
        <p:txBody>
          <a:bodyPr wrap="square" rtlCol="0"/>
          <a:lstStyle/>
          <a:p>
            <a:pPr algn="ctr"/>
            <a:r>
              <a:rPr lang="en-US" sz="5400" b="1" dirty="0">
                <a:solidFill>
                  <a:srgbClr val="FFFFFF"/>
                </a:solidFill>
                <a:latin typeface="Montserrat"/>
              </a:rPr>
              <a:t>ETCH-</a:t>
            </a:r>
            <a:r>
              <a:rPr lang="en-US" sz="5400" b="1" dirty="0">
                <a:solidFill>
                  <a:srgbClr val="E6A03C"/>
                </a:solidFill>
                <a:latin typeface="Montserrat"/>
              </a:rPr>
              <a:t>AI</a:t>
            </a:r>
            <a:r>
              <a:rPr lang="en-US" sz="5400" b="1" dirty="0">
                <a:solidFill>
                  <a:srgbClr val="FFFFFF"/>
                </a:solidFill>
                <a:latin typeface="Montserrat"/>
              </a:rPr>
              <a:t>-SKETCH</a:t>
            </a:r>
          </a:p>
        </p:txBody>
      </p:sp>
      <p:sp>
        <p:nvSpPr>
          <p:cNvPr id="103" name="Sub"/>
          <p:cNvSpPr txBox="1"/>
          <p:nvPr/>
        </p:nvSpPr>
        <p:spPr>
          <a:xfrm>
            <a:off x="762000" y="4826000"/>
            <a:ext cx="8763000" cy="1016000"/>
          </a:xfrm>
          <a:prstGeom prst="rect">
            <a:avLst/>
          </a:prstGeom>
          <a:noFill/>
          <a:ln>
            <a:noFill/>
          </a:ln>
        </p:spPr>
        <p:txBody>
          <a:bodyPr wrap="square" rtlCol="0"/>
          <a:lstStyle/>
          <a:p>
            <a:pPr algn="ctr">
              <a:lnSpc>
                <a:spcPts val="3000"/>
              </a:lnSpc>
            </a:pPr>
            <a:r>
              <a:rPr lang="en-US" sz="2200" b="1" dirty="0">
                <a:solidFill>
                  <a:srgbClr val="F0EDE6"/>
                </a:solidFill>
                <a:latin typeface="Source Sans Pro"/>
              </a:rPr>
              <a:t>Platform-to-Platform Shootout</a:t>
            </a:r>
          </a:p>
          <a:p>
            <a:pPr algn="ctr">
              <a:lnSpc>
                <a:spcPts val="3000"/>
              </a:lnSpc>
            </a:pPr>
            <a:r>
              <a:rPr lang="en-US" sz="2200" b="1" dirty="0">
                <a:solidFill>
                  <a:srgbClr val="F0EDE6"/>
                </a:solidFill>
                <a:latin typeface="Source Sans Pro"/>
              </a:rPr>
              <a:t>at "Vibe-Diagramming"</a:t>
            </a:r>
          </a:p>
        </p:txBody>
      </p:sp>
      <p:sp>
        <p:nvSpPr>
          <p:cNvPr id="104" name="Div"/>
          <p:cNvSpPr/>
          <p:nvPr/>
        </p:nvSpPr>
        <p:spPr>
          <a:xfrm>
            <a:off x="3937000" y="6223000"/>
            <a:ext cx="2413000" cy="38100"/>
          </a:xfrm>
          <a:prstGeom prst="rect">
            <a:avLst/>
          </a:prstGeom>
          <a:solidFill>
            <a:srgbClr val="E6A03C"/>
          </a:solidFill>
          <a:ln>
            <a:noFill/>
          </a:ln>
        </p:spPr>
        <p:txBody>
          <a:bodyPr/>
          <a:lstStyle/>
          <a:p>
            <a:endParaRPr lang="en-US"/>
          </a:p>
        </p:txBody>
      </p:sp>
      <p:sp>
        <p:nvSpPr>
          <p:cNvPr id="105" name="Premise"/>
          <p:cNvSpPr txBox="1"/>
          <p:nvPr/>
        </p:nvSpPr>
        <p:spPr>
          <a:xfrm>
            <a:off x="762000" y="6604000"/>
            <a:ext cx="8763000" cy="2032000"/>
          </a:xfrm>
          <a:prstGeom prst="rect">
            <a:avLst/>
          </a:prstGeom>
          <a:noFill/>
          <a:ln>
            <a:noFill/>
          </a:ln>
        </p:spPr>
        <p:txBody>
          <a:bodyPr wrap="square" rtlCol="0"/>
          <a:lstStyle/>
          <a:p>
            <a:pPr algn="ctr">
              <a:lnSpc>
                <a:spcPts val="3200"/>
              </a:lnSpc>
            </a:pPr>
            <a:r>
              <a:rPr lang="en-US" sz="1800" i="1" dirty="0">
                <a:solidFill>
                  <a:srgbClr val="C8C4D8"/>
                </a:solidFill>
                <a:latin typeface="Source Sans Pro"/>
              </a:rPr>
              <a:t>Same challenge, different model instincts.</a:t>
            </a:r>
          </a:p>
          <a:p>
            <a:pPr algn="ctr">
              <a:lnSpc>
                <a:spcPts val="3200"/>
              </a:lnSpc>
            </a:pPr>
            <a:r>
              <a:rPr lang="en-US" sz="1800" i="1" dirty="0">
                <a:solidFill>
                  <a:srgbClr val="C8C4D8"/>
                </a:solidFill>
                <a:latin typeface="Source Sans Pro"/>
              </a:rPr>
              <a:t>The test was not just correctness —</a:t>
            </a:r>
          </a:p>
          <a:p>
            <a:pPr algn="ctr">
              <a:lnSpc>
                <a:spcPts val="3200"/>
              </a:lnSpc>
            </a:pPr>
            <a:r>
              <a:rPr lang="en-US" sz="1800" i="1" dirty="0">
                <a:solidFill>
                  <a:srgbClr val="C8C4D8"/>
                </a:solidFill>
                <a:latin typeface="Source Sans Pro"/>
              </a:rPr>
              <a:t>it was taste, hierarchy, and visual honesty.</a:t>
            </a:r>
          </a:p>
        </p:txBody>
      </p:sp>
      <p:sp>
        <p:nvSpPr>
          <p:cNvPr id="106" name="Question"/>
          <p:cNvSpPr txBox="1"/>
          <p:nvPr/>
        </p:nvSpPr>
        <p:spPr>
          <a:xfrm>
            <a:off x="762000" y="9144000"/>
            <a:ext cx="8763000" cy="1016000"/>
          </a:xfrm>
          <a:prstGeom prst="rect">
            <a:avLst/>
          </a:prstGeom>
          <a:noFill/>
          <a:ln>
            <a:noFill/>
          </a:ln>
        </p:spPr>
        <p:txBody>
          <a:bodyPr wrap="square" rtlCol="0"/>
          <a:lstStyle/>
          <a:p>
            <a:pPr algn="ctr">
              <a:lnSpc>
                <a:spcPts val="3000"/>
              </a:lnSpc>
            </a:pPr>
            <a:r>
              <a:rPr lang="en-US" sz="2000" i="1" dirty="0">
                <a:solidFill>
                  <a:srgbClr val="E6A03C"/>
                </a:solidFill>
                <a:latin typeface="Source Sans Pro"/>
              </a:rPr>
              <a:t>Can the model diagram the messy truth</a:t>
            </a:r>
          </a:p>
          <a:p>
            <a:pPr algn="ctr">
              <a:lnSpc>
                <a:spcPts val="3000"/>
              </a:lnSpc>
            </a:pPr>
            <a:r>
              <a:rPr lang="en-US" sz="2000" i="1" dirty="0">
                <a:solidFill>
                  <a:srgbClr val="E6A03C"/>
                </a:solidFill>
                <a:latin typeface="Source Sans Pro"/>
              </a:rPr>
              <a:t>instead of a fake happy path?</a:t>
            </a:r>
          </a:p>
        </p:txBody>
      </p:sp>
      <p:sp>
        <p:nvSpPr>
          <p:cNvPr id="107" name="Sep"/>
          <p:cNvSpPr/>
          <p:nvPr/>
        </p:nvSpPr>
        <p:spPr>
          <a:xfrm>
            <a:off x="1524000" y="11049000"/>
            <a:ext cx="7239000" cy="12700"/>
          </a:xfrm>
          <a:prstGeom prst="rect">
            <a:avLst/>
          </a:prstGeom>
          <a:solidFill>
            <a:srgbClr val="E6A03C"/>
          </a:solidFill>
          <a:ln>
            <a:noFill/>
          </a:ln>
        </p:spPr>
        <p:txBody>
          <a:bodyPr/>
          <a:lstStyle/>
          <a:p>
            <a:endParaRPr lang="en-US"/>
          </a:p>
        </p:txBody>
      </p:sp>
      <p:sp>
        <p:nvSpPr>
          <p:cNvPr id="108" name="Footer"/>
          <p:cNvSpPr txBox="1"/>
          <p:nvPr/>
        </p:nvSpPr>
        <p:spPr>
          <a:xfrm>
            <a:off x="762000" y="11430000"/>
            <a:ext cx="8763000" cy="508000"/>
          </a:xfrm>
          <a:prstGeom prst="rect">
            <a:avLst/>
          </a:prstGeom>
          <a:noFill/>
          <a:ln>
            <a:noFill/>
          </a:ln>
        </p:spPr>
        <p:txBody>
          <a:bodyPr wrap="square" rtlCol="0"/>
          <a:lstStyle/>
          <a:p>
            <a:pPr algn="ctr"/>
            <a:r>
              <a:rPr lang="en-US" sz="1400" spc="400" dirty="0">
                <a:solidFill>
                  <a:srgbClr val="9896B0"/>
                </a:solidFill>
                <a:latin typeface="Montserrat"/>
              </a:rPr>
              <a:t>OVERKILL HILL P³</a:t>
            </a:r>
          </a:p>
        </p:txBody>
      </p:sp>
      <p:sp>
        <p:nvSpPr>
          <p:cNvPr id="109" name="BotBar"/>
          <p:cNvSpPr/>
          <p:nvPr/>
        </p:nvSpPr>
        <p:spPr>
          <a:xfrm>
            <a:off x="0" y="12750800"/>
            <a:ext cx="10287000" cy="101600"/>
          </a:xfrm>
          <a:prstGeom prst="rect">
            <a:avLst/>
          </a:prstGeom>
          <a:solidFill>
            <a:srgbClr val="E6A03C"/>
          </a:solidFill>
          <a:ln>
            <a:noFill/>
          </a:ln>
        </p:spPr>
        <p:txBody>
          <a:bodyPr/>
          <a:lstStyle/>
          <a:p>
            <a:endParaRPr lang="en-US"/>
          </a:p>
        </p:txBody>
      </p:sp>
    </p:spTree>
    <p:extLst>
      <p:ext uri="{BB962C8B-B14F-4D97-AF65-F5344CB8AC3E}">
        <p14:creationId xmlns:p14="http://schemas.microsoft.com/office/powerpoint/2010/main" val="3924161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300" name="TopBar"/>
          <p:cNvSpPr/>
          <p:nvPr/>
        </p:nvSpPr>
        <p:spPr>
          <a:xfrm>
            <a:off x="0" y="0"/>
            <a:ext cx="10287000" cy="88900"/>
          </a:xfrm>
          <a:prstGeom prst="rect">
            <a:avLst/>
          </a:prstGeom>
          <a:solidFill>
            <a:srgbClr val="E6A03C"/>
          </a:solidFill>
          <a:ln>
            <a:noFill/>
          </a:ln>
        </p:spPr>
        <p:txBody>
          <a:bodyPr/>
          <a:lstStyle/>
          <a:p>
            <a:endParaRPr lang="en-US"/>
          </a:p>
        </p:txBody>
      </p:sp>
      <p:sp>
        <p:nvSpPr>
          <p:cNvPr id="3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Copilot</a:t>
            </a:r>
            <a:r>
              <a:rPr lang="en-US" sz="3200" dirty="0">
                <a:solidFill>
                  <a:srgbClr val="FFFFFF"/>
                </a:solidFill>
                <a:latin typeface="Montserrat"/>
              </a:rPr>
              <a:t> V1</a:t>
            </a:r>
          </a:p>
        </p:txBody>
      </p:sp>
      <p:sp>
        <p:nvSpPr>
          <p:cNvPr id="3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GPT 5.4 Thinking</a:t>
            </a:r>
          </a:p>
        </p:txBody>
      </p:sp>
      <p:sp>
        <p:nvSpPr>
          <p:cNvPr id="3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305" name="Div"/>
          <p:cNvSpPr/>
          <p:nvPr/>
        </p:nvSpPr>
        <p:spPr>
          <a:xfrm>
            <a:off x="571500" y="10795000"/>
            <a:ext cx="9144000" cy="25400"/>
          </a:xfrm>
          <a:prstGeom prst="rect">
            <a:avLst/>
          </a:prstGeom>
          <a:solidFill>
            <a:srgbClr val="E6A03C"/>
          </a:solidFill>
          <a:ln>
            <a:noFill/>
          </a:ln>
        </p:spPr>
        <p:txBody>
          <a:bodyPr/>
          <a:lstStyle/>
          <a:p>
            <a:endParaRPr lang="en-US"/>
          </a:p>
        </p:txBody>
      </p:sp>
      <p:sp>
        <p:nvSpPr>
          <p:cNvPr id="3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E6A03C"/>
                </a:solidFill>
                <a:latin typeface="Montserrat"/>
              </a:rPr>
              <a:t>JUDGE  </a:t>
            </a:r>
            <a:r>
              <a:rPr lang="en-US" sz="1600" dirty="0">
                <a:solidFill>
                  <a:srgbClr val="E0DDD8"/>
                </a:solidFill>
                <a:latin typeface="Source Sans Pro"/>
              </a:rPr>
              <a:t>Presentation-ready, solid system thinking.</a:t>
            </a:r>
          </a:p>
        </p:txBody>
      </p:sp>
      <p:sp>
        <p:nvSpPr>
          <p:cNvPr id="3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Strong architecture  ·  Clear phases  ·  Deliverable feel</a:t>
            </a:r>
          </a:p>
        </p:txBody>
      </p:sp>
      <p:sp>
        <p:nvSpPr>
          <p:cNvPr id="309"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R1 · 2/18</a:t>
            </a:r>
          </a:p>
        </p:txBody>
      </p:sp>
      <p:sp>
        <p:nvSpPr>
          <p:cNvPr id="310" name="BotBar"/>
          <p:cNvSpPr/>
          <p:nvPr/>
        </p:nvSpPr>
        <p:spPr>
          <a:xfrm>
            <a:off x="0" y="12763500"/>
            <a:ext cx="10287000" cy="88900"/>
          </a:xfrm>
          <a:prstGeom prst="rect">
            <a:avLst/>
          </a:prstGeom>
          <a:solidFill>
            <a:srgbClr val="E6A03C"/>
          </a:solidFill>
          <a:ln>
            <a:noFill/>
          </a:ln>
        </p:spPr>
        <p:txBody>
          <a:bodyPr/>
          <a:lstStyle/>
          <a:p>
            <a:endParaRPr lang="en-US"/>
          </a:p>
        </p:txBody>
      </p:sp>
      <p:pic>
        <p:nvPicPr>
          <p:cNvPr id="5" name="Picture 4">
            <a:hlinkClick r:id="rId4"/>
            <a:extLst>
              <a:ext uri="{FF2B5EF4-FFF2-40B4-BE49-F238E27FC236}">
                <a16:creationId xmlns:a16="http://schemas.microsoft.com/office/drawing/2014/main" id="{7215BC88-79A6-322D-385C-770CD2BFBD6C}"/>
              </a:ext>
            </a:extLst>
          </p:cNvPr>
          <p:cNvPicPr>
            <a:picLocks noChangeAspect="1"/>
          </p:cNvPicPr>
          <p:nvPr>
            <p:custDataLst>
              <p:tags r:id="rId1"/>
            </p:custDataLst>
          </p:nvPr>
        </p:nvPicPr>
        <p:blipFill>
          <a:blip r:embed="rId5"/>
          <a:stretch>
            <a:fillRect/>
          </a:stretch>
        </p:blipFill>
        <p:spPr>
          <a:xfrm>
            <a:off x="3258607" y="1752600"/>
            <a:ext cx="3769786" cy="8686800"/>
          </a:xfrm>
          <a:prstGeom prst="rect">
            <a:avLst/>
          </a:prstGeom>
        </p:spPr>
      </p:pic>
    </p:spTree>
    <p:extLst>
      <p:ext uri="{BB962C8B-B14F-4D97-AF65-F5344CB8AC3E}">
        <p14:creationId xmlns:p14="http://schemas.microsoft.com/office/powerpoint/2010/main" val="2755893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400" name="TopBar"/>
          <p:cNvSpPr/>
          <p:nvPr/>
        </p:nvSpPr>
        <p:spPr>
          <a:xfrm>
            <a:off x="0" y="0"/>
            <a:ext cx="10287000" cy="88900"/>
          </a:xfrm>
          <a:prstGeom prst="rect">
            <a:avLst/>
          </a:prstGeom>
          <a:solidFill>
            <a:srgbClr val="E6A03C"/>
          </a:solidFill>
          <a:ln>
            <a:noFill/>
          </a:ln>
        </p:spPr>
        <p:txBody>
          <a:bodyPr/>
          <a:lstStyle/>
          <a:p>
            <a:endParaRPr lang="en-US"/>
          </a:p>
        </p:txBody>
      </p:sp>
      <p:sp>
        <p:nvSpPr>
          <p:cNvPr id="4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Claude</a:t>
            </a:r>
            <a:r>
              <a:rPr lang="en-US" sz="3200" dirty="0">
                <a:solidFill>
                  <a:srgbClr val="FFFFFF"/>
                </a:solidFill>
                <a:latin typeface="Montserrat"/>
              </a:rPr>
              <a:t> V1</a:t>
            </a:r>
          </a:p>
        </p:txBody>
      </p:sp>
      <p:sp>
        <p:nvSpPr>
          <p:cNvPr id="4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Sonnet 4.6</a:t>
            </a:r>
          </a:p>
        </p:txBody>
      </p:sp>
      <p:sp>
        <p:nvSpPr>
          <p:cNvPr id="4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405" name="Div"/>
          <p:cNvSpPr/>
          <p:nvPr/>
        </p:nvSpPr>
        <p:spPr>
          <a:xfrm>
            <a:off x="571500" y="10795000"/>
            <a:ext cx="9144000" cy="25400"/>
          </a:xfrm>
          <a:prstGeom prst="rect">
            <a:avLst/>
          </a:prstGeom>
          <a:solidFill>
            <a:srgbClr val="E6A03C"/>
          </a:solidFill>
          <a:ln>
            <a:noFill/>
          </a:ln>
        </p:spPr>
        <p:txBody>
          <a:bodyPr/>
          <a:lstStyle/>
          <a:p>
            <a:endParaRPr lang="en-US"/>
          </a:p>
        </p:txBody>
      </p:sp>
      <p:sp>
        <p:nvSpPr>
          <p:cNvPr id="4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E6A03C"/>
                </a:solidFill>
                <a:latin typeface="Montserrat"/>
              </a:rPr>
              <a:t>JUDGE  </a:t>
            </a:r>
            <a:r>
              <a:rPr lang="en-US" sz="1600" dirty="0">
                <a:solidFill>
                  <a:srgbClr val="E0DDD8"/>
                </a:solidFill>
                <a:latin typeface="Source Sans Pro"/>
              </a:rPr>
              <a:t>Most elegant storyteller — occasionally too polished.</a:t>
            </a:r>
          </a:p>
        </p:txBody>
      </p:sp>
      <p:sp>
        <p:nvSpPr>
          <p:cNvPr id="4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Narrative intelligence  ·  Strong framing  ·  "Why it matters"</a:t>
            </a:r>
          </a:p>
        </p:txBody>
      </p:sp>
      <p:sp>
        <p:nvSpPr>
          <p:cNvPr id="409"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R1 · 3/18</a:t>
            </a:r>
          </a:p>
        </p:txBody>
      </p:sp>
      <p:sp>
        <p:nvSpPr>
          <p:cNvPr id="410" name="BotBar"/>
          <p:cNvSpPr/>
          <p:nvPr/>
        </p:nvSpPr>
        <p:spPr>
          <a:xfrm>
            <a:off x="0" y="12763500"/>
            <a:ext cx="10287000" cy="88900"/>
          </a:xfrm>
          <a:prstGeom prst="rect">
            <a:avLst/>
          </a:prstGeom>
          <a:solidFill>
            <a:srgbClr val="E6A03C"/>
          </a:solidFill>
          <a:ln>
            <a:noFill/>
          </a:ln>
        </p:spPr>
        <p:txBody>
          <a:bodyPr/>
          <a:lstStyle/>
          <a:p>
            <a:endParaRPr lang="en-US"/>
          </a:p>
        </p:txBody>
      </p:sp>
      <p:pic>
        <p:nvPicPr>
          <p:cNvPr id="5" name="Picture 4">
            <a:hlinkClick r:id="rId4"/>
            <a:extLst>
              <a:ext uri="{FF2B5EF4-FFF2-40B4-BE49-F238E27FC236}">
                <a16:creationId xmlns:a16="http://schemas.microsoft.com/office/drawing/2014/main" id="{0ECCD244-1F4B-2E4F-91F9-796A19B0127D}"/>
              </a:ext>
            </a:extLst>
          </p:cNvPr>
          <p:cNvPicPr>
            <a:picLocks noChangeAspect="1"/>
          </p:cNvPicPr>
          <p:nvPr>
            <p:custDataLst>
              <p:tags r:id="rId1"/>
            </p:custDataLst>
          </p:nvPr>
        </p:nvPicPr>
        <p:blipFill>
          <a:blip r:embed="rId5"/>
          <a:stretch>
            <a:fillRect/>
          </a:stretch>
        </p:blipFill>
        <p:spPr>
          <a:xfrm>
            <a:off x="1776234" y="1752600"/>
            <a:ext cx="6734532" cy="8686800"/>
          </a:xfrm>
          <a:prstGeom prst="rect">
            <a:avLst/>
          </a:prstGeom>
        </p:spPr>
      </p:pic>
    </p:spTree>
    <p:extLst>
      <p:ext uri="{BB962C8B-B14F-4D97-AF65-F5344CB8AC3E}">
        <p14:creationId xmlns:p14="http://schemas.microsoft.com/office/powerpoint/2010/main" val="741873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500" name="TopBar"/>
          <p:cNvSpPr/>
          <p:nvPr/>
        </p:nvSpPr>
        <p:spPr>
          <a:xfrm>
            <a:off x="0" y="0"/>
            <a:ext cx="10287000" cy="88900"/>
          </a:xfrm>
          <a:prstGeom prst="rect">
            <a:avLst/>
          </a:prstGeom>
          <a:solidFill>
            <a:srgbClr val="E6A03C"/>
          </a:solidFill>
          <a:ln>
            <a:noFill/>
          </a:ln>
        </p:spPr>
        <p:txBody>
          <a:bodyPr/>
          <a:lstStyle/>
          <a:p>
            <a:endParaRPr lang="en-US"/>
          </a:p>
        </p:txBody>
      </p:sp>
      <p:sp>
        <p:nvSpPr>
          <p:cNvPr id="5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Perplexity</a:t>
            </a:r>
            <a:r>
              <a:rPr lang="en-US" sz="3200" dirty="0">
                <a:solidFill>
                  <a:srgbClr val="FFFFFF"/>
                </a:solidFill>
                <a:latin typeface="Montserrat"/>
              </a:rPr>
              <a:t> V1</a:t>
            </a:r>
          </a:p>
        </p:txBody>
      </p:sp>
      <p:sp>
        <p:nvSpPr>
          <p:cNvPr id="5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Auto</a:t>
            </a:r>
          </a:p>
        </p:txBody>
      </p:sp>
      <p:sp>
        <p:nvSpPr>
          <p:cNvPr id="5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505" name="Div"/>
          <p:cNvSpPr/>
          <p:nvPr/>
        </p:nvSpPr>
        <p:spPr>
          <a:xfrm>
            <a:off x="571500" y="10795000"/>
            <a:ext cx="9144000" cy="25400"/>
          </a:xfrm>
          <a:prstGeom prst="rect">
            <a:avLst/>
          </a:prstGeom>
          <a:solidFill>
            <a:srgbClr val="E6A03C"/>
          </a:solidFill>
          <a:ln>
            <a:noFill/>
          </a:ln>
        </p:spPr>
        <p:txBody>
          <a:bodyPr/>
          <a:lstStyle/>
          <a:p>
            <a:endParaRPr lang="en-US"/>
          </a:p>
        </p:txBody>
      </p:sp>
      <p:sp>
        <p:nvSpPr>
          <p:cNvPr id="5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E6A03C"/>
                </a:solidFill>
                <a:latin typeface="Montserrat"/>
              </a:rPr>
              <a:t>JUDGE  </a:t>
            </a:r>
            <a:r>
              <a:rPr lang="en-US" sz="1600" dirty="0">
                <a:solidFill>
                  <a:srgbClr val="E0DDD8"/>
                </a:solidFill>
                <a:latin typeface="Source Sans Pro"/>
              </a:rPr>
              <a:t>Less theater, more utility. Efficient and grounded.</a:t>
            </a:r>
          </a:p>
        </p:txBody>
      </p:sp>
      <p:sp>
        <p:nvSpPr>
          <p:cNvPr id="5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Pragmatic structure  ·  ROI thinking  ·  Business framing</a:t>
            </a:r>
          </a:p>
        </p:txBody>
      </p:sp>
      <p:sp>
        <p:nvSpPr>
          <p:cNvPr id="509"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R1 · 4/18</a:t>
            </a:r>
          </a:p>
        </p:txBody>
      </p:sp>
      <p:sp>
        <p:nvSpPr>
          <p:cNvPr id="510" name="BotBar"/>
          <p:cNvSpPr/>
          <p:nvPr/>
        </p:nvSpPr>
        <p:spPr>
          <a:xfrm>
            <a:off x="0" y="12763500"/>
            <a:ext cx="10287000" cy="88900"/>
          </a:xfrm>
          <a:prstGeom prst="rect">
            <a:avLst/>
          </a:prstGeom>
          <a:solidFill>
            <a:srgbClr val="E6A03C"/>
          </a:solidFill>
          <a:ln>
            <a:noFill/>
          </a:ln>
        </p:spPr>
        <p:txBody>
          <a:bodyPr/>
          <a:lstStyle/>
          <a:p>
            <a:endParaRPr lang="en-US"/>
          </a:p>
        </p:txBody>
      </p:sp>
      <p:pic>
        <p:nvPicPr>
          <p:cNvPr id="5" name="Picture 4">
            <a:hlinkClick r:id="rId4"/>
            <a:extLst>
              <a:ext uri="{FF2B5EF4-FFF2-40B4-BE49-F238E27FC236}">
                <a16:creationId xmlns:a16="http://schemas.microsoft.com/office/drawing/2014/main" id="{900AED2D-88C3-C5D2-C19D-4BCF2B590F71}"/>
              </a:ext>
            </a:extLst>
          </p:cNvPr>
          <p:cNvPicPr>
            <a:picLocks noChangeAspect="1"/>
          </p:cNvPicPr>
          <p:nvPr>
            <p:custDataLst>
              <p:tags r:id="rId1"/>
            </p:custDataLst>
          </p:nvPr>
        </p:nvPicPr>
        <p:blipFill>
          <a:blip r:embed="rId5"/>
          <a:stretch>
            <a:fillRect/>
          </a:stretch>
        </p:blipFill>
        <p:spPr>
          <a:xfrm>
            <a:off x="3309997" y="1752600"/>
            <a:ext cx="3667006" cy="8686800"/>
          </a:xfrm>
          <a:prstGeom prst="rect">
            <a:avLst/>
          </a:prstGeom>
        </p:spPr>
      </p:pic>
    </p:spTree>
    <p:extLst>
      <p:ext uri="{BB962C8B-B14F-4D97-AF65-F5344CB8AC3E}">
        <p14:creationId xmlns:p14="http://schemas.microsoft.com/office/powerpoint/2010/main" val="531818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600" name="TopBar"/>
          <p:cNvSpPr/>
          <p:nvPr/>
        </p:nvSpPr>
        <p:spPr>
          <a:xfrm>
            <a:off x="0" y="0"/>
            <a:ext cx="10287000" cy="88900"/>
          </a:xfrm>
          <a:prstGeom prst="rect">
            <a:avLst/>
          </a:prstGeom>
          <a:solidFill>
            <a:srgbClr val="E6A03C"/>
          </a:solidFill>
          <a:ln>
            <a:noFill/>
          </a:ln>
        </p:spPr>
        <p:txBody>
          <a:bodyPr/>
          <a:lstStyle/>
          <a:p>
            <a:endParaRPr lang="en-US"/>
          </a:p>
        </p:txBody>
      </p:sp>
      <p:sp>
        <p:nvSpPr>
          <p:cNvPr id="6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ChatGPT</a:t>
            </a:r>
            <a:r>
              <a:rPr lang="en-US" sz="3200" dirty="0">
                <a:solidFill>
                  <a:srgbClr val="FFFFFF"/>
                </a:solidFill>
                <a:latin typeface="Montserrat"/>
              </a:rPr>
              <a:t> V1</a:t>
            </a:r>
          </a:p>
        </p:txBody>
      </p:sp>
      <p:sp>
        <p:nvSpPr>
          <p:cNvPr id="6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GPT 5.4 Thinking</a:t>
            </a:r>
          </a:p>
        </p:txBody>
      </p:sp>
      <p:sp>
        <p:nvSpPr>
          <p:cNvPr id="6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605" name="Div"/>
          <p:cNvSpPr/>
          <p:nvPr/>
        </p:nvSpPr>
        <p:spPr>
          <a:xfrm>
            <a:off x="571500" y="10795000"/>
            <a:ext cx="9144000" cy="25400"/>
          </a:xfrm>
          <a:prstGeom prst="rect">
            <a:avLst/>
          </a:prstGeom>
          <a:solidFill>
            <a:srgbClr val="E6A03C"/>
          </a:solidFill>
          <a:ln>
            <a:noFill/>
          </a:ln>
        </p:spPr>
        <p:txBody>
          <a:bodyPr/>
          <a:lstStyle/>
          <a:p>
            <a:endParaRPr lang="en-US"/>
          </a:p>
        </p:txBody>
      </p:sp>
      <p:sp>
        <p:nvSpPr>
          <p:cNvPr id="6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E6A03C"/>
                </a:solidFill>
                <a:latin typeface="Montserrat"/>
              </a:rPr>
              <a:t>JUDGE  </a:t>
            </a:r>
            <a:r>
              <a:rPr lang="en-US" sz="1600" dirty="0">
                <a:solidFill>
                  <a:srgbClr val="E0DDD8"/>
                </a:solidFill>
                <a:latin typeface="Source Sans Pro"/>
              </a:rPr>
              <a:t>Clarity, hierarchy, and a little swagger.</a:t>
            </a:r>
          </a:p>
        </p:txBody>
      </p:sp>
      <p:sp>
        <p:nvSpPr>
          <p:cNvPr id="6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Balanced composition  ·  Strong loops  ·  Polish + branding</a:t>
            </a:r>
          </a:p>
        </p:txBody>
      </p:sp>
      <p:sp>
        <p:nvSpPr>
          <p:cNvPr id="609"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R1 · 5/18</a:t>
            </a:r>
          </a:p>
        </p:txBody>
      </p:sp>
      <p:sp>
        <p:nvSpPr>
          <p:cNvPr id="610" name="BotBar"/>
          <p:cNvSpPr/>
          <p:nvPr/>
        </p:nvSpPr>
        <p:spPr>
          <a:xfrm>
            <a:off x="0" y="12763500"/>
            <a:ext cx="10287000" cy="88900"/>
          </a:xfrm>
          <a:prstGeom prst="rect">
            <a:avLst/>
          </a:prstGeom>
          <a:solidFill>
            <a:srgbClr val="E6A03C"/>
          </a:solidFill>
          <a:ln>
            <a:noFill/>
          </a:ln>
        </p:spPr>
        <p:txBody>
          <a:bodyPr/>
          <a:lstStyle/>
          <a:p>
            <a:endParaRPr lang="en-US"/>
          </a:p>
        </p:txBody>
      </p:sp>
      <p:pic>
        <p:nvPicPr>
          <p:cNvPr id="5" name="Picture 4">
            <a:hlinkClick r:id="rId4"/>
            <a:extLst>
              <a:ext uri="{FF2B5EF4-FFF2-40B4-BE49-F238E27FC236}">
                <a16:creationId xmlns:a16="http://schemas.microsoft.com/office/drawing/2014/main" id="{A208FC06-FC71-EC02-B099-30F51348B323}"/>
              </a:ext>
            </a:extLst>
          </p:cNvPr>
          <p:cNvPicPr>
            <a:picLocks noChangeAspect="1"/>
          </p:cNvPicPr>
          <p:nvPr>
            <p:custDataLst>
              <p:tags r:id="rId1"/>
            </p:custDataLst>
          </p:nvPr>
        </p:nvPicPr>
        <p:blipFill>
          <a:blip r:embed="rId5"/>
          <a:stretch>
            <a:fillRect/>
          </a:stretch>
        </p:blipFill>
        <p:spPr>
          <a:xfrm>
            <a:off x="3546395" y="1752600"/>
            <a:ext cx="3194209" cy="8686800"/>
          </a:xfrm>
          <a:prstGeom prst="rect">
            <a:avLst/>
          </a:prstGeom>
        </p:spPr>
      </p:pic>
    </p:spTree>
    <p:extLst>
      <p:ext uri="{BB962C8B-B14F-4D97-AF65-F5344CB8AC3E}">
        <p14:creationId xmlns:p14="http://schemas.microsoft.com/office/powerpoint/2010/main" val="1176069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700" name="TopBar"/>
          <p:cNvSpPr/>
          <p:nvPr/>
        </p:nvSpPr>
        <p:spPr>
          <a:xfrm>
            <a:off x="0" y="0"/>
            <a:ext cx="10287000" cy="88900"/>
          </a:xfrm>
          <a:prstGeom prst="rect">
            <a:avLst/>
          </a:prstGeom>
          <a:solidFill>
            <a:srgbClr val="E6A03C"/>
          </a:solidFill>
          <a:ln>
            <a:noFill/>
          </a:ln>
        </p:spPr>
        <p:txBody>
          <a:bodyPr/>
          <a:lstStyle/>
          <a:p>
            <a:endParaRPr lang="en-US"/>
          </a:p>
        </p:txBody>
      </p:sp>
      <p:sp>
        <p:nvSpPr>
          <p:cNvPr id="7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Gemini</a:t>
            </a:r>
            <a:r>
              <a:rPr lang="en-US" sz="3200" dirty="0">
                <a:solidFill>
                  <a:srgbClr val="FFFFFF"/>
                </a:solidFill>
                <a:latin typeface="Montserrat"/>
              </a:rPr>
              <a:t> V1</a:t>
            </a:r>
          </a:p>
        </p:txBody>
      </p:sp>
      <p:sp>
        <p:nvSpPr>
          <p:cNvPr id="7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Gemini 3 Thinking</a:t>
            </a:r>
          </a:p>
        </p:txBody>
      </p:sp>
      <p:sp>
        <p:nvSpPr>
          <p:cNvPr id="7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705" name="Div"/>
          <p:cNvSpPr/>
          <p:nvPr/>
        </p:nvSpPr>
        <p:spPr>
          <a:xfrm>
            <a:off x="571500" y="10795000"/>
            <a:ext cx="9144000" cy="25400"/>
          </a:xfrm>
          <a:prstGeom prst="rect">
            <a:avLst/>
          </a:prstGeom>
          <a:solidFill>
            <a:srgbClr val="E6A03C"/>
          </a:solidFill>
          <a:ln>
            <a:noFill/>
          </a:ln>
        </p:spPr>
        <p:txBody>
          <a:bodyPr/>
          <a:lstStyle/>
          <a:p>
            <a:endParaRPr lang="en-US"/>
          </a:p>
        </p:txBody>
      </p:sp>
      <p:sp>
        <p:nvSpPr>
          <p:cNvPr id="7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E6A03C"/>
                </a:solidFill>
                <a:latin typeface="Montserrat"/>
              </a:rPr>
              <a:t>JUDGE  </a:t>
            </a:r>
            <a:r>
              <a:rPr lang="en-US" sz="1600" dirty="0">
                <a:solidFill>
                  <a:srgbClr val="E0DDD8"/>
                </a:solidFill>
                <a:latin typeface="Source Sans Pro"/>
              </a:rPr>
              <a:t>Elegance from insight… or just restraint?</a:t>
            </a:r>
          </a:p>
        </p:txBody>
      </p:sp>
      <p:sp>
        <p:nvSpPr>
          <p:cNvPr id="7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Synthesis + reduction  ·  Simplify without flattening  ·  Intelligent structure</a:t>
            </a:r>
          </a:p>
        </p:txBody>
      </p:sp>
      <p:sp>
        <p:nvSpPr>
          <p:cNvPr id="709"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R1 · 6/18</a:t>
            </a:r>
          </a:p>
        </p:txBody>
      </p:sp>
      <p:sp>
        <p:nvSpPr>
          <p:cNvPr id="710" name="BotBar"/>
          <p:cNvSpPr/>
          <p:nvPr/>
        </p:nvSpPr>
        <p:spPr>
          <a:xfrm>
            <a:off x="0" y="12763500"/>
            <a:ext cx="10287000" cy="88900"/>
          </a:xfrm>
          <a:prstGeom prst="rect">
            <a:avLst/>
          </a:prstGeom>
          <a:solidFill>
            <a:srgbClr val="E6A03C"/>
          </a:solidFill>
          <a:ln>
            <a:noFill/>
          </a:ln>
        </p:spPr>
        <p:txBody>
          <a:bodyPr/>
          <a:lstStyle/>
          <a:p>
            <a:endParaRPr lang="en-US"/>
          </a:p>
        </p:txBody>
      </p:sp>
      <p:pic>
        <p:nvPicPr>
          <p:cNvPr id="5" name="Picture 4">
            <a:hlinkClick r:id="rId4"/>
            <a:extLst>
              <a:ext uri="{FF2B5EF4-FFF2-40B4-BE49-F238E27FC236}">
                <a16:creationId xmlns:a16="http://schemas.microsoft.com/office/drawing/2014/main" id="{EB5DCC4F-217D-132C-7CF8-8B0250583E14}"/>
              </a:ext>
            </a:extLst>
          </p:cNvPr>
          <p:cNvPicPr>
            <a:picLocks noChangeAspect="1"/>
          </p:cNvPicPr>
          <p:nvPr>
            <p:custDataLst>
              <p:tags r:id="rId1"/>
            </p:custDataLst>
          </p:nvPr>
        </p:nvPicPr>
        <p:blipFill>
          <a:blip r:embed="rId5"/>
          <a:stretch>
            <a:fillRect/>
          </a:stretch>
        </p:blipFill>
        <p:spPr>
          <a:xfrm>
            <a:off x="2384762" y="1752600"/>
            <a:ext cx="5517475" cy="8686800"/>
          </a:xfrm>
          <a:prstGeom prst="rect">
            <a:avLst/>
          </a:prstGeom>
        </p:spPr>
      </p:pic>
    </p:spTree>
    <p:extLst>
      <p:ext uri="{BB962C8B-B14F-4D97-AF65-F5344CB8AC3E}">
        <p14:creationId xmlns:p14="http://schemas.microsoft.com/office/powerpoint/2010/main" val="2362032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800" name="TopBar"/>
          <p:cNvSpPr/>
          <p:nvPr/>
        </p:nvSpPr>
        <p:spPr>
          <a:xfrm>
            <a:off x="0" y="0"/>
            <a:ext cx="10287000" cy="88900"/>
          </a:xfrm>
          <a:prstGeom prst="rect">
            <a:avLst/>
          </a:prstGeom>
          <a:solidFill>
            <a:srgbClr val="E6A03C"/>
          </a:solidFill>
          <a:ln>
            <a:noFill/>
          </a:ln>
        </p:spPr>
        <p:txBody>
          <a:bodyPr/>
          <a:lstStyle/>
          <a:p>
            <a:endParaRPr lang="en-US"/>
          </a:p>
        </p:txBody>
      </p:sp>
      <p:sp>
        <p:nvSpPr>
          <p:cNvPr id="8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Notion</a:t>
            </a:r>
            <a:r>
              <a:rPr lang="en-US" sz="3200" dirty="0">
                <a:solidFill>
                  <a:srgbClr val="FFFFFF"/>
                </a:solidFill>
                <a:latin typeface="Montserrat"/>
              </a:rPr>
              <a:t> V1</a:t>
            </a:r>
          </a:p>
        </p:txBody>
      </p:sp>
      <p:sp>
        <p:nvSpPr>
          <p:cNvPr id="8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Auto</a:t>
            </a:r>
          </a:p>
        </p:txBody>
      </p:sp>
      <p:sp>
        <p:nvSpPr>
          <p:cNvPr id="8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805" name="Div"/>
          <p:cNvSpPr/>
          <p:nvPr/>
        </p:nvSpPr>
        <p:spPr>
          <a:xfrm>
            <a:off x="571500" y="10795000"/>
            <a:ext cx="9144000" cy="25400"/>
          </a:xfrm>
          <a:prstGeom prst="rect">
            <a:avLst/>
          </a:prstGeom>
          <a:solidFill>
            <a:srgbClr val="E6A03C"/>
          </a:solidFill>
          <a:ln>
            <a:noFill/>
          </a:ln>
        </p:spPr>
        <p:txBody>
          <a:bodyPr/>
          <a:lstStyle/>
          <a:p>
            <a:endParaRPr lang="en-US"/>
          </a:p>
        </p:txBody>
      </p:sp>
      <p:sp>
        <p:nvSpPr>
          <p:cNvPr id="8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E6A03C"/>
                </a:solidFill>
                <a:latin typeface="Montserrat"/>
              </a:rPr>
              <a:t>JUDGE  </a:t>
            </a:r>
            <a:r>
              <a:rPr lang="en-US" sz="1600" dirty="0">
                <a:solidFill>
                  <a:srgbClr val="E0DDD8"/>
                </a:solidFill>
                <a:latin typeface="Source Sans Pro"/>
              </a:rPr>
              <a:t>Quietly effective — here's the shape of the thing.</a:t>
            </a:r>
          </a:p>
        </p:txBody>
      </p:sp>
      <p:sp>
        <p:nvSpPr>
          <p:cNvPr id="8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Clean lanes  ·  Minimalist  ·  Setup/compression/shipping separation</a:t>
            </a:r>
          </a:p>
        </p:txBody>
      </p:sp>
      <p:sp>
        <p:nvSpPr>
          <p:cNvPr id="809"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R1 · 7/18</a:t>
            </a:r>
          </a:p>
        </p:txBody>
      </p:sp>
      <p:sp>
        <p:nvSpPr>
          <p:cNvPr id="810" name="BotBar"/>
          <p:cNvSpPr/>
          <p:nvPr/>
        </p:nvSpPr>
        <p:spPr>
          <a:xfrm>
            <a:off x="0" y="12763500"/>
            <a:ext cx="10287000" cy="88900"/>
          </a:xfrm>
          <a:prstGeom prst="rect">
            <a:avLst/>
          </a:prstGeom>
          <a:solidFill>
            <a:srgbClr val="E6A03C"/>
          </a:solidFill>
          <a:ln>
            <a:noFill/>
          </a:ln>
        </p:spPr>
        <p:txBody>
          <a:bodyPr/>
          <a:lstStyle/>
          <a:p>
            <a:endParaRPr lang="en-US"/>
          </a:p>
        </p:txBody>
      </p:sp>
      <p:pic>
        <p:nvPicPr>
          <p:cNvPr id="5" name="Picture 4">
            <a:hlinkClick r:id="rId4"/>
            <a:extLst>
              <a:ext uri="{FF2B5EF4-FFF2-40B4-BE49-F238E27FC236}">
                <a16:creationId xmlns:a16="http://schemas.microsoft.com/office/drawing/2014/main" id="{035D6A17-1A4B-811E-1CA1-AB84F1916C3A}"/>
              </a:ext>
            </a:extLst>
          </p:cNvPr>
          <p:cNvPicPr>
            <a:picLocks noChangeAspect="1"/>
          </p:cNvPicPr>
          <p:nvPr>
            <p:custDataLst>
              <p:tags r:id="rId1"/>
            </p:custDataLst>
          </p:nvPr>
        </p:nvPicPr>
        <p:blipFill>
          <a:blip r:embed="rId5"/>
          <a:stretch>
            <a:fillRect/>
          </a:stretch>
        </p:blipFill>
        <p:spPr>
          <a:xfrm>
            <a:off x="800100" y="5262384"/>
            <a:ext cx="8686800" cy="1667232"/>
          </a:xfrm>
          <a:prstGeom prst="rect">
            <a:avLst/>
          </a:prstGeom>
        </p:spPr>
      </p:pic>
    </p:spTree>
    <p:extLst>
      <p:ext uri="{BB962C8B-B14F-4D97-AF65-F5344CB8AC3E}">
        <p14:creationId xmlns:p14="http://schemas.microsoft.com/office/powerpoint/2010/main" val="1147620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E8970DF4-8D18-2618-6327-4026FA6E38ED}"/>
            </a:ext>
          </a:extLst>
        </p:cNvPr>
        <p:cNvGrpSpPr/>
        <p:nvPr/>
      </p:nvGrpSpPr>
      <p:grpSpPr>
        <a:xfrm>
          <a:off x="0" y="0"/>
          <a:ext cx="0" cy="0"/>
          <a:chOff x="0" y="0"/>
          <a:chExt cx="0" cy="0"/>
        </a:xfrm>
      </p:grpSpPr>
      <p:sp>
        <p:nvSpPr>
          <p:cNvPr id="800" name="TopBar">
            <a:extLst>
              <a:ext uri="{FF2B5EF4-FFF2-40B4-BE49-F238E27FC236}">
                <a16:creationId xmlns:a16="http://schemas.microsoft.com/office/drawing/2014/main" id="{FAA71A85-FD25-8556-776D-65B747F12021}"/>
              </a:ext>
            </a:extLst>
          </p:cNvPr>
          <p:cNvSpPr/>
          <p:nvPr/>
        </p:nvSpPr>
        <p:spPr>
          <a:xfrm>
            <a:off x="0" y="0"/>
            <a:ext cx="10287000" cy="88900"/>
          </a:xfrm>
          <a:prstGeom prst="rect">
            <a:avLst/>
          </a:prstGeom>
          <a:solidFill>
            <a:srgbClr val="E6A03C"/>
          </a:solidFill>
          <a:ln>
            <a:noFill/>
          </a:ln>
        </p:spPr>
        <p:txBody>
          <a:bodyPr/>
          <a:lstStyle/>
          <a:p>
            <a:endParaRPr lang="en-US"/>
          </a:p>
        </p:txBody>
      </p:sp>
      <p:sp>
        <p:nvSpPr>
          <p:cNvPr id="801" name="Platform">
            <a:extLst>
              <a:ext uri="{FF2B5EF4-FFF2-40B4-BE49-F238E27FC236}">
                <a16:creationId xmlns:a16="http://schemas.microsoft.com/office/drawing/2014/main" id="{B0E5EC06-DFFD-7268-BA3C-A68F17F91149}"/>
              </a:ext>
            </a:extLst>
          </p:cNvPr>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Replit</a:t>
            </a:r>
            <a:r>
              <a:rPr lang="en-US" sz="3200" dirty="0">
                <a:solidFill>
                  <a:srgbClr val="FFFFFF"/>
                </a:solidFill>
                <a:latin typeface="Montserrat"/>
              </a:rPr>
              <a:t> V1</a:t>
            </a:r>
          </a:p>
        </p:txBody>
      </p:sp>
      <p:sp>
        <p:nvSpPr>
          <p:cNvPr id="802" name="Model">
            <a:extLst>
              <a:ext uri="{FF2B5EF4-FFF2-40B4-BE49-F238E27FC236}">
                <a16:creationId xmlns:a16="http://schemas.microsoft.com/office/drawing/2014/main" id="{178CBF80-C5FB-5BD8-1D9F-4AAFCB2B0FE2}"/>
              </a:ext>
            </a:extLst>
          </p:cNvPr>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Auto</a:t>
            </a:r>
          </a:p>
        </p:txBody>
      </p:sp>
      <p:sp>
        <p:nvSpPr>
          <p:cNvPr id="803" name="ImageArea">
            <a:extLst>
              <a:ext uri="{FF2B5EF4-FFF2-40B4-BE49-F238E27FC236}">
                <a16:creationId xmlns:a16="http://schemas.microsoft.com/office/drawing/2014/main" id="{29974894-E12B-57B2-581A-EF270C6D17D4}"/>
              </a:ext>
            </a:extLst>
          </p:cNvPr>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805" name="Div">
            <a:extLst>
              <a:ext uri="{FF2B5EF4-FFF2-40B4-BE49-F238E27FC236}">
                <a16:creationId xmlns:a16="http://schemas.microsoft.com/office/drawing/2014/main" id="{DAD0179C-1371-43A9-6D0F-87FF70CCA8D1}"/>
              </a:ext>
            </a:extLst>
          </p:cNvPr>
          <p:cNvSpPr/>
          <p:nvPr/>
        </p:nvSpPr>
        <p:spPr>
          <a:xfrm>
            <a:off x="571500" y="10795000"/>
            <a:ext cx="9144000" cy="25400"/>
          </a:xfrm>
          <a:prstGeom prst="rect">
            <a:avLst/>
          </a:prstGeom>
          <a:solidFill>
            <a:srgbClr val="E6A03C"/>
          </a:solidFill>
          <a:ln>
            <a:noFill/>
          </a:ln>
        </p:spPr>
        <p:txBody>
          <a:bodyPr/>
          <a:lstStyle/>
          <a:p>
            <a:endParaRPr lang="en-US"/>
          </a:p>
        </p:txBody>
      </p:sp>
      <p:sp>
        <p:nvSpPr>
          <p:cNvPr id="806" name="Judge">
            <a:extLst>
              <a:ext uri="{FF2B5EF4-FFF2-40B4-BE49-F238E27FC236}">
                <a16:creationId xmlns:a16="http://schemas.microsoft.com/office/drawing/2014/main" id="{2A79C3D0-5898-748A-5019-3DD568BB31CB}"/>
              </a:ext>
            </a:extLst>
          </p:cNvPr>
          <p:cNvSpPr txBox="1"/>
          <p:nvPr/>
        </p:nvSpPr>
        <p:spPr>
          <a:xfrm>
            <a:off x="571500" y="10896600"/>
            <a:ext cx="9144000" cy="635000"/>
          </a:xfrm>
          <a:prstGeom prst="rect">
            <a:avLst/>
          </a:prstGeom>
          <a:noFill/>
          <a:ln>
            <a:noFill/>
          </a:ln>
        </p:spPr>
        <p:txBody>
          <a:bodyPr wrap="square" rtlCol="0"/>
          <a:lstStyle/>
          <a:p>
            <a:pPr algn="l"/>
            <a:r>
              <a:rPr lang="en-US" sz="1400" b="1" dirty="0">
                <a:solidFill>
                  <a:srgbClr val="E6A03C"/>
                </a:solidFill>
                <a:latin typeface="Montserrat"/>
              </a:rPr>
              <a:t>JUDGE  </a:t>
            </a:r>
            <a:r>
              <a:rPr lang="en-US" sz="1600" dirty="0">
                <a:solidFill>
                  <a:srgbClr val="E0DDD8"/>
                </a:solidFill>
                <a:latin typeface="Source Sans Pro"/>
              </a:rPr>
              <a:t>The builder’s eye — does it ship, does it render, does it survive the IDE?</a:t>
            </a:r>
          </a:p>
        </p:txBody>
      </p:sp>
      <p:sp>
        <p:nvSpPr>
          <p:cNvPr id="807" name="Traits">
            <a:extLst>
              <a:ext uri="{FF2B5EF4-FFF2-40B4-BE49-F238E27FC236}">
                <a16:creationId xmlns:a16="http://schemas.microsoft.com/office/drawing/2014/main" id="{D82A1BB8-2A1A-9D17-0EDD-44C38A5F7BE7}"/>
              </a:ext>
            </a:extLst>
          </p:cNvPr>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Code-first thinking  ·  Runtime honesty  ·  Builder pragmatism</a:t>
            </a:r>
          </a:p>
        </p:txBody>
      </p:sp>
      <p:sp>
        <p:nvSpPr>
          <p:cNvPr id="809" name="Counter">
            <a:extLst>
              <a:ext uri="{FF2B5EF4-FFF2-40B4-BE49-F238E27FC236}">
                <a16:creationId xmlns:a16="http://schemas.microsoft.com/office/drawing/2014/main" id="{87422945-ED98-EAC4-E413-217D7CD1768F}"/>
              </a:ext>
            </a:extLst>
          </p:cNvP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R1 · 8/18</a:t>
            </a:r>
          </a:p>
        </p:txBody>
      </p:sp>
      <p:sp>
        <p:nvSpPr>
          <p:cNvPr id="810" name="BotBar">
            <a:extLst>
              <a:ext uri="{FF2B5EF4-FFF2-40B4-BE49-F238E27FC236}">
                <a16:creationId xmlns:a16="http://schemas.microsoft.com/office/drawing/2014/main" id="{F68C2F3F-D03B-746B-DEC9-DC065C1ED785}"/>
              </a:ext>
            </a:extLst>
          </p:cNvPr>
          <p:cNvSpPr/>
          <p:nvPr/>
        </p:nvSpPr>
        <p:spPr>
          <a:xfrm>
            <a:off x="0" y="12763500"/>
            <a:ext cx="10287000" cy="88900"/>
          </a:xfrm>
          <a:prstGeom prst="rect">
            <a:avLst/>
          </a:prstGeom>
          <a:solidFill>
            <a:srgbClr val="E6A03C"/>
          </a:solidFill>
          <a:ln>
            <a:noFill/>
          </a:ln>
        </p:spPr>
        <p:txBody>
          <a:bodyPr/>
          <a:lstStyle/>
          <a:p>
            <a:endParaRPr lang="en-US"/>
          </a:p>
        </p:txBody>
      </p:sp>
      <p:pic>
        <p:nvPicPr>
          <p:cNvPr id="6" name="Picture 5">
            <a:hlinkClick r:id="rId4"/>
            <a:extLst>
              <a:ext uri="{FF2B5EF4-FFF2-40B4-BE49-F238E27FC236}">
                <a16:creationId xmlns:a16="http://schemas.microsoft.com/office/drawing/2014/main" id="{FC23E7E5-46AA-23CD-65B4-7482D6DA743C}"/>
              </a:ext>
            </a:extLst>
          </p:cNvPr>
          <p:cNvPicPr>
            <a:picLocks noChangeAspect="1"/>
          </p:cNvPicPr>
          <p:nvPr>
            <p:custDataLst>
              <p:tags r:id="rId1"/>
            </p:custDataLst>
          </p:nvPr>
        </p:nvPicPr>
        <p:blipFill>
          <a:blip r:embed="rId5"/>
          <a:stretch>
            <a:fillRect/>
          </a:stretch>
        </p:blipFill>
        <p:spPr>
          <a:xfrm>
            <a:off x="2751236" y="1752600"/>
            <a:ext cx="4784527" cy="8686800"/>
          </a:xfrm>
          <a:prstGeom prst="rect">
            <a:avLst/>
          </a:prstGeom>
        </p:spPr>
      </p:pic>
    </p:spTree>
    <p:extLst>
      <p:ext uri="{BB962C8B-B14F-4D97-AF65-F5344CB8AC3E}">
        <p14:creationId xmlns:p14="http://schemas.microsoft.com/office/powerpoint/2010/main" val="10404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DB98AFFC-CD5F-4E38-BDCD-13497B6BDA25}"/>
            </a:ext>
          </a:extLst>
        </p:cNvPr>
        <p:cNvGrpSpPr/>
        <p:nvPr/>
      </p:nvGrpSpPr>
      <p:grpSpPr>
        <a:xfrm>
          <a:off x="0" y="0"/>
          <a:ext cx="0" cy="0"/>
          <a:chOff x="0" y="0"/>
          <a:chExt cx="0" cy="0"/>
        </a:xfrm>
      </p:grpSpPr>
      <p:sp>
        <p:nvSpPr>
          <p:cNvPr id="900" name="TopBar"/>
          <p:cNvSpPr/>
          <p:nvPr/>
        </p:nvSpPr>
        <p:spPr>
          <a:xfrm>
            <a:off x="0" y="0"/>
            <a:ext cx="10287000" cy="101600"/>
          </a:xfrm>
          <a:prstGeom prst="rect">
            <a:avLst/>
          </a:prstGeom>
          <a:solidFill>
            <a:srgbClr val="F08060"/>
          </a:solidFill>
          <a:ln>
            <a:noFill/>
          </a:ln>
        </p:spPr>
        <p:txBody>
          <a:bodyPr/>
          <a:lstStyle/>
          <a:p>
            <a:endParaRPr lang="en-US"/>
          </a:p>
        </p:txBody>
      </p:sp>
      <p:sp>
        <p:nvSpPr>
          <p:cNvPr id="901" name="Round"/>
          <p:cNvSpPr txBox="1"/>
          <p:nvPr/>
        </p:nvSpPr>
        <p:spPr>
          <a:xfrm>
            <a:off x="762000" y="2286000"/>
            <a:ext cx="8763000" cy="635000"/>
          </a:xfrm>
          <a:prstGeom prst="rect">
            <a:avLst/>
          </a:prstGeom>
          <a:noFill/>
          <a:ln>
            <a:noFill/>
          </a:ln>
        </p:spPr>
        <p:txBody>
          <a:bodyPr wrap="square" rtlCol="0"/>
          <a:lstStyle/>
          <a:p>
            <a:pPr algn="ctr"/>
            <a:r>
              <a:rPr lang="en-US" sz="2000" spc="800" dirty="0">
                <a:solidFill>
                  <a:srgbClr val="F08060"/>
                </a:solidFill>
                <a:latin typeface="Montserrat"/>
              </a:rPr>
              <a:t>ROUND 2</a:t>
            </a:r>
          </a:p>
        </p:txBody>
      </p:sp>
      <p:sp>
        <p:nvSpPr>
          <p:cNvPr id="902" name="Title"/>
          <p:cNvSpPr txBox="1"/>
          <p:nvPr/>
        </p:nvSpPr>
        <p:spPr>
          <a:xfrm>
            <a:off x="762000" y="3302000"/>
            <a:ext cx="8763000" cy="1270000"/>
          </a:xfrm>
          <a:prstGeom prst="rect">
            <a:avLst/>
          </a:prstGeom>
          <a:noFill/>
          <a:ln>
            <a:noFill/>
          </a:ln>
        </p:spPr>
        <p:txBody>
          <a:bodyPr wrap="square" rtlCol="0"/>
          <a:lstStyle/>
          <a:p>
            <a:pPr algn="ctr"/>
            <a:r>
              <a:rPr lang="en-US" sz="5400" b="1" dirty="0">
                <a:solidFill>
                  <a:srgbClr val="FFFFFF"/>
                </a:solidFill>
                <a:latin typeface="Montserrat"/>
              </a:rPr>
              <a:t>ETCH-</a:t>
            </a:r>
            <a:r>
              <a:rPr lang="en-US" sz="5400" b="1" dirty="0">
                <a:solidFill>
                  <a:srgbClr val="F08060"/>
                </a:solidFill>
                <a:latin typeface="Montserrat"/>
              </a:rPr>
              <a:t>AI</a:t>
            </a:r>
            <a:r>
              <a:rPr lang="en-US" sz="5400" b="1" dirty="0">
                <a:solidFill>
                  <a:srgbClr val="FFFFFF"/>
                </a:solidFill>
                <a:latin typeface="Montserrat"/>
              </a:rPr>
              <a:t>-SKETCH</a:t>
            </a:r>
          </a:p>
        </p:txBody>
      </p:sp>
      <p:sp>
        <p:nvSpPr>
          <p:cNvPr id="903" name="Sub"/>
          <p:cNvSpPr txBox="1"/>
          <p:nvPr/>
        </p:nvSpPr>
        <p:spPr>
          <a:xfrm>
            <a:off x="762000" y="4826000"/>
            <a:ext cx="8763000" cy="1016000"/>
          </a:xfrm>
          <a:prstGeom prst="rect">
            <a:avLst/>
          </a:prstGeom>
          <a:noFill/>
          <a:ln>
            <a:noFill/>
          </a:ln>
        </p:spPr>
        <p:txBody>
          <a:bodyPr wrap="square" rtlCol="0"/>
          <a:lstStyle/>
          <a:p>
            <a:pPr algn="ctr">
              <a:lnSpc>
                <a:spcPts val="3000"/>
              </a:lnSpc>
            </a:pPr>
            <a:r>
              <a:rPr lang="en-US" sz="2200" b="1" dirty="0">
                <a:solidFill>
                  <a:srgbClr val="F0EDE6"/>
                </a:solidFill>
                <a:latin typeface="Source Sans Pro"/>
              </a:rPr>
              <a:t>Improve Upon the</a:t>
            </a:r>
          </a:p>
          <a:p>
            <a:pPr algn="ctr">
              <a:lnSpc>
                <a:spcPts val="3000"/>
              </a:lnSpc>
            </a:pPr>
            <a:r>
              <a:rPr lang="en-US" sz="2200" b="1" dirty="0">
                <a:solidFill>
                  <a:srgbClr val="F0EDE6"/>
                </a:solidFill>
                <a:latin typeface="Source Sans Pro"/>
              </a:rPr>
              <a:t>"Vibed-Diagram"</a:t>
            </a:r>
          </a:p>
        </p:txBody>
      </p:sp>
      <p:sp>
        <p:nvSpPr>
          <p:cNvPr id="904" name="Div"/>
          <p:cNvSpPr/>
          <p:nvPr/>
        </p:nvSpPr>
        <p:spPr>
          <a:xfrm>
            <a:off x="3937000" y="6223000"/>
            <a:ext cx="2413000" cy="38100"/>
          </a:xfrm>
          <a:prstGeom prst="rect">
            <a:avLst/>
          </a:prstGeom>
          <a:solidFill>
            <a:srgbClr val="F08060"/>
          </a:solidFill>
          <a:ln>
            <a:noFill/>
          </a:ln>
        </p:spPr>
        <p:txBody>
          <a:bodyPr/>
          <a:lstStyle/>
          <a:p>
            <a:endParaRPr lang="en-US"/>
          </a:p>
        </p:txBody>
      </p:sp>
      <p:sp>
        <p:nvSpPr>
          <p:cNvPr id="905" name="Challenge"/>
          <p:cNvSpPr txBox="1"/>
          <p:nvPr/>
        </p:nvSpPr>
        <p:spPr>
          <a:xfrm>
            <a:off x="762000" y="6604000"/>
            <a:ext cx="8763000" cy="2032000"/>
          </a:xfrm>
          <a:prstGeom prst="rect">
            <a:avLst/>
          </a:prstGeom>
          <a:noFill/>
          <a:ln>
            <a:noFill/>
          </a:ln>
        </p:spPr>
        <p:txBody>
          <a:bodyPr wrap="square" rtlCol="0"/>
          <a:lstStyle/>
          <a:p>
            <a:pPr algn="ctr">
              <a:lnSpc>
                <a:spcPts val="3200"/>
              </a:lnSpc>
            </a:pPr>
            <a:r>
              <a:rPr lang="en-US" sz="1800" i="1" dirty="0">
                <a:solidFill>
                  <a:srgbClr val="C8C4D8"/>
                </a:solidFill>
                <a:latin typeface="Source Sans Pro"/>
              </a:rPr>
              <a:t>Respond to critique.</a:t>
            </a:r>
          </a:p>
          <a:p>
            <a:pPr algn="ctr">
              <a:lnSpc>
                <a:spcPts val="3200"/>
              </a:lnSpc>
            </a:pPr>
            <a:r>
              <a:rPr lang="en-US" sz="1800" i="1" dirty="0">
                <a:solidFill>
                  <a:srgbClr val="C8C4D8"/>
                </a:solidFill>
                <a:latin typeface="Source Sans Pro"/>
              </a:rPr>
              <a:t>Use more of Mermaid's toolbox.</a:t>
            </a:r>
          </a:p>
          <a:p>
            <a:pPr algn="ctr">
              <a:lnSpc>
                <a:spcPts val="3200"/>
              </a:lnSpc>
            </a:pPr>
            <a:r>
              <a:rPr lang="en-US" sz="1800" i="1" dirty="0">
                <a:solidFill>
                  <a:srgbClr val="C8C4D8"/>
                </a:solidFill>
                <a:latin typeface="Source Sans Pro"/>
              </a:rPr>
              <a:t>Keep the visual honest,</a:t>
            </a:r>
          </a:p>
          <a:p>
            <a:pPr algn="ctr">
              <a:lnSpc>
                <a:spcPts val="3200"/>
              </a:lnSpc>
            </a:pPr>
            <a:r>
              <a:rPr lang="en-US" sz="1800" i="1" dirty="0">
                <a:solidFill>
                  <a:srgbClr val="C8C4D8"/>
                </a:solidFill>
                <a:latin typeface="Source Sans Pro"/>
              </a:rPr>
              <a:t>but make it more stage-worthy.</a:t>
            </a:r>
          </a:p>
        </p:txBody>
      </p:sp>
      <p:sp>
        <p:nvSpPr>
          <p:cNvPr id="906" name="Sep"/>
          <p:cNvSpPr/>
          <p:nvPr/>
        </p:nvSpPr>
        <p:spPr>
          <a:xfrm>
            <a:off x="1524000" y="11049000"/>
            <a:ext cx="7239000" cy="12700"/>
          </a:xfrm>
          <a:prstGeom prst="rect">
            <a:avLst/>
          </a:prstGeom>
          <a:solidFill>
            <a:srgbClr val="F08060"/>
          </a:solidFill>
          <a:ln>
            <a:noFill/>
          </a:ln>
        </p:spPr>
        <p:txBody>
          <a:bodyPr/>
          <a:lstStyle/>
          <a:p>
            <a:endParaRPr lang="en-US"/>
          </a:p>
        </p:txBody>
      </p:sp>
      <p:sp>
        <p:nvSpPr>
          <p:cNvPr id="907" name="Footer"/>
          <p:cNvSpPr txBox="1"/>
          <p:nvPr/>
        </p:nvSpPr>
        <p:spPr>
          <a:xfrm>
            <a:off x="762000" y="11430000"/>
            <a:ext cx="8763000" cy="508000"/>
          </a:xfrm>
          <a:prstGeom prst="rect">
            <a:avLst/>
          </a:prstGeom>
          <a:noFill/>
          <a:ln>
            <a:noFill/>
          </a:ln>
        </p:spPr>
        <p:txBody>
          <a:bodyPr wrap="square" rtlCol="0"/>
          <a:lstStyle/>
          <a:p>
            <a:pPr algn="ctr"/>
            <a:r>
              <a:rPr lang="en-US" sz="1400" spc="400" dirty="0">
                <a:solidFill>
                  <a:srgbClr val="9896B0"/>
                </a:solidFill>
                <a:latin typeface="Montserrat"/>
              </a:rPr>
              <a:t>OVERKILL HILL P³</a:t>
            </a:r>
          </a:p>
        </p:txBody>
      </p:sp>
      <p:sp>
        <p:nvSpPr>
          <p:cNvPr id="908" name="BotBar"/>
          <p:cNvSpPr/>
          <p:nvPr/>
        </p:nvSpPr>
        <p:spPr>
          <a:xfrm>
            <a:off x="0" y="12750800"/>
            <a:ext cx="10287000" cy="101600"/>
          </a:xfrm>
          <a:prstGeom prst="rect">
            <a:avLst/>
          </a:prstGeom>
          <a:solidFill>
            <a:srgbClr val="F08060"/>
          </a:solidFill>
          <a:ln>
            <a:noFill/>
          </a:ln>
        </p:spPr>
        <p:txBody>
          <a:bodyPr/>
          <a:lstStyle/>
          <a:p>
            <a:endParaRPr lang="en-US"/>
          </a:p>
        </p:txBody>
      </p:sp>
    </p:spTree>
    <p:extLst>
      <p:ext uri="{BB962C8B-B14F-4D97-AF65-F5344CB8AC3E}">
        <p14:creationId xmlns:p14="http://schemas.microsoft.com/office/powerpoint/2010/main" val="3552562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000" name="TopBar"/>
          <p:cNvSpPr/>
          <p:nvPr/>
        </p:nvSpPr>
        <p:spPr>
          <a:xfrm>
            <a:off x="0" y="0"/>
            <a:ext cx="10287000" cy="88900"/>
          </a:xfrm>
          <a:prstGeom prst="rect">
            <a:avLst/>
          </a:prstGeom>
          <a:solidFill>
            <a:srgbClr val="F08060"/>
          </a:solidFill>
          <a:ln>
            <a:noFill/>
          </a:ln>
        </p:spPr>
        <p:txBody>
          <a:bodyPr/>
          <a:lstStyle/>
          <a:p>
            <a:endParaRPr lang="en-US"/>
          </a:p>
        </p:txBody>
      </p:sp>
      <p:sp>
        <p:nvSpPr>
          <p:cNvPr id="10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Copilot</a:t>
            </a:r>
            <a:r>
              <a:rPr lang="en-US" sz="3200" dirty="0">
                <a:solidFill>
                  <a:srgbClr val="FFFFFF"/>
                </a:solidFill>
                <a:latin typeface="Montserrat"/>
              </a:rPr>
              <a:t> RE-Design</a:t>
            </a:r>
          </a:p>
        </p:txBody>
      </p:sp>
      <p:sp>
        <p:nvSpPr>
          <p:cNvPr id="10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GPT 5.4 Thinking</a:t>
            </a:r>
          </a:p>
        </p:txBody>
      </p:sp>
      <p:sp>
        <p:nvSpPr>
          <p:cNvPr id="10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0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0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Strong if V2 adds flair without losing structure.</a:t>
            </a:r>
          </a:p>
        </p:txBody>
      </p:sp>
      <p:sp>
        <p:nvSpPr>
          <p:cNvPr id="10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Architecture preserved?  ·  Emotion + discipline  ·  Boardroom-ready</a:t>
            </a:r>
          </a:p>
        </p:txBody>
      </p:sp>
      <p:sp>
        <p:nvSpPr>
          <p:cNvPr id="1008"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10/18</a:t>
            </a:r>
          </a:p>
        </p:txBody>
      </p:sp>
      <p:sp>
        <p:nvSpPr>
          <p:cNvPr id="10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2" name="Picture 1">
            <a:hlinkClick r:id="rId4"/>
            <a:extLst>
              <a:ext uri="{FF2B5EF4-FFF2-40B4-BE49-F238E27FC236}">
                <a16:creationId xmlns:a16="http://schemas.microsoft.com/office/drawing/2014/main" id="{342C2280-B4D7-634E-9897-F6321F7E9F43}"/>
              </a:ext>
            </a:extLst>
          </p:cNvPr>
          <p:cNvPicPr>
            <a:picLocks noChangeAspect="1"/>
          </p:cNvPicPr>
          <p:nvPr>
            <p:custDataLst>
              <p:tags r:id="rId1"/>
            </p:custDataLst>
          </p:nvPr>
        </p:nvPicPr>
        <p:blipFill>
          <a:blip r:embed="rId5"/>
          <a:stretch>
            <a:fillRect/>
          </a:stretch>
        </p:blipFill>
        <p:spPr>
          <a:xfrm>
            <a:off x="800100" y="5198901"/>
            <a:ext cx="8686800" cy="1794197"/>
          </a:xfrm>
          <a:prstGeom prst="rect">
            <a:avLst/>
          </a:prstGeom>
        </p:spPr>
      </p:pic>
    </p:spTree>
    <p:extLst>
      <p:ext uri="{BB962C8B-B14F-4D97-AF65-F5344CB8AC3E}">
        <p14:creationId xmlns:p14="http://schemas.microsoft.com/office/powerpoint/2010/main" val="2015331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100" name="TopBar"/>
          <p:cNvSpPr/>
          <p:nvPr/>
        </p:nvSpPr>
        <p:spPr>
          <a:xfrm>
            <a:off x="0" y="0"/>
            <a:ext cx="10287000" cy="88900"/>
          </a:xfrm>
          <a:prstGeom prst="rect">
            <a:avLst/>
          </a:prstGeom>
          <a:solidFill>
            <a:srgbClr val="F08060"/>
          </a:solidFill>
          <a:ln>
            <a:noFill/>
          </a:ln>
        </p:spPr>
        <p:txBody>
          <a:bodyPr/>
          <a:lstStyle/>
          <a:p>
            <a:endParaRPr lang="en-US"/>
          </a:p>
        </p:txBody>
      </p:sp>
      <p:sp>
        <p:nvSpPr>
          <p:cNvPr id="11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Perplexity</a:t>
            </a:r>
            <a:r>
              <a:rPr lang="en-US" sz="3200" dirty="0">
                <a:solidFill>
                  <a:srgbClr val="FFFFFF"/>
                </a:solidFill>
                <a:latin typeface="Montserrat"/>
              </a:rPr>
              <a:t> RE-Design</a:t>
            </a:r>
          </a:p>
        </p:txBody>
      </p:sp>
      <p:sp>
        <p:nvSpPr>
          <p:cNvPr id="11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Auto</a:t>
            </a:r>
          </a:p>
        </p:txBody>
      </p:sp>
      <p:sp>
        <p:nvSpPr>
          <p:cNvPr id="11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1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1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Can pragmatism also become beautiful?</a:t>
            </a:r>
          </a:p>
        </p:txBody>
      </p:sp>
      <p:sp>
        <p:nvSpPr>
          <p:cNvPr id="11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Visually memorable?  ·  Clarity under complexity  ·  Business logic star</a:t>
            </a:r>
          </a:p>
        </p:txBody>
      </p:sp>
      <p:sp>
        <p:nvSpPr>
          <p:cNvPr id="1108"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11/18</a:t>
            </a:r>
          </a:p>
        </p:txBody>
      </p:sp>
      <p:sp>
        <p:nvSpPr>
          <p:cNvPr id="11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6" name="Picture 5">
            <a:hlinkClick r:id="rId4"/>
            <a:extLst>
              <a:ext uri="{FF2B5EF4-FFF2-40B4-BE49-F238E27FC236}">
                <a16:creationId xmlns:a16="http://schemas.microsoft.com/office/drawing/2014/main" id="{8AAC48CE-AF84-154F-EAB2-93FABD5499C6}"/>
              </a:ext>
            </a:extLst>
          </p:cNvPr>
          <p:cNvPicPr>
            <a:picLocks noChangeAspect="1"/>
          </p:cNvPicPr>
          <p:nvPr>
            <p:custDataLst>
              <p:tags r:id="rId1"/>
            </p:custDataLst>
          </p:nvPr>
        </p:nvPicPr>
        <p:blipFill>
          <a:blip r:embed="rId5"/>
          <a:stretch>
            <a:fillRect/>
          </a:stretch>
        </p:blipFill>
        <p:spPr>
          <a:xfrm>
            <a:off x="800100" y="5657135"/>
            <a:ext cx="8686800" cy="877729"/>
          </a:xfrm>
          <a:prstGeom prst="rect">
            <a:avLst/>
          </a:prstGeom>
        </p:spPr>
      </p:pic>
    </p:spTree>
    <p:extLst>
      <p:ext uri="{BB962C8B-B14F-4D97-AF65-F5344CB8AC3E}">
        <p14:creationId xmlns:p14="http://schemas.microsoft.com/office/powerpoint/2010/main" val="2946363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200" name="TopBar"/>
          <p:cNvSpPr/>
          <p:nvPr/>
        </p:nvSpPr>
        <p:spPr>
          <a:xfrm>
            <a:off x="0" y="0"/>
            <a:ext cx="10287000" cy="88900"/>
          </a:xfrm>
          <a:prstGeom prst="rect">
            <a:avLst/>
          </a:prstGeom>
          <a:solidFill>
            <a:srgbClr val="F08060"/>
          </a:solidFill>
          <a:ln>
            <a:noFill/>
          </a:ln>
        </p:spPr>
        <p:txBody>
          <a:bodyPr/>
          <a:lstStyle/>
          <a:p>
            <a:endParaRPr lang="en-US"/>
          </a:p>
        </p:txBody>
      </p:sp>
      <p:sp>
        <p:nvSpPr>
          <p:cNvPr id="12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Notion</a:t>
            </a:r>
            <a:r>
              <a:rPr lang="en-US" sz="3200" dirty="0">
                <a:solidFill>
                  <a:srgbClr val="FFFFFF"/>
                </a:solidFill>
                <a:latin typeface="Montserrat"/>
              </a:rPr>
              <a:t> RE-Design</a:t>
            </a:r>
          </a:p>
        </p:txBody>
      </p:sp>
      <p:sp>
        <p:nvSpPr>
          <p:cNvPr id="12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Auto</a:t>
            </a:r>
          </a:p>
        </p:txBody>
      </p:sp>
      <p:sp>
        <p:nvSpPr>
          <p:cNvPr id="12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2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2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Wins if restraint survives iteration.</a:t>
            </a:r>
          </a:p>
        </p:txBody>
      </p:sp>
      <p:sp>
        <p:nvSpPr>
          <p:cNvPr id="12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Cleaner or richer lanes?  ·  Minimalism still useful?  ·  Calm depth</a:t>
            </a:r>
          </a:p>
        </p:txBody>
      </p:sp>
      <p:sp>
        <p:nvSpPr>
          <p:cNvPr id="1208"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12/18</a:t>
            </a:r>
          </a:p>
        </p:txBody>
      </p:sp>
      <p:sp>
        <p:nvSpPr>
          <p:cNvPr id="12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6" name="Picture 5">
            <a:hlinkClick r:id="rId4"/>
            <a:extLst>
              <a:ext uri="{FF2B5EF4-FFF2-40B4-BE49-F238E27FC236}">
                <a16:creationId xmlns:a16="http://schemas.microsoft.com/office/drawing/2014/main" id="{F555A5E3-2530-1FE6-976F-6B86A07962F5}"/>
              </a:ext>
            </a:extLst>
          </p:cNvPr>
          <p:cNvPicPr>
            <a:picLocks noChangeAspect="1"/>
          </p:cNvPicPr>
          <p:nvPr>
            <p:custDataLst>
              <p:tags r:id="rId1"/>
            </p:custDataLst>
          </p:nvPr>
        </p:nvPicPr>
        <p:blipFill>
          <a:blip r:embed="rId5"/>
          <a:stretch>
            <a:fillRect/>
          </a:stretch>
        </p:blipFill>
        <p:spPr>
          <a:xfrm>
            <a:off x="800100" y="5159454"/>
            <a:ext cx="8686800" cy="1873091"/>
          </a:xfrm>
          <a:prstGeom prst="rect">
            <a:avLst/>
          </a:prstGeom>
        </p:spPr>
      </p:pic>
    </p:spTree>
    <p:extLst>
      <p:ext uri="{BB962C8B-B14F-4D97-AF65-F5344CB8AC3E}">
        <p14:creationId xmlns:p14="http://schemas.microsoft.com/office/powerpoint/2010/main" val="241581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300" name="TopBar"/>
          <p:cNvSpPr/>
          <p:nvPr/>
        </p:nvSpPr>
        <p:spPr>
          <a:xfrm>
            <a:off x="0" y="0"/>
            <a:ext cx="10287000" cy="88900"/>
          </a:xfrm>
          <a:prstGeom prst="rect">
            <a:avLst/>
          </a:prstGeom>
          <a:solidFill>
            <a:srgbClr val="F08060"/>
          </a:solidFill>
          <a:ln>
            <a:noFill/>
          </a:ln>
        </p:spPr>
        <p:txBody>
          <a:bodyPr/>
          <a:lstStyle/>
          <a:p>
            <a:endParaRPr lang="en-US"/>
          </a:p>
        </p:txBody>
      </p:sp>
      <p:sp>
        <p:nvSpPr>
          <p:cNvPr id="13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Gemini</a:t>
            </a:r>
            <a:r>
              <a:rPr lang="en-US" sz="3200" dirty="0">
                <a:solidFill>
                  <a:srgbClr val="FFFFFF"/>
                </a:solidFill>
                <a:latin typeface="Montserrat"/>
              </a:rPr>
              <a:t> RE-Design</a:t>
            </a:r>
          </a:p>
        </p:txBody>
      </p:sp>
      <p:sp>
        <p:nvSpPr>
          <p:cNvPr id="13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Gemini 3 Thinking</a:t>
            </a:r>
          </a:p>
        </p:txBody>
      </p:sp>
      <p:sp>
        <p:nvSpPr>
          <p:cNvPr id="13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3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3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Separate itself or disappear into 'pretty enough.'</a:t>
            </a:r>
          </a:p>
        </p:txBody>
      </p:sp>
      <p:sp>
        <p:nvSpPr>
          <p:cNvPr id="13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Stronger conviction?  ·  Distinct POV  ·  Synthesized, not generic</a:t>
            </a:r>
          </a:p>
        </p:txBody>
      </p:sp>
      <p:sp>
        <p:nvSpPr>
          <p:cNvPr id="1308"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13/18</a:t>
            </a:r>
          </a:p>
        </p:txBody>
      </p:sp>
      <p:sp>
        <p:nvSpPr>
          <p:cNvPr id="13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hlinkClick r:id="rId4"/>
            <a:extLst>
              <a:ext uri="{FF2B5EF4-FFF2-40B4-BE49-F238E27FC236}">
                <a16:creationId xmlns:a16="http://schemas.microsoft.com/office/drawing/2014/main" id="{D631EEEF-B678-C45A-15A4-1C23888A1C90}"/>
              </a:ext>
            </a:extLst>
          </p:cNvPr>
          <p:cNvPicPr>
            <a:picLocks noChangeAspect="1"/>
          </p:cNvPicPr>
          <p:nvPr>
            <p:custDataLst>
              <p:tags r:id="rId1"/>
            </p:custDataLst>
          </p:nvPr>
        </p:nvPicPr>
        <p:blipFill>
          <a:blip r:embed="rId5"/>
          <a:stretch>
            <a:fillRect/>
          </a:stretch>
        </p:blipFill>
        <p:spPr>
          <a:xfrm>
            <a:off x="2770465" y="1752600"/>
            <a:ext cx="4746069" cy="8686800"/>
          </a:xfrm>
          <a:prstGeom prst="rect">
            <a:avLst/>
          </a:prstGeom>
        </p:spPr>
      </p:pic>
    </p:spTree>
    <p:extLst>
      <p:ext uri="{BB962C8B-B14F-4D97-AF65-F5344CB8AC3E}">
        <p14:creationId xmlns:p14="http://schemas.microsoft.com/office/powerpoint/2010/main" val="546673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400" name="TopBar"/>
          <p:cNvSpPr/>
          <p:nvPr/>
        </p:nvSpPr>
        <p:spPr>
          <a:xfrm>
            <a:off x="0" y="0"/>
            <a:ext cx="10287000" cy="88900"/>
          </a:xfrm>
          <a:prstGeom prst="rect">
            <a:avLst/>
          </a:prstGeom>
          <a:solidFill>
            <a:srgbClr val="F08060"/>
          </a:solidFill>
          <a:ln>
            <a:noFill/>
          </a:ln>
        </p:spPr>
        <p:txBody>
          <a:bodyPr/>
          <a:lstStyle/>
          <a:p>
            <a:endParaRPr lang="en-US"/>
          </a:p>
        </p:txBody>
      </p:sp>
      <p:sp>
        <p:nvSpPr>
          <p:cNvPr id="14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Claude</a:t>
            </a:r>
            <a:r>
              <a:rPr lang="en-US" sz="3200" dirty="0">
                <a:solidFill>
                  <a:srgbClr val="FFFFFF"/>
                </a:solidFill>
                <a:latin typeface="Montserrat"/>
              </a:rPr>
              <a:t> RE-Design</a:t>
            </a:r>
          </a:p>
        </p:txBody>
      </p:sp>
      <p:sp>
        <p:nvSpPr>
          <p:cNvPr id="14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Sonnet 4.6 Extended Thinking</a:t>
            </a:r>
          </a:p>
        </p:txBody>
      </p:sp>
      <p:sp>
        <p:nvSpPr>
          <p:cNvPr id="14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4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4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Thinks beautifully. Wins if it also diagrams brutally.</a:t>
            </a:r>
          </a:p>
        </p:txBody>
      </p:sp>
      <p:sp>
        <p:nvSpPr>
          <p:cNvPr id="14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Narrative to structure  ·  Honest recursion  ·  Earned elegance?</a:t>
            </a:r>
          </a:p>
        </p:txBody>
      </p:sp>
      <p:sp>
        <p:nvSpPr>
          <p:cNvPr id="1408"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14/18</a:t>
            </a:r>
          </a:p>
        </p:txBody>
      </p:sp>
      <p:sp>
        <p:nvSpPr>
          <p:cNvPr id="14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hlinkClick r:id="rId4"/>
            <a:extLst>
              <a:ext uri="{FF2B5EF4-FFF2-40B4-BE49-F238E27FC236}">
                <a16:creationId xmlns:a16="http://schemas.microsoft.com/office/drawing/2014/main" id="{FBE509A9-B25F-459C-C97A-F1A0A610EA3E}"/>
              </a:ext>
            </a:extLst>
          </p:cNvPr>
          <p:cNvPicPr>
            <a:picLocks noChangeAspect="1"/>
          </p:cNvPicPr>
          <p:nvPr>
            <p:custDataLst>
              <p:tags r:id="rId1"/>
            </p:custDataLst>
          </p:nvPr>
        </p:nvPicPr>
        <p:blipFill>
          <a:blip r:embed="rId5"/>
          <a:stretch>
            <a:fillRect/>
          </a:stretch>
        </p:blipFill>
        <p:spPr>
          <a:xfrm>
            <a:off x="2786300" y="1752600"/>
            <a:ext cx="4714399" cy="8686800"/>
          </a:xfrm>
          <a:prstGeom prst="rect">
            <a:avLst/>
          </a:prstGeom>
        </p:spPr>
      </p:pic>
    </p:spTree>
    <p:extLst>
      <p:ext uri="{BB962C8B-B14F-4D97-AF65-F5344CB8AC3E}">
        <p14:creationId xmlns:p14="http://schemas.microsoft.com/office/powerpoint/2010/main" val="1457533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500" name="TopBar"/>
          <p:cNvSpPr/>
          <p:nvPr/>
        </p:nvSpPr>
        <p:spPr>
          <a:xfrm>
            <a:off x="0" y="0"/>
            <a:ext cx="10287000" cy="88900"/>
          </a:xfrm>
          <a:prstGeom prst="rect">
            <a:avLst/>
          </a:prstGeom>
          <a:solidFill>
            <a:srgbClr val="F08060"/>
          </a:solidFill>
          <a:ln>
            <a:noFill/>
          </a:ln>
        </p:spPr>
        <p:txBody>
          <a:bodyPr/>
          <a:lstStyle/>
          <a:p>
            <a:endParaRPr lang="en-US"/>
          </a:p>
        </p:txBody>
      </p:sp>
      <p:sp>
        <p:nvSpPr>
          <p:cNvPr id="15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ChatGPT</a:t>
            </a:r>
            <a:r>
              <a:rPr lang="en-US" sz="3200" dirty="0">
                <a:solidFill>
                  <a:srgbClr val="FFFFFF"/>
                </a:solidFill>
                <a:latin typeface="Montserrat"/>
              </a:rPr>
              <a:t> RE-Design</a:t>
            </a:r>
          </a:p>
        </p:txBody>
      </p:sp>
      <p:sp>
        <p:nvSpPr>
          <p:cNvPr id="15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GPT 5.4 Heavy Thinking</a:t>
            </a:r>
          </a:p>
        </p:txBody>
      </p:sp>
      <p:sp>
        <p:nvSpPr>
          <p:cNvPr id="15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5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5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More deliberate, less merely clever.</a:t>
            </a:r>
          </a:p>
        </p:txBody>
      </p:sp>
      <p:sp>
        <p:nvSpPr>
          <p:cNvPr id="15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Denser reasoning  ·  Explicit loop logic  ·  Brand + story + mechanics</a:t>
            </a:r>
          </a:p>
        </p:txBody>
      </p:sp>
      <p:sp>
        <p:nvSpPr>
          <p:cNvPr id="1508"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15/18</a:t>
            </a:r>
          </a:p>
        </p:txBody>
      </p:sp>
      <p:sp>
        <p:nvSpPr>
          <p:cNvPr id="15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6" name="Picture 5">
            <a:hlinkClick r:id="rId4"/>
            <a:extLst>
              <a:ext uri="{FF2B5EF4-FFF2-40B4-BE49-F238E27FC236}">
                <a16:creationId xmlns:a16="http://schemas.microsoft.com/office/drawing/2014/main" id="{E45B7D2F-4F41-B069-A33E-83478DA56378}"/>
              </a:ext>
            </a:extLst>
          </p:cNvPr>
          <p:cNvPicPr>
            <a:picLocks noChangeAspect="1"/>
          </p:cNvPicPr>
          <p:nvPr>
            <p:custDataLst>
              <p:tags r:id="rId1"/>
            </p:custDataLst>
          </p:nvPr>
        </p:nvPicPr>
        <p:blipFill>
          <a:blip r:embed="rId5"/>
          <a:stretch>
            <a:fillRect/>
          </a:stretch>
        </p:blipFill>
        <p:spPr>
          <a:xfrm>
            <a:off x="800100" y="5571212"/>
            <a:ext cx="8686800" cy="1714738"/>
          </a:xfrm>
          <a:prstGeom prst="rect">
            <a:avLst/>
          </a:prstGeom>
        </p:spPr>
      </p:pic>
    </p:spTree>
    <p:extLst>
      <p:ext uri="{BB962C8B-B14F-4D97-AF65-F5344CB8AC3E}">
        <p14:creationId xmlns:p14="http://schemas.microsoft.com/office/powerpoint/2010/main" val="3943586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600" name="TopBar"/>
          <p:cNvSpPr/>
          <p:nvPr/>
        </p:nvSpPr>
        <p:spPr>
          <a:xfrm>
            <a:off x="0" y="0"/>
            <a:ext cx="10287000" cy="88900"/>
          </a:xfrm>
          <a:prstGeom prst="rect">
            <a:avLst/>
          </a:prstGeom>
          <a:solidFill>
            <a:srgbClr val="F08060"/>
          </a:solidFill>
          <a:ln>
            <a:noFill/>
          </a:ln>
        </p:spPr>
        <p:txBody>
          <a:bodyPr/>
          <a:lstStyle/>
          <a:p>
            <a:endParaRPr lang="en-US"/>
          </a:p>
        </p:txBody>
      </p:sp>
      <p:sp>
        <p:nvSpPr>
          <p:cNvPr id="1601" name="Platform"/>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ChatGPT</a:t>
            </a:r>
            <a:r>
              <a:rPr lang="en-US" sz="3200" dirty="0">
                <a:solidFill>
                  <a:srgbClr val="FFFFFF"/>
                </a:solidFill>
                <a:latin typeface="Montserrat"/>
              </a:rPr>
              <a:t> V2 PRO</a:t>
            </a:r>
          </a:p>
        </p:txBody>
      </p:sp>
      <p:sp>
        <p:nvSpPr>
          <p:cNvPr id="1602" name="Model"/>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GPT 5.4 PRO Thinking</a:t>
            </a:r>
          </a:p>
        </p:txBody>
      </p:sp>
      <p:sp>
        <p:nvSpPr>
          <p:cNvPr id="1603" name="ImageArea"/>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605" name="Div"/>
          <p:cNvSpPr/>
          <p:nvPr/>
        </p:nvSpPr>
        <p:spPr>
          <a:xfrm>
            <a:off x="571500" y="10795000"/>
            <a:ext cx="9144000" cy="25400"/>
          </a:xfrm>
          <a:prstGeom prst="rect">
            <a:avLst/>
          </a:prstGeom>
          <a:solidFill>
            <a:srgbClr val="F08060"/>
          </a:solidFill>
          <a:ln>
            <a:noFill/>
          </a:ln>
        </p:spPr>
        <p:txBody>
          <a:bodyPr/>
          <a:lstStyle/>
          <a:p>
            <a:endParaRPr lang="en-US"/>
          </a:p>
        </p:txBody>
      </p:sp>
      <p:sp>
        <p:nvSpPr>
          <p:cNvPr id="1606" name="Judge"/>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Art of the possible — feature-rich, theatrical, trying to wow.</a:t>
            </a:r>
          </a:p>
        </p:txBody>
      </p:sp>
      <p:sp>
        <p:nvSpPr>
          <p:cNvPr id="1607" name="Traits"/>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Pushes Mermaid further  ·  Features serve theme?  ·  Diagram or poster?</a:t>
            </a:r>
          </a:p>
        </p:txBody>
      </p:sp>
      <p:sp>
        <p:nvSpPr>
          <p:cNvPr id="1608" name="Counte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16/18</a:t>
            </a:r>
          </a:p>
        </p:txBody>
      </p:sp>
      <p:sp>
        <p:nvSpPr>
          <p:cNvPr id="1609" name="BotBa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hlinkClick r:id="rId4"/>
            <a:extLst>
              <a:ext uri="{FF2B5EF4-FFF2-40B4-BE49-F238E27FC236}">
                <a16:creationId xmlns:a16="http://schemas.microsoft.com/office/drawing/2014/main" id="{8675C164-6C5C-0429-8E0E-4C33AAEF6339}"/>
              </a:ext>
            </a:extLst>
          </p:cNvPr>
          <p:cNvPicPr>
            <a:picLocks noChangeAspect="1"/>
          </p:cNvPicPr>
          <p:nvPr>
            <p:custDataLst>
              <p:tags r:id="rId1"/>
            </p:custDataLst>
          </p:nvPr>
        </p:nvPicPr>
        <p:blipFill>
          <a:blip r:embed="rId5"/>
          <a:stretch>
            <a:fillRect/>
          </a:stretch>
        </p:blipFill>
        <p:spPr>
          <a:xfrm>
            <a:off x="800100" y="5335944"/>
            <a:ext cx="8686800" cy="2185273"/>
          </a:xfrm>
          <a:prstGeom prst="rect">
            <a:avLst/>
          </a:prstGeom>
        </p:spPr>
      </p:pic>
    </p:spTree>
    <p:extLst>
      <p:ext uri="{BB962C8B-B14F-4D97-AF65-F5344CB8AC3E}">
        <p14:creationId xmlns:p14="http://schemas.microsoft.com/office/powerpoint/2010/main" val="540440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a:extLst>
            <a:ext uri="{FF2B5EF4-FFF2-40B4-BE49-F238E27FC236}">
              <a16:creationId xmlns:a16="http://schemas.microsoft.com/office/drawing/2014/main" id="{502B4424-3919-7366-B73C-723C4F747C88}"/>
            </a:ext>
          </a:extLst>
        </p:cNvPr>
        <p:cNvGrpSpPr/>
        <p:nvPr/>
      </p:nvGrpSpPr>
      <p:grpSpPr>
        <a:xfrm>
          <a:off x="0" y="0"/>
          <a:ext cx="0" cy="0"/>
          <a:chOff x="0" y="0"/>
          <a:chExt cx="0" cy="0"/>
        </a:xfrm>
      </p:grpSpPr>
      <p:sp>
        <p:nvSpPr>
          <p:cNvPr id="1600" name="TopBar">
            <a:extLst>
              <a:ext uri="{FF2B5EF4-FFF2-40B4-BE49-F238E27FC236}">
                <a16:creationId xmlns:a16="http://schemas.microsoft.com/office/drawing/2014/main" id="{C6AB7EB6-21C6-7F72-50E5-5389BF00E881}"/>
              </a:ext>
            </a:extLst>
          </p:cNvPr>
          <p:cNvSpPr/>
          <p:nvPr/>
        </p:nvSpPr>
        <p:spPr>
          <a:xfrm>
            <a:off x="0" y="0"/>
            <a:ext cx="10287000" cy="88900"/>
          </a:xfrm>
          <a:prstGeom prst="rect">
            <a:avLst/>
          </a:prstGeom>
          <a:solidFill>
            <a:srgbClr val="F08060"/>
          </a:solidFill>
          <a:ln>
            <a:noFill/>
          </a:ln>
        </p:spPr>
        <p:txBody>
          <a:bodyPr/>
          <a:lstStyle/>
          <a:p>
            <a:endParaRPr lang="en-US"/>
          </a:p>
        </p:txBody>
      </p:sp>
      <p:sp>
        <p:nvSpPr>
          <p:cNvPr id="1601" name="Platform">
            <a:extLst>
              <a:ext uri="{FF2B5EF4-FFF2-40B4-BE49-F238E27FC236}">
                <a16:creationId xmlns:a16="http://schemas.microsoft.com/office/drawing/2014/main" id="{3D81BD40-FED0-838D-E2E1-A966296F1707}"/>
              </a:ext>
            </a:extLst>
          </p:cNvPr>
          <p:cNvSpPr txBox="1"/>
          <p:nvPr/>
        </p:nvSpPr>
        <p:spPr>
          <a:xfrm>
            <a:off x="571500" y="317500"/>
            <a:ext cx="9144000" cy="635000"/>
          </a:xfrm>
          <a:prstGeom prst="rect">
            <a:avLst/>
          </a:prstGeom>
          <a:noFill/>
          <a:ln>
            <a:noFill/>
          </a:ln>
        </p:spPr>
        <p:txBody>
          <a:bodyPr wrap="square" rtlCol="0"/>
          <a:lstStyle/>
          <a:p>
            <a:pPr algn="l"/>
            <a:r>
              <a:rPr lang="en-US" sz="3200" b="1" dirty="0">
                <a:solidFill>
                  <a:srgbClr val="FFFFFF"/>
                </a:solidFill>
                <a:latin typeface="Montserrat"/>
              </a:rPr>
              <a:t>Replit</a:t>
            </a:r>
            <a:r>
              <a:rPr lang="en-US" sz="3200" dirty="0">
                <a:solidFill>
                  <a:srgbClr val="FFFFFF"/>
                </a:solidFill>
                <a:latin typeface="Montserrat"/>
              </a:rPr>
              <a:t> V2</a:t>
            </a:r>
          </a:p>
        </p:txBody>
      </p:sp>
      <p:sp>
        <p:nvSpPr>
          <p:cNvPr id="1602" name="Model">
            <a:extLst>
              <a:ext uri="{FF2B5EF4-FFF2-40B4-BE49-F238E27FC236}">
                <a16:creationId xmlns:a16="http://schemas.microsoft.com/office/drawing/2014/main" id="{4305BB81-152E-00C6-8D81-9FC840EC080E}"/>
              </a:ext>
            </a:extLst>
          </p:cNvPr>
          <p:cNvSpPr txBox="1"/>
          <p:nvPr/>
        </p:nvSpPr>
        <p:spPr>
          <a:xfrm>
            <a:off x="571500" y="952500"/>
            <a:ext cx="9144000" cy="381000"/>
          </a:xfrm>
          <a:prstGeom prst="rect">
            <a:avLst/>
          </a:prstGeom>
          <a:noFill/>
          <a:ln>
            <a:noFill/>
          </a:ln>
        </p:spPr>
        <p:txBody>
          <a:bodyPr wrap="square" rtlCol="0"/>
          <a:lstStyle/>
          <a:p>
            <a:pPr algn="l"/>
            <a:r>
              <a:rPr lang="en-US" sz="1400" i="1" dirty="0">
                <a:solidFill>
                  <a:srgbClr val="C8C4D8"/>
                </a:solidFill>
                <a:latin typeface="Source Sans Pro"/>
              </a:rPr>
              <a:t>Using Auto</a:t>
            </a:r>
          </a:p>
        </p:txBody>
      </p:sp>
      <p:sp>
        <p:nvSpPr>
          <p:cNvPr id="1603" name="ImageArea">
            <a:extLst>
              <a:ext uri="{FF2B5EF4-FFF2-40B4-BE49-F238E27FC236}">
                <a16:creationId xmlns:a16="http://schemas.microsoft.com/office/drawing/2014/main" id="{16C0CCF2-E196-3560-5653-93A660908EA9}"/>
              </a:ext>
            </a:extLst>
          </p:cNvPr>
          <p:cNvSpPr/>
          <p:nvPr/>
        </p:nvSpPr>
        <p:spPr>
          <a:xfrm>
            <a:off x="571500" y="1524000"/>
            <a:ext cx="9144000" cy="9144000"/>
          </a:xfrm>
          <a:prstGeom prst="roundRect">
            <a:avLst>
              <a:gd name="adj" fmla="val 3000"/>
            </a:avLst>
          </a:prstGeom>
          <a:solidFill>
            <a:srgbClr val="FFFFFF"/>
          </a:solidFill>
          <a:ln w="9525">
            <a:solidFill>
              <a:srgbClr val="2A2A40"/>
            </a:solidFill>
            <a:prstDash val="dash"/>
          </a:ln>
        </p:spPr>
        <p:txBody>
          <a:bodyPr/>
          <a:lstStyle/>
          <a:p>
            <a:endParaRPr lang="en-US"/>
          </a:p>
        </p:txBody>
      </p:sp>
      <p:sp>
        <p:nvSpPr>
          <p:cNvPr id="1605" name="Div">
            <a:extLst>
              <a:ext uri="{FF2B5EF4-FFF2-40B4-BE49-F238E27FC236}">
                <a16:creationId xmlns:a16="http://schemas.microsoft.com/office/drawing/2014/main" id="{061B1093-EB9A-26AC-1F57-52C3F58BF938}"/>
              </a:ext>
            </a:extLst>
          </p:cNvPr>
          <p:cNvSpPr/>
          <p:nvPr/>
        </p:nvSpPr>
        <p:spPr>
          <a:xfrm>
            <a:off x="571500" y="10795000"/>
            <a:ext cx="9144000" cy="25400"/>
          </a:xfrm>
          <a:prstGeom prst="rect">
            <a:avLst/>
          </a:prstGeom>
          <a:solidFill>
            <a:srgbClr val="F08060"/>
          </a:solidFill>
          <a:ln>
            <a:noFill/>
          </a:ln>
        </p:spPr>
        <p:txBody>
          <a:bodyPr/>
          <a:lstStyle/>
          <a:p>
            <a:endParaRPr lang="en-US"/>
          </a:p>
        </p:txBody>
      </p:sp>
      <p:sp>
        <p:nvSpPr>
          <p:cNvPr id="1606" name="Judge">
            <a:extLst>
              <a:ext uri="{FF2B5EF4-FFF2-40B4-BE49-F238E27FC236}">
                <a16:creationId xmlns:a16="http://schemas.microsoft.com/office/drawing/2014/main" id="{FE8AB0C1-5B67-66F6-3C7A-95BB4321D2B0}"/>
              </a:ext>
            </a:extLst>
          </p:cNvPr>
          <p:cNvSpPr txBox="1"/>
          <p:nvPr/>
        </p:nvSpPr>
        <p:spPr>
          <a:xfrm>
            <a:off x="571500" y="10896600"/>
            <a:ext cx="9144000" cy="635000"/>
          </a:xfrm>
          <a:prstGeom prst="rect">
            <a:avLst/>
          </a:prstGeom>
          <a:noFill/>
          <a:ln>
            <a:noFill/>
          </a:ln>
        </p:spPr>
        <p:txBody>
          <a:bodyPr wrap="square" rtlCol="0"/>
          <a:lstStyle/>
          <a:p>
            <a:pPr algn="l"/>
            <a:r>
              <a:rPr lang="en-US" sz="1400" b="1" dirty="0">
                <a:solidFill>
                  <a:srgbClr val="F08060"/>
                </a:solidFill>
                <a:latin typeface="Montserrat"/>
              </a:rPr>
              <a:t>JUDGE  </a:t>
            </a:r>
            <a:r>
              <a:rPr lang="en-US" sz="1600" dirty="0">
                <a:solidFill>
                  <a:srgbClr val="E0DDD8"/>
                </a:solidFill>
                <a:latin typeface="Source Sans Pro"/>
              </a:rPr>
              <a:t>The outsider’s revision — sharper code sense, same honest question.</a:t>
            </a:r>
          </a:p>
        </p:txBody>
      </p:sp>
      <p:sp>
        <p:nvSpPr>
          <p:cNvPr id="1607" name="Traits">
            <a:extLst>
              <a:ext uri="{FF2B5EF4-FFF2-40B4-BE49-F238E27FC236}">
                <a16:creationId xmlns:a16="http://schemas.microsoft.com/office/drawing/2014/main" id="{3527AC8C-2544-04A8-C79F-FF92B1734427}"/>
              </a:ext>
            </a:extLst>
          </p:cNvPr>
          <p:cNvSpPr txBox="1"/>
          <p:nvPr/>
        </p:nvSpPr>
        <p:spPr>
          <a:xfrm>
            <a:off x="571500" y="11531600"/>
            <a:ext cx="9144000" cy="508000"/>
          </a:xfrm>
          <a:prstGeom prst="rect">
            <a:avLst/>
          </a:prstGeom>
          <a:noFill/>
          <a:ln>
            <a:noFill/>
          </a:ln>
        </p:spPr>
        <p:txBody>
          <a:bodyPr wrap="square" rtlCol="0"/>
          <a:lstStyle/>
          <a:p>
            <a:pPr algn="l"/>
            <a:r>
              <a:rPr lang="en-US" sz="1400" dirty="0">
                <a:solidFill>
                  <a:srgbClr val="B8B6D0"/>
                </a:solidFill>
                <a:latin typeface="Source Sans Pro"/>
              </a:rPr>
              <a:t>Iteration from outside  ·  Render-tested  ·  Builder’s restraint or limitation?</a:t>
            </a:r>
          </a:p>
        </p:txBody>
      </p:sp>
      <p:sp>
        <p:nvSpPr>
          <p:cNvPr id="1608" name="Counter">
            <a:extLst>
              <a:ext uri="{FF2B5EF4-FFF2-40B4-BE49-F238E27FC236}">
                <a16:creationId xmlns:a16="http://schemas.microsoft.com/office/drawing/2014/main" id="{476662A9-EAE2-C4F3-DAEB-1AB7207871D1}"/>
              </a:ext>
            </a:extLst>
          </p:cNvPr>
          <p:cNvSpPr txBox="1"/>
          <p:nvPr/>
        </p:nvSpPr>
        <p:spPr>
          <a:xfrm>
            <a:off x="8445500" y="12293600"/>
            <a:ext cx="1270000" cy="317500"/>
          </a:xfrm>
          <a:prstGeom prst="rect">
            <a:avLst/>
          </a:prstGeom>
          <a:noFill/>
          <a:ln>
            <a:noFill/>
          </a:ln>
        </p:spPr>
        <p:txBody>
          <a:bodyPr wrap="square" rtlCol="0"/>
          <a:lstStyle/>
          <a:p>
            <a:pPr algn="r"/>
            <a:r>
              <a:rPr lang="en-US" sz="1400" dirty="0">
                <a:solidFill>
                  <a:srgbClr val="8886A0"/>
                </a:solidFill>
                <a:latin typeface="Montserrat"/>
              </a:rPr>
              <a:t>R2 · 17/18</a:t>
            </a:r>
          </a:p>
        </p:txBody>
      </p:sp>
      <p:sp>
        <p:nvSpPr>
          <p:cNvPr id="1609" name="BotBar">
            <a:extLst>
              <a:ext uri="{FF2B5EF4-FFF2-40B4-BE49-F238E27FC236}">
                <a16:creationId xmlns:a16="http://schemas.microsoft.com/office/drawing/2014/main" id="{E97E1C86-5C04-BDCB-7E0E-FA2AED67C2C8}"/>
              </a:ext>
            </a:extLst>
          </p:cNvPr>
          <p:cNvSpPr/>
          <p:nvPr/>
        </p:nvSpPr>
        <p:spPr>
          <a:xfrm>
            <a:off x="0" y="12763500"/>
            <a:ext cx="10287000" cy="88900"/>
          </a:xfrm>
          <a:prstGeom prst="rect">
            <a:avLst/>
          </a:prstGeom>
          <a:solidFill>
            <a:srgbClr val="F08060"/>
          </a:solidFill>
          <a:ln>
            <a:noFill/>
          </a:ln>
        </p:spPr>
        <p:txBody>
          <a:bodyPr/>
          <a:lstStyle/>
          <a:p>
            <a:endParaRPr lang="en-US"/>
          </a:p>
        </p:txBody>
      </p:sp>
      <p:pic>
        <p:nvPicPr>
          <p:cNvPr id="5" name="Picture 4">
            <a:hlinkClick r:id="rId4"/>
            <a:extLst>
              <a:ext uri="{FF2B5EF4-FFF2-40B4-BE49-F238E27FC236}">
                <a16:creationId xmlns:a16="http://schemas.microsoft.com/office/drawing/2014/main" id="{BCF71764-C652-FE6E-1373-7F5DEF4646B2}"/>
              </a:ext>
            </a:extLst>
          </p:cNvPr>
          <p:cNvPicPr>
            <a:picLocks noChangeAspect="1"/>
          </p:cNvPicPr>
          <p:nvPr>
            <p:custDataLst>
              <p:tags r:id="rId1"/>
            </p:custDataLst>
          </p:nvPr>
        </p:nvPicPr>
        <p:blipFill>
          <a:blip r:embed="rId5"/>
          <a:stretch>
            <a:fillRect/>
          </a:stretch>
        </p:blipFill>
        <p:spPr>
          <a:xfrm>
            <a:off x="3540740" y="1746250"/>
            <a:ext cx="3205520" cy="8686800"/>
          </a:xfrm>
          <a:prstGeom prst="rect">
            <a:avLst/>
          </a:prstGeom>
        </p:spPr>
      </p:pic>
    </p:spTree>
    <p:extLst>
      <p:ext uri="{BB962C8B-B14F-4D97-AF65-F5344CB8AC3E}">
        <p14:creationId xmlns:p14="http://schemas.microsoft.com/office/powerpoint/2010/main" val="3068974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1A">
            <a:alpha val="100000"/>
          </a:srgbClr>
        </a:solidFill>
        <a:effectLst/>
      </p:bgPr>
    </p:bg>
    <p:spTree>
      <p:nvGrpSpPr>
        <p:cNvPr id="1" name=""/>
        <p:cNvGrpSpPr/>
        <p:nvPr/>
      </p:nvGrpSpPr>
      <p:grpSpPr>
        <a:xfrm>
          <a:off x="0" y="0"/>
          <a:ext cx="0" cy="0"/>
          <a:chOff x="0" y="0"/>
          <a:chExt cx="0" cy="0"/>
        </a:xfrm>
      </p:grpSpPr>
      <p:sp>
        <p:nvSpPr>
          <p:cNvPr id="1700" name="TopBar"/>
          <p:cNvSpPr/>
          <p:nvPr/>
        </p:nvSpPr>
        <p:spPr>
          <a:xfrm>
            <a:off x="0" y="0"/>
            <a:ext cx="10287000" cy="101600"/>
          </a:xfrm>
          <a:prstGeom prst="rect">
            <a:avLst/>
          </a:prstGeom>
          <a:solidFill>
            <a:srgbClr val="E6A03C"/>
          </a:solidFill>
          <a:ln>
            <a:noFill/>
          </a:ln>
        </p:spPr>
        <p:txBody>
          <a:bodyPr/>
          <a:lstStyle/>
          <a:p>
            <a:endParaRPr lang="en-US"/>
          </a:p>
        </p:txBody>
      </p:sp>
      <p:sp>
        <p:nvSpPr>
          <p:cNvPr id="1701" name="Label"/>
          <p:cNvSpPr txBox="1"/>
          <p:nvPr/>
        </p:nvSpPr>
        <p:spPr>
          <a:xfrm>
            <a:off x="762000" y="1270000"/>
            <a:ext cx="8763000" cy="508000"/>
          </a:xfrm>
          <a:prstGeom prst="rect">
            <a:avLst/>
          </a:prstGeom>
          <a:noFill/>
          <a:ln>
            <a:noFill/>
          </a:ln>
        </p:spPr>
        <p:txBody>
          <a:bodyPr wrap="square" rtlCol="0"/>
          <a:lstStyle/>
          <a:p>
            <a:pPr algn="ctr"/>
            <a:r>
              <a:rPr lang="en-US" sz="1800" spc="600" dirty="0">
                <a:solidFill>
                  <a:srgbClr val="6DD4B8"/>
                </a:solidFill>
                <a:latin typeface="Montserrat"/>
              </a:rPr>
              <a:t>FINAL READ</a:t>
            </a:r>
          </a:p>
        </p:txBody>
      </p:sp>
      <p:sp>
        <p:nvSpPr>
          <p:cNvPr id="1702" name="Title"/>
          <p:cNvSpPr txBox="1"/>
          <p:nvPr/>
        </p:nvSpPr>
        <p:spPr>
          <a:xfrm>
            <a:off x="762000" y="2032000"/>
            <a:ext cx="8763000" cy="1016000"/>
          </a:xfrm>
          <a:prstGeom prst="rect">
            <a:avLst/>
          </a:prstGeom>
          <a:noFill/>
          <a:ln>
            <a:noFill/>
          </a:ln>
        </p:spPr>
        <p:txBody>
          <a:bodyPr wrap="square" rtlCol="0"/>
          <a:lstStyle/>
          <a:p>
            <a:pPr algn="ctr"/>
            <a:r>
              <a:rPr lang="en-US" sz="3600" b="1" dirty="0">
                <a:solidFill>
                  <a:srgbClr val="FFFFFF"/>
                </a:solidFill>
                <a:latin typeface="Montserrat"/>
              </a:rPr>
              <a:t>Not Just</a:t>
            </a:r>
          </a:p>
          <a:p>
            <a:pPr algn="ctr"/>
            <a:r>
              <a:rPr lang="en-US" sz="3600" b="1" dirty="0">
                <a:solidFill>
                  <a:srgbClr val="FFFFFF"/>
                </a:solidFill>
                <a:latin typeface="Montserrat"/>
              </a:rPr>
              <a:t>Diagramming.</a:t>
            </a:r>
          </a:p>
        </p:txBody>
      </p:sp>
      <p:sp>
        <p:nvSpPr>
          <p:cNvPr id="1703" name="Div"/>
          <p:cNvSpPr/>
          <p:nvPr/>
        </p:nvSpPr>
        <p:spPr>
          <a:xfrm>
            <a:off x="3937000" y="3429000"/>
            <a:ext cx="2413000" cy="38100"/>
          </a:xfrm>
          <a:prstGeom prst="rect">
            <a:avLst/>
          </a:prstGeom>
          <a:solidFill>
            <a:srgbClr val="E6A03C"/>
          </a:solidFill>
          <a:ln>
            <a:noFill/>
          </a:ln>
        </p:spPr>
        <p:txBody>
          <a:bodyPr/>
          <a:lstStyle/>
          <a:p>
            <a:endParaRPr lang="en-US"/>
          </a:p>
        </p:txBody>
      </p:sp>
      <p:sp>
        <p:nvSpPr>
          <p:cNvPr id="1704" name="Sub"/>
          <p:cNvSpPr txBox="1"/>
          <p:nvPr/>
        </p:nvSpPr>
        <p:spPr>
          <a:xfrm>
            <a:off x="762000" y="3810000"/>
            <a:ext cx="8763000" cy="635000"/>
          </a:xfrm>
          <a:prstGeom prst="rect">
            <a:avLst/>
          </a:prstGeom>
          <a:noFill/>
          <a:ln>
            <a:noFill/>
          </a:ln>
        </p:spPr>
        <p:txBody>
          <a:bodyPr wrap="square" rtlCol="0"/>
          <a:lstStyle/>
          <a:p>
            <a:pPr algn="ctr"/>
            <a:r>
              <a:rPr lang="en-US" sz="1800" b="1" dirty="0">
                <a:solidFill>
                  <a:srgbClr val="F0EDE6"/>
                </a:solidFill>
                <a:latin typeface="Source Sans Pro"/>
              </a:rPr>
              <a:t>What this contest actually measured:</a:t>
            </a:r>
          </a:p>
        </p:txBody>
      </p:sp>
      <p:sp>
        <p:nvSpPr>
          <p:cNvPr id="1705" name="Points"/>
          <p:cNvSpPr txBox="1"/>
          <p:nvPr/>
        </p:nvSpPr>
        <p:spPr>
          <a:xfrm>
            <a:off x="762000" y="4826000"/>
            <a:ext cx="8763000" cy="3302000"/>
          </a:xfrm>
          <a:prstGeom prst="rect">
            <a:avLst/>
          </a:prstGeom>
          <a:noFill/>
          <a:ln>
            <a:noFill/>
          </a:ln>
        </p:spPr>
        <p:txBody>
          <a:bodyPr wrap="square" rtlCol="0"/>
          <a:lstStyle/>
          <a:p>
            <a:pPr algn="ctr">
              <a:lnSpc>
                <a:spcPts val="3600"/>
              </a:lnSpc>
            </a:pPr>
            <a:r>
              <a:rPr lang="en-US" sz="2000" dirty="0">
                <a:solidFill>
                  <a:srgbClr val="E6A03C"/>
                </a:solidFill>
                <a:latin typeface="Source Sans Pro"/>
              </a:rPr>
              <a:t>Taste under constraints</a:t>
            </a:r>
          </a:p>
          <a:p>
            <a:pPr algn="ctr">
              <a:lnSpc>
                <a:spcPts val="3600"/>
              </a:lnSpc>
            </a:pPr>
            <a:r>
              <a:rPr lang="en-US" sz="2000" dirty="0">
                <a:solidFill>
                  <a:srgbClr val="E6A03C"/>
                </a:solidFill>
                <a:latin typeface="Source Sans Pro"/>
              </a:rPr>
              <a:t>Honesty in showing nonlinear thought</a:t>
            </a:r>
          </a:p>
          <a:p>
            <a:pPr algn="ctr">
              <a:lnSpc>
                <a:spcPts val="3600"/>
              </a:lnSpc>
            </a:pPr>
            <a:r>
              <a:rPr lang="en-US" sz="2000" dirty="0">
                <a:solidFill>
                  <a:srgbClr val="E6A03C"/>
                </a:solidFill>
                <a:latin typeface="Source Sans Pro"/>
              </a:rPr>
              <a:t>Turning words into structure</a:t>
            </a:r>
          </a:p>
          <a:p>
            <a:pPr algn="ctr">
              <a:lnSpc>
                <a:spcPts val="3600"/>
              </a:lnSpc>
            </a:pPr>
            <a:r>
              <a:rPr lang="en-US" sz="2000" dirty="0">
                <a:solidFill>
                  <a:srgbClr val="E6A03C"/>
                </a:solidFill>
                <a:latin typeface="Source Sans Pro"/>
              </a:rPr>
              <a:t>without losing meaning</a:t>
            </a:r>
          </a:p>
          <a:p>
            <a:pPr algn="ctr">
              <a:lnSpc>
                <a:spcPts val="3600"/>
              </a:lnSpc>
            </a:pPr>
            <a:r>
              <a:rPr lang="en-US" sz="2000" dirty="0">
                <a:solidFill>
                  <a:srgbClr val="E6A03C"/>
                </a:solidFill>
                <a:latin typeface="Source Sans Pro"/>
              </a:rPr>
              <a:t>The difference between</a:t>
            </a:r>
          </a:p>
          <a:p>
            <a:pPr algn="ctr">
              <a:lnSpc>
                <a:spcPts val="3600"/>
              </a:lnSpc>
            </a:pPr>
            <a:r>
              <a:rPr lang="en-US" sz="2200" b="1" dirty="0">
                <a:solidFill>
                  <a:srgbClr val="FFFFFF"/>
                </a:solidFill>
                <a:latin typeface="Source Sans Pro"/>
              </a:rPr>
              <a:t>"generated" and "designed"</a:t>
            </a:r>
          </a:p>
        </p:txBody>
      </p:sp>
      <p:sp>
        <p:nvSpPr>
          <p:cNvPr id="1706" name="Sep"/>
          <p:cNvSpPr/>
          <p:nvPr/>
        </p:nvSpPr>
        <p:spPr>
          <a:xfrm>
            <a:off x="1524000" y="9144000"/>
            <a:ext cx="7239000" cy="12700"/>
          </a:xfrm>
          <a:prstGeom prst="rect">
            <a:avLst/>
          </a:prstGeom>
          <a:solidFill>
            <a:srgbClr val="E6A03C"/>
          </a:solidFill>
          <a:ln>
            <a:noFill/>
          </a:ln>
        </p:spPr>
        <p:txBody>
          <a:bodyPr/>
          <a:lstStyle/>
          <a:p>
            <a:endParaRPr lang="en-US"/>
          </a:p>
        </p:txBody>
      </p:sp>
      <p:sp>
        <p:nvSpPr>
          <p:cNvPr id="1707" name="CTA"/>
          <p:cNvSpPr txBox="1"/>
          <p:nvPr/>
        </p:nvSpPr>
        <p:spPr>
          <a:xfrm>
            <a:off x="762000" y="9525000"/>
            <a:ext cx="8763000" cy="762000"/>
          </a:xfrm>
          <a:prstGeom prst="rect">
            <a:avLst/>
          </a:prstGeom>
          <a:noFill/>
          <a:ln>
            <a:noFill/>
          </a:ln>
        </p:spPr>
        <p:txBody>
          <a:bodyPr wrap="square" rtlCol="0"/>
          <a:lstStyle/>
          <a:p>
            <a:pPr algn="ctr"/>
            <a:r>
              <a:rPr lang="en-US" sz="1600" i="1" dirty="0">
                <a:solidFill>
                  <a:srgbClr val="C8C4D8"/>
                </a:solidFill>
                <a:latin typeface="Source Sans Pro"/>
              </a:rPr>
              <a:t>Full diagrams, code, and judge scores at</a:t>
            </a:r>
          </a:p>
          <a:p>
            <a:pPr algn="ctr"/>
            <a:r>
              <a:rPr lang="en-US" sz="1600" dirty="0">
                <a:solidFill>
                  <a:srgbClr val="6DD4B8"/>
                </a:solidFill>
                <a:latin typeface="Source Sans Pro"/>
                <a:hlinkClick r:id="rId3"/>
              </a:rPr>
              <a:t>overkillhill.com</a:t>
            </a:r>
            <a:endParaRPr lang="en-US" sz="1600" dirty="0">
              <a:solidFill>
                <a:srgbClr val="6DD4B8"/>
              </a:solidFill>
              <a:latin typeface="Source Sans Pro"/>
            </a:endParaRPr>
          </a:p>
        </p:txBody>
      </p:sp>
      <p:sp>
        <p:nvSpPr>
          <p:cNvPr id="1708" name="Sep2"/>
          <p:cNvSpPr/>
          <p:nvPr/>
        </p:nvSpPr>
        <p:spPr>
          <a:xfrm>
            <a:off x="1524000" y="11049000"/>
            <a:ext cx="7239000" cy="12700"/>
          </a:xfrm>
          <a:prstGeom prst="rect">
            <a:avLst/>
          </a:prstGeom>
          <a:solidFill>
            <a:srgbClr val="E6A03C"/>
          </a:solidFill>
          <a:ln>
            <a:noFill/>
          </a:ln>
        </p:spPr>
        <p:txBody>
          <a:bodyPr/>
          <a:lstStyle/>
          <a:p>
            <a:endParaRPr lang="en-US"/>
          </a:p>
        </p:txBody>
      </p:sp>
      <p:sp>
        <p:nvSpPr>
          <p:cNvPr id="1709" name="Footer"/>
          <p:cNvSpPr txBox="1"/>
          <p:nvPr/>
        </p:nvSpPr>
        <p:spPr>
          <a:xfrm>
            <a:off x="762000" y="11430000"/>
            <a:ext cx="8763000" cy="508000"/>
          </a:xfrm>
          <a:prstGeom prst="rect">
            <a:avLst/>
          </a:prstGeom>
          <a:noFill/>
          <a:ln>
            <a:noFill/>
          </a:ln>
        </p:spPr>
        <p:txBody>
          <a:bodyPr wrap="square" rtlCol="0"/>
          <a:lstStyle/>
          <a:p>
            <a:pPr algn="ctr"/>
            <a:r>
              <a:rPr lang="en-US" sz="1400" spc="400" dirty="0">
                <a:solidFill>
                  <a:srgbClr val="9896B0"/>
                </a:solidFill>
                <a:latin typeface="Montserrat"/>
              </a:rPr>
              <a:t>OVERKILL HILL P³</a:t>
            </a:r>
          </a:p>
        </p:txBody>
      </p:sp>
      <p:sp>
        <p:nvSpPr>
          <p:cNvPr id="1710" name="BotBar"/>
          <p:cNvSpPr/>
          <p:nvPr/>
        </p:nvSpPr>
        <p:spPr>
          <a:xfrm>
            <a:off x="0" y="12750800"/>
            <a:ext cx="10287000" cy="101600"/>
          </a:xfrm>
          <a:prstGeom prst="rect">
            <a:avLst/>
          </a:prstGeom>
          <a:solidFill>
            <a:srgbClr val="E6A03C"/>
          </a:solidFill>
          <a:ln>
            <a:noFill/>
          </a:ln>
        </p:spPr>
        <p:txBody>
          <a:bodyPr/>
          <a:lstStyle/>
          <a:p>
            <a:endParaRPr lang="en-US"/>
          </a:p>
        </p:txBody>
      </p:sp>
    </p:spTree>
    <p:extLst>
      <p:ext uri="{BB962C8B-B14F-4D97-AF65-F5344CB8AC3E}">
        <p14:creationId xmlns:p14="http://schemas.microsoft.com/office/powerpoint/2010/main" val="36784304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CDIAGRAM" val="mcDiagram:25d9e851-f712-4f1d-accf-4ee7e2a76413:8fe5c9ae-c8ac-4754-98fd-268ae3ceeef7:0:1"/>
  <p:tag name="MC:BASE64" val="iVBORw0KGgoAAAANSUhEUgAABoIAAA7/CAIAAAAKVyirAAAQAElEQVR4nOzdB3gU1aLA8TM7u5tNb4SEFHoRQZpiw4oFu9i7Pq/tqlevvddr771i7713ERUVkI703kJLr5vNtnlnMzCZ7CYhgSzsbv6/l2/fzOzZZBOC38f/njPHqmmaAAAAAAAAABBOVgEAAAAAAAAgzMhwAAAAAAAAQNiR4QAAAAAAAICwI8MBAAAAAAAAYUeGAwAAAAAAAMKODAcAAAAAAACEHRkOQLhomtb6AEVRBAAAAAAAnQMZDsA22mpla32MbHB0OgAAAABA50GGA9AmocmsLVdEyyUuKLGFFrdmOx1hDgAAAAAQpchwAJoXlMDMp/px6JXWj4OYg5pxHHox6ErQJ6TKAQAAAACiBRkOQBPNRjRzdwt99Lo2ep2rffWlfm+131Ot+Wr8nhp57Gs41rzyuFaxxFlsyYqaZH602lPko2JLsyV2t8YXiKbpTWmgv4Gg68aj8Q7pcQAAAACACEeGA9D8xDetgfnU56701K6UH17nKk/tKv3RV7dG8znF9rPYVUe+Nb6HNbGnNaGnLbGXreFAjeti9LhmD0TTWXL0OAAAAABAZNr6LdIBgRjV0sQ3I8D5/X5v3Xrnpl/qSia6Sv7w1a0SO5zF3jUuY5Qj64D4LgfYkndRQoiQKqejxwEAAAAAIgoZDuiMggKcefqb5KldWVc80Vn8e0N6WyMihmLrEpc5ypG5v6PLAXGpg4wSZ7FYxJYYR48DAAAAAEQmMhzQiTS7zYK5vlWtfq+28ENPzWKxTSy2FNWaaLEmWGxJFjXBYk1UbQmWwJ3gEv1ep9/n9Htq/d5an7c2cBp4rPG5K8U2UeNyEvJOTcg9OS59hMxwRo9raX4cMQ4AAAAAsHOR4YBOIXSzBYPXtbF6zfs1hR+7K2a07ZMpVkeWPTHflpBnT8i3J+bZ5GNCnhqXLraJ31PjdhZ6atfJR7dznae24bFuo9B8bXm5mtAnIe+UhNxT4lIGGCXOCHOi6VYPgh4HAAAAANhJyHBALAtdfNp407f60prCT2V9qy+duNXPIwtXYubwhMwRcUm97Mm9xA4he1x9zWpn+Wxn6cy6sjlbHW9LGRLf7cSk/NOsCQVBMY7JcQAAAACAnY4MB8SmVqa/Va1+t6bwg7pNP7X+GRIyh8enD03M3D0+Y4jFmih2NmfJDGfZ7IaPmZqvvpWRtrS9EvNPkz1Otae1ND9OH0mMAwAAAADsMGQ4INa0FOC89eUVy56vWvGC313U0mtlbkvqOiq52+jk7P0U1SEik+atLZletWFC9YbffO6yFoepiYn556b2/a81Ib/ZyXHEOAAAAADAjkSGA2JHSwHOXbOqfMnjNWve1ny1zb7QYktJzt4/pdvoxK77KhabiBaa31k6K9DjNv7qdTXfFjVhic8Zm9znKkf6cMsWxDgAAAAAwI5HhgNiQbMBzu/3u8qmly951Lnhq2a3O1Dt6cndDkrJGZ2YNVIoVhHN6srnVm+YIJOcx7mu2QG29FEpfa6Kzx6jqqo+My70znGCGAcAAAAACBsyHBD1jPQmTAGupvCz8qVPu8snN/uStB4npOaNScjcQ8QcV8XCqg3jy1d94vc2M/VPTeiT3OeqpO7nWUyIcQAAAACAHYAMB0Qx8yQ4I8DVlU4tnnWZp2pu6HiLPTWjx0kZvc5Q49JFTNN8rvI1X5SteM/jXB/6rOooSB14b0LuCUExTj6KLQ2OEgcAAAAA6FhkOCAqhQY4SSankn9uqF33Ueh4W0JeZp8z0wqOj9yNF8JB81VtmFC6/G1XxYLQJ62pe6YPeTouZVdVVUNnxuljiHEAAAAAgI5ChgOiT9AqVL/f7/PWVSx5rGLJo5rPGTTYkTYos885Kd1GC8UiOitnyYzSFW/XbPorsGeDiSYsCfnnpe5yh83RpdllqvowYhwAAAAAYPuR4YBo0uwq1JrCT0vn3ex1rm46VknK2T+z9zkJmcMFGrhrVpUuf6ui8Hvh95ivK9a0pL43Jfe8SLXajZlxrFEFAAAAAHQsMhwQNcybMOjqqxYVz7zcVfpH0EhH6i7dht7hSO0vEMLjXL9p/uPVG38Lum6J75s+5ClH5n5qA6PEMS0OAAAAANAhyHBAFAiaBOeXPJXF/9xavfpVofnMI1V7eteB/0nrfpz82y3QspqiyRvnPuhxrgu6bs86Mm3Xh+xJPfUSJx+D9lGlxAEAAAAAtg0ZDoh05jvByf4mD+pK/tow+TS/u6jJOEVN73FS14GXW6yJAm2g+T1ly98tXvqq5qtr8oTFkTLwoaTu5xnT4sw3jBOUOAAAAADANiHDAREtaCGq3+ctXXhvxaIHZJEzD3OkDcoddkdcch+BdvK6ijfNe7xqw89B1+NyTsoY8oxqSwpaoyq4WxwAAAAAYJuQ4YAIZV6Iqk+C87iKN0w62V0+2TxMjcvM3vXK1PyjBbaDs3Tmhjn3uWubbHNhcfTK2P19e8ouVqtVX6AatIkqJQ4AAAAA0HZkOCASBS1ElepK/to45fSghahJXUfljrhPtSUJbD+/d9PCZ8pWvCd/8I0XLY7kXR5K6n6ubHB6jGOBKgAAAABg25DhgIjTzELUBfdULH7QvBBVscRlD/pves9TBTpUTdGUdTNv9nuqzRft2SemDX7GFpdkTIszNlEVlDgAAAAAQNuQ4YDIYm5wfr/f69q0ftKpQQtRbQl5BXs+zp3gwsTjKlk348a6sjnmi5aEfunD3opLHShLnHnfBsGt4gAAAAAAbUOGAyKI0eA274haMW/Dn0f66zeZx6QWHNtttxsV1SEQPpq/ZMmrxUtfEZqv8aIlPnXYOwldR+sljlvFAQAAAADahQwHRApzg5OcxRM3TjpB89UYAxQ1PnfYHSm5hwnsEM7S2etm3OitL228pKiJAx5L7nGuucRxqzgAAAAAQFuQ4YCIENTgqla/VzTjIkV4jQFxKf3yRz5mT8gV2IF87qr1s26vKfrLfDG+5zUp/W+1NqDEAQAAAADaiAwH7GTBGzL4/aUL7qtY9D/zmKTsA/J2f9Ci2gV2hqJFz5Uufd18xZ59UvqQ51VrXOgCVUGJAwAAAAA0hwwH7ExBDc7n8xbNuKRmzVvmMakFx3UbejtlZ+cqW/nhpnmPmK9YU/dJ3/0DW1yqUeLYPhUAAAAA0AoyHLDTBDU4r7tmw5TTXEU/mcdk9b+4y4CLBSJA1YYJ62bcbN60QU0YkL7H57aEbvoCVWP7VEocAAAAACAUGQ7YOcwNzu/3e1zFG/48yl05xzym25Db0nqMFYgYztLpa6de6/fWGlcUe7fU4R/Gp+8WummDoMQBAAAAAEzIcMBOENTgZNYp/O0gc4NTLLb8kY8mdR0lEGFcVcvWTL7U5y5vvGTtkrHXz3HJPSlxAAAAAIBWWASAnaGxwfk86/86wdzgLNbE7vu8RIOLTI6Uvj33f9MW363xkrekYuYJrtpNXq/X10Df7taIrQIAAAAAADIcsONpJjLWbJr2f66S34xnVXtmz/1eTcgYIhCp7Am5vfZ/Ky5lgHHFX7eqatYp7roKShwAAAAAoCVkOGCHMopMw76ovqJZV9au+9h41qIm9Nj3+bjkvgKRTY1L777Pc7aEPOOKr2Zuxeyz3fV1eonTGxwlDgAAAABgIMMBO45RZAJLUX2+8kUP16x6ufFpxVqw9zNxyX0EooHVntZjn5dUe4ZxxVf5V+Xciz0ej7eB/CM2pj0KShwAAAAAdHpkOGAHMTc4qXrt++UL7zA9r+SPfCQhY6hA9LAl5HTf53mLmmBc8ZZ8U7XwBnOJ0yfE0eAAAAAAAGQ4YEcIanC1G34snnGheUC3YXckZ+8vEG0cKX0L9npaKFbjinv9GzUrng69SRwxDgAAAAA6OTIcEHZGg9PVlU7d9PepQvMZA7IGXJpWcKxAdErIHJa/x0NCKMYV18p7a9d9qM+JC5oQR4kDAAAAgE6LDAeEl7nByRzjcRVvnDRW87uMAWk9TuzS/wKBaJacc2C3obeZr9Qu/G9d2SxjaapxnzhBiQMAAACAzooMB+wIxnLUjX+f5feUGteTc0bn7HazQPRL6358Vv9LjFNF+GrnX+CprzImxBmrUwUlDgAAAAA6JTIcEEZBU+HKFj1aX/Kb8aw9qVfe7vcriiIQE7oMuCgp5yDjVKtfW7Po+tClqTQ4AAAAAOicyHBAuARty1BfMadi0V3Gs4oaV7Dn44rFKhBDcoffbXV0NU49RZ/Wrf+k2Y1TiXEAAAAA0NmQ4YAwMoKL3+ts2JbBazzVbbdb7IkFArFFtSbm7/GwjKzGlbqlN7hrVpqXphoBjhIHAAAAAJ0KGQ4Ii6CpcJumX+R1rjaeTe52aGrB0QKxKD59cNeB/2k89ztr51/g9dTrE+KCbhIHAAAAAOg8yHBAxwu6JVzVqred6z8xnrUl5OcOu0sgdmX2OSehy0jj1F87v3bZPcaWqeZ1qcQ4AAAAAOg8yHBAWBiRxV2zqmTOlY1PKGrBno9brA6BmJY34gE1LtM4da97qa7416DtGvSnKHEAAAAA0EmQ4YAOZl6OKoNL0fT/E/4649mcwdfHJfcWiHXWuLT83R+S2dW4UrfoSq+7xjwnjqWpAAAAANCpkOGAjhS0HLV67Yfu8inGs0nZB6T3PFmgc0jIHJbV/6LGc2+xc+XjxpapEktTAQAAAKBTIcMBHcy8O2r5vJuM61ZHVu6IewQ6k8z+F8ZnDDVO3etectesZtdUAAAAAOicyHBAhzEnFVlYShfe56vfaDzbbdhdqjVRoDNRFEve8HsVi23zqfDWLbvFmBBnlDgaHAAAAAB0BmQ4oGOYbwkn1Vcvr1r2lPFsUvb+SVl7CXQ+toRumX3OMU79FRNcJb+GljjBhDgAAAAAiHVkOKAjGXeFK/3nGkV4N19V1OxB1wh0Vpl9/6Xa04zT+uW3ej2uoI0aaHAAAAAAEPPIcEAHCNqZwblpgqvoR+PZzN5n2hMLBDori9WRvevVjef1q11rXzRPiGOvBgAAAADoDMhwQMdo3JnB5y6ZfblxXbWnZfa/UKBzSy04Oi5lgHHqKXzaU7eh2b0aAAAAAACxigwHbK+gnRkqljzhq1tlPNt14BXszACp25DGbXOFv65u+d3N7tVAjwMAAACAWEWGAzqAsRzV666qWvaocT0upX9qwXECECI+fbfU/KOMU3/pV96aJXqGkwhwAAAAABDzyHDAdjFPhZOqVr7q91Ybz3YbcouiKAJokDXwCkWNM07r1jwnA5xR4pgQBwAAAACxjQwHbC9jKpwsKtUrnjGuJ3bdNz59sAC2sDmyMnqdZpz6S7/w1G0M2jJVf4oSBwAAAACxhwwHbLugu8LVrP3I51pvPNulzzkCaCqj99lCUfVjRfjq171ing1nTIgTAAAAAICYQ4YDtosxFU6qXPqYcT0uuU9Cl5ECaMoal5Gaf6Rx6t/0ts9T2+yEOAAAAABAjCHDAdso6K5wdcW/eWvmFQAN1QAAEABJREFUG8926f8vATQns+//NZ74a+s3vNvshDh6HAAAAADEGDIcsF2M2XBVy54yLlrjuiR3O0wAzYlL6pnYdV/j1LdhnM/nZVEqAAAAAMQ8Mhyw7YwG565e4ir+2bie2e//FIW/XGhRl77nNp54NrqLvm729nD0OAAAAACIJZQCYFsYlUTPcBVLHpVn+lMWW3Ja97ECaFlC5h5xyX2NU+/6F9ioAQAAAABiHhkO2EZGg/O6ipzrPzKuZ/Q8xaI6BNCqJncPrFvoqZgiS5x/CybEAQAAAEDsIcMB7Ra0OUPVyleF3208m9HrDAFsTUru4baEPOPUu+FNn8+nz4ljlwYAAAAAiElkOGBbGJVEFpPadY1T4dK6j1Xj0gXQBhm9zzSO/RW/eN1VQetSBQAAAAAghpDhgPYJmgpXXznPV7vYeDY1/2gBtE1q3hHGf4QV4faU/mg0ONalAgAAAEDsIcMB26JxKlxh41Q41Z4enzFMAG2j2lOTuu5jnPpLv/FtwbpUAAAAAIg9ZDig3YwG15Dh3jeup+YfpSiKANosJfdw41ir/ktfl8qEOAAAAACISWQ4oB2CV6SWT/fXrzeeTc07XADtkdTtIKFY9WNF8/i2TIijwQEAAABA7CHDAe1mzIarMa1ItTq6OtIGCaA9VGticvZ+xqm+LtVvQoMDAAAAgJhBhgPaRzOpW/+xcT2t4BgBtF+KaRKlVvO3r77MvFkqc+IAAAAAIGaQ4YC2ClqRWlfyh99dbDybwopUbJOk7AMUS5x+rAi/r/QrGeDMJU7Q4AAAAAAgJpDhgPYxVqQ61zVOhbMl5MUl9xVA+1lUR3LOgcapz7QuVf9No8EBAAAAQGwgwwHt0GRFatFPxvW0gmMFsK3M+6Uqztk+T3XQRg2UOAAAAACIAWQ4oN1kE/HWbfS7Co0rSV1HCWBbJXbdJ7AgdTO/r2qqeYsGY10qMQ4AAAAAohoZDmgTcwoJTIUr/s14SrHY41IHCGBbWdQ4R9quxqm/app5v1QCHAAAAADEBjIc0FZGiZNlxF0+2biekDFcUfirhO2SkDGs8aR2prnBcXs4AAAAAIgNtAOgHYzZcPVlpgyXOVwA20fG3MYT51y/zxM0G44tUwEAAAAg2pHhgHbYPDXJW+utWWBcJMNh+8VnmmbDafW+6lnm/VLZqAEAAAAAYgAZDtg680Qk+egsntj4nKI60gYLYPtY7Wn2pJ7GqVYzw1iOSn0DAAAAgNhAhgPaYcuK1EnGlfi0XS1qnAC2m3lapcxw5hvDcXs4AAAAAIgBZDigTcwLA93lU4zrTW7pBWyHJrs01Ez1m3BjOAAAAACIAWQ4oK2MDOepnGlcbJJOgO1g/l1SNKffVdjsjeGIcQAAAAAQpchwwFaYq4c89ro2Cs1tXHGk9hdAR7Al5FmsScapr25l6GapNDgAAAAAiF5kOKBNGqfC1Sw3LioWmzU+RwAdxJ5Y0HhSvzqowQkAAAAAQDQjwwFbZ56L5HOuMK7bEgoE0HGaZrg1+q8cJQ4AAAAAYgMZDmiHwKLU2sbZcPakfAF0HHti42+UVr/KPBtu80VKHAAAAABELasA0DZ6DfHWNs6GszMbDh3KlmAKu1tmw3FjOAAAAACIDcyGA9rE6CBep2k2XCIZLiJpPlG/WGh1ItqYf6MU91qtZQIAAAAAEG3IcEA7BDJczWLjlAy3c2nuSs+Kp5t9QqsZL7QNIto0yXDCo7nXm+8NJwAAAAAA0YwMB7RGbx/GFCS/u1gmHuNZ8528sOP5q+d5SiYKzRt0XfNVC+964SsV0cbq6KJY4oxTrW6VeX8GShwAAAAARDXuDQe0g3l/BlmxrfE5IrJ5PZ6vv/5o/rzZhWtXb9y4Lj0to2fvfnvvc+Do0Ufa7Haxw51y4kHO2ppX3/gyp1ue2D6BXWur5miu9X7naktinybPeVZrwiX8ZYrQArPKooo9sXt99dLNJ+41RgjWL1DiAAAAACB6keGArTDPRfK5NhnXrY5MRVFFBKuuqrzhuovXrG5Mh0VFG+TH1CkTP/rgtZtvebBv/4EiCmneOn/NYn/1PG/xBHniXvm8NWN/S+pulsRem2f41q8ITJHTKoVWLxSHiCry98rIcJq72LwolQYHAAAAAFGNDAe0VSDDeWqMU4s1QUS2Z56+Xza49PTMk049d9iwPfPyu5eXlS5YMOf1V5/duGHdrbf85/kX38/s0lVEI1+1r3yq5togNL9WOdtvz7Qk9ZWRStGnvnlkhtMUf7VMkUJEWYZr8nul1YWuSJUHihJlU/wAAAAAAIIMB7SL31drHFvUeBHBykpL/vpjgjx44KEXC3r00i9m5+TKj2HD9/zv5eeUlhZ9/tl7F158lYg2iupQ0/a0JA9yL3nQW/K7ve+1lvRRii1RKIGpcJpWr3nWC0Ue1CparVCyRFQx/15pPufmA24PBwAAAADRjy0agDbZXED8dcYVizVRRLDCwlXyXWdmdjUanCE9PfO4safJg/nzZolopChCjVPsGWpmoL6pXUYr9lShbP4fFZT65Q2bNsg/rGqhVQUOoopFNc2G89eR3gAAAAAgZjAbDti6xvWAXtNsOGtEz4aLiwssxqysqqiqqEhJSwt6dt9Ro+McjoKCxkJ31+1XTZv657MvvL982aI/Jo6fP392SkrabruNOP7EM3r37m9+rdtd//OPX8/9Z+aqVcuKNq0v6NG7X/+BRx11Yu8+A4wxt99yxcwZk19948vJk377/NN3E5OSDzjwsDPOujD0fX784ZtvvPaMfLf3P/TCLgN3E+1hSd7Nkra3UE3LTjWvv3Zyw4GmeZ2Ktk5ovYSSLKKHxWb6vfI7tab0y/oBS1MBAAAAILqQ4YA20SOI35zh1Ii+N1yfPgNSUtOrKsvvuee6667/X3ZOrvnZ3LyC3LzTQl/18Ydv/P7bj3GO+ILuvQrXrhr/89d/TPz57nue2m3o7voAZ23NdddcuHrVMnmc1TUnL7/HiuWLly1Z8P03n553/uWnnn6++bPJT/XWG8/Lg9LSoqrKkaFf7qcfvtQb3P/ue6a9DU5SErrbCs5pPNe8Wt0/wjW34dgvfB7hXymUXGEZLCJ7Mw0z8++VormCZsPppwQ4AAAAAIhGZDigHYx7dYmInw1ntdku+fe1jzx024J5sy/4v7G9evXbdfDQ/v0HydqVl9+9pVfJcLb3vgfddPP9Nrvd6/W+Ou6pr754/5mn739x3McWS2AN+wfvvyYb3ODdRtx48/0ZmV3klZrqqnEvPzn+p68+/eTtk08516I2Bq9333554KChRx190prVK/be58Cgr/XH7+OffvI+mz1ONrjBuw0X7adYrGrKls1efbVa/SKt+gehuTdf8bo1T5mizJQDhaV/tGyZ2uT3KuTecAIAAAAAELXIcEBbNUyHM2U4NaLvDScdNPqI7JzcLz//4K+/flmxYrH80K93zc499LBjZDKLcwSXqYzMLL3ByWOr1Xrxv6+ZMWPSurWrJ0/6bdR+o+XFqX//IR8vuOi/eoOTkpJT/n3ptTLDyR5XWlqc1TXH+Gy5ed0feuQlVW3mvzP/zJn+8EO3qqp61/+e2LYGt4Wm1a8W7qXCvUxzrxW+ysabwckMV1Oq2esUe5mwLlSsBULpIZSuQrGJCNZk64+Ge8MJ07JoAAAAAED0IsMBLQotIE0WpdoiejacbuCuQ+RHRUXZr798/9tvPy5bslB+Q0Wb1r/3zss/fv/Fw4+Ny+mWZx5/7HGn6g1OpyjK6NFHvf3mC9Om/qlnuBfHfbx29cqgbR88Ho8jPsFV53S73ebre+29f7MNbvHieU89fo/f57v1zoeHDd9TtIvmE/4qoaYHjv01/tKXhKdIEfWa3x2yG4MmPC7hqdecFUJZpVlswpqk2PKVxGOENVdEKou1yRYNggYHAAAAALGCDAe0yeab4mv1xpUIvzecWVpaxgknnSU/aqqr5syZPnXKH7+M/7a0tOje/13/7AvvmUd279E76LVZWYHZbYVrVxtXZIPzuN2zZv69eMn8oo3rN25av3D+P5rml0/JsmZ+bbdu+c2+n8cfvdvrCQS71auX773vgaJd/DVa7bdK8tFCSRdKgpI4SqudpNUvb3lHVPnW/H53jeaqFWquJX2kNTFFRDDz75XmrzNuAkeMAwAAAIBoR4YD2kETjTc+8/vrRbRJSk4Ztd9o+XHQ6CNuu/nylSuWLFuysG//gcaAzMysoJekpQXmndXUVOunRUUbX3/l6b+nTKyvd+lXLKq6x8h9Z82aqpc1M4ej+QmDXo/nhBPP+vyzd99/79UDDjy8W27zta5Zmq9CeFZr/iJFlRnOoiTsrcTvKbwlfud0Uf+P8KwTmnfzSL/PX1ftq6nQRLI181Brj4MsSf0C94mLbJrWmDItFpX6BgAAAAAxgwwHtINiuh+c3+MUEez8c44tKtrw4MMvGZucmg0fsVfvPgNWLF+8atUyc4YrLy8LGlleEbiSkpIqGia73XXbf1evXp6Smn7U0ScNHjIiP79HTk6e1WY78fj9vR7RRv+58uYjjz5Rvr2//pzw3DMP3PvAc6LNFPdSzV+jaKUN098amppiEbaultSjhHs3reoLzbVIvtPAffzqqt0lay2JA+P6XGtJ3kVECb9pGxBNCXRMo8SR5AAAAAAgqlkEgLazNC4YNOeSCJSX30M+Tpn8e+vDkpKbrNAsKy0OGlBStEkEFqsGbgY3e/Y02eAsFvWJp16/8JKr997nwPyCnrLB1VRX17vacRczGQHl44WXXGO12WfN/Pu3CT+IttE8xf6aKZrfJXxrhVYV/LS9QEk5TqgN35HP66utsNi72br/y5LUX0QPv7eu8WTL7xsBDgAAAABiABkOaIcms+HMuSTyHDz6SPn45Rcf/PXHL6HPTpv614rli232uMGDR5ivj//5G3PxqXe5fvnlW3mw/wGHiS2RLi+/e07Tm7599+2n+oHP7xNt1rVrzmmnny8PXnn5iTrn1pqmv0pzThOVHwjveuHzaK4lwjNR+FcbS1A3s3dXHIF9VzW/T/O61fR9rMmDAtPlood5GxB9NhwAAAAAIDaQ4YB2sFhNGS6yZ8MdePCYfv0HaZr//ntvfOmFx4qLNsqLVZUVf0+e+NQT99x1+1XydMyY45OSk82vWrhgzu23XLFp43p57Kqru+uOq9avW7Pn3gcMHTZSXsnL6y4f161bM++fmfp42ey++erjN1/fvKrUXd++++Wdcup5XbKyy8tLX331qVaGaXXztLJxWsVHmmtBYC2qTGw1G/2lE3xFL2ulT2vuNaaxikjaW3+RYk2yJA8U1mQRVfy+ZmbDAQAAAABiAPeGA9rBYk0yjiN8NpzVar3rnifuu+eGBfNmf/XF+/IjaMDhRxx/8aXXBF1Mz+gya+aUf513XO8+A9YVrq6vd+UX9Lzm2jv1ZwcM3G34iL3lgBuvv2TQ4GGKxVJeViKHpZiNFLUAABAASURBVKSmOeLii4o2yKAm2sNmt196+Q333HXt9998Jptgv/67NjtMcfTXZFZT/tTq/hENM918VZu8lSWW1D1s2cMt1twmg23dNUu80JyKmm5xdBNKpO/JEMTvNeXdLRlOafgulGj7XgAAAAAAZmQ4oE02FxC1cXaS5ovoDCcCm5xmPPLYK7Nm/j1l0u9LlszfuHFdXV1d9+69Bg0adshhx/Tt18yuBWedfbGrvm7GtEkLF87Nzes+Yve9x55wZnLD/gwisHGn5c67H//047d///2npUsWuN31XbNzTzjxrFNPO/+zz975+MM3pk//a+99DxTtsfc+Bw4dtuec2VOfePTuZ194z6KqzQxS7Er8biJ+N8U501/xpuYq83sdcbvcp2bsK5Tmxtt6CmeJpqYq9i4i2jSZDdewCJoGBwAAAACxQeHO30BL9L8d/gZer9ftdletfqdmwX/0Z+OS+/Q+6EMRK+66/appU/+85rq7DznsaBHBtIp3fSU/aspQW8/LhepofkzVN76ij/y+3va+N7U0JmKtm3FL1fqf9GNv+rlqwY2OLex2u81mU1VV9lClgQAAAAAARA/uDQe0KDRzKKp5p9RInw0XkxTHMKEmi/herfQ1Ja6PUGzC3jXqGpxo7t5w5DYAAAAAiA0sSgW2wogggdlHpp1Sva5STdNIJDuatatiy7Mk9ml1TDdhTbfE9RBRyFtvur+emsCKVAAAAACIGcyGA9pBdeQYx5q/3ldfLLCDqSmWjBOVpAGtjVEcir23JbGXiELumtXGsaY23tuOVagAAAAAEO2YDQe0iR5B1IS+5ovumrVWR1eBHUmJU+L7C6W1/wlBU+IsXf9PicIVqT53hd9b23ge10PZQr9AjAMAAACA6EWGA7bOCB8WNU6Jy9Xq1+unbmdhgthdxIS77nlSRAtlK9N4A39eprv4RRF3bWGT87jeYkt6I8YBAAAAQLRjUSrQVnr4sDgalzrKDCeAjuMx/UZparpmiae4AQAAAEDMIMMBbWLcKV9N6G1cdNesFUDHMf9G+W0FRoMLnRAHAAAAAIg6ZDigrfQIYjXt0elxkuHQkdym3yjN3l1pSr9OiQMAAACAKEWGA7bCHEHko3lRan31KgF0HLdznXHstxY0m+EAAAAAAFGKDAe0ld5BrEmNm6Vq/npffbkAOoh5UWrQbDjBzgwAAAAAEOXIcEBrgvamDCxKTegjFNUY4K5lXSo6ht/n9rnLGs/jeighBAAAAAAgapHhgK1rEuMsqiW+v/GUq3KxADqCq2KecawJVYkfEPh1a0CDAwAAAIAYQIYD2sQ8I8matpdx3Vk6UwAdwfy75HfsJhTVCHDMiQMAAACAGECGA9rKiCC2tL2Ni7UlUwXQEWpNGc4XPyw0vSlslgoAAAAA0YwMB7RV42y41MYM5/NUumtWCWD7aH5vXdls49TvGG7ZotkSBwAAAACIOmQ4YOvMEURSHTnCXmA8y7pUbD9XxXzN79aPNU0Ribsb9S2oxAEAAAAAohQZDtgKpelmqfoEJWvqnsaAWjIctpv5t8gf10+oCc3OhgMAAAAARC8yHNAm5rt0yTJivj2cs2S6ALZPk/0Z4htXpBLjAAAAACBmkOGAdmh2s1RvfYmntlAA20rT/M7SGcapr7kbw7E/AwAAAABEOzIc0FZNZsMl9Ves6cZTtaaGArSXq2KBcWO4gKS9QqfCCQIcAAAAAEQ5MhzQJkYHMSYoWVIaJ8TVFP0pgG1l/v3x27oLa6pR31iOCgAAAAAxgwwHbJ15LpKxS4Mt81BjQPXGiT5vrQC2SWXh98axN2G/Zu8KJwAAAAAAUY4MB7SDeV1qXPbxQrFtfkLzVa8fL4D2qyuf53GuM059yWOa3ZmBGAcAAAAA0Y4MB7SD0eAk1Zaspo82nqpc96MA2q/K9JvjU3NFwuDQbVJF0ymZAAAAAIBoRIYD2sroII0bNXQdazzrLJnqrS8VQHtomla57gfj1JN8ZLMrUqlvAAAAABADyHBAmzR7ezh75uHCkmiMqWJCHNrJWTrV5y43Tn0pxwQmWjbg3nAAAAAAEGPIcED7NF2XmqBmjDGeYl0q2quy0LQi1T5AiStoaX8GShwAAAAARDsyHNAO5pvl67OW7F1PMJ51Vcx3164VQNtofm/V+p+NU0/SGPNUOGNCHCUOAAAAAGIDGQ5oK/O94YzJSvYuo4U1wxhTWfidANqmZuPvmq/OOPUlj1FNWI4KAAAAADGGDAe0W1CJs3Y5xniqbOUHmt8jgDYoXfm+cex1jFDs2eZbwrFFAwAAAADEGDIc0D7NrEvtdp7xrN9TXbHmKwFsTV35vLqy2capJ/l4Yy1q0Gw4VqQCAAAAQGwgwwHt0Oy6VFvyLpa0A40xpcve1DRNAK0qXf6WcexXu2ipR4TukSoJAAAAAECs4N94wLYwz4YLTIjLu8R4ylO3vmbjbwJomdu5vnrDr42nqWcqFmuzN4ZjRSoAAAAAxAwyHNBuQbPhAhku4wAlfhdjQMnS1wXQsrLlbwqxecqkpiR4U09Rm2KPVAAAAACIPWQ4oH3M61KbbJmaf6kxxlW5oK5sjgCa43NXla/+0jitTz7RYo2X6c1qtYY2OAIcAAAAAMQMMhywjYwGt3ldatfjhS3beLZ0xTsCaE7Zqg+E5tWPNaF6089hKhwAAAAAdAZkOGBbBM2GC6QT1WbtdoExoHrDr27nOgE05fe5yla8b5y6E8cotgxjKpx83Pzr1JDhBAAAAAAghpDhgHYz+kjQRg1xuecIS6IxrMy0FSagq1zztd9TbZx60s83Nzj9F4nNGQAAAAAgJpHhgG0UNBtONhSrPUXNPssYUL76C3ftWgFs4fe6Spa+Ypx64vdRHD319NbsjeEEK1IBAAAAIIaQ4YBtYd6owbxlqqPgUk2omwdpvk3zHxfAFiXLXvXWlxqnnrSzzQHOaHDmDAcAAAAAiBlkOGDbBU2Ia1iYmmXNPtcYULPpj5rivwUgo1vdxtJljeuUvXFD/AkjmQoHAAAAAJ0HGQ7YRqET4jaHuJ7Xa2q6MWzjPw9ofq9Ap7dx7kNC8+nHmrC4sm41bgmnC7oxnAAAAAAAxBYyHLC99GhiTGuy2lOsBTcaz3qchWUr3hXo3GqLp9Zs+sM4rU8+VXH0Nhpc6IpUwVQ4AAAAAIg5ZDhgu4TeHi4wIa7b6UriUGNM8ZKXvfXlAp2V5vdu+Oe+xlNLmifzEvM8OEn/5WEeHAAAAADEMDIcsO2MYhI8Ic5qtfUyZRdffdGCJwQ6q7IV73mc64xTZ9rlFmtS0FS40BvDAQAAAABiDBkO2F6hE+ICGS5lNyXzZGNMZeF3deXzBDofb31F8ZKXGk/tA32px8pfEpvN1uxd4fRhlDgAAAAAiD1kOGC7mLuJsShVbytxPW/WlARj5IZ/7tc0TaCTKVrwuOar33Km1HW5JVBpmzY4813hCHAAAAAAEKvIcEAHMHa3bFLiHFlq/jXGmPqqJaXL3hDoTGqKJlUWfmecuhKPEY7+1hB6iWMqHAAAAADENjIcsL2MfS2NpalGiYvLPV+L62OMLF70PEtTOw9PXdG6GbcYp34R7868stkAZ8yDI8ABAAAAQAwjwwEdIKjENW6CabPb+z6pCXXLQK1w+g0+T7VArNM0f+G06/zeGuOKs8stqj0tNMMZU+GM3yIBAAAAAIhFZDigwwRt1GDs1aDmX2+M8bqK1s28VSDWFS9+wVW5wDitTzxaSzlcvyucjgYHAAAAAJ0NGQ7oGKF7NWyeD2ez2fMu1pL2NkbWFk0qW/GuQOyqLZleuvR149Rnza/vcn3jHMnmNkglwAEAAABAzCPDAR0paEKcEVzs/Z7RrF2MYZsWPOOqXCwQi7z1peum32icasJem/WQakvUZ8AZe6QaU+GMzRkocQAAAAAQ28hwQIcJmhBnlLjAEkRHlrXPM5q2ZajmLZx2nc9bKxBbNE0rnHaDz1NpXHGmX6HE9zWmRppLHDszAAAAAECnQoYDOpgRVozbw20ucWl7WbpdZgzz1G1YP+tOgdhSuvTVuvI5xmm9Yz9f2imNvwOmu8KZN0gVTIUDAAAAgE6ADAd0JCOp6IUluMQVXK0ljDAG12z8rWTJqwKxonrj78WLXzJOfZYudVl3yV8Am4mxIpUGBwAAAACdDRkO6GBGUgnaMrWhxNnt/Z7TLMnG4OLFL1QWficQ/ZylswsDt4TbvPBYE2pt1oNWe4qxEDWowZnvCgcAAAAA6AzIcEBYGEtTZWox3xfMGp9j6fOCJqzGyPWz7qopmiQQzVxVy9b+faXQvMaV2sxblcTdbCFYjgoAAAAAnRYZDuh45qWpwXs12GxxGftaej5iGu4vnHZdXfk8gejkcRWvmXyZ3+c0rtQln+NPOcrIr3a73bglnLFBKg0OAAAAADobMhwQFkZk0WOcHl8a50RlHavlXG0M1vzuNVP+U1+zSiDa+DzVayb92+cuM67Uxx/szrzMvCeDeWcGid1RAQAAAKBzIsMB4WXOcOY5cba8S/3pJxvD/N4aWXM8rmKB6OH31ct+6q5dbVzx2Ie4ut5j/Ckb8+CC7grHVDgAAAAA6ITIcEC4mCfE6bumGneI2xxoet2rJe1vjPfWlwTmVXlrBaKBpvkKp13nqphvXPGqBbXZj6tWu7nBhd4STh9MgwMAAACAzoYMB4RR6zeJs9vj1D7P+B2DjfHu2tVr/77ST4mLBhtm311bPNk49VmyanOe1bdGDWpwxnJUY2cGGhwAAAAAdEJkOCC8Qm8SZ75rmN2RovYbp9m7G+Pryuas+vNf3voygUjl97nXTLmysvC7xisivib7aUtcDreEAwAAAAC0hAwH7CDGnDhjuwZ9wpQ9vqul3xtCTTdG1lcvX/XHeW7neoHI4/PWrpl8SW3xJOOKJtTa7McVRy/9z1QXOg+OW8IBAAAAQCdHhgPCrtldU/V79m9ONgndlT4va5Zk4yWeug2yxLkqFwlEEm99yeo/L6grn2u+6Oxyh5Yw3DwDzrwzAw0OAAAAAKBTNE0TAMJP/7smH/0NfD6f1+v1NHA38NQs8S85V/GVGC9RVEfBnk8mdtlDIAK4awtXT7rY6yoyrvg1W03XR0TS3uZ5cMZsOD3DGQ2OFakAAAAA0MkxGw7YQYK2a2i6V0OANbGf6PehZu9lvETzudZMubxqwwSBna2uYsHKP85t0uAsKTU5L+oNbqvz4GhwAAAAAABmwwE7VNCcOK/X6/P5jAlxAXWl2vILLa555ldlD74+o9dpAjtJbfHfa6derfndxhWfJasm+znF0d0cUoPmwZm3RhUsRwUAAACATo8MB+xo5hLnaxC8OrW+xr/iMkvtZPOr0rqPzRl8vaLGCexQWsmS14qXvCw0n3HJZ+1Vk/20Ys9qvcHpMx9pcAAAAAAAHRkO2NGMDKdrvsS5Xb7Vt6iVX5tfaE/skb/nY3FJPQV2CG99xbrNEwT+AAAQAElEQVQZNzpLZ5gvemyDarKftNpT9B02gnZHZWtUAAAAAEBLyHDATmAucaE7Nhgxzr/ucUvJK+YXKqojZ/ANad2PEwiz2pLp62bc4nOXmS/WO/ZzZt1rtcWb58GZbwlHgwMAAAAAtIQMB+wcLZU4PcZtnhPn8Xg3vqVufFAONL82uduhucPuslgdAuGg+YoXv1Sy9A0h/ObLroSjXFm36WtOzfPg9CRHgwMAAAAAtI4MB+w0rZc4I8Z5KyYpa663+JtMy7Il5BXs+Xhcch+BDuVxlRROu85V0WSLDE1xONOu8KScoOe2oABn3A/OsgUNDgAAAAAQigwH7EzN3idO3ztVxjh9Qlzg0VWsrLkhaNMGxRKXPeia9J4nCXSQmqIp62be7PdUmy961Z61XR8QcT31AGcsQQ2dB8eeDAAAAACAVpDhgJ0stMT5/X7znLjNJc7j8W96zVL0tEV4zS9PyNwjZ8hN7NuwnXzusk3znqxc913Q9brEE1wZV6rW+GYbnLEpKg0OAAAAALBVZDhg5zNKnHw0VqeGbtoQmCJXPd+y9mrVu67J6xVrZu8zuvS/yGJNEGgvzVu64oOSJeP83lrzZZ9Iqs28w5+0n0xstqZkg9OrnLqFHuBocAAAAACAVpDhgIhg/E003yfOWKBq5nVXi3X3qJVfB30Ga1yXroP+m5p3pECb1ZbO2DDnXk/t2qDrbttuzq73KbYsPbeZp8IZV/R5cMbN4GhwAAAAAIDWkeGASBFU4oxbxRkLVM2T43xl31k33KX4nUGfJD59SM6Qmx0p/QRa5XWVbJz/SPX6X4Kua0KtSzm/PvU8q82ut7agqXDmhag0OAAAAABA25HhgMjSyvap5gwXOKnbIDY8Yq3+IfhTKGp6j5O67nKpxZYsEMrvLVn2Zsmy1zWfK+gZj303Z+aNIq6PTGwtBThzg1O2EDQ4AAAAAMDWkOGAiBNa4vRNG4LuFqfHOH/NHHXD/yz1S4I+iWpP67rLf9J6HC//mgtsUVs8dcM/93mc64Ku+yzZzvTLvYmH6JUtqMEZd4IzL0SVxJb6RoMDAAAAAGwVGQ6IREHbp+pz4owdVIPWqMr/L0o/tZY8q/jKgz6PPalHRs/T07ofq6gO0ZlpvqoNv5SteL+ufG7QM35hdyWfVZ96jqVhO1SDOcCxEBUAAAAAsP3IcECECr1VnHkHVXOJ2/zorrQUPW+t+FARvqBPZbElp3c/IaPXadb4bNHJ+D015as/LVv1kbduU+iz9Y6D69KvEPYcfaabEeCCHs0BjgYHAAAAANg2ZDggcplLnHmBaksxLrBwtW6lZf09Ntf0Zj6doibnHJzZ+4z4jKGiE/DUFpaueLti7beh94CTfNZetRk3+OOH6oktaB5cUIALmgRHgwMAAAAAbAMyHBDpQheoGiUuaPcG41irmWYpfsVaN6XZT+hIGyRjnExyihonYlFt0eTSFe/VFk9u9lmvfRdX8tmexINDA1zQEtSgO8EZAU7Q4AAAAAAA7UeGA6JAW6bFhdJcy9TiVy3VP1oUf+jnVKwJydkHpOYeltR1lLBYRdTTnKWzqtb9XLXhF5+7rNkR7riR9Slne+P3MOa4WVsmuxuT4AAAAAAAHYgMB0SNZqfFtR7jAhs7uNarZW9aq75UNFezn9ZiS07OOVj2uMSsPYWiimhTVz63ob6N97qKmh2gCUu94yBX2vmavbdq0mx9C12Fyo6oAAAAAIAOQYYDoklL0+LMMS40yckrmqfCUvZeYAMHf2VLn1y1pyV3G52aNyYhc4T8j4OIbK7KRVXrf6paP97jXN/SGE2Jq084qi75TCUuT5/dFhrgjNOgABc0CU7Q4AAAAAAA24cMB0SfoGlxoTeMM0pc0IHf61TKv7BWvKd6C1v5/BZrYkLm8IT0YfEZwxIyh4mI4apY6Cyf4yyd7Syd4XOXtzLSp6TXJx7jTj1NWDOCZsCZH4PuAac/6jPgCHAAAAAAgI5FhgOiUtC0uKA1qvqjUd+CHgOT45zz1aof1ZqfVd+m1r+QYrE70nZNkD0uY3hCxlCLLUnsQJqvvq5ibqC7lc2uK5/r99a2Pt5vSal3HOBJPNTn2N2ibo5r5pluQemt2Rlw5lWoggYHAAAAAOggZDggioWuUTXPjAtdqWo+1Q8V5xxL1Y/W2l9Uf1kbvqBijcu0JebZE/LtCXkNB3m2hHyrI3P7F7H63BUe5zq3s9Bduy5w0PDocRXJFLfV1/pFgjt+P0/iYb6EveR7NKa2hc6DCwpwze7DQIADAAAAAIQDGQ6IesYaVfmol7hmY1xIg2skxyg1f6s1P1lrJli0atFOiiXOlphri8uy2BIt1kSLmqDaUywWR+DYlmCxJqm2RL/H6fc5fZ5av7fW76vze6p9XqffW+P3On3u8vratZrXKdqvPv4Qd+Kh3oQD9FlsRlNrpcEZwwhwAAAAAIAdiQwHxALztDgREuOMEhc0Py7oYsM4r3AtstTNsjhnqq45qlYhIoxfJHgdu3nsQ3yOob64QRbVYWlKbZW5vjUb4AQNDgAAAAAQHmQ4IHZsNcY1Oz/OfGoeE5gi517d0ONmBz58G8RO4lPSvY6h3rgh3rihfnt/xdK4kYKR3syP5uLWbH0L2gWVSXAAAAAAgB2ADAfEmpZiXLPbOARNlDM3OLPAi73VinuN4lkrHy3eQosn8KFq5aJD+ZVknzXPp+Zp9gL56LflywNNzTDvXmppTlBuU00bL5gXnzIDDgAAAACws5DhgNgUFOOCSlxLSa7Zg6BXaSbCXxeocp61Fu864S0XfqeiOYWvVtHqLJo8rtPksd+pKnU+LU5YEjVLvLAkaErgQFMStMCxfEzx27r5rfkyugk1zTxJzehuoY9BiS3oIHTzU6Up4wdFgAMAAAAA7BhkOCCWtRTjgrZVbZae4YLGmF8byvgSxhctq/JuKHHrZ2nJ1twu9tAEZo5uxoEMZ/LYPAMutMGFLjUNWnaqHwhT0SPAAQAAAAB2FqsAELv00iRzmFG4jGQm+5Q5qJlDW+iK1KDZcEEZTp4KU+MT5uonlCqnu+FLWxITrHFxcaJpfRNNM1yQ0AwXWuKCLrY0903hBnAAAAAAgJ2KDAfEPiM86T1Oj3HGaUu3kAuKbm2ZDRc6J86vaJVOVf/qGWlWh8MhmgtworkMZ65pLa1LDU11LdU3QYADAAAAAOxUZDigE2l2cpz5irnEBc13a0uAC50N5xe+CqdFaPJrCbfXJjNcUBdrb4lr6TQ0vRHgAAAAAAARhQwHdDpBk+NE0x6nH+hLVo2JcqLpfeVaD3Ca6d5wfuGurFXloTyt91lDM5wIuSuc0vIa1Va6m9LcmlPqGwAAAAAgcpDhgM6rlR4nmiY582mz0S10Hpz+SfyirtK5uZF5fJsXpQZ99dAYJ1pIcs0OEyG5jfoGAAAAAIhAZDgAzfQ4EZLkREhiC5r4FjR487Gw1rosDZ9OePxWu90e+kVFc02t2crW0qy3lq4AAAAAABA5yHAAGplLVlCSE0F9rWmSa+lYU9Q69+aLHp/FarWKVievhVa21heZkt4AAAAAANGCDAegeUFJTjRXxMzpzTzSRHV7Lfq94fyyyalqS+GsjQtL6W4AAAAAgChFhgOwdaHxKzTMNTtSE4rPr+hpTmY4/TZzos01jegGAAAAAIgZZDgA26KVQNZ0darw+Y17xinNvorWBgAAAADoDMhwADpYyNrVZjZYAAAAAACgsyH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oPPL25+bkVFtTf0qeJyz+qNLv04K83Wo5sjdIzFIh68vHdaMv+rAAAAAAAglvHvXgDbS7WI/Yal3j1uVbPPKsrmg5JKj/wIHXDG4V1pcAAAAACAmGcRALDdjts/c+SuyaL9sjNsl56cJwAAAAAAiHVkOAAd46Zzu1uUdr/qv6fnJzr4DxEAAAAAIPbxr18AHaNnruO0w7q26yV7DEwes3eGAAAAAACgEyDDAegwl56cl51ha+Ngm1W5+f+6CwAAAAAAOgcyHIAOk+iw/Pf0/DYOPnNMds/mNk4FAAAAACAmkeEAdKQxe2e0Za+G7AzbBcd3EwAAAAAAdBpkOAAdrC17NVx/Tnd2ZgAAAAAAdCr8MxhAB9vqXg377JZy8O5pAgAAAACAzoQMB6DjtbJXg82qXHd2gQAAAAAAoJMhwwHoeK3s1XD+MTnszAAAAAAA6ITIcADCotm9GrIzbOcfy84MAAAAAIDOiAwHIFxuOre7zdpks4brz+lut21t+wYAAAAAAGIRGQ5AuPTMdZw5Jts4PXBEGjszAAAAAAA6LTIcgDC64Phu+l4NNqtywznszAAAAAAA6LzIcADCKNFhuf6c7qJhZ4acTLsAAAAAAKCzsgoACKeDd08be2AXdmYAAAAAAHRyiqZpAgAAAAAAAEA4MRsOsYayDGwDRWEHWwAAAAAILzIcol5od6PEAe0iG1zQ3xqqHAAAAAB0OBalIoqZf3v1Y/MjgLYwipt+EHQKAAAAAOgozIZDtDJam7aFcSwocUCbKQ3MB2LL/DhKHAAAAAB0IDIcopK5wU36p/LrP8oIcEB7mVvbHgOTxh6YYbFYzFWOEgcAAAAAHYgMhygmG4Hf71+z0TV+WoUAsB0cccoxo1JkhlNVVT7qFylxAAAAANCByHCIPub1p3qJEwC2j/x75PV6ZYPTT/VpcQIAAAAA0HHIcIhiQQ3uvsv7DemfLAC0WbXTd+bNc0RDhvN4PMaabmPvVGIcAAAAAHQUMhyilTEVzihxFotis5IMgHawqZv/yugZTmzZqEGeGjeJY10qAAAAAHQIMhyikmbColRg+/l8Pq/Xa9nC2PMEAAAAANBRyHCIYjQ4oKPo94bTt2gw7zvMsyNaKgAAEABJREFUPDgAAAAA6CgWAUQtY0KcALB95N8jmeH8W5hLnAAAAAAAdARmwyFaGXWATABsP+NOi/oMU/5aAQAAAECHYzYcohhT4YAOFDQDjr9fAAAAANCxmA2HqEcpALafFkIAAAAAADoUGQ4AAAAAAAAIOzIcAAAAAAAAEHZkOAAAAAAAACDsyHAAAAAAAABA2JHhAAAAAAAAgLAjwwEAAAAAAABhR4YDAAAAAAAAwo4MBwAAAAAAAIQdGQ4AAAAAAAAIOzIcAAAAAAAAEHZkOAAAAAAAACDsyHAAAAAAAABA2JHhAAAAAAAAgLAjwwEAAAAAAABhR4YDAAAAAAAAwo4MBwAAAAAAAIQdGQ4AAAAAAAAIOzIc0FZaA3lgsVhaH+nz+5U2DAMAAAAAAJ0HmQBok3p3fVlF2aaSTUWlRaXlpfK02WF19XUlpSVFcljJJjne4/W28fNfcu1t/fc+9NizLvJ6fc0OuOOhJ+WAp8e9KdrPVe9evHylcfrmR5/LT3XLfY+JHSXoDXS4uQsWb3VMnav+yZdeP/WCK4YedPSRp/9r3sIlos12+g8QAAAAABADyHDA1lXVVBWuX1tfV+Gweh2qt76ucu261ZXVVUHDyirKN2ws9Hiq462+ONXrrClbU7i61uls89cRsvWMe+dD0aGmzZ4r697ESVPFThLWN+DxeG9/8Ilz/nPtVkc+/OxLz7/+7uz5C2WPW75qTWZGumibnf4DBAAAAADEBhalAltRXVO9au3Kvvk5manJdlvgr4zb4y2vqlmxfo2idE9JStGHlVeWbywq7FfQLTUp0WZVRWACnaeovHLt+tXd83okxCe08cu9+Ma7xxx2cEFeN9FBfpowcXXhOvOVIbsOuPKi83bp11vsEKFvoANV19Z++MW38Y64rY6cOGWafDzluCMvO//svG7Zos12+g8QAAAAABAbyHBAa7xe79oNa/rmZ+dkphn3eouz27pmpPn8vjUb1iX0SrBarW6PR6a6wb0LMtNSLIqiD3PE2fO6Zvp8vk3FG2WJU1V1q1/OZrPWuervfvTpV554QITN8MG7yg/RydRU18rHS845o10Nrlmd8wcIAAAAANhOLEoFWlNcWpwUZ8vNygzab8FiUbqmp6Um2MsqSuXppuINuV3SsjLSjAanUy2WnC7piuatrK5s/QvprzvvtJPiHXETJ0/79uffBDqU1xe46V58gkMAAAAAALAzkOGAFnm93uqaqm5ZGfKgpqbG4/GYn7Va1ayM1BpnjdNVV1Nb3b1bV7fbXVtb6226LUOczZaenFBTW+P3+7f6FfO7ZV9y3pny4L4nn6t11m11vKZpL7/1wdjz/r3H4WNHn3j2NXfc9/PvfxnPFpeW9d/70Dc/+lweP/LcOHn88LPjRAs7DBSXlj/zytunXXjliEOOG33CWZdef/uMOfOCvlx5ZdXjL7x29qXX7HHY8WdcctWjz79SVVXTyttr6Q3ovF6ffOqSa2/b58iTjz3rojseenLRssZtEOS3f9jJ58mX3HTPw+bP+eeU6fLikAOPWrZy9d2PPr33ESeJhu0X5EX50ewP7cxLrpZPVdcEZsONOvpUeTzu7Q+N7/qFN967/Ka7Dj353L3GnHj+f2984sXXSsoqtuEHOGveghvufki+Z/mW5CeU73Px8pVy2AVX36wP+HvGHHl60r8uD3p7LW34MH7ipGvvvP+Qk885eOyZV99+7y9/TBYAAAAAgGhGhgNa5HQ54+yqy1n71VdfvfXW20uXLjU/qyhKgiPOpipFJZuSEhzFRcWff/75Rx99tGbNGvMwi8WSlBAvo5OMdG35ohefc3qv7vklpeWPv/Bq6yPdHs9F19wiW9jiZSsKcrslxsd//8vvl9945/V3PuCsc8kBNqt135Ej8hvWYMrPKY9buuWcDEanXnD5M6+8uXDpsr49e8iqJaOPDG1f/vCLMUZWpLHnXvLim+8tWra8b6+eq9YUygJ4/LkXT58zt6V32MobWLex6KxLr77v8ecmTZuR1y273u354PNvTvnXZe9+8pU+IDEh/oHbr5MHn337k/zS+sXKyuqb7n1EHvzngnP79urRIz9vrxFDRcOfhfzk8iNo0qJuYP8+8ilVDTy15/Ah8jina5Y8Xrh0xbFnXSi724Q/JiUnJaanpf719wxZ5Q49+ewp02e36wf43fjfzvr31V98/3N1TU3P7vlTps/611U3vfrOR2KbuOrdMj5edsMdX/84wW61paen/fjrHzKMyovupi0YAAAAABBFyHBAi+rr3Rahffnlly+88MIvv4xXQhKPzaraVEt1dbVF873xxuvjxo37+++/rdbgWy7GxdnlKz0+bytfS9M2P1qt6v9uvFoev/PJl/MWLmnlJS+9+f7EydP69Oz+4wdvfP7GC1+/O+6rd8Z1z8/98sdfnn/9HTkgLTXljWcePmT/feXxycceKY/POOGY0M8jy871dz0gu5jMTH998/FHrz4z8asP/t0wKe+OBx8vqwgsp62qqrnqtns2bCqW1yd/9+kHLz81+ftPbrry3/JVV916b63T1ew7bOUN3PbAY7PmLjhwnz1/+/L9T1577qeP33jn+cfiHfF3P/r03AWL9TF7DN3tzJOOC7yNh56QnS7wqoeeKCopHTFk0IVnnypP/+/0k566/w7RcBs++cnlR7N7Ndx+7X/kUwnxMoaKJ+69TR4fO2a0PL77kafkd/evM0+e/vOX8gf4w4ev//zxm7sPHex0ut759Mu2/wDlt3/3I097vb7Txh4tfyzyh/PnNx8deuAoWeXENnnjg09kfOzdo+DLt178/oPXPnv9+V8+fWdA317y4ruffCkAAAAAANGJDAe0yOvzrFm5/Pfffq2vr9c0rUtmpkwtvoZbjOlUVbWqitPlXLRg/h8TJ7rdbtngMgPD5LjGJah2a2AmlvmFrdtr96EnHjNGfsXbHnzc/HnMFixe9sIb78oD2aG6F+TqF/v16vH43bfKgzc/+HTN2vWibX776+9FS1ckJyU+fd8dycmJomGniGsu/dc+I4fXuep//u1PeeX5N94pLa+QKUpet9k2d0YZsGR4kl1s3Nvvi/YYP3HSX3/P6N+759MP3JmZnqZf3HPE0FuuuUwePPj0i8bI6y67MD+v28o1hePe/mD8xL9+nDBRhrYHbru+2Vlv7VK4fuOylasy0lKvvfTCxMB0xYAeBXmXnHeGPFi+cnXbP9UnX39XXlk1sH/f/914ldJwkz/5Jh+7+5acrl1E+xWXlsnAKsPiC4/cIz+nfrFbdtaLj94nf/LPvfZ2dcNeEwAAAACAqEOGA1oka9rKlSuqq6rkQUlJyc233HLzzTdNnTrVGGBRFFnYZF9bsnixTHVy2MKFC6+7/vo77rhj0aKFxjBVRiNF+P1tzXDSjVdcIguRbG1vf/x5swO+/mmCbH2HHjhKxizz9SGDBuy754h6t2fKzNmibf6eERh5ynFHpaQkma8/cOv14z9+S6Y30bDoUj4ee/jooNcec1jgyg8TJor2+PGX3+XjmNH7B01eO/qQg+Lstmmz567fWKRfSUpMuPemwNzA1977+P4nX5AH/734/F7d88V2y8/Nmfrj5x+Oe9qoijqrJbChbX3bVhDrfv1zinw888RjFdMGHfJb06fytdcvEyfVOuuG7bZr0LeZl9N15LAhVdW1cxctFgAAAACAKGQVAFom45rb7fY2+GfOHIfDcfjhhxvPyuyiNawmddXVeTwe2eOqq6tnTJ+elZV14oknCdM4TbRPemrKtZddeOv9jz318htjDj6gW3ZW0ICy8sA2Av169Qh9bf/evSZNnbl81RrRNivXFsrHPj27B13PzemqH8iot6k4sCHsM6+89dJbTSa+6dtWbNhUJNpjY3GJfPzp1z9nzJkf9JRqVYXbU1Raanz1fUeOOPX4oz768ruaWueIIYPOP+Mk0UFkHe1RkFdRWfXX1JmLl61Yv3HTijVr9YXAQftstG75qsDUud4hP8C+zf3pbNWmhh/OqjWF/3fFDUFPrVyzVj7KNywAAAAAAFGIDAe0SFXVbt1yVdVq7JGanZ2dmppmDPD7/T6/32JRcvPz5bExLDMzMykp0Rjm8/llrLMIRbTHKccd+eX3P0+d9c8DT7/w9H13BD3rdAVux5aVmRn6wqzMDPlYVlYu2qa2xikfM9LTWhogu49eG1vajaHOVV9dU5ts+pZbpzfExctXiuUrmx1QumWvUt3+e+0hM5w8OGjUXuYZZ9tp6sw5L771/uRpM42Vv2kpKYcesO/4iZPa82lEVXVgu9guGelB17s0/EG0l34zvo1FJfKjlS8HAAAAAIg6ZDigRVartf8uA/v06bNx4wYRuGOabfDgwT16NE568soI59ccjvhhw3fPy8vTt1J1OBwjR47s1q1xS02P1+sXisXa7r9u/7vp6mPOuvCHXyb+eez0oKdyugQCXElZWeirShoCXFpqimibrKzApyqvqGhpgAxMVqvq9fqm//RF0MLVbdO1a5elK1fLtnjEIQdsdXCts+6hZ1/Wj59/7Z2jRh9k3Atve6zbsOni6251Ol0D+/c58pADhw3atSA/t1vXLvMXLW1vhsvNyV6+ao1si0HLSINiok7+xgRdqaurM59mZwXuKHfuKSfcdu3lAgAAAAAQQ7g3HNAih13+X8KFF1909NFHDxs27Pjjjz/99NO7du1qDJB9ze31pyWnJaWmXXvddYcddtjuu+9+yimnHHvssSkpjRWs3u2R7cXW/gzXu0fBhWedJg/ueOSp+vrA3cqMqWD5+YEUZdxDzWx9wxLRAf16i7bpnhf4VPqyU7M/Jk+7/s4HPv/+Z1W16EtWZ89bGDRGNrKFS1dUVbVvfpaeq+YvWRr61ILFy4pLm8zje+iZlwrXbxy66y7/OvMUV737hnseCi1Z2+CTr7+XDW5An16fvvb8v887c+89huXldLVYLJtKAj8HffZfG235AQZPXtu4qdh8KlOmfPS4PcHDms5661mQJ1r44axYvVbWww759gEAAAAAOx4ZDmiRIz7e5fH17tPv6quvvummmy699NLddtvNWBQpS42sQh6flpGRWV3n2n2Pkddee50cdsEFF/To0cMYJqNJbZ1L0yx2m12036Xnn9U9P7dw3YZvfp7Q8EU3Xz/8wP3i7Lbf/vo7qMStXFM4aeoMeTB6/331K2pD/mulKx120Cj5+O3Pv7o9TQrRx998/+WPv5SWBibcHX7QfvLxnU++CHrt+59/ffw5F5/zn2tFy0LfwBGjD5SPn37zQ63TZR75z/zFY8/790FjzzBufzZ52qwPPv/GZrPed9t1/734/2S/m/nP/Nfe/8R4iW1r311Lihu+rz1HDNXrmOHjhtWvXvN+uFv7EoceGPgBfvLND+aLXq/v02+bXEmMD+zHumbd+srKauOi7Ji//jnZPGz/vUamp6bMmDNvzvxF5ut1rvqz/n31weA+s2kAABAASURBVCecNWfBIgEAAAAAiEJkOKBFNqstMSFpQ2lZdnb2oEGDunYNzJYynpWlpqS8Kt6RkJyQ5IhLKNxYnJeXu8suu2RmZprvX+b2eCtqnIkJiaqqivaLd8Tddd2VIrAZQpNNA7plZ5118tiKqqoLrrppzdr1+sWlK1dfdM0t1TW1px5/VEZaqn5Rv2XbwqXLzPXHbPjgXQ87YNSylavP+8/1C5euEA03s3vn4y9/+GViUmLC4QcF1o2ef8Yp8hP+NunvZ155y3gn02bPffGNdwPPnnmKaFnoG9hz+JAD9hlZUlp+/d0PlJZvXrm5sajk1gcelQcnHj1GX1ErE9WtDzwmDy46+7T+vXvKH8Xt1/xHnj798hvy3eqvSoiPV1WL7KFTZ/0j2kOfwvb75KnGNEDZue546Mlf/wpse+py1bfy/oOMPfKwHvl5f06ZftkNd6zbsEk0TFu74Oqb9N0eDD17FMhvQb7VR194pa7h88vjG+95uLK6yadNTk48/8yT5cFt9z+2aMly/aIceccDj8ufVd9ePYYNGigAAAAAAFGIe8MBLZItLbtL9sKlC0rKK7ukpwY9W1ZZXVxVO6BPvoxu3brmzl00Jys9JTW5ya3T/H6tuLyi3ityU9PFttpv7z2OOvSg78b/FnT98n+dXbhh40+//jHm9P/bpV8fr8e7bNVqWdBG7bX7zf+9zBjWsyCwAvTbn3+THycfe+T9tzYzc+3mqy7dWFIyY86848+5eGD/vpuKissqKh1x9sfvubV7fuAmd7LHPfa/W2/830Myw7323scD+/WV8evvmXPkU2eedNzYIw5t5f03+wbuvO7K6+58YPzvf/321xT5FZMTE2fPX+B0umRjuunKf+svfPyFVwvXb+zXq8dl/zrb+FEcP+aQL3/8Rdarj195RlZR+Tb69uyxePnKsy+9Rg6Y8Nk7+bk5og1OOHrMB198s6ZwvfyW5U9PNGx4KpPc0F13+WfhYlkAa2qd8rtuyw/QZrM++9BdF19zy/iJk+THLv16L1q6Is5uO/KQA7//5fc4++ZZkPLned1lF93z+LMffvHtNz9N2G3XAfK7S0lOevDWG6689X/mT3jeaSetWlP42bc/HXfuJfKr5+Z0XbNuvRycnpry1P13dOAmFQAAAACAHYnZcEBrrFZr9/wec5etKa2o9vp8WgN5UF5Vs3TtxvxuBTarTQ6TqaVnfu+5y1dX1Tgb9kVtGOb1FZVVrNlUnpOVs21T4Qy3Xn1ZYkJ80MXkpMRnH7jzkbtuPuSAUcUlZTKc7bvn7vfefM0rjz+QmOAwho05eP8Tjz5c5ip5XF1b2+znl6Xng5eeuu6yC/ffZ+S6jRsT4h2HHbTfN+++etC+exljRu054ut3x11y3hlDBu2ycOmydRs3ycHyDdx1/ZWiVc2+gYK8bu+++MTN//33gfvsuX7DpsXLV8i0d+s1l7/1/GP6dzp9zty3Pw6sgb3zhv/abTbjs91w5SUZaalzFywe9/aH+pXbr7siv1u2aOhcRaVlom2yMtM/HPf0KccdmZaaMnXWnMnTZ2VndZE/vfdffmrksN3kgImTp7by/oMM6NPr/ZeeOuPEYwf271NSVn7M4Qe/+8KT+++9h3xKFkZj2Dmnjn3zmUeOHTM6IT6+vt591snHv/3cY126BCfaeEfcg7ff8PzD/5OfRza3fxYsSk5KuuCsU79571UZJQUAAAAAIDop23BPJWDn0iOXz+fzer0ej+fjX0qe/zxwU/8Hrug/fJdkEQblFeWbijdmpiUkB/KWUlVbV1ZZ2zUrJyMtwzysqKSosqo0IzUpyeHwa/7KamdFrSs3Jz8lKSzvChHulXc/eviZl8879QSZF0Wkqq71nXLDbHmw32Dl38fGOxrExcmwLOOnTeZji8WiNBAAAAAAgO3DbDhg69LT0rvn93D7rBtKa+SHx2/tXtAzqMGJwASrrOzsfGe9sr60ekNZjd8S17OgNw0u5o17+8Mxp/7fB59/E3R9esPt6nbp30cAAAAAAMC94YA2SohPkB++wAaaij49KHSMvJiSmJyckOT3a0Jo27kQFdGib+8eK9cUvvDGu4ccMCorc/MK00+/+WHCn1Pyc3MOP3B/AQAAAAAAGQ5ol7aUNRnjVJUVfJ3IwaP2HjP6gB8nTBxz6nlDdt1FXqmqqZm3cElmRtoz99+ZnJwoAAAAAAAgwwHA9nvif7d+ue+en33z4/JVq6tra/v36nXxuaefPvaYNm7bCgAAAADoDMhwALC9rFb1pGOOkB8CAAAAAIAWkO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xI7CTa4EhyoAtFldvU8AAAAAAHYIMhyim6IoxvFzH60RALaJEkIAAAAAADoUGQ7RyigF9AJg+8m/R5YGxDgAAAAACBMyHKKYngl27ek494gUn8/n9Xrlo9/vl4/aFgI7m/wjcTpdjji7zcZ/cCKIUbElVVX75Frlo1HiBAAAAACgo/GvYkQ32Qt26RnfO1d1b+ENUPwN5ABK3E5X5/KsXV/RNTMtLdUuEDH0ACejm6xvVqvVJiuptUmJY7YpAAAAAHQsMhyilRERjI6gFzf9lAwXOdxeX129R/6BxcXFCUQMY9mp2sDIcBINDgAAAADCgQyHqCTrgOxrRkQw1p/qYU5vcPoVMtxOJxtcnUtmONXhcAhEDD2xmUO2LnRpKjEOAAAAADoEGQ7RypgNJ0ObXuKMFXZ6gzMCHCVu57LWumpdbvkHRoaLHEZZ03Ob/hdHj3H6MfszAAAAAECHI8Mh+uhT4cSWuW9GZTM3OH1FqqDBRQCZdpgNF4HMWzRYtgi6NxwlDgAAAAA6EBkO0coIBMbMHWMSnDEVjgYXCVSrLZDhBPeGizhBJc7occapYEUqAAAAAHQcMhyiknFvOP3UCAcEuAgkO6nb6xOKxW5np9RIZMx6YxIcAAAAAIQVGQ7RzZiww83gIpbFonq8PvlnZLXyH5wIZZ4WJ0wz4OhxAAAAANCB+FcxopUeCIw5ccYN4wzEuAgh/2h8Pr8mAtMVBSJMUGgzn9LgAAAAAKBjkeEQ3YwYJ1oNCtiJArftk7W0Yc2jQDTg7w4AAAAAhAMZDrGAahDJGiYqbl7xKAAAAAAA6K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s9rH3w/ecZ8sU165GffcsXZFosiAAAAAACIXRYBANvt1GMPSkqIF+2nKMrZJx1GgwMAAAAAxDwyHIAOkJQYf/IxB4r2Gz1qeM/8HAEAAAAAQKwjwwHoGKNGDu6Rn92ulyQlxI89Yj8BAAAAAEAnQIYD0GHOPukwRWnH8tKTjznQEWcXAAAAAAB0AmQ4AB2mZ37O6FHD2zh4QJ+CUSMHCwAAAAAAOgcyHICONPaI/dJTk7c6zKqqZ590mAAAAAAAoNMgwwHoSI44e1v2ajj0gN1zsjIEAAAAAACdBhkOQAfbc9guA/oUtDIgPTX56EP2FgAAAAAAdCZkOAAd7+yTDrOqakvPnjF2NDszAAAAAAA6GzIcgI6Xk5Vx5Oi9mn1q2KC+wwf3EwAAAAAAdDJkOABhcdTovUL3arCq6hljDxEAAAAAAHQ+ZDgAYWG1yuI2OujikaP3ykjb+j6qAAAAAADEHjIcgHAZPrjfsEF9jdPsrPSjWlipCgAAAABAzCPDAQijM8YeYuzVcPaJh1mtqgAAAAAAoFMiwwEIo4y0ZH2vhpFDB+zSt7sAAAAAAKCzIsMBCK+jRu/VIz/75GMOEgAAAAAAdGKKpmkCAAAAAAAAQDhZBQAAAAAAAIAwI8MBCK+WptwqiiIAAAAAAOg0yHAAwsUc4MzHeoDTrxDjAAAAAACdBFs0AAgLvbJpDfx+//LpHn8D/VS/LlqeKwcAAAAAQIwhwwHoeEEN7pvHnG9dXTvtC7c89vl8Ro8zEwAAAAAAxDR2SgXQwYwGp7e2bx+vm/GVV39qzJW2EceqiqJYGigmggWqAAAAAICYRoYD0JGMqW36lLfvnnAZDU536OUWWeIsW6iqSokDAAAAAHQGbNEAoMOYF5n6fL6fnq8PanDS+Of8Pq9/xHGBACfJK3qPEw0NTr6QEgcAAAAAiEncGw5AxzDfDy7Q4J6rn/pJY4Prt5fdOP71JTHtc4/k9XqDbhUn2LQBAAAAABCjyHAAOkBQg/vx2fqpnzY2uOOuSTrxxqT9Tos3rkx8RZ35tY8SBwAAAADoPFiUCmB7mfdk0BvctM+aNLiB+wWmwo06Ld4ap/z2llO//vvLqhC+4cd4zJ+K1akAAAAAgFhFhgOwXdrY4HR7jXXIR0ocAAAAAKATIsMB2HbtanA6ShwAAAAAoHMiwwHYRtvQ4HShJU7TvCOObTKGEgcAAAAAiDFkOADbYpsbnC6oxE0cJ/9bRIkDAAAAAMQyMhyAdtvOBqcLLXGKwupUAAAAAEDMIsMBaJ8OaXA67hMHAAAAAOg8yHAA2qGVBqdYxLFXtaPB6dpV4gQAAAAAAFGLDAegrVpvcGOvS+q/d/sanC60xKk235AxzZQ4QYwDAAAAAEQtMhyANglTg9MFlbgJzwXmxFHiAAAAAACxhAwHYOtTy59zAAAQAElEQVTC2uB0lDgAAAAAQGwjwwHYih3Q4HSUOAAAAABADCPDAWjNDmtwOkocAAAAACBWkeEAtGgHNzgdJQ4AAAAAEJPIcACat1ManI4SBwAAAACIPWQ4AM3YiQ1OR4kDAAAAAMQYMhyAYDu9welkibPaxfhXKHEAAAAAgFhAhgPQRIQ0ON3uRwXmxFHiAAAAAAAxgAwHoFFQgxv/kmvaZz79qR3f4HSUOAAAAABAbCDDAdgstMFN+XAnNzgdJQ4AAAAAEAPIcAACIrbB6ShxAAAAAIBoR4YD0FqDs6ji+Gt3coPTUeIAAAAAAFGNDAd0dq03uBNuSu67u01EBkocAAAAACB6keGATi2KGpyOEgcAAAAAiFJkOKDziroGp6PEAQAAAACiERkO6KSitMHpKHEAAAAAgKhDhgM6o6hucLrQEmdRvYMPbTKGEgcAAAAAiBxkOKDTiYEGpwsqceOfDsyJo8QBAAAAACITGQ7oXGKmwemaljiFEgcAAAAAiFhkOKATibEGpwstcYriH3QI94kDAAAAAEQWMhzQWcRkg9MFlbifn5LRjRIHAAAAAIgsZDigU4jhBqejxAEAAAAAIhwZDoh9Md/gdLLEWW3KDy/UNpxR4gAAAAAAkYUMB8S4TtLgdEMPi5OPlDgAAAAAQAQiwwGxrFM1OB0lDgAAAAAQmchwQMzqhA1OR4kDAAAAAEQgMhwQm8wNTpr0gdvc4E6+NbnXsNhscDpZ4vw+8dPLm0vc+GdU1ebd5YDGAeb6RokDAAAAAOwAZDggBgU1uL/er5/w8ua5YJ2hwemGHxGYE6eXOM0vfnxc/ueuSYlTVdU4psQBAAAAAMKNDAfEGhqcgRIHAAAAAIgcZDggptDgglDiAAAAAAARggwHxA4aXLMocQAAAACASECGA2IEDa4VlDgAAAAAwE5HhgNiAQ1uqyhxAAAAAICdiwwHRD0aXBtR4gAAAAAAOxEZDohuNLh2ocQBAAAAAHYWMhwQxWhw24ASBwAAAADYKchwQLSiwW0zShwAAAAAYMcjwwFRiQa3nShxAAAAAIAdjAwHRB8aXIegxAEAAAAAdiQyHBBlaHAdiBIHAAAAANhhyHBANKHBdThKHAAAAABgxyDDAVGDBhcmlDgAAAAAwA5AhgOiAw0urChxAAAAAIBwI8MBUYAGtwNQ4gAAAAAAYUWGAyIdDW6HocQBAAAAAMKHDAdENBrcDhZa4iyqt/+oxgGUOAAAAADAtiHDAZGLBrdTBJW47x+R3c03YL/G4kaJAwAAAABsAzIcEKFocDtR0xKnNJQ474D9GgdQ4gAAAAAA7UWGAyIRDW6no8QBAAAAADoWGQ6IODS4CEGJAwAAAAB0IDIcEFlocBFFljivR5vwulNQ4gAAAAAA24cMB0QQGlwEGnmsQz5S4gAAAAAA24kMB0QKGlzEosQBAAAAALYfGQ6ICDS4CEeJAwAAAABsJzIcsPPR4KICJQ4AAAAAsD3IcMBORoOLIpQ4AAAAAMA2I8MBOxMNLupQ4gAAAAAA24YMB+w0NLgoRYkDAAAAAGwDMhywc9DgoholDgAAAADQXmQ4YCegwcUAShwAAAAAoF3IcMCORoOLGZQ4AAAAAEDbkeGAHYoGF2MocQAAAACANiLDATsODS4mUeIAAAAAAG1BhgN2EBpcDKPEAQAAAAC2igwH7Ag0uJhHiQMAAAAAtI4MB4QdDa6ToMQBAAAAAFpBhgPCiwbXqVDiAAAAAAAtIcMBYUSD64QocQAAAACAZpHhgHChwXValDgAAAAAQCgyHBAWNLhOjhIHAAAAAAhChgM6Hg0OghIHAAAAAGiKDAd0MBocDJQ4AAAAAICBDAd0JBocglDiAAAAAAA6MhzQYWhwaBYlDgAAAAAgyHBAR6HBoRWUOAAAAAAAGQ7oADQ4bBUlDgAAAAA6OTIcsL1ocGgjShwAAAAAdGZkOGC70ODQLpQ4AAAAAOi0yHDAtqPBYRtQ4gAAAACgcyLDAduIBodtRokDAAAAgE6IDAdsCxocthMlDgAAAAA6GzIc0G40OHQIShwAAAAAdCpkOKB9aHDoQKElTrV5++7VOIASBwAAAAAxwyIAtBkNDh1OlrgDz07Qj2WJ++5B67K/vTpfA81EAAAAAACiFhkOaCsaHMJk7xMbS5zPKyhxAAAAABCTyHBAm9DgEFaUOAAAAACIeWQ4YOtocNgBKHEAAAAAENvIcMBW0OCww1DiAAAAACCGkeGA1tDgsINR4gAAAAAgVpHhgBbR4LBTUOIAAAAAICaR4YDm0eCwE1HiAAAAACD2kOGAZtDgsNNR4gAAAAAgxpDhgGA0OEQIShwAAAAAxBIyHNAEDQ4RhRIHAAAAADGDDAc0osEhAlHiAAAAACA2kOGAzWhwiFiUOAAAAACIAWQ4IIAGhwhHiQMAAACAaEeGA2hwiA6UOAAAAACIamQ4dHY0OEQRShwAAAAARC+Ff6qhMwtqcL++5vrzba/+FA0OEWvKZ67f33Hqx6pVHHWTt+9eVp3aQDERAAAAAIDIQIZD5xXU4H563vX3xzQ4RAdKHAAAAABEHRalopMyNzifz0eDQ3RhdSoAAAAARB0yHDqjoAb38wv1NDhEHUocAAAAAEQXMhw6HRocYgYlDgAAAACiCBkOnQsNDjGGEgcAAAAA0YIMh06EBoeYRIkDAAAAgKhAhkNnQYNDDKPEAQAAAEDkI8OhU6DBIeaFlrjl0yhxAAAAABBByHCIfTQ4dBJBJe7re1VKHAAAAABEDjIcYhwNDp2KucRpfoUSBwAAAACRgwyHWEaDQydEiQMAAACAyESGQ8yiwaHTosQBAAAAQAQiwyE20eDQyckSN+q0eP2YEgcAAAAAkYAMhxhkbnASDQ6d036nxVPiAAAAACBykOEQa4Ia3B/v0ODQeVHiAAAAACBykOEQU0Ib3G+vevSnaHDonChxAAAAABAhyHCIHTQ4oFmUOAAAAACIBGQ4xAgaHNAKShwAAAAA7HRkOMQCGhywVZQ4AAAAANi5yHCIeq03uLHX0+CAzShxAAAAALATkeEQ3bba4PrtSYMDGlHiAAAAAGBnIcMhitHggG1AiQMAAACAnYIMh2hFgwO2GSUOAAAAAHY8hX9iIRrR4IDt9+eHdX99WKcfKxbtqJt8/fex6tQGiokAAAAAAGwfZsMh+tDggA4RNCfuuwfVJZOZEwcAAAAA4UKGQ5RppcEpFhoc0D6UOAAAAADYYchwiCZBDW7yR00a3PHXJNHggPaixAEAAADAjkGGQ9QIbXDjX2jS4AbsaxcA2o8SBwAAAAA7AFs0IDpEVINbuajw0jF3t2Xk25MfzspNFx1k8exVA4b1FNvtlrOfmPnHgjtfuXyfw4YJdKhPx/007t6PjzrrgCvvP2erg+dNW/bBs9+sW7GptKgys2tqbq/sC246qfeuBWInYccGAAAAAAgrZsMhCjAPrnh9+Y1nPPbeU18LxIrPXx1/3ckPTf9tfmVZTd9B3asramf8Pv+qEx74/etpYidhThwAAAAAhJVVAJEtAhtcr13yf1g9znzlgf+8LOvJiRcedvHtp4owWDx7xZxJi/YaPUQgJiycueKV+z+RB0eeecCld51hj7P6vL43H/3yoxe+f/KGN3sOyOvRP1fsDPs1ZDh9Tpxe4sRN3v77NA5QVdU4Zk4cAAAAALQLs+EQ0ZgHh5g04fMpsrsN32/glfefLRucvKJa1X/ddOIBx4ysc9Z//davYudhThwAAAAAhAkZDpGLBodYNffvJfLx8FP3C5pQtt+Rw+XjsrmrxU5FiQMAAACAcGBRKiJUzDS4yrKaz175ecGMZSsXrO0xIG/QHv1OufSI5NQE/dnl89f+9/j7vB7fVQ+fd8Rp+xmvGnfvx5+O+6mgb85z395x5XH3rVq8Tl78e8I/R/S4aOCI3k98fnNLX87t8oz/dPK8aUvlSzauKe45IK/vbj3kZ97qjf/Xryp++Z4PVy9dX1lS1Xtw94HD+5x8yZjUjCRjgL75wJX3n7PHQYM/fvEH+R2VbKwYtEffUUeMOOTEvdv1XbduxcLC79+bKF9bvKF8wNCeIw4YdNx5o1W18X8zuPui5yb/NHvcL/dUllZ/997vC2etkL8og/fsf+SZB+y6e5+gzzbt13kfvvDdhlVFbrd34LDeQ0ftMvb8Q1Rr48rKm896fNafC+8cd/k+hzfZsOLU4VdXldW88ecDOQVdjIu/fjn118+nLF+wxu6wD9lnwKmXHjnz9/nP3fHe+TeccNrlR5lfXlNV9+Fz382dsnjdyk3yj2DE/oNOvuRwI7o98cXN8k8nO79L0LtVrYH/JjsS48TOxupUAAAAAOhwZDhEophpcHMmL370mleL15cnpcR3759buGLT/GnLfvv67xufuHDQnv3kgD6DCk6//Oh3nvzq9Qc/3eewYXr2mj99uWxYMm1c99gFdoet/5CeFtWyYsHa1Mzk3gPz83plt/TlaqvrbjrjsaUNc6lye2Z179ttyT+rFsxY/tUbE/5180mn/vuIll4oW9UDl7/orK2Xb6DXrgWrl6yf9/fSCZ9Pvvrh8/c4aJB5ZOGKjR+/+H3RujLZ9Xwe76QfZ8mPxbNXXPa/M9v+Xbfi89fGv3r/J7JLdumWnt8re/7UpfK9/fHt9FuevUReMY+c/POsd578WrVYuvfrtmz+2p8/mST7483PXnTAMSONMe8/8+2bj34hD7r1yJLNa/bkRVN/nfvHN9NvfPoieUW000t3fyjfnv7ZUtISf/l0svzeh+6zS+jIdSuLrjr+PvmNy5+S/BOUmU9+rFu16aoHz9UHxCfE9dolP+hV8hf+m7cDy1GH7DVARABKHAAAAAB0LBalIuK01uCUaGpw1ZXO+y9/Sdao0y4/6oOZTzz+6U0fznz8ottOKSosu/8/L9U56/VhZ1xxlIw1lWU1r9z3sTyV1x+79lX57Z980eEDhvWUV6559P/OvOJoebDL0F4PvHvNf+49q6Wv+NHz38sGN3y/ge9Ne/S13+9/8stb3p/x+JFnHiCf+vTln3w+f7Ovqiipeuy612WDO++6sR/OeuKxT278aNYTp156ZOmmyoeufLmytMY8WPbBlPSkV3+/75lvbntv2mPnXnu8vPjVm78WrtzUru+6WTK6ydRlj7Pd8twl70x5+PHPbvpg1pMHH7/ngunLn7/z/aDBrz342f5H7f7ejMee+urW96Y+OuqI4fKH9vrDnxvLJGf/tUg2uIQkxz1v/Pf1iffLzybf8IgDdl00e+Uj17wq2km+SjY4VbXc8NSF8rPJL/rKr/emZ6b8+d2M0MFzJi3K753zxp8PPP/9He9OffTyhkb5w/t/rFtV1NLn93l9j137uqx1WbnpR599kIgMbVydKrb8tQUAAAAAtIIMh8gS1OAmfegyN7ijr4ym+8F98My3laXVY07b7/wbTrDaNs8bOumiw2UXk4VLJjP9ZBf1YwAAEABJREFUimpVr3rwXNl3fv5k0pzJi99+7Mv1q4p79Ms9p6Fwtcu0X+fKx/NvODGja6p+JTk14aJbT5EH8p2Ubaps9lXP3/mBLHGjx+51RkPsEw0zm/5104l7HzZMNrXXH/nMPNgeZ73x6Yv1dZp2h+3MK4/pO7i7PF44Y0W7vutQ8g99XEOIvPSuMw44Zg/jy133xAXypzHpx1kz/1hgHp/fJ+eqh86LTwis30zNTLryvnPkwYbVxbL3yQNZFZ+66U15cMHNJ488eLD+kqSU+Dteulz+cGTXG//pZNEeH7/4g3w85pyD5Q9KvyJ/CDLJNTtYvu3/PniusZr12PMO7jMosCi4lZu+PXnjm/Ityff2v9evlN+OiBgtlTjZ4PS/pJQ4AAAAAGgjMhwijnHr90kf1v/yote4LhvcoAOjaU+G37+ZJh8PPn6voOsHHbenfPzDNIuq/9Cep152pDx47rZ39eWo1zx6voxcop2e/+HOcb/cIz+b+aLX45P5SR643Z7QlzhrXBMb3ufYCw4LeurEhisz/5hvvthvaK/cnk2Wc3bv200+1m+Z5tb27zpI4fJNi2avlDny4LFNXiuvHHjsyNDXjjpihM3euKw+tUtyZk6aPHDVBd7JP1MWb1hTktYl5fBTR5lf5UiwH3POQfJg1p8LRJvV17mnTfhHHhxz7kHm6zJBBi3a1Q0a2S89K8V8RZZE+VhT4Wz283/15q8/fzJZZrsH3r0mdLHqThdU4r6937rkL1/odg0CAAAAANAq7g2HCGL8S14ezPrO/cuLjdno8IsTo6vBueu9pRsr5MHbT3714fPfmZ/yeAJtsXhdmfnimVce89f3M9cs2yCPT730CH056jYo6Jsjv/ScSQuXzFm1aV3ppsLSeX8v0Zej+r3NLEotL6kSDdPf+uwaXH967pInH4sKy5y19QlbNg3Izs0IGmaLC+RCn9+3Dd+1WfGGwFNWm/X2/3sq6KmKkurAW91UYb7YNeSdOByB3xCf19fwksD3ld8n25zqdD36B76vtcs2ijaTP0b5rVltan7v4Bvzde+bO/23+UEXuzQEwSbvreEH6HI1syZ309rSNx76VP4R3P7SZT3654qIZL5PnPTtg6rjXl/P4fJdK36/X2kgGv7mcpM4AAAAAGgJGQ6RSP5jvs9INa2bqNiw+cqc8a6B+9sdiVHzL/zq8hq9Ks6furTZAfUud211XWLy5klGshaN2H9XPcPtefBuYpsUrSt789HPJ/8021nj0q/IcrTnIUNmTlwgv1yzL3HVBsJQamayefNQXUp6ot1hc7s8pRvLE/rk6Bdb2sRTL6jt/a7NKstq9AGz/lzY7GsrSqvNp/GtvhNXw+y8jKy00AH6it3ykuaX6DZLvufAC7NTQxtTelZq6Hg9TbbRnz/MkKHz4OP31BeuRqbqUv/cCY0NsWs/X2Zvn99v0delWiwWAhwAAAAAbBUZDpHFWN2WkK6d+aj13Ws9lRsD/7bftML3wZ1Vp9+dEi0lLi0rRYYtn9f38T9PJacmbHX88vlrv377N/34yZvfev77O0OncbXO5/P/7+Lnls1bk5mdetRZB+62d//cntk5+Zny85w0+Mp6V/Ov6pIT2H60srRavtWgEldd6ZQNTh6kpLX1VmXt/a6bvJPsQDLrvWvB89/fIbab/tmabW36RLmU9CbflN8fvKaytrJxAan+U6oorgqNTZWlVWL76DME+w3pKSKVbHDv3FJVVbx5NmWXPp4xNzktVrvP51NVVTOhxAEAAABAK7g3HCKR/k96WeJOeUBLyd78j3+9xLlqo+MWVKpq0W+atmjmiqCnnLX1KxYWVpsqj8ftfey612W9OvHCwwaN7Lt22cZ3nvhKtNOcSYtkg5MV7NFPbrrwlpP3Gj2koHdgSWZNVZ0+mavZu3elZialZiTJpzasLQl6qqiwVD5m52e2fceAdn3XQfIbJtytXrwudDfV0o0Va1dskj8l0WbdenQVW76FIJvWBS72Hrh5Ea6+j4Sn6Y3zSjdVmjeW7dItLSExzl3v1ZfHmhVvKBfbJysvY/h+A3N7ZYuIFNTgMnrVH3R1qcXqY3MGAAAAAGgvMhwimixxJ9zjSe7q00/1EueuE1Fh3yOGy8ev35wQdP3bd3677Ii7bzz9UePK+89+u2LB2vxe2eddN/aK+86WYeijF35YPHuVMUBtmBnXeuwoKwrM/OrRr1u37l3M179/b6J+4PP5mn3hAccENkD4Ycuwxvf57m/ycY8t24y2Udu/6yDpWSmyRsn4FfraZ25956KDb3vzkc9Fm/UamN9zQN6mwtIpv/xjvu52ecZ/MkkejDhg8/fliA8sbl2xoNA87Pevp5pPFUXZ94gR8uCnj/40Xy8qLJv+2zyxfU666PAH3r1m70OGiMgT1ODSetTtd8Umq73J7yENDgAAAADaiAyHyKIvalNMZIk75g5nUtbmmVCyxH14V3SUOJlXUjOSpv46950nvvZ6NieweX8v/fDZb/Vn9SvL56/98Lnv5cFl95wZF2+X8eiki8fItPHota/qa0KlxMTAzdQ2rC3esLq4pS+X2zMw/2vNsg3yS+hX5Cf59p3fX3vwU/203uVp9oVnXnlMfELcJy//9P4z3xovfO3Bz757d6K8Pvb8Q0UYvutmnXXVcfLx4xd+0Ddv1X3x+i9Txs9RrepRZx0k2sxiUc674QR58PCV46b9urmU1VTV3XXRs8vmrZE/5FFjhusX9Z1JZSVcOne1fmX2X4vefuzLhKb3njvtP0fL38Y3HvnizUe/0G+9N+P3+Ted9ag+03B7TPh8yntPfTP5p9kiwoQ2uH0uWy8bnNIcAQAAAADYGu4Nhwgl/2Fv2SIxQxxxS9X39yXXlgTufL9+qVeWuNPuSrHHi0iWkOS48emLHrv2tXee/OqzcT/2GtRdtVj+mbJYPnXMOQcdcuLeomFbT3056uGnjBqx/676C8+84ui/vp+xdtnGtx774sJbT5FX8ho26JRXzj/glryeXV/9/b7QL7fL8N57Hryb7F/Xn/bI0H0HyB9gWVHl6iXrM7qmypq2blVR0BYHhvSslBuevvCJG96UgemL18bn98mRLa+6vDbOYZfXC7ZsztCB33VLBo/se8kdp736wCf3X/7yc3e8L2NZTWWtzJTyqeuf+FduzyzRHvscOvScq4977+lvbv+/p7r1yErvkrJs/hpZNuXxrS/82+7YvIvC0Wcf9PvX01YvXX/FMffKJJecljj37yWX3X3G3xPmmLdALeidffOzFz181asyVn7x6vjMnLTCFZuyctOH7D1Afnft2pMhyO9fTft7wj9jTttvn8OHiYgR1OBSuzv3+vc6u0M10/96UuIAAP/P3n3AtVE3DBw/SNgQSIBCW7pLB90Tujdd1rbWWUddT936qo/6uNejPuqjPq46q3XPVlurtXTaCR1070EHZZS9RwbvPzl7pBBmCSTw+34wn+TuMgiUnL/73x0AAKglRsPB4Sj/Vy/+D1/+v321Wq0JVokS5xP093guucQ5/pg4UdYW/PncNXdP7da/U8KBM+fPZQwe2+vpD++699/Xywv8sGDFyYNnRQi77YkrlXt5eLnf9dx14sriT1bJu6YGhvjf8ew1onCJ6/l5RTaPkiZ6yFMf3X3Lo7M7R4Qd3Z2wa9Mho9545R2TP1j53OgZ5t1O4/+qcvfJYZP6f7Di2avmTw7r2jrh4NngUO2sWya889uTYrpkh++6GrNvm/jOb09Nv2FMm/bBh+NPlpboRbn7YOWzYy8fKtXd9f8347+LH4u+eoSPn5cokuF9Otz8yOz/LXncui36B/q++cu/RLDrHRmeeT67dcfg//782Ix54yo/2ujLhrz01YPjZg4NCPIzGk0zb57w3m9Ph4TpxCxvP8dOwnVkq8Eleni5ulmoLaxLnHThn60EAAAAAKiaC4f1gUNRTrloMpmMRqPBYNDr9aUX5KYZV77iL4+JE9qEqx1/TByat+duey929Z6nPrhz5LRBUrNQVYNzd3cXDc7Dw8P9AjnJWQ+Lky7sVw4AAAAAqIzRcHA4FUbDif/PF/+3L/9vv1+Q6+THc5xuTByagRfmL7h7yvOHdydYTywtMRzaZT4nbJfeHaRmofpxcHJ6U8bEKQGOBgcAAAAAtUGGg2NR/mde+d97pcTJFUCUuOh/ZVPi0MjadGx18lDid28vV/YINuiNH73wfU5G3vDJAyqcndZJ5ZyvssG5W1EanJzhlPRGgwMAAACA6rFTKhyO/Dup7J1qtDBYWO+dGvOfAPZORaPJyy58cNbLiQmporiFtjefLCI1MT3pVFrPAZ2f//x+jdZHcnJyg8vPrLnBKYeHsz5Fg0SGAwAAAICakOHgiKoqcXqLqkrctc9r3DwlwE5yswoWfxKza+OB5LPpKpWqU4+2g8f2njp3jLePh+TkaHAAAAAA0AjIcHBQ9ShxbXuqr3maEgfUDQ0OAAAAABoHx4aDg1L+914mH4jK+iBxgiZYZX2cuHOHDD+8mKsvlgDUEg0OAAAAABoNGQ6OixIH2BUNDgAAAAAaExkODq32Jc5b9/f5KylxQG3Q4AAAAACgkZHh4OhqWeImPZZJiQNqiQYHAAAAAI2PDAcnUJsSFxCqpsQBtUGDAwAAAIAmQYaDc6DEAQ2CBgcAAAAATYUMB6dR7xInAbCgwQEAAABAE3IpKyuTAOch/8aWXWC0MBgMeotSi+wUw6pXdYWZavku7Xupr3pao3aXgJasQoPTdS4YfPs5GhwAAAAANBpGw8HJ1GNM3JkDhp9ezDWUSkCLZavBMQ4OAAAAABoVGQ7Op0KJE6WAEgdUo4oGp6LBAQAAAEBjIsPBKVmXOLkXUOIAm6pqcO4Xo8EBAAAAgL2R4eCsal/ivLSUOLRQ1TS4ykPhaHAAAAAAYFecogHOzfqMDSaLymdsyDlvXPmytiiLMzagZal9g1NfQIMDAAAAAPthNBycW23GxPm3Uk1+IosxcWhR8tJpcAAAAADgWMhwcHqUOKAC0eC+eZIGBwAAAACOhQyH5oASByjkBpeTRoMDAAAAAMdChkMzQYkDJBocAAAAADgwMhyaD0ocWjgaHAAAAAA4MjIcmhVKHFqsig2uSz4NDgAAAAAcChkOzQ0lDi1Q5QY35PYkGhwAAAAAOBQyHJohShxaFJsNzt3TlQYHAAAAAA6FDIfmiRKHFoIGBwAAAADOggyHZosSh2aPBgcAAAAAToQMh+aMEodmjAYHAAAAAM6FDIdmjhKHZokGBwAAAABOhwyH5o8Sh2amQoPzaZ+nm3ryTFpJRq5UJqlpcAAAAADgmFzKysokoAWQf9XLLEwWRqPRYDDoLUotcs4bV76sLcpSy3dp30t91dMatbsEOI7KDa71jIRik6mo1LWg2KWwxDVI692jk6ZftwAfb3caHAAAAAA4DjIcWhBKHJxdhQbn1yEv5LLyBpdfbL4sKHYtLHA3y0wAABAASURBVHUtLJHC2/uO6B84ZoDW38+NBgcAAAAATY4Mh5aFEgfnZfN4cK5uLln50tnzxjOpxnyrBldc6lJqdNUbxG+7y8AefpMiA8cNDvDzVksAAAAAgCZChkOLQ4mDM6rxnAwGk/rwmdL4o8X7ThQVlfzd4AwmF6PRvLypTFKrXIf31URH6cYODPDy4MCgAAAAANDYyHBoiShxcC51Oi9qfrG0dV/B2p3Z8UcKlQYn/tpbP+C4QQHTRgSO6Ofv4cY+qgAAAADQSMhwaKEocXAWdWpw1udk2Hk4f1Vc1tod2dn5RpuP7OXhOnpAwOQorehxahU9DgAAAADsiwyHlosSB8dX7wannJPBVOay7UBuTGzm2p3Z+YW2e5yvl2rsoIDoSG1UH38Vu6sCAAAAgH2Q4dCiUeLgyC69wVmfF9VgLNu6NzcmLnN9fHZhscnmM/r7qsYP1kZH6gZH+LkyPA4AAAAAGhQZDi0dJQ6OqWEbnDW9oWzT7hzR4zbszikusd3jdBr1xKHmHte/m68LPQ4AAAAAGgIZDqDEweHYr8FZK9GX/RWfLXrc5j05pXrbnwXBWrdJosdF6fp08ZEAAAAAAJeADAeYUeLgOBqnwVkrKjGt22nucVv35hqMtj8UWge5T4o0j4/r2dFbAgAAAADUHRkO+BslDo6g8Ructfwi49od2TGxmdsO5Bpt764qtQvxEDEuOkrbNcxLAgAAAADUGhkOKEeJQ9Nq2gZnLbfAuHp7luhxOw/lmar4lOjUxnNylG7qcF1YKw8JAAAAAFATMhxwEUocmorjNDhr2XmGmLismLjM3Ufzq/q46NbeKzrS3ONCA/lnAAAAAABVIsMBFVHi0Pgcs8FZS8/Rx8Sae9y+4wVVLdOrs7focVOG64L83SQAAAAAwMXIcIANlDg0JsdvcNbSsvQrtmaKHncoobCqZfp3842O1E6O0gX4qSUAAAAAgAUZDrCNEofG4VwNzlpKRukfWzJjYjOPnS2yuYB4XYN6+IkYN3GoVuOjkgAAAACgZSPDAVWixMHenLfBWUs8XyL3uISkYpsLqFylob000ZG68UMCfL3ocQAAAABaKDIcUB1KHOyneTQ4a8cTi+Tjx51NLbG5gFrlMqyvuceNGxTg5eEqAQAAAEBLQoYDakCJgz00vwZn7fDpQtHjVm3LTEortbmAu5vLyH7+0VG60QMCPNwc9xsBAAAAgAZEhgNqRolDw2reDc7a/hMFMXFZq+Iyz2fpbS7g6eE6eoD/5CjdiL7+bmp6HAAAAIDmjAwH1AolDg2l5TQ4a7uP5oset2ZbVnqO7R7n4+k6dpA2Okob1VujVtHjAAAAADRDZDigtihxuHQts8EpxL+hnYfzzD1ue1Z2nsHmMhof1fjB5h43uKdGxeHjAAAAADQjZDigDihxuBQtvMFZM5qk7QdzRY9btyMrt8BocxmtRj1xiDY6Ujegu29z+b4BAAAAtGhkOKBu6lfirnxK4+YhoSWjwdlkMJbF7s+Nic1avzOroNhkc5mgALdJQ7WTo3R9uvpIAAAAAOC0yHBAndWjxLXtrr7mOUpcy0WDq5HeULZ5b47ocRt2ZReV2O5xoYHu0ZHm8XE9O3lLAAAAAOBsyHBAfVDiUHs0uDop0Zdt3JUdE5e1aXe2uG5zmbBWHtFR5h4X3s5LAgAAAAAnQYYD6qmWJW7Vq9qCdEpcy0WDq7fiEtP6eHOP27I3R2+w/VHVsY3n5CjdtOE6EeYkAAAAAHBsZDig/mpT4o4eTNv+QXtD7t9jdihxLQoNrkEUFpvW7sgSPS5uf67BaPszK7ydV7Slx4UGcj4UAAAAAA6KDAdckmpKXHFxyaZte5JT0z3K/LL+GFaU6SbfhRLXQtDgGlx+oXH19qyY2KztB3NNVXx2RXTyFj1uSpQuWOsmAQAAAIAjIcMBl8pmicvMzvn5t/W5+QVBWr/hgyNMhe4xr7B3agtCg7OrnHzjqm2ZosfFH8mr6kOsX7hPdKROJDmdRi0BAAAAgAMgwwENoEKJO34q8aufYwx6Q/cuYdFjBpeZjKWlpbnpRkpcC0GDazSZuYaY2MyYuMw9xwpsLiDeyIHd/SZHaScO1fn7qiQAAAAAaDpkOKBhKCVuzab4pSs3iqIyZWzkyCG9rI8TR4lrCWhwTSItS7/S0uMOnCy0uYDKVRoSoYmO1E4YqvX1oscBAAAAaAJkOKDB6PWGz3/4Y8feoz5enrfPnd61Y5vKZ2ygxDVvNLgml5qpX7ElQ/S4I6eLbC6gVrkM6yN6nG7c4AAvD1cJAAAAABoLGQ5oGFk5ee8sXJKYfD6sdau7583UBfhVde5USlxzRYNzKElppX9YetyJxGKbC7i7uYzo5y963JiBAR5uvPMAAAAA7I4MBzSAYwmJ7y/6taCweEi/7rdcM1WtVpVdYLSgxDV7NDiHdSalxNzjYjNPp5TYXMDTw3V0f//oKN3Ifv5uan4KAAAAAOyFDAdcqpi/tv/8+wZRU665fNy4EQOki8/YQIlrCWhwTuHomaKYuEzR486lldpcwMfTdcyggOhI3bA+GrWKnwgAAACABkaGA+qvVG/49Nvfd+0/5uvjdd8tszt3aKPMosS1HDQ4p3MwoVDEuFXbslIybPc4P2/V+CHa6EjtkAiNisPHAQAAAGggZDignjKyct9ZuDgpNaNz+9Z3z5vlr/GpsAAlriWgwTm1vccL5B6Xnq23uUCAn3qi6HFRuoHdfflBAQAAALhEZDigPg4fP7Pgi6VFxSXjhve/ZuZ4lavtATOUuOaNBtc8iH+mu47kx8Rlrt6elZVrsLlMkL/bxEjt5Chd364+EgAAAADUCxkOqLMV67b9smKDylV167VTh/TvUf3ClLjmigbX/JjKpB0H80SPW7sjKyffaHOZ0ED3SUPN4+MiOnlLAAAAAFAXZDigDpSDwekCNPfeMrtdm+Da3IsS1/zQ4Jo3o0mK258rety6ndn5hbZ7XFgrj+hIc48Lb+clAQAAAEAtkOGA2krLyH7v81+SUjN6dG1/100zvb3qEMkocc0JDa7lMBjLtuzNjYnN/GtXdmGxyeYyHVt7To7STRuhE2FOAgAAAICqkeGAWjlw5NSHXy0rLimdOm7o7Kmj6pFRKHHNAw2uZSrVl23akyN63MbdOcWltntceDuv6EhzjwsNdJcAAAAAoBIyHFCz39fELl25SUSWO66/rG9EF6m+KHHOjgaH4hLThl05MXGZm/fmiDZnc5menbxFj5s6TBesdZMAAAAA4AIyHFCdklL9x1//tvfQyZBg7b23zA4N1kmXhhLnvGhwsFZYbFq/M1v0uK37cg1G25+kfbv6REfpJkfpdBq1BAAAAKDFI8MBVUrLyH574eLUtKy+PTvPv2GGh3vDDGyhxDkjGhyqkl9kXLvd3OO2Hcg12tpdVfzkB3T3FTFu0lCdv69KAgAAANBSkeEA2+SDwZWUls6aPHLahCipQVHinAsNDrWRW2BcvS1L9Lidh/JMtj5aXV2kIRGa6CjtxCFaX296HAAAANDikOEAG35btWVZzBYvT4+7583s0bW9ZAeUOGdBg0NdZecZYuKyYmIzdx3Nt7mAWuUS1dvc48YN0np7ukoAAAAAWgYyHHCRouLST79dvvfQybDWwffeMjtQq5HshhLn+GhwuBTpOfqYWHOP23eiwOYC7m4uI/r6R0fqRg/w9/SgxwEAAADNHBkOKJeSlvnOwsVpGTlD+nW/9dpparXd9xqjxDkyGhwaSmqmfuXWzJi4zEOnCm0u4OnuOqq//+Qo3Yh+/qLNSQAAAACaIzIc8Le9B0989M1yo8F49eXjxo8YIDUWSpxjosHBHpLSSv+09LhjZ4tsLuDt6Tp2YEB0pG5YX41axa8QAAAA0KyQ4QCRwKSlKzf9vibW18frvltmd+7QRmpclDhHQ4ODvSWeL/ljc+bKuMxTScU2F/DzVo0bbO5xQ3tpVOyuCgAAADQLZDi0dEXFpR99tezA0VOd27e+e94sf42P1BQocY6DBofGdOxsUUxcZkxslghzNhcI8FVPGKqNjtQO6uHHbxYAAADg1MhwaNGUg8GNHdb/2lnjVa5NOeaEEucIaHBoKodOFYoetyouKzm91OYCQf5uosdNjtL1C2+arQUAAAAALhEZDi1X/L5jC7//w2Q03XTV5GGDIiQHQIlrWjQ4OIJ9JwpiYjNXb8s6n6W3uUCIzm1SpC46Uters7cEAAAAwHmQ4dASiV/7X/7ctGJtnNbf975b57RrEyw5DEpcU6HBwaGIvwS7j+WLHrdme1ZGjsHmMm2D3aOjzD2uW3svCQAAAIDDI8OhxSksKvngy6WHj5/p0bX9HTfO8PV2uP99pcQ1PhocHJapTNp5KC8mLnPt9uzsfNs9rkOox+Qo3dThge1D+SsAAAAAOC4yHFqWpJT0txcuyczOnTJu6BVTRzlsOqHENSYaHJyC0SRtO5Arety6Hdl5hUaby3QN84qO0k4dFtgm2F0CAAAA4GDIcGhB4vcd+/Tb311cXW67dtrAPuGSY6PENQ4aHJyOwVi2dZ+5x/21M7ug2GRzmZ4dvaMjdZOH6UJ0bhIAAAAAx0CGQ4sgfs8X/75h5V/bQ4K1994yOzRYJzkDSpy90eDg1PSGsk17ckSP27Arp7jEdo/r09VH9Lgpw3Q6jVoCAAAA0KTIcGj+lIPB9e3Zef4NMzzcnWlsCCXOfmhwaDZK9GUbdmXHxGZu3pMjrldeQPyq9u/mO9lyPgd/X5UEAAAAoCmQ4dDM7T144ptf1mTl5M6aPHLahCjJCVHi7IEGh2apqMS0Pt7c47buy9UbbHy+u7pIgyP8RIybNFTr602PAwAAABoVGQ7N2a9/bvp9TayXp/udN86M6NZBclqUuIZFg0Ozl19kXLcjOyYuc9uBPIPRxge9WuUS2VsTHakdP1jr7ekqAQAAALA/Mhyap8Kiko+//u3A0VO6AM2jd18bqNVITo4S11BocGhR8guNq7ZliR6342CeydYHvpvaZURf/+go7ZgBAZ4e9DgAAADAjshwaIaSUtLfXrgkMzu3R9f2d90009urmYQoStylo8GhxcrJN4oYJ752Hcm3+cnv6e46sr//5CjdyH7+7m78ngMAAAANjwyH5iZ+37FPv/1dbzBMGx85a8rIZhZNKHGXggYHCJm5hpWxmTGxmXuPF9hcwNvTdcyAgOgo3fC+GrWK33kAAACgwZDh0HyYTGWLf/8rZsMOEVXuuP6yvhFdpOaIElc/NDiggrQs/Z+WHncwodDmAr7eqvGDzD1uaC+Nit1VAQAAgEtGhkMzkV9YtGDRr8cSzoUEa++9ZXZosE5qvihxdUWDA6qRklG6Yot5f9WjZ4psLhDgqx4/JCA6Ujeop58r/xQAAACA+iLDoTk4m5T27meLs3Ly+/bsPP+GGR7ublJzR4mrPRocUEuJ50vkHnfyXLHNBQL91ROGaCdH6frrx2VgAAAQAElEQVR385UAAAAA1BEZDk5v686DX/600mgyzpo8ctqEKKnFoMTVBg0OqIcTicXy+RzOpJTYXKCV1m1SpC46Utu7i48EAAAAoHbIcHBiRpPph6Vr123Z7eXpcfe8mT26tpdaGEpc9WhwwCU6crpIxLhVcZnn0kptLtAm2D3a3ON03Tt4SQAAAACqRYaDs8rLL3zv819OnkkOax187y2zA7UaqUWixFWFBgc0oAMnC+Uel5qpt7lAh1CP6CjdtOGB7UM5MTMAAABgGxkOTunk6aQFXyzNySsY0q/7rddOU6tVUgtGiauMBgfYyZ5jBaLHrY7LSs+x3eO6hHlGR5p7XJtgdwkAAACAFTIcnM9fW/d8t3SN+NW96rKxE0cNkkCJuxgNDrA38Scn/kh+TGzmmh1ZWbkGm8v06OAdHaWdMiwwRNf8T5sDAAAA1AYZDs7EYDR+8ePK2PiDvj5ed8+bGd4pTMIFlDgZDQ5oTEaTtONQbkxs1todWbkFRpvL9OniEx2lE0kuyJ8eBwAAgBaNDAenkZWT9/7nv54+l9qhbch9t17hr+H0fBVR4mhwQFMxGMvi9ufGxGWt35mdX2S7xw3o5mvucZHaAD+1BAAAALQ8ZDg4h2MJie8v+rWgsHh0ZN/rZk9Qq1r0weCq0ZJLHA0OcASix23ekyN63F/x2UUlpsoLuLpIg3r6iR43cYhW48MfcwAAALQgZDg4gdUbd/60fL1IJPOumjJsUISEarXMEkeDAxxNqb5s4+5s0eM27c4pLrXR49Qql6G9/KIjdROGaL09XSUAAACguSPDwaGV6g2Lflixfc8Rrb/vPTfP7hAWIqEWWlqJo8EBjqy4xPTXruyY2KzNe3P0BhtrHW5ql+F9/aMjtWMHBnh60OMAAADQbJHh4LgysnLfWbg4KTUjvFPbu2+e5evtJaHWWk6Jo8EBzqKw2LRuZ5bocbH7cw1GG6sfHm4uI/sHTI7Sjuof4O7GP0wAAAA0N2Q4OKjDx88s+GJpUXHJxFGDrrpsrGgmEuqoJZQ4GhzgjPILjWu2Z8XEZW0/mGu0sbuq5OXhOmZgQHSkdkQ/f7WKf6QAAABoJshwcEQr1sb98udGtUp9yzVThvTvIaG+6lfirn5G4+4MQw9pcICzy8k3rt6WKXrczsN5NtdHfL1U4waLHqeL7K1RsbsqAAAAnBwZDo6lpFS/8Ls/du0/pgvQPHDbFW1CgyRcmnqUuNZdVNe+4O/gJY4GBzQn2XmGlbHmHrf7aL7NBfx9VRMGa6OjdIN6+jE8GgAAAE6KDAcHkpaR/fbCxalpWb26dZx/wwxvL2c+c6cjqWWJW/Wqf/55d/kuDl7iaHBAc5Weo1+51dzj9p8osLmATqOeONTc4/qH+/LvGAAAAM6FDAdHceDIqQ+/WlZcUjp9QtTMySP5n6uGVZsSl5dhiPlPgOOXOBoc0BKkZur/3JoRE5t1+HShzQVaad3kHteni48EAAAAOAMyHJqe+B38bdUW8eXp4f6PudP7RnSRYAe1LHGrXtXmpbrJd3HAEkeDA1qapLTSFZYedzyxyOYCrYPcoyN10VHaHh28JQAAAMCBkeHQxIqKSz/6atmBo6dCgrUP3DYnODBAgt04e4mjwQEt2ZmUkhVbMmLisk4lF9tcoH2oh/lkDr00A3v4SgAAAIDjIcOhKaWkZb6zcHFaRk7fnp3n3zDDw91Ngp1VVeKE0gscs8TR4ADIjp0tirGczyHxfInNBYK1bpOGaidF6vp2ZX9VAAAAOBAyHJpM/L5jC7//Q6/Xz54yaur4SAmNxRlLHA0OQGWHEgpj4sw9LiWj1OYCoYHukyzHj4voxP6qAAAAaHpkODQB8Vu3+I8NK9dv9/L0uHvezB5d20toXM5V4mhwAKq373iB6HGrtmWlZeltLtA22F3EuOhIXbf2jnoGaAAAALQAZDg0tsKikg++XHr4+Jmw1sH33jI7UKuR0BScpcTR4ADUXvzh/Nj9uStjM6vaX7VDqIfocdOGB7YP9ZAAAACAxkWGQ6M6m5T23ue/ZGbnDunX/dZrp6nVKglNx/FLHA0OQP0cSihcaT5+XGZqpu3xcZ3bekZH6qYO14W1oscBAACgkZDh0Hi27z782fcrTGWmq2eMmzByoAQH4MgljgYH4NLtPpovetzqbVmZuQabC3Rr7yX3uNBAdwkAAACwJzIcGoPJVPbjb+vWbIr39fG675bZnTu0keAwHLPE0eAANCBTmbTjYF5MXOaa7Vm5BUaby0R08o6O0k2J0gVrOW03AAAA7IIMB7vLyy/84MulxxLOdWgbct+tV/hrfCQ4GEcrcTQ4AHZiMJbJB49bvzO7sNhkc5k+XX2iI3VThul0GrUEAAAANBwyHOzrdGLqu58tyckrGB3V77pZ49UqDgbnoBynxNHgADQCvaFs4+4c0eM27sou0dtYFxJ/SPp38xU9LjpSG+BHjwMAAEADIMPBjrbuPPjFT3+KK/OumjJsUIQEx+YIJY4GB6CRFZeY1sVnx8RmbtmbazDaWClydZEG9fQTPW7iUK3Gh41JAAAAqD8yHOzCYDR+98uaDXF7tf6+99w8u0NYiARn0LQljgYHoAnlFxnXbs9eGZu57UCuydbKkcpVGtpLI3rc+CEBvl70OAAAANQZGQ4NLye34N3Plpw+lxreqe3dN8/y9bb/OTXRcJqqxNHgADiInHxjTFym6HG7juTbXECtchnWx9zjxg4K8PZ0lQAAAIDaIcOhgZ08nfTu57/kFxRNGj34yuljRCSR4Gwav8TR4AA4oPQc/cqt5h534GShzQXc3VxG9PWfFKkdMyDA04MeBwAAgBqQ4dCQ1myK/+m39SKO3D53+sA+4RKcVmOWOBocAAeXmqn/Y3OG6HHHzhbZXMDT3XVkf//oSO2o/gGizUkAAACALWQ4NAyDwfjFTytj4w/qAjQP3HZFm9AgCU7OZokT9Hq9aHDyZUGOPubVgJxEd/kurTqp5r6o8fCuw/+C5mWYvn4iN/dCg9OEFUbekejp61ohwLlZ0OAANK0zKSUrtmTExGWdSi62uYCXh+voAQHRUdoRff3d1Px1AgAAwEXIcGgAWTl57yxckpic1qtbx/k3zPD28pDQLNSmxBXmGlb+x79+Ja6uDU5lQYMD0OSOnS2Kic0UPS7xfInNBXw8XccO0ooeF9Vbo1bxlwoAAABmZDhcqsPHz3z41bKCwuJpE6JmTR5JFWlm7FfiaHAAmoFDCYUxceYel5JRanMBP2/V+CHa6EjtkAiNisPHAQAAtGxkOFySFeu2/bJio4gkd1x/Wd+ILhKaI3uUuJzzpm+fpsEBaD72HS8QPW7Vtqy0LL3NBQL81BMsPW5QDz/+gAEAALRMZDjUU0mpfuF3f+zafywkWHvvLbNDg3USmq9alrhVr2myzvy9S3I1JU40uK+fyM3PpMEBaG7EH8vdR/NFj1u9LSsz12BzmUB/9cShOtHj+nfzlQAAANCSkOFQH2kZ2W8vXJyaltW3Z+f5N8zwcHeT0Nw1VImjwQFoCUxl0s5DeTGxmWt2ZOXkG20u00rrNinS3ON6d/GRAAAA0AKQ4VBnew+e+OTb30tKS2dOHjl9QpSEFuPSSxwNDkBLYzRJ2w7kih63dmd2fqHtHtc6yD1a9LgobY8O3hIAAACaLzIc6kD8siyL2bx89VYvT487bpjRq3tHCS3MpZQ4GhyAlsxgLNu6NzcmLnN9fHZhscnmMu1CPOQe1zXMSwIAAECzQ4ZDbRUWlXz89W8Hjp5qExJ4/21zArUaCS1S/UrcZff7/vhintLg/NoURd11lgYHoAUq1Zdt3pMjetyGXTnFpbZ7XKc2ntFRumnDdWGtPCQAAAA0F2Q41EpSSvrbC5dkZucO6B1++9zp7m5qCS1YNSVOznBCQa5+zRsBmQnule+uaVsYeec5T18XGhyAlqxEX/ZXfLbocaLKiTZnc5nwdl7RkbppI3Shge4SAAAAnBwZDjXbvvvw5z/8aTAar5w+OnrMEAmoZYnL0a950z8z4aKhHP5hRUqDs85wNDgALVZRiWndTnOP27o312C0vWLWs6O36HGTh+lCdJwWCQAAwFmR4VAdk6nsp+XrV2/c6ePtec/Ns8I7hUnABcpfD5P4Ram6xK19KyDj5N+DODRhRcPvTvbwkeTiRoMDAGv5Rca1O7JjYjO3Hcg12t5dVerTxSc6ynz8uCB/ehwAAICTIcOhSvmFRQsW/Xos4VxY6+D7b7tC6+8nARerTYkryjOuel2Teco9oF3JyPtS3b3LRGizznA0OACoILfAuHp7luhxOw/lmapYUxvQzdfc4yK1AX4cKQIAAMA5kOFg2+nE1PcX/ZKVkx81MGLeVZNFIZEAW6ovcTJR4vYs84iYlq/2MImyJlqbiG5uVmhwAGBTdp4hJi4rJi5z99F8m6tsri7SoJ5+0ZG6iUO1Gh8+rAEAABwaGQ42bN158Iuf/pTKpGtmjh83vL8EVKuaEmcwGORLcVPMlSxxTc5wcomTr9DgAKB66Tn6mFhzj9t3vMDmAipXaWgvjehx44cE+HrR4wAAABwRGQ4XEbHk21/WbIzb6+vjdd8tszt3aCMBtVC5xIkrhgvkKmed4ZQSp7qABgcAtZGWpV+xNVP0uEMJhTYXUKtchvUx97hxgwO8PFwlAAAAOAwyHMrl5Ba8+9mS0+dSO7dvffe8Wf4aHwmotQolTlwarcgTBZHYRHFTWXG1oMEBQJ2kZJT+sSUzJjbz2Nkimwu4u7mM6OsvetzoAf6e9DgAAAAHQIbD344lJC74Yml+QdGYqH7XzZ4g0ogE1FHlEicTGa7sAjnDVUCDA4B6SzxfIve4hKRimwt4uruO6u8fHaUb2c9ftDkJAAAATYQMB7PVG3f+tHy9KCDzrpoybFCEBNSX8idFznDWl8oycolTLmlwANAgjicWycePO5taYnMBb0/XMQMCRI8b3lejVvEnFwAAoLGR4Vq6Ur1h0Q8rtu85ovX3vefm2R3CQiTg0liXOGvKAkp3c7UMuqTBAUDDOny6UO5xyemlNhfw9VaNGxQQHamL7K1RMfwdAACgsZDhWrSMrNx3Fi5OSs0I79T27ptn+Xp7SUBDsC5xFS4lqwynpDcaHADYw/4TBTFxWaviMs9n6W0u4O+rGj9YK3rc4Ag/V/4SAwAA2BkZruU6cOTUR1//VlRcMnHUoKsuG+vK2jcamvWflwp/aqy7Gw0OAOxt99F80eNWb8vMyDHYXECrUU8cYu5xA7r78lcZAADATshwLdTy1VuXxWxWq9S3XDNlSP8eEmA31fyRIcABQGMSf493Hs4TPW7N9qzsPNs9LijAbdJQbXSUrm9XTpgOAADQwMhwLU5Rcemn3y7fe+ikLkDzwG1XtAkNkgAAQEtiNEnbD+aKHrd2e1ZeodHmMqGB7nKPi+jkLQEAAKAhkOFalpS0zHcWLk7LyOnRtf1dN830XFD+1QAAEABJREFU9vKQAABAS2UwlsXuz42JzVq/M6ug2GRzmbbB7iLGRUfqurXnGLIAAACXhAzXgsTvO7bw+z9KS/XTxkfOmjKS/QEBAIBMbyjbvDdH9Li/dmUXl9jucR1CPUSPmzY8sH0om/EAAADqgwzXIoif8i8rNq5Yt83d3e2O6y/rG9FFAgAAqKREX7ZxV3ZMXNam3dnius1lOrf1jI7UTR2uC2tFjwMAAKgDMlzzV1hU8sGXSw8fPxMc6H//bXNCg3USAABAtYpKTH/Fm3vclr05eoPt1cVu7b3kHhca6C4BAACgJmS4Zu5sUtp7n/+SmZ3bt2fn2+de5uXJWjIAAKiDwmLT2h1ZosfF7c81GG2vN0Z08o6O0k2J0gVr3SQAAABUgQzXnG3fffiz71cYTcbLo0dcNnGYBAAAUF/5hcbV27NiYrO2H8w1VbH+2Lerj+hxk6N0Oo1aAgAAwMXIcM2T0WT6Ydm6dZt3eXq433nj5b26d5QAAAAaQk6+cdW2TNHj4o/k2VyRdHGRBnT3jY40n1/V31clAQAAwIIM1wzl5Re+9/kvJ88ktwkJvPeW2cGBARIAAEBDy8w1xMRmxsRl7jlWYHMBVxdpcISfiHGThmp9velxAACgpSPDNTcnTyct+GJpTl7BgN7ht8+d7u7GLiEAAMC+0rL0Ky097sDJQpsLqFUuQ3uZe9y4wQG+XvQ4AADQQpHhmpX1W3d//+taU1nZnOmjJ48ZIgEAADSilIzSP7eae9yR00U2F3BTuwzro4mO0o0dGODl4SoBAAC0JGS4ZsJgMH7x08rY+IM+3p533nh5j67tJQAAgCaSlFb6x5YM0eNOJBbbXMDDzWVEP3/R40YPCBDXJQAAgBaADNccZOXkvbNwSWJyWljr4Ptvu0Lr7ycBAAA4gDMpJeYeF5t5OqXE5gKeHq6jB/hHR+pG9vN3U9PjAABAc0aGc3qHj5/58KtlBYXFQ/p1v/XaaWo1x1sBAAAO5+iZopi4TNHjzqWV2lzAx9N1zKAA0eOG9dGoVfQ4AADQDJHhnNvK9dsX/7HB1cXl6svHjR8xQAIAAHBsBxMKRYxbtS0rJcN2j/PzVo0bbO5xQ3tpVBw+DgAANCNkOGdVUqpf+N0fu/Yf8/Xxuu+W2Z07tJEAAACcx97jBXKPS8/W21wgwFc9foi5xw3q6efK8DgAAOD8yHBOKS0j++2Fi1PTsjq0Dbnv1iv8NT4SAACAExKroruO5MfEZa7enpWVa7C5TKC/esIQbXSUrn+4rws9DgAAOC0ynPM5cOTUh18tKy4pHR3V77pZ49UqDgYHAACcnqlM2nEwT/S4tTuycvKNNpcJ1rpNGmrucX26sA0SAAA4HzKcMxE/q2Uxm5ev3qpSuc67asqwQRESAABA82I0SXH7c0WPW7cjO7/Ido8LDXSPjtJGR+p6dvSWAAAAnAQZzmkUFZd+9NWyA0dP+fv53HfrFR3CQiQAAIDmy2As27I3NyY2869d2YXFJpvLhLXyiI40j48Lb+clAQAAODYynHNISkl/b9EvaRk54Z3a3nXTTD9fNvwCAICWolRftmlPjuhxG3fnFJfa7nEdW3uKHjd1eGD7UA8JAADAIZHhnED8vmOffvu73mCYMHLg1TPGuXKqMAAA0CIVl5g27MqJicvcvDdHtDmby3QN84qO0k4dFtgm2F0CAABwJGQ4h2Yylf38+1+rNuxQq1S3Xjt1SP8eEgAAQItXWGxavzNb9Lit+3INRttrsz06eIseN2VYYIjOTQIAAHAAZDjHlV9YtGDRr8cSzukCNPfeMrtdm2AJAAAAVvILjWt3mHvctgO5Rtu7q0q9u/hER2onD9MF+dPjAABAUyLDOajTianvL/olKye/R9f2d90009uLo5wAAABUKbfAuHpbluhxOw7lVbV627+br7nHRekC/NQSAABAoyPDOaKtOw9+8dOfRqNp6rihs6eOcnHhYHAAAAC1kp1niInLionN3HU03+YCYsVqUA8/0eMmDtX5+6okAACAxkKGcywGo/G7X9duiN3j7u5227XTBvYJlwAAAFB36Tn6mFhzj9t3osDmAipXaUiERvS4CUO0vt70OAAAYHdkOAeSk1vw7mdLTp9LDQ70v/+2OaHBOgkAAACXJjVTv3JrZkxc5qFThTYXUKtconproqO04wZpvT1dJQAAAPsgwzmKYwmJC75Yml9Q1Ldn59vnXubl6S4BAACg4SSllf5p6XHHzhbZXMBN7TKir7/ocWMGBHh60OMAAEADI8M5hNUbd/60fL3JVHZ59PAZk4ZLAAAAsJszKSWix62MyzyVVGxzAU9315H9/aMjtaP6B7i7cZReAADQMMhwTaxUb1j0w4rte454erjfeePlvbp3lAAAANAojp0tionLjInNSjxfYnMBLw/XMQMDRI8b0c9fraLHAQCAS0KGa2IvvvXlmaTzbUIC771ldnBggAQAAIBGd+hUodzjUjJKbS7g66UaO8jc4yJ7a+hxAACgfshwTeyux9/q06Pz7XOnu7upJQAAADSpfScKYmIzV23LSsvS21xA46MaP1gbHaUd3FOj4vBxAACgLshwTWzl+u2Txw6RAAAA4DDECvLuY/mix63elpWZa7C5TICfeuIQ0eN0A7v7ujA8DgAA1AIZDgAAALDNVCbtPJQXE5e5dnt2dr7tHhfk7zYxUhsdqesX7iMBAABUjQwHAAAA1MBokrYdyBU9bt2O7LxCo81lQnRukyJ1osf16uwtAQAAVEKGAwAAAGrLYCzbus/c4/7amV1QbLK5TJtg90lDddFR2h4d6HEAAKAcGQ4AAACoM72hbNOeHNHjNuzKKS6x3ePah3rIPa5rmJcEAABaPE7vVC47O9vDw8PFxeWhhx6qapmioqIuXbqIZW666SYJAAAALZWb2mXcoIBX7u68dkH/V+7pPG5wgLtbxTM1nEkpWbgs+ZonDl75rwMf/5qceL7E5kP5+PiI1ct//OMfVT1XRESEWGDNmjUSAABwZoyGu8jzzz//3HPPubm57dixo2/fvpUXePTRR19//fWgoKDDhw8HBgZKAAAAgEVRiWndzuyYuMyte3MNRtvr2OHtvKKjdNOG60ID3ZWJIsMVFhaKK1u2bBk2bFjle4kMd+jQodWrV0+YMEECAABOiwx3kZKSkn79+h05cmTEiBGbNm2qMHf//v0DBw7U6/VffPEFo+EAAABgU36Rce2O7JjYzG0Hco22d1eVenbyjo7UXTkh2NvDVclwffr0iY+PV6vVFRYmwwEA0DywU+pFPDw8PvzwQ3Fl8+bNX375pfUs0Svnz58vGtzEiRNpcAAAAKiKr5fq8lGB7z0Svvr9/v+a135IhF/lZQ4lFL79feLSv9KVKe7u7vv27XvjjTckAADQTJHhKho7duwNN9wgrvzrX//Ky8tTpn/88cdbt2718/MTVyQAAACgJhof1VUTgj/8V7e1C/o/dlP7Ad19XVxsLObqal4nf+SRR8TlCy+8kJCQIAEAgOaIDGfD66+/7u/vn5yc/Oyzz8pT0tPTn3rqKXHlueee69Spk7JkRkbGk08+KcqdVqsdNWrU448/np2dXeHRTp069dBDD0VGRmo0mp49e86dO/fzzz83GAwSAAAAWgZ/X9XVE4M/fbJ7zLv9Hr6+XZ+uPpWXue666yZNmlRYWHjHHXfU5jHz8/PvvPPOXr16ie3EAwYMEPfavXu3BAAAHBjHhrNtwYIF99xzj5ubm1ibiYiIuP/++999912xfrN9+3aVSiUvs379+ptuuuns2bMBAQFiBejYsWPnz5/v0KHD119/PXLkSHmZtLS0fv36iaInWQ72IdarTpw4Ia6LZrdq1SoPDw8JAAAALU9KRmlMbFZooFt0lE50NNHU9u/f7+3t3aNHj9LS0h9//PGqq65SFq58bLiEhITJkyeL9U9fX9++ffuKtU0xxd3d/d///rc8qg4AADggRsPZdtdddw0bNkyv1z/44IPHjx9///33RZL79NNPlQaXnZ19zTXXiAb3xBNPiPq2adOm1NTUN9544/Tp02J6QUGBvNjHH38s1oquuOIKMXfv3r3iocQKVqtWrTZu3Pjtt99KAAAAaJFCA91vmh4iGpy4bjKZz+Mgto536tTpySefFNcffvhhEeaquq9Y8rbbbhMN7vLLLxcrmZs3bz558uSSJUtEhnv00UfXrl0rAQAAh0SGs83FxeW9994TV2JiYmbNmiXWjcTK0MCBA5UFxJZGUd/ECtBLL70kCp088aGHHpo/f35SUtJ//vMfecrhw4fFpVhDEulNntKrV6+XX3553rx5yhQAAABA9thjj3Xv3l1s65WPiGLTBx98sG7dug4dOvz000/e3t7yxNmzZz/33HPiyj333GM0GiUAAOB4yHBVEtHtwQcfFFcOHDggVoaeeeYZ67k//PCDuJw7d26Fe1133XXi8ueff5ZvitUjyXK2hy1btijLiHi3aNGi6dOnSwAAAIAVDw+PDz/8UFx59913d+7caXOZr776Slw+8MAD7u7u1tPvvvtujUYjNgPLR0EBAACOhgxXnRdeeMHT01Ncef755728vJTpJSUlSUlJkuWMDZMuJp/V4cyZM/KSYmUoODg4JSVlxIgRnTt3vuGGGz777LP09HQJAAAAsGXs2LE33XSTyWSaP3++zXFtqampkmUfiwrTxfpqeHi4uHLo0CEJAAA4HrWEqvn6+ooNksXFxUFBQdbTMzIy5EN4bNy40eYdCwsLc3NzxdbINm3abN68WdS6n3/+OcHim2++EWtI99xzz4svvig3PgAAAMDam2++uWLFivj4+AULFtx3330V5ubl5YnL1q1bV76jPPH8+fMSAABwPIyGq4+QkBD5eHBZWVllVRANTl5YbJMU6U2sDC1btkysRQUGBhYVFf33v/+95ZZbJAAAAKASscb40ksviSvPPPNMSkpKhbnt2rUTl5WnSxcGyul0OgkAADgeMlx9qFSqnj17iiuxsbEVZuXn5+/duzc7O1u+KTrd7t27DQaDv7//jBkz3nnnneTk5JdfflmyHD9OTJcAAACASm6//fZhw4aJtUr5aMXWunTpIlkdBcVaQkKCZDnGsQQAABwPGa6eZs+eLS7ls6la+/DDD/v16zdu3Dj5ZlRU1IABAzZs2KAs4Obmdv3110uWk7EKEgAAAFCJWFH8+OOP1Wr1999/L8c1xZVXXikuP/300wrbdL/55pv09PRevXp16tRJAgAAjocMV08PP/xwcHDw77///vzzz+v1ennixo0b5d0HxFx5ylVXXSUu77zzTmXcXFlZ2euvvy6uzJw5U6VSSQAAAIAtvXv3fuihh8SV4uJi6+nXXHPNoEGDxOrlnDlzCgsL5Ym//PKLWOcUVx577DEJAAA4JBdRhSRULSAgICcnZ/Xq1RMmTKgwS0ycN29eUlKSn59f//79RVNbv369ZDk76vvvvy8vI7bAwVgAABAASURBVFaMRo4cuWvXLsmy+4DYMpmSkrJ///6ePXvGxMSEhYVJAAAAaNl8fHzESuO+fftEd6swq6ioSEw8efKkZFn5VNZIDx48eN111+3du9fX17dv377JycnyiLmnnnrqxRdflAAAgENiNFz9TZw4Uaz6PP7440OHDt29e/fp06enTJmyePFipcEJ3t7eGzdufO2110SMKygoECtPZ86cue+++7Zt20aDAwAAQPW8vLzeeuutytMjIiK2b98ur2SKJCe2B99www1iKy8NDgAAR8ZoOAAAAAAAAMDu1BIAAAAAAAAAOyPDAQAAAAAAAHZHhgMAAAAAAADsjgwHAAAAAAAA2B0ZDgAAAAAAALA7MhwAAAAAAABgd2Q4AAAAAAAAwO7IcAAAAAAAAIDdkeEuVVlZ2TdLVndsFzpyaB8JAAAAaGgbd2dv3JUjX7/18tahge4SAABwQmS4S1VUXPpX7B6jyUSGAwAAgD0cSihavC5dvn7F+GAyHAAATooMd6n0BoO4dFOrJAAAAAAAAKAKZLiGUVYmAQAAAAAAAFUh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1ykrKxMAgAAcCTW6ydlFhIAAGhqLi4uUh2R4YC/VVjBrTwRAACgSVivkJgsJAAA0Liso5t8XXxA17XEkeEAM+vupmxkthnmAAAAGlmFDGc0GiUAANBYlNYmX7G+KX9G1z7GkeEASYluYr02Pz9f3sJsXeJocLWn/Bmyeb2ZXUqAw2iW//Tkb6Gq60ATavx/caWlpcqzFxYW5uUZGu3fINDkmuVnHP/i4IBayL+1ev+Lc7kQ4NQWrq6uLhcnuVoiw6GlK7MaBye2LSclJbXA/y1swD+48h15f1rU+yPxFtXE+j2pPJ33pyqX+P60qHemqum1fMeamQb/i2Stqd63oqJi5Xpubm62T33W4flbVD8N8reI96cF/kVqln+LGhBrj9VrkPdHvgt/ixr8b5G3t7eXl5dYWC5x8mXt31syHGBWZmEymcSlj4+Pv7+/1Ciq//Na1XUHv1Te0jpdB+qKfz78U8Kl4F+Qc/0L8vHJlKS/S5xWqw0O9pTQpPgX5Fz/guBo+BfEvyAnZTAY8vPzjUajuKJSqcSPT1yKjFCnEkeGA8qPByf+/Yh/Nm5ubhqNRgIAAHAMbm55ynWxBd7Hx1sCAACNq7S0VMlwIiCo1WoXy2i4OuVUMhxgVnZhKBybIwAAAAAAgE2iwSnpTVankkCGQ4tWduEMDDJRta0HPwMAAAAAAChMJpNer5fHwcnqdHcyHPA3JcYxGg4AAAAAAFRmNBrlo8LJB4aTM0Lt706GQ0tnPSCO0XAAAAAAAKAqcoYTl9YNjp1SgTqwHgfHaDgAAAAAAGCT0uCUDFenoTx124UVaMaUM6UyGg4A0JLdeOONkZGRixcvrn6xw4cPi8XmzJkj2dP+/fsrPOPMmTOlRrdz507x1MuWLZMc2yOPPCJe5++//y7f/Pbbb8XN559/XgIAAA2k7GJSHZHhgHKMhgMAwEGkpKTccccdH3/8seQAtm7dKi4HDRokAQCAlq3eAU7GTqlAOUbDAQDgIPbv37979+7IyEhlSlBQ0G233ebr6ys1utjY2A4dOrRt21ZyKr179xbvWHh4uAQAABqI9fHlpbojwwHlGA0HAIDDEhlu/vz5UqPLzc09duzYNddcIzmbvhYSAACwm7rGODIcUE45S4MEAABgIe+ROmDAAAkAAODSkOGAcoyGAwDAppSUlB9++GHbtm1nz57t3bv3+PHje/XqZXPJ9evXx8TE7N+/32g09unTZ+rUqWPGjKmwTElJyfLly+Pj40+cOJGcnNypU6eePXvOmjWre/fu8gJXX3316dOnxZW4uLjIyMgePXp88cUXhw8fnjdvXmho6NKlS5WHEh/cixYtWrVqlXgcHx8f8YyTJk0SL8/66cQL8Pb2XrFihbjj2rVrDxw40KpVq8GDB8+dO1c8mlST2NhYNze3qg4Md/PNNx86dOjf//63eF5l4oMPPrhlyxbxMl555RVl4m+//SYWmz59+jPPPCNPEW/mG2+8cfLkyezs7PDw8H79+t10000BAQHKXcS39sEHHzz55JOJiW2U9XaDwSBfWbly5e+//y6+Ha1WO3DgwOuvv77Ca/v222/ffvvtadOmPfvss+KmWPLWW2+dOHGiuLlw4ULx/h8/frxbt27Dhg279tprPT09re+7d+/en376SVzm5+f3799/zpw54k0TTyHet/fff18CAAD1QoYDyjEaDgCAyk6dOnXPPfekp6e7u7t36dJFtLOdO3eKNFNhMRHXXnrpJdGGxPWwsDA/P7+//vpr3bp1kydPfvrpp0XJkhcTWeeOO+4QAUhcFxWsQ4cOR48eFSVryZIld911l6haYrqocq6urgkJCeJBRJ9q166dzRem1+tF8Nq+fbv4+BYvTNwUTydCmyhN4hmtu5L4cBdBSmQp8YDBwcEnLETD+vTTT0UErPa7l0SuEnVPo9HYnDt8+HDx4sUbomQ4kcl27dolruzYscN6SZHzxOWIESPkm5s3b3788cfFm+br69u1a1fxzYp2KV6SiHTKMrJz586tWnVA0k2Vb6rV5hX4//3vf9999538Hnp4eIjGt3r16jZt2kg1KSwsfOCBB8Q31bp1a/HUuy1Ex/z888/Fz1deRvwQn3vuOZPJJBZo3769+EY2bdoUHR0tAQCAS8OZUoFyjIYDAKCyN998UzS4iIiI5cuXL1q0SDSaefPmiXZTYbGvv/5azGrbtu0XX3yxePHib7755pdffunYsaOY+MMPPyiLidwjGtyAAQNEclq6dOmXX375559/XnbZZfIjGI1GceX555+//fbbxRXxpB988METTzxh84V99tlnosGJ5PfTTz+Jp/vxxx/FpchSIkhVOMVqVlaWaHAiP4lZol6J66JYiSAoXoxULVHHUlJSqtkjNSoqSlyKDKdMOXDgQFFRkWQ5qJwomPJEsYIhMpxoi3Jiy8jIEJ1LNDjxba5Zs0Z8I+Ly+uuvz87Ofuqpp8SrlS5+Y728vKyn7N27V3wX4tFEbRTvofiuxTssktmxY8ekmmzZskUkyPfff//XX39dtmzZq6++Kuqb+In88ccf8gLixb/22muiwYkfini7xFskfoLiZcfExEgAAODSkOGAcoyGAwCgApFs4uLiRPF5+eWX/f395Yl33313hZ00RacT9U2tVotm16NHD3miKGL/+9//VCrVp59+qqSlTZs2icv77rsvKChInqLRaB566CFxJS8vLy0tTaqdw4cPiyYoroiQpAyX69Kly0svvSSuiCx19uxZ6+WnTZs2d+5cZbF7771XsvSs6p9FPjCc3Nps6tOnj+hfZ86cEe+APEVOcvJoQXlYnGRpc6L6iZwnj9ETnUtEugkTJvzjH/+QFxBrIPfff//w4cMLCwvffffdCs8yffp065vff/+9uLzMQp7Svn17ec/T2hDf++DBg+UnHTt27OWXXy5ZvRVLliwRL7Vz584iCMrbJsVrFj99nU4nAQCAS0OGA8oxGg4AgAo2bNggLkeNGtW6dWvr6VdffbX1zb/++qukpKR3794dO3a0ni7u1a9fv6Kioi1btshTRCATFanCoeX0er084Ku0tFSqnT///NNkMo0YMaJr167W08VrGDhwoMFg2L59u/X0iRMnWt+U90WVh61VQ3Q0UdlEa6tqAbHaINqZZDmMnTxFZDgxUX5/lAxnvUdqQUHB+vXrxZUbbrihwqPJU5SHkoms6efnp9w0Go2bN28WV6688krrxUQYrfBWVEUUSeubFd6KjRs3yg9uvUYkSlyFpwMAAPXAseFq5f1Fv+4+cLyaBdZv3S2+bM4SazAvPHJLaDDbD50Ao+EAAKhAHlPWvn37CtMr5LbU1FRxeebMmbvuuqvCkvLJFpTBYpKl+4jctm3btoMHDyYlJSUnJ+/Zs0f+/JV3Sq2NzMxMyTKurfIsMTE+Pl7ZIVRWISN6eHhIVqc7sEm8SPE4IupVv4lOZLiYmBhR36ZPny7usm/fvoiIiCFDhkiW48rJy4hvVrqQ4TIyMuSJ3bp1s36clIzShz5Rl0V8lCZJQ2+RVyz7SxEf7TNJ+5amKIvd8uIJqfPb4sqN/xHhrHz9s1dnb/FDkQ+6Vw2tVisfXU4hHxJOeefl963yIfM6d+4sAQCAS0OGq5XrZk04dPx0SYleqrvxIwbQ4JwFo+EAAKigoKBAsrSbCtNbtWplfTM7O1uypDG5jlWmTE9JSXnvvfc2btxYXFwsT1GpVKJkiVCl19dhXUsevaXs2WpNnqjULpm3t7dURyKo5efnV7NHqmzkyJHShd1X9+7dW1JS0q9fP41GEx4efuzYscTERHFddMa2bdvK7bKwsFCy7IpbIYeFBrrfclnogsXJUt25ukgPz227ZnmrGpf08fGxOV3ZDCm+ZXFZeRdUm281AACoEzJcregC/KaPj1qyYmMd7ydp/f1mTRkpwUkwGg4AgAp8fX0lq4imyM3Ntb4ZHBwsLufMmfPoo49W82hGo/Ghhx46ceJEQEDAFVdcMWDAgPbt24s+5ebmNmbMmDplOPkZK7Q2mfxqlSPZ1Zt8lLcaM5yfn1/v3r33799/9uxZ+S7yKR0GDhwoMtyuXbvk/W3lWieEhIRIljfQYDBUKHGXDfN8/5tkF8/WUh3NHBPYu4vPr3l50iUTL0+kQ7mrWqsqsAIAgNrj2HC1NWn04HoMarvysjGeHu4SnASj4QAAqEDeHbXymROSk5MrL3b48OHKj3Dq1KmkpCR5n8cdO3aIBufq6rpw4cIHHnhg9OjRHTt2FA0uLy9PHhxX+41hYWFhlV+G9WursMtnPcTFxYWGhopKWOOSw4YNkyzf3Z49e8SKhHwCBJHhJMv4OOsDw0mWoYVy3Dx37lyFx0lPS3ZJ+U6qoxCd252zzeXO5rtRV/L3K+9lbC0lJUUCAACXhgxXW2q1au7sCXW6S/cu7Yb27yHBeTAaDgCACuTzD2zatKlCifv1118rLCZWPIZSAAAQAElEQVTS0oEDB/bv3289XcS122+/ffbs2fIJUuUHEc1OjmiKJUuWyFeUI5SJNidVa/z48Wq1evPmzRXykKh+8oHYxowZI12C3Nxc8b3UOBROJmc48bziHRD5T94BVj5Z6u7du0WG8/LykqucTD5fhPJdK37++WeXwiNtfZOkurjv6jZajfrkyZPiuaRLNm7cOHG5dOlS64kGg2HZsmUSAAC4NGS4OugZ3mFIv+61XFitUt0wZ5IEp8JoOAAAKggPDxeNqaCg4N5775UjWmZm5jPPPPPnn39aL+bn5zd37lxx5YUXXjhy5Ig8saSk5MUXX8zLyxPRbdSoUWJKu3btJMtpH5RzF4hPXtGeFixYoNxFvqKMF0tMTLT5wkJDQ6+88krxwu655x75PBLCiRMnHnjgAdH+pk+fXvl4dnVSyz1SZREREeLp/vrrL/HUcn0TAgICxLt35swZ8b4NHTrUOiz+4x//cHd3//777z/55BN5ingf3nnnnd9++01Mf/L2Ht6etV1LH9zTNzpSu2HDBvEDqv6ME7U0Y8YM8d6Kb//BBx9MSjIHQVE2xZtc48kfAABAjTg2XN1cednYvYdP1uZcDRNHD+LMDE6H0XAAAFT25JNPigojWsysWbM6d+4sUpfRaBRdSR50prj++utPnz69cuXKm266qbWFqGOiQImg9tprr7m6mrtSnz59IiMj4+Li7rrrLpGrxMT09HQRqkSx8vT0TElJUY71Ju/lKhrcnDlzRBWqMDhLJmKW6HQbN2686qqrunTpotfrxUOJz/FBgwY98sgj0qWR9yQVD1WbhcX6g/i+5DTZr18/Zbp8eDjpwqBCRVBQ0IsWn376qYhxHTp0EG+vSIoi1YmJg/t1vmN22lvfnavxectM+hMbX5y9NVf0Mg8PD/HUe/bskS6NWq1+44037r///i1btsyePbtjx47itYmJY8aMEZ1RPsMsAACoH0bD1Y0uwG/W5JpPuaD195s+oVbbTuFQGA0HAEBlwcHBn3zyyW233SZSV0JCgrg5derUF154ocJioqOJia+++ur48ePFh+nBgwf9/Pyuu+66H374QdxRXkZ0t//+97/z588XOe/QoUPx8fGinc2dO1csM3nyZOnC+UblJxUlSDymZDlbq82zN4jAJx7tmWeeGTlypMh5OTk5opo99thj7777rnxWhEshMlx4eLhGo6nl8kposy538rkaJFt7yI4dO/a7774T74/oXMePHxffrwiOixYtEtPF3KsnBncIrTl4tfM+6mo4n52d3a1bN/FW9OjRMIdD6dq162effTZz5sxOnTplZWWJH+hHH30kf4PyKEUAAFA/DPypM5Op7Nn/fp6SVt25ou6eN3NA73AJDq/MwmQyia36Yv2+qKhIbLT39/cXW90lAACAprPjUP7dr1W3H2iIzu37l3r6eDbSZvUvvvhiwYIFNZ4MFwCA5qq0tDQjIyM/P1+ybH2UuVmoVCqxrbE2Y3oYDVdn4o2t/lwNvbp1pME5KUbDAQAABzG4p+/0EdUd4eTh68Ps0eAWLVo0e/bsxYsXV5guH86ve/faHigZAABURoarj57hHYYN6mVzllqlunbWeAnOiWPDAQAAx/HANW2qOldDVG+/sQP9JTvo3LlzUlLSwoUL09PTlYlLly6NjY0NDg4eP54VXQAA6o9TNNTT1TPGxu8/WvlcDVPHR3JmBufFaDgAAOA4AvzUd8xuXflcDW5ql4euayvZx2iLDRs2zJkzJyIiQkzJzc09fvy4RqN5/fXX/fz8JAAAUF+MhqsnXx+vyudq0Pr7TRsfKcFpMRoOAAA4lKsnBvfs5F1h4s3TQzq28ZTs5pVXXnniiSe6du2akJCwf/9+tVp9/fXXL1q0qGfPnhIAALgEjIarv/EjBsbFHzqVmKJMuW7WeLVaJcFpMRoOAAA4FJWr9NiNYTe/cFSZEqJzmzc9RLIn0d1mWkgAAKBBMRqu/lxdXa6/YqJys3+vrpyZwdkxGg4AADiaiE7e1udqePj6MHc3NhkCAOCUyHCXpGO7UPlcDWqV6rpZEyQ4OUbDAQAAB/TANW0CfM17sYwe4G+nMzMAAIBGQIa7VFfPGOvh4TZ1fKQugAPWOj1GwwEAAAdkPlfDFaFuapd/Xm+vMzMAAIBGwLHhLpWvj9ct10zt17OLBOfHaDgAAOCYZo0J8vdVhwa6SwAAwGmR4RrAoD7dJDQLjIYDAACOSeUqTRwSIAEAAGdGhgPKMRoOANA42OQDoEmwogsATau2GY6VRVwip/jIZzQcAMB+Kny+8HEDoDHJa+PKXx56HAA0iZoznPU6Yo3ri9X/WW9+c5UFLmWu1OzergqzrD/yHfzzntFwAAA7UT5A5SvWlwDQCFwsJKuVc1Z6AaDx1ZDhrFcZWWtEXSmf9MoVB49xjIYDANhDhZUoa9YLAECDs14hV1bLJTY/A0ATqS7DWa8yJiSeT8vMVdYXw0J1rXQaZZUxOS1bfEkX/sq3Dg4IDfJXHic1Pefc+Sxlrrhj2xCtMjc9K/9sSoZSZwL9fdu3CVTmZucWJpxLU+b6+3l3DgtW5ubkF508e16Z6+fj1bV9K2VuQVHJ0VMpylxvT4/unUKVucWl+kMnkpS5Hm7qiK7lJ4Av1RsOHD+nzHVTq3qHh1m/ObsOnVbmCv17tLeeu/vQGVOZSfmWB/TsYD1375GzBqNRmSseWTy+Mlc8b0mpXpkb0aWth3v5j+nwyeTC4hJlbreOoT5eHsrcY6dS8gqLlbld2rXS+Hopc8V7lZ1XqMzt2DZIq/FR5p5OSs/Izlfmtm8dGBjgq8w9m5IpfgGUuW1baVsFapS5yi+AvEBoUEDrYH/lY97V1VW6+LPfYT/yWR0BADQ46/r24ZKUpRuylFUI6huARvPvO9v2D/cRf3nEyrn1NnJWfQGgMdXq2HAmk+lMUsbB44nld1OrRMIRf8Pl1cfE1Kx9R84qc8t6SiFB5SdySs7IFVlKuRkRHtYmRKfcTMvK33XwtHIzvENouzZBys3MnALruaLQdQorD205eUXWc1u30nZpH6LczCsosZ4rolK3Tq2Vm4XFeuu5fj6ePbuWh7ZSg8l6rghhvcLbKTf1eqP1XPHR1a/HRaEt/uAp65u9u7VTq8pD276jZ0tKDcrN7h1bq9XlP4iDx5PyCoqUm53atnJ3d1NuHkpIzrLEMpl4J729PJWbIjumZuQqN4O0fn6+3srNE2fPn03OVG76+/kEaMpD26nEjBNnU5WbXh4eugA/5abIcIdPJCk3VSrX4MDy0pqUlr3H6kfct3tZaHCA+NWQP9JNBoP8YS/3OMmBP/IZDQcAsBM5wxWWmLLzDRIANLqSEoPBslouXdhMLnGEOABodFVmOGXLrWhw4jIsVOfp6a7MDW2lU6nL21C71sFubuU3Wwdrree2aaWTepf/fW+l87ee2yooYGDvzsrNQH8/67mBOn/ruf4aH+u52gCN9VxfHy/ruRqNr/Vcb08P67k+Pt7Wcz3c1NZzPT1drOeqVa7Wc8V167nyFOubA3t1lqw+0Tw8PK3n9u3R0Wgylc/1Ei+7PNL16tauVF++gu7t42394BFdwopKSpWbfr4XvSE9uoS1bV2s3NT6a6zndu3YJjiwPI8G6i6a26l9iL9/+eC4VsEB1nM7tA2x7n2tL/4FCAsNVqnKf5dCg8p/Ab76Zb1ojtdOi/T28hC/SK4WkqOWODYJAgAalvVQOJOFPD28g7ebio8bAHaXmatPSTf/74PRaBQZTnVhcIAyJo61XwBoTFUO/JGnmxRlkquqtqdVBRRyhpsTPdDHy1Nl4XqB5ADb35T/LxLrJXq9vqioKC0tzd/fPzQ0VAIA4JJZr1CJz5q3f0xdvM58pI4vX+zTSucuAYCdLVt/fsFP5v2WXp4fNLC7t7xCrlarldVyiTFxAFA7paWlGRkZ+fnmPRQ9L3CzkP+o1ubPaQ3HhpOJtUbJxVUC6stgIV04Qpz8e+WAn/eMhgMANDjrEzKYrIbDA0BjEmvjYquzZFnjFX+LxP8uOuw6OQA0Y7YznPV5u8Tf6NNJ6Zk5hR3CWgXr/CWg7gx6g8HNUPkMTY72wc+x4QAAdqIc6EMCgKYgGpxYI5dHwFmfqRkA0JiqG+OmHM3kbHLG7kOn06yO/Q/UicF8JAqD0WhUPvId84Of0XAAgAZkvV1TIQFAUxBbAuQV8r+POcRfJABoCjWfooE/0LgUN84eezrhhKtUVvkj3wGDF6PhAAB2wjoVgKZVYW2cP0cA0CRqdWw4CbgE4iNfPgKFgzc4idFwAAB7Yp0KQBNSjlBp/b94rPoCQCOr+eSnrDLiEll/3jvyHqkSo+EAAHZQYddUCQCaQuUGBwBofDVkOPnPdJtWAd5ensGBGgmoOycaVsloOAAAADRLFdbGiXEA0CRqHg0ntAn2b9c6yMvbRwLqzok+4xkNBwCwEz5cADgI/hwBQBNylQB7+uqX9X/tPldqMErOgNFwAAAAAADATmo1Gk6y5AkJaO4YDQcAAAAAAOyk5gxHgEODcPzzM0iMhgMAAAAAAHZTw06pco9ISsvZe+RsWmaOBNTPhfLm4APNGA0HAAAAAADspFbHhjuXmmXOcBm5ElAvZZJzhC1GwwEAAAAAADup7bHhgPq5cfbYo4cPqlTm4Ov4o8wYDQcAAAAAAOykhgxHj0CLwmg4AAAAAABgJzWPhqPE4RIpYcvx8xaj4QAAAAAAgJ3UaqfUNq0CvL08gwM1EtCsMRoOAAAAAADYSa0yXNtWAe3buHl5+0hA3VlXLRcLyVExGg4AAAAAANhJrc6UCtTbV7+s37AnSW80OXiAkzEaDgAAAAAA2EnNo+Gc5ahewKVjNBwAAAAAALCTGjIc9Q0NpcxCcuyTfjAaDgAAAAAA2EmtdkrNKyhJzcgtKCqRgDqzJK0L5c3BB5oxGg4AAAAAANhJrTLckVMpqzbvP514XgLqzDICTnKOsMVoOAAAAAAAYCe1OlMqg4NQbzfOHnv08EGVyhx8Hf8XidFwAAAAAADATmqV4YAWgtFwAAAAAADATmrIcMph9e1qx94j+w+eOJ+RnZya4eHu1ipY2zO8w/DBffw1PpUXTjib3Klda6lRfPDlrwcOJ1w3e+KIIX0k1JcSthw/bzEaDgDgpO574oWVazdYT/Hy9AgM1AUFBET0CL929oweXTtJ9bV1+66vFy+N37tfXJ80ZuR1sy+bedOdHcLarvr5C6kR7Tt4pE9Ed+XmoIkz8/IL/lr6XeuQYKmJ3Hz/o1u2xS947YWJo4dLl+yLH3956c33r5wx9eUnH1YmpqZliBWoVkGBEmryyVc/vP7+J9dfefmz/7xfahTyv7tXn3509vRoCQCAWqjVseH8fDxb6TQ+Xp5SQxO5Y+G3yxd9/4cocWfOpeoNhvzCopOnk35fvfWFtz6PjT9ovbDRaPryxz/f/vgnCbAPRsMBAJqNouKSltabiwAAEABJREFUxHPJuw8c+nbxspk3zv9g0bdSvZxLTr3jn0+uWr8pIzNbfElNQa83PP2ft26892Gphfl2yW9Trrn5XEqqBAAAmoVa7ZTao1Nor/B2Xt4+UkNbvyV+1/5jKlfXkZF9B/bt1iYkSG8wJiWn/756S8LZ5K9/XinaX5+eneWFC4uKt+0+JB9lrHEM6ts9LDS4XZtWEi6BddVysZAcFaPhAABO7c55cx+661b5ek5O3qFjJ44nnP5h6fIjxxPe+vAzTw/3W667Uqqj2J27iktKgwN1zz/2f2OHR6rVqrSMzPv/Mc/Pz1dqLHkFBT/8+ruXp4fUrPWN6C7e2B7hnZUp4rsuKCyS4KimjBvdvUsn6x8ZAADVa+Jjw22M2ysur5g+Zsyw/vIUL0nShLfv3rXdOwt/PnYy8ffVW5UM1/iG9u8p4dJ89cv6klLDqP5hXo4d4GSMhgMANBv+/n5Rg/uLr6tnTbv3sefWb4l799Mvr5wx1c+3bhtW8y0ZaFTUYGW/S5Hk7r3tRgkNbUDvCPElwXlMnzRWAgCgLmo7ssweYUL0jrSMLHGlZ9cOlZ/u8ugR4kpi8vmSEr0ENApGwwEAmh93N7dXn31M66/JLyj8beUaqY6MBqO49LLDwUkAAABamppHw9lvZJB4ZLVKrTcYks9ntArWVpjbIay1KHE6rUZ+/q8Xx8TuPCBZjhB37xNviSv/ffYeTw93cSUnt2DTtr2nE1OSU9OLikvDWgd3CAsdP2qQv5+PvPy/XvpATL/n5it6druo9yWcTX7jg+/FU7zwyG02X2GFUzSsXL/tt5jNV142tk/PLivWxiacSc7NK+jYPnRQn+5Rg3pJ1Xro2XfVavWLj96+ZtOOQ0dPn00+HxyojejWcfzIgfLrlD3w9NsaX59nHr75+1/X7Dt0olWQbvyIgQP7dpMsx9FbsXbrzn1Hs7PzxDfeoV3o4L495FmK4pLStZt2HjhySvRN8fa2a9Oqc4c2Y4YN8PG+aNXZaDKt2xR/8Nips+fO+/h4dWnfetzIgWGt7bvvrXK6D0eOXIyGAwA0S6LBTZs09pufl/21ZdvcOZdbz1q9YcuKNet3HzhkMhj794m4LHrChFHD5Fkbt26/7cHH5evivuLLy9Njz/rfDx09bn2Khn0Hj8y59Z6Zkyf8+8l/fvTFt9t37T10/EREt66jIofccNWsynuSVvOMNj3/33fEU0uWo911i5ooruxa+5uPt5eywLrNsT8tW7Fz975AnbZX9/Db5l7Vo1uXS3xShVin+v6X5Ztitx9LOBWg8evetfPtN1wzqF/vau4inmvD1m1HTyQcO3mqTWirnuFdx42MmjphjLLArv0Hr7n9/itnTL1z3tyX//f+noOH+/fq+dDdt2/ZHq+couH3VesffPrf8vJiYXH50Rv/Xrx8Zcy6jffdfuN9t8+zfka93jD68mszs3PW//pt5RNWXPOP+3ftO/jOS89MmTBamXj3o8+I13lZ9Lg3X3hSmfjLHzGPvfDa1TOn/fvxh+QpWTm5n3/7c/ze/YePnwjv3El84/NvuFajqXl/ZPG+/fzbiv2Hjx45fjIvLz+iR3jfnt1vvPqKIF2Asky/sdNbBQUt//bTl/+3IGb9xq4dO9x0zRWTxpi3xBsMxm+WLNsSt3PvwcNBOu2Avr3mzplZ+9OMpKZlLPj8603bdrir3fpG9Jg1ddKwIQOUue8t/OqdT7645borH3/gTut7WZ9v4Ysflrz01oKowf2/fO+/FR78nkefXbVh8xvPPzFj8vgKp2j47Nuf//POhy889n+jhw395Ovv4/cePJ+WLl589LhRs6ZMrPA4v61cK7L4waPHPTzdowb2n3/jtZvidorf9ofuulX8YkgAgGaqhgwn94i8gpJSY3FQoMrHq4EPydG9a7v9hxN+XLbWw8O9R9f21rNcXV2ixw5VbrYK0nZs1/rU2WRxXaQl8wKW13Y26fw7n/4kKpu4FRIU6OLqevzUOfH119bdd940q0d4e5XKdWCf7pu379ux93CFDLdj92FxOaSOe56mpmWt2vC9CHDi6UTPEk1NfJ04nXT9FZNqvO9HXy89euKsr7dXSJAu5XyG6Ia7Dxx7cP7VARevzfywdG2c5fQU4vuVfwQGo/H9z5ccO5kof5sGk1FEur0HT8TvP3LjlVM83N3kOy5Y9MvJ00mS5eRoIucdPn5GfG2I3fN//7gqtNXfJ9jKyMz55JvlicnnVa6uIcG64pKSuF2Hduw5MnPKyPEjB0kNz5K0LpQ3Bx9oxmg4AEBzJbqAiFk79uwTgUOtVkmWrXfPvfa/Jb/HiOtdOrb38vNbuW6jqD9XTI9+4V8Puru5aTR+w4cMTDmfdvL02bahrTq0C3NTV7nqWFBUdMc/n9yyLb5juzCNn1/sjt3ia8Xav7776G1lRaXGZ7T5yKL3RQ7sFxe/R3xGDxtsjimuruX7c7z76Zci94gqJx5QFI3jCafXbYkVTxreqcOlPKnsyImEOx9+8lzKeU/zmmqXs0nJazZuFV+vP/f4zCkTbN7lyZffEE1QXAnUBoR37ihi3JHjCb+uWPXrH6tER7NeUl9aet8Tz4umKa7/tXXbS0/+03quLsBfvPkiQuUXFPaL6OHj4+2v0cyYNE5kuBVrNlTIcBvjdmRkZQ8fOtDmSWNHRg4RGW7b7j1KhhO/A9t27RFXtu7YZb2kyF7icnTUEPlm3M49j77wn+TUNI2fT9dOHU+dSdy5Z//vMWtff/7xwf36SFU7dOzkLfc9IrKgWA/vEd5FrVJtjtspvr74ccmHr/1btC3rhV95+4PvlvwmmddRs+dde4W4It7wh57+t3jN4jdHdE+x1i1K6C+/r/zX/Xddf+XlUk1OnDpz9e33ZmZlix9Z8vk00RbF11MP3XPT1bOlWps+afyr734k3gHRE8W2c2V6Tk6e+AXz9vacNHZkVfdNOJP48dc/JKekiu9db9Cv/muz+Np74NAzD9+nLPPyWwsW/bBEXGkX1lqr0YjfkFXrN0de/M4AAJqlWh0b7nBC8omz6cMHdo8Ibyc1qNlTR4tOlJNX8N5ni3VaTad2rTu1N3+1axMiMpz1ktFjhgwb1Ovxlz8SH+cP3XGNMv3bJatEgxsd1e/yySPlwXHn07IW/bDiTFLqui07RYYTUyIHRogMJ6KVyVSmPKwoLTv3HBFXogbU7RgcG+P2tAkJevAf1wQF+pfqDSvXb1u5Lm7rjv0TRw0SVauaOxYWFYsGN21C1LQJ5q2vufmFn37zm6hmv63cdONVU5TFxKpG7M4Dg/t279Wz86Ejp3p17ygm/rF6q2hwgTr/e26eLYqkZF5BSfvwi1937z+u9d8yZ7p5+6p4cPFoWn+/22+4rEPbUDElL7/w469/SziT9OfauJuvnSY//lc/rxQNLrxz2C3XTtf4eospR46f+fibZUv+2NCpQxvxI5AamGUEnOQcYYvRcACA5koXYB6FlJdfkJqW3rZ1iLi+6PufRZzq3KHdWy8+2bNbVzFFBJf5Dz8hJor2cct1V/br1WPRu6/JA3zGjox69p/3V/P4qzdsCQrUfvnef0VkER+molX987mX9x86+tvK1VfOmCovU+Mz2nzkm6+dc/mUiVFT5og1PfF6KsxdsWb9f597fOqEMW5u6pTz6Xc/9ox40k+/+uHVZx69lCcVSvX6R557RSQhkcPefflZPz8fvd4gqt+HX3z7zH/eHBU1WJSyCnfZsGW7aHDBgboFr70g3j3JErx++m3Fs6/+b93m2INHjkd076os/Oe6De7u7vfcekP7dm1Pn0ms8GjDhgwQXzNvulN0uiceuls+Zpx4AaKIidRY4aFWrF4vLi+bNM7mNzIyatC7n36xbeceZcreQ0fECqdkKV+isYo3R7JsjBQ5TyTakZYMl5ub/39PvSjq3p3z5t53+03i7ZUujPb6vyf/vfLHLyrsbGHt+dffFg3u1rlXilwoj1s8ffbcv/79uqh4Xy9eap3hUs6f/3bxsisumzxm2NAt2+NHDB0sJj71yhuiwYkp/3nmUVEzxZRt8Xvu/dfzz//3nb4R3ftEdJeqJfpv966dfvz0vZBg80bo9z/7+u2PF73+3sejooZ0ah8m1U6QLkDkyLWbYv9YvW7eNVco01eu3yh+pjOiJ8j/32HT59/9LF7nl+++HtYmVFTghd/8KF7A1z8tFR1QRGqxwJ4Dh0WDE/9T8+rTj11u6bmJSSnzH35y5doNEgCguWu8s47aJLrV0/83T0Q08UmWmZW7c++Rn5evf33Bd4/9e8FXP63MyMqt/u7pGTmp6Vlenu5zpo9VPgtbBWunjI8UV1LSsuQpnTu0EY2vqLjk4JEE5b5HT5zJLyxq3yYkOChAqguVq+vt118mGpxkPtiKesak4SGtzPXtxKlzNd63b0QXucEJIoHNu3qqKD7b9xwWSU5ZxmgyRQ6IENVsSL8eN109xd3d7fS5lFUbdohZ82+YITc4oW1o8K3XTRdXNmzdfT7d/J0mpaZL5s28beUGJ/j5es+eOko8advWf28a3bX/2PFT54ICA+66aZbc4CTzmMT2V11mXm/7edl6qaHdOHvs6H5t3Cznt3X8UWaMhgMANFda/78rT16Bea0jLSPzoy++E6tPH7z+ohynhNYhwR/+9yURXN7/7CuRUaQ6euTuf8iFRXyYThw9/OoZ5k2AoqfIc+3xjMLVM6eLkCFHotBWQXfceK24cvDIsUt/0vWb4w4fO+nn6/POS8/4WQ4hIu7y0F23ijom1ipXrd9U+S5bdphHk912/dVygxNE1bpu9mUD+pgj2rGE09YLl5TqRdl8YP7Ns6dO+r87bpFqQbyA6ZPGiyt/WvUaEXpWbdjk4e42dcJYm/fq36un1l9z9OQp+aDMwvZ4c5KTf1gijckT9x48It6NqMEDvC3HAVyw6GvR4ERCFd+y/PYKoqxdM2v6+fSMT776TqqCKErHE06JqvjwXbcr+w53aNf2jnnXiSsnKr0J186+7D9PPSJC6ov/etDL00P03M1xO7t17vjOK8/KDU4YOrCfaJHiioiAUk3Er9+bLz4lNzhBhM7Rw4aIJ/rCMvqs9uS3euXajdYT/1iz3jxr4rhq7ih+Fm8+/6RocOK6+N0TL0Bupsq/hU++/kFcXn/FzMsvjKkUC4uaLAEAWoAmznBCoM7/6svHv/LkHTdeNaVbl3YqS68pKi6N23XwhTc/373/eDX3FS3sjWfveeSuufK9FPKuCga9QZkin/NUZD5liohf4nJQv25SHYmkpbQwWahlEJz4dK/xvhNGXbTXZ6BW07VTW5OpzLoPCgP6XPSqtsUfEmGoZzeR1y7a0aBT+zZdOrQV2e7wMfMKjXysjZ17D6/fskvpSCJBzr/h8klj/t65QMw1P37vcHf3i3bBGNK/p8iLovfVmD7rRx5fxplSAQBoKsrKkvwpt2bDloLCov59IiqMD2ob2jJ0pQYAABAASURBVGpI/765eQUbYrdLdTRj8kX7aXbqaN4poai4WL5pj2cUxo2Isr7ZxbIvalZO7qU/adzO3eLyqsunVTgU2itPPrL6py+VIX7W/nX/ndtX/jJn+mTriWIV0cvTHLb0+lLr6eInUs2OjVWZbhny9vuadcoU8T0WFhaPHzXc+nh51sSKzZjh5k3Um7fvlKds271XPPsNc2ZK5gy3T564ZXu8ZLVH6h+WEXYzosdXeLTLKnXACkRR2rbylx8+eUeJdzK1q3lX6JLS0grLR4+56E1YueYvcTl5/KgKRxWcPmGsyFvbd+9LSjkvVWviqOHKLsmya2fPkMx7tNTtF0z8dDR+Pjv2lD9jemb21u27RBwcEVndgVz69OzRvl0b6yldO5pfT1GR+d+CaLh/bY4VV+ZevIOtSHWjhg2RAADNXQ07pSqH1bc3N7U6ckBP8aU3GE6cShJdaWPcHrHWsujHP55vf5u/xqeqO4oVi1bB2vzCooNHTyUmiY18OefTspLPZ0iWYWXKYsOH9PlzXdzeQyeMRpNY7RDla8+B4+K+g+t4YDhBG+BX+cVXeLqqtKt0GgSdv/nRUs5nWk9sdfEAvXzLWLk2rYIqP2DrkMATp88lW+7eq3tHEepESvt5+frfYjZ3aBfarXO7Ab3C5cF6suwc8w4Iu/Yfqzx2T25PObn5Ig5KDcqJBpcxGg4A0FzJg+Ak83h8c1RKTTMPoj91JvHm+x6tsGTCmbPiMj09Q6qLkOBA+ZBzCk93854KBqNRvtngzyircDQ0H2/zYH+l/V3KkyacTZQsh5OrML1NaHVntfL39xMrEvH7Dsbv2Xc2KSUlNW377r35ljffYDBe9MpDQyqfv6JGQwf0FZ3rbGLyngOH5TF3K9aau9X0iWOrudeoqCG/rli1Y9feWVMmihXs+D37+/eOiBpkPtDetl175WW2WCKdHOzEMqlp5nfm3U+//OjLiwa+6fXmDc/JqdW1MLFFvEO7ttk5uZu3xR85fjIpJfXkmbP7Dx2VzG+CocLC7dteVKxSLD+ymHWbdu45UGFJlfgFK9Wfz8io/kfQqWPFo+jIVU68acUlpdXsTFqBWHLSmFGLl//5x5r1t19/tZjy+6q14ocr0mSFEQAVVH557lb/Fs4lp4i3VzTKynvIilq3cWt9YjQAwInU6thwGl+vVjqNT6OcqF4krR5d24uvUVH9Xl/wbX5BUdyug9Fjqtw0dOT4mRVr406cTlTKiYeHW4/w9oePnbFeTBfg16ld64SzyfsPn+zXq6u4NJ9sq0s767OU1pKnexWH8q0p3bi7u7lXuq+vr/kFFBaXVFjS+maxZXVHY6tFyoFSXrcT/eieW69Yvmrztl2HxErG0RNnxdfyVVt6hne4bvYknaUe5heal0zPyBZfki25eYWSnTnyWDNGwwEAmqvEJPNJnHy8veSd9eSdMVPOp4svm8unZ2ZLdeHrY3udSllDa/BnlMmBoyqX8qQFlu2gOm0djl4iVsDeW/jl7zFrz1mN2BrYt1dObt6JU2cqLOzjWc9V61lTJ7238Ks/124QGa6gsOivzbEaP59xI6s78evY4ZFi9WbD1m3i+q69B8S9BvTppdH49onovu/gkbPnkv39/LbF7+3coZ3chkRBk7dK7rgwVq4CsSKdl1/g52v7h74tfs+HX363dXu82P4tTwnQaCaOHr56w5bKC3tdfIy5zCzzT+TIiQTpRILNB8+o6fckOCiwwpSgwL+n1HVT64zJ40WGi1m7Uc5wKywj9aZOGlv9vbyrGJYoP3degXmjeKtAXeUVTutzQQAAmqtaZbjuHUMiuoZ5ede5WFVv0Q8rduw5PGVc5GWThleeG6jVDOzbfcPW3SmpVW6lzMjM+eCLX8WWpVbB2sF9e3Ru3yY40F+n1ZxKTKmQ4YTB/XuIDLdr31GR4eIte6cOrftQuEtRWqo3mkwq14u2nuVZjo/r613deliAn3mrtc1AJk/0vlBIvb08rr58/BXTx5w8lXTo+Okduw9l5eQfOnb6jQ+/e/ahW0TdEw+VnpFz8zVTB/frITUWZSXDxUJyYIyGAwA0Vzt2mw8BNrBfb/nYHSHB5lH2N101+6mH75EaReM/4yU+abClV2Zl1yEOvv7ex1/99KuHu9ucy6aMjBzcpUO7sLatfX2873n02coZrt5mTpkoMtzKdRseu2/+yrUbSkr1s6dPrrAHaAV+fj6D+vYWTe3M2aTtu83D34YMMJ/qdHC/PiLDienenp5i/UceCieZD3WiVatVBoNxR8yvFfbJrdG55NT5/3yysLC4Z7cuUyeM6d8rol1Ym9atgg4cPmYzw1XQqlXQsYTT77z0jHJe17oqKKi4zpyRaT4oXnCgznr4YeX1vcKiogpThg0eENY6ZPeBQ4lJKeJm/N4DIlPKp8uot9Bg8/jN9Mysypt+61eiAQDOpSmPDSfvern/8MnqF/OuOlFtjNsrGlxQYMCTD9w0bUJUj/D2gTp/8XmWnZNvnn3xZ+uQ/j1EAtt/JEG0sH1HTqpVKpH5pMaVkVHxMMBZuXniMjQksJp7BQea36isbBtHbcu0HPokrI3541xvMCSlpucXFIlvrVuXdjMnj3zxsX/cddMs8V3n5BacPJ1sfijLUe1OJ6ZWfqjT51LEYlJDi9m4e8/xdIPR5BRDzBgNBwBolgqLin/9I0ayOg5Xx3ZtxeWBo8cqL3zy9FlRUpRxTA2l8Z/xEp9U3llS3jfT2sat2x959pVfVqyqML2gsOi7X34TV/79xD9feeqf0yeN7dGti2hw5gdJN4/Fa6itfB3atR3Ur7cIQ4eOHl9rOcrYtCpOzmBNPu5Y3K498fsOqFSuQwf0k8wxrq9kOXXAZvnAcMOGyguLBeS9cXfvPyRV+jYPHTuZm5tf1RP9/NsK0eC6d+m0+LMFd86bGzW4f9vQViL+plr2/61xY6c8HM/mj+zgkePKWSaqkXI+rcIUeRda+ZdBspw3Q7KcCbfCYqmpFe8o1gmnW46Ot2bT1jUbzQ3xsugJ0qUJbRXk4+0l4mnl6JaaliYBAJq72mY4e4SJof3Nm5ISk9N+XLa28tyMzJz4PeYxaz3DO8pTKhxwRDKPBTNno/BOYRWGmG2MM5/+yVR20XqVt5dnrx6diktK12zcWVKi7xvRxd2tVoMBG9DmHfutb55LSTt5OslNre7bs0s19xrYt5v4Bg8cTahw/oTU85nHTpgPa9K/V7i4/G7J6pff/mrNpp3Wy4hv2d+yDVP+AQ6xDIKLiz8o3gHrxRLOJL3+/ndPv/ZJfmGR1KBS07NzCkorr3A5ZupiNBwAoFn6zzsfZmbn6AL85QP8C6Mih2j9NTv37N9z4LD1kkXFJdff+eC42dev3xInNahLeUb5OLz1+IC+lCedNHaEZD4c2LoKvean5SuWrlyTkZFZYfns3Dz56G8jhl50/P74fQf3HjSv0xovPjZcbbj//Y1XnC6fJ2Hd5riNW7eFBAdGDupX40ONtLyqrTvi9x443Lt7N/l8DoP79Ta/wj37N8Xt0Pj5yEPkZNGW00d8/fOvFR5HpMaZN86/8d6Hq3qiNMs7M3Rgvwqr7j8t/UOyOlZgVaaMHyMuFy//s6Cw2Hr63gNHZs27c+ys67Jzajif2LKVq0VglS5+zeJy4pgR8k1vL/P3fvjYCetl9h86evTkqcqPNnPKRHG5aev2zXE7lZuXQqxqTrLU8MXLV1hPP5dyfgMHhgOAFqDmDGe/XBIU6D9mmPlE6Rti97z32eJTZ83DtUpL9UdPnF0Ws/mVd78WSah1q8CIbh3l5T3c3cVrERstj1rak/wIkvlD9FRWTp48Rdz9q5/+lBco1Vc8BOwQy16oqzfskMyrHY23V6ZizcYdi3//q6jYfIqo82lZHyz6VXw70ycOq/5gsboAzYjIviKcvbPw5/Ppf28DFAnvvc8Xi+9xaP+efr7mDa3y4D7xFLE7Dyira9t2H8rMzvX19urSybwBsFuXduGdw8Qm8U+/+y03/+8R+5nZeV/+vFJcGdy3h28VB7O4dBVO9+GYqYvRcACAZiMvr2D77n2fffvzDXc99P0vy8WU++ffLA/Okix7Kd4y90px5amX3zh89O8eIbZWPvPKmxlZ2V07dRg3IlJqUJfyjKKbqFSuYmHlfAKN8KQDekdMGj3ieMLpefc+cuiYee8Nsdr29U9L/1yzQbyN0WMr7jLZulWQvM/jz7/9oUwUDe7efz379/OWlkh15GNZx9u5e1+FFDh14hjxhohGJnrizKmTarPq0rtnNxHsVq7bmJdfMNBS34QAf02fiO4iPyUmpYwYOtjdrfzwxLdcd5XotiJTvvvpl/oLK9XiN+rDRd+Y5869qqonkkcR/rV1mzKQULzIZ1793zrLwL3i4hrehKED+o4eNiQ9I+uR51/JyPp7vFjK+fQnX/mvuHLF9MniNVf/CIWFxfMfeuLM2ST55hsfLPxj9frWIcHXXfH3mUm7d+ksWfYw/XHpHybLOdaSUs4/9MzLNnfBEb8kfSO6x+7ctXPv/oF9e7UPay1dsrtuuV78yN768PP/ffS5fIjnTbE75t37T/GjkQAAzV0Nw8HkD/W8gpJSY3FQoMrHq86nc6relZeNFWtCcfEHDx8/I74qzO0QFnr79Zcp6xWuri6BuoD0jGxRo8TN5x6+dcSQvpu37cvKyX/57S9bh5iP/SHaloh3bUODRaUSGyRF8PLyLC9cfXt2ETdFhBIrSb17dJYancbXe93m+I2xe4KDtCnnM0TxGdA7fMKowTXeccak4RmZ2QeOnHrxrUUhQYEGk1HcFCGra8e218z8e2x87x6dRJIT3e3rxTGLf18fGhxoNJnOnEt1d1PPu2aqWvX3BsnrZ0/69Nvlh46efvKVj0NbBYo35ExiqtgyKd60q2eOlxqe5ed3obmVWUiOqozRcAAAZ/bhF9+Kr8rTRV+4c97cuVfMsJ4475o5p84kLvk95vKb7ujYLqxNaKsz55JEjtH6a95++RlX14Y/dEm9n1Ekp64dOxw5kSCSori5dsnX4s61e85L+jYf/7+7UtLTd+7ZP/PG+T27dU09n5aZnSO2nr754pOVc4x4KJFX3vzgM/G1+q/Nvj4+JaWl4r5ubup+ET32HDycUfcjf3VqH7ZlW/zr738ivl59+tHZ06Pl6SKQjR8xbNWGzVJN50hViDWcEZGDlyw3b3kddCHDSRcODyeZz6Z60RqpSI1vvPDkYy+8KjLcZ9/+1DO8q/gpxMWb9ziZO+fyWVUPCps9ffL3vy4/k5gk3rQe4eYdPk6cOi2SnHgT9h46UlBYJMKTkoNtevaf9//z2VfEe7h+c6x42/18fHYfOCjiWv9ePf91/51STUYNG7Jl286JV90kymNy6nnxtgcFal99+jFls/eQAX2mTBgtcupTr7z59seLwjt33HPg0MRRw9u3m/Dup19UfsBpE8ftPXikpFQ/tXZX539TAAAQAElEQVRvdY3Ej/WtF5985Pn/LPj8m0U/LA4JCko4kyhCYeTAfuId9nCv7blcAQDOqFYrWIcTkldt3n868bzU0MQKwY1XTn7igRujxw7t3KGNv8ZHfMAHBfqLOPWP62f8867rtP5+1svPnTVR42f+2BaLZefli+UfuWfukH49vLw8E84knzydpPHzuXrGuEfvnSsSnlhs3+GLRpuLe8m7fw7s211EPanR3Xb9ZZPGDGkdEihWCDqGhc6eOurma6fVZuiV6IZ3zZt9w5zoiG4dxbpLUVFx145h4ju9//arPDzKt1veeNVk8SXeSbExM+FssmhwYvl/3XdDz/AOyjJBgQHiTbs8ekT3Lu2yc/JEDWwTEjRryqiH77q29mdwr4syy3/OEbYYDQcAaGY6d2h369wrY378QmS4CrPE2sV/nn50wWsvXBY9Tnz07T142M/X97brr17+7cLwTh0kO7iUZ3z6n/eFtQ4RV8TqyvlKO4Ta6UlFtPv+o7f/efftouycS0nx9vKcNHbk8m8Wjh1uewydeJPfffmZIf37nElM3rI9XuS/mVMmLv3yowfuuEXM3RRX510O77r5eiWZ5eZfdDi26PHm4Xg9u3URoUqqnVGRQ+QrQy2HhJMpO6KOH1XxnGkjhg787ZtP7ph3Xd9ePQ4dO34uJVW8D++98uxzj9xfzbMEB2p/+OSdqy6fGuCv2bZrz9Ydu0KCg/79+EPfffy2eGfEAvIJW6vRrm3rbz586/EH7hwzbGhScuqREydFBHzyoXu+XPCGTy322xgxZNAbzz8h3hnx/oe2Cr752jlLv/w4anB/ZQERTN/+99MvP/nwuBFRJfpS8Rv13KP/9/rzj7u5qWw+4NQJ5v1k1WrVZRf26b500yaO/ex/r86YPF6n1Yrt6zddNXvJog/ahJp/w6s6/ywAoHmwPfBHHrJkMpmMRqNer9+088iJs+kjBvXo2TVMcnKvvf+tiFMP33lNp/ZtpEb00LPvluoNLzx6my5AI7UkKenZZ04lBPp7e3l5eXh4eHp6uruLSOimEk1UpNCmPndqhV/1oqKitLQ0f3//0NDabmMHAKAq8lqWyUJv8c5P53/bbN7v7MsX+7TSMeYF9ffmB599+MW3j91/x21V7x+KBrFx6/bbHnx84ujhIuZK9nTXI0+v2bhVlNzJ4+t5lliblq0/v+An8xF7HrlKNaCbeYVc5mbhasFGaACojdLS0oyMjHzLhjHPC+Q/p0riqPFB6rC7QTPYU+98WpZocCHBukZucC1ZaFBAgG8D78tsP4yGAwAAjk+srixfvc7NTT1r6iQJdrZ81Tpx2YBv9d2PPXv5jfMrnDakpFQvn5c2onu4BABovmrIcA5+JK9aKiwqMRpN4nLxir/EzeGDe0loRErYcvy8xbHhAACAwzKZTLm5+WK19qMvv0s8lzxx9IhAbYAE+8iynJJ1U9zOFWvWhwQHVt5pt946tgs7fOzkgs++Vs68odcbXnrr/Yys7IljRrRr2wBngQAAOCx1bRbS+Hq10ml8vDwl55SWmfX6+9/J1zW+3iMjaz6nO1omRsMBAACH5erqOmbWdQWFRZJlpeXOm6+XYDdP/+etmHUb5esP33itWq2SGsgdN167+q/N6zbHTrn21vZtzNEtMTnlTGJS/149X37iYQkA0KzVaqfU7h1DJo3o1SEsWHJOwboA+Xyp7duE/N/8qz3c3SQ0ogpVy5EjF6PhAACAIxvQ17xXR+uQ4I/feKlneGcJdtO7h3nnUE8P90fu+cdNV82SGo6/v9+Pn75z57y5ARq/g0eOHzlxMqx16L/uv/Pzd18L8G9ZR5EGgBaohlM0GAwGvV5fWlqqUrt5eXPWHtRZzMbdOTm5/cJb+fr8fZYGd3d3tdie6JCnaCguLk5NTdVqtSEhIRIAAJeGUzQAaHKcogEAGkqDnKKhVjulSs5wVC84ptT07JJSQ5mT/AoxGg4AAAAAANhJzRmOAIcG4RSn++DYcAAAAAAAwE5qODac3CPyCkpSM3ILikokoM4sSetCf3PwGMdoOAAAAAAAYCe1OkXD4YTkVZv3n048LwF1Vmb5zznCFqPhAAAAAACAndT22HASe6eiXiaN6n/mVIKbyhx8HX+UGaPhAAAAAACAndRqNJyMNoF6CA0KCPD1kJwEo+EAAAAAAICd1DAazikOqw8Hp4Qtx89bjIYDAAAAAAB2UqudUjW+Xq10Gh8vTwlo1hgNBwAAAAAA7KRWGa57x5CIrmFe3j4SUHcVqpYjRy5GwwEAAAAAADupw7HhgHqI2bh7z/F0g9EkWQKcgw80YzQcAAAAAACwk9qeKZUwgfpJTc8uKTWUOcmvEKPhAAAAAACAndSc4QhwaBBOcboPRsMBAAAAAAA7qWGnVLlH5BWUpGbkFhSVSECdWZLWhf7m4DGO0XAAAAAAAMBOanVsuMMJyas27z+deF4C6qzM8p9zhC1GwwEAAAAAADup7bHhJPZORb1MGtX/zKkEN5U5+Dr+KDNGwwEAAAAAADupw5lSaROoh9CggABfD8lJMBoOAAAAAADYSQ2j4ZzisPpwcErYcvy8xWg4AAAAAABgJ3XYKRVo9hgNBwAAAAAA7KRWGW5I747DBnTz9PKWgLqrULUcOXIxGg4AAAAAANhJbY8NR5hA/cRs3L3neLrBaJIsAc7BB5oxGg4AAAAAANhJbXdKJUygflLTs0tKDZLDBzgZo+EAAAAAAICd1JzhnOXg+nBkzhK2GA0HALArPmIANDn+EAFAE6ohwykNLie/yJhbLE/08/H09fFSlskrKM4vKFJu+nh5aPzKjyJXUFSSm1eo3PT2dPfX+Cg3i4pLs3MLlJuenm5aja9ys7hUn5Wdr9x0d1cHBvgpN0v1hoysPOWmm5sqSKtRbuoNxvTMXOWmSuXaKtDf+ltLPp+lXHd1dQkJCqhqruQitQ7WVjlXklq3umhuSnp2mamsqrmpGdkmY/nc4ECNWqVSbqZl5hoMRuWm+I7E96XczMjOKy01KDd1Ab4e7m7Kzayc/OISvXIzwF/8KNyVm+J9Fu+2ctPfz9vby0O5KX5G4iel3PTz9fL19lRu5uUX5RcWKzfFLLGAclPMEgsoNyv8ApjfPvEOu7gyGg4A0JLJn4PKR8zyjWm+XioJAOzs4Mm//3+K+gYAjqBWo+G27z91/EyaMqVvj/b9enSQr4u1ySMnz+4+eFqZ27NL28F9OitrmcdPJW/fe0KZ26V9yPCB3ZS5pxPTNu08osxt3yZozNCeytyk81lrtx5Q5oYEaaJH9lPmimK1cuNeZa7O32f6uIHK3Ozcwt/XxStzRTmaHT1EmSuK1O/rdipzPdzUV08fJl1YOTYYTNZzhRtnjZKsVp0rzJ07Y4TIfMrcmA27RSJU5s6ZPFQEL2Xu2s17C4rKc9iM8QMDND7K3PVx+3Nyy6vltDH9A7V+ytzN2w+dt2qLE4b1bhOiVebG7j56LiVTmTtqSI+ObYOVuTv3n0g4e16ZG9W/a3jH1srcvYcSDickK3MHRHTs3a2dMvfAsTP7j55V5opZYgFl7pETibsOnlLm9ujUenDfLsrHvLeXe0mp3sWK5MAYDQcAsB/rz8EfY1IkAGhE4u+Pq6ur8oeINV4AaBLVZbiq0kl2VubRwwVGo7HMIjWr2Hpuetr5fXtylLuk5+qt52ZmZuzbs0u68Hc/M++iuTnZWdZzcwoN1nPz8/Kt5xaUmKznFhUVWc8tLr1obklJsfVcvfGi4U4Go8F6rtF08WCosjLruZXt37fH1aV8rsFw0cs+fHC/m7p8LJhef9G3fOzoYU+38rmlJSXWc48fO5rkUT63sLDQeu6phBMZKSplbn5ukfXcs6dP5aUnKnOzsy6am3j2bHFOSvmPKeOiH2JqSnJZUboyNy3zold1PjVlnz5LmXs+p9R6bnpG+oF9+fLHvFqtDvRVZ+VIrqqLPvId9lOf0XAAgAanfOrxP70AmpC8Em5d4iT+LgFAo7NdHMouMFqIclRqRdyUp5tMJunCGLHKj2P9N525jjC38gKXMreap1Y+41UqlShxbhbuFvJ1MVHMshl5G5n8ey5+k+Xf8+Li4tTUVK1WGxISIgEAcMmsV6jEhrpz54tTMor0FuKmvDYlb8BjIxCqV1BYLL50AX5iNUoCakesaassxJp5x9Ye/r7uHhbyKro8y5G3kQOAQxFBLCMjIz/fvLO/5wVy5ZD/0tbmz2mVo+Gs985TkoogHl3clNcalVon1VRwpEqZppq5kj3jEXMbYa6S4eRfG+tfSgcfCc9oOACAPShbnkJ0ap2fZ2mpa2mpi8HgarAwmVyUFSqgKumZxrTMws6t/UVCkYBasN40Lm8IV7aFVxgTBwBoNDXvlKrEFNHd5AYnbposrAPcpRQcqS6RzhnnSi0yw1nXW+VTv0KJczQuHBsOAGAHFdapxGei/HGjrGLZXJsCrJVJLoVFpeK3x8PDQwJqUnk4hfUKOQ0OAJqK7QxnPSBI+dutrC8qDa7CKqP1XSo/ZoPMlVpewrPfm2nXuQr5k151QYVRmo728c9oOABAg1O28cgfi/KnjLxOJe9eIK9W8QGE6okMV1SiV7u5eXp6SkC1XC6cmtl6A4A8Js56nZwSBwCNr4Yx7crGW+WmuF5mRVmyhY93c2nxo+GkSpHOesu/ovb7SzcJRsMBAOxB+UwUnzLio1C6sE5VYdMmUI0yybWwWO/m5k6GQ+1VGIqrXCoZjvVeAGhkNeyUKi6VBidft7nfhM11R5cmOimB9QLMbZy5kq1IZz0SvsIlH/kAgBZCGeNWYbumWKGSV6ukKo7vAVQgfkEKi0vVajd2SkVtuFx8LtRqtouzWg4AjalWp2hQAopYWZR3pmiSNcXqhym1tLkOy/plu1ixeVNyMOwTBACwB+UjTy5xynbNyrsXAFUpc3EtKTWo1Wp3d3cJqDXrNXC2iwNAk6v5REsVkgpriqi9Cr881hMd81PfhZ1SAQANzeXis8/LE5WjfEiMg0NtuZTqja6Ww3tJQK1V2BwuXdge4Mjr5ADQjNWwU6qyG4UyxeaSDrWnpGR1UNJmNldy2l1WK/zmOOznPaPhAAD2UGEnA4kdUVF34ndFbzCpXM3nu5SAuqu8SwoNDgAaX82naJBqsXckcxtnruS0L7seSzYJRsMBAOykwjoVnzioszLJaDRJVgcZBOrEWbaLA0DzVquNaS62zpjpUvWJMplr17lSpXOS1m+u/V62836oMxoOAGBX1oPf+X9g1In4pTFZVlT4zcEl4lcIAJpQfca0V/WHm5FrjTNXctqX7fgYmwAAaAR80KAerI/wJQEAAOfEoSWAcoyGAwAAAAAAdkKGA8oxGg4AAAAAANgJGQ4ox2g4AAAAAABgJ2Q4oByj4QAAAAAAgJ2Q4YByjIYDAAAAAAB2QoYDyjEaDgAAAAAA2AkZDijHaDgAAAAAAGAnZDigHKPhAAAAmA0VPgAAEABJREFU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0FSycvI2bz9Q1dyjJxPF5Ya4vf5+PjYX8HBXTxo9WAIAAA6MDAeUYzQcAABoKlp/v6Mnz8q5rSob4/ZWNeuqy8ZIAADAsblKAC5gNBwAAGhCc2dPUKtUUt11CAsZN3yABAAAHBsZDijHaDgAANCEQoN1E0YNlOruulnjXV1ZgQEAwNGR4YByjIYDAABNa+q4oVp/vzrdJWpgRMewUAkAADg8MhxQjtFwAACgaXl6uF9z+djaL+/r7XXl9NESAABwBmQ4oByj4QAAQJPr36trv4gutVz4immjfH28JAAA4AzIcEA5RsMBAABHcM3l4zw83GpcrENYyPDBvSQAAOAkyHBAOUbDAQAAR6AL8Js6dmj1y4iVlutmjZcAAIDzIMMB5RgNBwAAHMTEUYNCgrXVLDBueH/OzAAAgHMhwwHlGA0HAAAchFqtmjtrQlVztf5+l0cPlwAAgFMhwwHlGA0HAAAcR/cu7aIGRticdc3lYz093CUAAOBUyHBAOUbDAQAAh3Ll9NG+3hVPhBoR3qF/r64SAABwNmQ4oByj4QAAgEPx9fGqsPOpWqW6+vKxEgAAcEJkOKAco+EAAICjGTm0T4ewEOXmlHFDQ4N1EgAAcEJkOKAco+EAAICjcXV1uW7WeHn9JCRYO2XsEAkAADgnMhxQjtFwAADAAXUMCx03vL+4MnfWBLVaJQEAAOeklgBcwGg4AADgmC6PHq5yde3epZ0EAACcFhkOKMdoOAAA4Jg8PdznTB8tAQAAZ0aGA8oxGg4AgDph2xVaCNYPAQANggwHlGM0HAAA1av8KcnnJpo3OcBZ/56T5AAA9UaGA8oxGg4AgKpYZwj5ujKFEofmStlAK68fKkmO1UUAQP2Q4YByjIYDAMAm6+ImU65LZDg0X0p9s77ChlsAQL2R4YByrFQBAFCZdYPbf6LgpzXp8k2TyWS9vx4xDs1JheFvT9zc1k3tKm66urpKrDQCAOqLDAeUYzQcAABVEZ+PorslpZeujMuRgBbmn3MNri4qpcGJK5Q4AEA9kOGAcqxOAQBgU5kVCWh5DIKqTKVSieuiwVkfMA4AgNojwwHlGA0HAEAF1nukmkwmo9Eo33zoxo6jBmgloFl746tTm3ZlSRcynDJdOVocW3ABAHVChgPKMRoOAACbKo+Gc1O5eHm4SkCzZhn9ZqbX69Wqv0fAyaPhWGkEANQDGQ4ox2g4AAAqU87AYLKQgJantLTUTW3eHdVoNLpaSAAA1B2fH0A5RsMBAGATB4ZDC2e8oOxiEgAAdcFoOKAco+EAAKgG3QEtltzgTCYT/woAAJeCDAeUYzQcAABVoT6gJbNucPxbAADUGxkOKMdoOAAAbLI+X6oEtDzKERL5twAAuBRkOKAco+EAAKgG3QEtlvUgOEbDAQDqjQwHlGM0HAAAVVEChAS0PNYNTgIAoL7IcEA5RsMBAACgKjQ4AMAlIsMB5RgNBwAAAAAA7IQMB5RjNBwAAAAAALATMhxQjtFwAAAAAADATshwQDlGwwEAAAAAADshwwHlGA0HAAAAAADshAwHlGM0HAAAAAAAsBMyHFCO0XAAAAAAAMBOyHBAOUbDAQAAAAAAOyHDAeUYDQcAAAAAAOyEDAeUYzQcAAAAAACwEzIcUI7RcAAAAAAAwE7IcEA5RsMBAAAAAAA7IcMB5RgNBwAAAAAA7IQMB5RjNBwAAAAAALATMhxQjtFwAAAAAADATshwQDlGwwEAAAAAADshwwHlGA0HAEBTefODzz784tsKE8Nah7Rv17ZneNdbrpvTKihQaiCHjh6fedOdHcLarvr5C8lu5Gfp0rH9iu8/k2DLzfc/umVb/ILXXpg4ergEAEAL4CoBuIDRcAAAOJTE5FSRaRZ+8+OseXeeOZskAQAAODNGwwHlGA0HAEDTmjx+9LsvPyNfLywqPp+efursuRfffO9sYvIzr/1v0buvSQ0hKFB3/z/m+fn5SgAAAI2IDAeUYzQcAACOw9vLs2O7MPEV1jp02nW3bdkefyYxuX1Ya+mSBQfq7r3tRgkAAKBxsVMqUI7RcAAAOKCunTqEtQ4RV06cPi0BAAA4LUbDAeUYDQcAgGOSN5J5e3opU/qNnd4qKGj5t5++/L8FMes3du3Y4aZrrpg0ZoSYdfh4wrI/Vx86dvzI8ZOeHh4R3cOH9O9z7ewZHu5u8n0rn6Jh0MSZPt5eG5Z9v3j5n6vWb9pz4HBIq6CoQf3nXTOndUhwbV5hcmraVz/9unVH/Kkzif37RESPHdW3Z/cKy3SLmigud8T8qtGU7w9r88X4a/zWLP5q4Tc/bojdvv/Q0S4d2g/q3/v+f9zs7eX515ZtPyz9PX7Pfm9vr6ED+v7znvlBugD5jp99+/N/3vnw2X/e3z280w9Llsft2iPet749e8y5fOr4kVE1fgvFJaW//hGzc/e+owmnzp5LDu/csXePblfNmNqjWxdlmXsefXbVhs0rvv8sMzvnh1+W7zpwUPxkhvbvc/Wsywb2ibB+tILC4u9+WbZ2w9ajJ0+2D2s7fMjAO+fNffo/b/6+av23H701uF+fql5GVk7u59/+HL93/+HjJ8I7dxrUr/f8G661fseEnXv2f7/ktwNHjyelpoZ37Che4dQJY8RTSAAAODYyHFCO0XAAADigg0eOn0s5rwvw79urR4VZr7z9wXdLfhNXMjKz5117hbjyyx8xj71gPoSct7dn9y6dzyYlx6zbKL6++H7xL4s+9Pf3q+pZxArAa+998unXPwRqA1oFB4knFV+//rHqmw/f6tKxvVStk6fP3vbAY+JFyk969HjC5ridUYP7S/VWVia+i19XrArQaNqGhuw5eFh8ZefmTRk/+u5Hn9H4+ooXeSzhdGJSyqFjJ5d8vkClKt/HZfe+Ay+88a5arYoI75qani6qmfh67P47bpt7VTVPmJdfcNO9/zxw+Ji43j6sjQh/+w8f3bXvoGiLj9zzj3/ceI31wms2bHlv4ZeuKldRPw8ePb7k95hf/lj11otPTps4Vl6goLDo9gcfF7FMrFn17NalsLDo4y+/X7dxa43H44vbuefRF/4jmqbGz6drp46iaYoH+T1m7evPP66Uu63bd918/6Pyalufnt3EuyDenB9+/f3WuVf96/47JAAAHBgZDijHaDgAAByKXm9Yu3HLv996X1x/9N75Xp4e1nNTzp//dvGyKy6bPGbY0C3b40cMHZyRlf3Cf98VH+WvP/svkYREipIsZef/nn4xMTn11z9XzbvmiqqeKzUtQzS4Jx+6Z97Vs8VNEbnufezZhDOJoh/9P3v3Ad9Gef9x/KxhedvyjreznNiZjjOcRUggCRAS9gwpq1Aoe1MoZba0tFDa/ltWmWGVvSFACFl2hp1pOztxtve2ZS3/H+kSnSLbwUk8ND7vl17y3enRact3X/2ee/78yH3Hv59//seLIoPLHpH14jNPyknf8y+9/n+vLpROlri39Y0r//X0ozOmTBQR2xffLb77D3/85KtF3y7++cYFl9/261+Jx/j9zytu+91jJdt2iMhv6sSxjut+9t2Pg9JTX37uTwnxsWL26x+WPPDEX579z39nnz410d63t0MvvfWeyOAmjs1+5tEHYqIixZL6+sZn/v2yiLdefecDkXA5J31//fcr82af8eh9dwQHBVTX1v3+6ee+X7L8by/896wZp8nbUW+8/7GIz6Kj9P/9+5+HDuovlixfVXD7Q4+LZ/U4j1rc4h0PPyFexN/86opbr1+g1dp2VeQSvzseevK7/70hbs52Vxe+JzbYxJNwzeUXBQcFiulvfvz5joefFPfzygvnJid2w9EDAQDoIRwbDlBQDQcAQN/6bvHSwRPOcJyypsy+9XePi4Ds0ftuF3GbS+NWo+my8+c8/fC9Iv154oE7RUi3pnCj0WQ6Y8rEubNnyBmcMH7MyAvOsV135569x7/1i849S87gBJFk3X3TdWJi3abi419LREs/rcgXN/e3xx9yVNvdfsPVk8aPkU7BJfPmzJw2WQ6/zp01PSkhXmyiDE5PF2uWo64zT5s06/SpYmLfwUMu1332yYflDE4QceQFc2aLQPPN/31ynJv7eeUqcS4espzBCWFhIfffaisuE7lYeWWVc+P+qclPPXS3HIpFRoQ/fv8dtrux/9DBw+ViwmKxvvWB7bYeuetWOYMTJo8fc9sNV0vH9e/XF4rbEq/CXTddK2dwwrVXXHTpeeeIO/DyW+/KS3bas7zzzjpTZHCS/WdU8RivvuxC8WZoNRolAADcGDEcoKAaDgAA9/R//33ri+8Wt18+87TJzrOzZ0wt/PGLh+++xXmh+OeuUdsiudbWX8hozpo+1Xm2v70valNz8/Gv9dOyPHF+xmmTEo8mX7IrL5wnnYLcMcf0aU1JSpBvxXmhXN1WUXVMRnb6pAkZA9Kdl5w7a4Y4X5q3Wurc52+99M17rw7PPOZ4dmazOSw0WEwYj423Zk6b4q/VOmaj9BFxMVFioqmlRZyvWbexqrpWPBszTz/m1blk7tmhIcHHuQ9f/7DEdm9nTndZPudM25JvFy+VZ5MTbPVud//hj4fLKx1tfnfHTSINHJieKgEA4MbolAooqIYDAKBvzZo+9Z9/fESeFv+RK6qqyyuqPv/ux9ff+0jELg1NTVdccK5z+5TEBJc16Py1/eJiSvcdWLG6YM/e/YcqKou2bNt/8LC4yGqxSMfV79gcLUBn6wNrOXqtqppacTrmtrTa1OTE0v0HxHRaUpLL2vqnJkunIOHYDqQ6rb84j4s9ZrwInb9toXze21UAABAASURBVNV6zKbLgHZRVEKc7XHt3LPXaDI5x2cuBqSltBpN+WvXbSzeevBw2YHDh0WgZrFYxUXmY586lydKsj1Xtso4q9nWbPe+/eI8PS1FpTrmJ//AAF1aStKm4q0d3rq46bIKW574z1fefPHNd50vMplMkm0QjHJ59sYFV6xZ/+C6TcVT516WmTFw9PDMSePGTM0dd5yHBgCAmyCGAxRUwwEA4D7Ef+TY6ChxGjZ0sL+/9qU333vlrfdcYrhAe79IZ+998uX7n30lDzUgS0lKGJ89clXhBumXBAcFtV/o+H1OrPn5l153vkhkQJ++8UJTs60ELOrocKUOcTHR0ikIDAhov1Au6zu+mCi9yxLHfWtobIrSR3R4rYOHy5974dUfl61sbDpS/afVaqZPyl2+em2LodWlcVBgYIcraZNsz1VjY5PtRiM6uKGYSL3Uidq6evmpXrthU4cNxN0Q9z80JHjqxLGvPv/nF994R7ym8kgab3/4uXif3H7D1RfPPUsCAMCNEcMBCqrhAABwTzOmThQx3P5DZVU1tZ0FScI3P/78yJ//LiZOyx13+uQJWUMGJ/aLj46MePWdD7sSw50cuaNlZXWNy/L6hsYO21vbrM6zckfO9k76d8Hq2jqXJZVVNfIKIyPCO7yKxWK9+f5HRJ4lwqzLzj937OjhaclJif3i/LXaMWfMk6RW6UTE2vPHmrq69hdVVdd2dq3oSL1GozabLWsXfRoW9gsDqk4eP0acDpVV5BesW5q3etGS5eWVVQ/98W9Go+nKi+ZKAAC4K2I4QEE1HAAA7snxG5nZfLyOpe989Lk4v+z8OfKgAQ7llbaDiJ3i72y/vXa+OLVfnpqcaLuJiiqX5QcOH3ZZotVqTCaz0d7F0uFwWaXUrdrfE7k75+ABaZ1t5OQXrBcZnEjB3n3x784jjTY0NDXYS9tO6EfKlCTbGsoqOnhcB8rKOruWWq0akJaydcfu9ZtLnAd+lWyH52vZe+BQYlysHM+JxK22vmFw/7R+cTHnnz1TnMT9/N2f/vbd4qXf/7ycGA4A4M4YogFQUA0HAIB7+mm5bRiE2Oio9j0unckDeubmjHZeWF/fuOinZVK7A5x1l8njx9rvYb7LcKIffvGtS8vQYFvdXMm2nc4Lv/5xidStfl65yuUYdv/77GvJNq7C1M6uUm4f5GFgeqpzBie8/9mX8oTZYpW6bPiQjJSkhG079xRs2Oy8/IelK+W6vM7MnGYb0mHhh5+6LH/3ky/mXXXDVbfcLdnCzfLJcy695Ppb5L7AstDQ4OlTcm1T/JYKAHBvxHCAgmo4AADcyuHyyjXrN/33nQ9eevM9yV7m5nLUfxepSbbCtC+//8lRcVZWUXX9nQ/uP2QrwmptPbHOlV00ZGD6jCm5tfX1193xgJzEiRTsgSf+8vGX37m2HDRAnD/34qsVR9OoF994d3n+GqlbVdfWXXXz3Y4jrP39xdc++XpRUkL8NZdf2NlV5Odt55694tmWl4gtonc/+fKZ/3tFnj2hp06jUd909RViDTff98in3/5gsVjFy7Hwg8/uffRPx7/iNZdfHBkRvmTlqn++8qbJZJYXirv0wutv2y694mJxnhgfO3bU8OZmw+0PPX7w8JFBG5qaDe99/IWYOH1yrgQAgBujUyqgoBoOAIC+9d3ipYMnnNHhRbOmT73WHsQcx/VXXbps1Zrvlyyfc8WvE+yjeRZu3GxoNYrgRqQ5xzkw2Sl67P479h88vHXH7hkXzM8Y2L9k+06RIp2WO+7nvNXOzW69fsGGopLirTsmz7lk1LCh4o4dOlz+6j/+vOC390jdRyRuO3aXXnHjnRkD0kUkV1FVHRIc9I+nHhHnnV1lVNaQaRPHi/xr/k13TcgZ5Sf5VVZVb9u1JyYqMigwsHT/AZfyul90wTmzxLPx+nsf3ffo08/++5XWVmNNXf3Esdm79+47VFYR4K/r8FriHv7t8Yfuf/zPIoZ79Z0Phg4aqFar5IP6XXHh3PNmH3ljiGf7shtuW5q35vTzrxw6eEBEWNjOPaUib515+pTLz58jAQDgxojhAAXVcAAAuJvgoMBRwzOvufQil+OFdWjc6BEfvfrvf7z8+tYdu1auKQwM0I3LHnn1ZReNzBoy6ZyLN2/dJsKauJgoqbvFRkct/Pezb37w6dKVq7bt2t0vLnbsqBH33vLrCbOPKUAbM3LYZ2++9Ob7H6/ZsLGypubsGdMumXu2Sz/QUzd5fM6ksdnf/7wib+06EaJdPPes+RfNGzp44HGuolKp/vn0o6+9+8E3Py7dWLSlqbklLTnp+vmX/vqqS99476N/v/b28lVrpk+eIHWZ2Jr63R03pacmL1meL5LHlMSEqy+/6NfzL515ya+ko4NadGjSuOwv3n5ZZHAbi7eIe6KPCJ+SO/bSuWeLiM3RZmB66hcLX3ll4ftrN2zad+CQiDWT+sU9cNtvrrn8QrbiAABujsIf+LQ2O6vVarFYTCZTS0tLRUVFeHh4fHy8BAAAjv6vFP8ozWaz+F/5w5q6pxfa+l3ef3X66WMjJbiTV9/58Ol/vNB+hAr3kTVltslkzv/2o87GbHU3f3pt189rbT2IX7pDGxoSoNPpAgIC/P39tVqtRqNRq9V+dhIAwAcYjcaqqqrGRttI6AFHae3EfwTxm1ZX/iNwbDhAQTUcAADAKTKbLafNu/yyG253GRN2fVGJyOCSk/p5SgYHAEC3I4YDFBwbDgAA4BRpNOr4mJjCjUXywBqymrr6J/72LzEx/8J5EgAAvopjwwEKquEAAABO3e/uvPmK39zxj5ff+GHpioiwMLFkU8nWhsamS+adffVlF0oAAPgqYjhAQTUcAADAqRuZNeTLt1958Y13NpdsW19UHKnXjx8z6uwZ0+bMPF0CAMCHEcMBCqrhAACA57r2iovESXIP6SlJT//+PglOKvdao1M4KBAA+DRiOEBBNRwAAAC6l8UsbVlqWvNZ6551lkeXMjwFAPg0YjhAQTUcAAAAuktdmbXgC1Phl62N1fzKCwCwIYYDFFTDAQAA4BRZLdLONea1n7VuyzO3WZXlwXp+6wUAX0cMByiohgMAAMBJa6xqK/iiteBLU325tf2l8QPVEgDAtxHDAQqq4QAAOD6LxSoBOJbYeNxdaF77qXHLcpPV0mmzmFRiOADwdcRwgIJqOAAAHMT/xMrq+sMV1eWV4lRTVV1XV99YWhkiSQMkAHbNtW3rvjYWfGGsOfjLCfXs2wIkAIBvI4YDFFTDAQB8VkNjc1llTVlFTUV13YHDlRVVtYfLq+WL1CpVgE4TH6NPTozVhujXH5AA7NtsXvd1a/FPZouRX3ABAF1FDAcoqIYDAPgCs8Ui4jY5dBOn8sqawxU1zS0G+VLxbzAyIiwuWp85KDU2Wh8XHREbHREWEmQ2m00m0w9r6qQVVRLg23avM3/8uNFqVFktbDcCAE4AMRygoBoOAOBlxP+0mroGW+JWXl1uL3AT09W19Y7/dQE6//iYyOFD0kXW1i82SpzHx0Zq1GqnNdhYLBYJwFHpozWXPq756LFWQ2NXr6JSE9gBAIjhACdUwwEAPFprq+lgWaWI2xzFbuWVNUaTWb5U/IOLjgzvFxc1etiguOiIuBh9XExkeGiwBODEpY3WXPN/mnfvb6k91KVfcP07Oi7cnvXm+vK2yCS/uP4aLQeOAwAfQAwHKKiGAwB4CovVWnFs3CbO6xubHQ2CAgPiYyPHjBgcF60XE/bupXq1WiUB6CYxKepfvxjy3u9a9m02/2LjkOgOPn2FXxo3LjKJidSRmmv+SSYOAN6PGA5QUA0HAHBPdQ1NZRXV9rit9nCFrWNpZXWd1XrkdyO1ShUdFZ6WHC/iNpG1xcXo42MiQ4IDJQA9LCjc7+rngz99unnT96bjtzzjBl37hZV7j4yvGpveQUj35V9bdq8zRyapMiZpc+b6SwAAz0cMByiohgMA9DmjyXy4vNo+bIKI22rlMjdDq9HRIDQkKD5GPyg9SY7bRO4WExWhUvEbEtA31Frpwt8HxaYZfny59TjNhkzRdnBdzZFPbnRKBzFc2S5r1T7bKTRKJc11vXTbSrPJ0KZPVCVkqCUAgIcghgMUVMMBAHqT+KdTWV1v71Va7ehbWlOnHPJdo1bHRkcMGZhypMwtOiIhPjpAR1EM4HamXBUQk6756LEmU+sJXOu6f9s6otYctPoHdrD9WbbzSF/X6NQOQroV77aWbrA1GDnb//zfUf0KAJ6BGA5QUA0HAOg5jU0t8qHc7JVuttCtoqrW7DQCaXhocFyMfviQ/vLgCSJ3i44M48chwFMMmay59v9C3nmgqaHSdWPS/7gpmT6h44M2zrs/qHKfpXKvNSmzg3q38t1Hvj1i0zq4+sJ7mhpr2vT9VMPP1GaeppUAAO6BGA5QUA0HAOgWIlxTjuMmJqpqD5dXN7cYHA20Go3I2kZmDYiPiYy1D1qaEBvl78+uMuDZ+g1W3/BSyDv3Nx/abnFeHpl4Mv1Gs6aL74SOvxaMzbbD0rXU2/K+mLQOQzprfYX18HZL3ABV+xiuotQSFqPSBbHRCwC9jRgOUFANBwA4UeKfRk1dg6NLqe2wblW1VTV1zv9M9OGhKYmx8TH62Gh9v9iouJgIfXgYP/oAXik0WnXt/4V8+HjT1uXK8KlRKd08SLF/kHTr26GSfZCH0GjXbxNjiyQyOHk6OqWDkO79h5rFFYMi/E6/NmDsefRzB4DeQwwHKKiGAwAcX2ur6VB5lRy6OaI3o0nZ2db5a+NjItNT+sVFR9jGT4jRx8dGajVscQE+RBsgXfZU8OKXDcsWHjlQXExqT42i0OHYDmZjW/Yc/+r91opSS4cJoDxCa3Ntm6ajCO6LZ1p0wX76BFX/HE1UUjcHiADg49goBBRUwwEAHCxWa0VVrdKxtLK2rKK6vrHZ0UD8ahOlDx+YnngkbrN1L9Xrw0MkAD5PfD/MuCEgJk392dPNFrM07Rqd1IuCwv3m3tfp4ejKdikdZmM6Oq5cwRdHhmY+997AqCTXoK5spyUySa3t1QcEAN6DGA5QUA0HAD6rrqGp7GjcJnI3cV5RXWu1Kj/MBAb4x8VEDh2UGh+jj5PHLY3Ra9Q9VeECwAuMmKmN6Bf87oPNkjuJ66++84PQ6gNtFXvMsWmu+4NyoZysw1K7l29sNBulkCi/OXcFDpnCES0B4MQQwwEKquEAwBcYTWY5cZPjNrlvqaHV6Ggg/hfERIVnDU6zFbiJ0C3aVukWFhokAcAJShmuuf4FtyuSDY9ThcdJ6dkd/JDgp5JGzvavOWAt22mJ7e/aoOag1Wz/smysavPvaISHj55oThyqTs5SJw5lTxMAOsCXI6CgGg4AvIz4Vq+sri+vso2c4DiUW01do3Ob4KCAxPjoOPv4CfH2vqUx0RFqFYdDAqCQtw9PbivRsw6vJu7t+b/rtENr+W6rc0uXS+srrJu+N4mTmL7sqSCNHvLvAAAQAElEQVRq5QCgPWI4QEE1HAB4up17Doq4zTZiaYUtdDtUXuXSQKRsIzMHxMu9SqP1CfFRgQEc4qhL/I6SZ8urjTv3tUiAV2tsVg6j5kjifPkn24xJmhteCtm72by/yBIe5xrDVe9XtqJj0l0r6Vqb2p69sCFugFqf4Dd1QUBUMr92APBFxHCAgmo4APAgNXWN9rhN6V5aVVPn/EtKWEjQoPSkOFuv0gi5e2lMZIRKxZd893jt8wPiJAG+waUazpc3FxOGqMVJuqiDi1qb20Kj/RoqbV/E7WvlyndbRIO9m8x7N0mTr3T9/cPYIq37ujUmTS2u2D7gAwCvQQwHKKiGAwD3ZDSZD5VXlVfUlB0tcxMTRqPJuU1kRGjGgJT0lH4idIuJikiKj9Hp6A/VbfiNCj5OrVarRIrvVArHh6K9jEmajElhplapap+l/aUVpUqHVhG3uVxaWWr55nmDPP2bV0PiBzIADgDvRAwHKKiGA4A+J34Kqaqpk4crPVrm5no0t8AAXUJclDxWqXweHxOp0bDP1rPkAKJ/gu7yM0KsVqvFTp4Q55L91ywJ8CJy7ibORQan0ahkLr2z0Z5WJ3UYoqWN0sy5O7D6gNXQ0MF3hfMIre2vXrbT8uZdTdEptlq5GTcEBOt5/gF4KmI4QEE1HAD0stZW08GyyjJ5uFJ5FIXKGrNZKaNQq1TRUeEjhvaPi4mMi46w5W4xkWEhDFraB+Q8IjVee9WsiNbWVqPRaDabTSaT2SxZrX72JI4dY3gVOXfT2Gm1akdBnHwu4QRFJqoiE/07u9TY0hYU4ddc2yaatb+0ar+1qaatqcZcukGadUuAy6WtzW0NlW3RKXRlBeABiOEABdVwANBzrNa2iuracnuBmy13s/Utra5vbHZuExYalJ7cTzmaW7Q+JoqjubkFRwWQSCLE/0qRSsi/WslLrHYSBXHwInLcJpfCCVqtVrzt5Wk/JxK6Sc48f3ESgVp9ubX9pZWlR36eCYny0wW7Pu17N1revq9JTEQlq254KaR9AwBwH8RwgIJqOADoLo1NLXKvUluBm/1obhVVtRarsnPlr9WIlG1Q/yR73BYRF63vFxvF0dzck+Pg9KqjRCQhL5G7prYdJQHewhG0OQri5BhO/ghIHBuuZ+iC/NofNk6ISVUPPU1bc9AaFN7B016++0hI11Tb1j6D27fZvPoTY3SyKipZPWwG/2UA9DFiOEBBNRwAnASLxSqyNtugpUd6ldaKieYWg6OB+FqNjAjLGJB85FBusZHiXB8eytetR3D+gcpxnCx5VkzLx4ZzZHAkcfAOjujZ8Z53YKCGPiEyOHHq7NLKo4M/xHYU4e0vtmz63jakj3+gNGxGuMulzbVthqaOe8ICQE8ghgMUVMMBwC+qq2+yD1daLfcqFdOV1fXO35xBgbojx3GzJ26xURHxsZEaNeMneDw5j3CZlQM4eqTC+zgXgTp3UHUM1CDBbcx7IHDs+f41B6zagA5eF0dIF5PWwc5v0RLTV8+2iImEIeobXgqRAKCHEcMBCqrhAMCZ2Ww5JBe4He1eKtK31laTo4HYH42JirCPn2Arc4uN1sfH6EMZP8EbOf45OrrjyelbmxMJPam+sfn7n9deeM5UCb3FUfXmnMQxWKp7SshQi1PHFw1R11dqREgXN6CDkreKox1a2zo4JJ20dYV5z3pz8jB1yjBNSBSvOIBuQAwHKKiGA+CzxDdfTV19WUWtffyEI4OWVtc2OLcJDw1OTYyzxW0xIm6zdSyNjgxn/ARf4PIzlRxDiCVyNZxEHVyv+HH5iqLte7N27hfBt4Re5NcJiR6pHmLMuf7i1NmljuPKdTjQaul6c977rXnvSxHxqjv+FyoBwCkjhgMUVMMB8BGtRtOh8qqyipryylq5e2l5ZY3RZHY08PfXxkVH9E/pZ+teGqOPjY6wjZ/gz5GtfZfzv0h52hG9kcH1gh17DqzbvFNMfPXj6szBaQE6fwm9xTlxa38OT3flX0LKdplrDrSFRnfUoXXfkZAuJr2DkG7Ja4YN35miklSpozRT5uskAOgCYjhAQTUcAO8jvtMqq+tE0GYvc6uVu5fWNTQ5GogdySh9+MD0RPuIpbZepSJ304fzmz9ctU/iHBfxr7NHmc2W/32xxGyxxQFVNXXf/LT6wrPpmtpLnLO2zqbh0bQBUlKmJimz40s1Wj+Nv2Q2SrHpHfR4Ld9trTloO4np9jHcnnWWhkqrPtEvrr9G3AoAyIjhAAXVcAA8XYuh9WCZXOYmcrca20RVjcWiHPAmKDAgPjZy6KDUuCMdSyNiY/SMn4Aukv9FyqEbkUSv+X7ZavFxdswuydswdtSQtKR4CX2Bd7tPueQJ29FO68qsqo7+T1bscQz+0MHFBV+0bvrBdjTV9Gz1r/7O4A8AjiCGAxRUwwHwIBartaKy1jZsgjyKgu2AbjWNzS2OBmq1bfyEYRnpInezj58QIXK3kOBACTg1xBC9qbq24duf1jhvm4gNlfc+++nBW66QAPSK8DhVh8tn3hxwaJu5+kBb2qgOdqsrjo7QGpvewaVfPNNSusGsT1QNmaw9zqHrAHgfYjhAQTUcALdV39AsD55QfqR7aU1ldZ3Vquyah4cFJ8RH2TuW2uK2uBjb+Al8oQGe7v3Pf5K7ozor3V+2cm3RxJwsCUDfGTRBI06dXer4Bxyd2kGKV77bWrnXdgqNUo051/XS6gNWXZBfsJ5/4oAXIoYDFFTDAXAHYpf7cHm1Y/AEW5lbRXWLwehooPPXipQte/hgR6/SfjGR/oyfAHid9UU7NhTv7PCij79eNmJof+pbAbd1439tHVFFoBYQ3EGaVlF6vBFav/xry64Cs3+QlHtJwOnXMvgD4FWI4QAF1XAAel9NXYN9/AT70dzs3Uura+sdPweIb6QofVj/lAS5Y6l90FK9PpxDzADez9BqfP/zJZ1d2tjc8tmilVeeP0MC4MYiEzvu0DpsurZqn6Vyb1tUcgfHlZM7tBqbJZW6g/qAH140mI2SPsEvbZQmbgBHdwU8DDEcoKAaDkCPMprMh8qrym0Fbkqlm9FocjQIDgqIj4nMGJAcGxUhcjeRuInoTa1WSQB8zzc/rRYx/XEaLF+9adLYLMZqADzRnLs7LWU1NLY1VB4d/CG1g5Rt0w+mujJbg9OuDmgfw1XssYTFqnRBFBYAbooYDlBQDQegu4g8v6qmThk/wT5oaW19o6OBRq2OjY7IHJQaby9wi4vRJ8RFBQbQ8QSAjUjqf1xWePw2YqPl3U8X33/z5SoVmy6A9wgI8bv747Cq/ZbKUmtSlmvKZmyW5AxOsoV0HfxQ9+6DzdUHrEERftOvD8iZy+APgNshhgMUVMMBODmGVuPBsqpye9xmHz+hVkybzcpR1SPCQkTQNiKzv71jqa17aXRkGKE/gM6888mP7UdmaK90f9lPK9fNmJwtAfAiodF+odGatFEdXGRqbcs+x18EbRWllvaDP5iNtqPRiYnm2jb/gA42Mz7/c0tAqF9koqp/jqazDrMAehQxHKCgGg7AL7Ja2yqqam1lbvZepbYDulXUNDQ2OxrodNr46MjRwwbFRUfIiVt8bKS/ln+4ALpq5dqibbv2d7Hx59+vHD96KGM1AD4iWO839/5OP+8Ve5T4vv3gD1aLtO4bY5u9lu7cewMjE6mVA/oAewWAgmo4AC5EviYPnnC0zK2msqrOYj3SGUR8Y0RHhqcmxtrithh9fExkbHRERBjjJwA4eYZW48dfL+t6+9ZW04dfLb36klkSAJ/Xb7D6zg9Cq/ZbRR4Xk+baobXmkLXtyCZMxyO0PjOvPiJeHZnoN/4i/6RMsgKgR/DRAhRUwwG+zGKxltn7kzqVuVU3t7Q6GoQEBcbF6gekJsgjltoGLY1i/AQA3ezzRSsbm1tO6Cr5hcUTc7IG90+SAPi88DiVOPUf08Gefku9VVwkH1ouOsU1pKsvtzbVtDXVmA+USCNnd1Aol/e/VhHtRSaq6M0KnApiOEBBNRzgO2rrG+VhExyjKFTV1Dk+/RqNOjZanzEgWe5VGhcd0S8uOjCAvhsAetae/Yd/WrleOnFvf/LD72+/Snx3SQDQiaRMzZ0fhIqJQ9sswXrXyoOKUqtjOjbNNWhrrG777l8GefrKPwcPyiVJAE4SHx5AQTUc4JVMZrMtaHMMniAmKqtbW02OBvrw0NjoiKzBaY6OpVH6cL4JAPQyq9U28unJ/RwovuJ+WFYw+/RxEgD8kn6DO4jsY9NVc+8LrD5grdpnDYt1jeEqnUK66HYhXUtD298vbogboNYnqqYu0EUlUS4HdIoYDlBQDQd4OvHxra6tlwvc5METxK5pTV2Do0GAzl9kbSOHDrD1KrX3LY2PjdRq+G8IoO+pVH4P3nJFZ5d++UPelz/kP3Tb/OSEGAkAultotCp7TqeF/4amttBov4bKNo2/pO/nmrKV77K0Nrft3WTeu0mafKXrSozNUtESY1KWOiaVil2AGA5wQjUc4FlajaZDZVVlR8dPKK+sFRMms1m+VOzQRkeGJ/WLHjNisH3QUhG6RYaHBksAAAA4EUMma4ZMDjO1StX7Le0vde7Q2j5rq9hr+exp2yEvA0P9rn8hJCqZWjn4NGI4QEE1HOC2xAezoqquzD5sQrl8QLeK6vqGZkeD0JCguGj9uNFDjoyfEK2PiY5Qq9jOAwAA6B5anRQ3oIOKtrRRmtOv0+0vsjTXdrAnVb3vSEjX0tAWGuW6bVZ9wPrjSwZ58IehU7XaAAnwbsRwgIJqOMBNNDa3lJXbsjbH+AkVVbUWy5FtOI1GLVK2gamJcbGRcdERsdH6hLioAB3jJwAAAPSB6BTVab/qND+r3HtkEy48TuUf5Hpp2U5L0U8mSbIdtPeBr8K0Acfsi7U2tTVUtYn1S4C3IIYDFFTDAb1PhGvlVXKv0pryo91Lm5oNjgaREaEidBsyIFnEbfG23E0fGRFGWg4AAOARTr9OlzVdU3OwzdjcwX5WxZ4jvVxDovwCQl238Past7z7YJNkT/pueDnUP1ACPB0xHKCgGg7oaXUNTWUVtkFLyyprD9snKqvrHNl3YIB/XHTksIz02OgI+4il+n6xkRoNR/MFAADwYLHp6tj0ji+KTlUPnaqtOWQN0XewF+YI6Zrr2tpncHs3mdd8ahQJXXSyOmu6VgI8ATEcoKAaDuhGZrNFDtocgyeICUOrUb5UpfKLiYyIj40clTVQhG5x0XqRu4WFBkkAAADwGZmnacWps0vLdx+J4WLSOvhd9kCJZdP3tt6s/kFS1vRwCfAExHCAgmo44OSI7LqmrsF2KDf7cdzs6VttdW29o0FYSFBcTKRtxNIYW9wmQrfoqHDGTwAAAMBxXPBw0ISLLTUHrNrADvbRqvcfOepcdEoHIV3hl8af32iNSlL1G6w+8yaGfoC7IIYDFFTDAV1hNJoO2eM2W9/SiiMTRpNZvlSr0YisLS05bkL2UDER4f4aOgAAEABJREFUGxWREBet09FNAAAAACcsIUMtTh1e5Kfy0wZIJoMUldzBj7sVe6x1ZbZTQ1XbmTe5Xnpwi6V8t0VcMTZdrQumDgO9hxgOUFANB7gQn4jK6np70Hake6mYrqtvcjSIjAiLi4kYmJYYa+9VKqb14YyfAAAAgB539h0B4tRQ2WYxH2/wh5i0DkK6oiWmFe+0iomoJNWt74RKQG8hhgMUVMPBx7UYjIfKKssqa20dS8uryytryitrzZYjWzCBAbr42MghA1LkjqW2URRiIzVqxk8AAABAnwmNFr8Ad/Aj8OT5urTRmuoD1uRhHWyvHj+k++nV1k3fGyMTVWINk6/USUD3IYYDFFTDwXdYrNaKqlp7r9IauVfp4YrqxqYW+VK1ShUdFR4XrR+WkW7rWBodERcTGRbC+AkAAADwDGmjNOLU2aVqjZ/GXzIbpZj0DtqU7bSI/E6c/FRS+xhud6GlscoameQX21+jJaPDCSKGAxRUw8Fb1Tc2y71KyyprbeOWVtRUVNdarUfe6mGhQfExkaPtI5baytxi9DGRESoVeTQAAAC806VP2n5griuzqtQdbPRWlh6plYtN76CSruCL1s0/2kZo7Z+jWfBssAScCGI4QEE1HDxdq9F08HBlWWVNZXWdSqUqs8VtdQcOVYjljjYpibGJ/aLlQUtjoiIS46N1/oyfAAAAAJ8THqfqcPms3wYe2m6u2t+W2lE9XdW+IyO0xqR2ENKtfL+1er81MlGVMkKdlEnkAle8JwAF1XDwIOJ9WlVTd9g+VunR8+r6hmZHA5En28ZPiNZPGjssNlovQjcxrQ8PJWcGAAAAjmNQrkacOru0fPeRWrnIxA42rEt+Nu/bbBYTo87yJ4ZDe7wnAAXVcHBzImjbsfvAjj0HDhyu3HewwuXS6MjwYRlp8bFR9iEU9IPSkyQAAAAA3equD8Oq9lsq93Yy+EPp8QZ/WP526/Z888Bx6mEz/PUJKgm+hxgOUFANB/dUVVOfV1C0al1JRVWdvMRfq0lOiBVZW3xsZHxMpDx0qUbDoKUAAABAzwrW+wXrNSnDO7502HRt1T5bSNdhl9Wda0ylGyylG8wly8w3vBQiwfcQwwEKquHgblqNpo++Xro0f6OY1oeHnD19fEpibEJcdGx0hAQAAADAzcy5O7Czi8xGSWRw8vTESxlj1UcRwwEKquHgVnaWHnz57a9q6xuTE2LPmTF+VNZACQAAAIBnspqlqQt0m34wmQzSsBkMkuajiOEABdVwcB/F20tfePNz8aa84vwZU8ePkAAAAAB4Mv8gado1AeLUUGmV4KuI4QAF1XBwE9t27f/Hfz8WE3fdcPHg/oy0AAAAAHiP0GgGZ/BdvPaAgmo4uIPmFsNr738jJm655nwyOAAAAMDr7dtsfuWmJkMjFSHejxgOUFANB3fw7U9rauoaz5kxYVhGmgQAAADAq33+l5b/3ty0v8i8bGGrBG9HDAcoqIZDnzO0Gpet3hQfE3numbkSAAAAAK93tA5k9UetJoME70YMByiohkOfExlci6F16gTGZAAAAAB8wuT5OnkiNl1dfcAiwasxRAOgoBoOfW795h0atTp3TJYEAAAAwAdEJqou+kNQ6kg1Qzf4AmI4QEE1HPqWeO/tPVA+KD0xMMBfAgAAAOAbhs3QSvANxHCAgmo49K2DZVUmszkhPloCAAAAAHgdYjhAQTUc+lZ1Tb04j4wIlQAAAAAAXocYDlBQDYe+ZTCaxHlwUIAEAAAAAPA6xHCAgmo49K3WVqM4Dw4khgMAAAAAL0QMByiohkPfslptEbBGwzczAAAA4FuWvmmwWmy7ooNzNQlD1BK8FDt7gIJqOAAAAABA71u2sNVksE2ERAYSw3kxYjhAQTUcAAAAAADoIcRwgIJqOAAAAAAA0EOI4QAF1XAAAAAAgN730KJwCT6AGA5QUA2HXvCnf71Tur/sOA2e/+9HnV00ITvz6ktmSQAAAAAAD6SSABxFNRx6weXnTT+595hOp73onKkSAAAAAMAzEcMBCqrh0AvSkuJPnzhKOnFzz5wYEhwoAQAAAAA8EzEcoKAaDr1j7syJ+vDQE7pKalLc6RNHSwAAAAAAj0UMByiohkPvCND5X3D2lK63F2/Ly8+brlIREAMAAACAB2OIBkBBNRx6zdiRGctWbdy2a39XGk8eNzwtKV4CAAAA4KWWvmmwWmy7ooNzNQlD1BK8FNVwgIJqOPSmK86foVH/8v/XkKDAeTMnSgAAAAC817KFrUteM4jTwa0WCd6LGA5QUA2H3hQfEzn79HG/2OyCs6cwMgMAAAAAeAFiOEBBNRx62expY48/VsPg/kkTc7IkAAAAAIDn49hwgIJqOPQyjUZ96dxpL7z1RYeXirfiFefPkAAAAAB4u4cWhUvwAVTDAQqq4dD7RmUNHJk5oMOLTp84Kj4mUgIAAAAAeAViOEBBNRz6xKVzT9fptC4L9eGhcxmZAQAAAAC8CDEcoKAaDn0iMiL0rGmuYzVcOndagM5fAgAAAAB4C2I4QEE1HPrKGVPGxMXoHbOZg1JHZQ2UAAAAAABehBgOUFANh76i0aivOO/IaAwatfqSudMkAAAAAIB3IYYDFFTDoQ9lDEjOGTFYTMw+fRwjMwAAAAA+pXSDec86izg1VFIX4s00EoCjqIZD37rg7KkV1XWzp42VAAAAAPiShfc2mQy2iTl3B+bM4yDRXosYDlBQDYe+FRkR+uAtV0gAAAAAAG9EDAcoqIYDAAAAAAA9hBgOUFAN54w4Er6JbwAAAAD0vocWhUvwAcRwgIJqOJnzM8CzAd8hB3Dye54wDgAAAEC3I4YDFFTDSUczCMe5I4ZzzuOO8xSdRLPjtOxis26/XYkH4kvPjKONn53EVwEAAACAnkEMByiohnOkb7V1DRUVVY4YzvlcPEXJSf20Wo0jpDhwsKy11egS2IlLw8NDoyIjHM3qG5oqK6td1iao1Kr01CTnyGPXnv3SsTctrzAqSh8eFuJoWVlVU1/f2P52/XX+SQlxjmZGo2n/gcPtb1c0SOgXGxCgc7Q8eKjcYGhtv8LQ0OCY6EhHs6amlrLyyg5X2D892fmB7Ck9YLVa2zeLjIyICA91tKyuqautrW+/Qn9//+Sk+GOemd37Orzd+PiYoMAAR8uy8qqmpub2DyQoODA+NtrRrLnFcPhwRVceyN59h8xmc/sVRkSERerDHS3r6hqqqmvbr1CtUaelJHblgcTGRoUEBzlalldUNzY2tb/dwMCAfvExjmatRtOBTl5il/eqy0vsIBr06xcbHBRIEgcAAACg5xDDAQof3/F2roArKt724WffddbyjpsXiFhKnhZP1/8++eaQPc1xMWHsyDmzpzmez83F2z798of2zVQq1eMP3epckfTiq+91GIaeN+eMsdnDHLNLV6zNX7O+fbP4uJhbbrjCOa174dX3pI785trLRM7lmP3sqx93l+5v32zU8CEXnTfLscKt23e999HXHa7wkftv1un8HQ/k9bc/FlFX+2azz5gyZeIYx+yqNRt+WraqfbOI8LB7brvGcbuNTS2dPZAFl5+XMSjNMfv1op9Ltu5s32zI4P7zLz3XscI9pftff/uTDld43+3XiRTV8UDe/fBLOV9zcdrksTOnT3LMrt9U8tV3P7dvJp6T3993k+N2zWZLZw/k4vNmjRox1DG7eGl+4fqi9s1SUxJ//auLHCs8dLi8sxXeeuP8+LhoxwP58NPv9h883GHL63918aABqSo7R3uSOAAAAADdiBgOUFANJ2dwjgKuzqjVWrXG32lBxzmFSqXWaHVKIz+11AnnZschVuh8u35+qg6bieXOK1SpOv2iEw2PeSB+XXogYq6T9UlibV1ZobjhYx6IquNnRrwbj3kCVUapE2J1x65Q1ZUVnsAD6YTfsa+I5Nel27VKZqnT2z3mraXq2gqP8xKrtce+Vzt5QSbnjgkPC7FYLEdXqCJ9AwAAANDtOBo9fJojdRK73yaTyWAwlJWV6fX6uLg4ycc4SuGsditXrfvki++1Wu018y9s3zgpsZ+/v9Yxu//AYaOxg4QoLCw0OkrvmK1vaJQ7pboQeUd6WrLzEnuPxQ6+mqKjI8NCQxyz9k6pDe2b2TulKjVu9k6ph6SOJPSLCwhQ0pyDh8oMhtb2zUJDgmNiohyzTY3NZRWVHa6wf3qK86y9U6qlfbPISH3E0Voz6Uin1Lr2zTQabUpyP+clu3bvlToSFxcTHBTomC0rr2xqam7fzN4pNcYxa++UWi514YHYO6Wa2jeLiAiP1CsjOtk7pda0byZSrbTUJKkLD8TeKTXYMWvvlNrYvpl41cRr55g1tBoPdlLj5vJePXDwcGtrB+/V+NhIkbyJ+6nRaNR2chLn6KMKAH3uyx/yvvwh/6Hb5icnxEgAAK9TusHcZrVteUYlq0Kj2QR1R2K3t6qqSt5DCThKa+fYg/jFlVANByiohnPkkpL9SRBfIy5xTIeSEuOlLhAJmnOIdhz905O70kxkfM4xX2dECtOVRyHZU7muNAsOCeof0qUVpqUmdqWZSLKcw6zj6OIDiYuN7kqzoMCALq7QJQ3sTHh4aLhTvHgcXbzd2JhIcfrFZgE6/y6uMDGh4/dqXW2NeLeLf58ikRdfAuI/KN1RAQAA0JsW3ttksh/PZs7dgTnzfrljCjwUMRyg4FBQ0tEkjjpZ+BSz2eyofvvFTtkAAAAAcHJUEoCjfLwaznlcVGII+BSTySSSOIvFImdw8rnLuKsAAAAAcIqohgMUVMNJRzO44ODAlKR+QUFBEuDVjEbTzytW19fVZQ3pHxsTJR8bkSQaAAAAveyhRV06TA08HTEcoODYcDLxDAwemDYgPTk4JEwCvJrJaPrxpxViIrFfTHSU3qVHKrk8AAAAgG5Ep1RAQTUc4LOc6+A4QiIAAACAnkA1HKCgGg7wWcowwRwPDgAAAEDPIIYDFFTDyXgG4IOcR2agFA4AAABAT6BTKqCgGs4RwDU0Nu/dd2hP6X4J8A2OD377CQAAAADoFlTDAQqq4aSjSdz2HXs+/+Ynnc7/sYfukACfQTUcAAAA+kTpBnOb1bYvFpWsCo2mf5LXIoYDFFTDSVQAwVeRvgEAAKAPLby3yWSwTcy5OzBnnr8EL0UMByiohiODAAAAAACghxDDAQqq4WTUBMF3BIcEPf34fTu2b1OrbQdLZXwSAAAAAD2HGA5QUA0H+Cb5U+8450sAAAAAvWz+M8GOY8NJ8F7EcICCajiJUjj4JPtn/0g1HGEcAAAAel/qSPIZn8DLDCiohnMgiYNP8XMi0TUVAAAAQM8ghgMUVMMBIIkDAAAA0EOI4QAF1XAOY0ZnjRoxJCQ0XAK8WlNj8xN/+ZeYOHf21IH9U/j4AwAAAOg5xHCAgmo4qV3vPMCnUAwLoJeJ/7YqVZcOxX3OjNxZ08bp/LVd/AdtsVgkAADgZojhAAXVcM54HuBTGJwEgLSQJysAABAASURBVJvTaNTi1PX2/LIIAJ6ldIPZMVJqaDT7Yl6LGA5QUA0nkwM4ngf4Gvk933aUBAAAAPSWhfc2mQy2iTl3B+bM85fgpYjhAAXVcPRFhc9ypPCOAI4kDgAAAED3IoYDFFTDOWzbsWdF/rrAwMCr518oAb7BkcFRDQcAAACgJxDDAQqq4RwaG5tL9x3U6aiFhg9xZHASAAAA0LvmPxPsODacBO9FDAcoqIaTyCDgq8jgAAAA0IdSR5LP+AReZkBBNVwvZBAPPv5s3poNzku0Wk14WGhEWNjggWkXnDtjYHqq1N3WrNv80eeLirbsENOTxmc/cMf1YqJ4667MjP5Sb3n17Y/ffO+zC+accduNV0mnxuXhpKcm/ufV986cNvGhu2+UukPx1p2ZGQMk99MTdyw4JOiGay47sH9/TIxeYoBgAH0kODi4ubn5+uuvf/nllztskJmZWVJS8sMPP8yYMUMCAAAei1pHQEE1nKyXD4xlMpkrq2p27C79+vufr7/tkdfe+UTqVofKKh58/Ln8tRsaGpvESSwxm81PP/fyHQ/+UfJA7R9ONyqrqLrlvideXfix5GZ69I71T09J6Bej89fKGRxJHIC+8sorr+Tl5UkAAMB7UQ0HKKiG6zWXnn/WTddeJk/X1Tdu37Vnd+mBz79ZvO/A4Tfe/VSn87/iwnOkblKwbrPI3cLCQu757TUTx4/WqNW1tfXfLl6u1XrkF2D7h7OpePtVl84dmJ4inbKiLTs2l+zIGTVMcjM9fcfsH3yVY6Rgv6MkAOhdN954Y2FhoUbDJjoAAN6JajhAQTWc1BdjRIaHhYh45eJ5s17951NjRmaJJW+++2ljU7PUTZpaDOJ87KhhUyfmiNBK8nDtH87wzEHXzb/wtEljJZwsR+JG+gagD/n7+2/atOlvf/ubBAAAvBQxHKCgGs6hT7JIrVbzyL2/CQ4KNLQav1u8XOomFotFnAcE6CSv4GUPx324JHF8DwDoTSqVbZv83nvvFeePP/747t27JQAA4I2oeAcUVMM5xMfHTJ2UExgYJPWu8PCwaZPHfbXo57zVGy48d6a88MwLrouMCH/rxT8/9583l+cVJCfGX3LeWdMm24q/duwu/faH5dt37929Z79I8Qb3Txs5POOCc8/012rFpXlr1j/4+HPySsQ6xUm0mXn6JDEh2Y9JN+3cX9kuev8Fkf21vzP/XfjRW+9/fv45Z9z+m2MGVZBHmbj31mvPmXmaY+F3i1csWrxix+69/lrN6BGZ8y85d3Xhpn+9/PbVl5939RXnu6x5647dN975qM7f/7N3/i9A5+980TsffvnSGx+cdebU+2+7zuVaHT6c7z/+7/uffOM8RMOm4u233v+kmP3V5ef9/T9vitsaMij9pusu65+avHHz1o+//H77rtKKyprkpH6D0lOmnzZ+XPYIeZ3zb7xv/8EyMbF2/WbxzAzqn/ry849LHZHv5C2/vlKs4eOvftiweav40GQMTJs7e9rk3DEujfcdOPyPF9/as/dAfUNT/7SkYUMHzb94jnihndt01x07CS2G1jff+biluWXKxNFJCXGkbwD60OWXX7569ervv//+xhtvXLRo0S+2b2xsvOeee5YtW7Z3796BAweOGzfupptuGjVqlAQA8EBPzawz2fq9SHPuDsyZ5y/BSxHDAQqq4WTiGUjsF9svLjo4JEzqdbljR4mAafOW7WaLxbkP6d//89Y33y+V7MNlyi/RV9///Mw/XhUTInRLS0k8XF6Zt3a9OH3w6bev/uuP4WEhYaEhw7MGV1bWHCqriIyISEyM1ao1SQnxmRkDxErEFcWl4lx9yj1Vn/vPG599vVhMxETpQ0NDfvw5b3l+wchhGZ21zxiYLsKmffsP/bxizazpk5wvWrx0tTg/c1pu+2t1+HA6uwmTyfS7J/++d99BMV2woTgyPHzNus33PvKMfGn/tORDh8t37t777eLlF5575q03zBcLhwzqr1Kp9u4/FBIclJ6WlJzQTzquTcXbRM6oVqnSUpOqqmtXF24UpxsWXHzFxXMcbVauXvfYn//dajSKdaalJJTuO1iybdein1Y+cMf14oWW23T7HTshVrNl9559YsJgaJX6qA4UABxefPHFIUOGiCTugw8+uPjii4/Tcvfu3bNmzdq+fXtISMiIESMOHTr00ksvvf76608++aRcVQcAANwQMRygoBpOOto1rw+zSH2ELfsTmUhFZXW/uBh5oUh5vv7+5zNOy50wduTaws3jc0bW1Nb944WF4qIH7vy1WC4HdgUbih59+v+qauq++WHpZRecnTVk4D+ffkgu3codN/LeW6+V13bWjMnnXXWrVqsRl0qnrGjLDpHBiWfs/juunz19slhy4FD5fX94Jm/NhuNca9bpE19566Mly1Y7x3D7Dhzesbs0Oko/evjQ9lfp7OF0aHl+oUarufzCc5IT4/ceOBQREbbwgy/E8qsunSuemeCgQPE+/3Fp/pN/feGjL76/4NwzE/vFPXzPbxYvW/X4X/4tYq+/PvHLu3AiQxTXevbJ++Nio8TsDz/nPf33V/678KPTp46XX7jq2to/PfeyyOAWXH7etfaSQHGj/3n1vf99+u3jf/nPuy8/E2F/rbv9jp2c3j8qIgA4WK1Wyf5FlJ6e/tBDD/3hD3+4++67zzrrLBGxddhetLzuuutEBjd37tx33303KMhWvf7JJ58sWLDgvvvuGzNmzPTp0yUAAOB+ODYcoKAazh2Eh4XKE03NyigNZovlrDOmiDhGJG4idwvQ+RduLDGbzeOyR4jky1E0N2Zk1uwZtiBsz96DUm9Z+L4tRZoz6zQ5gxMS+8U+ct/Nx7/WTHvjNes2OQ9G8f2SleJ8xpTxp/4mFM/YHTctuPHqS84+c+pvrr5ULCm1PyezZ0yRe+CKmxBP5nlnzxBLjCaTdFIef/AWOYMTxNpmnj7JYrX+75Nv5SV/+9frDY1NUyfmXHu0W6640Zuvu3zs6OEtBsN/XntPXtgTd+xUtB0lAUBfuP/++zMyMvbt2/fwww931uY///nPTz/9lJqa+sEHH8gZnHD++ec/+uijYuK3v/2tfCBRAIAHmf9M8NXPh4hTxiStBO9FDAcoqIaT9W0QqVYf+V7yk465G1Mn5TjPzpg64ZsPX7r7lqudF4rXTu5hajQapV5haDWKKE1MXHT0SHayjIHpHVa0OcRGR44cPkSEZT+vXONY+IM9hjvj9InSKRMv4rRJ45yX9IuLFueP/fn/yiurHQtFVPfAHdenpyRJJy5n1LAB6SnOS86yZ6CrCmxlgCJeXLFqnZi4/MJzXK54+UVni/M1hUU9dMdOjvzBd/7481UAoE/odLoXXnhBTPzzn/8sKCjosM1bb70lzm+//XZ//2MOHnTzzTeHhYVt2bJl586dEgDAo6SO1KSNVotTaDR1Id6MGA5QUA3nGCDyUFnlzyvW/rQ0X+p1jiK4kJBg5+VJ/eJdWvprtXExUXv3H/roi0XP/eeNBx9/9qKr73jv46/FRRZ7755ecKisXERpapUqJTnB5aK0lMTjX3fmabYDwC1Ztlqe3bpj98HDFSlJ/Qb1T5VOWVRkhMvgD1ddOlecb9u555Jr7vzVzb975p+v/rxijclklk5WWorrQ461V8aJRyFWW11TJy8cNMD14fRPS5bsXVabmlt64o6dtLZjSQDQR6ZNm7ZgwQKr1XrDDTd0WNdWVmYbuCYrK8tleWBg4KBBg8RESUmJBAAA3A8xHKCgGs7h0KHypSvWLlnWBzHcgYPl4lzn7x8TpXdeHhSoc2n5yVc/XP3b3y246YF/vvT2Z18vzluzQcRhmRkDpF7U2GgLksLDwtqnt1GR4ce/7rQp40WSWLChuK6+Ucz++LPt2T5zWjeUwgkuGZwwcdzop/9wl/z8lO478NWin//w9L9EcCkPLnESIiMjXJdEHHnIjU1NBoNtnKfQkGBNuxEwIsJCNRrbkUkr7eVv3X7HTlr7gjgA6CvPPvtsTExMYWHhv//97/aXNjQ0iPN+/ToYskZeWF5eLgEAAPfDEA2Agmo4dygC2li0VZyLUEalOt7vBD/8nPf8C7YuOdkjMidNGD1kUP9+8dGRERHvfPilPApqd7G2uRbWGQxKj9fYmEhxXt/Q0P6dU1NbLx1XcFDgxHGjlqxYs2zlmjmzT1+8bJVkO2bcJKnHTMgZKU5lFVVr12/OW71enOrqG577zxsms/miuTNPdG117R6gowIuIjxM7lPc0NjkMuKtZHu6Gs1mW7Gb4ziA3XvHTg4ZHAC3EhUV9dRTT91www2PPPJI+yFTk5OTKysrDx8+PHz4cJeL5EK5yMhICQAAuB+q4QAF1XB9rsVg+G7xCjFx2qSxx2/58RffS/bj+j/71P0Xnjsza8hAkcGJJZVVNVI3hSlyeGQyufYGqqhSDmEWGx2p8/cXSVN1bZ1LMxEqSb9EDt1WrF63dcducc+HZw6Oi4mSeoZY/649+8SEuIlzzjztyYdu//Ttf+WOHSnZxzyVTlyF/al2VlZeKc6TE+PF5ygiIiwk2HbU8AOHXCsyDpdViPMofbg8Umq337ETotKo09OSxU3r2tUPAkDfuv7663Nzc2tra++8806XiwYMsFUQ7927t/21du/eLc6zs7MlAADgfojhAAXVcLI+rIn7x4sLG5uaRXxzxrTc47eUC69yRh9zWJz6hkY5uDn+CHEara0Q+BcfYkBggDjfsbvUeWHJtl37D5Y5ZsW7ZeK40WLiy2+XODc7XF65dn2R9EvG54wMDwtbt2lL3ur1kn2wUalniPtz0dV3/Oaux+TDsclCQ4Kn5NoGvvBTHXnPa9XyM9OlV3914aaaY8PHT7/+UbJFqEeGhpCz1M/tC519/KVtybickT10x05IYIDuxmsvP3f2lNhovePYiADgDsQ30ksvvaTRaN577z05XHO46KKLxPkrr7wiFxc7vP3225WVlVlZWenp6RIAAHA/xHCAgmq4PtHQ2LR+05Z3Pvzy5nse++aHZWLJNVdeIBdSHUdivzjJNrRonuNY/hVVNXc99JcqezxnNJqOc93AwADxQotdl3Ubi4/TbGC6bSSBbTv2fPbVYqt9zIey8qpH//wvf+0xI4hfc8V54vy1dz554fX3RYYopvPWrr/t/qcMhlbpl6hVqhlTx4mWH3/5g5g+fco4qWfEx0YPHdzfaDI9/NQ/xKOQFza3GD79ypaITbIniUJwSKBkH3fCOWrsjHiwt9z35IZNW+RZ8fAXL1sVFRlx2QVnyUuunX+BeK4++uL7V9/5RF4iPlz//u+73/64TCy/7LzZPXTHToIjffM7SgIANzBs2LC77rpLsh0PweC8/NJLLx0zZkx+fv6FF17YfHRoo08++eQ3v/mNmLj//vslAICneWpm3aNTbae1nxkleC+ODQcoqIaTeqsU7v1PvhGn9stFOnPlxXMuPPfMX1zD/EvmFG4szl/zJgvQAAAQAElEQVS7Yf5v7ouNiZLabHVqIlkTmY6YqKltOM51ReCV2C9WBDp3PvRnMfv2S8+I2fbNRg8fOnHcqJWr1z/3whv/feej1OSEbdv35I4dmZTYb+H/Pnc0S0lOePie3/zp2Zfe++jrjz//PlIffri8Uh8RnpkxoHjrTv9f6up4xrRJIoOrb2gUaw4LDZF6zH23X3fT3Y+L5PHS6+5KTU4MCwveu+9wXX19bs6oC+YcecJTEm0H9j54uGL+jffFxUS9/+qzx1mhSNwOHCq//Xd/SkqIq29sqq9vDND5P/nQ7Y4INUofIZ6ZPz//ypvvfvrx54vEk7zvwGERsWm1GrE89ehIst1+x06C/YN/5Hcp+RuAMA6Am3j00Uc//PDDXbt2uSx/8803L7/88s8//zwuLm7EiBGHDh2SK+Yefvjhq666SgIAAG6JajhAQTWcQ+8/Cf3iYi6Yc8Y7Lz/zq8vP60r70SMyX3j2DzmjhpmMlk1F27Zs3zU8c/DTf7jrmcfv1Wg0u0r3tT9ymbO7f3t1lN42rKdoXFVT22EblUr11MN33HXz1fZbMeu0/nfevODRB27RqF2/Oc84Lfcvj98zZeKYsLAQi8Vy7uxpr/7zifjYaHFRSNAvlPVlZvQXj13q4cEZhPSUpDf+/ac5s6elJPUrq6gUT5pG7XfDry7+4yN3aLVHfpKJjtL/5ppL5VFWm5pbHJWGHRo7evgj9908dWKOyOACdbqZp0/6x9O/EzGocxtx6ev//tOF584UUd2evQejovRzzzr9xWcfFctP5Y65dMLqFs51cARwANxHYGDgc8891355ZmbmmjVr/vKXv0yePLm4uFitVs+fP3/RokVPPPGEBAAA3BWJA3yaXPlltVpFdGIymQwGQ1lZmV6vFz8sSz7G8VSIgEM8FavWbPji2yU6nf9jD90h4aTc+8gza9ZtFkHV9Cnjj9OsvqHxwl/drvP3/+StfzpSJzf3zodfvvTGB7NnTHngjuslz7dr995DBw/GxOjDQkMC7LR2Yp9WRLGUxQHoUeIb5vgjg5808T+d7XwA8CClG8xtVttmZ1SyKjSa7U93ZDQaq6qqGhsbxXTAUS77Dr+4EjqlAgqq4RyyR2WOHJ4REhou4Zfc/+jfDpZVPHD79VlDBjoWGk2mkm22DkQZA9OOf/Uly9eYTOazz5zqKRmcl2lqbH7ptffExLmzp4aHhZK4AQAAoE+kjmR3wCfQKRVQcGw4GUepPyHJifH79h967e1PHF04zWbzc/9+o7GpefyYEfJQEu3JY4zu3X/o/U++lmwZ0DQJboAUHgAAAEDPIW0FFFTDSccOGSmhC666dN6y/IK16zdf/ut7+sXbjvJWVlZZXlk9MD31wbtu6Oxa3y1e8cJr78vTuWNHisYS+pRjcBKSOAAAAAA9hBgOUFANJ5OfAcKILgoPC3nxucfe/fCr1QWbdu7aq1ar01ISzztnxryzZwQHBXZ2rQHpyRq12myxnHFa7p03/0pCX2s7Suqt8YIBAAAA+BoOgwWf5jJEQ0tLS0VFRXh4eHx8vORjHBmE/FQYjUYxERwSJgFeramx+Ym//EtMnDNz8qABqTo7f39/+TCrAh20AfQohmgAAMBTMEQD0M2ohnMoXF/8+Tc/MVIqfEdbOxIAAAAAdCtiOEDBseEAX0b6BgAAgL7y1Mw6k8E2MefuwJx5/hK8FDEcoKAajhgCAAAAAIAeQgwHKKiGkxHGwXcEhwTdcM1lB/bvj4nRSwwQDAAAAKAnEcMBCqrhAB/UPz2lzdJqP6Cq7bPPNwCA3iQPjtSVlj8uK/hheeGt156fEBctAQC8zpT5OqvFtiGakKGW4L2I4QAF1XCAb7J/9lWOQVH9jpIAwG20tBpr6hotFrZSAMA7TV0QIMEHEMMBCqrhJHqkwic5PvWkbwAAAAB6DjEcoKAazoEnAb7GJYkjjAMAAADQ7YjhAAXVcA6DB6Uv0IcHBYdIgFdrMbS++c7HLc0tUyaOTkqI4+MPAAAAoOcQwwEKquFk4kkIDQkKDgoIDgmTAK9mNVt279knJgyGVok6UAAAAAA9iRgOUFANJx3tmkdNEHwNR0UEAAAA0NOI4QAF1XAA2o6SAAAAgN7y1Mw6k8E2MefuwJx5/hK8FDEcoKAaTsYzAB8k527O6RtJHAAAAIDuRQwHKKiGcwwQuW3HnhX56wIDA6+ef6EE+Ia2Y0kAAAAA0K2I4QAF1XAOjY3NpfsO6nTUQsOHtC+IAwAAAHrHlPk6q8W2K5qQoZbgvYjhAAXVcBQBwWeRwQEAAKAPTV0QIMEHEMMBCqrhZCQR8B1af+2M0ydVV1WFh4VIHBgRAAAAQE8ihgMUVMM58CTAR/j7a888fdLOHdtVqiMHRiSJAwAAANBDVBKAo6iGA3yT/MF3DFHiPA0AAAAA3YVqOEBBNZzE4eHgk+TETX7nk74BAAAA6CHEcICCajgHkjj4mvbVcBIAAAAAdCtiOEBBNZxDaGhwSlK/oKAgCfBqRqPp5xWra6qrhw5Oiw0IIIADAABAn1h4T5PZaJuYeJlu8ESyGq/FSwsoqIaTjtYBZQxKH9g/JTgkTAK8mslo+vGnFWIiKSE2NiZKAgAAAPpC6UazyWCbGDZDK8F7EcMBCqrhZC5B5LsffFHf0Ni+WfbIrLFjRjhmN2zekr96XftmAQG6X11xgfOSF199V+rImadP6p+e4phdsjR/647d7ZslxMeee/YMx2xZeeWnX37f4QovueAcfYSSJH70+XeVldXtm2UNHTw5d4xjtmTrzqUrVrdvJp6WG665zHnJK6//z2K1tG85ZeLYzCEDHbMrVxVuKtravllUpP6i82Y7ZuvqGt776EupI+fNOTMuNtox+9W3P+0/eLh9s0ED0qafluuY3bV73/c/Le9whdfMv8jfX/nv/ua7n7S0GNo3G58zctSITMfs2nWbCtZtbt8sNDj4ikvnOmbFqsQKpY6cdea0lOR+jtnvF6/YtWdv+2YpyYlnnTnVMXvgUNmX3yzucIVXXjo3JDjYMfv+R1/V1tW3bzZ6+NBxY0c5Zjdt3rpydaE8bbVaHcudO6VKAAAAANDdiOEABdVwfk7EXFNjg9ls3r1nX4cxXGREaHxMuOPp2lu6V7Rs30zn779vb6mjmdls6bCZULp3r1atPP+7S/d12LLV0Oq8wrKKqs5WuHdvaVNDuGN29+7Syqra9s1CgnSpidGOFZbuKe1shc63K+zcXdphaJuSGBsapFVW2MkzU1/f4LzCmtr6Th9I6V6joUl5Zvbs3X+wrH0zrVq1Lz3B0Wzfvv2drXD/vr3OMdzu3XtbDK3tm8VF66Migh0r3LOn4wcSEhLk/ECaWwzHeUX82ozKCkvFU72/fbM2q8V5hfsPlB3nmQkLVWK4nbv21Dc0tW8WGRHSL06vvFf3dfBAxKUqlYoADgAAAH1iynyd1WLbFk3IUEvwXsRwgMLHq+EcKaScR6hU1tbWVqPROCJrUIvBYLFYrFar8ziq+rCg2toaR/VQcJD/8MwBjrEmHc00arWjmUw0c0w7mokGGpXkvML42Ah/bQcrDAkOdG5mMRk7W6HR0FJTY3HcdP/UhH5xUe1f3+jIMOcVBgVq5RW6vB/EtGgmOZVKjcga6Kilcl5tUIDWeYVR+tAOn5nAAJ3zM2MymjMGprQYjMFBARqN2vl2LRaj8wpTkmL1ESHtH4g+PNS5mVrd1tkz09TU0NSkPJAhg1LNFkv7FYaG6JxXKF7xDh+Iv1br/EBE0trZ7ar82pxXmBAXFRSoa7/C8NBg52Z+ftbOVmgwNFvMrY6bHjwgRbxl2z+Q8FCX96pOvHbS0ZdSvNc1Gk2kPtzvWBIAAADQW6YuCJDgA+h/B58mh0oiSREZk8lkMhgMZWVler0+Li5O8j0uz4bZbBbnRjt5Wk7iXDrxScf24HPO6RylhR02czn362SESscKXZr1wgqdH0hnK+ze262uqT9wuDI9pZ8Ip9z/men92+3eFcpXFBmcWq0WMZxWq/W3k6fFuVhOJAfAfXz5Q96XP+Q/dNv85IQYCQAA9Dqxa1xVVdXYaOsrFnCU1k7sO3Sxbw3VcICCY8PJ7IVU6rajpKP99VwK4tqHII7sw/k57DAEcQlKXFqeRLP2tyt1dKgvt1phB8+Mqqml1SRyIfFt7tLSwx6I27/EzleX/2XKuZu9DlRF9AYAAACgJxDDAQo/jg1nj9ske4QhJ3HycrHQbDY7SuHanHoRugQWcgjid2xfzq40k5ySFJfwRWoXqZzKCjts1u0PpMOWv/hAxNPfbDCpNZr2MVw3PjOn/kDa2mVhffUSS53Ef115II6L5II4uSZOdZTL/QQAAACAU0cMByjaODacU+2b80VySNE+hpM6KVmSjj2Al9TlUqn2zaQu1F51eLsnscJeeCDHX2GbZI/h1BqdTtdzz0xnD6TDFZ7kA+mmV6QbH4jUrhquzanTtKMOzlFM7tIYAAAAAE4dMRyg8PP5ajjJKbBwJHG2wRqsVpduqi6NHUtc4pIOg5KuN5M6inLcaoUdNpPaJT5dXKF4qltaTWqNVsRwUl88Mx0+EMljX+LjPxCXm2sfwzlfEQAAAABOHTEcoPDxajjJKYgUSUTb0ZI3+XhwzkeFa59uODtOyVL7ZtKxtXVSJ5FK11fo0uwXV+heD8RP1Wo0iyzI39//RFfotq9ITz+QU1mhg5y7OQ4Mx+HhAAAA0MsW3tNkNtomJl6mGzyRrMZr8dICCj+q4Y59EuQwTl7iOGbc8cOXk07NTnGFnTXr9hX27APxUxlNIoZTabXann5mfjE1k9zqmemBl9jRxnGpC4lSOAAAAPSW0o1mk8E2MWyGVoL3IoYDFFTDyfycjmfvXAEnX9o+VWnP5TnsYjP3X2Ev3K7ZYvWzDxjQXSs8oWaSGz8zPbRClzZ+nfd1BQAAAIBTRAwHKKiGc5CfBOcwjqelV/hZLLanun0Mh17g/CbnDQ8AAIDeNGW+zmqxbYImZLAv4M2I4QAF1XAunMM4Cb3CeuzhzNAneP4BAADQy6YuCJDgA4jhAAVlXx3iCek1zgcpkwAAAAAA3oUYDlBQDQcAAAAAAHoIMRygoBoOAAAAAAD0EGI4QEE1HAAAAAAA6CHEcICCajgAAAAAANBDiOEABdVwAAAAAIDet/CeJrPRNjHxMt3giWQ1XouXFlBQDQcAAAAA6H2lG80mg21i2AytBO9FDAcoqIYDAAAAAAA9hBgOUFANBwAAAADofakjNHKn1LAYlQTvRQwHKKiGQ9/yU9ki4DaJdyAAAADgW+b/NViCDyCGAxRUw6FvBQboxHlzS6sEAAAAAPA6xHCAgmo49K3gwADJFsMZJAAAAACA1yGGAxRUw6FvBQb6i/OmZmI4AAAAAPBCxHCAgmo49K3gwEBx3kKnVAAAAADwRsRwgIJqOPSt4CDbseGa6JQKAAAAAN6IGA5QUA2HvhUYGwK80AAAEABJREFUoBMhMJ1SAQCd4bdCAPBWC+9pMhttExMv0w2eSFbjtXhpAQXVcOhb4r0nkjiGaAAAtGc0msW5zt9fAgB4o9KNZpN9P2DYDK0E70UMByiohkOfCwoMaDFwbDgAgCv5kAVBgToJAAB4LGI4QEE1HPpccGBAQ1OzBADAseQBfMSvNRIAwBuljtDInVLDYlQSvBcxHKCgGg59LihQd7iyWgIA4FhVNfX68FB+KwQAbzX/r8ESfAAhK6CgGg59LiY6orXV1NjUIgEAcJTYPtl/qCKpX7QEAAA8GTEcoKAaDn0uPbmfON9ZelACAOAokcFZrNakhFgJAAB4MmI4QEE1HPpcenK8ON+995AEAMBRxdtKxXlSPNVwAAB4No4NByiohkOfi4+NDAzw30UMBwBwsmbDVrVKlTk4VQIAAJ6MajhAQTUc3EFacvzuvYeJgwEAsoNlVfsPVYwaNjAwQCcBAABPRjUcoKAaDu6gf0pCyfa9Yo8rmWMAAQAk6bsla8T5pJxhEgDAey1902C12CpCBudqEoaoJXgpYjhAQTUc3EHakcPDHSaGAwDsO1i+al1JWlI8PVIBwLstW9hqMtgmQiIDieG8GJ1SAQXVcHAHA9MSxDmHhwMACO98ulicz7/wDAkAAHg+quEABdVwcAeBAbroyHAGSwUAfPF9nvh3MDEnK6lfjAQA8GqpIzRmo20iLIZ6KW9GDAcoqIaDm0hPjl+zYWtFVV1MVLgEAPBJK9Zs/urH/IT46EvOnSYBALzd/L8GS/ABhKyAgmo4uInhQ/uL8/zCYgkA4JMWLV278OPvw8OC77juwgCdvwQAALwCMRygoBoObmL0sIE6f+3KtZslAIDvefPDRR9/vaxfbNQDv708LDRIAgAA3oJOqYCCaji4Ca1GM3bUkOWrN23fvX9QepIEAPANu0oPvvr+t5XVdUMGptx01VydTisBAAAvQgwHKKiGg/vIzc4UMdyqdVuI4QDAF1RU1X2/bO3S/I1BgborzpsxdcIICQAAeB1iOEBBNRzcx4C0hOjI8DXrt1w+b7pazQEEAMBrFW7evmTl+m279otpkb6dN2tSUGCABAAAvBExHKCgGg5uZVJO1meLVq4r2pEzYrAEAPAuu/ceyi8sWbNha3OLITgo4Kzp46dPHBUawpHgAMBHLX3TYLXYKkIG52oShqgleCliOEBBNRzcyoQxmSKGW1VYTAwHAF6jrqFp5ZrN+etKyipqxOzAtMTcMZljRw3x17JZDgA+bdnCVpPBNhESGUgM58X4fw8oqIaDW9GHhw4dmLJ56576xuYw6iMAwJOZzObCTdvzC4q37NwrNjSiI8PnnJErArgofZgEAAB8BjEcoKAaDu4mNyerZMfeNeu3zJicLQEAPI1I3Lbv3p9fWFywaVtrq0mn0+aOyZqQnTkoPYnNDQCAs9QRGrPRNhEWw4GhvRkxHKCgGg7uZszwwZ98s2zxinXTckcxUAMAeJCqmvq8gmIRwFVW14nELWNASu6YzOzhg7QaNr8BAB2Y/9dgCT6A7QBAQTUc3I2I3s6bPfm197/9cXnhzNNyJACAe2ttNa3duFWkb9t3HxCzcTH6ebMmTczJCg9l5woAABDDAU6ohoMbGj966KKf1369eNWkscOCgwIkAID7ERsPJTv25hUUr9+8w2Q2BwXqpk4YMSE7s39KPwkAAOAoYjhAQTUc3NOF50z9x38//uL7lZfNmy4BANxJeWXtyrWb8wtLausbVSq/rMFpuWOyRmT216gZ5A4AALgihgMUVMPBPWUOSs0YkPxz/sbTJ46Oi9FLAIC+1mJoXbVuS35h8Z59h8VsUr+YGVOyc7MzQ4IDJQAAgE4QwwEKquHgti6ec9qTzy/88Kuff3v1eRIAoI9YrNairXvyCoo2luyyWKyhIUEzJmdPyB6anBArAQAA/BJiOEBBNRzcVlK/mLEjM9Zs2Lp1576MAckSAKB37TtYnl9Ysnr9lobGZrVaNWJo/9wxWVkZaWoVw1gDALrB0jcNVoutImRwriZhCEc28FrEcICCaji4s3mzJhVu2v7+F0t+f/t83qUA0Dsam1ryCotXFZbsP1QhZtOS48+ZMWH86CGBAToJAIDus2xhq8lgmwiJDCSG82LEcICCaji4s+jI8NNyRy5esW75ms1Txg2XAAA9xmyxbCjaKQK44m17rNa2iLCQ2dPGTswZFhsdIQEAAJwsYjhAQTUc3NzZ08evXFv00VdLRw4dEBYaJAEAutuu0oP5hSVrN25tbmnVajRjRmTkjskcOjCFzQMAQI9KHaExG20TYTEc7sCbEcMBCqrh4OZCggMvOXfamx8u+t8XP11/xTkSAKCb1NY35q0tyl9XUlZRI2YHpSdOyM7MGZGh02klAAB63vy/BkvwAcRwgIJqOLi/iTlZ+YXFazdumzh2WOagVAkAcAqMJvO6zdvzCoq37twrfoaLjgyfc0Zu7pjMKH2YBAAA0N2I4QAF1XDwCAsumvno395468NFj91zjb+Wr3EAOGHiX/323fvyC0sKNm1rbTXpdNrcMVkTsjMHpSfxYxwAAOg57L8BCqrh4BGiI8PPPTP3k2+Xf/bdiovnnCYBALqsqqZ+5dqi/MJiMSH+4WcMSMkdkzl62CB+1QAAAL2ADQ5AQTUcPMWZU3NWrStZvGLduNFDUhPjJADAcbW2mtZs2JJfWLJjzwExGxejnzdr0sScrPBQDsQDAAB6DzEcoKAaDp5CpfL71SWznv7Xu2/877uHb79KzEoAgHbEv/WS7XvzCorWF+00mc1BgbqpE0ZMyM7sn9JPAgAA6HXEcICCajh4kNTEuDOmjPl+6doflxecOTVHAgA4KauoWbF286p1JXX1TeK3iqzBabljskZk9teo1RIAAO5n6ZsGq8X24/rgXE3CEP5beS1iOEBBNRw8y7ln5q7bvP3zRXk5IzP04aESAPi85hbDqnVb8guLS/eXidmkfjHiF4vc7MyQ4EAJAAA3tmxhq8lgmwiJDCSG82LEcICCajh4Fn+tZsFFZz770odvfrjo9usulADAV1ms1s1bducVFG/asstisYaGBM2YnD0he2hyQqwEAADgNojhAAXVcPA4g/sni/3M/MKSNeu3jB01RAIAH7P3QHl+YfHq9Vsam1rUatWIof1zx2RlZaSpVSoJAADAzRDDAQqq4eCJLp17+qYtu9/7/KdhQ9IDA3QSAPgAEbrlFRSJHyEOHK4Us2nJ8XPOyB0/eghfgwAAD/XQonAJPoAYDlBQDQdPJPY5RRL36nvffPDlzwsumikBgPcymy3ri3fmFxQVbSsV/7IjwkJmTRs7KWdYbHSEBAAA4PaI4QAF1XDwUONGDckrKFq5tmjy2GH9UxMkAPA6O0sP5heWrN2wtcXQqtVockZm5I7JHDowhR/PAACAByGGAxRUw8FzLbho5iPPvP7GB4t+f8dVGg0jKwHwErX1jeI3hlWFJWWVNWJ2UHrihOzMnBEZOp1WAgAA8DTEcICCajh4Ln146HmzJ33w5c/f/LT63DNzJQDwZEaTuXDTtryC4q0794nZ6MjwOWfk5o7JjNKHSQAAAB6LGA5QUA0HjzZ9UvaqdSXf/LRq3KghcTF6CQA8jfghbPvu/XkFRYWbtrcaTTqddmJO1oTsoYPSk/nnDAAAvAAxHKCgGg4eTeyjXn3xrCf/sfCND7677+bLJADwHJXVdXkFxeJUXVsvvs0yBqTkjskcPWyQv5aNVQCATyjdYG6z2n50ikpWhUbz65PXYssGUFANB0+XEB89a9q4bxavWpq/ceqEERIAuDdDq3HNhq35hcU79xwUs3Ex+nmzJk3MyQoPDZYAAPAlC+9tMhlsE3PuDsyZ5y/BSxHDAQqq4eAFzpk+vnDjto++Xpo5ODU6Mlzyai6fVjJ0wFOID2/x9tK8guL1RTvMZktQoE78cjAhO7N/Sj8JAADAexHDAQqq4eAFNBr1ry6e+Zf/vP/mh4vuuuFiyRt1lpXLy/kIA+6srKJmxZrNq9aV1DU0qVR+mYPTcrMzR2YN0KgZ4hkAAHg/YjhAQTUcvEP/1IQp44YvW71p5dqiiTlZkhdx/ng6pp3Tc8dHmDAOcCvNLYb8wpJVhSWlB8rEbFK/mDOmjhEBXEhwoAQAACTpoUVe3pEFMmI4QEE1HLzGBWdPWb1+ywdfLhmR2T8kyEv2cuV8zXFeV2759CnjnHv99Qm2z6yfndySzzLgJixW66aSXXkFxZu37BbToSFBMyZnT8gempwQKwEAAPgeYjhAQTUcvEZggO6ic6a+/cmP//t8ybWXnSV5Pkf6JquvsL5+q6G+vO31W1uu+rstiZOpVCo5fSOJA/pW6YGyVYUlq9dtaWxuUatV4ieB3DFZWRlpapVKAgAA8FXEcICC/XZ4kynjR+QVFK9ev2XyuGGD+ydLnsw5g7NarXXllrfvNooMTixsrpUW3mW8/BmNPkESGZxoICdx8jmfaKCX1Tc25xcW5xeWHDxcKWbTkuLnnDFh3OghQYEBEgAAgM+j8Ac+zbFXb7FYTCZTS0tLRUVFeHh4fHy8BHi+soqaJ/7+VkR4yCN3LvDXeurvLi4ZXG2ZWWRwtYeOaRMUIV36Fz+RxKnVahHAyefOlXESgJ5kNlvWF+0Q0X/x9lLxUY0ICxmfPXRSzrDY6AgJAADAKxiNxqqqqsbGRjEdcJTWTt4B6cp+B9VwgILaGXiZuBj92TPGf75o5Rff51149hTJA7lkcDWHTe/cY3JkcMERfk21R2ri3rvPctEf26KSrBqN8q+Nmjigp+3cczC/sHjtxq0tBqNWo8kZmZE7JnPowBQ+dAAAAO0RwwEKjg0H7zNr2ti1G7b+sKwgN3toQny05FHaZ3Bv3WFqqDhyaf/R2ot/H/r5s40ly41itqVW9eGDbRf9yRKZ2Ob8KSaJA3pCbX3jijWbV60rKa+sFbOD0hMnZGfmjMjQ6bQSAAA4caUbzG1W2/ZqVLIqNJoNV69F4gCf5tIp1WAwlJWV6fX6uLg4CfAWpQfK/vTPd1ISYx/47RUikpI8RPu+qG/ebnTO4C54IFStFQ2kL547ksQJAWFWkcRFJak1dvROBbpXq9FUuGl7XkHRtl37xWx0ZPj40UMn5mRF6cMkAABwCp6aWWcy2Cbm3B2YM89fgvuhUyrQzaiGg1dKTYybPmn04hXrFq8oPGPKGMkTdDGDk2zJmnTunSGSdCSJM9SrPnxQuvCP5uhjB6WgJg44FeITuW3XPpG+FW7eYTSadDqtiN4mZA8dlJ7MRwoAAKDriOEABXvp8FbnzZ68bvP2z75bOWbEYH14qOTeup7BydoncR8/pL3gKRNJHHDqKqvrVqwtWlVYXF3bID46GQNScsdkjh42yHNHfQEAAOhDFP7ApzFSKnxH8fbSf/z346GDUm6/7kLJjZ1oBud0xWN6pwaGt9mTOA29U4GTYGg1rlm/Jb+wZDRruxoAABAASURBVGfpQck+3suE7MyJOVnhocESAACAT6JTKtDNqJSBF8sclDp21BCxX71mw9axIzMkt3TSGZzUriaupc6PmjjgRImPRtG20vyCovXFO81mS1Cgbur4ERPGZPZP6ScBAADglBHDAQqODQfvduncacXb9rz32eJhGWmBATrJzZxKBicjiQNOWllFzXLbyKfF9Q3N4iOSOTgtNztzZNYAjVotAQAAoJsQwwEK9szh3UKCAi+ec9rr//vuw6+WXnXhmZI7OfUMTkYSB5yQpmbDqnUl+YXFew+Ui9mkfjFnTs0RAVxIcKAEAACA7kYMByiohoPXm5CduXJt0Yo1m8ePHjK4f7LkHrorg5ORxAG/yGKxbtqyK6+gePOW3RarNTQkaMbk7AnZQ5MTYiUAAAD0GBIH+DSXIRoMBkNZWZler4+Li5MAL1VZXffYs2+GhwU/etevNJq+727WvRmc02oZsQHowJ79h/MLS9as39LUbBCfgxFD++eOycrKSBMfCQkAAACdY4gGoJtRDQdfEB0ZPnfWxI++Wvr14lVzZ06U+lQPZXASNXHAseobm/PWFq1aV3KwrErMpiXFn3vG0HGjhwQFBkgAAMANlG4wt1ltW6RRyarQaDZNvRYxHKBgbxw+Ysak7DXrt3y7ZPX40UPjYvRSH+m5DE5GEgeYzZZ1RTvyCopKtu8Vb/KIsJBZ08ZOyhkWGx0hAQAAd7Lw3iaTwTYx5+7AnHn+ErwUMRygoBoOPkLkTldfPOuJ5xe+8cF39950WZ+kTz2dwclI4uCzduw5kF9YUrBxa4vBqNVockZm5I7JHDowhTc5AABAHyKGAxTsh8N3JMRHzzot59sla5au2nDahJFS7+qdDE5GEgefUl3bkFdQJAK4iqpaMTsoPXFCdmbOiAydrps+UQAAADgFxHCAgmo4+JQ5Z+Su3bjt46+Xjc4aFBYaJPWW3szgZCRx8HqtRlPBxm35hcXbdu2X7IeAPGfGhIk5WVH6MAkAAHiChxaFS/ABxHCAgj1w+BSNRr3gojOffenDdz798TdXnSv1it7P4GQkcfBK4vO0defevILidUU7jEaTTqcV0duE7KGD0pN5CwMAALghYjhAQTUcfM3g/smTxg5bsWbzhuKdIzMHHKfle5//dNnc06VT01cZnIwkDt6ksrpOfHLzC0tq6hrEWzVjQErumMzRwwb5a9m0AwAAcF9sqwEK9r3hgy46Z+qmkl1vf/zDkAEpHR49auHHPyxfvWlw/yTp1PRtBicjiYOnazG0rlm/Nb+weNfeQ2I2LkY/b9YkEcBFhIVIAAAAcHvEcICCajj4oMAA3aVzT3/5na8++XbZZfOmu1x6/1Mv1TU0iQmT2SKdAnfI4GQdJnHnP2GOST2mGUkc3IrV2la8bU9eYfGGop1miyUoUDd1/IgJ2UP7pyZIAAAA8BzEcICCvW74pjEjBq9aV7Ikb8O4UUMce/X/efPzDcU7HW1MJrN0stwng5N1lMRpLniKJA7u6FB51co1RavWl9Q3NIu3ZObgtNzszJFZAzRqtQQAAABPQwwHKKiGg8+af8GZv3/m1Tc+WPTIXQvUKtWdj/5fi8EodQd3y+BkLkmcocGWxJ3/pCk27ZhmJHHoK03NhvzC4vzCkn0Hy8VsUr+YM6fmiAAuJDhQAgAA3qh0g7nNatvmjEpWhUaz8em1iOEABfvb8FlhoUHnnzXlvc8WP/LMq1U1De0bmMwnUw3nnhmcrH0S98nDWpI49C2LxbqxZFdeQVHR1j0Wq1WEbjMmZ0/IHpqcECsBAACvtvDeJpPBNjHn7sCcef4SvBQxHKCgGg6+rLnF4Cf5dZjBSbZOqSd8bDh3zuBkJHFwH3v2Hc4vLF69fqv4JKrVquFD++eOyRw2JF2tUkkAAADwFsRwgII9bfisJ/7+1oHDlVL3cf8MTkYSh75V19CUV1AsArjD5dViNi0pfkL20HGjhwQFBkgAAADwOsRwgIJqOPighR//sHz1JqlbeUoGJyOJQ+8zmc3rNu/IKyjasmOv+LhEhIXMmjZ2Us6w2OgICQAA+KT5zwQ7jg0nwXsRwwEK9rHha+5/6qW6hqautDR3+dhwnpXByUji0Gu27z6QX1hcsHGbodWo1WhyRg7JHZM5dGAKbyoAAHxc6kjyGZ/AywwoqIaD7/jPm59vKN7Z9fZdHKLBEzM4GUkcelR1bcPKtZtXrSupqKoTswPTEidkDx07cohO55afBwAAAPQMYjhAwd41fMRjz755qLxK6m6em8HJSOLQ7VqNpoKN2/ILi7ft2i9mo/Rh58yYMDEnS0xIAAAA8D3EcICCajj4iIdvn59XUPTdz2vkwpyu+MWRUj09g5ORxKFbiPfGlp378guK123ebjSZdTqtiN4mZA8dlJ7MWwYAAMCXEcMBCvar4SPUatXkccMn5gxbs2HLNz+tlodoPD6z5XgxnHdkcDKSOJyK8sralQVFqwqLa+oaxVsjY0BK7pjM0cMG+WvZ4gIAAAAxHOCEajj4FJEjjR89dNyoIavXdzWM65A3ZXAykjicqBZDq/gc5ReW7N57SMzGxejnzZyYm5MVERYiAQAAAEcRwwEK9qjhg8QbXg7j1m3e8fXiVfsPVXTW0mQ2azWu/zW8L4OTkcShK6zWtqKtu/MKijeW7DJbLEGBuqnjR0zIHto/NUECAAA4EU/NrDMZbBNz7g7MmecvwUsRwwEKquHgs8Q7P3v4IHHaVLLrq8Wr9uw73L6NyWRxieG8NYOTkcThOA6VVy1fvXnN+i31jc3iLZA5OC03O3Nk1gCNWi0BAAAAnSCGAxTsSwPDh/YXp5Lte79evGr77v3HaendGZyMJA4umpoN+YXF4rTvoO29ntQv5szTckQAFxIcKAEAAAC/hBgOUFANB8iGDkoRp+27D3y9OF9EcvJCk9ksSTp52hcyOBlJHCT7ECUbS3blFRQXbd1ttbaJ0G36pNG5YzKTE2IlAACA7jD/meA2q21LMipZJcF7EcMBCvaiAWeD0hNvv+7CPfsPf/Xjqk0lu0wms7zcdzI4GUmcL9u991B+YcmaDVubWwxqtWrE0AEifRs2JF2tYvsYAAB0p9SR5DM+gcIf+DRHjmCxWEwmU0tLS0VFRXh4eHx8vATAyf5DFUn9YiTfy+AcxOP+4rkjSZwQENpmT+I0MrVIaOzkDI4kztPVNTTlrS0SAdzhCtsIwmlJ8ROyh44bPSQoMEACAACATzIajVVVVY2NjWI64Citnbw70JW9ANJWQEElC9AZH8/gJGrifIPJbC7ctD2/oHjLzr3izR4RFjJr2tiJY7LiYvQSAAAAcMqI4QAFx4YDjsOXMzgZSZwX27Zrf35hccGmba2tJq1GkzMiIzcna+jAFF5EAAAAdCNiOEDBnjPQGTI4GUmcl6mqqc8rsI18WlldJ2YHpiVOyB46duQQnc4H3s0AAADodcRwgIJqOKBDZHDOSOK8QGurae3GrfmFJdt37xezUfqwc2ZMmJiTJSYkAAAAoMcQwwEK9pmB9sjg2iOJ81DitdiyY19eQdH6oh1Gk1nnrxXR24TsoYPSk3mJAABA33pqZp3JYJuYc3dgzjx/CV6KGA5QUA0HuCCD60yHSdy8R43xA49pRhLnJsora1eu3ZxfWFJb3yheisH9k0UAN3rYIH8tG0IAAADoPWx9Agr2lgFnZHDH10ES94j/+Y+TxLmRFkPrqnVb8guL9+w7LGbjYvTzZk7MzcmKCAuRAAAAgF5HDAcoqIYDHMjgusIliTM2kcS5BYvVWrR1T15B0caSXRaLNShQN3X8iAnZQ/unJkgAAABuaf4zwW1W27ZiVLJKgvcihgMU7CcDMjK4riOJcyulB8pWr9uyev2WhsZmMTtsSHpuduaYEYMlAAAA95Y6knzGJ/AyAwqq4QCJDO7EkcT1ucamlrzC4lWFJfsP2d6pSf1iZp6WIwK4kOBACQAAAHAbxHCAgj1kgAzu5JDE9QmzxbKxeFdeQVHRtj1Wa1toSNCMydnjRg9JTYyTAAAAAPdDDAcoqIaDjyODOxUkcb1p995DeYXFazdsbW5pVatVIzMH5I7JGpaRLp5dCQAAAHBXxHCAgn1j+DIyuFNHEtfT6hqa8tYW5ReWHK6oFrNpSfETxmSOHz0kMEAnAQAAAG6PGA5QUA0Hn0UG111I4nqCyWxet3lHXkHRlh17xVs1Iixk1rSxk3KGxUZHSAAAAIDnIIYDFOwVwzeRwXUvkrhutH33gfzC4oKN2wytRq1GkzMiIzcna+jAFJ40AADgZZ6aWWcy2Cbm3B2YM89fgpcihgMUVMPBB5HB9QSSuFNUXduQV1AkAriKqjoxOzAtcUL20LEjh+h0vBcBAADgwYjhAAX7w/A1ZHA9hyTuJLQaTQUbt4n0bduu/WI2Sh92zowJE3OyxIQEAAAAeD5iOEBBNRx8ChlcTyOJ6yLxTty2a19eQVHh5h1Go0nnr80dk5k7JmtQehLhJAAA8BHznwlus9o2faKSVRK8FzEcoKAmBb6DDK53kMQdX2V13UrbyKfF1bUNYjZjQLII4LKHD/bXsn0CAAB8S+pItn98Ai8zoKAaDj6CDK43kcS1Z2g1rtmwNb+geGfpQTEbGx0xd+bEiTlZEWEhEgAAAOC9iOEABdVw8AVkcL2PJE4mHlrJ9r0rC4rWF+0wmy2BAf5Txg2fkJ05IC1BAgAAAHwAMRygoBoOXo8Mrq/4eBJXVlGzYu3mVetK6uqbxEMbOihl4pisUVkDNRq1BAAAAPgMYjhAQTUcvBsZXN/ywSSuucWwet2W/MKSPfsPi9mEuKgZk7InjMkMCwmSAAAAAN9DDAcoqIaDFyODcwc+ksRZrNairXvyCoo2luyyWKzBQQHTJo7Kzc5MTYqTAAAAAB9GDAcoqIaDtyKDcx/encTtO1iRX1i8ev2WhsZmtUo1bEh67pjM4UP6q9UqCQAAAJ17amadyWCbmHN3YM48fwleihgOUFANB69EBuduvC+Ja2o25BUU5ReW7D9ke2MlJ8TOnjZ2QnZmcFCABAAAAOAoYjhAQTUcvA8ZnHvyjiTOYrFuKNmZV1BctHW31doWFhp05pQxE8dm9YuNkgAAAAC0QwwHKKiGg5chg3NnHp3E7dl32N75dGtzi0GjVo/KGpg7JitrcJq4sxIAAABO3JT5OqvFtimVkMFQ8t6MGA5QUA0Hb0IG5/48Lomrb2zOW2vrfHqovErMpqf0y83OHDsqIzBAJwEAAOAUTF3A0Tx8AjEcoKAaDl6DDM5TdJjEzXvUlDD4mGZ9m8SZzZZ1RTtEAFeyY6+4D/rwkNmnj5s4Jis2OkICAAAA0GXEcICCajh4BzI4z9I+ifv099rznnCLJG7HngP5hSUFG7e2GIz+Ws3YkRm5OVlDBiTzPQkAAACcBGI4QEE1HLwAGZwnckniTAbXJE5+WUUSd7R9z6ZgtfWNK9ZsFgFcRVXNJ0D9AAAQAElEQVStmB2UnjQhe2jOiAydjrcOAAAAcPKI4QAF1XDwdGRwnuv4SZxarT7azM9lohsZTebCTdvyCoq37twnZqMjw+eckZs7JjNKHyYBAAAAOGXEcICCajh4NDI4T/eLNXGSUx4ndV8SJ94423fvX7m2aN3m7a1Gk06nnZiTNSE7c1B6Er9KAAAAAN2IGA5QUA0Hz+WSwVXuM79zLxmc5+nlJK6qpn6lbeTTYjEh1pQxICV3TGb28EFaDZsHAAAAveqpmXUmg21izt2BOfP8JXgptrMBBdVw8FDtM7i37jA21x65lAzOs/RCEtfaalqzYUt+YcmOPQfEbFyMft6sSRNzssJDgyUAAAAAPYYYDlBQDQdPRAbnfXooiRPvkJIde/MKitdv3mEym4MCdVPHj5iQPbR/aoIEAAAAoOcRwwEKquHgccjgvFX3JnHllbUr19pGPq2tbxQtswan5o7JGpk1QOO0BgAAAPShKfN1Vottiy4hgy00b0YMByiohoNnIYPzbqeexLUYWlet25JfWLxn32ExmxgfPWPyaBHAhQQHSgAAAHAnUxcESPABxHCAgmo4eJDjZ3BpI8ngvMHJJXFWa1vR1t15BcUbS3aZLRYRuk2fNHpCdmZKYqwEAAAAoO8QwwEKquHgKX4xg7vooVA1X/Be4YSSuEPlVSvXFq9eV1Lf2KxWqYYP7Z87JnPYkHQxLQEAAADoa+ylAQqq4eARyOB8zS8mcc0trYWbtq9aX7LvYIV4d6Qmxs0+fdyE7KFBgXRtAAAAANwIO2qAgmo4uD8yON/UYRI373Fji/+BTVt2l+zYZzSbQ4KCzpwyJndMVnxsJN9jAAAAgBtiXw1QUA0HN0cG58vaJ3Ef/k6tmrLNFFSZlZE6KmvQ0EGparXa8SVGEgcAAAC4G3bXAAXVcHBnZHBwSeIks8ZvxekXPdaakqnTaDQWi0X6pbFTAQAA4J4W3tNktm/iTbxMN3gim/Vei2M2Awqq4eC2yOAgk5O4oZP95VmLUfXlYwEHt5kFy1FtTiQAAAB4gtKN5j3rbaf6CqsE70UMByiohoN7csngyveQwfk0lyROPk4cSRwAAADg/thvAxRUw8ENtc/gFt5pbKk/cumAMdrz7yeD8zm/OHaqRO9UAAAAjzJlvs5qsW2zJWSoJXgvdt0ABdVwcDe/mMFd8ECoin/TPokkDgAAwJtMXRAgwQfQKRVQUA0Ht0IGh+MTwdrcu0KyTnPqnfqI9sAWC71TAQAAAPdEDAcoqIaD+yCDQxedc5vTceJa/D77g4bjxAEAAADuiRgOUFANBzdBBoeuY8QGAAAAwFMQwwEKquHgDsjgcKJI4gAAAACPQAwHKKiGQ58jg8PJ6TCJO1BCEgcAAAC4EUZKBRRUw6FvkcHhVMgjNmi0TZt+apXsSdxnj2nn/t6UlKW0YexUAAAA97Twniaz0TYx8TLd4IlkNV6LajhAQTUc+hAZHLrFWbcEHzNiw2MaauIAAADcX+lG8571tlN9hVWC9yKGAxRUw6GvkMGhu7j0TjW3qj79A0kcAAAA4BYodAQUVMOhT7hkcGU7zW/fQwaHkycncZLUWLLc1rFBTuLOe8ycOFRpQ+9UAAAAtzJlvs5qsW2VJWSw6e/NiOEABdVw6H2udXC7LAvvNhkajlxKBoeTQxIHAADgWaYuCJDgA+iUCiiohkMva5/BvXWX0dBw5B1IBodTQe9UAAAAwN0QwwEKquHQm8jg0NNI4gAAAAC3QgwHKKiGQ68hg0PvIIkDAAAA3AcxHKCgGg69gwwOvYkkDgAAAHATxHCAgmo49AIyOPQ+kjgAAADAHTBSKqCgGg49jQwOfYWxUwEAANzZwnuazLbNNGniZbrBE8lqvBbVcICCajj0KDfM4J67743Zqb/+x+/e6qzBn255STR46Yn/ST3jktF3ivUf3ld5Qtf63fznxLXyvl8v9aInb3pB3OjiT/KlE7R5zY6Hf/X3a6Y8ODfjZnH+0IK/7yreJ/UFauIAAADcVulG8571tlN9hVWC9yKGAxRUw6HnUAfnmz757w/3XPTntUuK6qobB2alNNQ2FfxcdMf5f/r5izVSXyCJAwAAAPoQhY6Agmo49JDjZ3CDxvufd08IGZz3KSnc9cofPxQTZ10x9aZHL/fXaSxmyxt//ex///nm7/e9kZaRmDo4Qep1chKn1jRuXkLvVAAAAHeROkIjd0oNi6Feypvx6gIKquHQE8jgfNbiT/JF7jZ68tDb/jhfZHBiiVqjvvaBC6bOGdvS3PrFmz9JfUR8yZ19a8iwadTEAQAAuIv5fw2++h+2EweG827EcICCajh0O5cM7uA2Mxmc79i0aps4n3nJZJdwf/JZo8X5jk2lUt8hiQMAAAB6HyEroKAaDt3LkcGJAE6ciwzu7buMxpYjl3puBiceywcvfLv0y7Vl+yqDw4KGjO4/dU7OxFmjT66Ziw9e/O6/f/wwKCTgqYV3Dh3dX+qyvO/Xr12yefeW/aVbD8YmRg3ISh43fYS4RUeDj15e9PKTH9z2x6typg0Td6y4YEfl4dqsnIGTZmfPuGCCy9qWfrnmx4/yt6zfFREVNmzCoPOvO7P9LR7eV/nZaz8Wr92xb8ehyHj9wKyU0VMyz7hgglpz5EV97tMHD++tiEuKdrmiWmP75xsQrJP6lJzESRK9UwEAAIBeQgwHKKiGQzfy1gzOZDQ/fsP/rflps1qt6p+ZLGaXfbV2yeerp58/QSRcAUH+J9TMxfcfrJQzuCdeu+2EMrjn7n/ju/eWi4nwqNDUjIQ9Ww6IPO6Hj/J+/CjvsddudW65f9fhD174pvxAtbhXFpN55XfrxGnr+l03P36Fo81/n/rwg5e+ExMJaTG6QO237y4XYWK/5Bjn9dRVNtx1wdPV5XViOi0jsdVgFI9OnBZ9sOJPC++Su6AGBunShyS53FXxZvjyLVt31BHjM6S+1vUkjl8pAAAAgFNHDAco2M9Ed3Hui9o+g8vI9Z97l6f2RX3//74R4VrywPjH/nubSKnEktJtBx/79b8Wf5IfHa+/9oELTqiZsxXfFP79/jdEdCUyuKxxg6QuEzckMrjI2PBHXv7tkFHpYonFbPn2veX/fGjhqsUbd2zeO3BYiqPxx698nzEy7U/v3B2fHG00mD586bs3//bZ52/8NPeaGUnpcZJ9XAWRwak16jv/8qszLswVSw7sKX94wd+3bdzjfKNfv7tUZHCTZo++9an5EdFh8gO877K/Fq3e/tNnq2ZdMqnDuyru2HP3vbFueUlMgv6c+dMkNyAncX6qpk2LW6V2SZyfnUqlcvxKwTckAAAAcNI4NhygoBoO3cLleHCHtlvcPIP7+u2ls1N/3eHp5y/WOLcUkda7//pKTDz8n5vkcE1IHZxw//M3iIlPX/3+4J6KrjdztiFv659ufUmtVf/hlVtOKIMT1q8oEecX3jBTzuAk+0gI58w/LXPMADG9d/tB58b+Os39/7hBZHC26QDtFbfNkUO6koJdcoPPX/9RnM++bLKcwQmJabF3/eVqlxvdt/OwOJ9wxig5g5Mf4LX3XXDmRbkR0aGd3VWRM/7wUZ5IDB9/7bbwqBDJPYhg7azfBg+ffqSTrPNx4uRDxVntHG9sCQAAAMBJIYYDFNR6oHvZ6uC2Wt660+DI4IZM9D/vXg8ek+Hnz1ZbzJaJs0aLyMl5ecaotOwpmcZW88a8LV1v5rBtw57Hrv+X2WT53b9/M2rSEOkE/frhiz/Y8PzMiyc7LxS3ogu0dX01Gs3OyweNTHckg7KUgf3EeWuzvRbMZFm9eJOYOOfK05zbDJ8wePCIVOclsYmR4vzVP39UtHanY+Gsyybf/bdrx08fIXXk8zd++v7DPJEA/untu9p3Vu1btpq4W4JHzHBO4rR7N1ocMRxjNQAAAPSohfc0vX6b7bRtpVmC96JTKqCgGg7dRQ4sag5a37m31dRyJNjtn62dd4+7FEA5O/vKqbf98aoOL/rTLS85F8TVVteL85RB/dq3FIlb4bLivTsOdb2Zw9/ufq3VYDs22d5tBybM6DjDOr7QiCDxhBcX7Cxas+Pw/orKAzWbVm9rbjSIi6xmq3PLuIRIl+tqdVpxbrFaxHnV4dqmhhb5fro0SxrQb9tGZWzTc686/Zt3ltZU1N994dMiWcscM2DExCG5Z4zqrMatbF/V63/+SHzD/P7Fm9uv3E2c9dtgyU/a+IPcO9Xviyc1F//ZEj/AolKp/I6Sjn5VSgAAAOg+pRvNJtvWqzRshlaC9yKGAxRUw+HUOWJcMREa09Z/nF/JT0eW7C82HdxmThjswV+8Lc22sCwyNqL9RfrYcHFeW9XQ9WYOxlbTRTfO+vDF7979x1dTzs7plxojnQijwbTw718s+WJV+f5qx8LMnAENtU37dhx2adzZ+KTy69bcZMvgQvXBjtFOHSLt99whKj7ibx8/8PZzny/7uuDwvkpxWvzpqn8HvDN3wekL7j7PP8B142n5twXNTa2nzxs3ICtZclcVpZbt+UbHbEKWObyf1WpVWSwW+fBwfEMCAAAAp4IYDlBQDYduZHsj+bWdfbeIMEzbltqOAGA0SO8/Wn/po2Gem8RFx9mStZqKuvYX1VbYKuDCIoK73szhjqcXzLpscsXB6p+/WPPvR9594o3bpBPxyp8+/Pz1xf46zcxLJo2ZmpU8ID4+JSYoJOCxX/9f+xju+IJDg8R5Q02TxWxxSeKaG1tcGielx93/j1//9sn5m1ZvW7es+KfPVokrfvjSoopDNQ/+6waXxhUHbBHhoBFpkrsSGdy7v69vaTzyBZg0qnXarc3WNn+rVe3cI5UkDgAAoCekjtCY7b+HhsVw9DBvRgwHKKiGQ3dRDmbv1zbrDvHXsn2ZLdPx9CQu3l6nJvKy9heV2xemDU3qejOHkfbjwV334EX5329Ys2STCONOO3es1DXNTa1fLfxZTNzx519NP3+C80XVZbXSCQ4pEBUfERIW2Fjfcnh/VWJarPNF5QeqnGcbapvFkrSMBNE+94yR4nTDw5d89NJ3r/3lk+VfF7RP8WISI0dPHppgH4zVDblkcP2GN0+8sc5PpWtzIgEAAKDHzP9rsAQfQMgKKKiGQ0/wU0mn39zaf+KRvn5yEnd4p0XyQJNmZfvrNKsWbyw/cEzEtm9X2bplxWIi94xRXW/mIjYx8vJbzxETr/zxAxGuSV3TaK9cExPZUzKdlxcX7Ny6YY+YsFisUpep1arsqcPExDfvLHVevnf7oY3525yX3HneH3979uObVm13LNFo1afPs+eAIspvl+Zf+OuZf3r7rpM78l1Pc8ng4rIax11X7qfqIHrj6xEAAAA4FcRwgIJqOHQX+V3kOKq9WqM67TctaRMM8qUiiXvvDx6ZxMUk6Of+anpDTdNDC547uKdCXli67eAfrnm+qaFl9uVT5AEKutisvQt+PbNfakzFwZrX//Kx1DXRCXpdgG1E033cJQAAEABJREFU1O/eX+5YKDK4J278tzwtD/7Qdedff4Y4//DF7z57/Ud5icgTxQMxGkzOzSafM0ac//N3b5UU7pKXiG+PD1/6Vkzkzhwl4jyX1S7+JP+d57/MW7RecjMuGVzM0Pqx15apNX7OwzI4vhX5egQAAABOBZ1SAQXVcOhGzhGGSDTkJE68u0pXBYpLW5vbRBJ32WNh8QPUkke5/LY5h/ZVrvim8NfTH+6fmWwymvftOGSxWLOnZt74yKUn2syFv07zm0cv+8M1//zijZ/OuHDi4BGpv3h/RFh0xW3nvPaXT8Rp5XfrgkIDja2mojU7NFr1kFHpW9bvrq9skE7E0NH9xX144dH3/vOH9z56eZG/v3b/rrKgYN3I3IwNeVsdzS777Tlrftq0s2jfnef/SUSH8cnR1eV1ImpMHhh/4+87eIA/f75GxHmzLp0sQjrJbbhkcLGZDTnXiAxO7aCycw7jSOIAAACAk0Y1HKCgGg6nzrluSA7gbBmcWq3RaFRqvyk3NKWMa5YbyEmcx9XEBYcG/v6Fm+77+3UTZo6qLq+tr2kcPWXoHU8veOL12wODdCfarL3x00fkTMsSn8R/PPhmF/uTXvrbsx/+z2+GjR90cG/FuuUlIjWbccGEf3/zhwV3nycuXbu0SDpB510z4+l37p589hirpa2uqiFjZNojL98yICvFuU1AkP9fP7z/ugcvyho70NDcKm634mD13KunP//5wzEJeskTtK+DG3P1IY1WpbGTYzgx4XgbO5fFAQAAADgJFP7Ap8nHHbdarRaLxWQytbS0VFRUhIeHx8fHS8DJkr9XxfvKNjSDxWK2E28wo53JaF72UvDe1UFyY12QnyfWxMHTVe23vP27YzK4nGsOa/1tuZu/E61WqznKpSwOAAAA8Clib66qqqqxsVFMBxyltZP7kXRlO5lqOEBBNRy6hfOB4eRSOLmqSHw7i1xDo1VP/nVj8tgmubGH1sTBo9kyuIdd6+CcMzh5Y8JREycQwAEAAPSopW8alrzWKk4Ht7Br4M04Nhyg4Nhw6EaOME5O4uTSS+lordyUG5qWSdK+NbZRyT33OHHwREcyuPpjMjh/nUbO4OQAzrkOzuWXPZI4AACAnrBsYavJPqJbSGRgwhD2C7wW1XCAgmo4dBfnDM5xbDjZkWojf41I4qiJQy/7xQzOuRTOOYOjFA4AAAA4dcRwgIJqOHSjLiZxSaNb5PYkcehpXczgbF2nnTI458EZSOIAAAB6SOoITdoo2ykshqDGm5E4wKe5DNFgMBjKysr0en1cXJwEnDLHF6z8NpPfaeaj5BEbWg2m5S+E7V8XKLfUBfld+VRYTCpV6OhmZHAAAADAqWCIBqCbUQ2H7uV8OK32NXFy5KEL0E7+Tb1zTdy7v6+vKKUmDt2JDA4AAABwB8RwgIJjw6HbHSeJcxwL3yWJa2kkiUN3IoMDAAAA3AQxHKCgGg49gSQOfYgMDgAAAHAfxHCAgmo49BCSOPQJMjgAAADArRDDAQqq4dBzSOLQy8jgAAAAAHdDDAcoqIZDjyKJQ68hgwMAAPAsS980LHmtVZwObmHj35sRwwEKquHQ00ji0AvI4AAAADzOsoUigxNJnOHgVrb8vRkxHKCgGg694KSTOJGtSMAvIYMDAAAA3BYxHKCgGg694+SSOJGtkMTh+FwyuNjM+pxrD5LBAQAAuL/UEZq0UbZTWAxBjTcjcYBPa7OzWq0Wi8VkMhkMhrKyMr1eHxcXJwE9zPH1K78J5feh2c5kZzQaWw2m5S+E7V8XKLcMDPO78smwqCS1BLRDHRwAAADQc8QOWlVVVWNjo5gOOEoupJA3rbuyOU3ICiiohkNvOpmauHpq4tCxrmRwMjI4AAAAoK8QwwEKjg2HXtb1JC5hBEkcOlV9yNqVOjiBDA4AAADoQ8RwgIJqOPS+LiZxp93SQBKHDokM7p2H6qiDAwAAANwfMRygoBoOfaIrSZxIVUji0F7VAVsG11R7dEyGrA7GZJAnyOAAAACAPkcMByiohkNfIYnDSag+ZH3390oGFzO0PnvBITlxoy8qAAAA4IaI4QAF1XDoQyedxIksRoLvkfuiOmdw9EUFAADwXEvfNCx5rVWcDm7hh3ZvRgwHKKiGQ986uSROZDEkcb6mKxkcdXAAAAAeZNlCkcGJJM5wcCsxnDcjhgMUVMOhz51EEieyGJI4n0IdHAAAAOChiOEABdVwcAckcTiOLmZw1MEBAAAAbojEAT6tzc5qtVosFpPJZDAYysrK9Hp9XFycBPQpx5ez/BaV36VmO5OdUWg1//yv0IMbA+WWwRF+VzwVHtmP31e8Vhf7olIHBwAAAHQ7sQdWVVXV2NgopgOOkksl5A3vrmxss7cGKKiGg/ugJg4uyOAAAAAAT0cMByg4NhzcCkkcHMjgAAAAAC9ADAcoqIaDuyGJg0QGBwAAAHgLYjhAQTUc3NBJJ3ENlSRx3oAMDgAAAPAaxHCAgmo4uKeuJ3HxmQa5pUht3n6oniTO05HBAQAAAN6EGA5QUA0Ht9XFJG7abfWOJK6uwkoS59HI4AAAAHzH0jcNS15rFaeDWywSvBcxHKCgGg7urCtJnC6QJM5LkMEBAAD4lGULRQYnkjjDwa3EcN6MGA5QUA0HN0cS5yPI4AAAAACvRAwHKKiGg/vrYhJ32q11sUNI4jwSGRwAAADgrUgc4NPa7KxWq8ViMZlMBoOhrKxMr9fHxcVJgBtzfHXLb2D5PWy2E+9ko52hxbTk+YjyLQFyy/AY1ZVPhYVG8+uLW6stty58gAwOAAAAcDtiJ6uqqqqxsVFMBxwlF0PIm+Vd2RRnfwxQUA0HT3H8mjh/u4BA7bTba6mJ8yAig3vnoXoyOAAAAMBbEcMBCo4NBw9CEudl5AyuoerIq0MGBwAAAHgfYjhAQTUcPAtJnNcggwMAAAB8ATEcoKAaDh6HJM4LkMEBAAAAPoIYDlBQDQdPRBLn0cjgAAAAAN9BDAcoqIaDhyKJ81BkcAAAAJCVbjDvWWcRp4ZK6kK8GTEcoKAaDp6LJM7jkMEBAADAYeG9Ta/f3ihOW1eYJHgvYjhAQTUcPBpJnAchgwMAAAB8EDEcoKAaDp6OJM4jkMEBAAAAvonEAT6tzc5qtVosFpPJZDAYysrK9Hp9XFycBHgsxxe7/PaW3+FmO/E+N9oZWkxLno8o3xIgtwyPUV35VFhoNL/N9DgyOAAAAMATid2oqqqqxsZGMR1wlNZO3mjvyoY6e1yAgmo4eAdq4twWGRwAAADgy4jhAAXHhoPXIIlzQ2RwAAAAgI8jhgMUVMPBm5DEuRUyOAAAAADEcICCajh4GZI4N0EGBwAAAEAihgOcUQ0H70MS1+fI4AAAAADIiOEABdVw8EokcX2IDA4AAABdUbrBvGedRZwaKqkL8WbEcICCajh4K5K4PkEGBwAAgC5aeG/T67c3itPWFSYJ3osYDlBQDQcvRhLXy8TzRgYHAAAAwBkxHKCgGg7ejSSu14hn7G0yOAAAAADHInGAT2uzs1qtFovFZDIZDIaysjK9Xh8XFycBXsrxtS+/+eX3v9lOfAqMdoYW05LnI8q3BMgtw2NUVz4VFhrNLzddImdwIsGUZ8ngAAAAAC8gdpSqqqoaGxvFdMBRWjt5k74rm/HsUwEKquHgC6iJ61FkcAAAAAA6QwwHKDg2HHwESVwPIYMDAAAAcBzEcICCajj4DpK4bkcGBwAAAOD4iOEABdVw8Ckkcd2IDA4AAADALyKGAxRUw8HXkMR1CzI4AAAAAF1BDAcoqIaDDyKJO0VkcAAAADh1pRvMe9ZZxKmhkroQb0YMByiohoNvIok7aWRwAAAA6BYL7216/fZGcdq6wiTBexHDAQqq4eCzSOJOAhkcAAAAgBNCDAcoqIaDLyOJOyFkcAAAAABOlEYCcBTVcPBxjhhaTuI6ayaSuCXPR5RvCZCOJnFXPhUWGu1Dv+uQwQEAAKB7zX8muM1q20SMSqZeypvx6gIKquEAauJ+ERkcAAAAul3qSE3aaLU4hUazrejNiOEABdVwgEQSd1xkcAAAAABOGjEcoKAaDpCRxHWIDA4AAADAqSCGAxRUwwEOJHEuyOAAAAAAnCJiOEBBNRzgjCTOoammjQwOAAAAwCkihgMUVMMBLkjipCMZXB0ZHAAAAHpO6QbznnUWcWqopC7EmxHDAQqq4YD2fDyJkzO4msNkcAAAAOhBC+9tev32RnHausIkwXsRwwEKquGADvlsEkcGBwAAAKAbEcMBCqrhgM74YBJHBgcAAACge2kkAEdRDQcchyOklpO4zpqJJG7J8xHlWwKko0nclU+FhUZ72K8+ZHAAAADoTfOfCW6z2jYgo5Kpl/JmvLqAgmo44Ph8pCaODA4AAAC9LHWkJm20WpxCo9mS9GbEcICCajjgF3l9EkcGBwAAAKCHEMMBCqrhgK7w4iSODA4AAABAzyGGAxRUwwFd5JVJHBkcAAAAgB5FDAcoqIYDus7LkjgyOAAAAAA9jRgOUFANB5wQr0niyOAAAAAA9AJiOEBBNRxworwgiSODAwAAQJ97ambdo1Ntp7WfGSV4L2I4QEE1HHASPDqJI4MDAAAA0GuI4QAF1XDAyfHQJI4MDgAAAEBv0kgAjqIaDjhpjghbTuI6ayaSuCXPR5RvCZCOJnFXPhUWGt0HvwmRwQEAAMB9zH8muM1q27yMSqZeypvx6gIKquGAU+FBNXFkcAAAAHArqSM1aaPV4hQazXamNyOGAxRUwwGnyCOSODI4AAAAAH2CGA5QUA0HnDo3T+Kaa8ngAAAAAPQNYjhAQTUc0C3cNomzZXC/J4MDAAAA0DeI4QAF1XBAd3HDJE7O4KoPkMEBAAAA6BvEcICCajigG7lVEkcGBwAAAKDPEcMBCqrhgO7lJkkcGRwAAADc3FMz6x6dajut/cwowXsRwwEKquGAbtfnSRwZHAAAAAA3QQwHKKiGA3pCHyZxZHAAAAAA3IdGAnAU1XBAD3EE3HIS11kzkcQteT6ifEuAdDSJu/KpsNDok/zFiAwOAAAAnmL+M8FtVtvGZ1Qy9VLejFcXUFANB/ScXq6JI4MDAACAB0kdqUkbrRan0Gi2Qr0ZMRygoBoO6FG9lsSRwQEAAABwQ8RwgIJqOKCn9UISRwYHAAAA4P/Zuw84J8r8j+PPpmy292Vhd+lI7016xwZSBEERQcXuef5FuDvLqeepZy8n1rOBiBUVFREE6b0uHaUtHZbtLbsp+3+SkSQmu8sCm9kk+3m/eIUnkyeTSWYyO/nOb2Z8EzEc4EQ1HKACryZxZHAAAAAAfBYxHOBENRygDi8lcWRwAAAAAHwZMRzgRDUcoJpqT+LI4AAAAAD4OGI4wIlqOEBN1ZjEkcEBAADArz1zRe6T/Wz/Ns0rFQhcxHCAE9VwgMouOokrzHbG5WRwAAAAAPwCMRzgRDUcoL6LTeJylSSODA4AAACAv9AJAPLi4xYAABAASURBVOdQDQfUCEf8rSRxFXUb/FDOkpdjzuwNke3sU7YkbvTfI797Kd81g+s25aQSt5HBAQAAwI9MfDG8zGrbNI2vT71UICOGA5yohgNqStWTuGX/jT65I1TYk7gPH8x1PFSndV7X28jgAAAA4JcadiCfqRUIWQEnquGAGlSVo1NlY+ADefXaFbs9N6lNfrcppxw9Hf3J4AAAAAD4DmI4wIlqOKBmVT2JS0o94XhWUtuC7refVvq4BnCyTQYHAAAAwHcQwwFOVMMBNa6KSVy3pnMSEw7LbknNsnvdddYtfSODAwAAAOCDOPYYcKIaDvAFlZ8nTknTdPn5PS6bsy9iYLtxQm9oJIdo7fTnkMEBAAAA8DXEcIAT1XCAjzhvEqfNywsyGFrH/ay3XmEwGORA16I5pU0GBwAAAMCnEMMBTlTDAb6jkiTOFsMVFASVlJTp9YaysuDgYEc1nIIMDgAAAP7lmStyTUZbY/hDoV1HBgsEKGI4wIlqOMCnVJTE2e7KGE6nkzGczmo1GAxKB9cwjgwOAAAAgK8hhgOcqIYDfE25SZwtbjMa5de1TKvVl8ksTq/EbY5LOjgCODI4AAAAAL6DGA5wohoO8EGeSZwtXTMa5RdVxnC6czGcHO5aAUcGBwAAAD/Sd6LBarFtuCa30AoELmI4wIlqOMA3uSVxtq9qaantrkYjN1J0Op04dwVVt/SNDA4AAAB+od+kEIFagBgOcKIaDvBZyhfT8Q3VWCxlVqscKjM5pQJOeERvfJcBAAAA+BRiOMCJajjAxzmy8pg77hD276yhRQvHkaqu3QQAAAAA+BhiOMCJajjA9ynf0Nh77y03Mef7CwAAAMBnEcMBTlTDAX6ExA0AAACAfyGGA5yohgMAAAAAAF5CDAc4UQ0HAAAAAFDf7GmF5lJbo9cNhua9yGoCFrMWcKIaDgAAAACgvvTtZpPR1mg7WC8QuIjhACeq4QAAAAAAgJcQwwFOVMMB/uJwu3bCYpGNhGefjRg1SgAAAAD+rO9Eg9Vi+yma3EIrELiI4QAnquEAAAAAAOrrNylEoBYghgOcqIYDAAAAAABeQgwHOFENBwAAAAAAvIQYDnCiGg4AAAAAAHgJMRzgRDUcAAAAAADwEmI4wIlqOAAAAAAA4CXEcIAT1XAAAAAAAPXNnlZoLrU1et1gaN6LrCZgMWsBJ6rhAAAAAADqS99uNhltjbaD9QKBixgOcKIaDgAAAAAAeAkxHOBENRzgL+p++KGwJ+b6Jk0EAAAA4Of6TjRYLbafoskttAKBixgOcKIaDvAXId26CQAAACBQ9JsUIlALEMMBTlTDAQAAAAAALyGGA5yohgMAAAAAAF5CDAc4UQ0HAAAAAAC8hBgOcKIaDgAAAAAAeAkxHOBENRwAAAAAAPASYjjAiWo4wF8cbtdOWCyykfDssxGjRgkAAADAn82eVmgutTV63WBo3ousJmAxawEnquEAAAAAAOpL3242GW2NtoP1AoGLGA5wohoOAAAAAAB4CTEc4EQ1HAAAAABAfX0nGqwW20/R5BZagcBFDAc4UQ0HAAAAAFBfv0khArUAMRzgRDUcAAAAAADwEmI4wIlqOAAAAAAA4CXEcIAT1XAAAAAAAMBLiOEAJ6rhgBqh0WjEBUp6/XVh/6oa2rS5iKdbrVYBAAAAAOoihgOcqIYDasRFfOkihg4VAAAAAOBXiOEAJ6rhAAAAAADqmz2t0Fxqa/S6wdC8F1lNwGLWAk5UwwEAAAAA1Je+3Wwy2hptB+sFAhcxHOBENRwAAAAAAPASYjjAiWo4AAAAAID6GrbXKQelRiVe8PXH4EeI4QAnquEAAAAAAOqb+FK4QC1AyAo4UQ0HqC8rK8tgMMjv3dSpUyvqU1xc3LRpU9ln0qRJAgAAAAD8EzEc4EQ1HKC+uLi4Rx55RDZmzJixffv2cvs88cQTBw8eTEhIePXVVwUAAAAA+CdiOMCJajigRvzjH/9o0aKFyWS69957PR/duXPna6+9Jhsvv/xyfHy8AAAAAAD/RAwHOFENB9QIg8HwzjvvyMbq1atnzZrl+pD8Pt55550yoRsyZAhHpAIAAADwa8RwgBPVcEBNGTBgwMSJE4W9Mi4/P98x/L333lu7dm1kZKRsCAAAAADwZ8RwgBPVcEANevHFF6Ojo0+ePPnEE08oQ86ePfvYY4/JxpNPPtm4cWNHz8zMzEcffVQmd7GxsX379n344YdzcnLcxrZ69eqbb765TZs2MsLr0aPHXXfdtWTJEgEAAAD4pNnTCj/+q+3fb2vMAoGLGA5wohoOqEF169Z99tlnhf1aDbt375aNp556SiZxnTp1euCBBxzdli1bJofInmlpaTJl++2335577rmOHTuuWrXK0efXX3/t16/f7Nmz9+7d27p16/3797/33ntDhgyZPn26AAAAAHxP+nbz4W22f3kZVoHARQwHOFENB9Sse+65p2fPniaT6cEHH5TZ2ZtvvqnX699//32tVqt0yMnJGT9+/NGjRx955JEzZ87I6O306dMvv/xyenq6HF5YWKh0e/75561Wq0zxcnNz169fn5GR8cUXX8jhL7300qFDhwQAAAAA1ASdAHAO1XBAzZLfvhkzZnTp0mXRokWjRo2SUdrf/va3zp07Ozo8/fTTMn2bMmXKM8884xg4derUffv2vffee88999y///1vOUQpprv55psjIiKU0Y4bN27dunVFRUVGo1EAAAAAPqZhe5251NaISqReKpBR+INarcxO/tS3WCwmk6m4uDgjIyM6Orpu3boCgFocxW4KGau9+uqrstGiRYutW7eGhoY6Hqpfv/6xY8eWLFkyaNAg16csW7Zs4MCBLVu23LNnj7zbv3//FStW9OrV68svv0xJSfF8RfmVFwAAAABQZaWlpZmZmQUFBbIdco7eTv6i0Wg0VanpIYZDreYWwxmNxtOnT8fGxiYlJQkAanGL4eQftsTERPl9/Pzzz8ePH+8YXlJSEhYWJr+wffv2NRgMrk+RfxFl7iYfVY5L/fnnn6+++mrloc6dO/fs2XPo0KFySHBwsDKQGA4AAADABSGGAy4V1XCAL3CL4aSYmJjc3NzFixcPHjzYMfDEiRPllra5ks+KioqSjV9++eXZZ59dtmyZ46Hk5OSnnnpqypQpghgOAAAAwAWqlhiOQ44BJ84NB/iypKQk+RdONrKzs8sqoGRw0tChQ5cuXXr06NGZM2fecMMNwcHBMsW7/fbb33rrLQEAAAAANYEYDnDiSqmAL5O7mFq1aiUb69atc3tI7pLavn17Tk6OcvfkyZO7du2SjdTU1EmTJn322WdnzpwZO3asHPLtt98KAAAAAKgJxHCAE9VwgI8bPXq0vJ0xY4bb8HfeeadDhw4DBw6U7SNHjiQnJ/fo0UMpF1dER0ePGDFC2L/mAgAAAABqAjEc4EQ1HODjHnroocTExPnz5//rX/8ymUzKwJUrVz7zzDPKo/K2QYMG/fr1kxncuHHjjh49qvQpLCyUUZ1sDB8+XAAAAAA+ZsUs47KPSuS/E3s5i3Eg0wkA51ANB/i4yMjIOXPmTJ48+cknn3z55Zc7duyo1WqV6zDce++9EydOVLrJxK1Xr14LFixo1KiR7BMXF7dnz57jx4+PGTPm7rvvFgAAAICPWTm7xGS0NSLiQpNbagUCFNVwgBPVcIDvGzJkyPbt2x9++OHu3btv27YtPT39qquumjt37ptvvuno06pVqx07dtx///3t27c/cODA4sWL9Xq9jO2++uqr4OBgAQAAAAA1gcQBtZpyaUWr1WqxWEwmk9FoPH36dGxsbFJSkgCgFq1W7d198isvAAAAAJ8xe1qhudTW6HWDoXkvjlz0RaWlpZmZmcoZqEPO0dvJXzQajaYqh9YxawEnquEAAAAAAOqb+FK4QC1ADAc4cW44AAAAAADgJcRwgBPVcAAAAAAAwEuI4QAnquEAAAAAAICXEMMBTlTDAQAAAAAALyGGA5yohgMAAAAAAF5CDAc4UQ0HAAAAAFDfillGq8VWEdK8py65pVYgQBHDAU5UwwEAAAAA1LdydonJaGtExIUSwwUwYjjAiWo4AAAAAADgJcRwgBPVcECNsFgs4gIV/fyz0jC0b69NThYAAACAP2vYXmcutTWiEjUCgYsYDnCiGg7wF2FXXSUAAACAQDHxpXCBWoAYDnCiGg4AAAAAAHgJMRzgRDUcAAAAAADwEmI4wIlqOAAAAAAA4CXEcIAT1XAAAAAAAMBLiOEAJ6rhAAAAAACAlxDDAU5UwwH+4tRttwmLRTZi7rwzpHdvAQAAAPizFbOMVoutIqR5T11yS61AgCKGA5yohgP8hXHjRiWGM48eLQAAAAA/t3J2icloa0TEhRLDBTBiOMCJajgAAAAAAOAlxHCAE9VwAAAAAADAS4jhACeq4QAAAAAA6nt0UbRALUAMBzhRDQcAAAAAALyEGA5wohoOAAAAAAB4CTEc4EQ1HAAAAAAA8BJiOMCJajgAAAAAAOAlxHCAE9VwAAAAAADAS4jhACeq4QB/UffDD4X9q6pv0kQAAAAAfm7FLKPVYqsIad5Tl9xSKxCgiOEAJ6rhAJ9y6o47jKtXi4uj16d8+y0hHQAAAPzCytklJqOtEREXSgwXwDQCwDlUwwE+Jf7hh2WaJi5KzJ13ksEBAAAA8CnEcIAT1XCAT5E5mkzTxIXT1a0bfccdAgAAAAB8CQelAk5UwwG+RqZpBXPnmk+duqBnxT36aFBwsAAAAAD8xKOLogVqAarhACeq4QBfI9M0mald0FPCBg0KGzxYAAAAAICPIYYDnKiGA3yQzNRkslbV3nr9hcZ2AAAAAKAOYjgBOFANB/gmW7JWtWs1xNx5p65ePQEAAAAAvocYDnCiGg7wTTJZq8q1GvSNG3NlBgAAAAA+ixgOcKIaDvBZMl/TN2lSeZ+4f/yDKzMAAAAA8FnEcIAT1XCAz7Jdq+Hvf6+kQ9igQaF9+woAAADAD6WnmQ9vtch/+Wf5QRrIdALAOVTDAb5Mpmwyayv69VfPh4LCw7kyAwAAAPzX7OmFJqOtMfyh0K4jOcIjYFENBzhRDQf4uIqu1RB9xx1cmQEAAACAjyOGA5yohgN8XLnXarBdmeGWWwQAAAAA+DYOSgWcqIYDfF/0HXcULlhgOnjQMST+8ce5MgMAAAD82qOLogVqAarhACeq4QDf53atBkP79iGXXy4AAAAAwOdRDQc4UQ0H+AXXK6KGXXWVAAAAAAB/QDUc4EQ1HOAvUpcssV0d9e9/56xwAAAAAPwF1XCAE9VwgL/Q1auX+OyzYYMGCQAAAADwE8RwgBPVcIAfCRs6VAAAAACA/yCGA5yohvMRzAIAXsKOFgAA4JvS08xlVtuGSnx9TWQCWywBixgOcKIarma5pm8kcQCql7Jud6xbWNUDAACfMnt6ocloawx/KLTryGCBAEUMBzhRDVdTHJ+50nC9BYBqEWSBDbRNAAAQAElEQVQnXPI4kjgAAACojBgOcKIarka4ZnBu3DoAwEUIOse1zQofAAAA6iOGA5yohqtBSu425C+7zJY/Ajh+HgOoRtMn1r3y8hi5YtFoNMoQkjgAAOA7Hl0ULVALEMMBTvwkU5/j+FPJarWWmMpkDOd4UABANSktNUsyg5NrG61WqwxkhQ8AAAA1EcMBTlTD1RRHDKfcjY7QNa0fJgDgkuXkmw4eK5YNuYYxmUw6nW3LR6mJ4yRxAAAAUBkxHOBENVyNcGRwkpKBtmgY/tS9zQQAXLLVaTn/fu+AbFjslIGOc8MJCuIAAACgImI4wIlqOJW5ftSu1XAAUO3MZrPJZBIupXCO6zYAAAAA6tAIAOdQDVcjXKvh+PABeInFYpFJnLx1rb0FAAAA1EQ1HOBENVwNohoOgFcpMZxWq9XpdGXnCAAAAN+QnmYus9qKEuLrayITqE4IWMRwgBPVcDXFcb1UAQDeoVTAWc9RBrLOBwAAPmL29EKT0dYY/lBo15HBAgGKGA5wohpOfY6CFIpTAHiV26VgWOEAAABAfcRwgBPVcDWFH8MAVEAABwAAgJpFDAc4UQ0HAIGKklsAAODLJr4Y7jg3nEDgIoYDnKiGq0H8NgbgVazbAQCAL2vYgXymVmA2A05UwwFAoKIUDgAAADWOGA5wohoOAAAAAAB4CTEc4EQ1HAAAAAAA8BJiOMCJajgAAAAAAOAlxHCAE9VwAAAAAAD1paeZHVdKjUygNCRgEcMBTlTDAQAAAADUN3t6ocloawx/KLTryGCBAEUMBzhRDQcAAAAAALyEGA5wohoOAAAAAAB4CTEc4EQ1HAAAAABAfRNfDHecG04gcBHDAU5UwwEAAAAA1NewA/lMrcBsBpyohgMAAAAAAF5CDAc4UQ0HAAAAAAC8hBgOcKIaDgAAAAAAeAkxHOBENRwAAAAAAPASYjjAiWo4AAAAAADgJcRwgBPVcAAAAAAA9T1zRa7JaGsMfyi068hggQBFDAc4UQ0HAAAAAAC8RCMAnEM1XC3xxvufNO8xRP5bvzlNXKzLr7xOjuHYiVMX9KxX3v5QPuv+R56qvNvKtRtlN/kSlXdbs3GL8kbkvw1bKnwv3/y4UOkz4a4HKx9hsbHktXc/Gjfl/g4Dhl19w2079/wmqlu1T7PvmPnlt3KCH3nm5ap0e/z518Slubgl0JOcC3I8Y2+7T1w4Y0npvgOHBAAAAICqIYYDnKiGqyXm//Kr0vh2wSIRKH5dtbaihxavXCOq5oUZ77710afbdu2RedyBw0fi42KFN1XLNKOmbNy249qb7lixZoMAAADAJZv4Yvgtr0fIfy166wUCFzEc4EQ1XG2wdefug+lHe3brJGf0z78uLywyCj+n1drW5L+uXFfuo4VFxavWbRRVs8Le8/oRVy/99tPf1i2ul5QovKMap9l3tG/d4q93TB7Ut4eoHRb9uiL92HEBAACA6tCwg65RJ638F5nAD9JARgwHOFENVxss+GWZvO3TvWv3zu2Liow/LV4q/FaQsP2Frlc3qWFqyuGjx/buL+fwwBVrNxhLSls1b2brf74/6AX5hfL2rptvTKmXJLyj2qfZd3Rq2/ovU24e0q+3AAAAAIDyEMMBTlTDBTyLxfrDItsRqb26dR7Sv49sfPdTIByXOqS/Lfr5tbwDOZessA28cmBfUQVmi0XehoaFCO+rrmkGAAAAAH/BlVIBJ6rhAt7K9Rszs3NS6yW1aXlZncT4515/e+O2HQcOH2naqIFbz29/WrRg8fL9h9Nz8/Lbtmreuvll40Ze07hBaiUjf//TL194472I8LAP//t8xzathIqG9Ov1wadfLl259t5bb3IdXmoyLVm5pn3rFvXq2A4vrWTRnnDXg5vSdijt3sPGydvp991xx83j7c8q+98nX/y0ZNmxk6eiIiI6tm119eABQ/v/qearw4BhdRISfpzz/rOvvbVo2cpmjRpOGn+dW5/qmubFK9YsWLJs2649VrOlY7vWw68YPLhvz/NOTN3EhDG33Tf6misee/C+GR9+smFr2pFjJ9q1ajGwb8/J40bLZ3302dfL12zYvnuvfN2rBve7a/KEYL3e7XVXrN3w24FDvx88nFy3TqvLmg3s0+Pqwf0dHWZ++e0zr7w59tqrn330IcfA7bv2zflm3qa0nQUFhd27dBg/criomupaAs1my6fffL9m/Wb51hLiYju1bzNhzMiWzRqfdwIq+ZwzMrOUhUR68c3/yX+3Txz/t7/coQw5cvTEf/779m+HDmdl5bRu3kw+Vz4aGx3lGPOO3fvkvBh55eCnH5327sw5G7du37P/gOzZ9/JuE68fFRpiEAAAAECAIoYDnKiGC3jzF9pK4ZQ6uMT4uMu7dFyzYcs38xfKyMm125sfzn79vY9lQyYCLZo22bp919qNW2d/9e1LTz585aB+5Y752/mLlATkvVeeUTmDkzq3b5MQH5u2e++Zs5l1EuIdw1eu21RYVDyk//kPk2zVvGlwsH79lm0Wi7V7p/Y6na6uPQWTodi9f3t8xdqNWq2m5WVNzSbzgiXLf1y0VGYo//rHg2Ghf6qb+8/rb3/2zQ+ykZmVM/mG66p9mo0lpU++8No3820FjDI5DY2MXLh05fxfll037Iqn/vGgW2pW7sTkFxRMuOf/9u0/JPOs0JCQNRu3yH8RYaHHTpySM71R/VQ5B38/lP77+59k5eQ+Me2vjrE9+uzLX32/QDbiY2Mua9JIhnFyJN8t+OW7n3559+WnK3qPi5au/L9/Pi2DMPmshvVTVq3b9POSFT26dhTnU11L4PFTZ6b+8+mtO3YbgvUtmjXJyy/8/Nsfv52/8B9/veemsSMqevXzfs56na5Xt85Hjh0/dvK0/CTrJdWpn1JPee6KNRsfeOwpOQfjYqLlAvP7wXSZdM9bsPg/j07r27Ob66sUFhffNe1R+QWUH3tUZOS6TdvkvwW/Lv/s3dfl1AoAAAAgEHFQKuBENVxgk9HALytXy8YVA/soQ64caEs0ZJJitVod3YqNJR98+qUMAt5+8d+bF3//5QdvbFj03W0TxpaUmp6f8V65Y5ZpyyPPvhQWFiITkK4d2gm1lAn7smpfbpVDOBctXeXaQTm6sypnK/vnQ3/5+I0XwkJDZfvVpx+T7WuvHCTb7878TGZwMotZ+PnH33789g+f/u/72f9rkJo8b+GStz6a7TqGU2fOzJn7/XXDr3z9mX+OHzWsd/eu1T7NH3/+tcyGmjSsP2/WOws+//Cbj95aMnd2i2aN5cBPv55XlYlZvGKNfN25H7658MuPV3z/2YQxtihKBnYfff61nN2Lvvr4128+veeWCXLgp19/LxcY5VkyWpIZnMxtv/pgxtoFX3/+3usbFn77r7//n3xo6ep1u/ftL/edyqf/66U3ZAZ343XXrvnpqy/+99+VP3zZ+/IuMmwSlarGJfCx/7wsM7j+Pbsvm/fZ1x++Kd/g7LdeDg0J/ddL/92xe19FE3DezzkmOkouIYP79pLtsddeLds3jrZV+Z3Nyvn708/LN/5/d9267ue5n7372vqFc++cdINMWh984hmZbLq+ipwXMs2cNeMlOVVLvp711gtPyenfuee3HxYuFgAAAECAIoYDnKiGC2wyqigqMtatk9ClfVtlyNWD+snZnZGZ9esq5yU7T5w6XVBYVLdOncF9e+p0WjkkxBD8wJ23XjGw7+A+PY0lpW6jXb857cHHn9HrdG8//281Mzg3g/vYMpFfV691DLFYrIuWr2zepFGzxg3FRZEB09sffyobrz/7eIP6ycrAyxo3fOVfj8rGzM/nHjl6wtFZhkQ3jB7+3GPTrx7c/9//eLAqhxZe0DTL2SQzQTkvZDilXL1BqpeU+M5Lz+j1ujc//MQ15alkYh68+7Z2rVvIhkajufWGMbKRl1844bqRyhGXco7LCEkmbrJ97OQp5SlrNm2Wt1NuGtehTUtliOwmg6dO7VrL9u+H0st9d/N+XiynWb6XJ6bdr6xVwsNC3nj2CdfDM8tVXUugzLlWr98sJ+C//3kiPjZGGdi9c4dHpt4rG8/9951yX/2CPmc3T78yIzMrZ8SVgx0HGss3Pu3e24f065WXV/DK2x+49Z9+7x1KbaDsJvuMu/Ya2Za5oQAAAKh9nrki98l+tn+b5pUKBC5iOMCJarjANt9+UdSrBw9wJK0x0VG9L+8i7ImJo1tSYoIhWJ9+7Pjjz79WbCxRBsocZ8Z/nnh06n0ynnAd5449++752z9NJvNrzzzes1snUXN6duscExW1btPW/IJCZci6zdtk9nHloIu/0MEPi341my1D+veWUY7r8PZtWvTq3llGXeu2/Kmw64r+fcSFuKBpXrJiTWFRccd2rd3Oj5ZSt063ju1llLZi3cbzToxWq+nRxTmb6qfUUxYG12Ng5ZDU5LqykXE2Sxnyj7/evXHht2OGXek6Kvn2Q0Nsx+SaTOVvJy2zZ7vjRg2TeZ9jYER42OhhV4hKVdcSuHDJcnkrP0y3SHTY4AFy/Bu37Thx6oznq1/o5+wgo8OfFi+TjVvs4aYrZcjq9Zvchl975WDXu43tp2gsNhoFAAAAEKA4NxzgRDVcADublbNynS0FuOLP19+8ckDfVes2LV6+KisnNy4mWtiDkltuHPvuzM+Us2i1b92ya8d2fXp069axnEq3f/z7BSUo2X/w8KA+PUTNkQHToL49vpm/6NdV60ZeZUs3ltiPwK3KEakVycrOEfbyN8+HmjdpvGbDlgOHj7gObJCSLC7EBU3z6Yyz8vbwkWO33P83t4cOHTkqb8+ezTzvxCTGx7lmUjIgk6mWnIPK5SAcgu3nJitzOVQ5OjpSrhy27Ni9JW3H0ROnTp3O2LhtuwyehP0aCKI8h48el7eN67tfVKFxg/qiUtW1BJ6yf2KLlq7anLbL7VlanVaUms5kZibXreP20IV+zg6ZWdnCvhZteVlTt4eaN7VdEeL4qTMy4AsPC1UGJiXGK7V+DiHBtoRRuVwvAAAAEJCI4QAnquEC2A8LFytz9sY7H/B81GKxfvfTL7dNGKvcffCuW+smJs768ptDR45t3LZD/nv74zmtmjd7fNr9Xdq3cX2isaT09onj35/9xVsfz75qUP8GqfVEzRnUt5eMtJatXisjLflmFyxZ3jA1xXFc4UUostclJcbHez6kHLaZZU9eHELDQsQFqvo0K8dCnjpzVv4rd1QyaT3vxCgnv/Pklge5kXN5xgezZFp43KV8rHP7Nrl5+W5BpKv8wgJ5Gx8X6za8TmK8OJ9qWQKVFHXfgUNC/itP5p8/sT+edYGfs0NRse1UenGx0Z4fZkx0lIw75aTKjK9Jwz9SyIjw8HLHwwoYAADUThNfDC+z2ipC4utz2GIgI4YDnKiGC2Dzf1laeYdv5y90xHAajeamsSMmjLl27/5DG7amLfp1hcxB9vy2/+Z7p379wZutWzhDoqcfnnr9iKtPnj49NBvKAAAAEABJREFU/5dl/375jf+9+qyoOX0u7xoWFrJi7cZSk0lOrgxZrrefbOui1bVfwPRsVpbnQ2ftAVzM+U5zdl5Vn+akxAR5O+n60Y89dJ+4WBf37X5xxnuffPWdIVg/ZvhVcoKbNqyfmlIvIjzsvr89UUkMFx0ZKd/O2cxst+F5+YXnfcVqWQLr1En4/VD6f595/KrB/USVXfTnnGSvKMzKzjWbLW5JXF5egXJKu0tfYAAAAAJVww7kM7UCISvgRDVcoJJhxHb7dSHnvPvqb+sWu/17+V+PCHvR0LZde4S9Mu7o8ZPHTpySC0Ory5pMHjf603deXfzVrEb1U2W+sGTlWtcx9+xqOxvX9PvuDA0xLF+7QUYhouaEhYb073l5fkHh2o1bl622nZhscL9e4hKkptqO6yz3DGInTtsGtrisibg0VZ/mRvVT5O2u3373fOhgupxjp+WME15QWFT82bc/yMbTj0z7z2PThg0d0LJ5U5nBySGnz9rqxSpaXyjnVjuT6V5TJiMzUanqWgKVCSj3E9u9b3+GRz6ouOjPOS4mWv6T689jJ0+6PXT8lO1iF6n1kpTjvgEAAIBaixgOcKIaLlDNX/SrsKcS5V7J9IqBfZWLV3730y/y9vtFSwaPufnhp1907dOgfnL3zu2FrUypnMUjuW6du2+xXRryhRnvytRG1JxBfW0Z1vK165evWV8/tZ7jyp4X54r+fQzB+mWr17slcYeOHFuzYbPj5S5RFae57+Xd5GzanLYzbdde1+HFxpKb7n5w4Oiblq1ZL7wgJy9fOftb7+5dXIdv2bFbyXYtFZwbrnf3rvL2q3kLrC7nmDOWlM5bsFhUqrqWwKsG9Ze3c3/8ubDoTxc92L5r36jJdw8YdWNObp7nqKr+OWt1th22rvstrh5ie8XPv53vNs7Pvv3RNuae3QUAAABQuxHDAU5UwwUkOUO/t8dwI64aUm4HmTSNvHqosJ0/bolMSQb37hkWFrJ+S9rzb7znyC9k8KRcBbKi6zDcNuF6GSGdPJ3xytsfiJozqHcPrVaz8NeVe38/OLTfhV231FO9pMSbxo7Kycub8n//OHL0hDLw90Ppd0x9JL+gcNzIa6qluKmK0xwZGX6r/ajhx559ee9vB5SBcn49/p9XMrNzmjVuOLD35cIL6tVJUK7q8PUPPzkGygzuL/944o9pKC0p94mjrhkqP8CtO3dP/9dzJpNZ2D+6yX+ZVslxrIrqWgK7d2rfr2e3s5nZ0//1n8zsP07odurM2Uf/85JsXDfsynIPEa365xwZYTu5257f9+fm5itD7r31ZjnlH8756q2PPlWGyG/fS2+9//m3P8rhk8dfJwAAAIDajWOPASeq4QLS7n37jx23HSU34srBFfW5bvhVH38+V0ZLPy9dMeqqIU/97cFpT/7ng0+/nDN3XqvmzUIMhi3bd8ok4m9/uaOiKx7ILO+xB++766HHZn89b/Q1V7Rt1VxUbOGvK5r3KCcTlHFP2jJnJVF2bl653aQv3v9vp7atPYfLDKVP967L126Q7SH9q6FU7b7bJh47eWrR0pVX3nBLy8uamk3m/YfTLRZr78u7PPzAvaI6VH2aJ48fc/jIsW/mLxox6a5G9VOT69Y5cvzEsROnYqOjXn/2cY3GKzuW5GjvufWmV97+UP5bvHx1RHh4SWnp5rSder2uQ+uWabv3ZlZwyYKI8LAXn3z47mmP/bDwV/nuGqQk79zzmxw+oNfllRfuRUVFVNcS+MS0v0574j9yspetXiefGBkevm3X7qIiY8c2rf7x17srmoAqfs6N7BeBnf/LMvlv7LVXP/voQ4nxsS89+cijz7z02rsfzfrim8YN6x84dETGuHLBlsMdF2cAAAAAai2q4QAnquEC0sr1G+Vtj64d66dUeBnTls0ad7ZfgPK7nxYJW93c4Lkfvjls6IB6SXV27f1tzcYtzZs2/t8rz94+cXwlLzSwd4++PbvJ5eex517x0nnKqkI5t1q9pMQu7duKSxYZET7jP0/IOGlwv94ZZ7OycnJ7de/y9MNT33/lP+EXfl3UilRxmmWa89w///bWC08Nv2KgTMu3794bGREx5aZxP8754LLGDYXX3D15whvPPt6tY7sjx07KhUFGVCOvGjJv1rsP3HWrfHSVfQErV/dO7b/+8M0bRg9PjIs7lH60eZNGMvwaN+r8182oriVQLvOfvvPqww/c3b9n9xMnT+87cLDVZc0enXrfrLdeDg8LrWg8VfycrxzY97phV2i1tg2J/MI/rjsxpF+v72f/T3Zu0rDB3t8P1E1KmDxu9FcfvjmkXzWEwgAAAIC/I3FArVZmZ7VaLRaLyWQyGo2nT5+OjY1NSkoS8D63z1+6Zlq6TA+6t4l+6t5mAgAu2eq0nH+/Zzu6dspVmoGdQhTBdjqdTitzRI2GImgAAFDjnrki12Q/H8nwh0K7jgwW8D2lpaWZmZkFBQWyHXKO3q7qW5UclAo4UQ0HAAAAAAC8hBgOcOLccAAAAAAAwEuI4QAnquEAAAAAAOrrO9FgtdgqQpJbaAUCFzEc4EQ1HAAAAABAff0mVdsF0ODLiOEAJ6rhAAAAAACAlxDDAU5UwwEAAAAAAC8hhgOcqIYDAAAAAABeQgwHOFENBwAAAAAAvIQYDnCiGg4AAAAAAHgJMRzgRDUcAAAAAEB9z1yRazLaGsMfCu06MlggQBHDAU5UwwEAAAAAAC8hhgOcqIYDAAAAAABeQgwHOFENBwAAAABQX9+JBqvFVhGS3EIrELiI4QAnquEAAAAAAOrrNylEoBYghgOcqIYDAAAAAABeQgwHOFENBwAAAAAAvIQYDnCiGg4AAAAAAHgJMRzgRDUcAAAAAADwEmI4wIlqOAAAAAAA4CXEcIAT1XAAAAAAAPXNnlZoLrU1et1gaN6LrCZgMWsBJ6rhAAAAAADqS99uNhltjbaD9QKBixgOcKIaDgAAAAAAeAkxHOBENRwAAAAAQH19JxqsFltFSHILrUDgIoYDnKiGAwAAAACor9+kEIFagBgOcKIaDgAAAAAAeAkxHOBENRwABKogOwEAAADUHGI4wIlqOAAIVKzbAQAAUOOI4QAnquFqkOvHfuyMcdaPJwQAXLJjp41KI+gcAQAAANQQYjjAiWq4GuH5w/hERsmcBScFAFQrZVVDGAcAAICaQgwHOFENV4NcClWIQQFUP7l60dgFuRAAAAC+Yfa0QnOprdHrBkPzXmQ1AYtZCzhRDac+R/SpmPFgUklpqekcq9VqNpvL7ASndoILi8VyNisvPCwkIjxUAB6UiE0J3bR2SXHBmnMcARxJHAAA8BHp280m+7k02g7WCwQuYjjAiWq4GqQUqjRONpSWBsl/JpPtn8zgrFaNDOMcSRygKDUFlRYZ42OC68SzmYLyKeG+XLHIDE5np+RxjuGs7QEAAKAyYjjAiWo4lbmVwjnqVuSvZaWDbFvtmCnwUFpcYpKLT0hIiAAq4FiryIbeTgnjyOAAAICv6TvRYLXYtk+SW2gFAhcxHOBENVxNcS1aURI35a7FYnGUwjFf4MpiFUXGUqsghkP5XNckyrpFifhdj0tlrQIAAHxHv0ls1tYKxHCAE9VwNUL5zOWvYnkrfyeL8jI4ZgrclJosRUaTtUwYDAYBVMAR8StJnCOPc71QgwAAAADUQgwHOFENpz7Xz1z+MBbnfjbLAE4J5gRXZkB5jCXmYqOpjGo4VMqxPtd44CoNAAAAUB8xHOBENVxN8Yzhyv5MAH+m1emKS0xWq9DruUQDKqSsW9xOQEkpHAAAAGoKMRzgRDVcDXIkcY5Z4AjgiOHgSavVlZosZSKIGA6VcC15c+RujsRfUAoHAAAAdRHDAU5Uw9UIx2fu+FVM+obz0mq1ZotVLi+O6+oClXAN3TgcFQAAADWFXy+AE9VwNcVR/ub6I5kYDpWQC4nFYi0TZUplE3Bebut2VvUAAMCnzJ5WaC61NXrdYGjei6wmYDFrASeq4WqW41exa3EcUC7bdTzsRy2znOCCsMAAAADflL7dbDLaGm0Hc9KVQEYMBzhRDecjmAU4L9dT7wsAAAAA8AfEcIAT1XAAAAAAAPX1nWiwWmw7mJNbaAUCFzEc4EQ1HAAAAABAff0mhQjUAsRwgBPVcAAAAAAAwEuI4QAnquEAAAAAAICXEMMBTlTDAQAAAAAALyGGA5yohgMAAAAAAF5CDAc4UQ0HAAAAAAC8hBgOcKIaDgAAAACgvtnTCs2ltkavGwzNe5HVBCxmLeBENRwAAAAAQH3p280mo63RdrBeIHARwwFOVMMBAAAAAAAvIYYDnKiGAwAAAACor2F7nXJQalSiRiBwEcMBTlTDAQAAAADUN/GlcIFagBgOcKIaDgAAAAAAeAkxHOBENRwAAAAAAPASYjjAiWo4AAAAAADgJcRwgBPVcAAAAAAAwEuI4QAnquEAAAAAAICXEMMBTlTDAQAAAADUt2KW0Wqx/RRt3lOX3FIrEKCI4QAnquEAAAAAAOpbObvEZLQ1IuJCieECGDEc4EQ1HAAAAAAA8BJiOMCJajgAAAAAgPoatteZS22NqESNQOAihgOcqIYDAAAAAKhv4kvhArUAMRzgRDUcAAAAAADwEmI4wIlqOAAAAAAA4CXEcIAT1XAAAAAAAMBLiOEAJ6rhAAAAAACAlxDDAX9CNRwAAAAAACiXUrgTZOe4W3XEcICTksFJZrNZeIFrxueovPP3W+XtUEUIlVksFnlrtVqVBgAAAKqOHyY+aOUnJVaLbcqb99TVa6ER8D3y14dwieHERSGGA/7g+C7l5ubm5eXV2tSp2v8QBphq3GQRAUqdjyg7t1Deym/roUOHhF+p9s8nwBanavl8lKfzKbEUCT6fivEpVY7Pp3Ken49rm89HwVJUdXw+ipWzw80ltrdg0eaJKJNjuJe2jgJATa2Lglyq4S7i8ySGA5zfH41GExISYnEh0+6yc9yeUskX3rXtR7fKZF9KO+D513yv+sQoU+5fs9hoNMpbs9lcXFwsqk/VZ3FFbR//avv7fK92AT/HL64d8C5u/lY0PADmfsALyDmuTB7zvVzM8do2xxUXN9997DZMTqOczpKSkvz8wkrmKXNcqD7HFXKcOp1ODpG3GjvXh6qIGA61nev3SqvVRkVFlZaWyhWfyWSSDWGvO3WEcQKAb5DfUGE/NFX5ngIAAAB+Lb5JlMVkL7MKKZQEfEPQudo3rZ38AaLX62UMJ9uOGM7RrSqI4YA/BNmr4ZSvlvxeKQOVmjhHBkcSB/iI4BLbKeHkt9VgMAgAAADAz/X7a6bLPTZxfYIjXHOLC5SGa0Fc1cdJDAf86aBU+V2SwbYyXN51PS5VEMMBPsNgj+HktzUkJEQAAAAAQHVzjeEcBXE6O0cSd6EHAhPDoVZzHDeuZHCyLb9IjmNUlQxOuRgKARzgU4rPxXChoaECAAAAALzGUbjjqN1xjeEuqCCOGA5wHuwtv0KOIam8A/4AABAASURBVLLtdlY4kjjAdwQH204Jx0GpAAAAALzKNTFQauKUME5zDgelAhfArSBOGeiZwQHwKQaDLYbjoFQAAAAAKnA9mZWjMs61FK6KYRwxHGDj+MIoXyQZvSnHqFIHB/gm5RyO8nvquKAKAAAAAHiD20niXAO4IM4NB1woJXdzBNjlpm8kcYBP0Wq1wh7DOa6pAgAAAPivVbNLLWZbo3lPXb0WGgGf4Rq0OXIDtwo4zg0HXBjPJE4ZTvoG+CZHDKc0AAAAAL+26tNSk9HWiErQprZmE9cXeeZxnu3zIoYD/qB8cxzniXMdCMDXKGdydD2lIwAAABAA2MT1IxeRGBDDAX/i+S2iIA4AAAAA4FWNOuhNJbbfnlGJZHA+qlrKdIjhgPOgIA7wQZSsAgAAIJBMeiVSoBYghgMAAAAAAAC8jhgOAAAAAAAA8DpiOAAAAAAAAMDriOEAAAAAAAAAryOGAwAAAAAAALyOGA4AAAAAAKAmLZ9ZbDHbGi17Bye31AoEKGI4AAAAAACAmrR8VrHJaGtExmuI4QIYMRwAAAAAAADgdcRwAAAAAAAAgNcRwwEAAAAAANSkx5fECdQCxHAAAAAAAACA1xHDAQAAAAAAAF5HDAcAAAAAAAB4HTEcAAAAAAAA4HXEcAAAAAAAAIDXEcMBAAAAAADUpOUziy1mW6Nl7+DkllqBAEUMBwAAAAAAUJOWzyo2GW2NyHgNMVwAI4YDAAAAAAAAvI4YDgAAAAAAAPA6YjgAAAAAAICa9PiSOIFagBgOAAAAAAAA8DpiOAAAAAAAAMDriOEAAAAAAAAAryOGAwAAAAAAALyOGA4AAAAAAADwOmI4AAAAAACAmpSeZrZabI2EBtrIhCCBAEUMBwAAAAAAUJNmTs0zGW2NEdPDu40yCAQoYjgAAAAAAADA64jhAAAAAAAAAK8jhgMAAAAAAKhJjy+JE6gFiOEAAAAAAAAAryOGAwAAAAAAALyOGA4AAAAAAADwOmI4AAAAAAAAwOuI4QAAAAAAAACvI4YDAAAAAACoSelpZqvF1khooI1MCBIIUMRwAAAAAAAANWnm1DyT0dYYMT282yiDQIAihgMAAAAAAAC8jhgOAAAAAAAA8DpiOAAAAAAAgJr0+JI4gVqAGA4AAAAAAADwOmI4AAAAAAAAwOuI4QAAAAAAAACvI4YDAAAAAAAAvI4YDgAAAAAAAPA6YjgAAAAAAICalJ5mtlpsjYQG2siEIIEARQwHAAAAAABQk2ZOzTMZbY0R08O7jTIIBChiOAAAAAAAAMDriOEAAAAAAAAAryOGAwAAAAAAqEmTX4lynBtOIHARwwEAAAAAANSkhh3IZ2oFZjMAAAAAAADgdcRwAAAAAAAAgNcRwwEAAAAAAABeRwwHAAAAAAAAeB0xHAAAAAAAQE1KTzM7rpQamRAkEKCI4QAAAAAAAGrSzKl5JqOtMWJ6eLdRBoEARQwHAAAAAAAAeB0xHAAAAAAAAOB1xHAAAAAAAAA1afIrUY5zwwkELmI4AAAAAACAmtSwA/lMrcBsBgAAAAAAALyOGA4AAAAAAADwOmI4AAAAAAAAwOuI4QAAAAAAAACvI4YDAAAAAAAAvI4YTj1lZWUCAFAdHGtUVq0AqigoKEgAAOCrnhqcZTLaGiOmh3cbZRAIUMRwanD9lVhRGwBQdVarVdjXokoDANy4hm5KW9nuIowDAAA1iBjO65RtPset610AwMUhhgNQFUF2cl2hpG+ubQAAAPURw3mXI3QzmUwlJSWEcapxbGc7dn077qp2q0wJm/u1XI0sexUtjYGkuLhY3spVa2FhoUDFHKtB4QNLowDOUWd5k7cajUav1wedI0jiAAC+avIrUVaLrZHQQCsQuIjhvMg1dCsoKDh16pSv/Tjxlx9R/jKdfjSpF/HLXNQEz+kU55tmUdP8ZToVFzT3fWolkJNrS99kGJeZmcnKKrCn84KmWfgGX/42uQqA6TzvNMsYLjY2VsnjJMcIBQAAPqZhB/KZWoHZ7F1lLuQ2X3R0dEhISOWbjD71Q6KmXET4UsmtuITfnMwaN9U7a5gv1aWi+eI6JMDmTlmQXt6GhobGx8cL38a3xpcxd3xTdc2XwsLCMvsRCVqtVhmJTOKCzp0njs8ZAACojxjOW8pcruJntZONCDsBALg0xSW2kv3g4ODIyEgBAOUpKiqyWCwyhpPbYDKJC7KTm2SOMA4AAEBlxHDeVeaCDT4AAACVyRhOaSgxnMzjlLtsmwEAAPURw3lR2blzwzmq4QQAAABUJGM4JYDTaDRKKRwBHAAAqCnEcN5FNRwAAECNUA5BtVgsyvUZlDPEsVsUAADUIGI4NVANBwAAoDJl08tsNssATtkSY/8oAMBnPTU4y2S0NUZMD+82yiAQoIjhvM6x35WtPQAAADXJbTCLxWI9h32iAACgZmkEvMn1eqls+QHVYv369Zefs3nz5oq6zZs3T+kzZcoUUR327t0rxzZmzBhxge655x75xGXLlil358yZI+/+61//Eqp777335EsfP378gp41ePBg+axTp04pd6dPny7vfv/99wJ2yoIxcuRIAcD3yJ2gjvI3AQAAUNOohvM6x2Yf1XBAtVu+fHmXLl0qekjgz2SCWbdu3ZSUFAEAtYPrlbLI4wAAvmzyK1FWi62R0EArELiI4dTAZh9Q7ZQChxUrVkydOtXz0aKiIhk5CZ/Utm3bKVOmXHbZZUJdeXl5O3fuHDVqlLg0Q4YMkRPfvHlzAbuEhAQ5QyMiIgQA38PWFwDAXzTsQD5TKzCb1UM1HFAtlK9SYmKiRqM5efLk77//7hlprVq1ymw2N2nS5ODBg8LHtLcTqlMO4O3Ro4e4NFdeeaWACxnD3XnnnQIAAAAAzodzw6mH/bFA9Ro4cKC8dZxzzZUycNCgQQLnrFu3Tt5WdAwvAAQkdoICAACfQjWcetgQBKrXgAEDPvvss5UrV95xxx2uw00m06pVq5o3b56UlOT5LBmIf/zxx7/88svJkyfDw8PbtWs3dOhQz8Du1KlTX3zxxYYNG44ePdq2bVvZoU2bNuVOxm+//TZ37tzt27efOXOmVatWPXv2vOGGG7TaCk/oMGfOnNdff/2aa6554okn5N1du3bddtttQ4YMkXc/+OCDLVu27N+/X068Mp6QkBDX58pX+eqrr+RtQUFBx44dx4wZU6dOnZtuuqlr165vvvmmqJSM4eQbiYqKqqSP0WiU45chppyGRo0a9ejRY+LEiW59pk+fvmLFikcffXTEiBGOgfIpq1evls86ePBg3bp15fT37dv3iiuucHvueadfPiTnpvxwpkyZ8uKLL+7evVt+7Pfff3/Tpk3dXiU5tVF0/Y6HDh0Soo9j/J988smMGTMefvjh1q1bz5w5c+fOnUVFRXIWjx07tlevXvLdvfXWW9u2bUtPT2/YsOH48eOHDRvmeG7//v0jIyN/+OGHWbNmrVmzZu/evbKPnMh7771XzgW5RH3zzTdpaWmhoaGdO3d+4IEH4uPjlSfKnpMnT5bvet68eY5RhYWFLViwQA759ddf5SyWb1O+xwkTJshurh+IXAjlMrxx48YTJ07IhUcmy3Kq5OeWn5+/du1aAeDSKKcvEAAAAD6DGE49bAgC1atDhw7R0dH79u3LyMhITEx0DJcZSklJiQzpPJ8iE7oHH3xQph7yt5lMduTdpUuXyqBEpmD//Oc/HZnX4cOH77vvvrNnzwYHB8tuBw4c2Lx5s0xkPEf46aefyvzIYrHExcXVr19fpkhy5IsXL37uuefKDQErItMimezIDK5evXoRERHb7GRW+NFHH8lpUPosXLjwySeftFqtskODBg02bdoksyHPqKtcx48fl8Gia+rkqbi4WE6DTJqUDyc3N1fmlcrhvaJSTz311Pz582VDxljKgcDyA1y0aNGPP/743//+19Gt6tNfWloqwz7lgOL169creaXbqxw9fjq6vpCB4OE9G11fRZKLhAw65UfarFmznJwcmdzJSEt+kq+99trWrVsvu+wy+Y5kHzlCnU7neoytXEs//vjjcsplPitn3z47+TnIxeNvf/ubTNZiY2NlLCvfyO+//z579uxKwlY5KjkNMnKVUysXzgN2cvrff//9xo0bK33kG7znnnvkFOr1evmBy0hRTp5MS8/7gQOoIja9AACAryGGUw/VcEC1UH5WyVv5nRo4cOB3330nc7Tx48c7OihHpMqHdu7c6fbcDz/8UMZkqampMpGRqZkcIsORqVOnyuBMxi5//etflW6vvPKKzOBat24tu8mkTw556623Zs6c6TY2GZrIAEiGdzJdUuIkmR/J9pIlS55//nk5ElFlMjqULyQTva5du8q3tnz5chkL7t+//6efflIuqiAzshdeeEFmWMOHD3/sscfkezcajY888ojMjKoy/qockfrFF1/IDC4mJkbmRy1btpRDZMglX0KGlZU8S4ZcMl2Sz3r55Zfbtm0rh8gUSc6UF198USZoe/fuVUZ1QdMv56AMyCZPnizTuiNHjsjwy/NVTp7O/Ners4Q9p3O8iuKbb77p37//tGnT6tSpk5+f/5e//EV2uOuuu2RU+vnnn8sUTA6UL71hwwb5ll1jODnTV65c+eyzz8oMV0ZsCxYskHPz559/lgvYzTffLCMzOdmyLZ8rEzT5kfbu3buijyU7O1tmcDLWnDBhgrAvZnJ6Tpw4IdNAGf8pfV566SWZwckpf+ONN5QqxQ8++OC9996TDY2GU0YAAAAAAYgNffWwSxaodjJtkbcytHIMsVgsMsSR8U2TJk3cOsss5uOPP5YNmZEpGZzUtGnTZ555RthDqKNHjwp7YiKTHZmDyDhGyeCke++91y3Dkt/oV199VTYeeughR0lXcHDwv//9bzlyGRtd6KVaZVokMzhhj+xlDKQc8rl9+3blURktFRQUyDelZFhyiIz/5BTKaKkqI5eZUURERLt27SrqIN+OjKhkQyZHjkirX79+MgurdMRCeZsTJ05U0jFJJmhjx45t1aqVsH+YFzH9Msj7+9//Lj9zmdnJ23JfRalES0hIcH0VxwTIpExmcMJeOjd69GhhP972wQcfVCrR5EAlcj127JjbS8vOgwcPVkZ+9dVXK1WWcrLlZCiTPWjQIGWp83yum2uuuUbJ4IR9MZPzV7jMULk0bt68WS5mMp10HCk8ZcoU+ZkLANWHnaAAAH/x1OCsf/a2/dv4XYlA4CKGUw8bgkC1u/zyy8PDw7du3SojHmXIpk2bioqKZJLi2fnnn3+2Wq29e/du1qyZ63CZ7HTu3FlGPxs3bhT2EjB527dv33r16rl2GzdunOvdw4cP79u3T36vZdriOlwmOEoqV8U6NQe38SiBUXFxsXJ35cqV8lbGW65rEplkySHnG7EtYtuyZYt8j47jWz3JeCg7O1vGjm5Hibq9a09Tp06V79T1PHHCXhUYGhoq7EcBX8T0yz5uZ+sr91WEPXFOENT0AAAQAElEQVRzfRWFjBFjYmIcd5XIVc4XOU8dA1NTU+Vtbm6u23OVJNTtuW4HOKekpMjbzMxMUakhQ4a43nWbocpiJt+m28HLjuQOQLVgJygAAPApHJSqHjYEgWons5U+ffosXLhw+fLlyonPli5dKjxyE0VWVpaw1yV5PiQHyqBKJmuyrdTENWjQwK1Po0aNXO+eOXNG2GOg+++/v9wXOnv2rKiy2NhYJVFyUCIzi8Wi3FWmzXFaMQfPoj9PO3bskDFlp06dKulz5MgRYU+d3CZDBnPx8fGVR06yj1y/paWlbdu2TTkJnWwbjcaLnv7ExETlPH2ffffryTN/eunCwsL8/HwZ85WUmoTGUFpmaNZx4PpdJw6e+Uo+evp0rrwbFhf3ynu2uxNGD66bGKfX62VbhqquCaAyUJLJrOv4k5OTXe8q3ZTCOreBbk/05BbjGgwGYS/0U+5W9IGUu3wCAAAACAzEcOqhGg7whv79+8sYbuXKlTKGk2HQkiVL6tat63qmMAelEEk5jNGNMlAJm2TQI+y5mFsftyxGydpMJpPM70R5srOzRZWFh4eXO9wR3yvlfp6HcJb7dtwoJ4br2bNnJX2KiopEee9a2EOxSmK4kpKSd999V84C19ixdevWeXl5rodtXtD0K5V0Uud2l736vzRRDo3M4OR/wSHh8l92fkl2/h+vFRmbZCoTvx081qNza5nBOZ5QyeUUyn1pV27RZBWFhYVV8mhFH0hUVJR8ufNmfAAAAAgw/SeFWux7bFNaEtQEMuaueqiGA7yhd+/ewcHBa9eulYnYrl27ZPozcuTIcnsq5/kqN1FSMjXlTHARERGOIa7kmF3vKqlc48aNlVOqeVtSUpJMtXJyctyGe06np61bt8po0rPwylVF71qcC4wq8tprr33zzTcyObr66qtl0teoUaPU1FSZKk6dOtU1hru46W/RtL5M09Zt2S0ukMGgHzvMp0+ypiw/nlmt0Wg0m81cogGoLuwEBQD4i/6TQwVqATb01cOGIOANISEhMv2R4cX69euVE5CVe0SqOHc6sJMnT3o+pAxs3ry5OHc4akZGRrl9HBo2bCjshxY6zvblcObMGTm88guMXijlfGSnT592G37q1KnKnyjTwx07dnTu3LnybsrbUY60dSX3H1TyEkVFRd99951sPPLII08++eSVV17ZokULpbJP+QAdux8uevplmiYzNXGBRgztFRHu09sxytLouZid98oPAKpObnqxExQAAPgUYjj1sCEIeIly5cpVdklJSY6LaboZNGiQTqdbvXq1W/QjI7MNGzY4xtOrVy9lbG4RiZI3OSQkJHTq1MlxgVFXzz777Pjx42fMmCGqz8CBA+XtvHnzXAeazebvv/++8idu3rxZBoI9evSovFubNm0iIiLkW16zZo3rcDl+x+nMPOXm5iqHT7qNPy0t7bfffhMu54a76OmXadqAy9uKC6HXWAb26iR8m1waZUCwbNkytwrBb7/9VgCoJmx6AQAAX0MMpx6q4QAv6devn/x+LV26VAZqStxTrrp1644dO7awsPC+++5TrsMgHThw4IEHHjAajcOGDVPOjHbZZZf17NlTdvvLX/6iJHFZWVmPP/74zz//7DbCu+++W97OmjVr4cKFjoFz5sxZu3atRqOpyjVMq+7aa6+V0y8ztQcffPDEiRPCnh7KN7J///7Kn7h161ZxvhPDCfsKavLkybLx6KOPbtu2TdhPezd79uwXXnihkmfJ0FO5XoFrRikzuOnTpytt5UINlzL9tude0bco//zH3ipkLBgbUqrR+Pr6tkGDBldeeWV2dvadd96pzCOZx8lP++uvvxYAAAAAAhTnhlMPu2QBL4mMjOzWrZtS0VbREamKO+644/jx4ytXrrz++uubNm0qk6YjR47I72aXLl0cyZGwR1EyIZI50ahRo5o0aSKjOovF0r17d+UlHDp27PjXv/71zTfflCHdiy++KEeYl5d38OBB+dATTzxRv359UX10Ot3LL78sX27NmjWjR49u1KiRnDw5sH///suXL1euwlmudevWyWAxKirqvC9x00037dy5U47trrvukuM/e/ZsQUGBfBfyU6ro0FGZNt56663v2S1btiwiIqKkpGTXrl1arbZFixb79u1znPvsoqff/lxtl9apu9ILqnLGtLPHf2/QKlX4g4ceeujkyZMytZR5bmpqqmzLxUxmczLVrfwDAVB17AQFAAA+hWo49bAhCHiPkr7Fx8fLaKySbjIneumll2Rq1qdPHxkz5ebmygDu73//+xtvvOF6iczExMT//e9/U6ZMkcnaoUOH5N2rr776qaee8hyhjK4+/vjjESNGpKSkyPiptLR06NChs2fPvuqqq0R1a9as2Ycffjhy5MjGjRvLeGvQoEHvvvuucgitcoEFTzJzTE9PP++J4RQyO3vuuecefvjhTp06ydxNr9fLJ86YMUOmnJU8S35KzzzzTNu2beVrbdmyRcaayidwzz33yEfXrl17KdPv8MB9dzVvmCjOR6/VnDy0Q/gJmY3Kj3fSpEnt2rWTH4j82OUydvvtt4sqfCAAqoidoAAAwKdw5lpvKbOzWCxms9lkMuXk5OTn56empvLjCkA1mjlz5ltvvTVmzJi//e1vwg9VffqNJaWPPf9hQVFxJX0mjb2iV9c2wp/t3LlTJptNmjT57LPPBIBLk5GRYTQaCwsLQ84JDg6W+xh0Op1GowmyEwAA+IanBmeZ7Cd0GTE9vNsojo0IWFTDqYdNPQAX7eOPPx49evTcuXPdhm/ZskXetmjRQvi2S5/+EEPwddf0raRD8yapfpTBbd26ddiwYU8//bTb8M2bN4tzF+0FAAAAEGCI4dRD4SGAi9akSZMTJ0588MEHZ8+edQycN2/eunXrEhMTBw0aJHxbtUy/TNlk1lbuQzqtdsLowcJ/yA8kMzPzhx9+2LRpk2Pg3r17Z82aVe3X9wBqM3aCAgAAn8JBqd7ieVBqQUFBSkoKB6UCuDjTp09fsWJFSEhI69at5d28vLz9+/dHRUX997//bdWqlfB51TL9pzKynn5tttlicRs+fEjP4UN6CL8yZ86c119/XTbat2+v0+nk34u0tDR595FHHhk5cqQAcMlk7l9cXMxBqQAAv7B8ZrHFbGu07B2c3FIrEKCI4byFc8MBqF5yZTJ//vzvv//++PHj8ldlkyZNunTpMmbMGJnvC39QXdP/7c+rFi7b6DokNjry39Nv1en8b2Nl/fr1Mow7fPhwZmZm3bp127ZtO3r06A4dOggA1YFzwwEAAF9DDOctVMMBgDcYS0r/9cqs7Nx8x5C7b762Y5tmAgD+jBgOAAD4Gs4Npx4STwC4dCGG4PEjBjjudmjdlAwOQEUI2gAAgE8hhlMPG4IAUC1k7ibTN9kwGPTjRwwUAFABdoICAACfQgynHjYEAaC6yPRNZnAjhvaKi4kUAAAAAOAPdAJqoRoOAKqLTN9uuf4qpSYOAAAAAPwCMZx6qIYDgGrUqS2nhANwHuwEBQD4i1lT800lttCgz4TQFr31AgGKGE49bAgCqKJyU/ty1yGePSta1VSx50V3q/YRqvNGRO37ZIDaQ34F2AkKAPAXh9NMJqOt0X6oVSBwEcOphw1BAJVwW0W43lXClIrWIW49K1nVOB6q4ggv6HWrfYTV+EYEn4wHEjrUBmx6AQAAX0MMpx5+8wAol+sPRaXteiuqtvaQnatS96F0OO8Iq9jNSyP0xhupkU+mGl/3UkZYbrvqrwsAAAAV9J8UajHbGiktCWoCGXNXPeySBeDJsWYocyH+nMQ5shK30MT1uVXvVu0jrCjxERXniRf3utU+wkB9I44Onv2D7IRLuRxJHAIbSzgAwF/0nxwqUAsQw6mHDUEAblzTk/0Hj/z8ywpxLo8TLjVcsjFy2OA6iXGO1cj8hcuPnzjtyFAc3Zo1bTiwb3dxboVzKP34L7+u9qwIk+3JE0YFB+sdI5z12TyjscRzhN27tOvQrqWj2+ZtuzZv3eXWTYqMCL/x+mGO15WjkiMUHgVcsn3l4D4N6tdzjHDx0rUHDx/1fF3ZR/Z0jPDEqYwfFywtd4TydSPCwxwj/PKbBTm5+Z4j7NC2Rfeu7R3ddu7+fc36rZ5vxGAIlp+McFljv/fRl+W+7sB+lzdr0sDRbcXqTXt/O+j5unKuyXnnGOHZzJxvvl9U7gjHjLwiLjbaMcLvflx8JiPLc4StWjTp07OLY4S/H0hfumK95xuRd++45Xrhkrt9MGtuSnKdYVcOcAxxLBX8eUIAYycoAADwKcRw6mFDEEC55MrBarUWFBQeOHSkoj6FRcVyFaIkdDI0OX7yjEyvPLtFRoZbrcqqxtYtP7+g3G6SxWJVRqjcPZx+rKjY6NmtWZOG9hH+0S0zK6fcEUZFRchujlzJZLZU9LoFhYWOEcr+p86cLbenTqdzfSOFBYUVjbC01FwW5nwj6UdPyIn07CZzPdfXlVFduSOU0aTrG5Eqet0undq6jvBMRma5Pc1ms+sIi4uNFY2wqMgYGxPtmMUnTp45cuykZ7eEhFjXTyY3r8JZrHRT0rndew/8tv+QbMvp0di5lsWRxAEAAADqIIZTDz9yAHhyOxZVatyovme38PBwjda5xk6pl1Rusp9UJ1Grc17dPDIyqtyxSTp9sOsIGzWqX1xeDBcXF+M6wri42HJHGBke7tpNp9NX9LoREVGuPeUEy4TRs1u9enVcu4VFRFQ0QkOIwfWNNKyfEhUV6dktLuZPbyQmOrrcERqCg127iQpmh7Alj5GuPRMTE8rtWbdOgmu3kNCwikYYGhbm+kaSk5O0unL+RicmxLuOUE5GRSN07bZ73wGlYbFYlIXNEcYJAAAAAGrhOu7eovzOkT94zGazyWTKycnJz89PTU2NiIgQAOBydjCr3bbtez798gc55OknHtJptQKoPl/Onb8lbVezJg0njh+udeEoiyOPQ0DKyMgoKSkpKCgIOSc4OFiv1+t0OteaUAAAANVQDaceNvUAeFIieyWJE4A3yWVM7hlS2kEuBNdqQIAKCmJ/MwAA8C3EcOphQxBAReT6ITw8rFGDlCCNhlI4eImM4Uwmk9JWDkp1nIpOAIGITS8AgB+ZNTXfVGL7y9VnQmiL3nqBAEUMpx5+5wBw4zguVWqQWnfyhJGhYRy3Dm+Ri5lyiQatVisjOdczEgIAAKBmHU4zmeznam4/lKNkAplGQC382gFQCTIReJtyUKrFYnHL4FjwEMDYCQoAAHwK1XDqYUMQAFCzHCciJPZFLcFyDgDwF/0nhVrsZ/FNaUlQE8iYu+phQxCAG7fTh7OWgJe0adU8JCQ4JFhH+gYAAOCb+k8OFagFiOHUQzUcgEoUFRtPncowhOQ0adxAANWqTevL6ibFZmdlksEBAAAANYhzw6mHHz8AKpF+5MTMz+a999HnZotFANXN84qojrvsJUIAY/EGAAA+hWo49bAhCACoChY0FwAAEABJREFUKcrfoCC7ih4FAozbgf8AAAA1jhhOPWwIAqgIZ+yCaoLOEaRvCHSsVwEAgK8hhlMPv3YAuCk7RwDetGv37wcOHQ4J1rVt3Uy4VMYJAAAAACoihlMPv7QBVIQwDl61a89vW9J2pSYnKTEcUHsQNwMA/MWsqfmmEtsvgj4TQlv01gsEKGI49bAhCKASrCIAoNqxhwMA4C8Op5lMRluj/VCrQOAihlMPG4IAgJrlehw0f5UAAAAAlRHDqYdSFwCVIBOBajyTONngjxQAAEANatRBrxyUGpWoEQhcxHDq4Tc2gEo0bJB88/hrQ8PCdVqtALyAS4KgFiJfBgD4i0mvRArUAsRw6mFDEEAlwsNCG9SvFxkVIwCvKfszx0D+QiEgyQWb3BkAAPgUYjj1sCEIoHJEIfAqzwWMP0wIbCzhAADA1xDDqYcf2AAqoqwfWEvASxIT41OTk+JiOdIBAAAAqEnEcOphlywAN0HnCA6egjcN7NejXeum2VmZbsNJfhHwWMgBAIBPIYZTDxuCACoi1w/pR08uWbZWo9XedduNAvCCIA+O4QIIUOzeAAAAPoUYTj1sCAKoRFFRcfrRE7Jhtli4WCq8wS19AwAAgO+YNTXfVGILDfpMCG3RWy8QoIjh1MMvHwCVIKkPZGWmIPPZIEuhramNK9PHuT1uzt5UvOcZS/4hffzloW0e14SmCG9yPRRaAAAAwAccTjOZjLZG+6FWgcBFDKcefmMDcFP2ZwKBpMwsrEZd0Rp9aZpWZIigMqHRCotJmHOtJrNF19wcOcQS2kZowsosxqIt92tCk0MaTTSdWli8++nwLm+LapWRkXn8+CmzuTS5Xmi5GRx5HAIVyzYAAPApxHDqYUMQAGqFMkuQJVNXmhZs3iQ0ZWXaYnNhltWYLcxG20MaTZBWryv+VZ/zgyWsS2ncDaUF+TpNaXjT68sShmvCGxfv+Y+obktXrNuStis1Oem6awcJoDZhDwcAwF806qBXDkqNStQIBC5iOPWwIQigIl5dP3w7f/Hr73ziOTw0JKRunYR69RK7dGhz3fAh6u8qGDb+7sKi4i8+fCUpMV5Utzlf/fjerK8iI8K/+3SGVlPhpsy0f764advO8aOuumeK+5Uxjp04fcu9D984dtiUiWNE1ZWZNKWHgs3rdOKUpfi46ewei0ln1dWzlNUtzivUBgeHhAcHlZzVmjJ1QYU68+oQ426haakLLQrJ/rBUp7WWnBG6MAGgmrATFADgLya9EilQCxDDqYcNQQCVUH8VUWw0HjpyTP5bs37r5rRdzzz6QCCtpq4a2kfGcPkFhZu37ezeuX25fXLzCrZs323v3NftIZPJ/Owr75gtFnFByiza0v0GyxqN+XDJyS3GArM28VptTPfgqKZB2hjricOGqITQ6Ehz0XFz7s6SzJUlucvCrJkh2rXFmiBjzlFLwTulBcKQOlZ4jesR0K7hr2zzRwoBiZ2gAADApxDDqYcNQQDl8sxEvKFJw/ofznjadUhRsfHAwSPzf1nx85KVMon75sfFY64dKgJFXExMp3attu7Ys3TVxopiuMXL11it1qaNGzRukOo63Gw2P/HcG7v3HRQXKMh80lC6KMiaWXBwWYloFdHm//QxrTT26jY5f6Pqt9Bo9RqtLjg4Wh/dwlpnQMnxbrl7no1OtIaEGUxl8abQwSEpnXXxlwsvKzeJAwAAAOBtHHKsHgoNAJRLWTmEhYU2rJ/cuFF9nVYrVBEWGtKuTfN//N/t/Xp1lXd/XrxSBJYhA3rK21VrN1us5V9tasnydfL2ioG9XAdm5eQ8+NjzazZsExfOkPuFRmctPrYhPT3k91OttFFtNeeOMJVz2VxU4OgZFKTVhtbRHYrR/BSbeSRP5mHB+tKQmAb6pIGa4BjhNVwMBAAAAKhBxHDq4ZcPgEo0apB807hhd912o1Bd78s7y9ujx0+KwDKgT/dgvT6/oHDjlh2ej57OyNy974BGo3GN4T6b+9O4Wx/aseu3Ni2bDep7YVVpuvxlWn2uOWuPyRwX3XZa3ZZDgjSasrI/EkD5J6AgI91SWqy0y8wma3amiI4P6T45otv7uTklwpKvL1iqLT0gvKbMgwACHTtBAQCAT+GgVPWwIQigchpNTe4a8Xz13w+mfzd/yY49v2dmZjdv1vjyLu2uH3WV6+UO/vbEyxu2bP94xrM5efnf/PjLnn0HZK7ToU2LkcMGt2/d3HVUxpLSb35YtHLt5kPpx+qn1OvWud2NY64pdzLO+6LKRRU+fe/FlWs3fTVvYXh42KA+3W+ZMNpzVOFhob26d1y2euOyVRt7dO3g9uiiX1fL2y4d2sTGRDsGbt+1V4ZVt00YPXH8iDfe+1RUXZlJnz9PxNQvzVitTborpelIuc4vys8tzsuOjE/SG0LKLGZTUZ4xL1MXEl525rRp+ZLSxQtKR46Lufl2rU5nylpcUvBDiGantnCH1XCZCFLpr7Pj0FT+QiEgyQWbuBkAAPgUYjj1sCEIoCJKCFJTUciPi5bJ2yaN67sO/Pybn/438yuL1RoTHZVSL2n33v1bt+/+deX6px99oE5CnGvPFWs3zfrie01QUGpK3cNHji9ZsU7+e2za3UP691Q6FBUbpz/+4q69++UbbFg/Oa+gYM7XP67dsM3zWNGqv+iS5Ws//PQb2cjMysnNK6jorQ0Z2FvGcKvXb5HjdLte6q8r1svbKwf3dh14eZcO99x6Q4P6yeICaYt2aA06S9b20rK6kSlXKbMyNCLy0Pa1J/bvSL6sXWhoqNVsKsk5E3ryrOmrTy0b1hpbtAlr0UpjPwY5tPHNRVuXGyzF2uINZsugMl2CAHDJ2PQCAPiR5TOLLWZbo2Xv4OSWKp2mBuojhlMPtQYAKqf+L8YjR0988uUPO3b9JtsTxgxzDE/bsfedj74IMQQ/fP9tSppWajL9+6W3V67Z/PKMj55/8iHXkcg4bECf7n/765Sw0JCcnLznXn9/3aa0dz/6YnC/Hsp6b+73i2QGFxUV8dK/pjVv1lgOWbVuy79eeNNkMruO54JedNbn89q0bDbi6kGHjhzrc3mXit5gz24dIsLD8gsKN2zZ3rNrR8fwg4ePyieGhBj69vzTc0cNGywuirZwowiLNp/cEBQ1QhuapAwMCtI0att988Ivsk8fTaibGmouCt66vWTDNnFwvzk6NqjvwOCU+spHpA1N1UR3N5f8qi3eIywForpjuIH9elzWpH5pqdFtOH+YAAAAfMTyWcUm+8ZaZLyGGC6AEcOph12yANwEuSg2lpw8eSYkNLdJ4wbCCw6mHx1w7eRyH9JoNLfcMLJX907KXbmy+u//bMdj3n/nREdFW7Be/+Tf/zLp7n+s37xd/ru8i/Pao/WSEh+depdeb/uDEhMT9fcHpoy++a8ZmdmnzpyVD8mxff39L/Khe6fcqGRwUp8enW8cO3zWZ985RnKhL5pcr87rzz1y3stZaDWawf17zPvp1+UrN7rGcL8sWytvB/TubggOFtVBU7JPaEVpcUlw/T+dUS4sMqZRu8t3rvwpPzc7wWII3rg5LP2QJTi4pO+AyIFDdSEhSrcgfZQuppP52CK9OSPInFNmENUrMTE+KMiak53lGOIawBHGIYCxeAMAAJ/CJRrUw4YggEqkHzkx6/Pv3/voc7PFItTSpGH9228e89EbT0+6cZTrlBw4dESusq4c9KcDNmWkNaifLWNaaj+c06Ffr65KBqeIjYmOjoqSjeJi2+68HXt+z83Li4qMcIRrijHDh7revdAXlaFhFS8pe+WgPvJ2+ZpNrsfA/rJsjby9YlAvUU00ptOiMN1cai0t0VvsRWcyWCwtyis8k64zF0bEJ56p1y6t41W/TJyaG5+UnVyvqFunMo3ZaipR9tCYS0pLioOsFqsoM2ssWcJrHLGv4K8Sagd2ggIA/EWjDvpGHXXyX1QiQU0goxpOPWwIAqhBMnH7cMbTSrvUZPr6u4XvzfrqyPGTCfGxDRukuPY8fTZT3up02gcfe95tJDk5efL2bFaO68CkOu5HUIYY9LkyWrLnicoFWJPrJrqlZtFRETKwy87JvbgXTalXR1RN6xZN6yUlnjydsX5TmlLxt2P372czs+PjYjq1ayWqjVUUHLaYygpOHtGGNw4Oj8k7/lthxjFRZjFby07pY4+G1o0PizSFRf7evouhUXS9svyze9fqQsIjky+LrNe04PShwjMnYpU/ymVm4QVBf+YYKAAAAOADJr0SKVALEMOph187ACpSZifUEqzXT7h+uE6ve+uDz5577X2dTudaqpaTmy9vTSazcs44T9m5ea53w0IrOITS/o6KimylYbHR0Z6PJ8TFOGK4C33RkJALOG7zykG9P/7su2WrNiox3JLla+0D+1TnalkTLN+wzqCPbXhZWHyKRqtLaN4tvllnY372r9t2fLhje0rjcENoeEhp4QF9SduIyNimnUNj6ugMYUH2C0dEp7bUmZsEHbUFl2VB1X1I6p85SuE4LhUAAABQGTGceqiGA+Cm7BxRE8aNumrztl3rN29/8b8fNm/S0HF50DoJsfK2QWq9WW8/Jy5ZRHiYvM3KyfF8qLCoyNGu3hd1c80V/WUMt3LtZovVqgkKWrpqoxw47Ip+ovpYdXU1YpdOLzTWszKDUwYGabTHi8tmbz9yqqAkb+++sNzTnURmYkRwbnZ2iUVEhoS7VKVZdCInSKeRcV6ZLl5Ut6Ur1u3e81t8XFS/Xl0EoRtqE5Z2AADgUzjkWD1sCAKoSE2FcdPvvy3EEFxSWvrMK+86Bip53NHjp4qK3S+smZGZfeToCbcrnFZOJmvC45BSYX/LZzKyvPSibuokxLVp2azYaFy/KW1z2q7cvLwWzRql1EsS1ccS0koEafU6c2nG2rKyP05Cl1dsfG3Bsj0nTofptJfXjbo2Kahf+5Ytuw80hIUf2bWxuCDX8XSrKdeUvUmv11r1yWXaKFHdMjIy5Wd7NjNXALWJ3PRiJygAAPApxHDqYUMQQCVqJKlPiI+96fprZWPf/sM//7pKGRgfG9OudXPbFU7nLXTr/8Lr70+69+F3PvpcVFnrFk3Dw0Izs3LWbtrmOnz+wmWuF6Oo3hf1NHSA7WoMq9ZtXbV2i7BdnKG3qFaW8O5CE6zTWkThdnPhUWXgwrTda34/HB0SPKJD8zsH92pVv25c3dQmHXu37nVlaER01onDVssf2aKl4IDI36rVaa0hbYTGi6cFUf4Sef494i8UAhILNgAA8DXEcOqhGg6AD7pxzDX1khJl472Pvio2/lGJdsfNY+XtZ3N/Wmw/jZrii28XbNy6U6PRjBo2RFSZXPXdNHa4bDz1/Nvbd+4T9hPAzZk7/7V3PnHrWY0v6mlQv8t1Wu2mrTs2bdspG0oqV42sIc0toZ00miCDSDce/6HMai4qKZ2zekvHunGPDR9415UDmze9TG8INUQlaHW6+JTGTTv3jUlKtdov3iqTgoAP4wcAABAASURBVKL974YajEHacHNYlzJd9VfDuXIEEzV4QDQAAABQO3FuOPXwaweAD9LpdFPvmzz98ZeycnJmfjbv7lvHy4Ht27a465bx78/66umX3nnt7VmNGiTnFRQdOXpCPvSP/7u9fkrdC3qJ8WOu2blv/5r1W//68LP1U+tlZeUUFhWn1Esym82nMzId3ar3Rd1ERUZ079peToNs9+zWQd4V1StIV1Ln3rCCVcG6ktJTX+07Zs6xpD4zvN9ljRvpg4OVLsERsTKGE/Zo0hBqu2LDmfTfDm1f1zT1jKFwRXBMuDm8qyWskwjSCq8pcyGAWoCdoAAAf7F8ZrFypETL3sHJLb24QYiaRQynHjYEAVSiVYsmj067MzIqRqiuW6d2MplauzHt63kLRw0bXLeOLSq6ccw1XTu1+eaHX34/cGTf/sOJ8bED+nSfOG54s8YNxQXSajRPP/LX+YuWL1q65veD6YZgQ7s29R976O6H//WqEJmuPavxRT1d0b+XEsNdObCP8AJrSEtTzDh97jch5mP6zJkhodc3bzJcpw92dIio01DrclcGYRZTQVD2QiGWRiRFl+kSzVFXlRmq4Z1WxJG+VXRoKhB4WM4BAP5i+axik/3QlMh4DTFcAOPMtd6i/NqxWCxms9lkMuXk5OTn56empkZEVHcJBgD/pKwlrFarXFGYzqmRGA7VJch0xnDqP9r8VSXFRcaypsFN/hIc310bWtd+nnirubhAozdo9QbZs8xiNBUcLjn2jeXEzKioII0+ujR2XGn8LUIbJrzgy7nzt6TtSqlXZ9SwAQaDISQkJNhOr9drtdqgcwQQWDIyMoxGY2FhYcg5ymKv0+k0Gg2LPQDApzw1OEuJ4UZMD+82yiAQoKiGUw+begAqoqwfWEv4uzJ9YmniPYYyS4hmg9Z4uPi3Ry1xQzSxvXQRTYUuJu9EuiEqLjQ6ylJ03JK305K1TFecFh4lNLqw0tjrTHHjvZTBOXguYOyKAwAA8BGNOuhNJbZts6hETuIfyIjh1MOvHQCVI4bzf0FWQ7OSOg/osz/XBy3S6/NLC3405y8z6etZRERZQbHpjD4oVKexnNVYTgdrTLowbZmhcUn8RFPkUOHNKzO0adXcYNAb9BzdgFqH9SoAwF9MeiVSoBYghlMPG4IA3AT9mUAACNJYQ5qWJN5njugbnDknOGiDvsxYZj0o98SEh9sft4ogbVCQLkjo6phjrjZFj7AaGosg7/45btP6sqQ6MdlZme4Ty1KHgGY/HpydoAAAwIcQw6mHDUEAldiz7+Dnc3+SjaefeEinpWrJz+liLBF9isO7aUoO6fMWaYu2aEsOCWuhfKRMG28NbWmK6G2O6FWmqys0wUItQR4cwwUQiNj0AgAAvoYYTj38zgGAWiRII4JCraGtS0Jb/zFEJgI194eg8rpL/kIBAAAAKiCGUw+7ZAFUglVE4PONqItDoVGrsJADAACfwgU41MOGIAA3ZS4E4DUZGZlHj57Mzsn3vCYvf5sQ2Fi7AgAAn0I1nHrYEARQEZI4eNXSFeu2pO1KTU667tpByhDSNwAAAJ+yfGaxxWxrtOwdnNySU0UHLGI49fCbB0AlWEVATcS+AAAAPmX5rGKT0daIjNcQwwUwDkpVD795AAA1S/lL5HkLBCr2cAAAAJ9CNZx62BAEUC7SEKjJ9XSEjqVONvgjhcAjl2pWrQAAf9Gog95UYvuzFZVIvVQgI4ZTDxuCAMqlxB8J8bF9enY2hITqtJSgw1s4CyFqFZZ2AIAfmfRKpEAtQAynHgoNAFSiTmJcv15doqJjBeAdZR4EAAAAABVR66gefvAAqJxGwzoZXuS5N4gDohHw2AkKAAB8CtVw6mFDEEBFlPUDawkAqF6kzAAAwKcQw6mHDUEAnoLslDZrCXjJuDHDBvXvnp2V6Tac5BcAAABQEzGcevi1A8CN4yp+spGZlbttx55gQ8jQgb0F4AWuRZeuf5L48wQAAACogxhOPdS5AKhExtmslWs2y8bAfj24WCq8pKIkDghULOcAAH+xfGaxxWxrtOwdnNySnwMBixhOPWwIAqgEST28KsiD4A8TAp2j4hgAAN+3fFaxyWhrRMZriOECGDGcetgQBODGsVoosxOAN1WSwZHHISCxXgUAAL6GGE49/MgB4IkADir4cu78LWm7UpOTrrt2kNtD/G0CAAAAVEMMpx5+aQOoCOsHAPAGgmYAgL94fEmcQC2gEVALG4IAKsEqAipQAl/X2NdzCBBIWLYBAIBPoRpOPWwIAigXKweoiTMSAgAAADWFGE49lLoAKJeyciAQgQrKXAgAAAAA6iKGUw+/eQBUonXLpo88dEdUdKwAvMO1Dk7wVwm1AztBAQCAT+HccOphQxBA5TQa1snwItc/Q56nhwMCj1zmWbwBAIBPoRpOPWwIAvAU5ELeLS01HTt+styeyfWSQkIMjrsnT50pLjZ6dosID69TJ95xt7Cg6HTG2XJH2KRxA9e7h48ct1osnt3i4mJjoiMdd7Oyc3Nycj27aXW6hvWTXYccPHRElCcpKTE8LNRx9/SZs4WFRZ7dwsJC6yYlOu4WFRtPnTojqvBGjhw7aTaZPLtFR0fFx8U47ubm5mdmZXt2k2Foo4apogpvRH7O8tN23D2TkVVQUODZzRBiSKmX5LhbUlJ6/MSpckeYmlIvOFjvuCu7yc6e3SIjIxITnBfSyi8oyMjIKneEzk/GvnRpNH8sZo7l7UKVGY0le/aY9u6NvPFGAfg8Nr0AAH4kPc1stW+MJzTQRiZQxBOwiOHUQzUcADeOSg0lFpEBUE5u7nsffV5u5ztvu6FBqjPn+n7BkkOHjnp2a9e25fjrrnHc3X8w/bOvfyh3hP/8+18MhmDH3U/mfFNYVOzZbeigPv37dHfc3bg5bemKdZ7dZFQ37YE7HHcLCosqeiOTbhzd/LLGjrsLf1m+e98Bz27NmzWeNGG04+6Ro8c/nj233BFOe+D2mOgox93Pv/ohKzvHs1vf3t2uHNzXcXfb9l0Lflnh2U0GYY//437XIRW9ketHX92hXSvH3eUr123ettOzm5xrct457p4+k1HRCO+/a1JSUoLj7jffLzx+4rRnt65d2o0aNtRxd/fe/d9+v6jcET79+FRlGWvZvEmIQRdqCFYWM0cYp3Sr5M+T5cyZ0r17S/buldGbbJjS02WwEdyyJTEcAABA9Zo5Nc9k38k+Ynp4t1EGgQBFDKcedskCcOWWwSny83Ir6n/wwP78HGddW0F+frnd8nJzdu5IcwQrR4+fqWiEu3ftcK29MpnN5b/uwUNR4bpg/R9/L86cPl1ut9JSk+vrlpSYRAUOHTpYasxz9MzLyyu3W35+nusIT57OrGiE+/buiQh3lteZTKXldjubccZ1hKdOlV+SZrVaXbtZLFZRgaNHjmhFqaNndnb5JWmFRYWuI8zKya9ohL//vu9sxgnH3aKionK7ZWdluY7wxPETFY1QdtPaBWs1bVo0Cg4O1pwjn166a5cmNVVbp47zCVZr6f79pn37bNHbnj2l+/ZZs8spGEz+5hsB+Al2ggIAAJ/CKTO8RbkOncViMZvNJpMpJyenoKAgJSUlIiJCAICdsqKQuY9cV5jOKZEJlkySZKxlMsnh8lHXFbXbT0rPc+27FTpV3q2invJFs3MLcvMKZF5TNzEuJCT44l730qew3BG6/eW6lBFe6CfjX2/EUWWps9PbBdvJu5l33mk5eDC0fXtDixZl+fm2erfffisrKRGV0+kabd8uAH+QkZFhNBoLCwtDzpELv/wWyOVfCaMJ6QAAvuOpwVlUw9UGVMOph8QTQLkcWYlWq1VSOUeVnFsM55oQuV71sqKMRrl1DWjcRlVut1KT+fCxU8aS0ojw0EapdXU67SWOUJQXD7k+y9Gnet+IqDi98vYbqZYRXvobUZYrZdGSlBhOCSDMBw6YDx7UlJaWrF9fsnZtkLXCoj83YYMGCQAAAFS3x5fECdQCxHDqYY8rAE9K2uKIS5TCJWWIpGRwVntE4shoHCuTctMrz55V7Kb0OZOZs3vfYRn+NW2Y3CCljnCJe7z6utU+wkrSqwt93UpG6ONvxFHvIzM43TlKJFe0aJFc8pTnBF3IXqI6r70mAAAAAFwUYjj1lFENB+DPHBlc0LlqOMdw5a4Sw5VbVyXOV0TmGv1XJUWSL7Vt1/7fDx0LCzX07NImNjqi3G7V/rpqjtCtm6NPuXGYW7eqjLDG34jwqIZzLEuOmjhFzMSJhvj4gjlzLGfOiCr/edKlpAjArwSxExQAAPgSYjj1sCEIoFxKUCL+HKDIIVY7JV4J8jgOUVxaqZTbCPMLixf8uv5sVm7D1KTBvTvp9brKR1h2sUdKXsQIPd+IqEJ6VV2fTDW+kaqMsHrfiCOGUxpKGPdHKlenTvAtt8Tcemvm448XVPmSC6m//CIA/xEUxEmQAQCAbyGGUw8bggA8BblcL1WGI47cxDWDc+3sOQbXmCboz6cqq6ib+HMqdCD9xPeLVpvN1oG9OnZp39y1/8WN0LOb2wjP+0aqfYS1840ofZQYznHrSOUUCY8/bjlyxLhpk6gCa26uJjpaAH6CTS8AAOBriOHUU+6PKwAQLusHR0QiG66VUOWGL66/MN1Cn4p6unWzWKw/L9u4bsvumKiISWOH1K0TW9EI3dZgFY3wvK9b7ggv/Y1UfYRefSOXMkIvzeKgCjg7BAcnvvrqiZEjLVlZonJlZUd69gwdMCD6jjtCOnUSAAAAAC4QMZx62CULoFxB584Q59r2PBRRVFpR5TnO8/bMzM6b9dWi46fPtrqs4c3XDTUY9Jc4wmrv5o8j9M034hrJCY8gTxsfL5O4U1OmCLNZVMLeuXjZsrBBg4jh4C+C2AkKAPAT6Wlmq8XWSGigjUzg71fAIoZTDxuCACrimsSJP59BzEu27znwyde/WCzWUVf17d+jfRWfFcSJlvxQUAXHsbreDenWLe6hh7Kef77Cscj5fq56LuKaawTgJ1hlAQD8xcypeSajrTFieni3UQaBAEUMpx42BAFUwhG9VRSaVBez2fLVj8tXbdgRFxt1503D6ycnXtDT2aPg7yqag1GTJ5fs3Fk4f365j4YOGKBv1Kjg22/DBg4MCgtze9R08KB8KOK66/SNGwsAAAAAFSCGUw+/XQGcV0XnBat6h8p7ZmTmvDPr+xNnMtu3anrb+KsNBn0VR1jFQy9FlafwEt9ItXTz/RFe+ute0J+ehKeeKt2zR2Zqng8lvf22vI37+9/LPYVc/pdf5s2alfvBB4Y2bcKvvTZi5Eiu5AAAAAB44vAib1HOrW6xWMxms8lkysnJyc/PT01NjYiIEABQEzZt/23WVwutZWXjhg/oV+UDUVGryAzu5A03WAsKXAfqUlJSf/mloqeUlZYe7dPnT0/R68P69YsYNSqsf3+hY4cfakxGRkZJSUlBQUHIOcHBwXq9XqfTOa6HIwAAAFT+LNFAAAAQAElEQVTExrF62NQDUFNMZvPn85au3rgzMT76nptHJNdNEEB59E2aJL744ul77nEdWEkGJ5mPHdPWqfOnGM5kKlqyRP7TREVFjB4dfdtt2sQLO/YZqBaczhIAAPgajYBa2BAEUCMyMnOefn22zOC6tG/+zwduJoND5UL794++/faq95fJXcqPP9adNSv82muDgoNdH7Lm5eXNmiW0WgHUBDa9AACAr6EaTj1UwwFQn3IgqvwpOvG6IX26txNAFcT+3/+VbNtm3LRJtkN6967KU0K6dpX/rI8+WvDdd/lffWU6cEAZLkM9bVycAAAAAMC54byHc8MBqFkms3nOt0vWbt6dGB993y2j6iYSheACWDIzT44bZz55stHu3eLCGTdvLvjqq8Kff0588cWwoUPdHs1+5RXz8eOR48aFXH65ALyGc8MBAABfQwznLZ4xnNwKTElJIYYDoIJTGVlvz/r+dEZ2l/bNJ4+9Qv7wFMAFKtm168x999VftkxcLGt+viYy0nP40T59lCuu6hs2jBgzJnLsWE1MjACqm4zhjEZjYWEhMRwAAPARxHDeQjUcgJqyasOO2d8slo1JY6/o1bWNAC6WKT1dJmWiWhUtWXLm/vv/NEivDx8yJPL660N69BBA9SGGAwD4kfQ0s9ViayQ00EYm8BcqYHFuOPWwqQfA20pLTTO/XrR5+29JibH3TBrBgai4RNWewQn7dRs0UVHy1jnIZCpcsED+08mdVWPHxtx5pwAAAKhlZk7NMxltjRHTw7uNMggEKGI49VB4CMCrTpw6+/Yn32dk5vbu1vaGkQP1Otbw8EURo0dHXHtt0fLlBd99V7RihczgHA+Zjx0zrlsniOFQfdgJCgAAfAo/0tTDhiAA71mxbvuXPy7TBAXdPmFY1/bNBeDLdLqwwYPlP2tubsEPPxTOm1eya5fySOS4cQKoJnLTi52gAADAp7B14i2cGw6AOkpKTB9+sSBt94HkpPh7Jo1IjOdU9/A/pkOHCubOLV65MnnuXOFWyFlWdvLGGw2dOkWOHatv2lQAVca54QAAgK8hhvMWrpQKQAVHT2S888n3mdl5/Xq0Hzd8gE6nFUBgMW7YcOqWW5R2cMuW4SNGRI4axZVVURXEcAAAwNdwUKp6SDwBVK9fV2+d+9MKnVZ7983XdmzTTACBqODbbx3t0r175b/sl18O7dtXhnFhAwcKvV4AFSNoAwAAPoUYTj1sCAKoLsXGkg8+X7Bz76HUeokyg0uIixZAoNJ61HhaLMXLlsl/msjI2GnTIq+/XgAVYCcoAADwKcRw6mFDEEC1SD92+p1PfsjOzR/Uu9OYa/pptRoBBK6Ep5+Omz7d7UoOCmt+viY0VAAAAAB+ghhOPVTDAbh0v6zY9N3Pq4ODdffdMqpdy8YCqAU00dFREyfKf8qVHGQkZ8nIkMODQkPDhg4VAAAAgJ8ghlMP1XAALkVRsfF/c+bv+f1Iw5Sku26+Ni4mUgC1jL5x49hp02KnTi1etapg3jxtbGyQweDWp3TPnrOPPsqVHKBgJygAwF+kp5mtFlsjoYE2MoG/XwGLGE49bAgCuGgH00+8O/vH3PzCof26jrqqt1bDgaioxTSa0H795L9yHyz47juu5ACF3PRiJygAwF/MnJpnMtoaI6aHdxtlEAhQxHDqYUMQwMX5eemG7xauDgsN+ett17Vu3lAAqIjJVPDjj3+0HVdyiI6OGDYsfORIQ7t2ArUJm14AAMDXEMOph2o4ABfKZDa/P+entN0HmjSod9fEa6OjwgWAipnPntXXq1eSne060Jqbmzdnjvynb9gw8dVXg1u2FAAAAEBNIIZTD7tkAVyQnLyCNz+ed/TEmf49OowfMVCjIcoHzkNXr169r7+2Xcnh668LfvxRuZKDg+n4cV1yskBtwk5QAIC/mPxKlOPccAKBixhOPWwIAqi6w0dPvTlzXmFR8aSxV/Tq2kYAqDLblRymT5f/ilesyJ87t+iXX5Th4UOHaqKi3Dpbs7M1sbECAYqdoAAAf9GwA/lMrcBsVg8bggCq6MDhE6++/7UhWP/QneOaNqJ4B7hIypUcygoLC378sXDevIiRIz37ZL/2WvHq1ZETJ0aOHauJiBAAAACA13ABKW8ps7NYLGaz2WQy5eTkFBQUpKSkRLCJD6BSJ06dff7tz7Ua7d/vuyEpgSIdwIvKSkqO9OpVVlws20FhYTKni7rpJn2TJgIBISMjw2g0FhYWhpwTHBys1+t1Op1GowmyEwAAACrSCKiFxBPAeWVk5r76/lxRJqbeOZYMDvC2oiVLlAxOKisqyv/ss+PDh5+aPNm4ebNAQCBoAwAAPoUYTj1sCAKoXGmp6b8fflNsLHlgynWp9RIFAC/T1a8fPnx4UEiI60Djxo2nbr4589//lsGcgD+Tm17sBAUAAD6Fc8Ophw1BAJWb892vGZk5k8Ze0aQh54MD1GBo1y7xhRfKjMaCH3/Mffdd8/HjjofyP/useOXK1EWLBPwWm14AAD+SnmZ2XCk1MoEinoBFDKcequEAVGLT9t/WbdndsU0zrosKqCwoJCRy7Fj5r/CHH7JnzDAfPaoMj7r5ZgEAAKCKmVPzTEZbY8T08G6jDAIBioNS1cMuWQAVKSo2fjJ3UXxs1C3jrhQAakj4tdemfP999G23CY0mtF8/YrgAwE5QAADgU6iGUw8bggAq8u2CVSUlpvsmjwoxBAsANSfIYIidNi1s6FB948YC/o+doAAAwKcQw6mHDUEA5TpxOnPlhh3tWzVp3iRVAPABhg4dBAAAgIomvxLlODecQOAihlMP1XAAyvX9ojVajWbssP4CgG+z5udrIiMFAABAdWvYgXymVuDccOqhGg6Ap+zcgrTd+7t3alknIUYA8FWl+/aduO66vA8+EPAr7AQFAAA+hRhOPWwIAvC0eOVmGdEP6t1JAPBVOW++eWL06NK9e/M++6ysqEjAT8hNL3aCAgAAn0IMpx42BAG4KTWZV23c0aRhcv3kOgKAr7JkZCgNa35+3pdfCvgJNr0AAICvIYZTD9VwANxs3fl7SYlpQE9OBg/4tOjbb3e08z7+WJjNAgAAALhwxHDqYZcsADc79x2WAX3ntpcJAD5Ml5oaNmiQ0racOVPw008CfoKdoAAAwKcQw6mHDUEArmQyv3PvweZNUnU6LkkO+LqoW291tIuWLhXwE+wEBQD4i6cGZ/2zt+3fxu9KBAIXMZx62BAE4OrQkRPFxtKWzRoIAD4vpEsXTcwflzM2HzokAAAAgAtHDKcequEAuDp45KS8bdKgngDgD4KbNlUapcRwAAAAuCg6AbVQDQfA1ckzWfI2OSleAPAH+iZNjJs321omk/nYMV1qqoDPYycoAMBfTH4lymqxNRIacMqaQEYMpx42BAG4OnUmKyw0JDIiTADwB/pz1XCS6eBBYjjfJze92AkKAPAXDTuQz9QKzGb1sCEIwNXRkxmNUpMEAD8R2qdP7PTp2qgoTUxMcMuWAj6PTS8AAOBriOHUQzUcAIfSUpP8FxsdKQD4CX2TJtFNmggAAADgYhHDqYddsgAcio2l8jY01CAAAF7DTlAAAOBTiOHUw4YgAIfikhJ5G2oIFgAAr2EnKAAA8CnEcOphQxCAg9FeDWcghgMAAACAWoMYTj1UwwG1itVatnD5RovFWu6jZ7Ny5e3+Q8d/NFsqGsOAnh0iwkMFAAAAgED31OAsk9HWGDE9vNsozl0TsIjh1EM1HFCraDRBMoP7cfHaSvrs3HdI/iv3oQ6tm5LBAcAlYicoAADwKcRw6mFDEKhtrhrQbfXGndm5+eICGQz68SMGCgC+xHz06NnHHlPaEaNGRYweLeDb5KYXO0EBAIBPIYZTDxuCQG2j02nHjxjwzic/iAt09YDucTGRAoAvsRYWGjduVNoh3boJ+Dw2vQAAfmTyK1FW++lqEhpoBQIXMZx6qIYDaqGObZp1aN00bfeBqj8lKTF2SN8uAgAAAECt0bAD+UytoBFQC7tkgdpp/IiBBoO+6v0njBqs07EHDACqATtBAQCATyGGUw8bgkDtFBcTefWA7lXs3KNz6xZN6wsAQHVgJygAAPApxHDqYUMQqLWG9O2SlBh73m4RYaFjh/UTAAAAAIBARAynHqrhgFpLp9NOGDX4vN1GXNErIjxUAAAAAAACETGceqiGA2qzFk3r9+jcupIODVOT+nRvJwAA1YedoAAAwKdwJQ71sCEI1HJjh/Xbuuv3khKT50Ny/XDjqEEaDWsJAKg2ctXKTlAAgL94anCWyWhrjJge3m2UQSBAUQ2nHjYEgVouIjx0xNBe5T40sFfHRql1BQCg+rDpBQAAfA3VcOqhGg7AwF6dNmzbm37stOvAiLDQEVf0EgB8m75Bg7off6y0dcnJAgAAALhAxHDqYZcsAI3GdvDp829+7rpCuO6aviGGYAHAtwWFhYV07y7gV9gJCgDwF/0nhVrMtkZKS4KaQMbcVQ8bggCkRql1+3Rvt3L9duVu8yapvbq2EQAAL2AnKADAX/SfHCpQC3BuOPWwIQhAMfKKXhFhtr+yOq12wujBAgAAAABQCxDDqYdqOACKiPDQ667pKxuD+3aumxgnAAAAAAC1AAelqodqOAAOvbq2+e3g0asHcp4pAPAidoICAACfQgynHjYEAbi6ZdxVAgDgNXLTi52gAADAp3BQqnrYEAQAwH+V7t17uHVr5V/OjBkCPo9NLwAA4GuohlMP1XAAHCr6cciKAgAAAKiFnhqcZTLaGiOmh3cbZRAIUMRw6mGXLADx51WBa1sJ4JQhhHEAUC1YnQIAAJ/CQanqYUMQgJKyldlZrdZDWyxWO+WuMlyQ2gNANWF1CgAAfArVcOphQxCo5VwzOGn+yyVb55uvmRrc8RqtsCf1CtenEN8DAAAAtUH/SaEWs62R0pKgJpAxd9XDz2mgNnNkcErV28+vywzOIof89EqpqUTb6VqNXEVo7BxhnHKNP1YdAAAAQMDrPzlUoBYghlMP1XBArVXmQsZwMnrb9pPF8egvb1qExtr+qj9iOEmr1SoPkcEBwKVgLQoAAHwKMZx62BAEaifXDM5iscgMLm2B1a3PL2/Y4rl2V1q0dnKIksc5OrACAYALpdQUCwAAAJ/BJRrUw4YgUAu5ZXA/v+7M4ELCgwZPCXP0XPJm0OZ5FrOd7Om4dAOrDgC4OKw/AQCAr6EaTj0UswC1TSV1cCERQTc9HZXQQBufov36mXyr/RDVlR/otHpz+6v+9LvRURPHOgQAAAAA/BoxnHrYJQvUKlXJ4GS7cUf92EcjHUncsnd0ZWWmDlebXUdFEgf4guCWLRvt3i3gV1htAgAAn0IMpx42BIHao4oZnMItiVv+rj4oyNz+qvKTOMHKBACqjJ2gAAB/MWtqvqnE9merz4TQFr31AgGKc8Ophw1BoJa4oAxOoSRxmnODl72j2/5zWUXniWNlAgAAAASYw2mmw9vM8l9eKWO7zwAAEABJREFUhlUgcBHDqYcCFqA2uIgMTkESBwAAAACBjYNS1cPPZiCwOQKyi8jgFJ7niTOXmjqPKOfoVBnry5cg3AeAyrGeBAD4i/6TQi32Df+UlgQ1gYy5qx42BIEAdukZnMItiVv1oV4IkjgAuBjKelIAAOAP+k8OFagFiOHUw4YgEKiqK4NTkMQBvqmsqKhk506lrUtO1qWmCvg2Nr0AAICv4dxw6uGnMhCQ3DI4s/mSMjiF23niZBK35Xsr54kDapbpyJFTt9yi/Cv47jsBAAAAXCBiOPXwUxkIPJ4Z3A/Pl1xiBqfwTOI2z7PIGM5kMpHEAUAVsRMUAAD4FGI49bAhCASYcjO4XUv+SMQuJYNTuCVxqz8KlkmcRBIHAFXEuhEAAPgUYjj1sCEIBBJvZ3AKkjgAAAAACBhcokE9VMMBAUOdDE7hdsUGmcQJUdpl5J/6cMUGAAAAwK/NmppvKrH9oOgzIbRFb71AgKIaTj0UqgCBwTOD+/GFUi9lcApq4gDg4rBnAgDgLw6nmQ5vM8t/eRlWgcBFDKceNgSBAFBuBrdzcTVck6FyJHEAcKGUGmEBAADgMzgoVT1sCAL+rqYyOAVHpwLABWHTCwDgR/pPCrWYbY2UlgQ1gYy5qx5+EgN+rWYzOAVJHAAAABCQ+k8OFagFiOHUwy5ZwH/5QganIIkDaoomPDykWzelrUtJEfAHrAMBAIBPIYZTDxuCgJ/ynQxOQRIH1Ahd/fp1Z84U8CvsBAUAAD6FSzSohw1BwB/5Wgan4IoNAAAAAOB3iOHUQ0EK4Hd8M4NTkMQBAAAAgH8hhlMPP4MB/+LLGZyi8iROCeNI4gDUZuwEBQAAPoVzw6mHDUHAj/h+BqfwPE+cDOG6j7W1dbo/1vCcJw5A7aSs9wQAAP5g1tR8U4ntz1afCaEteusFAhTVcOphQxDwF/6SwSncauLWzdZv+NpqsVjMcrqpiQNQi7HGAwD4kcNppsPbzPJfXoZVIHBRDaceilAAv+BfGZzCrSZOJnFCmLqN+dPvT2rigEtkOXs2/4svlHZIt24h3bsLAAAA4EIQw6mHXbKA7/PHDE7hmcQV5Zj6TzG79iGJAy6FjOFy3nxTacfcey8xnF9gXQcA8BeNOuiVg1KjEjlsMZARw6mHDUHAx/lvBqdwS+K2/2iriSOJA1CbsRMUAOAvJr0SKVALELKqhw1BwJf5ewancDtPnEziln8g34uZ88QBAAAAQI0jhlMPhSeAzwqMDE5BEgcAAAAAvokYTj383AV8UyBlcAolidOeu8o5SRyAWoudoAAAwKcQw6mHDUHABwVeBqeQSdy4f0aRxAGozZTzYAoAAACfQQynHjYEAV9TeQYXGuWvGZyiQVsdSRyA2ow1GwAA8DVcKVU9VMMBPuX8Gdwz0fEp/r2vQknivvx3nsVku8u1UwEAAADfNGtqvqnE9gulz4TQFr31AgGKajj1sEsW8B21IYNTUBMHoDZj7wIAwF8cTjMd3maW//IyrAKBi2o49bAhCPiI2pPBKaiJA6qFNiEh5r77lHZIt24C/oC9CwAAwKcQw6mHDUHAF9S2DE5BEgdcOtcYDgAAoHo16qBXDkqNSuSwxUBGDKee/2fvPqCjqPY4jl+STa9AAiEJEHpAOiTSBFSKgiLYsAJ2BSs+7CL2Z8MG9gYPC6KCBVF6772G3iGQAOltC+9uRtY1CZiE5GZm9vs5c+bcncyWbLKzd373PzPs1gJVzjMzOA1JHAAAAKBbQ8aGCHgAQlZ1qIYDqlbxDO7X1/I9JIPTcJ44AJ6GEQUAAKArxHDq0BEEqlCJGdyWOX8lTZ6QwWlI4gB4Dq22VwAAAOgGMZw6dASBqlLisagemMFpSOIAeAi2YAAAQG+I4dShGg6oEhyLWhxJHAAAAACoxyUa1GFXFlCvSAYnA6bf3/pHHdxNL4R6Wgan4YoNQFnZDh5MfeYZrR08cGDwoEECuse2CwAA6AoxnDp0BAHFPPm6qKVBEgeUiSM7O2/VKq3tn5AgYAQMggIAjGLBhFx7YU88vqtvdLy3gEkRw6lDRxBQiWsylAZJHAAAAKAHCybmWvOcjZCaXsRwJsa54dRh9xVQhmsylB7niQMAAAAANdgLVYfdV0ANrslQViRxAMyKQVAAgFHEtfGJa2uRU2gkuypmxkGp6tARBBSgDq58ODoVgPlo2ysBAIARDBkbIuAB2BdVh44gUNm4JsP5oCYOgMmwpQIAAHrD7qg6FI8Alap4BvfzK2RwZUMSBwAAAACVhz1SddhlBSpPiRnctvlkcGVGEgfATBgEBQAAusJOqTp0BIFKQgZXsUjiAJgG2ygAAKArXKJBHTqCQGUgg6sMXLEBKM6nXr2or77S2pboaAEAAACUETGcOuymAhWODK7ykMQBRVQLDPRPTBQAAACVYMGEXHthXzu+q290vLeASRHDqUM1HFCxyOAqG0kcAKNjuwQAMIoFE3Otec5GSE0vYjgTYwdVHTqCQAUig1OD88QBMC5thEAAAADoBvuo6tARBCoKGZxKJHEADIotEgDAQOLa+MS1tcgpNJIdGTPjoFR1qIYDKgQZnHocnQoAAABUqiFjQwQ8AHuq6jAkC5w/MriqQk0cACNiVAAAAOgKO6vq0BEEzhMZXNUiiYOHK0hK2teihTaljRsnYARsiwAAgK6wv6oOHUHgfJDB6QFJHAAAAACUG7us6lANB5QbGZx+kMQBAAAAQPmw16oOu6NA+ZDB6Q1JHACjYBAUAADoCldKVYeOIFAOZHD6xLVTAeiftv0RAAAYwYIJufbC3nR8V9/oeG8BkyKGU4eOIFBWZHB6RhIHQOfoegEADGTBxFxrnrMRUtOLGM7E2H1Vh11QoEzI4PSPo1MBAAAAoPTYg1WHXVCg9MjgjIIkDoCeMQgKAAB0hYNS1aEjCJQSGZyxcHQqAN0i/QcAGMXoOTUEPAD7serQEQRKgwzOiKiJAwAAAIB/RTWcOhSAAP+KDM64qImD6fnGx8dt3SoAAACA8mJvVh0KQIBzI4MzOmriAOgNiT8AANAVdmjVoSMInAMZnDmQxAHQD632VgAAAOgG+7Tq0BEEzoYMzkxI4gDoBFsYAACgN5wbTh2q4YASkcGZD+eJAwAAAMpkwYRce2F/Ob6rb3S8t4BJEcOpw5AsUBwZnFmRxAHQA7YtAACjWDAx15rnbITU9CKGMzFiOHXoCAJFkMGZG0kcTOZ0Tk7+5s1a2xIdbYmNFdA9BkEBAICusH+rDh1BwB0ZnCfgPHEwE+uBA8nDhmlT1rRpAgAAACgjquHUodADcCGD8xzUxAEAAAD/avScGgIegL1cdSj0ADRkcJ6GmjgAVYVkHwAA6Ao7uurQEQQEGZynIokDoJ5WYysAAAB0g31ddegIAmRwnowkDoBibEkAAIDesLurDtVw8HBkcCCJAwAAAODJ2ONVh11KeDIyOGhI4gCoxCAoAADQFXZ61aEjCI9FBgd3JHEAlGEbAgAwiv0bbHvXOqfMVL68zIz9XnXoCMIzkcGhOJI4AAAAwN2EkRlfPOCckhYXCJiXRUAVquHggcjgcDZaEvf9ixl2q/OmTOKEsPa4w+a+jpeX839Du9Yhm1BUOa+gIP+EBK1tiYkRAAAAQBkRw6lDQQc8DRkczo0kDsZiqVs3asIEAUNhuwEAAHSFGE4dOoLwKEUyOGuB/Zf/ksGhKJI4AJVH224IAACMYPScGgIegH1gdegIwnMUz+B+eoEMDiXjPHEAKglbDAAAoDfsBqtDEQc8RIkZ3M6lZHA4q3okcQAAAAA8AHvC6rDrCE9ABofyIYkDUBkYBAUAALrCzrA6dARhemRwOB8kcQAqHNsKAACgK1yiQR06gjA3MjicP67YAD2zp6ZmTp6stf0TEvwTEwUAAABQFsRw6rC7CBMjg0NFIYmDbskYLm38eK0dPnw4MRwAAKhA+zfYHHZnI6Ked0gEXVzTYq9YHarhYFZkcKhYHJ0KoKKQ1AMAjGLCyIwvHnBOSYsLBMyLHWN16AjClMjgUBlI4gCcP61mVgAAAOgG+8bq0BGE+ZDBofKQxAE4T2wZAACA3nBuOHWohoPJkMGhsnGeOAAAAHiI0XNqCHgA9pDVYUgWZkIGBzWoiQNwPkjnAQCArrCTrA4dQZgGGRxUIokDUG5sEwAAgK6wn6wOHUGYAxkc1COJAwAAAGAC7CqrQzUcTIAMDlWFJA4AAACA0XGJBnXYLYTRkcGhanHFBlQt74iI8BEjtLZ/QoKAEbAdAAAAukIMpw4dQRgaGRz0gCQOVcg9hoMhaNsBAQCAEezfYHPYnY2Iet4hEXRiTYt9ZnXoCMK4yOCgHxydCqCU2AIAAAxkwsiMLx5wTkmLCwTMi91mdSjKgEGRwUFvSOIAAAAAGBF7zuqwKwgjIoODPpHEASgNBkEBAICucG44degIwnDI4KBnnCcOwL8ihQcAGMXoOTUEPAD7z+rQEYSxkMFB/6iJAwAAAGAgVMOpQyEGDIQMDkZBTRyUsR08mPrMM1o7eODA4EGDBAAAAFAW7EWrQyEGjIIMDsZCTRzUcGRn561apU22w4cFjIDkHQAA6Ao70urQEYQhkMHBiEjiABSn1cAKAAAA3WBfWh06gtA/MjgYF0kcgCL4pAMAAL1hd1odquGgc2RwMDqSOAAAABjU/g22vWudU2Yq3VQzY49aHXb5oGdkcDAHkjgA7hgEBQAYxYSRGV884JySFhcImBc71erQEYRukcHBTEjiALjwGQcAALrCfrU6dAShT2RwMB+SOAAAAAA6ZBFQhWo46BAZHMxKS+K+fzHDbnXelEmcENYed9jc1/Hycv5va9dSZBMNAACAKjR0bKjD7mxE1PMWMC9iOHUouIDekMHB3EjiAPC5BgAYRf025DMegT+zOnQEoSvuGZzD4bAWOL5/umDf2r8yuMCware8GlY9igwOxiaTuBueD508JsNWeKJbmcTZrbZL7iWJQ3n41KsX9dVXWtsSHS1gBAyCAgAAXSGGU4eOIPSDDA6eIzbeMnjM30nclj/lFx9JHMqjWmCgf2KigKHwiQYAALrCbrY6dAShE2Rw8DRaEmfx/eumTOLmfiS4YgPgCfhEAwAAXWFPWx06gtADMjh4JpI4AAAAAFWOnW11qIZDlSODgycrnsTNev80SRwAAAAAZdjfVoedOlQtMjigSBKXNNeHJA4wNwZBAQBG8cKlJ5/t6pxWTcsXMC92udWhI4gqRAYHaEjiAM+hXXdFAAAA6AZ73erQEURVIYMD3BVP4maP4zxx+HcFSUn7WrTQprRx4wR0j88vAADQG4uAKlTDoUqQwQHFaUnc5DEZtgLnzW1z5Lehrdf9Nvd1vLycnwutmoYNOAAAACrV0LGhDruzEVHPW8C8iOHUYUgW6pHBAWdDEgd4Aj65AACjqN+GfMYjsPutDh1BKEYGB5xbkaNTZRLH0amAyfDJBQAAusIeuPvhOOQAABAASURBVDp0BKFSkQyuII8MDigBSRwAAAAAZdgJV4dqOChTQgb3FBkcUDKSOAAAAABqsB+uDjtvUKPEDG7/BjI44KxI4gCzYhAUAADoCrvi6tARhAJkcED5kMQB5qNdX0UAAADoBnvj6tARRGUjgwPOB0kcYDJ8TgEAgN6wQ64O1XCoVGRwwPkjiQMAAABQeSwCqrDDhsqjtwzul6/mfvDct/+6Wt3GUZ/OeVFUsoI865H9x+OaxWg3p30556Mx3/Ud3O2R14ee417aav1u7v7gK7eKivDkzWOPHzrx+YKXRelepxrHD538+v1ft6zcefJ4ep36ke/9+oy397//n+zecnBEvxdi4mqd49cpk82rdn037rfDe46dOJ5es1ZYdIPadzxxTcMWdUVV0JK4yWMybAXOmzKJE8LW636b+zpeXs53STvejSEWz+EbHx+3dauAofAJBQATO3DgwIsvvrho0aKjR482atRo1apV3t7eopK99957Dz300D333PPRRx/Jm8uXL+/cuXOrVq02btwolFi/fn27du2aNGmyY8eOMt1R+05MS0sLCwsTqDqUxqhDRxCVhDq4c9i8Yud9fcesnLdJVKnM9Jytq3e3vLDp2Vaoktcp/2Geu+P9P79bfGjPsZysvIJ8a2kyuAo39fPZ/7n2tdXzt6SfzGp8Qb3MtOw1C7Y8POjVBb+uElWkxJo4q5WaOMB4+IQCgFnJLfyVV1752Wefbd++PSMjIy8vT0EGB5w/quHUoSOIyqDPDG7AsEvk5L7kxo6PnkrJeO7TEZ37tBUKLZ6x5vC+4+5LmrVpMGTkVQ2axwqFNq/YkZ9X0P6iFmdbofjrVCD5QOrepEOycd/zN1x6dZfg0ACh3La1ez575QfZuPym7veNudHXz2K32Se8+fP3H85457EJcc1i6jeNFlWheE2cw2bv/RA1cQAAALqwd+9erQDtvffeGzJkCBVeMAqq4dRhJw0Vjjq4cmjevuFND12hOA3ctGKH3AK0736B0JOcrDw5r1Mv4qphl1ZJBifNnbpc5m7tujV/8JVbZAYnl3hbvG9/4uruVyTk5uT/OnGeqDpFauK2L/Ce9W41auIAAAD0ICMjQ84bNmz4wAMPkMHBQNg/V4edNFQsMjgDWbtoa5NW9UPCAoWeyPxLzv0C/ETVkQGlnPe5vluRgYpul7eT812b9osqRRIHGB2DoABgVrI/JudBQUECMBQOSlWHjiAqkJkyuFXzNk/+8Pej+44XFNiat23Ypmv8wNsu9bZ4l281l5PH029K+I/W/uLVH+V07T1973zq2hIv0bB9/b7f/jdvy+qd2Rm5rTs1u/ym7u4PtWvzgfv7vxgY5PftmrF+Ab7uP/rx05mfvjSl/609HnjplrO9kuSDqfu2Hx48ol+ZXqe25Mi+lE9enLx/55H01IyGLes1b9dI/jSsRnCRBynlai4FedYBzYZrbfnaLqt/l2y8PfXJ5u0bysbepENzflq+Z9vBvdsO+fn7NmpZr2Vik/4399Sq1Uok86iX7/to6Z/r6jWu88bkUWERIdry9JNZP302a+uaXXu3HqzfLOaCjk2uu+8y9zjy7WlPJh9IqR0bUeQBvS3O5/IPqsqIUFPk6FSZxMlfl6NTAUPQPpUCAGAucijUYvmrX7pp0yat97Vs2bJOnTqJwnjugw8+mDVr1sqVK2vXrt2lS5cRI0a0atWqyIOUcrVVq1bJ1RYvXpyent6zZ8+77777bK+qoKDglVde+eOPP/bt29e1a9crrrhiyJAhRU5XJ1/tpEmT1q9fv3HjxoCAgPbt21900UX33nuvn98/Or1Wq3XChAlTpkyRa8qbzZs3v/POO2+66Satz1niG3LddddNnTq1RYsW8+fPj4yMFKUmX/Crr766a9eu/Px8+QZecsklDz74oOvtLf1qgwYNmjZtmvy95Gv+8ccfFy5cWKtWre7du99///2tW7cWcEOljDp0BFFRzJTBffv+9GeHvbt5xU5ff9+6DaPWL0uSqdaj17x2dH9KOVZzZ/GxtOvWvHZsTdmObVhbtuvUK/kLacmMtSOv+e+sH5ZmZ+bFNKi9ZuGWp255e9nM9a4VGres17B5bE52/lK3hZrF09fIeY/+ieLsNi13Fnyd7cRw53idMnm8v9/zy2dvyMnMbdCi7v4dR6Z89Mfwy8asnr/F/RFKuZq7al7V5BM1b+cM3WS8KNtyCgz2lzdn/bDsvr7P//Dxn9tW75avJD+vQL4/Hz8/+a5LnslMyynx0eT/4dj/fKllcP/99lFXBrdh2fb7+78wefzvMoOr1zT60J5j3384Y0S/57es3Om6b0CgX4P4WO2p3R9QpqKy0frCZkIHqImD5nROTt7KldpkO3RIQPf4PAKAKcncrVevXlroFhIS0qtQaGioKLx2ao8ePR566KHZs2fHxcXJzOjjjz9OTEyUUZr7I5RytZ9++kkGal999VVGRkaTJk3+/PPP3r17//zzz8VfUlZWlvzR888/n5OTI+Mnecfbb7/9xhtvdP8mmjhxogykXn/99aVLlzZs2DA3N1fGVQ8//HB8fPypU6dcq8nn6tOnz1133TV37lz5UNWrV1+wYMGtt94q07oS3w35FLfddpuWwc2ZM6dMGdzLL798+eWXy8hMZoLNmjWTz/joo49269Ztz5495VhNevPNN2X4KKNAGR0eO3bs008/lTmjvKOAG2I4dSiRQMXSMrj8XANncOuXJE14c5qMYF786qEvF74y9qcnvln1VvvuLZLW731j5OdlXa2I0OpBr349snNv5zng+gzuJtv9b+lRfDUZro0f/Y3dZu9/a4/v1rwlH/zrVW/KB9+wNMl9tYsHOr/mF89Y477wyL6Ubev21KkX0apTE3F265Zs8/P3bd6+UZleZ1pqxlv/+VK+vKH/GTh53dtv/fD49+vevv6+y08cS3/twU/ST2Rpdy/lakX4+FrkE933/I2yXSs2QrblVL9pdHpq5oejv5Ybq8fevfOHTe/Kd+Pb1W+99t1/wiNCjx06MfunpSU+2ofPfTvnp+WxDWrLDK5Grb9OzJGZnvPKiI9TjpwaPKLfd2vfHvvjE5PXjr3rmeuOHzr5yv0f5+bki7OQf4u3Hv1y3eJtkdHV+9/SU+hDmZI4mJX1wIHkYcO0KWvaNAEAAKqCl5fXrFmz3n//fdmWIdqsQjKEkjdleiVDrn79+smgbcWKFdu3b5eRUFBQ0IgRI1avXu16hNKsJpO1+++/32q13nfffcnJyUuWLDly5IgMyGQIVfwl7d27d9OmTYsWLdpYaObMmTIfnDJliozetBVSUlLko8lX/vXXX8vQTT7a0aNH582bV7t27X379rlWkx577DH5Yho0aLBu3Tr5mElJSTJi8/X1lZHW9OnTiz/1gw8++L///a9p06Yyg4uKihKlJn+RZ555RsaXM2bM2LVrl/aS5C8o3xAZpZV1NY38Ra677joZwMnVjh8/LtM6mSrKd1V2lQXOIIZTh90zVAj3UriCvNPfjMo3aAYnk6N3n5ggG3c8eW3CxS21hcGhAaM/HiGjnK2rd8/+cVnpVyu3eT8tP3k8XSZQI164WcvKAwL9nvnwvtB/HtF58VWJ8qer5m7ULmugmf/LCjnvfkXCOUJ2+Wdas2Bz2y7x5ziis0QfPPedjNguGXjhjQ/015bIZ7n9ias79W4rE64v3/ipTKuV0sYVOwoKbJ16t5EP6Drgt03nZr2v7SIbB3cdLX6Xb9797ZcJ82QW+eo3f2dw0nfvT08/kdl3cLfbHhtk8fnroa65q8/lN3WXEeH3H8w422t45/EJ8m8qH+qFLx8Mq3nW42rVK57EzXxHaEmc4wwK4gC9YRAUADzHL7/8IvOvli1b/vDDD66isB49erzzzjuyISOhMq02adIkmTfJ1caNG6d9m8icTt4lIiKixGf/73//261bN63du3fvJ598UjbeeOMNbcmCBQvy8/MHDBhw0003uY7l7Nmz57Bhw2Rj27Zt2pLU1NSPP/5YNr744gv51NrCgQMHyiBMNr777rsiT/riiy/Kl9ewYcOyZnAyZJRZpGy8/vrrl112mbYwLCxMRn516tSRIZqM9kq/motMReUS7RhbHx8f+eu3atVq8+bNv/76q8AZxHDq0BHE+ftHBpd7evKT+Ue2/bXDH1S92s2vGOmaDBuXbz96IDU8IrTP9V3dl/sH+l5xa0/ZWLd4a+lXK7cVczbIeb+bu3t5/f0JDQz2731NF/fVIupUb3dR84J825I/1rkWzvvZGcP1GHCuI1L3bD2UfjKrXfcWoixk2Lfwt1WyMfCO3kV+dHXhkrWLtpR+tdK7qH+Hn7aMG/78Te4L5T+bt8X5f2XNtxZZ/7eJ8yeO/TmsRrDM4CKjq7v/aEHhC7v4qguL3KVn4du16Pc1Jb4AmejN+mFZVF1ngV6D+FihM84kbvTfSdyOhZbZ71ez2+1aEnf6DEESB+gGH0YA8BxTpkyR82uuuSYgIMB9+eDBg/39/RcuXHjw4MHSr/bbb7/J+d133+1+RraQkJChQ4cWf+patWppgZqLdgzpli1btCM3r7322oyMDK2Cz0V+SWmRXF7eXyP98+Y5T8ySkJAgEzr3NR944AEZZn322WfuCz/88MPRo0fLJFFmcLGxZes5z58/X76w2rVr33bbbe7LAwMDhw93nkJ61qxZpV/N5b777nM/z53MQGTsKBszZpx1DN4DcYkGdegIogLJf6fFkwoObPy7uPf6Z0Nr1DFSsJ6W6rzEeGyj2j6+RTdE9ZvGCGftVXLpVyu3I/uOy3lMXNGxo9iGtYsskfnR2oVbl8xY0/vazqLwug3yqRu2qNuw+bm+89YUBmGtEpuKsjhV+FvL761GLYo+eFy887c+fuhkTnZ+KVcLLMuFDnz9LDJQO7zv+LqFWw/vPZaSfGrXpv3JB1OF8+Sv/9iIpRw9Oe7Zr0XhdRhOHEuX2ZnrRzKvPJGcJhv/e+eXyR/87n4vq9V5cYOUwyeLP/Wxgye+eu1H+es8+/Hw+k2jhS7FtrAMeCT4p9f+Oto3aZ53bCvbBZfaZf+sWiGu0gAAAFAlDhWeufWnn35asmRJkR9padeRI0fq1q1bytV27nSezrhp06Ld+GbNSjh5cZMmTXx9/3Elt+rVqzdo0GDv3r07duxo2NB5RmaZT8mwbNeuXTK6kgvly1izZo1cQRReY0G7l/akzZs3L/L44YXcl8isUAvCUlJS5AuOi4sTZXH8+HHtdynysqULLrhAzpOSkkq/WpGF7uQ7Kefbt28XOIMYTh12zFBRtIqbzjd5H95m37/+r2Rk9ufZ1z0d6uMvjCKv8OxgNSLDi/9IO7bxVGp66Vcrt6zMXDkPP3NVgb8fPKroM3br1/HD0d+umr85My0nJDxw4W/O00b0vCrx3I+/btHWOvUjG7Yo2/BUXrbztw6rGVL8UrCh1YN8/X0K8qwnkk9P1fjpAAAQAElEQVTJeWlWC2xUhgL1379eOOPbhTs37XctiY6LbN2p2cblRb87ZdYmn/rCS1rPnLJk/LNfv//r066XkXkqSxt4cL8ag7v8vILszNygkH+MQC7+Y40MDS++KrHRBXWFXmWfOj1/0t+Xqmjas6BRV9vp035FrtLABh8AAEAxGUiJwquRSiWuoIVKpVwtPd25l1GrVq0iP42OLmG0uE6dOiUulCmbK2L7pJCM3lwrNG7cuGfPnvPnz3ctOduTFpeXlydX69+//5dffjlixIhVq1YVv7zpOWRlZZ3jZct5cnJy6VdzKX5grPa7pKWlCZxBDKcO1XCoEK79fG8fx1WjxdQxpw9udO7wH9xim/x8xuAxoT5lqHyqShG1nTlXiSGaVgEXWj249KuVW3BYoHycUykZRZZnpxe9KmhgkF/nvu3mTl2+dOa6vtd3XTS98KDLARee48FlULV19e6eheeVE2UREeU8wDP9RKbdZi8SsWWm52jpW2j4X794KVcrDZktvveU8/wOCT1bXXhp68at60fF1gyPCP3x05nFYzj5hvz3m5HR9WttWrF9z9aDP3426/p7/zphRHhkqHw98lVN2fhuSFhgKZ9dK5Fr0jpO6FV22ulJT6WnHfurCrVh19wLh+bY7b6uE8NpyOAA/eDzCACeIyYmZsuWLVOmTLn22mvPf7Xq1asfK1RkeYmJUkZGRvGF2n21OjX5dPfcc49s9OvX74orrujQoYNcLiOqsWPHusdwWsanBYXnFhISMnv2bBnkLViwYP369fJxHnvsMVFq8k0QxUI095etnQKvlKu5FH/l2mo1a9YUOINzw6lDRxAVxRXpevucvuJpe0zLvwZYDm+3TR6TYc0XhlCnvnNg5PihE8V/dOywc6F2sGcpVyu32AbOg09PHC/6bZpypISjJrUzna2at2nX5gNHD6S269a8yAnRiti4bHt+XkHLhHNdR7VEYTWDw2oEyz/00cKjQd1pb0Xt2JrOdUq3mii13/43XxSeKe/FCQ9eMaRnfNsGMoOTS04eK4xB/zmWUD0yrEF8rF+A7+1POHswX7/9a8qRvy617u3tVa+xc3wsaW3Rq5jnZOfv2XYos1jKKUXG1JBvaXSD2kKXnBnck39ncPUuzOxwy0mtOFW79hNjLYDeaMeJCwCAZ9AOIF27dm3xH61bt84VqJVptSNHjhRZ58CBA8XvqJ1Ozp3NZtu9e7dsNGrUSM4/+OADOZdJ3PTp0++7777ExEStTEx7fNe3lYzVSnzSo0ePXnfddU888YRrSVRUVKtWrQICAl577TV58/nnn9cOti0l7VXt37+/+I+0ha1bty79ai7FX7n2zhQ/zNaTEcOpQ0cQlUEmcX0fy6vT4q9z5xsoiWvQPDauWcyxQyeWz9novrwgzzr7h6Wy0b57y9KvdjZ/XaPz7J++9t2d5y/487tFDsfpfzz4T8tKWrlFzajwdYu2rlmwWd7seeW/HJG6dtEWuRPYpku8+DfFX2f3KxLk/I9vFhZZc/rX8+W845mLxpZytVI6WRhHtu3yj69JGZktnuEsnrfZSr7Q+EX9O7Tp3EwGjuOenuRa2OWydnL+64SiF3SfPmn+8Muef/yGN4s/zjV39Xn165GdLm0t9KdIBlc3MaPtjSna2Ip2SjgBQH/oegGAR5FBlZx/+eWX2dnZ7stXrVrVvn37evXqnTx5svSr9enTR84/++wzbcBVk5eXV+TaoJpt27ZNnTrVfckXX3wh54MGDfL3d542SOZocn7ppZe6r5OWlvbjjz+KwsxOW9KzZ0+Zry1atMh17VTND4W2bi3h2nTXXnvtxRdfnJOTI9M9UWoyPpMp3r59+7QrUbj/ghMmTJCNvn37ln41F/nmuH/5ylf19dfOc0lfffXVAmcQw6nDfhoqiva/VO0MH79qvR7NjmpeoP3UKEmcl1e1oY8Nko3XH/x01bzN2sKsjNwxd43btfmAjN669m1X+tXOJrDw7GO7txzMTMspcYVe13SOjK6+be2eNx7+zGZ11hXu33HkiZveKvHKD97eXjJ6y87MnfblHBmcdbm8vTinzSt3NmlVv1ZMDfFvir/Omx68IiDQ74dPZn77/nRtifxK++K/P/3+9UK5fOBtvcq0WilFF9YeLvh1pbXgr67AieS00UPfPVZYW1eQV3C2O97/0i3eFu8Vczdqp8wThZlaWI3glfM2TXr7V+2Ndb4hK3ZOHjdd+2nxB5k7dfk37/62bOZ6oTNFMriYjmltbjgu/xlcl2VwJwAAAFAVunfvfvnllycnJ996662uoyMPHz585513ysawYcNq1KhR+tWGDBlSt27dZcuWydWsVmfRg0zBZI5WJCBzkXecPXu21p42bdrDDz8sG88995y2RCtz++677woK/upRHzlyRL4MmXDJdm5urrYwKCho1KhRMuSSIaB8EC0BnD9//rPPPisb8pWU+NQffPCBj4+PTMq0i8CWhuzHvvzyy7Jx8803//HHH9rC9PT0q666au3atTJ6kwFi6VdzkS/1yiuv1ArlZMopf7plyxaZwcmgUOAMzg2nDkOyqBCuSzFKXmf4+ntd8kjmnLHBx5KcZ4bTkjj9nyeuc682tz4y4Jv3fnt22Lt16kdWjwjdteVAQZ5Vtp/+8F5ff58yrVaimMIjHBf8ukpOfQd3e+T1otcXDwz2f+ztO5+74/15P69cPX+zfMwdG51fG4kXt5IRUvEH7HFlwo+fzjyVktGtX4dzn/Xs+OGTOzftH3RHqYKw4q+zemToY+/d+fZjEya8OW3aF7NjG0Ud2HU081S2n7+vXF73zFUXSrlaKV1372VrFm5Z8se6+/qMiSxMD7es3iXf6pYXNpEJWvqJzLPdsW7jKPmb/vDxn5++/H3Hi1sFBvnJN/bx9+5669EvJr3zy0+f/tnggnoyttJOMHfFrT0vvbpT8QdZ8MsqGeTJX79zn7ZCN4pkcNEdTrW5IcXb26LxLqR9DEniTM8rKMg/IUFrWwpPlQL94yMJAB5l/PjxMjCaOnWqzKTatm0bFha2fPnyrKysTp06vfXWW2VaLSQkZNKkSTJU+uabb2bMmNGoUaPVq53jzf37958+fXqR5+3QoYOM1Xr37i3jNtkt3LFjh8zF3nvvvTZt2mgrPPbYY3/++edPP/0ko6t69erJJUuWLJHpm8wEFy5cqF0UQjN8+HCZcH399dcyw2rQoIF8NO3g1jFjxmh1fMXFx8c/8sgjr7/++qOPPiqjveDgUp2URv5qzz///IsvvijvIn+72rVrr1u3Tr4k2ZZxnlbEV/rVNPXr159e6MILL5R5ZUZGRuvWrT/77DMBN1TDqUNHEBXFtbev7fxrcYBM4i5+OKNWszxtHaPUxN388JVv/vh4n+u7BoUE7N9xpEmr+sNGDXrnpyeL5EelXK24bpe3731tF5mTyHZ2Zm6J67Tq1PTdX57ud3P38MjQQ7uT6zeNvuuZ6y6/qXuJKzdtExdb+KQXD/iXI1I3LE2SgWmrC5uKUijxdXbu3fbDGc9dd3ff2MZ19m49GBlVfeBtl77369Nyuft9S7laaWhvRadLWxdYresWb9u6enebzs1e+d8jz3/+gIw7d2zafyL5rBc5uunBK2rUCks5cmriG38V5Le/qMUHf4wZPPzypm0b7N1y4PjhEx17XvDsR/fd/9LNwiBKyuCOy/DNlcFpDVcgThJnbpa6daMmTNCm4H+O/UK3GAQFAI8icyuZao0dO1ZmRvv379+0aZNM2d5999158+a5h1OlXE1mZCtXrrznnnuioqK2b9/esmVLGdLdddddxZ+3bt26s2fP7tatmwyeZJx30003LVq06IEHHijyUDLSys/Pl2suXbq0Z8+eM2fO/PXXXwMCAtasWeM6q5oMtmT8J2O466+/3mq1ykfr0aOHjPBchXUleuaZZ+rUqXPw4EHZEKU2evToxYsX33777TKI3LJliwwTX3755WXLljVr1qwcq0nPPvusfBv79esn3y7506eeekq+8urVqwu44cy1lUW7Xp7dbrfZbPLDk5aWlpmZGRsbW8pkGjgb19UYHQ6H9g+m/Y8VFMrLsc17J/T49r8GJWKaWQx07VRDyEzPuSVxlH+g76QVb/j4UlBsZkUyuKi2ae1uPubjY5Fjm76FtIacu1fGuWI4wjigyqWkpOTl5WVnZ/uf4frMunJzAQAAztugQYOmTZsmA8SbbzbMiHtVoRpOHbp6qCju1XDanr/co/Ap5Bfg3fOh9JqN/qqCM9a1Uw1hyR9r8/MKLhnYiQzO3ErI4G76K4PTuD507oemksEBAAAAOAdiOHUoPESFcO3kawfBuQ6Lc1Xo+AdaLnkkjSSuYqWnOk+Ldnjf8Z8+mSkbfQZ3FTCvkjM4379yN/c6OO8ztAxOW58MDtAPPo8AAEBXiOHUoSOIivKvSVxAMElcBZv7y4rL6t91R4+nD+w62q1fhwbxsQImdbYMzvURK34sapFLpgoA+qBd1EgAAADoBjGcOnQEUeFI4pRp0CzW1895FGqf67uOfPM2AZM6RwZ3tvPBuV+cQQDQE7peAABAbxgkrCzFL9GQlZUVExPDJRpQUVwfXu1yDSVesSE3yzb37fATu/+6RgNXbADO4fwzOJI4c7OnpmZOnqy1/RMS/BMTBfSNSzQAAAC9oRpOHRJPVCz3E1G5LtdATRxQPmRw+FcyhksbP16b8lauFDACPpgAAEBXiOHUoSOICuf6p9KyAJI4oHzI4ACzYhAUAADoCjGcOnQEURlI4oDzRAYHAAAAQA1iOHXYT0MlIYkDyo0MDgAAAIAyxHDqUA2HykMSB5QDGRxgenxIAQBG8d0zmf97LENOO5dbBcyLGE4dOoKoVCRxQJmQwQGmJz+kDIICAIxixzLrjiU2OaUlOwTMixhOHTqCqGwkcUApkcEBnoCuFwAA0BuLgCrss0EB18i/zAscDoecl7BSsJBJ3Ny3w0/s9hNnkrjBY0J9/ATgCcjgAAAAoDc9hgTYbc5GTDxBjZnx11WHIVmoQRIHnAMZHOBR+MACAIyix9AAAQ9ADKcOHUEoQxIHlIgMDufDOyIifMQIre2fkCBgBAyCAgAAXeHMtZXldCG73W6z2axWa1paWmZmZmxsbHBwsACUcH26ZRIn23Ku/UNq/5MFhXKzbK4kToppZiGJg1mRwQGeJiUlJS8vLzs72/8M12fc/aMNAACgDJdoUIeuHhTjig2ACxkcAAAAgCpHDKcOhYdQjyQOEGRwgAfjwwsAAHSFGE4dOoKoEiRx8HBkcIDHcp0pFQAAQCeI4dShI4iqQhIHj0UGB3gyul4AAAOZODLz8xEZctq+xCpgXsRw6rAvhypEEgcPRAYHAAAAo9i3wbpvvU1OGSkOAfMihlOHIVlULZI4eBQyOFQ428GDyUOHalPW1KkCRsAHGQAA6IpFQBU6gqhyrrPkyKzB4XDIeQkrBQuZxM19O/zEZcKh1QAAEABJREFUbj9xJokbPCbUx08ARkEGh8rgyM7OW7VKa/snJAgYAYOgAACj6DEkwG5zNmLiCWrMjL+uOnQEoQckcTA9MjgAAAAYTo+hAQIegINS1WG/DjrB0akwMTI4AAAAALpFDKcO1XDQD5I4mBIZHIAi+FADAABdIYZTh44gdIUkDiZDBgegCNd5GAAAAHSCGE4dOoLQG5I4mAYZHIDi6HoBAAC9IYZTh3086BBJHEyADA4AAACAIRDDqcOQLPSJJA6GRgYH4Bz4gAMAjGLiyMzPR2TIafsSq4B5EcOpQ0cQukUSB4MigwNwbgyCAgCMYt8G6771NjllpDgEzMsioAodQeiZ6zzWMqFwOBxyXsJKwUImcXPfDj+x20+cSeIGjwn18ROAemRwUMw7IiJ8xAit7Z+QIAAAAIAy4gJSleV0IbvdbrPZrFZrWlpaVlZWTExMcHCwAPTKtUGQSZxsy7n2P6z9GxcUys2yuZI4KaaZhSQO6pHBAfhXKSkpeXl52dnZ/me4NgvuWwMAAPRgwYRcu83ZiO/qGx3vLWBSVMOpQ+IJ/aMmDoZQJIOr3TKDDA5AifiwAwCMosfQAAEPwLnh1KEjCEPgPHHQueIZXPshyWRwAIpzjS0BAADoBDGcOnQEYRQkcdCts2Rw3mRwAIqj6wUAAPSGGE4d9v1gICRx0KEiGVytC9LJ4AAAAAAYCDGcOgzJwlhI4qArZHAAyoEPPgAA0BViOHXoCMJwSOKgEyVmcL5+nA8OShUkJe1r0UKb0saNEzACBkEBAICuEMOpQ0cQRkQShypHBgcAAADTmzgy8/MRGXLavsQqYF7EcOqwHwiDIolDFSKDAwAAgCfYt8G6b71NThkpDgHzIoZTh2o4GBdJHKrEuTM4n0JkcADOgY0AAADQFWI4degIwtBI4qDYv2Zwrmo4MjgAJZIbAQZBAQBGEdfGJ66tRU6hkQQ1ZmYRUIWOIIzOtT8jkw6HwyHnJawULGQSN/ft8BO7/cSZJG7wmFAfPwGUHhkcgPNH1wsAYCBDxoYIeABCVnXYJ4QJUBMHBcjgAAAAAJgSMZw6DMnCHEjiUKnI4ABUIDYIAABAV4jh1KEjCNMgiUMlIYMDULEYBAUAALpCDKcOHUGYCUkcKhwZHAAAAABz4xIN6rB/CJPhig2oQJknHN88k0EGBz3zqVcv6quvtLYlOloAAAAAZUQMpw7VcDAfkjhUCJnBTXoqIyOFDA66Vi0w0D8xUcBQ2DgAAIxi4shMa75z36rbTQHNuvoImBQHpapDRxCmxNGpOE9kcAAqiWusCAAA/du3wbpvvU1Oro4xTIkYTh06gjArkjiUGxkcgMpD1wsAAOgNMZw67CvCxEjiUA5kcAAAAIAmro1PXFuLnEIjCWrMjFr9ynK6kN1ut9lsVqs1LS0tMzMzNjY2ODhYACbl2p44HA7ZlnPtI6B9CgoK5WbZXOeJk2KaWThPnGcigwNQ2VJSUvLz87OysvzPcG1V3DcmAAAAyhCyqkNXD6ZHTRxKiQwORnQ6Jydv5Uptsh06JGAEjDcDAABdIYZTh44gPAFJHP4VGRwMynrgQPKwYdqUNW2aAAAAAMqIGE4d9hvhIUjicA5kcAAAAAA8FjGcOlTDwXOQxKFEZHAAFGOjAQAAdIUYTh06gvAoJHEoggwOgGJyo8EgKAAA0BViOHXoCMLTkMTBhQwOgHp0vQAABrJgQu7cz53TkSS7gHkRw6nDPiQ8EEkcBBkcAAAA8G8WTMyd94VzOpxkEzAvYjh1GJKFZyKJ83BkcACqEBsQAACgK8Rw6tARhMciifNYZHAAqhaDoAAAo4hr4xPX1iKn0EiCGjOzCKhCRxCezHWebJmwOBwOOS9hpWAhk7i5b4ef2O0nziRxg8eE+vgJGBEZHAAAAFBKQ8aGCHgAQlZ12J+Eh6MmzqOQwQEAAABAEVzHvbKcLmS32202m9VqTUtLy8zMjI2NDQ4OFoAHc21zHA6HbMu59jHRPikFhXKzbK6aOCmmmYWaOGMhgwOgBykpKfn5+VlZWf5nuLY87hscAAAAZaiGU4euHiDOoyauIFfAEMjgAOiE63wIAAAAOkEMpw4dQUBTviTuu9HpJHH6VySDi2yeQQYHoKrQ9QIAAHpDDKcO+5aASzmSuKO77SRxOlc8g+sw7CgZHAAAAABoiOHUYUgWcEcSZzJkcAB0iA0LAMAoFkzInfu5czqSZBcwL2I4degIAkWQxJkGGRwAfWIQFABgFAsm5s77wjkdTrIJmBcxnDp0BIHiSOJMgAwOHuJ0Tk7eypXaZDt0SAAAAABlRAynDvuZQIlI4gytNBmcTyEyOBid9cCB5GHDtClr2jQBAABQceLa+MS1tcgpNJKgxswsAqpQDQecjQxitA+ITGccDoecl7BSsJBJ3Ow3wk/t9xNnkrgbXgjzDRCoKqXM4OScDA5AlWAjAwAwiiFjQwQ8ACGrOnQEgXMoZU3cpY+mVa9PTZwukMEB0DnXGA8AAIBOEMOpQ0cQOLfSJHGBoSRxukAGB0D/6HoBAAC9IYZTh31O4F+RxBkCGRwAAAAAlAMxnDoMyQKlUTyJc4Vx7klcr/+kk8RVCTI4AAbCBgcAAOgKMZw6dASBUiqSxHmfQRJX5cjgABgLg6AAAEBXiOHUoSMIlN6/JnFyThKnGBkcAAAAUEkWTMid+7lzOpJkFzAvYjh12P8EyoQkTlfI4AAAAIDKs2Bi7rwvnNPhJJuAeRHDqUM1HFBWJHE6QQYHSF5BQf4JCdpkiYkRMAI2PgAAQFcsAqrQEQTKQX5wtAhbZjoOh0PmO8XXCQwVMomb/WbYqf1+4kwSd8MLYb4BAuePDA7QWOrWjZowQcA4XN8gAAAAOkHvpLKcLmS32202m9VqTUtLy8zMjI2NDQ4OFgDKyLWlkkmc9snSaJ+vgoICOc/JsLmSOKlOI2+SuPNHBgfAuFJSUvLy8rKzs/3P0DZZcmPlvpkCAABQhoNS1aGrB5QbR6dWCTI4AAAAAKhAxHDqUHgInA+SOMXI4ACYABsiAACgK8Rw6tARBM4TSZwyZHAAzIFBUAAAoCvEcOrQEQTOH0mcAmRwAAAAAFAZuFKqOuyXAhWCa6dWKjI44GzsqamZkydrbf+EBP/ERAEAAACUBTGcOlTDARWFJK6SkMEB5yBjuLTx47V2+PDhxHCGwEYJAGAUCybk2m3ORnxX3+h4bwGT4qBUdegIAhWo9EenBkRlamtydOq5FcngwpudIoMDYGiuMRsAAPRvwcTceV84p8NJNgHzIoZTh44gULFKk8Tl2nPCeq8MrJOlrUkSdzZFMrigJqmhAzdU86lGBgfAuOh6AQAAvSGGU4d9VKDC/WsSt3HbHqvI54oN51Y8gwsftDFL5O/LPkUGBwAAAAAVhXPDqcOQLFAZznGeuP2Hjx05fqpFk3rVIwI4T9zZlJjB5VazZtgLjqYdaRFVN4gMDoBhsYECABjF6Dk1BDwA1XDq0BEEKsnZauIWLt9YYLW3vaCJ6zxx1MQVUfyaDPVv2KllcOn2/BPWnMUpe8ngABgXg6AAAEBXiOHUoSMIVJ7iSdyufUf2Hz7eMr5h9fBQ9ys21GjwdxL3/QsZnpzElXhd1OiwcC2DK5wKph/akiccZHAAAAAAcP6I4dRhfxWoVEWSuOlzVsjou0fntkWunXrpyL9r4g5vt3lsTVyJGZyvnyXUPzAiOFTL4OT8pDXvf7tWksEBAAAAwPkjhlOHajigsrmCoS3b9x06mnJhhwvCQ4OLXDuVo1PF2TM47bqoCVENMuxWmcFl2AsyHQVf7151oiCHDA6AEbGxAgAAukIMpw4dQUAB7YP288yl1by8el/Uofi1U0nizp3ByfenVkj4BZExWgaX67Bl2gre2TSXDA7wjogIHzFCm/wTEwV0z3UNHwAAAJ0ghlOHjiCgxoatuw8np/S4sHX1sBD3KzaQxIlSZHDa/JomHbJPW2UGJ6f80/aJO1Yczk4jg4OHI4YzHLpeAAAD2b/Btnetc8pM5fvLzIjh1GHfFVBj6h+LZah02cXOneQi104tnsR51BUbimRwEU2zSszg5Dw2rGafehdoGZzttCPXbn19/UzBdgwAAACoHBNGZnzxgHNKWlwgYF7EcOowJAsosGbjjmMppy7u0i4kOFBbcu4kznOu2FBCBnfb4RIzOO1dGtH6YmthBicnufH6MmnZ4ew0AQCGwuABAADQFWI4degIApXN4Tj9y6ylvj6Wvj06imLXTvXko1NLzOD8AkrO4GRDzmNCqt/YNFHL4BynTzvE6RdWTxcAYCgMggIAAF0hhlOHjiBQ2dZs3H4s5dQl3doHBwVoS0jixDkzOJ9CxTM47bqoj7e/zOLlLTM4UfguTtqxcm9GqgAAAABQ0UbPqfHiEueUMNBPwLyI4dShGg6oVA7H6Z9n/l0K5+LhSdy5MzjfQiVmcPK9qhMUNiy+sziz6TpNQRwAAAAAnAdiOHWohgMq1cr121JPpvfu3jHAv+jwkccmcf+awbmq4YpncNqb9kT7y3y8vF0POHnXmu1pxwTgkWwHDyYPHapNWVOnChgBg6AAAEBXiOHUoSMIVB6Hw/Hb7OX+fr69Lmpf4goemMSVJoPTquHOlsHJeVRg6N0tLnI95mlx+kUK4uCpHNnZeatWaZPt8GEB3ZMbMQZBAQCArhDDqUNHEKg8y9ZsTT2ZLjO44qVwLh6VxKUfr4AMTrvvk+0v8/O2uB75xz3rKIgDYAh0vQAAgN4Qw6lDNRxQSQpL4Zb5+/n27t7x3Gt6SBJXgRmcVNM/6N4Lurs//uiVvwgAAAAAQBkRw6nDkCxQSZas2nwqPatvzwQ/X59/Xdn0SZyWwWWdrJgMTjOqbR/3grhf9m3ceIIj8gAYAIOgAACj2L/Btnetc8pMJTowM2I4degIApXBZrP/PndFUKD/JV3blfIuJk7iKiODE4UFcQ+0uth9yZhVvwoA0D0GQQEARjFhZMYXDzinpMUFAuZFDKcOHUGgMizWSuF6lKoUzsWUSVwlZXCa/7TtHWjxdd2ccWALBXEAAAAAUCbEcOpQDQdUOGcp3JzlQYH+F3dpK8rIZElc0QwuPrMCMzgpzDfgwdaXuC95esU0AQAAAAAoNWI4daiGAyrcguUbMrJyLr840cfHUo67myaJK57BdbztSAVmcJqHW1/iXhA3+1DSquP7BADoGIOgAACjGD2nxotLnFPCQD8B8yKGU4eOIFCxrFbb73NXhAYH9ujURpSXCZK4EjM4X78KzuBEYUHcI20udV/yLJdMBaBjcuPGICgAANAVYjh16AgCFWv+svXZOXmXX3Jh+UrhXAydxCnL4DSPtL401MffdXPBkZ2Lj+4SgGfwqVcv6quvtCl44EAB3aPrBQAA9IYYTh2q4YAKZLXa/pi/KjQ48KLEVuK8GTSJK5LBRbbIcGVwWvRWsRmcFOTjV6Qg7snlnCEOntdGGQMAABAASURBVKJaYKB/YqI2WWJjBQAAAFBGxHDqMCQLVKA5S9Zl5+Rd0auzxeItKoLhkrjiGVyHoUddGZxPoYrN4DQPtLq4hl+g6+bqlP1zD28XAKBLDIICAABdIYZTh44gUFHyC6x/zFtZPSy4W2JLUXEMlMT9awbne0bFZnCisCBuZJte7kueW/mrAABdYhAUAADoCjGcOnQEgYoye9GavPyC/pd2krmSqFCGSOJKk8Fp8wrP4DQjWvYsUhD358GtAgAAAEB57d9g27vWOWWmEh2YGTGcOlTDARUiv8A6a+Ga6mHBXTpeICqBzpO4KqyDc/G3+DzWrq/7kmdX/CwAAAAAlNeEkRlfPOCckhYXCJgXMZw6VMMBFUJmcHn5BVf27lLhpXAuuk3iSpnByYb2Uisjg9Pc0+Ki2gEhrpubTh75bf8mAQA6wyAoAADQFWI4degIAucvNy9/5oJVETXCOrVvISqTDpO4MmVwUuVlcKKwIG5Uuz7uS57mkqkwu4KkpH0tWmhT2rhxAronN3oMggIAAF0hhlOHjiBw/mYuXFNgtV3Zu7MMl0Ql01USp6sMTnNX827uBXE70o9P3bteAIBu0PUCABjI0LGht7/vnOK7+QqYFzGcOlTDAecpKzt3zqI1ETXCEtrECyV0ksTpMIOTfL0tT7a/zH3JGC6ZCgAAAJRL/TaWBu2dU0gE0YGZEcOpw5AscJ5mLlxdYLUN7NtVQSmcS5UncUUyuNqt0zoOS3ZlcC6KMzjNbfFdYoLCXTd3pB//fvcaAQC6wSAoAADQFWI4degIAucjKzt37pJ1tSOrd2zTTKhVhUlc8Qyu/a3HfHy9XRmc6wWoz+BESQVxz6381XHaIQBAHxgEBQAAukIMpw4dQeB8/DF/lc1mv6pvV1EVqiSJKzmD87HoJIPTDGvW2b0gbl/miW93rRYAAAAAgGKI4dShGg4ot/TM7PnL1sdERbRv2URUEcVJnCEyOEk+67Md+7sveWn173YHBXEAAAAAUBQxnDpUwwHl9mdhKdyAPl1ElVKWxBklg9Pc0iQxLqSm6+a+zBP/27lCAIAOMAgKADCK/Rtse9c6p8xUogMzI4ZTh44gUD7pmdkLlm+IiYpo06KRqGoKkjhjZXCisCDumY793JdQEAdAD+TGkEFQAIBRTBiZ8cUDzilpcYGAeRHDqUNHECif6XOW2+2OQZd1E/pQqUmc4TI4zY2NO7oXxB3OTvsyaakAgCpF1wsAAOgNMZw6VMMB5XAyLXPJqs1xsbVbxjcQulFJSZxBMzjJq5rXmIQr3Je8tOb3ArtNACbiGx8ft3WrNoXff78AAAAAyogYTh2GZIFy+H3uCrvdMaCKLpB6DhWexBXJ4Oq0O2WUDE4zuHHHpmG1XDeP5WZ+vm2JAIAqxSAoAMAoho4Nvf195xTfzVfAvIjh1KEjCJSVqxSuRZP6Qn8qMIkrnsG1vem4gTI4zXP/LIh7bd2feTarAICqwyAoAMAo6rexNGjvnEIiiA7MjBhOHTqCQFn9NnuZ/OAMuvwioVcVksSZI4OTrm7YrkhB3CdbFwkAAAAAQCFiOHWohgPKJOVE2rI1WxvHxTRrVFfo2HkmcWfL4LT7GiiD07x44VXuNymIAwAAAAAXYjh1qIYDyuS32cvlp+aa/t2F7pU7iUs9YC+SwbW7+a8MznVHA2Vw0oC41q1qRLtunszPGb95vgCAKsIgKAAA0BViOHXoCAKll3IibeX6bfGN6zWoGyWMoJRJ3KX/SXNP4j5/ON2VwcUmOjM4bX2DZnCaMYlXut98fd3MbGu+AIzvdE5O3sqV2mQ7dEhA9+RGkkFQAACgK8Rw6tARBErv55lL5SfmKv1dIPUcSpPEBYX6yCSuRlxBkfvWvTCtzeAUE2RwUr96Ld0L4jKsee9tmicA47MeOJA8bJg2ZU2bJqB7dL0AAIDeEMOpQzUcUErJx0+u3rD9gqZxRimFcylVTVyI5ZJHT7kncfU6pbe9IdV1QQZDZ3CalzsNdL/5zoY5FMQBAAAA5/DCpSef7eqcVk2j52xmxHDqMCQLlNIvM5fK+aDLuwkD+tckTgoK9en1n3QtiavfKavDzafkj/z8/MyRwUm9Y5t3jKzvuplhzRu7cY4AAOUYBAUAALpCDKcOHUGgNJKPn1y7eWer5g1j60QKYypNEhcYaun9WEarAVmdb8+UN7UMzv2IVONmcJoX/nmGuHc2zPnr0rAAoBCDoAAAQFcsAqrQEQRKY+ofi+X8qj5dhJG5zgsuEzSHwyHTtCI/dcZzYfYO11pPn/bTFmo5nRbVaW3jZnDSxTHNOkbWX52yX7uZYyt4a8PsFxKuFAAAAACKGTo21GF3NiLqeQuYF9Vw6lANB/yrQ0dTNmzd3faCxsYthXMpsSbOcoZWE+c6ENWvkDnq4Fxe/ecZ4sZvmn8iL1sAAAAAKKZ+G0uD9s4pJILowMyI4dShGg74V9P+XCLnAw11gdRzOFsS5zr41BXAuR+Uao4MTupWp3GP6Caumzm2gjc3zBIAoBCDoAAAQFeI4dShIwic26GjKZuT9rZv1SSqVg1hFkWSODl3T+LcaQu1DE6L4QydwWleTBzgfvPDzQsoiAOgjOv8AAAAADpBDKcOHUHg3H76fZGMmwb0NvZZ4YpzT+I0RcriXBlckQDO6BmclFAr7tKYeNfNfLvt1bV/CABQgq4XAADQG2I4daiGA85h78HkrTv3d2wTb6ZSOBfXx18riHMlce5ni3NlcOaog3N55Z9niPtk66LknAwBGJBXUJB/QoI2WWJiBAAAAFBGXClVHYZkgXOY9sfiwlK4zsKkXMdGufI11zZBNtxDN9MEcJrWNWMuq3fBHwe2aDetDvura/94t9v1AjAaS926URMmCBgKg6AAAEBXqIZTh44gcDY79x7avvvghe2aR9YMF+blXuOmlcW5N0xWBOfu+YQr3W9+mbT0UNYpAQCVj0FQAIBRvHDpyWe7OqdV0/IFzIsYTh06gsDZ/Dh9oQye+l/aSXgAV9bmahdfIsyldc2YK+q3ct3UCuIEAAAAAHgYYjh1qIYDSpS068C+Q8c6d2hh7lK4IqqdhTCply68yv3mV9uXURAHAAAAwNNwbjh1qIYDSlR4VrhqV/Qy7VnhIDULrz2wQZtpezdoNx2nT7+wevonPW8RAFCZGAQFABjF0LGhDruzEVHPW8C8qIZTh44gUNzWHfv3HTrWLbFVjfAQAVMb888zxE3asXJvRqoAgErjfjEcAAB0rn4bS4P2zikkgujAzIjh1KEjCBT34+8Lvb29rujlEWeF83DNwmtf16i96+Zp4SyIE4Bx2FNT08aP16a8lSsFdI+uFwAA0BtiOHWohgOK2LRtz+Hk1IsSW4WFBAl4gOcTrqwm/t4STt61hoI4GAgxHAAAAM4TMZw6DMkCRUz7c4m3t9fll1wo4BkahEbc0KSj6+ZpcfrZlb8IAKg0DIICAABdIYZTh44g4G79ll2Hk1N7dGpDKZxHebZDP/eCuB/3rNuedkwAQOVgEBQAAOgKMZw6dAQBd1P/WGyxePejFM7DNAiNuKVpovuS0RTEAQAAAPAMxHDqUA0HuKzdtPNYyqmLu7QLDgoQ8DCjO/b3ctse/rJv48YThwUAAADgwV649OSzXZ3Tqmn5AuZFDKcO1XCAxuE4/fPMJRaLd98eHQU8T2xw9aHN/nFt3DGrfhUAUAkYBAUAALpCDKcOHUFAs2bj9mMpp3p1a08pnMd6qv3lPl7erpszDmyhIA5AhZNdLwZBAQCArhDDqUNHEBB/lcIt9fWx9O2ZIOCpYoOrD4vv7L7k6RXTBABUKLpeAAAD6TEk4OLbnVNMvEXAvPjrqkM1HCCtXJ+UejK93yUXBvj7CXiwp9pf/lXSMqvDrt2cfShp1fF9CbXiBAAAAOB5egzlUCGPQDWcOgzJAg6H47fZy/z9fHt37yDg2aICQ+9s0c19ybNcMhX65h0RET5ihDb5JyYKGAGDoAAAQFeohlOHjiCwfO221JPpV/TqRCkcpMfa9vli25J8u027ueDIzsVHd3Wr01gAuqTFcAKGwiAoAADQFarh1KEjCEyfszwwwK93dy6QCqeowNC7W1zkvuTJ5ZwhDgAAAIBpEcOpQzUcPNzqjTtOnMq4tFt7P18fARR6vF1fP++/67JXp+yfe3i7AAAAAAAzIoZTh2o4eLjf5yz3sXj37NxWAGfU9A8a3rKn+5LnVv4qAKCCMAgKAAB0hRhOHTqC8GTbdx88cuxE14SWQYH+AnDzaJtegRZf183VKfv/PLhVAMB5k10vBkEBAEbxwqUnn+3qnFZNyxcwL2I4degIwpPNWrhaBtFcIBXF1fQPur9VT/clz674WQDAeaPrBQAA9IYYTh2q4eCxjqWc2rx9X7uWTWpWDxNAMSP/WRC36eSR3/ZvEoDO2A4eTB46VJuypk4VAAAAQBlZBFRhSBYe64/5K+W8/6WdBFCSMN+Ah9tc+sqaGa4lTy+fdkX9VgLQE0d2dt6qVVrbPyFBwAgYBAUAGEWPIQF2m7MRE09QY2b8ddWhIwjPlJmVs2LdtqYNY2OiIgRwFg+2unjcxnkZ1jzt5o7041P3rh/UgAt6ADgvDIICAIyix9AAAQ/AQanq0BGEZ5q9eK3Dcbp3944CODutIM59yctrfhcAAAAAYCLEcOpQDQcPlJdfMH/p+loR4S2bxQngnB5sdXGoz98X0t1y8uhMLpkKAAAAwESI4dShGg4eaNHKTfkF1st6JhJD418F+fj9p21v9yXvbpwrAOA88O0DAAB0hRhOHTqC8DR2u2P2wjXBQQEXtmsugFK494LuAd4+rptzD29POpUsAKBcZNeLQVAAAKArxHDq0BGEp1m9cXt6Znavbu29vdnUoFRCfP1vb97VfclbG2YLACgXul4AAEBv2DdWh2o4eJpFKzb5WLx7duFilyiDh1tfUk38vbX8dueqYzkZAgAAADC1iSMzPx+RIaftS6wC5kUMpw5DsvAop9Izd+07nNiuub+frwBKLTa4+sAGbVw37acdH2xZIACgXBgEBQAYxb4N1n3rbXLKSHEImJdFQBU6gvAoK9clyXlCm2YCKDUvL+fg0Pvdb+wX18q10M/b4hCnLV7eorxOFxLA+fGpVy/qq6+0tiU6WsAI+OwDAABdIYZTh44gPMqqDdtDggKaNaorgFLThitqBYYMje8sKhRbYJy/aoGB/omJAgAAoBL0GBJgtzkbMfEENWbGX1cdquHgOVJOpB06mnJxl7b82wMAAADAv+oxNEDAAxDDqUMtBjzHsjVb5bwjR6QCAKoUo0EAAEBXiOHUoSMIz7F09Zbw0OBG9Tl3EgCgysiuF4OgAABAV7hSqjp0BOEh9hw4mpaRdWH75gIAgKpD1wsAAOgN1XDqUA0HD7F6w3Y579iaI1IBAAAAAPgb1XDqMCQLTyD/z1etT4qoEVY3OlIAZXfllVepUjIiAAAQAElEQVTKQYvWrVvbbLYSV7j33nvlCs8995wA1CpIStrXooU2pY0bJ2AEDIICAABdIYZTh44gPEHS7oOZ2bmdOCIV52fTpk2vv/66AIDzwyAoAMAoJo7M/HxEhpy2L7EKmBcxnDp0BOEJVq1PkvML2xHD4Xy9/PLLe/fuFQAAAIAH2LfBum+9TU4ZKQ4B8yKGU4dqOJie3W5fs3FHvZhakTXDBXAefH19c3JyRowYIQAAAADALIjh1KEaDqa3Y+/h/AJr6+aNBFBe2ojFww8/HBgYOGPGjMmTJwsAKC8GQQEARtFjSMDFtzunmHiupWlmxHDq0BGE6e3Yc0jOmzaMEcD5iYuLe+qpp0RhHpeVlfWv68txjtdee61Dhw41atRo2LDhTTfdNG3aNAHAs8muF4OgAACj6DE04JI7nFN0vLeAeRHDqUNHEKa3c88hi7d3o/rEcKgAjz/+eLNmzZKTk7U87hwKCgr69+//xBNPbNy4UWZwwcHBU6ZMGTRo0K233pqTkyMAeCq6XgAAQG+I4dShGg7mZrXa9hw40rB+HW9vNiwoP223Wc4tFstHH30k2+PHj1+zZs057vLqq6/OmDGjefPmSUlJq1evlmHchg0bGjduPGnSpBdffFEAAAAAgD6wt6wOQ7Iwtz0Hjjocp5s1qiuACtKzZ8/bbrvN4XDcfffddru9xHXWrVv38ssvy8aUKVMaNfrrvIQtWrT45ptvZOOdd97ZvXu3AOCpGAQFAAC6QgynDh1BmNuZE8PFCqDivPHGG5GRkWvXrn3//fdLXOHbb7+1Wq2DBg264IIL3JcnJCT07t07Ly9v3rx5AoCnYhAUAADoCjGcOnQEYW47Ck8M17BetAAqTs2aNV999VXZGD169KFDh4qvcPz4cVFY/lb8Ry1btpTzbdu2CaAi+MbHx23dqk3h998vAAAAgDIihlOHajiYmNVq273/cOMGMZwYDhXujjvu6NGjR2Zm5siRI4v/NDs7W87r1KlT/EdRUVHiTE4HAAAA6NnEkZmfj8iQ0/YlVgHzYodZHarhYGJ7DyY7HKc5IhWV5OOPP/bx8ZkyZcrMmTOL/Cgmxnll3uTk5OL3OnbsmCispxMAPBWDoAAAo9i3wbpvvU1OGSkOAfMihlOHjiBMbMeeg3LerCHXZ0ClaNas2ahRo2Tjvvvuy8vLE25b1IYNG8r5gQMHit9LW9i6dWsBwCPJDQWDoAAAQFeI4dShIwgT004MF1c3SgCV45lnnmncuPGePXu+/fZb4bZFvfrqq/39/adPn37w4EH39Xfs2DFr1izZGDBggADgkeh6AQAMpMeQgItvd04x8RYB8yKGU4dqOJiV3e7Yc+Bo04axnBgOlScgIGD8+PGyUVBQ4L48Njb2/vvvP3HiRN++fXfv3q0t3Lp1a//+/dPT0++6666IiAgBAAAA6FuPoQGX3OGcouO9BcyLkFUdhmRhVrv3H7HZ7JwYDpWtT58+gwcPnjx5cpHlzz777N69e3/88cf4+Pg2bdrInG7btm02m02u//bbbwuggpzOycnfvFlrW6KjLbFs9AyAQVAAAKArlK6oQ0cQZnXgsPNE+ByRCgXeeeedkJCQIgtDQ0N/+OGHSZMmXXXVVUePHk1NTe3Vq9enn376+++/BwUFCaCCWA8cSB42TJuypk0TMAIGQQEAgK5QDacOHUGY1bHUNDmvHVlDAOft119/PcdPo6KiMjIySvzRzYUEAAAAAOgVMZw6VMPBrI6lnPTz9akeFiwAAAAAAMBZEMOpQzUczCo55WRULUrhAAC6wyAoAADQFWI4degIwpTy8gsyMnOaN64vAADQE9n1YhAUAGAUE0dmWvOdX1vdbgpo1tVHwKSI4dShIwhTOnrshHCeGK66AABAT+h6AQAMZN8GqzXP2Wjd2yFgXsRw6lANB1PSrs/AQakAAAAAAJwbMZw6DMnClI6lnJTzqAiq4QAAusMgKADAKOLa+GgHpYZGegmYFzGcOnQEYUrJKSfl/zbVcAAAHWIQFABgFEPGhgh4AGI4degIwpSOpZyKqBHm5cWIDQCT8woK8k9I0NqWmBgBAAAAlBExnDpUw8GUjqemNW9STwCA2Vnq1o2aMEEAAAAA5UUMpw7VcDCflBPpNrs9qlZNAVQEh+NfLgt1KDvt+VW/um72im0+uHFH8W/Y/AIei0FQAACgK8Rw6tARhPmknkqX85rhnMUAFeNf87IavoH/277CdTPbWnB9ow4CAM6CFB4AAOgKp3NSh44gzCcjM1vOQ0ODBKBEgMWnmvh7SCM9P1cAwNkxCAoAAHSFajh16AjCfNK1GC44UACq1PQPSs3L0toZ1jwBAGfHICgAwCgWTMi125yN+K6+0fHeAiZFDKcOHUGYT2ZmjpyHhVANB3XCfANcMVxmATEcAAAAzGDBxFxtiDmkphcxnIkRw6lDNRzMR6uGq8G54aBQoI+vq51jKxCAKvbU1MzJk7W2f0KCf2KiAAAAAMqCGE4dquFgPjKG8/P18fZmrAbq+Hj9/f9mddgFoIqM4dLGj9fa4cOHE8MZAoOgAACjiGvjY813hgahkZzE38yI4dShIwjzyczKCeWIVKhlIYYDUDqy68UgKADAKIaM5Rgjj0DIqg4dQZhPemY2J4aDYj5ef39z2U47BACcBV0vAACgN1TDqUM1HMwnOycvwN9XAApZqv0dw1ntVMMBAAAAMAxiOHUYkoXJ2B3OQiQfHzYjqDKnBdtVAOfCICgAANAV9p/VoSMIk7FZnYVIPhY2IwAAnWIQFAAA6Ar7z+rQEYTJWG02QTUcAAAAAAClw/6zOlTDwWS0GM6XGA4AAAAAzs+CCbl25w6WiO/qGx3vLWBS7D+rQzUcTMZaeFCqxcI3BABApxgEBQAYxYKJudY8ZyOkphcxnIkRw6lDRxAmc6YazkcAgAfwjogIHzFCa/snJAjonux6MQgKAAB0hRhOHTqCMBkthrN4ewkA8ADuMRwMga4XAMBA4tr4WPOd31yhkexhmRkxnDpUw8FktINSuUQDAAAAAJynIWNDBDwA+8/qMCQLk7HZieFQWeynHXfPn3Qw61TxH208cfi0+Gtzmmu39vn13eLreFfz+l+v2yL8gwUAz8YgKAAA0BX2n9WhIwiTcTgcgn9sVA6Zo/Wtd8HQOV+V+NNq4q//Ojm8sejoruIrjGjZkwwOgGAQFAAA6AyHHKtDRxAASu/6Rh2612kiyi42uPpzCf0FAAAAAOgMMZw6FA0BQJm8d9FgX68yV22/1eXaEB9/AQAAAAA6QwynDtVwAFAmzcJrj2rXu0x36RUbPyCutQAqge3gweShQ7Upa+pUASNgEBQAAOgK54ZTh44gAJTVqLZ9puxeuyPtWGlW9vWyvNnlWgFUDkd2dt6qVVrbPyFBQPdk14tBUACAUSyYkGu3ORvxXX2j470FTIoYTh06ggBQVn7eljc6X33VjA9Ls/Kodr2bhdcWAFCIrhcAwEAWTMy15jkbITW9iOFMjINS1aEaDgDKoU/dFlfUb/WvqzUNrz2qbR8BAAAAAHpFNZw6DMkCQPmM7Xrd/CM7sqz551jnvW6D/bz5UgPwDwyCAgCMIq6NjzXfGRqERlIvZWbssahDRxAAyqducPXRHfs/tuyns61wbaP2PaKbCAD4JwZBAQBGMWRsiIAHIGRVh44gAJTb8JY9mp7lvG/BPn6vXDhQAAAAAIC+EcOpQzUcAJSbdzWv97oNLvFHozv2rxtcXQAAAACAvhHDqUM1HACcjx7RTW5pemGRhe0j6w1v2UMAQEkYBAUAALpCDKcOHUEAOE+vdhpY0z/IddOrWrX3ul3vXY3vMgAlkF0vBkEBAICucIkGdegIAsB5ivAPfuXCgfcs+Fq7eVt8lw6R9QWghE+9elFffaW1LdHRArpH1wsAAOgNMZw6VMMBwPkb0qzTx1sXrU05UNM/aEzCFQJQpVpgoH9iogAAAKgECybk2m3ORnxX3+h4bwGTIoZThyFZAKgQ73W7vvu0t165cGCEf7AAgLNjEBQAYBQLJuZa85yNkJpexHAmRgynDh1BAKgQHSLrf9D9piHNOgkAOCcGQQEAgK4Qw6lDRxAAKspQMjgAAAAARkMMpw7VcEAVIgcHjIKvSwAA4IFGz6kh4AGI4dQhBQCqhPtHz9Xm8wjoh3vuJtvax5MwDhWCfyQAAKArxHDq0BEE1CuSu50+o8hPAVQV7cvRfS7OhHF6+94sSEo6cvXVWjt8+PDw++8X0DdXqgsAAKATxHDq0BEEFHOP25Ym796edrxIDOdwOMjHAT2oGRA0oH7ramcIvSZxMBa6XgAAQG+I4dRhXwKoEnI3TMZtk3asmLBjhQCgSy3Co/rFtPA6Q1vI9yYAAABMhhhOHYZkAZWKHIXKBxDQM/kJtdlsMoDz9vaWN2VDy+AoiMN54v8HAADoCjGcOnQEgSqhVcMRwwF65orh3Be6wjig3Nj4AwCMYsGEXLvN2Yjv6hsd7y1gUsRw6tARBBRz1cEVieHev+TGUB9/AaCqjVr4w/HcTFH4abVarRaLRTs3nHseR0EcAADwBAsm5lrznI2Qml7EcCZGDKcOexGAeq4Mzj2G6xnbLCIgWACoaqOX/SJynQ0thhOFFXCOQrJBAAcAAACTIYZTh2o4oKpwUCqgc66DUu12uxbA8ZlFhSDJBQAAukIMpw4dQUAZ1w48l2gADEF+Qu2FXOWrLnx7otzkPw8bfwCAUYyeU0PAAxDDqUNHEKgSZHCAIWgZXPGjyIFy4x8JAADoDTGcOoznA4oVqYkTAHRM/4WrvvHxcVu3CgAAAKC8iOHUIQUAqoT20SMHB/TMPYPTfx4HA2HjDwAAdIUYTh06gkAVYpce0DnSN1QG/qMAAICuEMOpQ0cQAAAAAADAYxHDqUM1HAAAAAAAKG7/BpvD7mxE1PMOiSA9MC1iOHWohgMAAFCJQVAAgFFMGJlhzXM2BowKShjoJ2BSxHDq0BEEAMC4Tufk5G/erLUt0dGW2FgBfZNdLwZBAQCArhDDqUNHEAAA47IeOJA8bJjWDh8+PPz++wX0ja4XAADQG2I4daiGAwAAAAAAxY2eU0PAAxDDqcOQLAAAgEoMggIAAF0hhlOHjiAAAIBKDIICAABdIYZTh44gAAAAAACAxyKGU4dqOAAAAAAAAI9FDKcO1XAAAAAqMQgKAAB0hRhOHTqCAAAAysiuF4OgAACj2L/B5rA7GxH1vEMiSA9MixhOHTqCAAAAytD1AgAYyISRGdY8Z2PAqKCEgX4CJkUMpw7VcAAAAAAAAB6LGE4dhmQBADAu3/j4uK1bBQyFQVAAAKArxHDq0BEEAABQiUFQAIBRjJ5TQ8ADEMOpQ0cQAAAAAADAYxHDqUM1HAAAAAAAgMcihlOHajjAlDbt2dX30eFFFoYHh9QMC4+OiOzfqdsNvfr6Wnzcf/rxLz8+/+XH1/bs9d5DjwnoXrObgsORHQAAEABJREFUB2XmZC/7aEL92nVcC9ftSGrXNF4A0DcGQQEAgK54CahCRxDwHGlZmbsPH1y0Ye0TH793yUP37Dl6WMAsDqceH/jUyDe+myAA6JvsejEICgAAdIVqOHXoCALmtmfyb/6+vrJhd9h3HTq4df+eFVs3T/zjtz1HDt005snfXn8vIixcW7ND0+Yjr7+5eVwjASMYcfXggoL8sKBg7eaa7dtWbtvcs10HAQ9jT03NnDxZa/snJPgnJgroG10vAACgN8Rw6lANB3gIby/vZvXi5DTookv6dep6w5gnDxxP/nL6z6NuGqqt0DG+hZwEDOLBa24QQGEMlzZ+vNYOHz6cGA4AAFSg/RtsDruzEVHPOySC9MC0OChVHYZkAQ/UvU0HLcSZNHO6zW4XAACFGAQFABjFhJEZXzzgnJIWFwiYF9Vw6tARBDzTrZdd8d6P36Wkp63fuV0rgivxEg1b9+2eMm/2pr27t+3b4+fj07px004XtLrt8gF+Pr7uj7Y6aevn039es31LRk7OhS1aDul7ZXREzUsfvrdb63bfP/+atsKAJx+WD/7I9bc889m4dTu2t28a/+zQu5rViyvNs8gX2e+xBwZedMmr94x489v/Ldm84UDy0daNm/RN7HLPgGvkCh9O+37W6hUbdu6oUzPiyq7dHxl8S5ELUBQn88fPp09bsH71uh07IsLDE+Jb3HnFwBbFjsktzTsQd13/WtWrLxr/xdOfjPt9+ZLGsXXvvvKa2Mha8jUP6Nrj3YdGvT150tItG7ft33dBXMNLOiTedeWgAF8/1933Hzv66S8/rdi2affhQ7Wr12zVqHGPth0HX9LH4u19jtfvfomGi+6/Y/fhg3Lh/HVrogf1adWoyZ9vji/3I2fl5nz227Q5a1bIe3lV82rbpGnH+AuGXnZF9ZBQ9z9H/87dRg+75+Off5C/mvxzXNCwkfxlh152ZZEHL+W/0LFTJyfO+HX22pW7Dh4IDQ6Wb9QD19wo/5fc1zmRkfbhtCkrtm6W72TTuvU6tWj14LU3hgeHCMBoGAQFAAC6QgynDh1BwDPFRNSSYc2m3TtlhnK2Y1G/m/PnyHFvyYZMTJrVjzt4LHnmymVy+vjnH+e+87ErlJm6aO4D77zucDhCg4Ib1IlesnH9rFXLr+p2cfEHLLBab3t1zI6D+2R7/vo17zw4qvTPImXmZF75+MO7Dh+sVysqwM9/+ZZNcgoOCDxw7Oj7P35Xt1bt4ICAPUcPv/vDt6np6W8Mf/jsv704ePzYXW+8uHHXDpkZNatXPyM7W76MH+bPfu62e+7oP7Cs74DmmU/HfzP7D1GYOd4z4FptYXZezk0vPL1s8wb58kIDA1du2yynnxfN+/2N97UcKiX9VP9RD57MTJftRjF1c/Pzflu6SE7fzJ7x00tvFsmqzqZNo6beXl47Du4PCwppEdegYXTM+Tzy0JdHL9uyUTbko9WqWWPu2lVy+nL6tB9eerNJbD3XamlZWVc+/uDxtFPyjx4TWWvVti1yWrhh7ZdPjPHy8irTG7ht/54bn3/q+KmTPhZLfL24A8eOaU/67oOjrru4t7bOkk3rR4x9VT5doH9Ak9i6e48ckWngTwvnfvTo0zLXEwAAAADKixhOHarhAI8VWXhxBq2KqjgZ4jz1yfuy8d5DowZedIlW4iSjkLtef/HYyROT5828tzBpys7LfeKj92UGN/iSPmPvf1RuUnIL8u9546WfF88r/pi/L1/sa/F54JobGkbHyueNCAsv5bNo5qxZJWOg319/v22TZvIZH//o3a9nzXjui4/sdvvnjz93eaeuNrv9ta+/HD/1+69n/f7cbXfLhE6cxSPj3pIZXPc27d9/5PHIsOpyydJN64e9OubZzz7o0LS5fPzSvwOa5JMn5Iu5uvulvRISF6xbc0mHhO3792mvWYZN3z//WrfW7eSwx4zlS0a8/d9t+/dOmT/7lt795AoT//hNJmW9EzrJ3LBWeA25JGn/3kFP/2fdjqQf5s+5ufflohTGPfL4L0sW3Pvmy+2aNv1m9KvawvI98tLNG2QGFxtZ67PHn2vdqIlckpqedtfrL6zYuvndKd/KJ3KtKd8KmYhpv5q8uWnPrttefU4msD8umKNlZ6V8Awts1nvffEVmcDJN+/LJMTL7s9psr33z5QdTp4z64J2L2yfI/5O0rMw7X3sxPTtz+KDrHr/pNpnWyTvKFV6a+Kl8tOUfTwjyDxAAAACoaEPHhrrODSdgXpwbTh2q4QCPFR7srEWSOVqJP126aYPVZu/VMfHanr1dhxl2bdV28CV9ZWPHgf3akv/NnJ6Zk920bpyWwcklAb5+H496JvLMBVjdyZjsv/c+8OQtt8vM7qlb7yj9s7jIe2kZmZeX170Dr5ONnLzcYZdfKTM42ZaPIFeoERImnPVuyeIsfl+2WIZuMgr88qnntQxO6tKq7Ut3jZCNZz77oEzvgOtXu/HSy2RKNbDbxW8/8B/3Y06fGXqnFlTJ96df52439rpMtldt26L9dOfBA3J+2YVdtKRMiq/f4Kkht8vcKqKk97D0yvfIOw8579XpgtZaBifJlZ8Zclf/zt1aNip6xO6Tt9ym/WpSq4aNn7r1dlF4dLO2pJRv4J8rlsknDfTz/+IJZwYnl8iUTT7jhS1ayoRO/rHkkrGTJ8kM7tqeveRyLYOTZCQn/5FOZKS9O+UbARgKg6AAAKOo38bSoL1z4voM5kY1nDp0BAGP5e3tHPM42ybgqm49ZYKTmp7mvlAG95bCe+UVWLUlM1cuk/Pb+w1w35jIEGpov6ve/HZCkceU6/Tv0r0cz+K6e/e27V03G0RFa41+nbq5rxNbu/bJzPSjJ040r99QlOSXJQvk/MouF7mHZdKgiy7+z/ixa3dsO5RyPDayVplem/NldL6oxKe7rmdv95tN6zqP68zNz9Nu1q1VW85fmvBZo+jYxOZ/nQrt1j795STOT/keOTYySs5/XDCnQ7PmQ/peof1ZZfvTx0YXWTM4IPCWPv3cl8h3bOT7Y7fu23M49XhMRGnfwMWb1sv5zb37FTnL2/sPPyFjuPq1na/n50XO4spre15a5DXIYG7y3Jm/LlmopbqAIciPFYOgAABAV4jh1KEjCHgsrQ4uJDDobCv4+fjKMGX3kUML1q/Zdejg0RMpG3btSD55Qv7I4fjr+qpyuZw3qVuvyH2b1a1f/AGjatQsknyV8lk0EaFh7nf38vLytfjIpCY6MvKfD+hTeN+zbtyOnEiR89+WLV55piTNxdvL22a3Hzt5QsZwZXptUoPo6OLPFREWXuSSBX6+zpOyuS5Qe3v/gf+b+fupzIyBT42U709CfMuL2ra7LLHLeZbClfuRL27XoX3T5jKLfPLj91+a+HlCfPMuLdvKNK1xTN0iazaIjilygjn57kVHROxLPrrz4EH5vonSvYF7jhyS88Z1iz6+9ieQ8q0FKYVZ3mvfTHh3yrfu6+RbnVne0ROpAjAOul4AAEBviOHUoRoO8Fj7jh6R87g6MWdbYcIfv07447ek/XtdS2Sk0jG+xeqkra4lGdnZch4ZXr3IfWXuU/wBA0s6gVdpnuUcdxeF6Y8oi5PpzqsW7D588GznxTt+6mRZX5vz5fn5F18YHFDya3bth9epGfHba+++8c2E35cvkfnUr0sXyOnpT8YNu2zAk7fe7u9bqks0lKh8jyzDza9Hv/TWd5Mmz52ZmZM9f90aOb3yv897dUz87z0PRUf8nXjWrl6j+N1rhoXLGC49O1O7Wap/oRznv1BE6FnDwZMZGVpj3Y6kEleQUax8qecIlAEAAACcAzGcOgzJAp7pVGbG1n17ZCMx/oISV5i2eN6THzvPr9+9Tfs+iZ3bNm4aW6t2rfAaH0yd4p6haNVPJ9LTi1RLuZKscyvls2gqatQgKiJyz9HDHz761FXdeooKem3nQ751H496RkZXSzdtnL9+zdSFc7Nycz797acjJ44XPxRUwSOHBYW8cMd9zwy9U/6aizas/WH+nMOpx2evXnnl3ocWf/ClqyCxyNGmfy1Mcy6sUXgJ1FK+gTIu3LR754nCK7qWqFb16jIcdDgcW//3Y5EDVyF5BQX5JyRobUtMjIARMAgKAAB0hRhOHTqCgGf6etYMOa9do+aFLVqWuMIX03+W8xsu7Tv2/kfdlyefdB4A6Arw4+pEyxhOxjpF7q4d+PmvSvksFathnZilm9Zv3L2zeAwnF8r3RKvzUvPaZB56KOV48/oNZPh1eaeucnrpzuHv/zT5zW+dVWw2u73IMa2V/cj51oL9yUdqhoXXDA3v0rKNnB6/+ba5a1cNe2X00ROpa5K2uq7JkFzsUFA5riMDO+E8SNl5SHIp30DtHH/Hij2aDP5+mD/r4vYJgy/pI/9kuw4fXJW0tXfHC4UbmSruT06OiYz05HjOUrdu1IQJAobCICgAwCj2b7C5rpTKVRpMjCulqkNHEPBAMtF45/uvZePWM+fgL+74SWc5m/slEaS0rMxfly6UDfvpv07sdXnh5RG+mfWH+2oy4vmmMOb7V6V8loo18KKecv7dnD+LXCV23Y6ky/4zouOdN58srMxS89rkM/Z9dPjSzetdS3wslut69hKFwySlHyjx8XaOYLlv0sv3yI9/+G7PB+/+7Nep7gsvaZ8QXdN5OKqX292ST56Yv26N+2pfz54h//SdLmilHZJcyjewf+GlLX5aOLfA9o+rXnwz+/dflizQyir7d3b+m30xfWqRV/vVjF97j7x34FMjBQAAACrBhJEZXzzgnJIWFwiYFzGcOlTDAR7C4XDsPHRAO06w36gHcvLz6tWKuvvKQWdbX7vgwNSF81zhyNETqYOfe/xY4fn18/LztYU3XNI3NrLWkk3rb33p6QPHk+US+SzXjR61ze10YOdQymepWF1atrmoTftTmRn3vfVKSvopbeGR1JSH3ntDFF6Os0ZImLLXNqBrDzn/z/i3Xcdpyijt/R+/k43eHS8s/WnvwoKcZ0bbn3x0b+Ep/8r9yFd27Snn4376fsq8Wa5Qb+qiufKPGxEW3rH5Pw5hvuuNFyfPnWkvHCGdsXzJ05+Mk43RQ+/WflrKN7BjfIteHRPly5Zp2pa9zgOl5QN+9tvUP1YsDfD1u6Lw0rojrh4cGhS8YP3a17/5ymqzaXdctmXjO1O+kY3hg64XAAAAAMqLg1LVoRoOMLeGg68ocXnbJs3eeeA/wQGBZ7vjA9fcuHDDulmrll804vbYyNqnxek127fJBES7jGZK2l/plY/FMuHpF24c8+ScNavm3DOkSWw9GcNZvL0v79RV5jL/eoWBUj5LhXvt3ofuefOl2atXtLv9xvh6cWFBwWt3JOVbC1o1bPzincNVvrZHBt8ya/XKHQf3DXjy4eiIyPq16xw7dXLPkUNxUXVeumtE6R+nYeG5+fYlH+06fJgMRld+Mql8j3xph4TrL+79/bxZMpR89vMP5ZtjtdvW7Qj5UCEAABAASURBVEgK9PMf/8gTvhYf15ohgUFWm/WR9998ddIX/j6+Wgj733selP9a2gqlfwNfvHPEkdTU9Tu39x55b9O6ccknUzOys+S/1oePPtWgjjPLk/+oHz369APvvCZzt49+/qF5XENvLy8tXry59+XyBQvAUBgEBQAAukIMpw4dQcCjBPj6tW/WfNjlA7Sj/M6hS8s2M94Y99o3X27Zu2fZlo0yf+l0Qet7BlyTEN+i5dDrtuzbc/REap2aEXLN5vUb/vb6++98P2n1dme2ckWXi+676rot+/fIGC44IKiinqViyShq+mvvffrrj0s2bVizPelIakrzuAZXdes59LIrXdGhmtcm463pr7/7xfSfZ6xYsj/5qHwi+Te6te8Vzw698xwhaXFRNWqOvu3uN76ekFuQn5mTW2CzlvuRx97/6EVt2n0z64+9Rw+v3LZZLumd0Om52+5p+M+L6tYMDf1g5FOT585ctGFtakZ6r46Jgy+5zP3/qvRvoIwI5ZofTJuyZNP6dTu3BwcEXNii5Zjb7tUyOE3Pdh3mv//JB1OnyAhvw64d4cEh3Vq3u7VPvysLi/4AA5FdLwZBAQBGMXRsqOvccALmRe+kspwuZLfbbTab1WpNS0vLzMyMjY0NDg4WgCls2bHv/S+m3nx1r4sSWwmd0bZsjkLWQg8v/+G7/X+dumvTkDERAeb5JI77afIr//tcplqv3vOAgLms37m932MPyChz6YfmvDJAp29f3Z/hPHK2UUD1KR1v9PPz8y/kU8hisXh5eVUr06n7ADcpKSl5eXnZ2dn+Z/j6+vKvBQAAqhDnhlOHrh6A8/Hej991umfIhD9+LbJ82ZYNct6yYWMBoDLZDh5MHjpUm7KmThUAAABAGRHDqUPhIYDz0axu/QPHk9+ePOlY4RUtNV/PmjFv7eqoGjWv6NJNAKhMjuzsvFWrtMl2+LCAETAICgAAdIVzw6lDRxDA+eib2FlOf65c1uXeodq5+dOyMrft3xseHPLlk8+HBYUIAMA/MQgKAAB0hRhOHTqCAM7Tp4+Nnjx35rez/9h56EBmTk7TuvXuveraoZdfWb92HQEAAAAA0DdiOHWohgNwnize3jf3vlxOAp6hbZNmR6bOFAAAAABMgRhOHarhAAAAVGIQFABgFC9cetKa52wMGBWUMNBPwKSI4dShIwgAAKCM7HoxCAoAAHSFGE4dOoIAAADK0PUCAAB6QwynDtVwAAAAAACguKFjQx12ZyOinreAeRHDqcOQLAAAgEoMggIAjKJ+G/IZj8CfWR06ggAAGJd3RET4iBFa2z8hQcAIGAQFAAC6QgynDh1BAACMyz2GAwAAAMqBGE4dquEAAAAAAAA8FjGcOlTDAQAAqMQgKAAA0BViOHXoCAIAACgju14MggIAAF0hhlOHjiAAAIAydL0AAAbywqUnrXnOxoBRQQkD/QRMihhOHarhAAAAAAAAPJaXgCoMyQIAYFwFSUn7WrTQprRx4wSMgEFQAACgK1TDqUNHEAAAQCUGQQEARjF0bKjD7mxE1PMWMC9iOHXoCAIAAAAAgOLqtyGf8Qj8mdWhGg4AAAAAAMBjEcOpQzUcAACASgyCAgAAXSGGU4eOIAAAgDKy68UgKAAA0BViOHXoCAIAAChD1wsAAOgNMZw6VMMBAAAAAAB4LGI4dRiSBQAAUIlBUACAUbxw6UlrnrMxYFRQwkA/AZMihlOHjiBQhfgAAoAHYhAUAADoCjGcOnQEgSrk/gHs8t1/qwlSOaDqZRbkud+sVkjolU+9elFffaW1LdHRAgAAACgjYjh1KMYBqkTxj16RPX8AVU5+Tr28vLRPa7UzhM5UCwz0T0wUAAAAlaDHkAC7zdmIiSeoMTP+uupQDQdUFZ2X2AAQOk7fYGj8RwEAjKLH0AABD0AMpw4dQUAZ+XGTwbd7ZU3j0MjEmvXkQkchuVybk48bkfyr2ex2by9vLy+2q8bm+pDWDwz39pZ/UCfBNyYqiPZdIAAAAHSDGE4dOoKAeq76mvuadbujQWJBIWshu90uk7jThQQMJS+/4MixEzXDQ8JCgwWMyVX4JtM3i8Xi4+MjAzhXEkdlHCoEm3cAAKA3xHDqsDsBVBVtx17b29eK4OTn0RXDCXbVjMZqc+TlW09X8/L19RUwJu07Uftsyg+m9vH0LuSK4QRfnQAAADAXYjh12M8H1NPO+y7jNi2G02rfXAtPnyFgKHkFtpw8q6jm5e/vL2BYWtYmP5hybjnD6wyq4VAh+C8CAAC6QgynDh1BQDFXNY0rg9Nuyrb7EanEcIZjseQ7YzhRzc/PT8CY3D+ermJV13Gp7t+Y+vn2LEhKOnL11Vo7fPjw8PvvF9A9tvAAAEBXiOHUoSMIqOQ6M7e2ny/bciffVX2jXaiBI1INytuSk5NXcFpQDWdsrhPAabmblsEVOT2cAAAA8AwvXHrSmudsDBgVlDCQwWbTIoZTh90JQD1XxY124BuHo5qDxeKTl2+Tf0uq4UzAPYbj+gwAAAAwN2I4ddjhB6qK6/Rwrsq4IhkcH09jkX/EvALr6dPVfHx8BIzJlbK5snJXHucewxHG4TzxLwQAAHSFGE4dOoKAYtpxqa4LMroOQeVYVKPz8va22RzyD0wMZwLucVuR9I3vTZwn19kJAADQvx5DAuw2ZyMmnqDGzPjrqkNHEFDP/Qxx7qkcn0dDq1bNy2Z3xnDe3t4CplCkOE6QwaEisKkHABhIj6EBAh6AGE4d9iiAKuH66LkyOMHn0eDkn8/hkHvXzmMYBcyITygAAABMiRhOHYZkgarlvmPP59HoHKcd/BHNhNwNlYR/LQAAoCvEcOrQEQT0g8+joRX++biYJoB/R14PAAB0hRhOHTqCAAAAAAAAHosYTh2qNgAAMC7f+Pi4rVsFAAAAUF7EcOpQDQcAAKASg6AAAKOYODLTmu8MDbrdFNCsq4+ASRHDqUNHEAAAQBnZ9WIQFABgFPs2WK15zkbr3g4B8yKGU4eOIAAAgDJ0vQAAgN4Qw6lDNRwAAAAAACiux5AAu83ZiIknqDEz/rrqMCQLAACgEoOgAACj6DE0QMADEMOpQ0cQAADjOp2Tk795s9a2REdbYmMFdI9BUAAAoCvEcOrQEQQAwLisBw4kDxumtcOHDw+//34BAAAAlAUxnDpUwwEAAAAAAHgsYjh1qIYDAABQiUFQAACgK8Rw6tARBAAAUEZ2vRgEBQAAukIMpw4dQQAAAGXoegEADGTiyExrvvObq9tNAc26+giYFDGcOlTDAQAAAACA4vZtsFrznI3WvR0C5kUMpw5DsgAAACoxCAoAAHSFGE4dOoIAAAAqMQgKADCKHkMC7DZnIyaeoMbM+OuqQ0cQAAAAAAAU12NogIAHIIZTh2o4AACMyysoyD8hQWtbYmIEAAAAUEbEcOpQDQcAgHFZ6taNmjBBwFAYBAUAALpCDKcOHUEAAABlZNeLQVAAAKArxHDq0BEEAABQhq4XAADQG2I4daiGAwAAAAAA8FjEcOowJAsAAKASg6AAAKOYODLTmu8MDbrdFNCsq4+ASRHDqUNHEAAAQCUGQQEARrFvg9Wa52y07u0QMC9iOHXoCAIAYFz21NTMyZO1tn9Cgn9iogAAAADKghhOHarhAAAwLhnDpY0fr7XDhw8nhgMAABUoro2PdlBqaKSXgHkRw6lDNRwAAIBKDIICAIxiyNgQAQ9ADKcOHUGYjFe1agH+vt7e3gIAAP2RXS8GQQEAgK4Qw6lDRxC6JXdUvLzKXPncMr7hey8+KMrLbrcLAAAqDV0vAACgN8Rw6lANBwAAAAAA4LGI4dRhSBYAAEAlBkEBAICuEMOpQ0cQAABAJQZBAQCArhDDqUNHEAAAAAAAFDdxZKY13xkadLspoFlXHwGTIoZTh2o4AAAAAABQ3L4NVmues9G6t0PAvIjh1KEaDgAA4/KOiAgfMUJr+yckCBgBg6AAAEBXvARUoSMI3Tp27Jifn5/8Fx05cuTZ1snNzW3UqJFcZ8iQIQIAPI8Ww2mTf2KigO7J7ywGQQEARhHXxieurUVOoZEENWbGX1cdOoLQrdq1az/11FOyMW7cuI0bN5a4znPPPbdnz56IiIi3335bAACge3S9AAAGMmRsyB3jQ+XEieHMjRhOHarhoGdPPPFEs2bNrFbr8OHDi/908+bN77zzjmy89dZbNWvWFAAAAAAAoIyI4dRhSBZ65ufn99FHH8nGkiVLJk6c6P4j+a979913y4SuV69eHJEKADAQBkEBAICuEMOpQ0cQOtezZ89bbrlFFFbGZWZmupZ/8skny5YtCwkJkQ0BAIBxMAgKAAB0hRhOHTqC0L833ngjLCzs6NGjzz33nLYkNTX1mWeekY0xY8Y0aNDAteaJEyeefvppmdxVr179oosuevLJJ9PS0oo82pIlS2699dYLLrhARnidOnW655575syZIwAAAAAA8EjEcOpQDQf9i4qKeuWVV0ThtRq2bt0qGy+88IJM4tq1a/fQQw+5Vps/f75cItfcsGGDTNl27Njx3//+t23btosXL3atM3fu3O7du0+aNCkpKalFixa7du365JNPevXqNWrUKAEABmQ7eDB56FBtypo6VQAAAABlRAynDtVwMIT77ruvc+fOVqv1kUcekdnZ+PHjfXx8PvvsM29vb22FtLS0wYMHHzx48Kmnnjp+/LiM3o4dO/bWW2/t379fLs/OztZWe+211xwOh0zx0tPTV6xYkZKSMnnyZLn8zTff3Lt3rwAAo3FkZ+etWqVNtsOHBYyAQVAAgFEsmJA793PndCTJLmBeFgFV6AjCEOQ/6rhx4zp06DBz5syBAwfKKO2xxx5r3769a4WXXnpJpm933HHHyy+/7Fo4cuTI7du3f/LJJ//9739ffPFFuUQrprv11luDg4O1h73++uuXL1+ek5OTl5cnAACoZPKrh0FQAIBRLJiYay3cTwqp6RUd7y1gUlTDqUNHEEYhQ7dHHnlENrZs2dKsWbPRo0e7/1QrarvpppuK3OvGG2+U8x9++EG72bBhQzm/+eabD7vVjIwdO/ajjz5q3ry5AACgktH1AgAAekM1nDpUw8FAXnjhhQ8//DAvL+/5558PCAhwLc/Pzz9y5IgovGLDq6++6n6XgoICOT9w4IB288knn1y4cOHSpUtjY2Nlrte5c+fevXtffvnlvr6+AgAAAADgJq6NjzXfOYAUGkm9lJkRw6nDkCwMJDg42M/PT8ZwERER7stPnDjhcDhkY9GiRSXeMScnJyMjIzQ09LLLLps5c+Yrr7wyf/78tYXGjx8fHR0tA7477rhDAABQ+RgEBQAYxZCxIQIegJBVHTqCMIHatWv7+PjIxqlTp06fhczgtJV79+49b968gwcPTpgw4YYbbvD19T1y5Midd975wQcfCAAAKh+DoAAAQFeI4dShIwgT8Pb21s7stnz58iI/ysrK2rhxY1pamnbz6NGjW7ZhPNwdAAAQAElEQVRskY3Y2NghQ4Z8++23x48fv/baa+WSqVOnCgAAAAAAPAwxnDpUw8EcBg0aJOfjxo0rsvyjjz5q06bNxRdfLArPEBcdHd2pUyeZzblWCAsLGzBggOCzAAAAAADwSMRw6lANB3N49NFHIyMjp0+f/vzzz1utVm3hokWLXn75Ze2ncl6vXr3u3bvLDO76668/ePCgtk52draM6mTjiiuuEAAAVD4GfgAAgK5wiQZ16AjCHEJCQr755puhQ4eOGTPmrbfeatu2rbe39/z58+WPhg8ffsstt2irycStS5cuM2bMiIuLk+vUqFFj27Zthw8fvuaaa+69914BAEbjU69e1FdfaW1LdLSA7smuF4OgAABAV4jh1KEjCNPo1avXxo0bZQa3slBERMRll1121113XX311a51mjdvvmnTptdff33RokW7d+9eu3atzOPkXR555BEiaQBGVC0w0D8xUcA46HoBAAxkwYRcu83ZiO/qGx3vLWBSxHDqED3AWFwXWyhRzZo1X3nlFXFOsbGx7733ngAAAAAAnNOCibnWPGcjpKYXMZyJEcOpw5AsAACASgyCAgAAXSGGU4eOIAAAgEoMggIAjCKujY813/m1FRrJtTTNjBhOHTqCAAAAAACguCFjQwQ8ADGcOlTDAQAAAAAAeCxqHdWhGg4AAOMqSEra16KFNqWNGydgBAyCAgAAXaEaTh06ggAAAMrIrheDoAAAQFeI4dShIwgAAKAMXS8AAKA3xHDqUA0HAAAAAADgsYjh1GFIFgAAQCUGQQEARrFgQq7d5mzEd/WNjvcWMCliOHXoCEK3ZEZst9tFGW3Zse/9L6befHWvixJbCQAA9IdBUACAUSyYmGvNczZCanoRw5kYMZw6dAQBAAAAAAA8FjGcOlTDAQAAAACA4uLa+FjznbU7oZFeAuZFDKcO1XAAAAAqMQgKADCKIWNDBDwAMZw6dAQBAACUkV0vBkEBAICuEMOpQ0cQAADj8o2Pj9u6VcA46HoBAAC9IYZTh2o4AAAAAAAAj0UMpw5DsgAAACoxCAoAAHSFGE4dOoIAAAAqMQgKAAB0hRhOHTqCAAAAAACguAUTcu02ZyO+q290vLeASRHDqUM1HAAAAAAAKG7BxFxrnrMRUtOLGM7EiOHUoRoOAADjOp2Tk795s9a2REdbYmMFdI9BUAAAoCvEcOrQEQQAwLisBw4kDxumtcOHDw+//34BfZNdLwZBAQCArhDDqUNHEAAAQBm6XgAAAxk9p4aAByCGU4dqOAAAAAAAAI9FDKcOQ7IAAAAqMQgKAAB0hRhOHTqCAAAAKjEICgAAdIUYTh06ggAAAAAAAB6LGE4dquEAAAAAAAA8FjGcOlTDAQAAqMQgKADAKPZvsDnszkZEPe+QCL6/TIsYTh06ggAAAMrIrheDoAAAo5gwMsOa52wMGBWUMNBPwKSI4dShIwgAgHF5BQX5JyRobUtMjIDu0fUCAAB6QwynDtVwAAAYl6Vu3agJEwQAAABQXsRw6jAkCwAAoBKDoAAAoxg9p4aAByCGU4eOIAAAgEoMggIAAF0hhlOHjiAAAAAAAIDHIoZTh2o4AAAAAAAAj0UMpw7VcAAAACoxCAoAAHSFGE4dOoIAABiXPTU1c/Jkre2fkOCfmCigb7LrxSAoAADQFWI4degIAkCF8PFxfnnZrDYBKCRjuLTx47V2+PDhxHD6R9cLAGAg+zfYHHZnI6Ked0gERTymRQynDtVwAFAhAv395Twnr0AAAAAApjBhZIY1z9kYMCooYaCfgEkRw6nDkCwAVIjAAGe/JCc3TwDAOTEICgAAdIUYTh06ggBQIYIC/QP8fY+npgkAOCcGQQEAgK4Qw6lDRxAAKkpc3ahde4/I7SojHAAAADCB0XNqCHgALwFV2FcEgIoSV7eO1WbbsmO/AAAAAACDIIZTh2o4AKgobVs0kvPFKzcJADg7BkEBAICuEMOpQ0cQACpK/djacXWjNm3bk5mVIwCgJLLrxSAoAADQFc4Npw4dQQCoQD07t/nq+z+/nTb37luuEABQjMquF908AAA8SrkLrYjh1KEaDgAqUKf2LRau2LR2886ZC1f36d5RAJXMOyIifMQIre2fkCDg8YpEbyRxAAB4Ai3bcX3vlzXqIYZTh84ZAFSse2+58vm3J/z0+6IAf7+LElsJoDK5x3AwisobBHX167SG+xwAgHI4sNHusDsbNet6hURQxKNf1QoJtzyuTP0NYjh1qIYDgIoVGhL4yF3XvvPZj1//NDv1ZPoVvTr5WPheA/C3SsrFikRv7txXAACg9CaNyrHmORuXP+zb/kr6tLrjit7cG5oyJXH8adWhQwYAFS62TuQTI2786vs//5y/auW6bX17JnZo1SQkOFAAQOVw79FlZWUdPXpUlHR8SpF2kT762doKGOu1lfJ16vm1efjf99zvWylfp4e/wnK8Hl39lfnklv51nj4te7DOJ5VfLqmptnO/NrYtVfXJdf6dCsnH8fLyKvJcpXkEYjh1VH5IAMBzRNQI+8+912/YunvaH0u++3munBrUqxPfuF7zxnWbNqwrAKASyN62w+GwF/Lx8fH29i5xtSL7AGrmouLwmk32mo34+kVFO8deOv8hxv0PqZDXrOx/41/fZxnunO1r5RyvnP8QBa/ZUUh+9dtsNvlnkg/rVUiUJfAhhlPnNNVwAFBp2rRoJKfN2/fNXLBqx55Dew8cnTF3hbeXV2TN8NqR1Z1ThHMeFVkjOChAAPAM1Sp6H/70Pw9ElX1xOa9Zs2ZYWJgAAOA8PDNLQOcKCgpOnDghYzir1WopPBmOe8ZXyrCPGE6dalTDAUAla9ksTk7pmdk79x7esefgwSMph4+mJKecdF/Hz88ntk5kZI0wGcxFR0VE1AiLiYoQAEzHva6hwmkZnEQHDwAAjyK//W02m9auVkjrb1TjoFS9oRoOANQICwnq2LqpnLSb6RnZx1JPHks5dSw17VjKyWOpp/YeOLp73xHX+vIbs2b1MK1cTquYqxVRvXpYsADc2A4eTH3mGa0dPHBg8KBBAvpWqRmcqxSODh4AAB7FPYPz8vKqdkYp704Mpw6DpQBQJcJCg+Tkfp44u8ORciKtMJg7JefHC+dbduyTk2sdP18f16Gscl4rsnqdWjV9ffje9FyO7Oy8Vau0tn9CgoCnKnJcKh08AAA8it1uF2dO4SfH5LSTxJX+7uxOqMNgKQDohLeXV1RkDTm5L8zPtx45lnq8MJ5LTjl5PDUt+fjJA4ePu68THhrsdqa5GnIeUSOUnXBAtyrp41nk3HACAAB4DO3bX8vgXD2B0o/MEcOpw34aAOiZn59Pg3p15ORaIr9ST6VnOA9lPX5Sq5uT8x17Dm7ffdC1jsXbu1ZEeK2I6lG1nKlc7YjwOrUjAvx9BQAdqNSMrEwnggEAAOZgt9vlt3+RDK70dyeGU4fBUgAwFrlzXSM8VE7NG9dzLbTZ7X8dzerM5tKOp55KTjl15NgJseXvOwYHBtSuVVgxdyaei4wI9y68ljkAczjtRgBV4Ztvvnn33XeLLAwKCoqIiKhVq1bbtm2vu+66yruG7/Hjx+VeaGRkpPAMGzduvOuuu+rXr//999+fe80LL7xQzmfPnh0SEiLO25o1a4YPH/70008PGDBAlMvIkSOXLFkyevTo/v37n2O1UaNGLVy48Hye6By0/9V+/fo999xzAme3f4PttMM5tFOzrldIBGM8+lXkFLFl7QkQw6nDYCkAmIDF2zsmKqLIxVWzsnO141hlPJd83NnYdzD5n1eBqBZRI0y7/kPtiPDCI1trhIUECQAG5Opwc2446E12of37969ateqXX3755JNPoqKiREWbMmXK+++/P27cOM+J4arKsmXL5LxDhw4CHmDSqGxrnrNxxaMBHa/i0ApdO5+hOGI4dRgsBQCzCg4KaBwU0zguxrVEbvNTT6b/dW3WM9eC2Jy0V06udfz9fP++CkThmeaialX3sfDVDFQYBRkZHTxUrZYtW37++eeum3l5eYcOHVq4cOHHH3987Nix11577e233xYV7aeffsrPzxeofMuXL69fv35MTIyoZL169WrSpEnTpk1FJZD/pXfccYd8fAGYgiuAI4bTOwZLAcBzOA/VqRkup5bN4lwLC6y25L9OM1d4QGvhtSD2Hzrmfsca4SHOM81FVnedb65GeChfIEA5yI9h5WVkZT0fM6CGv79/40IOh+PTTz9dunRpSkoKNWsGlZGRsXPnzsGDB4vK17dvX1FpWhcSgFkUyeA4KFW/GCwFAA/n62OpF1NLTu4L0zOyXcFc4ZGtzqtAJO064FrBx2KpLVO5muG1z1wFIrp2hJ+fjwBwTmq6XnTwoE/XXnutjOFkY+vWrT169BAwIO2I1Hbt2gl4hlveCHKdG07AvIjh1GGwFABQXFhokJyaNox1LbE7HCmFp5nTjmbVrgJx6GiK+71CgwOdx7E6i+bCC883Vz2yZriXF180gGp08KBP4eHhQUFB2dnZ7kePytT4q6++mjVr1tGjR+VPW7Vq1bt370suucT9jjk5Od99993SpUv379/v5eXVvHnz1q1bX3PNNdrVHv7888/Ro0dra951111y/sYbb3Tv3v1sL2Pnzp2///779u3bd+3a5evrGx8fL0Ol6667TrZd6xw+fFg+4/r16+UzRkRENGvWrFOnTv3797e4naVB/nTKlClJSUnHjx9v0KBBkyZN+vTpo10Mwd2OHTt+/PHHjRs3ytXkK+/cufMNN9zg7e3tWkG7XoF8qP+zdx/wTZR/HMeP7tK9S2kpe29o2cgSUZEligoCrr8KOMEJigsHuAW3CIiAiiwZypa99ywbCnTTlrZ08/8lBzGkpaSlPZL0837dK6/r9UlyuaSXp9/nuec5duzYggUL9u7d6+HhIcfhscceCw8PP3HixE8//SQb5bjJbjz99NMNGzY0eYqcnBwpI8dHjqEcGXntPXv2NH4KY6NGjVq7du0jjzzy1FNPGW/Pzc3t0aPHxYsX58+fX8TgfZs2bXJ0dCx6YDgzj4yQt0DefSmfl5cnB0eOcNeuXQ2/NZmi4Zdffpk4caIcrtq1a8+ePXvHjh3y4alfv37v3r2NU10zi5lM0bB///5HH320W7du8qMcTLmX7Js8gvp+ubi4GO+2vJvyAuU2LS2tadOm8lEMDAwcOHBgy5YtJ02apNiW8CbkM+UCb7N2aCwFAJjD3s4uONBXFuONmVnZ52MTY6/Ec1dmgThyItr4Xv5+XroB5gJ8A6/OAiFpnYJS4lilSvCUKeq6Q0iIAmvA2HAotyRNkyxJVqpUuTLZt+RHL7zwwtatW+XvokaNGvLjqlWrVq5cKWnIG2+8Ycg+Ro4cKbGIrEg+JaHYRj3JQb755puqVav6+vo2b978wIEDmZmZElRJllfEZKx//fXXe++9JysSuskznjt3bq3eDD31jklJSZLIJCcny7oEuDcF9QAAEABJREFUYfKwK/UkI5NnVNM62ecRI0aojylhTXR0tOR6CxculMhGXpHh6X799VfJZSRjkp0MCwuT4EbuuHz58g8//DAoKMh4x+bNmyeFJTuT3EryONkxid4+//xzeZaUlBR5mTExMdu2bZPsTF54pUqVjI+qbNy3b5/sqo+Pzzo9yfU++uijQs82krXJ65Xc0ySGk7tIBidHsugJNOSNkIjQ09PzegXMPDJCdmP8+PGSyUoxiTvX691w+lQ5hp9++qkcqJo1a8bHx6v3Gj58+ODBg0tQzIQczOeee05eoxxhd3f3XXpyrH7++WdDSiux71tvvZWfny8F5JMsb4occMkZFcCaEcNph8ZSAECJuTg7VatSSRbDFvnf/0JKamz8lUtZY3RzQSTvPXR8z8HjhjKuLs76Aea8dVezBvoG+nnLjw7XabRH0SpUrOgSGanAqmiQkVHBg2WaNWuW3AYEBBgG3Z88ebKkNqGhoZI3SUolWySBevHFFyWokpTq2WeflS3bt2+XWESyIcmV6tatK1suXLjw6quvSj4i4cjbb78doffggw8eP3581KhRRQz4JfnahAkTZGXs2LGSm6hd2+Tx5dESEhIkKho4cKBs+fPPPyWDa9++/euvv+7n56foO22pUdeSJUt69+4tW+Sp5faxxx4bNGhQxYoV5e966dKlEiHJa7zvvvvkFclvd+7c+eWXX0qYKKmNGtNkZ2fL+ooVK+S1SEhkvG+Swf3vf/976KGHXF1dT548+cgjj0gSJ5lRkyZN3n//fUl8JKiSFEkSpdmzZz/zzDOGO8oWCTe//fZb9UJRCShfeeWVf//9VwJHtROZiU6dOslTSDp26NAh9XiqJGxSbjQc24kTJyQNLDomM+fIqCRyHTJkyMMPPyzpqoRx48aNk4Tr66+/Lvrx5bMhH5WJEyeqcaHc5Z133pGXL9FtiFFzlJnFTGzYsEGiWElOW7ZsKXsuh1HiYHn3Fy9e3KdPHylw6dIliQ4lg+vZs+eYMWPkZCsprXxO5DUqgDUjhtMOjaUAgFIk//v7envKUq9WFcPG3Ly8mLikuMTkWP1cEHH68eZOnD5vci/9rKy+hrkgfL09FAAlQgUPFiUjI+P06dMLFiyQeEt+lLzMzk43yJTEQFP0/Xklk1IzOFGjRg2JYyTE+e233/r27SvbJZOS7c2bNzdkRj4+PiNGjJDcqrhzaErilpub265du7vuusuwsUWLFvfcc488mmRM6hb1GW+77TY1gxM1a9aUCExiNXlqdYtaWAIjSZoUffYtAZbkdBLTSNam6P8M1QlhR44caegq5eTk9O6770ZFRa1fv37z5s3G12nKq5NXra5XrVq1Q4cOkhxJ3COJoWRwir5fniRWEt6dPXvW5HXJ0TAM1tamTRvJtr7//vtp06YVGsNJ+Cj7M3/+fAmqDIdUUjCJnNRfKdenDgzXunXrIsrc8MgY1KpVa9iwYeq6s7Pz888/Ly85Qc/f37+Ip/jwww8NXfbkweVtlZcjMZ8EuCUoZkIOpmRw6p5LZCnHUHLPPXv2qDHcnDlz0tLSqlevrmZwin4GEslJ5bMqIa8CWC1iOO3QWAoAKGsO9vahlQJkMd54MS3DMNKcenv4+JkDR04ZCjg5OV7pMacfb05WKgX6ykYFwI1QwcOtJZlLoQOBKfqUTe1NJv7++2+JmSQUk5DLuEzDhg0ldNuxY8fWrVslhlMvwFyyZIls79evn/rxbtSokYQsSjHdfvvtEq6ZxCWSl6nDqBlCIrW31MSJE6tUqdK0aVN1Y189w72kjDzO6NGjJUM0XF4qiZuhgGR5hw8flr01jvyEPJdEXT/99NPSpUuNj1JERIRxMTWXlHDNEAUadkxSKuOSHh4eJnFb//79JYY7c+ZMdHS0ce8zA8mkJJCSHTBcPbp69Wp5+XJw1OzseiSIlExQDn4RZW54ZAxMxu/z9fWVlPPChQspKSlFxHBy0Ew+MHKE5eVIsmmcr5lZrCCT96tatWqKvhOc+uPatWsV/RE2Ps1KEqcecwWwWsRw2qGxFABwS3i4V5SlZtXKhi3ylZSQlCKRnP6CVl2POcnmzpy7ZhYILw83dYC5IHUWiAAff18vEgdYF8aGQ3nj6Ogo8YqELBK7DB061DB1gBqHSTBX8C6yUWI4tVda69atJYCTaG/8+PESjUkG1KJFCwmMqlatqhSfk5NTcHDw6dOnN23adOrUqbi4uIMHD8bH675r8vLy1DL33XffnDlzJAx68sknAwICGjduHBkZKc9o6AonHn30UUlz5L4Sgcneyl7JfrZv315erFpAHlnRdz0zvoDU+IWbpGnGw72pB01uAwMDTXZeKfAHLoGd4UlVXl5estvyouQFFhrDyQGUArGxsXJU1QkfzLkiVXI6eVMkIS36JHbDI2Ng8uqEm5ubxHCZmZlFPH7BD4za5U0yx5ycHMOzmFnMhLzFxrNwKFePueGzoX4m1WzOWPXq1RUbdWp3rmGmVA9/alw2ixhOO/zrAgCwEPKVFODnLUvDuv/VbnNz8/QDzF2ZnjU2ITn6fHzU8f9mgXBwsA/09zGkckH+PiFB/s7OdJqD5WJsONg8SXZ++umnGxZTexgV2u9J3ZiYmCi3dnZ2n3/++Q8//LBo0aK0tLTNel9//XW7du1eeeUVk4kObujPP/+UiO3o0aOGLZLOSNC2Z88ewxaJhyZPnvzdd9+tXr1awqwVehMmTOjfv/+wYcOcnZ2ljDy77JUUkzse05s3b563t/dTTz2ldppTszZJfNTJJQqSvMn4R5O5OFX2Zgycer0DKHtuCI8Kuvvuu6dMmbJ8+XJ5szIyMjZu3Ojq6mo8kWhBe/fuleNf9BWpihlHxuB6WVjRjLsHmmy5ePGipL3FKmZCcsBCtxvO23IEFH3HPZMCRV9Fa9Wmv5Seo89Fe450bdnbSYGNIobTDo2lAABLJilbwQta09IvqT3m1AtaJZ7be/DEzn3//U/l6V7x6qWsunguMMAnwNfbzo5gAhaB3nCAKiBAd25XszYTaoZlmPDUw8PjxRdffOaZZ9SZRpcsWRITE7N+/frHH3/8jz/+KDTAKtTSpUvHjx8vK5GRkR06dKhfv36lSpUknfnll1+MYzhFPxDb+++/L3mNhGibNm36559/0tPTZ82aFRsba7gYto2e7InskuzMmjVrkpOT5bfZ2dkDBgxQu3pVq1ZNnZii7KiTz5pQD2ARcxEYYrjnn39+2bJlubm5d955p0lHMBPbt29XbjQwnKroI6PcHJP4UjH6CBl3VzSzWHFJ7BsdHa3OomuMgeFg7YjhtENjKQDA6ri7udZ0q2xyQWvihVT1Ulb9DK26bO7Iif86zdnb2QXoR5rTT9Kq7zQX7Ofq4qxYuexDh87166euew8b5n11lB9YMnrDASr1esnz588X/JW6UZ2BQbIbCT58fX29vb1b6D311FMbN24cNWpUXFzcvn371AH1zSGZndzec889Y8aMMd6uXpRq+NtMSUmRHahZs6bEf7fpjRw5curUqd9///3q1aslsZK4Su4ixaRMcHDwPXqS2b3zzjsSOa1atUrCJgnyFP01jJcuXXJ1dTV+OtntjIyMypUrl6w7mAlJBk22yB6qGw0TXxRUpUqVBg0a7N+//9ChQ+p4Zz169FCKtHnzZnmxsttFF7vhkVFujvpmGZO8T9HPa2F86jOzWHHJy5dPY8Fjrj44YL2I4bRDYykAwAZIldrf10uW+rXDDRvVC1oN2ZysSDC3+8AxQwG3ii6GS1nVeE6iOnv9/H2AVaOCB6vQpUuXSZMmrV+/XiIMw4yWij662rJli6Kfq1TRz3e5aNGiRx55RNI3Q5k2bdoEBgaeO3fOEKmokVbRH351OLbIyEjjjampqStWrFCMxv8aMmSIxHBfffWVoaTkbnfddZfEcBX05Ld9+vRxcnL6559/DHMaqJmdhE3qLvn7+zdr1mznzp2zZs2SnTd+xvfff19ixAceeOCFF15QbpqkQrL/Xbt2NWyZP3++or84VL1+9nruuOMOieEkg9u0aZOPj4/km0UUlqMkiac6W2gRzDkyN0k+MElJScaXhc6ZM0dujY+A+cWKq3PnzhJHyhE2HkdPcs8FCxYoNmrQBDfD2HAKbBfvrnZoLAUA2Cr1gtbmjWrd1aXV0Pt7vDzsgU/HDvv4jadeemrA4P7de3SKqFUt9FJm1padh+b+ve6baQve+nTqM2O+fPPjnydNmffnojVrt+yNOh6dmpahANaGCh6sgkRv/fv3T09PHz58+JkzZ9SNx44de+655zIzM++++2714sFu3brJ7bRp0ySMM6RskvJIBicFGjdurG5RR/WS2CsnJ+d6z6j2DpP7GsrExcU988wzajyXlZWlbrz99tvldty4cYYrVeV5p06dKivt27e3t7evVKlSw4YNs7OzX375ZUM3qEuXLs2ePVtWOnTooG5Rc0PZc3lGwz7MmDFDMjg7Ozt57UopeeeddyQbUtdXrlz56aefysqTTz5Z9L26d+8u54o//vhDjoaEjEWfN8y8ItXMI3Mz0tLSnnjiCXmj1R+//vprObwBAQEDBw4sQbHiuueee+RzK0dDIlT5BCr61Fg+wMajDdqY8CYOVZvZy8L8DLaN3nDaobEUAFCuuLu5ylKj6n/D5cg3YeKFFEOnudj4C2djEvYeOmEo4OrirO8rp7umNUi9pjXAx8GMYbOBQjE2HGAgQcnZs2fXrl1733331ahRQ/Kg06dPywe4RYsWL730klqmbdu2EslJBidhkwRMNWvWzM3N3bdvn4uLy7vvvmu4rrNKlSo7duz4Rm/06NG9evUq+HRDhgzZsmXLunXr5OkkMJIn2rt3rzyaOhOrYTSxxx57TMocP35cdi8oKKhy5cqS08mOhYaGjhw5Ui0jT/Hoo49u3bq1d+/esudeXl4nTpyQR5CkSR5cLdO0adNnn3120qRJb7755oQJE6RYamqqPKz8auzYsUVcMVosckBk9+SJJB5Se+pJxvf888/XqVOn6DtKiCnHdv369Yo+kiu68KZNmxT9FKvKjZhzZG6GRGnR0dEScYaHh6ekpCQnJ8snYfz48SazK5hZrLgcHBw++eQTOdobNmzo27dv1apVJYaTjbfddtu///5bdPdDwJIRw2mHxlIAQDkn34RFXNAaG58Um5As8dyegycyLh003MXPx+u/keYCdIu3p7sC3IhUvRgbDjBwd3f/+OOPJWJbtWqVJGKKPujp2rWrJDjGk4SOGTMmIiJiwYIFZ86c2bVrl6LvlSZJk3GS9fjjjx85cmT//v2KfirMQp9OHnzKlCmS0x09elQyO4nwmjVrNnDgwEaNGt1xxx1RUVFxcXGBgYGS10yePPn333+XYEWiHCkpW/r16/fMM88YLrSsXr36rFmzpk6dunPnTkkSjx075u/vP2LEiEGDBhn/AcqDy57/8ccf8uCybxLq3X777VyvSpMAABAASURBVJIG1qpVSykl8pgSUI4bN06CQjlocvQefPBBeUXm3FcKSwxXrVq1unXrFl1SYjjZZ09PT+VGzDwyJdZab+XKldu3b5f3RSLa+++/v+D+m1msBCT3nKy3Z8+epKSkLl26yLssnyj5tMjnWQGsUwVa8MrIZb28vDxp85G2JmkTkK8oadXhfAGbsT/q5FeT5w7s161DpFmVDwAwX1r6pdj4C7G6Yeb0s0Ak6uI5CezU3zo7Owb762Zl1U3PGuinD+l8HB3KtnGRKRqsTnx8fGZmZnp6ustVTk5OkgU4ODjY2dmpw04pxWRcwRMpepUqVTLMMgkAhZo4ceIvv/wyfPjwwYMHKxZPdlV2uOAMGyUrVrokdvz666/vvffel19+WQG0lZ2dnZiYmJaWJuuG2oWjnkTzau3ihg9Cbzjt0FgKAICZCl7QKhKSUmL1l7Kq2dyxk2e37jpk+K2Pl0dQgE9OTq7cBkowp+83F+jnI5UiBSgzVPAA3JDE9//884/8l96zZ08F5pkyZcr8+fMHDRokiZvx9h07dsjtDS8EBiwWMZx26HgIAMDNUC9obVC7qmFLbl5eTFxSXGJybJz+gtbE5OOnzh07dc74XgF+XkEBVy5oDdaveHne1Gg1sCKMDQfgFsrPz09LS3Nzc5NEKS4u7rbbbjOeThRFq169+rlz53766Sc5bv7+/upGCeY2bdoUEBDQpUsXBbBOxHDaobEUAIDS5WCvm6FVFsMW41kg1Mta5XbfoRP7lP8mgnBxdtLlcbpOc97qitw6ODARhA1ibDgAt5CdnV3Pnj0N08I+/vjjCszWUW/NmjX33ntv/fr1ZUtqaurRo0c9PT0nTJjg4eGh2Jxx3VNyMnUrPUe6tuztpMBGEcNph8ZSAADKWqGzQOTk5sbE/ZfKxequaU06GR1jfEdfb8+gAG+1u5w6SauPlwcBC26ICh6AIjRs2HD79u1+fn6vv/567dq1FRTHBx98sGjRogULFpw4cSI9Pb169eoDBw6UVK5y5coKYLWI4bRDYykAALeEo4NDWEigLMYbUy6mx17pMadO0nrh8LEzB4+cNhRwcnS4Osycb6C/t6yH7Nrt5OSoAEao4AEowtdff61YoYf1SqtYiTk4OPTWUwAbQgynHRpLAQCwHF4ebrLUrh5m2JKXnx8vkdzVHnPq7Zlz8Sb3CtJN/uAbdPWCVn9fL4IYi8XYcAAAazFogtvlfN3Xll8Ys0vZMmI47VBHBwDAktnb2QUH+spivDEzK/tcbGKcmsrpg7njp89HHY/+7172doF+6vwPuq5zuk5zQX6uLs4KbjWpejE2HADAWoQ3IZ8pF3ibtUNjKQAAVsfF2al6lUqyGLZcmQUiMVk3SatumLkLcrtr/1Hje7lXdA0K9NENM+fvE6wfaS7A31tiPgUa0qbqRQUPAACYjxhOOzSWAgBgA/6bBaKWySwQ6qWsks0lx8ZfOBeTcOzkOUMBO7sKcpcgdaS5AB91xdOjogIrRwUPAACYjxhOOzSWAgBgq/SzQATIYrxRPwuELpuLi9fNzSrx3P6ok3sPnTAUcHVxClLnZg24MhFEcKCvg729glLC2HAAAMCiEMNph8ZSAACs1+WMjKx9+9R1h5AQh9DQG97l6iwQ/5XUzQKRmGyYAkK9pvXkmRhDAaks+Hp7qpey6idp1SV0Pl4eCkqEseEAAIBFIYbTDo2lAABYr5zTp2OGDlXXvYcN8x4xQik+3SwQAb6yGG/MzMo+H5sYq07SGpcUl5h85MTZA0dOGQo4OTkaeswF+XsHBvhUCvRzcqQWZxGsqIJHXRSAJaNVA+UEFTjtcFoBAAAFuTg7VatSqdq1s0AkJaeqPebUbE5ut+2OM76Xt6d7kL6vnGEWCD8fL+oa2rOWCp4hgyu4AgC3iuEUapjbujz/1zyue0pOpm6l50jXlr2dFNgoYjjtUNcBAADmkP9B/Hw8ZTGeBSI3Ny8mPin26jBzEsydPht7+NgZQwEHe/tAf+/Aq6lckL93pSB/V5dyXY9nbDiVupOGW5VC7RTAraOen41vlathHP1XYNuI4bTD2QQAAJSYg4N9aKUAWYw3pl7MiE1I0neaS9bFc/EX9hw8tmv/UUMBdzdX3aWs+k5zau+5AD9vezs7pRww9K0o62dRLJshcbuYkTt7ZaJxBmf4d5dOKAA0UDBia1i9Yst67hWuUkjiUA4Qw2mH9kYAAFC6PD0qylKr2n+zQOTnX9bNApFwtdOcJHTxSUdPnjUUsLOrEOCrG2BOHWlOn835erpXVGyONlUvC6/gGSduF9Nzv5sbqwCAxRjQ1btpLRe7q9SN5TaDGzTB7XK+7rX7hZWL1rJyixhOOyT6AACgrEnKpvZ6a1yvumFjVlbO+bhEdbA5NZ47dOT03oPHDQVcXZz1l7J66zrNqde0Bvg42NsruBErGhuOJmEAliY/Pz83N9fe3l49QUkSZ+iiWw7/fQ5vQj5TLvA2a4eqDwAAuCWcnR2rhgXLYtgitZILKamx8fpLWfVd52T9xOnzhgL68em8Av291Wta5TbQ38fHy12xKowNp1wN4OR/3by8PHVLp5a+93YJUgDgFolLzn73+2PK1RhOzlEODg7qdalcIw+bRwynHU4lAADAQkitxNfbU5Z6taoYNubm5cXE6frKqXNBxCVKMBdzIOqUoYCzk6PRMHO+6iStTo6WW58s52PDGU+KatwbztvdoVa4DV6GDMBauLle6W0tzQM5OTmK/lwq7OzsGBgONo8YTjv0hgMAAJbMwb6wWSDSMmKvDjOni+cSLuzYeyQvP99QwMfLXTc963+d5rz9fLzKz/9QVtQbjrooAEsj56Xc3FxDBidnKsMIceRxsFXEcNrhJAIAgPWyc3NziYhQ1x0qV1bKDU/3irKYzgKRlBx3JZVLjku4cD4u8fCxM4YCDg72uh5zhmHm/L0rBfm5ODsptsjCK3jGUzTkG4WnAGAJ8vLyJIaT6M3BweGyEf53hg0jhtMOLZAAAFgvh7Cw4KlTFaizQOhTtkbGs0Bk55yP1c0CYbimdd/hEzv2HTEUkCwvSN9jTj89qy6eC/DzlodSyhJjwylGV6QSwwGwNOqpyYDJZFAeEMNph0QfAADYKmenQmeBuKibnjUuKS4xOSZOd0Hr0ZPRhv+w7O3s/P28gq5e0Kq/stXHw73UxiwzDPVdpqxoplQFACyMOnuMIYNTyrdx3VNyMnUrPUe6tuxtm13IoRDDaYnTCgAAKD/0s0B4yFKvZoFZIBKTY/WpXGxC8tGTZ/ccPG4oUNHVWZ2VVR1pTu06Z29vpxSfNlUvK6rgURcFYGkuF2DYSC8W2CpiOO1wHgEAAOVcobNAXEzLiIm/EKdL5S7ExuuWrbsOGWaBkAqUn4+XOivr1Ulafbw93RXLQAUPAG6GyYWoNBjA5hHDaYcTCgAAQEEe7hU9dLNA/DfxRX7+5YSkFEnlYuKT4uJ18Vz0+fj9UScNBZydHYP9fQP1I81dmaQ10NfRwbRmy9hwxqiLArBAxv3gyrkOg5zz83RfWyF17BXYLmI47dBYCgAAYA47uwqB/t6yNKpbzbBRNwtEXGKsrt9ccqxuktYLuw8cy87OMRTw8fLQX8qqH2ZOUjm7y86OZf6fDBU8AECp6DjYRUE5QAynHQJ+AACsV15CwsXfflPXXSIiXCIjFWhLNwtEaLAsxht1s0DEX1CvadV1nUtIPnzstKHO5WBv7+1Z0c/HI8jfp1KQX6VAv9BKgQ4OpVkB1riCdykz29WFcbsBALBWxHDaobEUAADrJTFc8qRJ6rr3sGHEcBbCx8tDlrrXzgKh9pg7dvKMrCQkpZw6G3/4+DlDAU+PisEBvrpLWQN91RV/Xy87uxLW0zSu4H00aeaIR/rIDisAAMAKEcNph95wAAAAZc3B3r5ysL8soUFeWVlZaWlpLi4u+ZcrpKZnXkhJT7iQmpCUGptw4dipc3l5V2aBsLe3C/DTjTEXfDWYCwr0ca/oas7TaVnBW7h8U0x80gcTZwwb3LtG1RAFAABYG2I47dAbDgAAQDNS9TJkZBVdnX19vGpXd3J0dHRwcLCzs5ONujwuPilGt1yQlRNnzu/af9Rwd7eKLmowd2WS1gDdSsFOc1pW8GLiEuU2PSPz0x/+GNy/e6tm9RQAAGBViOG0Q284AAAAzRRd9ZL47MosEPWqGzZm62aB0AdzcbopIOR26+7Dhlkg5C7+vp6SzQX4eQf4efl5e7g42mlZwZO4UF3Jy8v/+be/ZVd7d29HOy8AAFaEGE479IYDAACwZE5OjuGhQbIYb7w6C4Qum5NbCb/2HT5hCN+cHB0kywsJ8g8K8FF7zFUK9HVwKJMZWuOTko1//HvVlvOxiY89cKfstgIAsHLjuqfkZOpWeo50bdmb2XhsFjGcdugNBwAAoKVSaQQ1ngXisl52ds65mHjJ486cjTkfl5h2KWff4ZNbdh0y3MXXWzc3a5B6QatkcwHePl6eN78vWVk5Jlt2Hzg24dvfhw/t7e3prgAAAItHDKcdesMBAABoqYwaQe3t7SoF+QX4eYWH+KampgYHB3t5eaWlX4qNvxCbcEG9mjUuITnqRLRhFgh9pzmfoABdKhfo7y0rlQL9nEujF9uZc3EfTJzxv4d6MmkDAACWjxhOO/SGAwAAsDGGCp67m6ssxlmY/CohKeVKNqe/rPXoybPb90QZCnh5uF29lNVb32nOx9/XqwQNtymp6UzaAADWrsMg5/w83VdASJ0yGdkAFoIYTjv0hgMAALAxRVTw5Ff6yRy8GyrVDBuzc3LPxyXG6bK55Nh43UQQW3YezLo6C4S9vV2gn9ppzkftPRcS5Ofq4iy/+v2v1cr1MWkDAFi7joNdFJQDxHDaoTccAADWy97f33v4cHXdJSJCgTXQoBG0uBU8J0eH8MpBshhvvJByMS4hOUZSOX2nuejz8bv2HzX81q2iS6VAv4SklBs+OJM2AABg4YjhtENvOAAArJdxDAerIFUvDRpBS3EWiDo1wgxb8vLyYxMuxKnDzCUmSzyXnJpuzkMxaQMAAJaMGE479IYDAADQjDZVr7KbBSIkyE8WpcGVLU+/9rmZT6VO2jB8SJ+wkAAFAABYEjsFWqE3HAAAgI3RrIJXrLwvJTX9429/OxkdowAAAEtCbzjt0BsOAABASxY4NpwGnJ0dWzWt1zaiQXjlIOqfAABYFGI47dAbDgAAQEvWMjbcDS1cvsmcYpWD/Tu0aty6eT0XZyeFNmAAsCrTR6XnZutW2j7gXLstWY3N4qJU7VATAgAAsDHaVPBuOE1qZNO6I5+8/43nH+7Upomawd0q9wx8onbrbjP+XFDwV29N+FJ+Jctf/6ws+NthL78pv/rqx6lFPHirO/pJmehz/11sm5mVffjYCQXXUg/U+dh4pZim/j5X7vjmR5+rPx6MOio/3t5/iGLT5BMlL/ODL75VSkoOkTzC/L8pj9HgAAAQAElEQVRXXK9A27vvkwLL16xXykA5eZvKg1N7ck/u0i2p8fkKbBcxnHboDQcAgPXKPXMmZsgQdUmbO1cB9LSp4MUmXCh0e0VX524dWrz70qOPPnBnrWqVFQvQslkjud1z4FDBX23ZsVtd2bxjVyG/3bVHbiOaNlHMtnXXXkn91mzYogA3ITQkuE6Natt271UAoOzR0VE79IYDAMB65aenZ27dqq67REQosAY2MzZcTFyiyZbQSgGd2jSJbFbPydGy6vMtmzT+dfaCvQcOm2w/Hxt/9MSp8NDKp6LPbti6w+S38qvU1DQXZ6emjeoX8eCPDxqQlZ3t6e6u/rh05Rp5NAVlxt/P99knhnh4uCu2rm1kiymz/pQPoaen7b9YWKwOg5zz83RfWyF17BXYLmI47dAbDgAAQDNS9bKZseEuZWarK/Z2ds0a1uzUtmnNqhbR962gyOaN5fbIiVPJKaneXp6G7Zu27ZTb7p3bL1u9/uSZ6OOnzlQPDzP8dufeA3Lbommjoq+ofeLhAQo0FODnO+Kxh5VyIKJZo59nzl67edvdt3dSgFuk42AXBeUAMZx26A0HAACgGW2qXppV8NzdXNtHNurctqmXh5tiwSS4qV29atTxk7v3H7qtbaRh++aduitS20e2zMzMkhhu0/ZdxjHcrn26GK5V82JckQqUosimTVxdnNdv2U4MB6CsEcNph95wAAAANkabCt6jD9zZvGEtBwfruEypRdNGEsPtOXDQOIbbsGW7xBzNmzRMSb34yx/zNm7b+VC/ewy/VXvDRTRtrP7YpNPdgf7+C2f8+P7nXy9dvbZm1fDBA/rdflu7Vnf0u5CSunLOdGdnp3Z3368WnjDpB1keHzTg5RFPqFtyc/N+nbNgw+btew4c8vf1ada4wUP39q5bs9oN9zwzK3ve4qXbd+2NOnHyzNnztapXbVi39n333Fm3dg1DmSdHjlm1fpPsw4q1G6b+NsfD3f3Orh2fGvKQos9kf/jlt8UrVkefj/F0d2/asN6dXTvJbhs/xdBnXt6wdcfX49/u1vGa7YaXFhoSLD8Of3nssjXrl8yanJSc8tvchTv3H5C8N7Jpo/v79Gx+7XW7lzKzZs75a8Wa9QePHKtVrWq7Vi0eeaC/Yp49+w/PmDN/2+59aWnpkS2aDOjd06TAwaijvQc/FR5aedns/6bOiE+8MPuvJfsORR0+evzixbT6dWs1rlfn4fv7+ft6G983PSNz5twFK9dsjDp+vEpo5bYRzeUovfHhp4uWrZ7x3WctmzQq+mCa8ywtuvX28vRY8ecvP/36+5pNW/cdjKoRXqVF04bPPjG0oqvLvxu2/DZ/0Y7d+ypWdI1s1njU8P8Z3/f2/kNORZ99afgTahdLT0/3Zo0abN25x/gl7D1w+N5Hh/e+o+t7o0d9N3WG/Pbg0WP1a9fs0Cpi0H195POs3Jz0jEsfffXdtl17z8XGykFuXL+u/FHUq12zZMWM5eXlP/P628v/XV+zWvgvX3/i5+OtALAYxHDaoTccAACAlmxmbLjIpnUV6yEJiwRDEvEYthw7eTomLkESImcnxzYtmyn6VE4OnfoGSfx09MQpCTWaNKhn/DgffPGNPI6sJCYlD3mgn/GvHB0cJNY5HX02+nxstSqhlYICwypXUn91NibuxTfek1xPnqtOzeqpF9NnzV04d9E/rz779MD+vYrY7Ytp6YNHjNp/6IisVwkNkUBHMiB5HAkNDWGNweLlqz/++kd1vXWLpnKbnZMz7OU312zcam9vV7dWjdyc3CUr/l24dJWEOG+/+oKkQkrxrVizYeJP0+zs7SSIPBB1dM6ipXMXL/vs3dF3deukFpCo66mXRm/evlt9UjmSE3/6ZfWGzbl5eTd88KWr1j7/xnsSWUpGEx5Wed2mbX+vWNO6ZdOi73XwyPFHnnlJwkH1GR3s7ddv3i7L1N/nfDv+PcPdJTl6/IXXtu/eJ29xvdo1MjIufT9t1qq1GwsdZq7gwTTzWXQuX37lnfHzlizz9vSsHBy0+8AhWZJTL/bo0lHeDglD5dUdOXEq+lyMPOacn7+WB7zeS2vZtJEkpPJZrVG1ivH29EuXnhw1esOWHVXDQj09PDZt2yXLkpX/zvzuC/mMKSUlOe+jz70qUWDFii51alSPT0z6bd6iOYv+eeHJRyRTLm4xY/KX9eq749UMburECWRwgKUhhtMOveEAAAC0ZDNjw1kXNSXZvf+/yVI3b9dNjapec+rl5dGwXu19B6N27juoduzarp+hsnWLZsbd/WLi4mb8uaBfzztuaxMp4Ui7yJbGT+Ht5Tnlq/HjPp009fe5/e+50zgjG/PBJ5Kdyb0+fPNlNYDYsmP3iFfffvvjLxvXr9Oofp3r7fb3v8ySDE7SvQlvvRrg5ytbUlPTJnz9g6Qek2f88ehD9xknOF/9OLVViyb397r72MlTndq3li3fTZ0pGZwkON9NeK9KWIiiHyDv6ZfemP/PiqCggFHDHleKT8Kp3j26vfXy824VXSSTeuPDz5atXvfJtz/d2fU29YM348/5ksHJ3v742ftq96hV6zc9P/rdS5lZRT+yxGRvf/yVZHAP9rvnrZeelUeTRG/Ea2Ml6ir6jm9P+EL25NGH+j/z+BC3iq6y5dSZs6++N0ESt+l/zjcEZFN/myNb/P18fvr8o3q1qsuWdZu3Pzf6HTkmBR+z4ME081mE5LCpaRsmfvhW1w5t5Q3665+VI8e+P3fR0r9X/vvk4AeffWKIvLRl/65/9vW3D0YdlVfXse2VCXYG3d/n4sW0Zo3/61ooMfGXP0xdt2W7SQy3fM0GeSHTJn4szyunlBVrN4566335AP/1z3L57CklIo/z+vsfS7jWtUObT94Zraa0S1eve/mdD8dP/KFBndptIpqZX8zEu59OnP/3cgkNJYNTP8kALIqdAq3QGw4AAMDGUMErSP7zr1ktPDk11ZC5bN6hGxguotmVod8im+kuPlWzOcVwRWrzxsYPkpWd80Dfnh+OeUkip3dffcHMCwAlMZGopXb1ql9+MNbQCSiyeZPXXxwmKx9++W0R9/13w2a5Hfn0Y4bkwtPT/ZVnnpSVxAvJcQnXTFZbvWqVn78Yf88dXZ5/8pGmDeodOHz0mym/yvYv3n9TzeBErWrhn749Wlamzvrz9JlzSvFVDw8bN3qkZHCy7uvt9c4rz8vKmejz52LiFP1nb9rvc2RFdtJwiWLndq2f1F/UWTSJaeITk+RAjR31jJroybN89f5YH6NZNQqKPhdz9MRJ2ZORTz+upmMiPKzyk0MelJVjV9/uvLz8X/6YKytvvviMmsGJ9q1aPPu/oYU+rMnBNPNZDO7v3bN7p/ZqSCoPEhoSLEemdrVqz/1vqPrSbr+t3R2dO+oO3bnzhnsNub/viMceVq+NVclTy5Nu27W34B6+NOwJNfuTB+zWse3999ylXP3cXlPsrQ9qt+5W6JKQeMG45Iw//5L8tHJwoHxgDD0l5VVI7CgrEhnLMTS/mLGJP/0y/Y/5oZUrmZPBRR0/+fPM2dN+n6sA0BAxnHZoLAUAALAxVPAK1bKpLt3Ys/+gok+LtuzY7enh1qT+lUtrI5vrEo0t+kkbxO59umKRTU3nZ+h+W3ulmP5Z8a/c3tGlg0lsd3fXTs5Ojlt37VUDrEIt+OX7JbMmm3SXy83N9dTPiZGdnW28vVPbVsZ99/5aujI3N6/bbe0k2DIu1rhBnbaRzSVS3LRjl1J83Tt1cHL877JHCRaDAvwU/WWScrtz38HY+ER/Px/DNaqqgf163fBjuXrdJrm9v8/ddnb//T/o7lax793di7iXJFxb/pn72w9fOjpec02Vg53uUGRdPURbd+5JTEqW8Kh752vewft73eXhXsgEIyYH08xnMWjT4poLaauE6mLQbtcOyVe5UpCiG28uUbk+OWgRzZts3bFb3i+TX91zR1fjH6vpu8tdysxUSmr+kmVyO3hAP+P3VzzUr5e8C8dPnTl99pz5xQxm/Lngyx+mSpg47asJlYICbrgb+w9FffDFt59++5MCyzB9VPqUZ3VL1IZcBbaLi1K1Q2MpAACAlmxmbDir06JJo1lzF+45cPjenj32HzqSeCG5W8e2hqilVfMm8tbs3LtfoitFFycdkKirUf3aJg9SpXKIUkwx8QmKbtSzddt37zf5lb08e3ZOXGJiSHDg9e5eo2oVXWS2bafs+bmY2LMxMZIoqR2OTEZbMwxFp0q6kKzou78VfMza1att2KIbcUwpvkoFdtXFWdclKl9/3E6diZbbqqGhJnN3eHl5BAf6n4+NL+KRT545K7fVwkJNtlerEqYUSWK78LDKySmp67fsOHz0uByl46fP7DsYpegjS7XMCf2OSVZlnPEJyUarVgnde+CwyWOaHEwzn8UgRB+xGTg7OsltUOA1IZSzk25jfv4N/lrbRTT/Z+WaXXsPtGrxXygs0afJEXbRP1rBAfgmvPVa7x5dC33ktnffZ9whLuGCbr1WtaomxeQQyQuXP5ljJ09VqxJqZjF1Y0xc3FsTvpSVpOSU2IREda4PWJdTe3Jz9Oluw64lH3YQlo8YTjs0lgIAYL0cq1QJnjJFXXcIKXY6AO1J1Yux4W4VdRi4vQd1gcsW/eyTrYy6LLlVdG3RuOG23Xv3Hz4iWUZOTm7n9m0KHknXisWe1kCNww4fO6HIUpjEpOTr3fdcTNxn305esXZDWnqGusXR0aFLuzbrtmwrONSaq4ur8Y8Z+o5RAX5+BR9WvTAwKemCUnwVXV0L3X5Z0X2w09N1feJ8fQsZgD84IKDoGO5ieprc+vn6mGwPDPBTirRlx+5vp83cuHWH4XJIb09PyViXr9lgKJOWlq57cO9CdiygwDMqBQ6mmc9idPdCPicO9iWZVrh9K90QhFt37TGO4dzd3AotfDNnl3T9Z8zfv5CjHejnt185on5QzSymkgTZz8f7tnat5iz8552Pv/xz8tc3nFu5713dZVEAaIsYTjs0lgIAYL0qVKzoEhmpwHpoU/Wigleo4ED/GlWrHIw6mp6RqY4Bp44HZxDZvLEuhjsUdSlLl3BFXPvbEgsM9D9y4tSX497s0bVjse4occ+wV948cPhooL/fA33viWjWqGpYaOVKQU6Oji269ZaIo+i7B+uDkoSkpIK/StAHcN7XjrlWsFtWalqaUkzu+qtlEwsL+G74aF4eHpLgmAxYprvjxfQi7nX2fOz/Ro3OyMisV7vGnV1va9qgflhoSKVA//2HjhgHZIEB/opuAtyUgo9QRAxa3GcxKMUoPDQkODy08oYtO0Y89rBSloKDAi+kpCYkJik1q5n8Su0B5+3pYX4xlaTbP381ITw0RILvg1HHfp4522R6X1i+DoOc8/N0n+eQOiXJkWEtiOG0Q2MpAACAjaGCdz0tmzY6dvL0/kOHJW4L8PM1zCGgimze5Ouff5UCakrVqnlTpTRUqxK6fvP2/VFHCsZwz0RF3QAAEABJREFUErEF+PsF+PkUesdN23dJAQcH+5nffW58jeTFi+kX9X27is5bQ/XjkRU68Ny5WN3GOldnKlA7KGVfO/pYXEJiwbH2b0i9pDRWfx2uMdnVaKO5CAq/b5XQ46fOxCWa3vd8bGwR95r91xJJx+rUqGbS0ypWP3+F4RBVCa1U6I6Js0U+frGepYy0b91ixp9/paameXq6K2WmSmiIhNTnYwv5wESf1b139evUMr+Yyt/Xt64+rXt52BPPjn5n4k/TenbvYs4IcbAcHQcXuwswrBFTNGiHxlIAAAAtMTbcLdRCP0vDouWrJcYyvsTvym+bNHJ0dDh68tTeQ1F+Pt51C3T2MYe9g65LgfFb0KPLbXL758K/0zOuGT5/z/7DfYY81anPg8kpqYU+VJx+8P6a1cJNxin7bf5CdSW3yJis+23tnZ0cV6/fbJLEnTgdvWHLdlnp0qGtuqWifurPQ0ePGRdbtGyVUnyN69fx8fKMPhezbtM24+1zFv1TcJIBE+0idVdf/jF/SX7+f68rMyt7/pLlRdwrPlHX3U8iVJOrHf+Yv1gxGiutUd06kh9FHTu5ffc+42LL12wo2P+uxM9SRtpFttBNKrJrt1KWeuhnbpVXpA6PaDD/7xUXUlJrXf0cmlnM9MG7dpS/uEuZWW+N/0IBYHmI4bRDYykAAICWGBvuFmrTopmii+F0AVNkM9MYTkKriKaN9x+Kij57vk1EM6VE1Gk3Dx45mpJyUd0S2axxxzYRkvW89PYHiReuXP8YE5cw+oOPZaXf3XeYXBxqEB5aWW6PnTy9dddedYt8eGbOXThh0o/qj1lZRV2XWikoYGD/PsmpqY89/+rpM1cmrzxy4tQTL74uKeT9ve/y9fZSN9aurgscZ875a/+hI+qWjVt3fvHDFLeKrkoxyWfvf0MelJXn33xPDbyyc3J+njnbnPClz123yz7v3Hfgpbc/zMnJVfd2yIhRRU8loU6a8e/GLbHxV6YclaznzY8+X7VeN+9q5tUR9CQ+e3roQ3IAh7385ry/l+fl5cuOTf9j/ktvfaCYwcxnuUlTf5878adftu3ea7I9sqlu/pD1+vC07Nx9e6cGdWvt2n/wmdfeyrh0JTJeunrd2PGfycrjgx8oVrGC3nrpOXkX5Igt0c8dDMCicFGqdmgsBQAAsDFU8K4nKMCvaljoSf2kmZHNmxQsENGs8YatOxTd5aslHBiuqv6qzEXLVsvS/5473x89Un4cO+rZUWM/WP7v+tXrN9WrXdPDzW3X/gMZGZlNG9R79dmnrvdQTRvU7dS21eoNmwc9/WLrlk0rKBUSEpOijp8M8POt6Op6KvqsIdS7nuGPDoo+H7N01do7Hhhat1aN3JzcoydPSQLVrlWL154bZij20L29lixfLZlX36FP16lZzdvTc8vOPW+OfGbl+o1rN25VimnogHv37D8kUcuDTz5ft1b12LgEtZNUdk6u7HMRd3R3qzjhrdeeGjXmr39WSuAlyZc6D6l6EK53r7533zFr3sLT0ed6P/w/eY2KLrg8JWFZk/p19xw8nJ5xKS09Qx5Z0Seeh4+emDLrz5ff+vDTr3/MysqWHWsb0fzE6TPnY+NdnJyL2Dfzn+VmTP99nhwiZyenlk0aGW/39HRv0bjhuk1lG8OJ8WNfffGN91as3dj27v51alSPT0yKPhcj24c9MrDvnbcXt5iJGlWrDH2g/4/Tf/vwy287toksQcgLoOzQG047NJYCAADYGCp4RYhopgs4ggP9q4eHFfytIZtrVVhIZ447Onfod3d3e3vdfzQX06/MLRBWudKv33722nNP3dYm8tz52MPHjterVXP0i8Onff1JEWGEnZ3dVx++9eLTj0ruI8GW5IOSZD0+aMDCGT/efXsnKbBu8w0yMg93t4kfjJVsq2vHdvEJSUnJKW0jW7z32os/fvqBm9GUr77eXrN++PKZx4dENG0kxaqEhsz47vOB/XspJSKv/bN3R0v+KAnX2fOxTk6OsvLj5x+aM65ZZLPGsydPeqBvzwBf3xOnztSuXlViyvv73FXEXQL8fH774cv7et3p7SXp4e6N23YGBfjLa5z5/RcR+muQ12zcopaUv4vXn3/67Vee79yudXZ2jsR8Lzz16I+ffWCvn8BU7cZ4889SRtpGNpeETk27yo6kpX/+/PXLI55o0aSR5IzyCex9R9fJX3z0/JOPlKBYQZLTSYgsoefn305WAFiSCrTglZHLenl5ebm5uTk5OcnJyRcvXgwNDXV3L8PBPgEt7Y86+dXkuQP7desQ2UgBAFuXfejQuX791HXvYcO8R4xQYNni4+OzsrLS0tJcrnKSlMLR0cHBQf6VraCnFJNxBU+k6FWqVMnLy0uxPOre5ufnyw5LdTQ6NmPwe7rrJft0CnzqvjAF0FyDDj1ycnI3/f2n4SpdlE/n4rIefVt3JXWPlhUGdnNxdnaWU7TcyllaTtES15b4LA2Uqezs7MTExDT9bNSG2oWjnuFze8MH4aJU7XASAQAA0IxUvRgbDtBebm5e13sHVQoKnDbpY0m+Ddt37T8oGVxYaCUyOKBQ00el52brVto+4Fy7LVmNzeKiVO3Q8RAAAEAz2lS9qOABJhwc7IMDAnbs2f/9tFmGjRdSUt/9ZKKsDLq3twKgMKf25J7cpVtS4/MV2C4SVu3QWAoAAGBjqOABBb3+wrCHnnr+yx+mLl+z3ttTNzvt3oOH1Uljhz5wrwIA5RgxnHZoLAUAANCSBhkZFTygoCYN6i789cfvps7YdzBq1/4Dvj4+rVo0vatrp57dOysAriO8sYN6UapnAJct2jJiOO3QWAoAAKAlxoYDbpVqVUI/fONlBYDZBn3spqAcIIbTDo2lAAAANoYKHgAAMB8xnHZoLAUAALAxVPAAAID5iOG0Q2MpAACAlhgbDgAAWBRiOO3QWAoAAKAZqXoxNhwAALAoxHDaobEUAADr5VilSvCUKeq6Q0iIAounTdWLCh4AADAfMZx2aCwFAMB6VahY0SUyUgGuRQUPAFAqpo9Kz83WrbR9wLl2W7Iam8Vbqx0aSwEAALTE2HAAAGtxak9uTqZupWFXRwW2ixhOOzSWAgAAaImx4QAAgEUhhtMOjaUAAAA2hgoeAKBUhDd2UC9K9QywU2C7iOG0Q2MpAACAjaGCBwAoFYM+dlNQDhDDaYfGUgAArNfljIysffvUdYeQEIfQUAUWj7HhAACARSGG0w6NpQAAWK+c06djhg5V172HDfMeMUKBZZOqF2PDoWRi4xPljQ3091N/HP7y2GVr1k9467XePboqmmh1R78LKakr50wPDQlWyplLmVnfTZ2xYcuOw8eOhwQHTRj7asN6tZWbdujoiT8XLN6+d/+587HZOTmVAgPq1Kr+v8EP1a1ZzVBm8ozZH3757Q0fqkbVKktmTTb8mJmV3frOfhkZmW0jmk/5arwCAEUihtMOjaUAAACa0abqRQXP9syY89eEid9P/vIjQwwHLY2f+N2vsxeo68dOnvbz9VFuTlZ2zrjPJs2au9B445ETp2RZuHTVow/1f/XZp5Sb8PeqNZLBycqGrTuiz8WUw+QUQLEQw2mHxlIAAAAbQwXP9vw2b1F6xiXllnp80ICs7GxPd3el/Fmzaavc3tfrzmGPDKpcKUi5aU+OHC0Bmfyp9ure5YF+91QLD7OvYHfwyLH5fy//c+Hfk2fMdnJ0evHpR6WkRHKyGN+37d33JSRe+Hr82906trve4y9Ztlpu27duuW7TtrmL/3nm8SEKAFwfMZx2aCwFAADQEmPDwUo98fAApbxKu5gut08+/GCpZHBzFy+VDM7dreJn7465rW2kYXvrlk1lqVur+rjPvv5u2swH+vYMCQ5Uii/xQvLazVvdKro++kB/XQy3ZPmIxwaTzgMoAvPgaofTMQAAgJYYGw6wOrl5eXLrWtFFuWlyBvjy+ymyMvyxh40zOIPB9/etHh4mxf5YsFgpkYXLVuXm5rWNbNEmormfj3f02fPrN29XgBJZMy1z9c9Zspw7lKfAdtEbTjs0lgIAANgYKni2ZNGy1S+88Z66PuDxZ+X2u0/e69yutaFA1PGTP0ybtX3Pvtzc3Ib16vS58/bundqbPMjBI8d/n79wx54DMbFxjerX6dA6YlD/Pvb21/R+mLt46ZLl/x49eSol9WLDerXr1651f++7qlX5b/7lglM03PAuJabOSzB21LN1alX7bc7CzTt3y6e6cb269/a6s0v7/177D7/8NmHSDx+98XKAv9/n301OSklt0bD+uDGjnBwd5benz5z74Mtvok6cTEpKrl+7ZtNG9R8fNMDHy9PkuYou9tCTL2zbvVddb3f3/XL70vAnbqZj4JYde87GxLlVdH2gT89CC0iMLi88Ly+vScN6SoksXrZKbju1bSVv8d3dOk/7Y+78Jcvat26pAMW3dnpWjm6YQcXd1zWkrr0CG0VvOO3QWAoAAGBjqODZEl9vr7YRzd3dKsp6k/p1Zd3L878gafX6jQ/+77mFy1b6eXunZ1xa/u/6Ea++Nf/vFcaPMPW3Of0fHfbr7AUXkpOrVgndvnvfuM++Hvj0CzFxCYYykyZPf+Wd8as3bE5MulAjvMrOPft/+vX3XoOe+GflmuvtWAnuUly79u4f+NSLi1f+G+TvL5/qZWvWPzVqzE8z/jApdubc+Wdff3vPgcPRZ88fPxOtZnBrNmztPeTJFWs3pqdl1K1V48jxU5LZ3TPwibUbtxrf94bF6tWuIcdcjSwjmzWW9eDAAOUmSGAqt00a1JMk7npl2kQ0k9TMw91NKb7T0ed37j3g4GB/+226keO6d9Zlsn+vWnNRf10tABSK3nDaobEUAABAS4wNh2KRREaW3oOfOhh19PUXhzVrWN/4t4uWrR72yMDHHrrfw8MtMyv7rfGfz1m09IvvJvfu0VUtsG33XgndJMX7+K3X7ux6m6Kfo/P1cRP++mflO5989fVHb8uWS5lZkqA5Ozl+Pu7N29pESoIjD/X5d5Mnz5j90cTv7+jSseBeleAuJTD/nxW1qoX/8NkH6hBpi5evfvXd8Z9+81OPzh2Nx2j74ZdZlYKCRg1/IvvqDBIJScmvvPeR5JLPP/mIHB9F/0fxyTc/fT9t1gtjxy39faqEm2YWe2PkCNneolvvi2npn703JsDPV7k5Z86el1uJ/JSyMW/JUkX3sWnure/QF9GscXCgv0Su8/9ePui+3gpQTOGNHXKzdSueAfSXsmW8u9qhsRQAAEAzUvVibDiUokb160iEJBmcrLs4O7004n+yEn0+Nj4xSdGHSh998Z2svPHiCDWDE5KdjX/zVYm3lv+7fv2WHbLlXExsWnpGcGBg1w5tJFBTH+q5/z3SvXOHru3bSL5W8HlLcBeDPxYs+Xnm7N37Dylm+PS9MYZpCu7q1qlfzx45ObnTfp9rUmzyFx8+1O+eoQ/c26/nHfLje59OTExK7nVHVzVcU7uUFvIAABAASURBVPR/FKOGPd6tY9vU1DQJ8tSNZhYznzkv7WxMjKLv5KiUjXl/L5fbOzp1UH+UVySppXI1ngOKa9DHbkO/1C2129JfypYRw2mHxlIAAADNaFP1ooJXfnRq29r4Rz8f76AAP1lJTr0ot8dPndl94JC9vV3P7l2Mi8mWO7t1kpW/V/4rt0EB/pLNnYo+++ZHn1/KzFLLuLo4T/xg7OgXh0u+VvB5S3AXgx9++e2DL77dunO3ciOd27WuU6Oa8ZZ77tD18luzcYvxxsb16xqGqxOSDy5evlpWJJUzeUB1y/rN28wvVizmvLTcHN0491nZ2UoZ2L57X/TZ8xKMGo8PeHtnXSS358Dhg0eOKwBQGEJW7dBYCgCA9XKqW7fqgQMKcC0qeOVHpSB/ky3ubm6x8YmZl3Rjqqujvzk5Oj7x4usmxRIvXJDb+IRE/V0qDn2w/3dTZ86au3Duon8k1WrZtFH71hERTRtd73lLcJcSqFEt3GRLSJCuZ9yxk6ezc3LUMeBEWOVKxmUSk3QvTf4KCl74WVsf6p2NiUvPuGRmsSJGcCsZX19vuU1JuaiUgUXLdZMztIto4W00E0XLJg3V61Llnar3/NMKABRADKcdGksBAAC0xNhwKEWOjkX1O0u6kKzox3HbsHVHoQUSk5LVlReefCQ4IGDa73NOnI7eumuvLN9MmVGvds03Rz3TonGDQu9bgruolv4xRTFPgJ+PyRY/fYYlLqal+/lcWXd1dTEuk3Hpktz6+nipV8sak3DKxdkpMys7Nj4hKyvLnGLVw8MUs5nz0urUqL501dqjp04VUebUmbNnY2Jbt2hqZ1eMC8VycnKXLNd1b/x345barbsVLDB/ybKXhj/h6Mi/2wBMcV7QDo2lAAAAWmJsOGgmKFDXV65e7Rrzp31XdEmJewb27/XQvfccOnpiy87dS1eukVjtYNTRh4e9OPunSfXr1CyVuxRXUnKKyZaExCtd2IoYWy1IP5Np0oWU3Nw8k4gtNTVNHbfO0FnMzGKlqG1k869+nLp91970jEy3ii6Flpm98O/vps6sW6v6gl++V8wm6VviheQiClxISV2+Zr1hlEAAMGBsOO3QWAoAAGBjqOBBVa2KridX1LETkviY/Co2PvHE6ejsnBxZz8vLP3P2fPS5GIm36tWqPuT+vr9++9nyP6ZVDQuViGrF2o0FH7kEdymBuPhEky3nY+MU3UWjVYvImiWhk0X+CqLPnzf5lTo9QmilILWMOcWU0takft3gQP+s7JwZf84vtIAkgIv0g9Z17dBWKY7F+itSO7SJiNq0vOASHlpZ0XeIUwCgAGI47dBYCgAAYGOo4NkeJwfdBUPFzVcD/HzaRjSXyOzX2fNMfvXW+M/vuH/op99MlvUFS1d0vffh196bYFygSlhIZPPGiq7XWyEfpxLcpQT+3bDZpHvX7/MXy233Th2LvuOd3XQdvmbNXWSyfebchYouqIosVrHS5eBgP/zRh2Xlu19mbt+zv2CB8RO/iz6rSwbv7dlDMVt6xqVlq9fJisl0HAYD+t4tt6vWb44tEG4CRVgzLXP1z1mynDuUp8B2EcNph8ZSAAAALTE2HErAzb2i3G7ftVftv2a+Zx4fLLffT5+lzgqqmvr73BVrN0oe9FDfe+THru3aVKzosnnH7o+++t7Qb+7E6Wj1Ll3aty74sCW4SwkkJac8PGzktt171R8//+7nuYuXhoYEP/LgvUXfcdgjD8vuTZ7xx9c//6pukT+Kj7/+cdbchbJ9yIB+xSpW6vrfc2ebiGapqWmPPPPSuE8nbdmx++LF9PjEpA1bdzw1asz0P3S95Ea/MMx4+tcb+nvlv1nZObLbd3Yp/JrTfnffYW9vJy9w7uJ/FMBsa6dLBidJXOa5w8Rwtoyx4bRDYykAANYrLyHh4m+/qesuEREukWXSdwOlSKpejA2HEqhWJXTDlh0TJv0gy0dvvNz37u5m3rFFk4avP/+03Ov5Me+9+8nEWjWqpqSmHYw6Kr8a/+arVcJCZMXT0/2dl18Y9dYHP/36+4w/59erXdPF2XnHnn2ZWdkvj3hCfiz4sCW4SwlIDnX0xKmHnnyhTo1qEslJUOXuVvHLcW/KbdF3DPDz+fit10eP+1iSu2m/zakWHnbsxOnk1FRXF2fZbph1wcxipU7isB8+ff+9Tyf9sWCxRKKyGP/W19trxGODB93XWymOhct0V6Te2aWTi3Phs3bIw3bv1GHJin/nLFz61JCHFAAwQgynHRpLAQCwXhLDJU+apK57DxtGDGf5tKl6UcGzPU8PHXjoyPHtu/fJempaWrHuO/SBe1u1aDZzzoJDUcd27zsYEhzUu0e3xwYNqFuzmqFMrx5dJembPPOPg1HH9h+KysrOaVy/zjOPD7mt7XXPKiW4S3G1b9WyXUTzZf+u37htZ0VX1/t63Tmof28zM75uHds2qvfDlFl/yks+eORoWOVKvXt0va/P3bWrVy1BsVLn5Oj4zivPP/vE0AV/L9+1/8C+Q0dysrMb1avTvEnDB/r0vGHOaOJ8bLyktLLS646uRRTrd/cdEsOdPBO9ZcfuyOZNFMAM4Y0dcnUTliieAVy2aMsqUHUoI5f18vLycnNzc3JykpOT09LSKleu7O7urgA2YX/Uya8mzx3Yr1uHyEYKANi67EOHzvW7ctmUxHDeI0YosGzx8fGZmZnp6ekuVzk5yf/jjg4ODnZ2dhX0lGIyruCJlJSU1NTU4OBgL6/SH13+5ql7m5+fLzss1dHo2IzB752T7X06BT51X1l1PoLVmTxj9odffvtA356SVSmAJs7FZT36ti7p7tGywsBuLs7OznKKlls5S8sp2t7evsRnaaBMZWdnJyYmpulbaAy1C0c9w+f2hg9CbzjtkHgCAABoibHhAACARSGG0w5ZPgAAgJYYGw4AAFgUYjjt0FgKAABgY6jgAQAA8xHDaYfGUgAAABtDBQ8AAJiPGE47NJYCAABoibHhgBt69KH+sigAAE0Qw2mHxlIAAADNSNWLseEAANZizbTM/Dzdd0rtNg4hde0V2ChiOO3QWAoAAKAZbapeVPAAAKVi7fSsnEzdiruvKzGcDSOG0w6NpQAAWC87NzeXiAh13aFyZQXQo4IHAADMRwynHRpLAQCwXg5hYcFTpyqwKowNBwAALAoxnHZoLAUAANASY8MBAKzF6KVeCsoBYjjt0FgKAABgY6jgAQAA8xHDaYfGUgAAABtDBQ8AAJiPGE47NJYCAABoibHhAACARSGG0w6NpQAAAJqRqhdjwwEAAItCDKcdGksBALBeuWfOJIwZo6679+nj3revAsumTdWLCh4AADAfMZx2aCwFAMB65aenZ27dqq67REQogB4VPABAqVgzLTM/T/edUruNQ0hdewU2ihhOOzSWAgAAaImx4QAA1mLt9KycTN2Ku68rMZwNI4bTDo2lAAAAWmJsOAAAYFGI4bRDYykAAICNoYIHAADMRwynHRpLAQAAbAwVPABAqRi91EtBOUAMpx0aSwEAALTE2HAAAMCiEMNph8ZSAAAAzUjVi7HhAACARSGG0w6NpQAAAJrRpupFBQ8AAJiPGE47NJYCAADYGCp4AADAfMRw2qGxFAAA62Xv7+89fLi67hIRocAaMDYcAACwKMRw2qGxFAAA62Ucw8FaMDYcAMBanNqdezlf953iF2bn4c+Xi80ihtMOjaUAAAA2hgoeAKBUTH8pPSdTt9JzpGvL3k4KbBQxnHZoLAUAALAxVPAA4GZUuEoBygdiOO3QWAoAAKAlxoYzZjgaq7Ym7Y66qADALZKTm6+uFDxLk8fB5hHDaYcTCgAAgGak6sXYcMYMu5qSniuLAgAWwE7PuE9cue0cN3qpl4JygBhOO/SGAwAA0Iw2VS9rqeDJ/7QO9hUq+Tlc1svPz1f3XL3VJrKEzcjLz7fjKkKUlOGTIyueblcyOPVWAcoBYjjtcFoBAMB65Z45kzBmjLru3qePe9++CmDxFbwKRvy8HH56NTg7OzsrKytHLzc3Ny8vT83lFNqMYR751ETHxHu6u/l6eyhAcRg6u0noZm9v7+Dg4OjoaK9n0iEOsGHEcNqhZgMAgPXKT0/P3LpVXXeJiFBgDRgbTqX+Z6v+36v+66vutmy5GsNdpqYKc1XIzczK9XBTnJyYyRHFZnw6knOR/VWGDnEkcbB5xHDa4WwCAACgJcaGU4z+6VWpGZy6Jf8qhQZjmO2ykp2RmZN/uYKLi4sCFJMhaDMkcSrDCHHGJRXAFhHDaYfKDQAAgI2x5Aqe8Yhvhn96Df3g1BhOHSdOoaYKs+XlX87IzM6/rDg7OytAcRjPwCAM/XMN16UyQhzKA2I47XBCAQAAsDFW1BuuYCSnxnAEcCiW3LzLlzJzLisVXF1dFaBEDF101TBOPSNxUeqp3bmX83Wv3S/MzsOf9MBmEcNphyoOAACAlhgbTqUeB0M3E8PlqIwKhxJwcMy5lKW7KJWx4VAyxn3i7K5lPImqUv5Mfyk9J1O30nOka8ve/H3ZLGI47dAbDgAAQDPGl2SW6bMoFkw9CIb0TV2XAE5dV48PMRyKxcEhKzMrN/8yUzSg5EyuTjXuB8d/zbB5xHDaoYoDAACgGW2qXpZfwTNO4gzrJgEc1VSYz97ePjs3Vz4yDg78L4mSMOnyZpy+Gd8CtopTp3Y4mwAAANgYq6jgGSdxytV9No7eiOFgPjs7u9y8/Mv6PE4BisnknFnwKtTy/F/z6KVeCsoBYjjtUL8BAADQEmPDGRiit0L/16WaCvNVqGCXLyncZV0epwAlcr2TMz1XUB4Qw2mHcwoAANbLsUqV4ClT1HWHkBAF1oCx4UxcL3qjmgrzqZ0rL/OxQSnhg4TyhhhOOzQzAgBgvSpUrOgSGakA17LeCh7/+qJk9J8chtIHgBIihtMOX1QAAAA2hgoeAAAwHzGcdugNBwAAoCXGhgMAABaFGE47NJYCAABoRh3BSiljVPAAAKXi1O7cy/m67xS/MDsPf75cbBYxnHZoLAUAANCMNlUvKngAgFIx/aX0nEzdSs+Rri17OymwUcRw2qGxFAAAwMZQwQMAAOazU6AVGksBALBe2YcOnaxfX12SJ05UYA0YGw4AAFgUesNph8ZSAAAALTE2HADAWoxe6qWgHCCG0w6NpQAAADaGCh4AADAfMZx2aCwFAACwMVTwAACA+YjhtENjKQAAgJYYGw4AAFgUYjjt0FgKAACgGal6MTYcAACwKMRw2qGxFAAAQDPaVL2o4AEAAPMRw2mHxlIAAAAbQwUPAFAqTu3OvZyv+07xC7Pz8OfLxWYRw2mHxlIAAAAtMTYcAMBaTH8pPSdTt9JzpGvL3k4KbBQxnHZoLAUAANASY8MBAACLQgynHRpLAQCwXk5161Y9cEABrkUFDwAAmI8YTjs0lgIAANgYKngAgFIxaIKbYWw4BbaLGE47NJYCAABoibHhAADWIrwJ+Uy5wNttCXcKAAAQAElEQVSsHRpLAQAANCNVL8aGAwAAFoUYTjs0lgIAAGhGm6oXFTwAAGA+Yjjt0FgKAABgY6jgAQAA8xHDaYfGUgAArNfljIysffvUdYeQEIfQUAUWj7HhAACARSGG0w6NpQAAWK+c06djhg5V172HDfMeMUKBxWNsOAAAYFGI4bRDYykAAICNoYIHACgV47qn5GTqVnqOdG3Z20mBjSKG0w6NpQAAADaGCh4AADAfMZx2aCwFAADQEmPDAQAAi0IMpx0aSwEAADQjVS/GhgMAWItBE9wu5+u+U/zC7BTYLmI47dBYCgAAoBltql5U8AAApSK8CflMucDbrB0aSwEAAGwMFTwAAGA+Yjjt0FgKAACgJcaGAwAAFoUYTjs0lgIAAGiJseEAAIBFIYbTDo2lAABYLzs3N5eICHXdoXJlBdCjggcAAMxHDKcdGksBALBeDmFhwVOnKsC1qOABAADzEcNph8ZSAAAALTE2HADAWozrnpKTqVvpOdK1ZW8nBTaKGE47NJYCAABoRqpejA0HAAAsCjGcdmgsBQAA0Iw2VS8qeAAAwHzEcNqhsRQAAMDGUMEDAJSKQRPcLufrvlP8wuwU2C5iOO3QWAoAAKAlxoYDAFiL8CbkM+UCb7N2aCwFAMB65SUkXPztN3XdJSLCJTJSgcVjbDgAAGBRiOG0Q2MpAADWS2K45EmT1HXvYcOI4aCiggcAAMxHDKcdGksBAABsDBU8AABgPmI47dBYCgAAoCXGhgMAABaFGE47NJYCAABoRqpejA0HAAAsCjGcdmgsBQAA0Iw2VS8qeACAUjGue0pOpm6l50jXlr2dFNgoYjjt0FgKAABgY6jgAQAA8xHDaYfGUgAAAC0xNhwAALAoxHDaobEUAABAS4wNB5TMN9MW7D5wrIgCy9Zul6XQXznY2495flBwgK8CoDgGTXC7nK/7TvELs1Ngu4jhtENjKQAAgI2hggebNKBX5/2HT+bm5SnF16NzJBkcUALhTchnygXeZu3QWAoAgPWy9/f3Hj5cXXeJiFAAPSp4sEm+3h6Spi1cvlEpJh8vjx6dOEMCwHURw2mHxlIAAKyXcQwHa8HYcECJSZq2dfeh2PgLxbrXgF6dHBzsFQDAdXDJsXZoLAUAANCMVL0YGw4oMUnT7r+nU3HuodSvFd60QU0FAHB9xHDaobEUAABAM9pUvajgwYY1qF21Sf0aZhZ2sLe/v1cnBQBQJGI47dBYCgAAYGOo4MG2DejV2dnZ0ZySzMwAAOYghtMOjaUAAABaYmw44Cb5envc2SnyhsWYmQG4eeO6p7zVUbdsm5+twHYRw2mHxlIAAAAtMTYccPO6dWgRFOBTdBlmZgAAMxHDaYfGUgAArFfumTMxQ4aoS9rcuQqgRwUPNu+GczU0qV+DmRkAwEwOCrRCYykAANYrPz09c+tWdd0lgmuvcAUVPJQH6lwNuw8cK/grB3v7Ab06KwBuWodBzvl5uu+UkDr0LbVlxHDaobEUAABAS4wNB5QWydoOHTudlZVjsr1H50hfbw8FwE3rONhFQTnARanaobEUAABAM1L1Ymw4oLQUOldDUIAPMzMAQLEQw2mHxlIAAADNaFP1ooKH8qPgXA3338PMDABQPMRw2qGxFAAAwMZQwUP5IYnbQ326Gn5sUr9Gg9pVFQBAcRDDaYfGUgAAAC0xNhxQuurUCGvZuLasODs7MjMDAJQAMZx2aCwFAADQEmPDAaWu310dJYO7sxMzMwBASTBTqnZoLAUAALAxVPBQ3kj6NvS+Ho3qVlMAlKpx3VNyMnUrPUe6tuztpMBGEcNph8ZSAAAAG0MFD+VQs4Y1FQBAiRDDaYfGUgAArJdjlSrBU6ao6w4hIQqsAWPDAWXE5JNPHg0AZiKG0w5fTgAAWK8KFSu6REYqsB5S9WJsOKB0Xe9vSt3OnwNwMzoMcs7P0/0RhdSxV2C7iOG0Q2MpAACAZrSpelHBQzlh/FE3rMuKIXozBN+EcUDJdBzsoqAcYKZU7fCFBAAAYGOo4KE8UPO1y3r5+fkXE/MnD89IOJMr63l5eXJ7+SqFbBoAikQMpx2+kAAAALTE2HDAzTPJ4FIT8n4ekRG9P2/KM5ckicu7yhDGKfxdAMD1EcNph8ZSAAAALTE2HHCTCvaD++X5zOTzuo0Zycr0F7LjT+Xl5uYakjg1jFNI4gDgOojhtMNXEQAAgI2hggcbVjCDm/bcpaSz/33m0y8oM1/KjTuZm5OTk6tHEgcARSOG0w6NpQAAWK/sQ4dO1q+vLskTJyqAHhU82CqTDC4lLm/6C1kXzl35rZv3lU9+RrLyx2uX40/lSRJHnzgAuCFiOO3wJQQAAKAlxoYDSqbgeHC/vJBl6AdXvZnjU9/61O/opP6YkVxh9usVEqPz1D5xJHFAyUwflT7lWd0StSFXge0ihtMOjaUAAACakaoXY8MBJVAwg5v2XFZKzJXfSgbX71UPByel57PuhiTuUkqFP161kyROvTSVJA4ogVN7ck/u0i2p8fkKbBcxnHb4+gEAANCMNlUvKniwMeZkcPaOuvUKdtckcZmpdrNfs084k0sSBwBFcFCgFRpLAQAAbAwVPNgS8zM4lZrEKUragTXZij6JmzPasd+4HP+wax7Wzs5O7Z3K3wtQhA6DnPPzdH8jIXXsFdguYjjt0AQEAACgJcaGA8xX3AxOZZLEXUqpQBIHlEzHwS4KygEuStUOXzkAAABaYmw4wEwly+BUJlenqkkcV6cCQKGI4bTDVw4AAICNoYIHG3AzGZyKJA4AzEQMpx0aSwEAAGwMFTxYu5vP4FQkcQBgDmI47fBlAwAAoCXGhgOKVloZnIokDgBuiCkatENjKQAA1supbt2qBw4osB7qePBKGaOCB+tVuhmcihkbAKBoxHDaocEHAABAM9pUvajgwUqVRQanIokDSmb6qPRc3R+N0vYB59ptyWpsFhelaocvGAAAABtDBQ/WqOwyOBVXpwIlcGpP7slduiU1Pl+B7SKG0w5fMAAAAFpibDigoLLO4FQkcQBQKDo6aofGUgAAAC0xNhxgQpsMTsXVqUCxdBjknJ+n+ysIqWOvwHYRw2mHRh4AAAAbQwUPVkTLDE5FEgeYr+NgFwXlADGcdvhSAQDAel3OyMjat09ddwgJcQgNVQAqeLAe2mdwKpI4ADDG2HDaobEUAADrlXP6dMzQoeqSNm+eAmvA2HCA6lZlcCo1iavThnHiAIAYTkM07AAAAGhG7VmjlDEqeLB8tzaDU0kS1+tFkjgAIIbTEF8nAAAAmtGm6kUFDxbOEjI4lZ09SRwAEMNpiMZSAAAAG0MFD5bMJIO7EJNzqzI4FUkcABDDaYcvEgAAAC0xNhzKs4IZ3C/P5xgyuPBGDhpncCqSOOB6po9Kn/KsbonakKvAdhHDaYfGUgAAAC0xNhzKLZMMLjk2VzK4i/FXfisZXP/RntpncCqSOKBQp/bkntylW1Lj8xXYLmI47fAVAgAAYGOo4MECFczgpj2XbZLBOTgptxBJHIByixhOOzSWAgAA2BgqeLA0lp/BqUjiABPhjR2qNtUtngEENbbMQYFW+PIAAADQEmPDobyxlgxOpSZxCz5NO7wxW7maxPUbl+Mfdm0xOzv5W5ZXROoN2zboYzcF5QAhq3b42gAAwHrZubm5RESoi0Plygosnvp/u1LGqODBclhXBqeiTxyA8obecNrhawMAAOvlEBYWPHWqAuuhTdWLCh4shDVmcCr6xAEoV+gNpx2+MAAAAGwMFTxYAuvN4FT0iQNQfhDDaYcvDAAAAC0xNhzKA2vP4FQkcQDKCWI47dBYCgAAoCXGhoPNs40MTkUSB6A8IIbTDl8VAAAANoYKHm4hW8rgVCRxKM+mj0qf8qxuidqQq8B2EcNph8ZSAAAAG0MFD7eK7WVwKpI4lFun9uSe3KVbUuPzFdguZkrVDl8SAABYr7yEhIu//aauu0REuERGKrB4jA0HW2WrGZyKuVMB2DBiOO3w9QAAgPWSGC550iR13XvYMGI4q8DYcLBJRWdwVRpYdwanUpO4ueMvHt2ao1xJ4hzu/SDXr/K1xUjiYEPCGzvk6pJnxTOAyxZtGTGcdmgsBQAA0BK94WB7bpjB3feG1WdwKkni+r7sYZTE2c0d49j3vRySONiqQR+7KSgHCFm1wxcDAACAlugNBxtTfjI4lZrE1YxwVH9MT6ogSVziWcaJA2DFiOG0wxcDAACAjaGCB82UtwxORRIHwMYQw2mHxlIAAAAbQwUP2iifGZyKJA6ALSGG0w5fCQAAAFpibDjYhvKcwalI4gDYDGI47dBYCgAAoBl11HaljFHBQ1kjg1NdJ4nLIYkDYF2I4bTDlwEAAIBmtKl6UcFDmSKDMyZJXJ9RHtWb/ZfEzRntRBIHm7FmWubqn7NkOXcoT4HtIobTDo2lAAAANoYKHsoOGVxB9o5Kv1f/S+IyLpDEwXasnS4ZnCRxmecOE8PZMgcFWuFrAAAA62Xv7+89fLi67hIRocAaMDYcrBcZ3PWoSdycDy8e35mjXE3i+o3L9qt8TTE7Ozv1ynSycgAWhRhOO3wBAABgvYxjOFgLxoaDlSKDKxpJHGxSeGOH3GzdimcAly3aMmI47dBYCgAAYGOo4KHUkcGZQ03iZr9/8eRukjjYiEEfuykoBwhZtcOpHwAAwMZQwUPpIoMznyRx/Ud7VG3COHEArAkxnHY49QMAAGiJseFgXcjgisvegSQOgJUhhtMOjaUAAACaUa9EU8oYFTyUFjK4kiGJA2BdiOG0w0kfAABAM9pUvajgoVSQwd0MkjgAVoQYTjs0lgIAYL1yz5yJGTJEXdLmzlUAPSp4uHlkcDePJA6AtWCmVO1wugcAwHrlp6dnbt2qrrtERCiwBowNB8tHBlda1CRu9jjmToW1WjMtMz9P97Gs3cYhpK69AhtFbzjtcKIHAADQEmPDwcIVzOB+ef6/DC68kcOD75LBFQN94mDV1k7PWv1zpiznDucpsF3EcNrhRA8AAGBjqOChxEwyuKRzun5wqXFXflulgUP/0Z4KiqnQJC7hTC5JHAALQQynHRpLAQAAbAwVPJRMwQzul+dzuBa1VBRM4v583YEkDpYvvLFD1aa6xTOAoMaWMTacdjjFAwAAaImx4WCZCs3g0hKvfJbI4G6eyThxmal2ksTd+36uf9g1xRgnDhZl0MduCsoBQlbtcHIHAADQjPrftVLGqOChuMjgtGHSJ05N4ugTB+CWI4bTDid3AAAAzWhT9aKCh2IxyeASz+ZOf+G/DK5qY0cyuFJUMImbM9qRJA7ArUUMpx0aSwEAAGwMFTyYr2A/OMngLib81w/u3tc9yOBKl0kSdymlAkkcgFuLGE47nNYBAAC0xNhwsBxci3qrkMQBsChM0aAdGksBALBejlWqBE+Zoq47hIQosAaMDQcLQQZ3a5nM2KAmcf3G5TBjAwDtEcNph6YVAACsV4WKXodbkAAAEABJREFUFV0iIxXgWlTwcENkcJaAJA6Wb820zPw83QevdhuHkLr2CmwUF6Vqh1M5AACAjaGCh6KRwVkOrk6FhVs7PWv1z5mynDucp8B2EcNph1M5AACAlhgbDrcWGZylIYkDcMsRw2mHxlIAAADNqFeWKWWMCh6uhwzOMpHEAbi1GBtOO5zEAQAANKNN1YsKHgpFBmfJGCcOlmn0Ui8F5QC94bTD6RsAAMDGUMFDQWRwlo8+cQBuFWI47XD6BgDAemUfOnSyfn11SZ44UYE1YGw4aI8MzlqQxAG4JYjhtENjKQAAgJYYGw4aI4OzLiRxALRHDKcdTtwAAAA2hgoeDMjgrBFJHACNEcNph8ZSAAAAG0MFDyoyOOtFEgdAS8Rw2uGUDQAAoCXGhoM2yOCsHUkcLMGaaZmrf86S5dyhPAW2ixhOOzSWAgAAaEaqXowNBw2QwdkGkjjccmunSwYnSVzmucPEcLaMGE47nKwBAAA0o03ViwpeOUcGZ0tI4gBogBhOOzSWAgAA2BgqeOUZGZztIYkDUNYcFGiF0zQAAICWGBsOZYcMzlapSdzcjy4e256jXE3i+o3L8Q+7ppidnZ165TtZPErL6KVeCsoBesNphxM0AACAlhgbDmWEDM62SRLX71WPGi3oEweg9NEbTjucoAEAsF5OdetWPXBAAa5FBa8cIoMrD+zsdUncnA/pEweglNEbTjucmgEAAGwMFbzyhgyu/FCTOPrEAShdxHDa4dQMAACgJcaGQ+kigytvSOIAlDpiOO3QWAoAAKAZ9UoxpYxRwSs/yODKp0KTuPhTeSRxAEqGGE47nJQBAAA0o03ViwpeOUEGV54VlsQ5kMSh1J3anXtyZ54sFxP4FNkyYjjt0FgKAABgY6jglQdkcDBJ4jIv6pK4uJNcnYrSNP2l9CnPpclyeH2OAttFDKcdTscAAFivyxkZmVu2qEtudLQCa8DYcLh5ZHBQFUzi5o5xJIkDUFzEcNqhsRQAAOuVc/p0zNCh6pI2b54Ca8DYcLhJZHAwRhIH4OY5KNAKJ2IAAAAbQwXPhpHBoSA1iZvz4cVj23WXDapJXN/3cgKrXlvMzk6dJYakHuYbvdRLQTlAbzjtcAoGAACwMVTwbBUZHK6HPnEAbgYxnHY4BQMAAGiJseFQMmRwKBpJHIASI4bTDo2lAAAAmlGvCFPKGBU820MGB3OQxAEoGWI47XDyBQAA0Iw2VS8qeDaGDA7mI4kDUALEcNqhsRQAAMDGUMGzJWRwKC6SOADFRQynHU67AAAAWmJsOJiPDA4lQxKH0nJqd+7JnXmyXEzgc2LLiOG0Q2MpAACAlhgbDmYig8PNIIlDqZj+UvqU59JkObw+R4HtIobTDidcAACsl52bm0tEhLo4VK6sAHpU8GwAGRxuHkkcADM5KNAKjaUAAFgvh7Cw4KlTFeBaVPCsHRkcSouaxM358OKx7bquTGoS1/e9nMCq1xazs1PncebsAZRPxHDaodEDAABAS4wNh6IVncFVbeJ472seZHAwH0kcbsbopV4KygEuStUOJ1kAAADNqP/lKmWMCp71umEG1380GRyKjatTARSNGE47nGQBAAA0o03ViwqelTIng7PnwiGUCEkcgCIQw2mHxlIAAAAbQwXPGpHBoayRxAG4HmI47XB6BQAA0BJjw6EgMjhogyQOQKH4htEOjaUAAFivvISEi7/9pq67RES4REYqsHiMDQcTZHDQEjM2ACiILxnt0MQBa/Tp939EHY8uosCvc5bLUuivggJ8xr4wROoVCgBYP4nhkidNUte9hw0jhoOKCp4VIYOD9kjiYL5Tu3Mv5+s+AH5hdh7+fBJsFhelaodTKqzRQ327OtjbKyXyUJ+uZHAAANtGBc9amGRwCWfI4KARrk6Fmaa/lD7luTRZDq/PUWC7iOG0wykV1ig4wLdH55L0+GjdvH6dGmEKAAC3DmPDQVVYBpdNBgfNkMQBMCCG0w6NpbBSPTpF+Hh5FOsu7hVd+9/dUQEA4NZRr/BSyhgVPMtXaAaXkXzlt2Rw0AZJHAAVMZx2OJnCSjk42A/o1ak491B6dW/r7uaqAABw62hT9aKCZ+HI4GA5SOJQtEET3IZ+4S5LnXaOCmwXMZx2aCyF9WraoGaT+jXMLBweGtQ+spECAEA5QAXPkpHBwdKQxKEI4U0cqjazl4X5GWwbMZx2OI3Cqg3o1dmcuRrkv5EH+3RhZgYAgCVgbLjyjAwOlokkDijniOG0Q2MprJqvt4c5czV0btu0amiwAgCABWBsuHKLDA6WrNAkLuZoDkkcUB4Qw2mHEyisXY9OEUEBPkUUcK/o2qt7WwUAgHKDCp4FIoOD5SskiXvTiSQOKA+I4bRDYymsnYOD/UN9uhZRoN9dHVycnRQAsEV2bm4uERHq4lC5sgLoUcGzNGRwsBYmSVx2OkkcUC7wFaQdTp2wAXVqhLVsXHvbnqiCv6pdPbRtywYKANgoh7Cw4KlTFVgVxoYrb8jgYF3UJG7OhxePbc9RriZxfd/JDq55bTE7Ozmbyaea3N+2ndqdezlf9xb7hdkxS4MNozecdjhpwjb0u6ujs7PpFNoO9vYP9e2qAABgMdT/WpUyRgXPcpDBwRrRJw4G019Kn/JcmiyH1+cosF3EcNrhpAnb4Ovt0et20wHgunZoHhzgqwAAYDG0qXpRwbMQZHCwXiRxQLlCDKcdGkthMzq3bRYeGmT40cfL404zJlEFAMD2UMGzBGRwsHYkcUD5QQynHU6XsBl2dhUe7NPF8OOAXp2YmQEAYIEYG648IIODbSCJw6AJbkO/cJelTjtHBbaLGE47NJbCllQNDW7dvL6sNKlfo2mDmgoAAJaHseFsHhkcbAlJXDkX3sShajN7WZifwbYRw2mHEyVsTP+7O3p7ug/o1VkBgHIg98yZmCFD1CVt7lwF0KOCdwuRwcH2kMQBNo8YTjs0lsLGuLu5fvj6E77eHgoAlAP56emZW7eqS+7ZswqgRwXvViGDg60iiQNsGzGcdjhFAgAAaImx4WwVGRxsG0kcYMP4dtKOLTWWcq4HcD10DAFgIeR0xNhwNokMDuWBmsTN+fDise05ytUkru872cHXjslsZ2ennus4FwHWgi8o7dhMdGV4IcaviGAOKLcM1T51hYogAAuhTeWEKpDGyOBQfqhJ3LyP045szlZI4gBbwXeUdmzjtGjc81mtACnXCeYA2DyTAK7CVeqpgLoggPKAc52WyOBQ3kgS12eUO0lcOTGue0pOpm6l50jXlr2dFNgovqa0YwMRlaHqkxsTk7FmjVIglTMuBsBWmdTw5Efn5s0dq1eXFakFFloGAG4JxoazJWRwKJ9I4gAbwzeVdqz9hGhc9cmKikp+5x0FAPTcR4+2Cw9XMzhDGEdFEMAtx9hwNoMMDuUZSRxgS/iy0o5tNJZevkoBgKvkP6Lc3Fx7e3s5Ocit/EhFEEA5QaVIA2RwAElceTBogtvlfN0b5xdmp8B28X2lHas+FZrUfoS63d7Pr2KbNgqAcilz166c6GhZycvLkxhOzg8ODg5qbzjqfwDKCc51ZY0MDlCRxNm88Cacy8oF3mbt2GRvOKdq1QLHvqUAKJfi3hqrxnC5esq1szRQ/4ONsff39x4+XF13iYhQYA0YG87akcEBxkjiABvAt5Z2bGBsOLUmJHUgapwAjMlpIScnRw3g7PQUwOYYx3CwCoaJm8v6WRSUDTI4oCCSOMDa8Z+SdmxjplRVXl6eAgBXqRelyq36nxIjSAKwBNqciDjdlREyOOB61CSuVisn9Uc1iYs5mqNenSD1MXUQIcMfkQLAkhDDacc2GiLUmpACAEbyriKDA1De0NOkLJDBAUUjiQOsFzGcdmzp9MepHIAxw39KxsNHcqIAcMsxNpw1IoMDzEESB1gpYjjt2ExvOLq6ADBhyOCo7QGwKIwNZ3XI4ADzkcTZmHHdU97qqFu2zc9WYLuI4bTDiQ+ArSKgB1BuceorRWRwQHGRxAFWhxhOOzbQWGo4cXMGB2CC0wJsXvahQyfr11eX5IkTFUCP3nClhQwOKBmSOMC68FWmHVs65VHjBAAAlo+x4awFGRxwM9Qkbt7HaUc26y5mVJO4vu9kB9e8tpidnZwV5a+M/+Ys06AJbpfzdW+NXxj9pWwZ7652ONkBAABoRv1vUyljVPBuHhkccPMK7RN3LiqXPnFWJLyJQ9Vm9rJ4+PPNYsuI4bTDyQ4AAEAz2lS9qODdJDI4oLQUTOLmveFIEgdYGmI47dBYCgAAYGOo4N0MMjigdJkkcTmZpkmcGsYxuRZwCxHDaYfTHAAAgJYYG86SkcEBZYEkDrBwxHDaobEUAABAS4wNZ7HI4ICyU0QSl3fVZSMKAA0Rw2mHExwAAICNoYJXAmRwQFkjiQMsFjGcdmgsBQAAsDFU8IqLDA7QBkmc1RnXPeWtjrpl2/xsBbaLGE47nNoAAAC0xNhwloYMDtASSRxggfiW0w6NpQAAWC/HKlWCp0xR1x1CQhRYPKl6MTacRSGDA7SnJnHzPk47slnXwUpN4vq8mxNS+78y9vb2hnXOaUBZ44tOOzQvAABgvSpUrOgSGanAemhT9aKCZyYyOOBWIYmzFoMmuF3O1x18vzAuW7RlvLva4XQGAABgY6jgmYMMDri1uDrVKoQ3cajazF4WD3++WWwZMZx2OJ0BAABoibHhLAEZHGAJSOIAC0EMpx0aSwEAALTE2HC3HBkcYDlI4gBLQAynHU5kAAAANoYKXhHI4ABLQxIH3HLEcNqhsRQAAOt1OSMjc8sWdcmNjlYAPSp410MGB1gmkjjg1iKG0w6nMAAArFfO6dMxQ4eqS9q8eQqsAWPD3SomGVzcSTI4wIKQxAG3EDGcdmgsLYFpjz/+VsMGH7RpnZ2RUaw7jm/fTu6YGhNTKsW2//677MkHrVt93uOO7X/8odyc3198QZ50lyb/wp3culWe64cHBig2LebgQXmZE3vdo2joljxpoTZPny578tfbbysAACNS9WJsuFuiYAY3/QVLyeAyM7L//m3dG0O+fOy20b3qDBvU+uWR/T+a8+Oy7Kxck5I9wp+QJS31klIOzPt5hbzYL1//RSnfetcZLschKS6l6GI389mQj5985B6KGCXP9UTXNz4ZOflicvH+zSktJHEWaFz3lLc66pZt87MV2C4aobTDyau4JB07sXmTrGRdvLj/n3+a9e2r3Ar7liz+650rAUdWWpqjq4sCAAAsnjZVLyp4JgrN4C6lXvntrc3g9m0+Mv7FH+OikwxbEs5fkGX/1qN/TV359uRnq9SqpABlQ/4i3h/23drF22XdN9Crer3QYwdOnzkas2dT1Ds/PxteO0TRnJrEzfs47chmXeijJnF93s0Jqf1fGXt7e8M6rQ5AqaA3nHY4bRXX3kWL5OuqRtt2sr5n4V/KLXJ0wwa5rdKixeMzZr61b3/jnre+9xMAALAQVPCMWXIGtwge+JEAABAASURBVHPdwVce/FgyuJCqAc+PH/LDqvcWRH3zw4p3n/vg4dAawedPJ7z+8GcxZxIUoGzM+XGZZHByxnhm3KAZWz/+bN5rv2yc0OK2BrHRiRLPZWbcmt5P9IkDtEcMpx1OW8W1d8liuW3/2GMOzs4nNm9OPHVKuRWy09PltlnvPqGNGysAAMB6MDacliw5g8vJzv167Iy8vPzIzo0mLRnbY0D7sOpBTs4OYTWD73yo4ye/vywrCecvzP7uHwUoG8v+0DXtD3r+nrsH3aZu8fJzH/Pt05XCA04dObdp+S7lFiGJsxwdBjl3esRFlpA69gpsFzGcdmgsLZaYgwdjDh2q6O0d3rJl7dt031W75s9XboX8XN1YIVyLCgCA1WFsOM1YcgYnVvy58czRGN9Ar9e/fsq1orPJb738PQYMu0tWVs7ZeDHl1gzUBduWFJdy8vBZWenxQAfj7fJpjOjUUFaO7r01HQ5UJHEWouNgyeAkiXMOqUsMZ8sYG047nLCKZe+SJXJbq2NHO3v7hnf0OLB06e4F8zsPH25nb3pKysnM3Pbbb4dWrog5fDigRo0abdq2GTy44AOaWczYii++WPvD9+r67JdekkUCwYcmfa1uObpu7doffkg6cyY3Kyu0SZPqrVq3GjjQzuG/v6n1P/207LNP+7w3ziMwYOWXX2Ykp4Q1bdL7nXcLPtGZnTt/efJ/2RkZPd98s+X9uukUstPTt8yccWTduoQTJyrY2VVu2DCsSZMW993v6uWl3DT5KMq+7V/6z4Xosy6eHqGNGjfs0aNu164lKPZBm9aOzs7PLl6yZcaMYxs3nN23z79qtZrt2smhcPPzMy65e/78ff/8HX/8+KWUlJAGDSrVq9fi3v5+VasqxZcaE7N5xq/HN21OPHUyrEnTet26Vm7QsNCSh1eu3Pf339F79+bn5UrJRnfdVadzZ5MyaQkJO+f8ee7AgdjDhzMvXqxUv0FIw4atC+y/+U9akCS5W2fN0h2fvXvlYcOaNot88MGg2v+NunFu/77vBwxo3LNnr7ffkQ/Vqe3bYg5HVapXt2bbdpEDBzq6XBMBn923Vx7t9PbtmWlpVSMiW/bvX/AZk6OjN8349cyOHfEnTngGBgbXrVejbdsm99xj/PkEAJQKKniKxWdw4t+FW+X2roduc6noVGiBjj0jsjNz6rWo7u7pWsTjHD8YvWTGmgPbj8afv1CnSdXmHRv0GtLF3v6ang3yOMv/3Lhv6xGJXWJOx1etU7lmo/AeA9pXrx9mKDP2ka82r9wzZd0HG5ftmj95hZuna8e7Ww4Yftf1nvfEoegVczYdP3jmxMFoZxenGg2rNIysdffATk7OVw5r1O6Tz/Ya16Vv6+c/GjJr0qJ9m4+cOHimeoMqLW5r0HtIF2fXa1714V0nF/6yav+2I+mplxq3rnPnQx0V8yybvXHtwq2nj56/mJxeq3F4rQbh3R/sEFY9yLhMbk7e8tkb1izedmz/GfmxSq1KPQZ06NynlZ1dhbJ4Ofc2fNbV3WX6pvH//L5+4987Du46EVDJp0mbun0e7RYQ4mO8YxfiU//5bd2RvSfl2dNSL9VsWKV246p9Hunq7e9Z8JX+M2udfGaO7Dkp713TtnV7Du7s5uFa9MEp+rMhEfCs7Z8kxCT7BXub3NHeQfffjUvFW9zkzzhxgGb4l0w7nKrMJ3U4dTC4ul10oU+t225zcnOTHOTY+vUSzBmXlOhqxojhJ7dskXguqE7dS8nJ/377zZG1a6XFpgTFTPhUrly9dZvYI1HpiYlBdeq4+fgG1qyl/mrN999JsqYrE1bFOyTkxObNR9as2ff3kv4fjfepUsX4QS5ERy/58IOstDRZlxDN3sm08hdz6NCvw4fLHt756mtqBidmPffc8U0bZcXN19cjIPDwqlWybJk5c/CPP/lXq6bchLzs7JnPPnN03Tr1UOTlZB9Y+s++JYslA7pn7FuOrq7FKqb6Y9RIefkegYGBNWpIyimh0oHly4b+NNk9IODK4fru25VffSUrkihJ/CSx44lNmyS56/fBh/W7d1eKQ3JJiSxTzp1zqlhRHkrenWMb1ldr1cqkmGSjC999R52O1r96dVdPzwPLlsr+N+3T5543xxreBYnepj7+WMaFC+rLlJRKHk2WzdN/efCriYaHNfNJCyX3mv3yS2d27XJwdg6qVUuSvu1//C6Z8h0vvRTxwIPGJbN0n9IRxzdu8AsPlx2WD5Us+5cufXTaNLmvWubgsmV/vDRKcj35YEgx2Q15X0z2JD0p6ceHB6XFx8t6YK1aOZlZ8sJl2Tlv7uDvfzA8FACgVFDBs/wMLi8vf8+mKFlp1Lr29cpIAHTXwBukUXMnL//p/dkSM/lX8gmtFrR/y5Gtq/atXbTt9YlPyha1TPrFS68++MkRfc+mkKoBVWpWitpz8sD2YwumrHz0tXvvf6qH8QOuWbh18odz1HVJjq73vBJ+fTJysqLvOVWtXuj50/Hrl+yQZd5PyycuetPDu6KhZEZa5luPfbVj7QHZPXevirs3HJJl3aJtH89+1ZBwyR3fH/F9Xm6el59H5WpB29fsX7t4e5O2dZUbmfHlwmmf6K5NkeCser1QeVG71h+aP3XFy58/3v6uFoaX//bjk/ZsOizxU2iNYHmWvZuidMuWqOc/HFwWL0fRf/Z+fH/27O/+kVfkH+x9dN9pWZb/ueHjP14JqxmslpGM7LWHPklJSpMdkzxUKn471hyQRTLQt34aYfLyf3jv91XztwSG+srx2bs5aue6gxIaTvjtJS9/j+sdHHM+G5L3FYz8khNS//1LlxEX8eHUjPlJnDoPNWc/oGSI4bRDY6n5JKO5GBcn0Zt6OapkN3U6ddq7aNGuBQtMYritM2dKuCZxz6CvvwmuV0+2RP377x8jX8zJzCxBMRPN+/eXZdazzxxaubLD4483vPMuw+5JBufs7n7fxx/XbK/rWJ6ZmvrHqFGSicwZ/fpjv0w3fpD1P0/2Cg6+/YUXcrOyXTxMv7wTT56c/tSTmakpksG1GjRI3Xhq2zbJ4HyrVLnv408q1a8vWyQnkvBFnnfd5J/6vPuechPW/viDhGuSTD00aZJvmC4xjD96dOYzI/YsXOgZFNzthReKVUzR9yaTDK7b8y+0f/xxRZ8B/fnyy7L/q77++p6xYxV9P8T1P/8s6Y+8nFodOkjUJRnZii+/2Dh16tJPPyluDLf04wkSbIU1a/bQxElq30AJ+CTmMym2cdpUyeAksuw/foL6jkuM++uwp2VjUK3abYYMUYstfO9dObbyY+dhw+XzJluSTp+aN2bM6R07tsyaaYi3zHzSQi146y3J4OSF9xn3vmRnsuXk1q2/Pf/covfeq9yoUYhRl7rDK1e6+/sP+WmyPK+cLqJWrfrz1Vck05RPfrN+/RR9H8lF74+TDK7lgAfuHjNGqj6S3v72/PPywTN+xu2z/5AMrl63bj3feFPt0xd35MjUxx49vX373sWLb9WMwwBwSzA2XFmz/AxOxJ1NkjxIVmo2rKKUlAQr3739W0V3F0mdOvZsKVuys3I/e+lnyWu+Hjvzze+HqcV+/3qJZHDN2td76bPHfAN1dYaLKRmTP/xzyYw1f36/9N4nuht3nZv+2YImber0eLDj6SPnIrsWPgZxSsLFb978VT7JL33+2G09W6o9p3ZvPPzBiO9joxOXz9nQ99FuhsKblu3yCfD8aOZIyZXkHdm0fPf4Z3+M2nNq5bxNPQa0lwIZ6VmT3pwhR+Puh28b8e5AedhLGVnvPvm1BFJKkbIuZUvOJeHXa18/FdmpoexGdmbO1I/n/fnDUonADDHcTx/MlgwuOMxfsq2qdSrLlg3/7Hx/+Hd/z1zbpnvTVl0al+7LUSXGJMu+PfXWA30e0bXfn4o6J68o+njs798sHvnJo2qZiWOmSwYnx3/gC70quumaJM+ejPt01M/7tx5dMG2VSQwn7+mTYweoexJ7JnH0w5+dPnp+8vg5L4wfotzEZ6Mg2fOxj32VFJcS2blRYwuI4ZQbJXEV9Ozs7NQMjiQOKBnGhtMOJynzqZMz1O3Sxd7RUd1Sv9vtcnt41UoJvAzFdN/Hv+oyrztGjVKjFiHJXYf//c/40cwsZiaJQiRYkZXbX3xRzeCEi6fnA198ITHfmZ07dy9YYHKXh7/7XnKT1oMHN702AZGo8Zcn/ycxVtdnnzVkcCLh+HG5DW/ZUs3gREUfn67PPic5YHDtOspNOH/gwJrvdZfZ3v/Jp2q4JgJq1rx3wgRZ2TT9l6Qzp80vZiA7pmZwir77Xu9335Wsbde8uRLJKfruYFlpaZ5BQXU6d1YvipRIrsszz9a7/XZJVyWSU8wmUaDkp/Ig/T8ab7g+t8szz6jT6RpICLX2xx/lWR78aqLhHfcMDpYQTT5R/373rURviv7Kzfhjx+TYSoaoZnDCt0p4h8ef0D3XsWPFetJCSbImGVlgrVr3f/a5msGJqhERkrrKyj/jx5uUlz1Rsz85XdTp0qX5vffK+pndV4bs3bPwL3lp8mh3jx6tnk+cKla8/9NPK3pfc3WD+vmp06mz4bpauUvX555v0ru3YR8AoDxQ/0tUyhgVPEMGF38qzwIzOEWXpOjmP3VycbzhdYXXIy/wh3F/yMrTbz2o5iyKvgPdqM8eC68VIknTjrVXYqytq/bK7SMv91MzOOHhVfGJ0ffJSkrixaTYFOOHDa1R6f3pL3TuHTlkVJ96zaoX+tR7NkdlZ+e2vr1Jlz6t1NBK0XWdq3N7/7aycuboeZPyj75yrxoqySezze1N1ZHIDu64UqtZNWeThD7htUOGvzNQ/ei6VnQe883Tnr7uSpEkysxIywyo5NumWxN1N+R4Dh7Zu92dzVt3ayKRnP4Fpi3+dY2svDBhqJrBibZ3NHvomZ6y8u+CraX+cgzuGNBezeCEvDo5/rpi24+rW2LOJJyOOufl6/7IK/3UDE5UrhqoDggoGajJo3Xp29qQBgaF+T0/YaisLP9zoxwEpQDzPxsmJJ99Y+gXR/edbhBR8+Uvn7CcM0kR48SpQ8Xl6xkieAVAMRHDaYeTlJkklzm4fLms1L/9v35SNTt0kKBEfmUcckXv3i1Jlru/f4M7runhHzHgAeNvMjOLmenk1q0Xos9IwNGszzWZmqOra+QDD8jKsY0bjLdXbtjQOzS04ONcSkmRDC757Nk2Q4Z0+N+Txr/yDtVVXHbPn7/9998NH5vQxo37T5jQ+uGHlZsg+WZ+bm7drl0ll7l2JxtVb9NWDu/JzVvML2bQ2ihDFF6VKtVo0yYvJ0ftpeURGCiJWNLp03+9/bah+6Gji8uAzz6XNKpY10geXr1a0V+q7BUSYrxdPfL/FVu1StLSsKZNTcaek3uFt2gpSe7RdesU3XEOfWXd+sd//dWQ9qrs9JXC3OzsYj1pofYv1U24Vq/b7SbjuzXo0UNe+Knt21POX1PdbNyzp/GP6gXI2Rkrcl5JAAAQAElEQVSXruzJv//KbYv+/aUV0lDG2d1d8jXlmpep+/ws//wzCYUNGyXR6zvufbV7KYCScapbt+qBA+riPWKEAounTdWrPFfwDK9dVnT94F7MMmRwNZo7DhhrERmcoh+tTNEP2SbRgVIi0cdiD+06YW9v17nPNQNByJbb7omQlbWLt6tbvv577A8r3q3dpKrJDqhDzmVn5xhvj+zSyBBFXU+Hu1vM2T9x2NsPGW+UA27voKsM5GTlmJTv0veaPQytobsqMyvjSq1m84rdcnvXwI7GI7VVdHe5/d62SpH8gr0lWjp7Mu7L13/JunTl0Zxdnd749umn3npAIjlF16ntkNzWblxVYjXj+94ztMt3y95+/qMhpf5yDDrc1dL4x7CalRRd178r1c7gMP/fd3/x6dzXHByvOdpqz8ScrFyTRzMkeqqGETVrNw7Py83buf6gUoD5nw0TX732y/GD0c3a13vn52eLHpFQe5LE9XvFvV57oyTuTcdzh6/M1aBmcMzVAJQYF6Vqh8ZSM6ld3iR0q9Xhv4mEJMWo27nznoULt/8529BxLOmUbtwN3/Bwk4HnXb28PIKCUmNiilXMTGoPL/+qVQuO8hZQo6ai64t0wnijT1hYoY+z8qsv1Uwq/qhpg1711m3CW7SQjOavd95e9vnnVZo1rdoyok7nziWb0KDgzqv7aSKwVs3jGzfEnzhufjGDoDqmffQ8g3W1n4QTJxV9TtT64cHrfvxBHRNNcskqLVrWbNdOXqNSTGovPL/wcJPtfteOl5cSG6voL/iddrWPnkHCSd27c1E/bpqQPMu3SvillORjGzbERh1JPnc28eSpc/v3ya/yc3KK9aSFStXvycHly4wTMZU62YjsiaSW6hbJK00+og5Ouowy/+oIhuonueDHwL/qNXsi+aAc6rSEhJ8eHiRRY5h+/hD5/FT08VEAAKWtnFfw1H/FLybk/zoyOyP5ykbJ4PqP8VAshvfVIb0uJqUVMbxXEeLP66pGDo4Obwz9wuRXyQkX5fZCbLJhS1jN4Oys3N0bDkbtPhl7NjE2OnHf5ijJLhTdrE35xvcNrhKgmEHyr4AQH4nAdq45cPZEbHzMhaN7T8Xou/jl5V2Tg0hYZpLrOTnrAjL1mlxx7mScousIFmzyFKHXTrNQkER1fR+7/bevlyz+dc3y2RtqN63WMKJWy44NG7b6r8lWffAqtSqZ3NfDq6IsZfFyDAIrX9PfX40FjYtJ7Fi5amDqhfSd6w5I+BV/NjH6eEzUHl3NKrfAo4XXDim4RQqfOxGrFFCsz4bBmoXb1izaVqmK/9gfRlxv2pBbrteL7oqSdnCd/urUSxXmjXV44JN8/7A8OzmaVyn6kwD/55aW6aPSc/Uhc9sHnGu3JauxWby12qG5wEzqHKnZ6envNmta8LdxR45ISqKOqJWVka7or4IsWMzTKF8zs5iZsjN009i7BwQW/JWHfkaCtMQE442OLoW3bkkG1/zeew8sW3Z0/bp9SxYbBp5T9NnQg19N/Pe7b3fPn5+RnBz177+yLP3k47pdutw1eozss1JSOZcu6ffTv+CvPPx0G9MTE80vpnLx9DTp6iXc9IlPVtpF9ceuzz7rFRy0afp0icYkXpRl7fffBderd/fro8OaNVPMlpWuO/gF30rPwGveDjloij4CU1OwgtKTruz/ya1b1/7ww4nNmwxRl4Szdbp0ObxyZXGftPAn0l/9Kh9aWQovYHQkJa+8zsNcOXVk6if6cPMx3ROPa/dEfnxs+q+rJ006sGxpcnS0LHsXLXJwdo588MEuzzzLFA0AyhXGhis7xl3hKvpcrtPebufCKxlT/Jm8i4n5Hn6WctlNWI1gyWWyM3NOHTnf+Pox3PolOxpE1Cx03syUJN1XcFZm9s51Bwu9b3LilTpP3NmkqR/P3bh0V0bala5YDo72kV0b71hzQO5uci/XimZ9KUvytWTmGnXaB1VI1YDGrevs2XTYpKSEZYU+guEzmnZRV8fzLnAQfAtM31nQkJf6+gf7zJ+yIvp47L7NR2SZNXFxjQZhw94Z2KBlDd2Dp+qqTN5+Hpq9HANXN5eii+3ZGPXbN4t3rTuo5qHCw8et9e1NNy3bZXIvT193k4llFd0R011ibLivMfM/G8ZWzd8st/3/18NiMzhxKe1y/Kn/MsrQRnlufnn5+RXy8/PV4eEI4ErdqT25OfozR8OujgpsFzGcdjhJmeNSSkqU/sq7IuyaP1+N4VzcdV/zxkGGQebF/77wzCxmJjXySEuIL/irNP1TmNnnqEmvXve89XalevUWvffe3+PH12zbzuXquGOKPtu646WXuz33fPSePcc3b9678K+kM2cOrVwZG3Vk2Lx5BWOv4u18fEIhO69Pplz1o4yZWUyVmZqan5tr0o1L7U9nGElNgsWIBx5sOeCBuKgoSb4kHpIkLubgwZ8fGfrEjJmGIfBuyEUfVKUVeCtN3kfPIN3+txo48M7XXi/i0ZLPnp0xfJjkqsF16za4447Qxk18w8I8g4PPHzxgHMOZ+aSF8gwMij969P5PPq1/xx3KTXP19JSPsSFDNNqTVJMtfuHh944ff3fqGDnOxzZukBhO/rI2TJmSGhvXXz/AHwCUE4wNp5muwyrk5V3es0R3NFLj86e/njrofU8LSeIkVWnSuu7W1Xt3bTzYuE3hA+FLavbRcz9kZ+WO/WF4m+6mLcH+QbqaT/X6YV8vebOIJ5KY5p3/TTq677RfkNddA29r1Lp2SNWg4FA/RyeHexs+m1XUxGDXtWbhti9f/0VWIjo1atW1cc3G4fKAkhX++cPSgrnVDbl7VUxOSL0Qb1pzSE/JuOF97ewq3DOkc8/BnU4cOitPvW7Jdkniju0/8/KACV/Mf71mwyp++iwvJemiZi/HTLFnEsc++uWljCx5B2/r2bJus+qVqgT6h/gc3XuqYAxX6KFI0UdpwaGFNFGb+dkwEXdWV52rde3FyxZFMrgZo1MTzlyJ4aq0yOrwdMZlxTk/395wUapCVzigRIjhtENvOHPs+3uJZDoSQo1atbpgt52F77677bdZ+xYv7j5ylPzWr6ruOsHUuDiTYnKoJWEx/GhmMTP56i8yNRnSS5VyTjfCa1Bts+Y5qhbZSr60Wtx3/7bff4+Nilrx1Vd3jxmj/io3K+tCdLSbn19Fb+/wli1l6Tx8+LEN62c+88yF6DPRu3cbZvAs9s6H6nc+prCd178idQoIM4sZJJ8761vlmms21fsGVNcNNpyflydHRl6sd2hoUJ06srQaNCjpzOlfn3oq8dSpqH9Xmx/DqVeGXow3fStN3ke/KrppJc4fLKRNMuHECQcnJ8nadBPVz5kjGVxgrVr/m/WbcYx4MVb3+IY/WDOf9Ho7LG/cuYMHC8Zw5w8ckLjT3d9fMZtf1aqy/xfjTCNgk0+jJG5ywOV1yd9Rnc6dZZFId8OUn1d88cWBpf/kf/CBSWYKALgZVPAMo0R1fupybm7ugWW6ThyWlsRJ4iMx3N8z1973VI9C+6Ct+HOjZHBOLo6NWhcyHZY6JNmpw2clyjG5e2JMckZGlpq17d5wSDI4ewf7j2e/WqnKf1/xaamX0vXd0ErwaVn4y2pFP5rbs+9fM0DwldkeivmAodWCoo/FJMaZXiYZfy6p6DtKwhh3NknyluAw/+r1QmXp80jXcyfj3xz6RfSJ2M3Ld0sMF1JV1w6aeO00FOqWb96aWalKwGOv3Vu6L8dM//y+Tt64qnUqf/XXaOOrXNXjYPKmyCtNOH/Bv9I1zerqlaeVwgu5iNjMz4bJveQAevq437Dn4K1iksGFNElv/XhqBTtnRoUrax0GOefn6WLNkDr2CmwXUzRoh4YCc+zTX5Fav3v3Qi+da9ZHNxR9RnLyoZUrZCWkYSMJqpKjo9WpAAx2zZtnPP+mmcXMJCmSBBwSwUTpR+43kIfatWC+rNRsd+MJNA0kDLp7zBuyIvHiuX371I2LP3h/Uu9em3/91bhkjbbt1EHEjIfnL6563brJgY3691+T4Cbx5MljGzfKikQ25hcz2DVvvvGPcUeOnNq2zdndvVaHjvLj3kWLvrizx7w3xhiX8Q2rEh4RUdyXU0N/bOXIX7w2VN0xb+41xdq2k3f89I4dZ/fuMd6ek5n585DBn9/R/cga3TRe6uXDVSMiTGKp7X/OVoxGZDPzSQvVQJ++7Zo3V72W2eDsvr3f3X/fZ7d3u5SSrJitRtu26u5dzv/vmgjdvCV//WVc7MeHHvz2vv7yFhi22Ds6Nr5bP/mDnIU4EQFAqaKCZ6zjE7n1ul259FJN4i4m5isWoPuA9pWrBibFpXz56jR1xgZjZ0/GTZmg+1rv3KdVoYPl+wR4NmtfTwKav6auNPnVV6OnP9F5zFT93eXx5Ta8ViXjDE4smbFGXcnLy1OKKUkfFTVtW89448WUjHVLdAP/5+YW7/A279hAbv+ZtdZ4torszJzlczYWfcdV8zY/0uG1T0dNMd4YUjWgYWtd83MF/YQPjVvXkQO1b0vU6SPXVCDXLdm2bvH2M/oJSUv35ZgpKV73vjRuU8dkpLm/Z6xVdEPImT7pnz8sNf7x+MHoPZui/IK9G7UqpK3dzM+GiZGfPPrBry+aDGlnIUwyuEqN0yIfTahgV0juRhhX6joOdun0iLMsIXWJ4WwZMZx2OE/dkCRlanZwJTIooHKjxurcnbvm63Ifqfi2f/wJWflj1EuSuchKXnb2xqlTF733rvG9zCxmJomNuj77nKz8+eorR9etVTdmpqbOfOaZ8wcOyO7V69qtWA9YpXnzJr17y8fjr3feVqOfBt11U8Su+/GHPQv/Mnxs9v+9RFIwj8DAsCZNrm75+99vv9m3ZLH5z+UZHBz54IPqJK3qzAOKbo6Io78+/VTWxYvN+/dXr6g1s5jBmu+/W/7ZZ1n6kcuSTp+a+eyzEnh1GfGMk5ubbKlz221OFSue3Lp16ScfG9IoeS2y/7JSu+Nt5r+coNq1JQGUHZv+1JNqKJaelDRvzOhdc6+p37h4erYZopuNa/6bb8YcOqRulLjqr7fGSvmAGjXUCUPVTn9H16415Guy23+9/bZ6WbRhUlczn7RQ4S1b1mzfPi0hYc5rr6oX6ir6QesWvKm7bKFp7z6uXjceisWgyT295K2J3r17zquv5ulnkJA3ZepjjyYcv2bGjPr6GYHl4yQl1S3yKVr/88+Kbr7XLurUEABK4HJGRuaWLeqSGx2twBowNpxm1EMtt22GXqrd+coc35aTxDk5O/xv7ABJYVbN3zKq/0d//7buzPFY3WhxUeckc5Et6RcvValZacjIPtd7hIHP95LbP775e83CrYaN835esWn5bnnYuwZ2UnSxlK472Omj5/dtvjImrHw8Fk3/d/KHf6o/ZmXmKMUUEq57zH//2pKTfWVCz8SY5DeHfBEbrbuqMbvAeHNF63Zvm4AQn4M7jk94/kc1jpQj8OpDn5w5eoOxDej1VwAAEABJREFUklt1a+Ja0XnPpsM/jZt9KeNKM7YcwzV/6Y5Gq6662qkU6P/kHdlZua8//NmGf3aqSd/ujYenfayrt3fp16bUX46ZQvS92Lat3ivPpW7JupT95eu/bF6pa6/NvmTaKj/3p+V/fPePenyiT8S++79Jebl5A56+U535oSBzPhsmfpu0eMYXC4/tP6NYGJMMLqhhaoshsXb2ip2+4byCEYVGCKCkuDRJO5ynbujAsmVy6x0aKuHF9cq0vO++xe+/f2z9eglEJJNq/fDDZ/fu3f/P35MHPxxUp87F2NiM5OSAmjUlaEs6fdpwLzOLmUlCmc7Dh//77bfTn3rKJ6yKu5/v+YMHJeWR9fs//awEQ+B3e+75QytWSIq36Zdf2g4dWqNtO4m6dsyeLWnL3x99JDFQXm7u6e3bnT08+r3/gWGG1oMrVkhoVb97d+PpHW7otiefunD27MFlyyb27BlUp25eTraEOBL/yZP2ePmV4hZTeYWErPvpxy0zZ/hXqx5z+FB+bm7jnj0jBw5Uf+vi5XXP2LF/vvLKhp9/3jpzZnC9eo7OLqd37pAjdvuLI+XHYr2cnm+8eSE6OjYq6os7ewTVqhVz+LAEUrU6dDiydq1xsdYPD048dWrXvHnf9r/XLzzcq1JIUvQZyXkrenvf/8mnahe8pn36bJv9R9KZM9/c2y+4Tl3ZEn/8mHyuKjdqdG7fvuz0dAkW1WkTzHzSQt09eowktvL+Sronz+Li4RG9Z7fEkaGNG9/x0ktKccjO3PvhRzNGDN+7eNGRdet8w8LUSV1rdeyo9u9TdXziiSNr18QcPPjjwIfkM+lTuXJaYkLckSP+1asXfO8AmC/n9OmYoUPVde9hw7xHjFBg2aTqxdhwGjD+z1z+V7e3t289JEOO/JHVuskxLefq1FZdGo+fOfKTl34+tOuELCa/bdmpwbPvD/YN9Lre3RtG1HzyzQE/fTD7/eHfT3pzZtU6ldNS0tUY5aXPHg2pqgt66jarHtm50ZZVe18aMKFJ2zpyQJLiUiTnkoeViOrsybhCR+sv2n1P9di+Zv/6v3c+3f2tAH3nqf3bjkqA2LBVLQn7Uor5gBXdXV7+7PGxj30lceS21fsqhQeos4Wqu13EHT28Kj7zwcPjn/vxj+//WTBtVY2GYc4uTuqePPZa/xoNwtRi9zzc+di+0yvnbX7nf18Hh/lXsKtw/pRuMI1Bz/fq2LNlqb8cM93ev93iX9ecOxk/7M63q9fX7apEpRLJ1W1a7fDukxnpWRlpmYbpIOSdqt2k6k/vz/590mI5PvIW5+Xld+nb+s6HOl7v8c35bJiY8eWirMzsgBBfw6GzBIVmcJIkGlOnSVWMkncFQDERw2mHxtIb2qfvHtXknl5FnNAb97xn6SefSIKzc+6cjk8+JXW9/hMm1GzXbu/ixWf373Nyda3euk2f996b9dxzxvcys5j5bnt6WI127bf/8bskMnHHjoU0aFCrffvm/e8rdD7WG5I8sdPTw/6ZMH71N1837NHDMzj4njfHVouM3DlnroRHJ7dsUfQXit4+cqRvWBXl5kiWN+Czz/cs/Etir+jdu+VjKYei/u23N+3b17iflJnFVPdN+FhSoeObNsYdPVqlefP63bq1vH+A8ZvY6O6eflWrbpgyNebQQUkb5e2r3LBhp+HD1atWi0WO1SNTpm6Z8WvUmjUSLXkFB0toK3He+A7tjYs5urj0eW9cvS5d9y5Zcv7ggbP79vqEhbV95JG2Q4YahmOTlcd/mb5y4lend+w4uW3r5bw8eR87Dxsu8dzUxx87tW3b0XVrG/S40/wnLZQ876NTp23+9Vd5CjmSKTEVdDNCdL+jxX33lSCxled9YuasjdOmndq+LeHkicBatZr16StPYRzDObq6yjNunTXr8OpVkjLL+yL5XeRDD0naq/ZPBIByQpuqV7mt4BlSTuMALj8/X24dHBxaDU6X3x79V/e9YzlJXIPIWj+tHrdz7cGtq/ZG7T156vDZytWC6jSr3rl3q3rNq9/w7n0f69akbd1F01cf33/m0I7jgaG+Xfu17v/kHdXqhqoFJKAY892wuT8uXbNoW9SuE5LvhFYLkgKSPc2bvHzmV4t2/LuvddfGSnE0al37iwWjp386//jh6J3rDkr41aRNnb6P3l6nWbUHW46M2ntK4iS/4GJ0rlcfcO5Py/Zujoo+FhNeO6T7/e1CwgOLjuFElz6t5OX8+cPSYwfOHN17Kjsrt06TqoNe6BXRuZGhjJOL48tfPN6yc6NNS3cd2HEsNydPnu6BYXe1uK1BGb0cc/gEeH4659Wpn8zbv/Xonk1R+Xn5tRuHP/x8r9vva/vqwE/3boratnpvx54RamE7e7uxPz3z2aifo/acPHcyTl5dux7NpWTRT3HDz4blK5jBNR8c4+Co+3MW6t+13Kp/7GoYRwYHlEwFsqEyog5dmZeXl5ubm5OTk5ycnJaWVrlyZXd95xqrY3g5Ql5Oxtq1l0aNku2uLVuGfPOtgltk6ccTMpKTJW9SbpEP2rTOunjxxeUrJDpUbtotfzkorri3xl5ctEhWMp980u7OO130nPTUupqhyRSwAdmHDp3r109dpzecVYiPj8/MzExPT3e5Ss5Ojo6OcoIq8f+QxhU8kZKSkpqaGhwc7OXlpZQ/hqkSJX0zHJMcvaysLLndPM1NTeKEZ4Cd5czYAMCYSQYX2CClxZBYRyd7Rz2nq9Tzp8pwFqWmh3IlOzs7MTExTT8ck6F2of6lmP+/D1+E2iHxRKmL3rs3sEZNxVbY2MsBANxyjA1XpgyH19AbTu0yo/7fLreRD6fV6JimlrGoGRsAGFxKMc3gmg+OkQzO+G/ZkDKoCOCAm8FFqdrhPIXSteb77y6cOdP4nnsUm2BjLwcAYAkYG04DhiGi1CRO3Wg48q0Gp8vtsTW6y0Es5+pUACrJ4KaPSUk6eyUfVzM4J2ddfzdDDzj11nBdqnFvYk6ApWv6qPRc/TwlbR9wrt2WrMZm8dZqh95wKF11OnVu2qu3YaQza2djLwcAUE6U8wqeOkKcmsEZbzc+LAWTuIfe9fQKJIkDbrGiMzjDFamGa1FNMjiUulN7cnMydSsNuzoqsF18/2mHsxVKV1Dt2qUyIpuFsLGXAwAoJ6jgGfeGM1yaqv7fbhhVSpI4k6tTU+K4OhW4lW6YwZmMB6dmcHSFA24eveG0Q2842J7XNm5SAACwVIwNp43r9YkzZtwnLi3pytWp9IkDbgkyOMvUYZBzfp7uwIbUsVdgu4jhtMOpCgAAQDNqNqSUMSp4KpI4wFqQwVmsjoNdFJQDxHDaobEUAADrZefm5hIRoa47VK6swOJpU/WigmdAEgdYPjI44JYjhtMOJywAAKyXQ1hY8NSpCnAtKnjGSOIAS0YGB1gCvvC0Q2MpAACAlhgbTnvFnbFBTeKYsQEoa2RwgIUghtMOpy0AAAAtMTbcLUESB1gaMjjAchDDaYfGUgAAABtDBa9QJHGA5SCDAywKY8Nph5MXAACAjaGCdz2MEwdYAjI4KzJ9VHputm6l7QPOtduS1dgsvuS0Q2MpAACAlhgb7taiTxxwa5HBWZdTe3JP7tItqfGcBm0ZCat2OIUBAGC98hISLv72m7ruEhHhEhmpwLKpvbGUMkYFr2j0iQNuFTI4wDIRw2mHxlIAAKyXxHDJkyap697DhhHDWT5tql5U8G6IJA7QHhmcNeowyDk/T3fYQ+rYK7BdxHDa4UQGAABgY6jgmYMkDtASGZyV6jjYRUE5wBebdmgsBQAA0BJjw1kOxokDtEEGB1g4YjjtcDoDAADQEmPDWRSSOKCskcEBlo8YTjs0lgIAANgYKnjFQhIHlB0yOMAqEMNph5MaAACAjaGCV1wkcUBZIIMDrAUxnHZoLAUAANASY8NZJpI4oHSRwQFWhJlStcOpDQAAQDPq7JxKGaOCVzLMnQqUFjI4mzF9VHputm6l7QPOtduS1dgsvsa0Q2MpAACAZrSpelHBKzH6xAE3jwzOlpzak3tyl25JjedEZ8tIWLXDCQ4AAOtl7+/vPXy4uu4SEaEAelTwbgZ94oCbQQYHWCNiOO3QWAoAgPUyjuFgLRgbzvKRxAElQwZne8IbO6gXpXoGcH6zZcRw2uE0BwAAoCXGhrMKJHFAcZHB2aRBH7spKAf46tIOjaUAAAA2hgpeqWCcOMB8ZHCAVSOG044tneyocQIwZqjVAUB5w9mvtJDEAeYggwOsHRelascGoivDKduwcmnHjuOdblMAlEuXs7KurOgvJqJWB8DSMDacdeHqVKBoZHCADSCG047NnPKueSH5+ZfT0xUA5ZuhekcYB8ByqJmOUsY46ZUukjjgesjgANtADKcd22gs5QwOoKCClTzOErA9uWfOJIwZo6679+nj3revAsumTdWL3nCljiQOKIgMDrAZxHDasaXecE4REZfnz8/Ry87OztXLz8+/fJUCW5efnp4bHa2u2wcF2Xt7KyhP1BOaVPJkRSp8jp6edkaMywA2Q857mVu3qusuEREKoMe5riyQxAHGyODKiTXTMvPzdO9U7TYOIXXtFdgoYjjt2MbYcCo7JycHX9/87Oy87GyH3FxFv+TrkcGVE/kVKuTJ+67nULGiva+vgvLkyqlAP4S2rranr/AJw3ZqewAsAWPDWS+SOEBFBld+rJ2elZOpW3H3dSWGs2HEcNqx9tOfcWVIJWd5wxY53dMbrlzJvXw598IFdd0xL8/R2VlBuVFwMjt1GjtDzY/aHgALwdhwVo0kDiCDA2wPMZx2bKo3nP4fb3WjrOfm5sqPZHDlSq6878nJ6rpzfr6Ti4uCcsakQ1yhNT8AsHnUfMoUSRzKMzK48ia8sUNutm7FM4AzmC0jhtOOVZ8EDXONGVeD1PO7eiWaoSucgvJBviAckpLUdaf8fBdiuPLHJJdXbw294UjiAJQTnOvKGkkcyicyuHJo0MduCsoBYjjt2EZvOKVAEicBnBrDGYoRxpUT9ld7wznm5TlzUWp5YlyrM0niDPW/giUBQHuMDWcbzEzi8nIqnNyo+yeWJA7WjgwOsGHEcNqxpbHhJHRTz/LG48FRDS1X5KPgkJamrjteviz1AAXlj3E0b7ilKxwAC2Hoy1/Wz6Kg7JmTxLV5VFczIYmDtSODA2wbMZx2bCalUitAau6mnuLJ4MqhPEWxS09X1x0uX5Z6gIJyyVDbM07fqAICsATaVE6oAmmm6CROrY6SxMHapSdfnvHGfxlcQL1UMjjAxhDDaccGTojGI8QZbtUt1EHLG6nP2mVlXVm/fNkwZQfKoUKjN6qAAMoJTndaok8cbJtkcNNfS0mO/S+DazH0PBkcYGOI4bRjG0GVIXoz/mfb+EeUE7rKbE7OlfXLl4uoDcPmFfzz54QAm+RYpUrwlCnqukNIiAJrwNhwtqfQJM7kXSCJgzUigwPKCWI47djSadHwWow7x6Fckbe8Ql7elRm0lWMAABAASURBVHVyWOjxMYBtq1CxoktkpAKrwthwNok+cbA9ZHAQa6Zl5ufp3sfabRxC6nKxkc0ihtOOTTaWcrovtyoYvfeGr38AAMobesPdEiRxsCVkcFCtnZ6Vk6lbcfd1JYb7P3v3Ad9E2cBx/GmSJunepRRK2SB7bxAVwQGCeyGoCO6JuAevigvcuFBREAeiIDhQFBWQvfcehQKltKW72X2f9CCGtkAp7TXj9/3kE57cXUiacffk/zz3PD6M45B62DkCAAD4GCp4NcV9tm5JBhO6E/THBcokrn734zNKKUlcTrpDAJ6kIhlcYAkyOMA30BtOPTSWAgAAqImx4XwbfeLg7SqYwclrMjh/kNxGZ7M4C+Fx7KN8GTGcethFAgAAqMY1w3t1P4pAzSGJg/cig0MpQyeECPgBDj/qobEUAABANepUvajg1TjOToU3IoMD/BYxnHrYUQIA4L0s27bta9FCuWRPnCiAElTwPMfZJnHH0kjiUDPI4AB/RgynHhpLAQAA1MTYcH7C9UafXRL3ZA5JHNRHBgf4OWI49bC7BAAAUBNjw/mPSiRxhTnFJHFQGRkcAGI49dBYCgAA4GOo4HkOkjh4ODI4AIKZUtXEThMAAMDHUMHzKK7pcSs+d6qSxA19JSIqgQ4KqEZkcDijhVNNDrvzXW7aXZfYXCvgo4jh1ENjKQAAgJoYG84PkcTBA5HBoSIWTTNbTc5CaHQQMZwP40ijHnadAAAAqnHFMdX9KAIehrNT4VHI4AC4ozecemgsBQAAUI06VS8qeJ6JPnHwEGRwqLjkNjqbxVkIj2Mv5MuI4dTDDhQAAMDHUMHzWCRxqHFkcDgrQyeECPgBDjDqobEUAABATYwN5+c4OxU1iAwOQLnoDacedqMAAHgvffPm9bdsEfAqjA0H+sShRpDBATgVDi3qobEUAADAx1DB83z0iYPKyOAAnAYxnHrYmQIAAPgYKnhegSQOqiGDA3B6xHDqobEUAABATYwNBxeSOKiADA7AGTE2nHrYpQIAAKjGNShYdT+KgJdgnDhUKzI4nKOFU00Ou/Mz0LS7LrG5VsBHEcOph8ZSAAAA1ahT9aKC511I4lBNyOBw7hZNM1tNzkJodBAxnA8jhlMPO1YAALxXcWGhedMmpaxLTNTVrSsAKnheiCQOVY4MDkDFEcOph8ZSAAC8l3X//rRbb1XKkffcE3nffQIej7HhUC6SOFQhMjgAZ4UYTj3sXgEAANTE2HA4FZI4VAkyOFShp+dFCPgBDiHqobEUAADAx1DB817MnYpzRAYHoBKI4dTDThYAAMDHUMHzaiRxqDQyOACVQwynHhpLAQAA1MTYcDgjkjhUAhkcgEojhlMPu1oAAADVuAb/qu5HEfByJHE4K2RwAM4FMZx6aCwFAABQjTpVLyp4voEkDhVEBgfgHDFTqnrY4QIAAPgYKng+g7lTcUZkcKhWC6eaHHbnJ6Rpd11ic62AjyKGUw+NpQAAAGpibDicFZI4nAYZHKrbomlmq8lZCI0OIobzYcRw6mG3CwCA99KEhBg7d1bKujp1BLwBY8PhbJHEoVxkcACqCjGcemgsBQDAe+mSkhKmTBHAyajg+R6SOJRCBgegChHDqYedLwAAgI+hgueTSOLgQgYH1Tw9L0LAD3CQUA+NpQAAAGpibDhUGnOnQpDBAagGxHDqYRcMAACgGleHpup+FAEfRRLn5/IyHWRwAKocMZx6aCwFAABQjTpVLyp4vo0kzm85M7incsngAFQ5Yjj1sCMGAADwMVTwfB5JnB9SMrjco2RwAKoeUzSoh8ZSAAC8lz0jI2/6dKVs7NzZ2KWLgMdjbDhUiYrP2OCwB+xfESyYscGbkcEBqFbEcOphdwwAgPeSMVz2++8r5ch77iGG8wqMDYeqUsEkrtfI/H+FIInzXmRwqEEp623FDufnJyZJExbLB8lnEcOph8ZSAAAAH0MFz3+QxPk8MjjUrGljCqwmZ2Hg6KBOg/UCPorjgXrYKQMAAPgYKnh+pSLjxAXqdTKJS+rMOHFehgwOgDqI4dRDYykAAICaGBsOVa6CSVzvUQUkcV6EDA6AajgpVT3smgEAAFTjOoWwuh9FwM9U8OxUmcQtEuLAyhDB2amejQwOHuLpeRECfoDDgHpoLAUAAFCNOlUvKnj+iT5xPoMMDoDKiOHUww4aAADAx1DB81skcT6ADA6A+ojh1ENjKQAAgJoYGw7ViiTOq5HBAagRxHDqYTcNAACgJsaGQ3UjifNSZHAAagpTNKiHxlIAALyXNjY28t57lbKxc2cBlKCCB2Zs8DpkcABqEDGcethZAwDgvdxjOMCFCh4ESZxXIYODx0pZbyt2OD9dMUmasFg+Zj6LGE49NJYCAACoibHhoBqSOK9QKoOLbZpPBgfPMW1MgdXkLAwcHdRpsF7AR7HHVw+7bAAAANW4YpHqfhQBlKj0OHGZBxknTg3lZHC3HSw3g1PeODI4ANWBGE49NJYCAACoRp2qFxU8uKtcEvfV0yRx1a7cDM4QVH4GJwtkcACqCSelqocdNwAAgI+hgodSKnF2alGuM4m7eVxETB06SVSL02RwgSXI4OAJnp4XIeAH2NGrh8ZSAAAANTE2HGpEJfrEKUkcfeKqw+kzuONvBxkcALXQG0497L4BAPBetgMHMp55RimHDhkSeuWVAh6PseFQUyraJ+7O/MUakbL8eJ+4aU/lDB0XHlNXK1BFzpjBuXrDkcEBUAcxnHpoLAUAwHs5CgpMK1cqZWPnzgIoQQUPp1LBJK7nHQUOx/GzU015xV89k8vZqVWlIhmc0huODA6Aati/q4edOAAAgI+hgofT4OzUGkQGB8AzEcOph8ZSAAAANTE2HGocSVyNIIMD4LGI4dTDrhwAAEA1rlMCq/tRBHBaJHEqI4ODl0pZb9u31i4veRk08PgyYjj10FgKAACgGnWqXlTwUBEVTeLuzE/uVqhsKZO4r5/JyUy1C5wNMjh4r2ljCr54MF9eti+2CvguYjj1sEMHAADwMVTwUEEVSuICA3uOyHf1iSvMcc7YQJ+4iiODA+D5iOHUQ2MpAACAmhgbDh6l4menJjbcr2zJ2akVRwYHwCvoBNTCbh0AAEBNjA0HT+MaslBJ4srdxp6W1iHpt2LTwMOHmooTSdzN4yJi6tCF4pTI4OADho4PKXY4P4cxSXzZfRnvrnpoLAUAAPAxVPBwts7YJ862dKk2P7djk59rJ+5QtqRP3OmRwcE3JLfV1W+vlZewWD6QvozecOph5w4AgPcKrFcv4YsvlLIuMVEAJajgoRJO0yfOfvSofeVKbUiILHdqM39dnToHVjrL9Ik7FTI4AN6FGE49NJYCAOC9AoKDjV26CHgVxoaDxzpVEpfz88+aggJRsiqoV6/erQoWCUESdypkcAC8Dntw9bCLBwAAUI0r5qjuRxFApZQ9OzWgoMD0yy+awkJ50dlsoe3bKzM2uOZO5exUd9npZHAAvA8xnHpoLAUAAFCNOlUvKng4F6WSuILvvw/Iy9OYzTKGC+va1RAW5po7lSSuFJnBffssGRwA70MMpx529AAAAD6GCh7O0X9JnM1WMH26sFqdMZzVGn7ppcqMDSRxZSkZXA4ZHHxLynrbvrV2ecnLoIHHlxHDqYfGUgAAADUxNhy8gvJBzZszx56RoXE4ZBIX2ru3vlYt19ypJHHuyODgq6aNKfjiwXx52b7YKuC7iOHUw+4eAABATYwNB28hP0i6+Hh906bC4ZBJXMRNN8nwSHcCSZwLGRwAb0cMpx4aSwEA8F6Wbdv2tWihXLInThRACSp4qCrBffokfv99wmefRd5+u7F5c5kckcSVQgYHwAfoBNTCTh8AAMDHUMFDFZIfJ2PnzvIiyzI8OtVmMolbJMSBlSHiRBJ387iImDo+3sGivAzuEBkcfMnQ8SHFDuenNCaJ/lK+jBhOPTSWAgAAqImx4eB15IdW+VApc6eeajN/S+JOkcFpyeDgS5Lbks/4BUJW9bDrBwAAUBNjw8Eb/Td3akkSV+rs1OOpk17X8478uu2LlC1lEvfNszlZh33z7NSCY8Xfjf0vg4tpUtBpxCkzOLmQDA6AJyOGUw+NpQAAAGqiNxy81GmSuMASMnIyGAN73ZXrSuIKsou/ftoHkziZwX31dM6xtP8yuM53HNQbTpnBSWRwADwZMZx6OAAAAACoid5w8Hw5kycXzp9fdjlJnCCDA+CLiOHUQ2MpAACAj6GCh3Nhz8o6NmFC+v33H7zssoK5c0ut9fMkjgwOgE8ihlMPhwEAAAAfQwUP5yJv6lSlYN23z7prV9kN/DaJI4MD4KuI4dRDYykAAICaGBsOnqzYZMr56qvjNwIDw266qdzN/DCJI4ODfxrXP2dsH+dl1WyLgO8ihlMPBwMAAADVyKoXY8PBk+XNmFFcUKCUw4YM0cbEnGpLv0riyOAA+DadgFpoLAUAwHvpmzevv2WLgPdQp+pFBQ+V5HDkfPaZ61b48OGn39wVKytJ3Kk2k0ncvx+J1LVB4kQSd9O4iOjaXtP3ggwOgM8jhlMPhwQAAAAfQwUPlVPw++/29HSlHNS3b2DDhme8i88ncWRw8HNDx4cUO5yf4ZgkTlv0Zby76qGxFAAAQE2MDQePlTNpkqsccdttFbyXD5+dSgYHJLfV1W+vlZewWD7MvowYTj0cGAAAANTE2HDwTKaVKy3btytlfbNmxs6dK35fn0ziyOAA+A9iOPXQWAoAAOBjqOChEqz79gXo9Uo54s47xVnysSSODA6AXyGGUw+HBwAAAB9DBQ+VEHbttUkLFkQ+8IChZcuQ/v3F2at0Eped7llJHBkcAH9DDKceGksBAPBexYWFphUrlIstNVXAGzA2HDyWJiIi8q67as+YITSV/EVW2SQu13OSODI4AH6IGE49HCQAAPBe1v370269Vbnk//ijgMdzTStZ3Y8igBpSiSQuL9PhIUkcGRwA/0QMpx4aSwEAAFSjTtWLCh5qVsWTuMQ2HpTEFWYXf/0cGRxwknH9c8b2cV5WzbYI+C5iOPVwqAAAAPAxVPBQ4yqYxJ1/X56HJHEyg/vq2Zysg2RwAPwRMZx6aCwFAABQE2PDwaOYVqywZ2WJalCRJE5v0HlCEkcGB8DP6QTUwgEDAABATYwNBw9isx195BF7Xl7ooEERt98e2LChqFKuwRCVJO5Um8kkbsFEcWhDkDiRxN00LjwyXqXOGaUyuNCGOZ3vOEIGByiGjg8pdjg/4TFJ9JfyZby76qGxFAAAwMdQwUMF5f/0k7MrnNWaP3Nm9vvvi2rg4X3iSmVwwQ2yY65bRwYHuCS31dVvr5WXsFg+6r6MGE49HDYAAAB8DBU8VFDOp5+6yhEjR4rq4bFJXNkMLuratXnFJqHRkMEB8CvEcOqhsRQAAEBNjA0HD1G0aJF1716lbOzcWd+8uag2HpjElZvBFQVY8uzOCxkcAL9CDKceDh4AAACqcQ0qzxF4AAAQAElEQVSVVd2PIoAzyfn8c1c54rbbRDXzqCSuVAYX2TjPlcFl283H7CYyOAB+hRhOPTSWAgDgvTQhIcbOnZWLrk4dAY+nTtWLCh7OyLJtm2nZMqUc2KBB0Pnni+rnIUlc2XlR296235XB5dotRyz5ZHAA/AozpaqHQwgAAN5Ll5SUMGWKAE5GBQ9nlDN5sqscfuutQq3PTI3PnVo2g+t8x0GdXp937HgGJ6/3F+WQwQHwK/SGUw+NpQAAAGpibDjUOPuRIwVz5yplbXR02JAhQkU12Ceu3AxOb9DqA/XWgGIlg8uxm/cUZJHBAYpx/XPG9nFeVs22CPguYjj1cCABAABQE2PDocbl//KLsNuVctjNN4vAQKGuGkniTpXBnXhQvZLB5Tks23OPksEB8CvEcOqhsRQAAMDHUMHD6UXcfnvCZ58F9eoVYDSG33STqAkqJ3Gnz+DkQ4UEGZUMLtdmybWbDxXlksEB8B+MDaceDicAAAA+hgoezsjYvbu82LOyNBERooZUepy4W14JD4s9i64bZ8zg5HV0cJiSwRUV20zFtr35mQ2j4snggN5DDQ678/Of2Ewr4LvoDaceGksBAADUxNhw8Bza6GhRoyrXJ+6rp3PzMiraJ64iGZy8rh0e5crgzA77ztx0MjhA6jPM2Pc2g7wkNieG82X0hlMPBxUAALyXPSMjb/p0pWzs3NnYpYuAZ3N1/6nuRxGAl6hEn7ico84k7uZxZ+4TV8EMTqoTFu3K4KzFjp05GWRwAPwHveHUQ2MpAADeS8Zw2e+/r1xMK1YIeDx1ql5U8OBdKtEnTkniTt8nruIZnHy45IhYi7ArGZyt2LEj54gggwPgN4jh1MOhBQAAwMdQwUO57JmZwlNVeRJ3Vhmc8kBJYdFKBidj7B3Z6XyPAPgPYjj10FgKAACgJsaGQ01Jv+eeQ4MH58+cKaxW4XmqMIkryjvrDE4+XP3wWCWDcxQXHyzMNts98VUCgOpADKceGnkAAADUxNhwqBGmtWvNGzdadu7MeOaZI/feKzxSlSRxMoP75tncs83gpEYRcUoGJ0qexdZjRwQA+AdiOPXQWAoAAOBjqOChrNzJk13l0CuuEJ7qHJM4JYM7ut+urKp4BicfrlFEvCuDk3bmpAvA743rnzO2j/OyarZFwHcRw6mHxlIAAAAfQwUPpdhSUwvnz1fK2vj4kEsuER6sgklc3wdySyVx6fvspTK4LqMOVDCDk5pExAu3r86ObHrDAfAXxHDqobEUAABATYwNB/XluHWFC7/1VqHTCc9WkSROXpckcYXKljKJ+/yRHFcGF9ssr+udqXKbCmZw8i7NohLcn8MuesMB8BueflTwJTSWAgAAqEZWvRgbDipz5OTk/fCDUg4ICQm/9lrhDVxfFiWJO9VmfR/IW/BewMH1Qe4L45rndxl5WEnbymZwsiyvS2Vw8jrGGBIaaMi3mpX/ZAcxHCBE76EGh935HUlsphXwXcRw6qGxFAAAQDXqVL2o4MFd7rRprqlRw6+/XiZxwktUMIk7//7cf94Th04kcfHnFXQdlabRnJTBKYXTZHDKfVtGJy4/slcpc1IqIPUZZhTwA8Rw6qGxFAAA76WNjY08MeOhsXNnAZSggof/WK25X355vKzVht9yi/AqFUni5KoLHsj7592Ag+uN8c2Let5zNCAgUDnz1P0M1jNmcFKTiHhXDJdvNacV5iYEhwsA8HXEcOqhsRQAAO/lHsPBWzA2HNSU9+OPjtxcpRx6+eXaWrWEtzl9EhdwwoUP5a+b6Wh+Sa420CBvaksEnlCRDE6UxHDuN3dkHyGGA+APiOHUQ2MpAACAmhgbDmoK6dfPnp6e+/XXjmPHnJMzeKeKJHFyecdrzQ5HoPL5d8VwuhPOmMFJTSNPiil35qT3SWwiAMDXEcOph8ZSAAAAH0MFDy6aqKjIe++Vl8K//tI3by681qmSOFdvOJmy2e324hKu3nCKCmZwUuOIOPebO5mlAYB/IIZTD42lAAAAPoYKHsoKvvBC4eVO0ydOWSLjNofD4brpHsZVJIMTzpNST4rhmKUBgJ8ghlMPjaUAAABqYmw4oNLKTeKUsqOEa62yUFIyOFenOXHa76BBG5gcFp2Sl6XcpDccMO3RApvFWehxg6FpD7Ian8Vbqx4aSwEAAFTjChGq+1EE4KPKJnGu0E05I9W1mXsPuIpkcIomEfGuGG5Pbobd4dCeYoZWwB+kbLBZTc5Cq4sCBXwXMZx6aCwFAMB72Q4cyHjmGaUcOmRI6JVXCng2dapeVPDg20olccpgcMoS9xiubPpWkYS6aWStP1O3KWVHcfGu3KPNIr1velkAOCvEcOqhsRQAAO/lKCgwrVyplI2dOwugBBU8ZI4dK6/Db7stMDlZ+CLlQ64EcOLkfqbuC4Xb16GC34smEfHuN3fmpBPDwZ/1Hmpw2J3fncRmWgHfRQynHhpLAQAA1MTYcKhu9vT0vO++kwV5HXr11bEvvih8lJK+lUriynZ8O6svXdOTQzfnLA3JrQXgr/oMMwr4AWI49dBYCgAAoCbGhkN1y502zVXWJSQIn+b6tLvyuHLXVlyp3nC7mKUBgB8ghlMPjaUAAAA+hgqePys2mXK/+eb4jcDA8KFDhX+oqvQ5KTRKr9FZHDbl5g5iOAB+gJlo1ENjKQAAgI+hgufP8qZPLy4oUMphV16piYgQOEvNo/47L9V5UioA+DpiOPXQWAoAAKAmxoZDNXI4cj7/3HUr4o47BM5eY7fzUo8W5edZTAIAfBoxnHpoLAUAAFCN+3yO1fooAn6p4Lff7OnHT6IMvvBCXd26Amev1CwN27LTBAD4NMaGUw+NpQAAAKpRp+pFBc9v5XzyiascftttApVSapaGHTnpnePrC8AvTXu0wGZxFnrcYGjag6zGZ/HWqofGUgAAAB9DBc8/mVassGzfrpQNrVsbO3YUqJQmEXHuN3flHBWAv0rZYLOWnJbd6qJAAd9FDKceGksBAPBegfXqJXzxhVLWJSYKeAPGhkM1CQgKMnbtalq+XJYjRowQqKzmkQnuN5mlAYDPI4ZTD42lAAB4r4DgYGOXLgJehbHhUE0MrVsnfP65Zdu2/Fmzgvv3F6isML0xLij0aFG+cnNnTroA/FXvoQaH3XlMSWymFfBdxHDqobEUAADAx1DB82f65s2jn3xS4Nw0jazliuG2H6M3HPxXn2FGAT/ATKnqobEUAADAx1DBA85RU7dZGiwO2/78LAEAvosYTj00lgIAAKiJseEAz9f45MlSOS8VgG8jhlMPjaUAAACqkVUvxoYDPF/TyFruN3dmE8MB8GXEcOqhsRQAAEA16lS9qOD5lfyZM/N//FGgSjU5uTfcDnrDAfBpxHDqobEUAADvZdm2bV+LFsole+JEAZSggudXst54I+Oppw707Zs7dapAFWkcHqdx+x7tYJYGAD6NmVLVQ2MpAACAmhgbDlUo/4cfHMeOyYI9Pd28YYNAFdFqNA3DY3flHFVuMjYc/Na0RwtsFmehxw2Gpj3IanwWveHUQ2MpAACAmhgbDlWmuDhn8mTXrYg77hCoOu6zNOzPzzLbrQLwPykbbPvWOS+5Rx0CvosYTj00lgIAAPgYKnh+omjRIuvevUrZ2KWLvnlzgapTapaGHczSAMB30dFRPTSWAgAA+BgqeH7ipK5wt98uUKWanjxLw86c9NYxdQTgZ3oPNTjszmNKYjOtgO8ihlMPjaUAAABqYmw4VAnLtm2mFSuUcmCDBkG9ewtUqSaRpWM4AfifPsOMAn6AGE49NJYCAACoRla9GBsOVSLn009dZWdXON70qtakVG84TkoF4LsYG049NJYCAACoRp2qFxU8n2c/cqRg7lylrI2ODr3iCoGqVjs4IjTQ4Lq5g95wAHwXMZx6aCwFAADwMVTwfJ5l505NaKhSDhs2TAQGClQD91kadhHDAfBdxHDqobEUAABATYwNh3MX1KtX0oIF0c88o2/aNPz66wWqh/t5qcfMhdnmQgEAvoix4dRDYykAAN5L37x5/S1bBLwKY8OhSgQYjeE33SQvAtWmQXis+809uRkd4uoJAPA5xHDqobEUAADAx1DBA6pEcli0+819eZnEcPA30x4tsFmchR43GJr2IKvxWby16qGxFAAAwMdQwQOqRMOTe8PJGE4AfiZlg81qchZaXcQYlL6MGE49NJYCAACoibHhAG9RPyzG/eZeYjgAPooYTj00lgIAAKhGVr0YGw6VZt64URsZqUtKElBFUkiUNkBjL3YoN/fmZAjAzyS30SknpYbHMZemLyOGUw+NpQAAAKpRp+pFBc9XZb30knnTpuCLLgq/9VZjhw4C1Uwm2vXDYnbnHlVuclIq/NDQCSECfoAYTj00lgIA4L2KCwvlb3KlrEtM1NWtKwAqeD7KtHq1eeNGWSj880/bgQOJs2YJVL/ksGj3GE5m3Hy/APgeYjj10FgKAID3sqakpN16q1KOvPdeeRHweIwN5880msqf1aXV6xM++EApG1q2dP+vHA6HwFmq4HvxWo+rU/KzXDctxY4gbSUHqudtAuCxiOHUQ2MOAADey5GX5yprQkMFvAFjw/mtgBKisozt2p3mfyZ7PSsVfy/axtaVFwEAPo0YTj0csOFLAnRuew/aGwH4gZNiuIgIAZSgggcAACqOGE49NJbClwSE/DeAqD03VwCAr3Pk5LjKmrAwAZSgggcAACqOGE49NJbCl7j/BC0uKBAA4Ovcmxw04eEC3oCx4QAA3mLhVJPD7jxsNe2uS2yuFfBRxHDqobEUvsR9XCT3E7UAwFfZU1NdZWI4r6DOGF5U8AAAVWLRNLPV5CyERgcRw/mwys8fhLNFYyl8iSY2VgQen7vK5vbTFAB8lXnTpuOlgIDA5GQBj6dO1YsKHgAAqDhiOPXQWApfEqDRGJo0Ucrm9esFAPg2h8O8ZYtS1DdpEmA0CqAEFTxPNmjQIPkGtWnTxmazlbvBXXfdJTd4/vnnBarNkSNHDAaDfJ0feeSRU21TVFTUqFEjuc2wYcME4K+S2+jqt3NewuMIanwZ7656aCyFjwls2lQpOPLybGlpAgB8l2XHDnHiZ7yhbVsBL8HYcJA2btz4+uuvC9SQWrVqPfXUU7IwceLEDRs2lLuNTEL37NkTGxv71ltvCcBfDZ0Qcuu7zkvTHowe5suI4dRDYyl8jCuGk0xLlggA8F3a2NjIBx4wduggiOG8CmPDQTFu3Li9e/cK1JAnnniiWbNmVqv1nnvuKbt206ZNb7/9tiy88cYbMTExAgB8GjGcemgshY8J6tbNVc7/9VcBAL7LGcPddVfCtGn1li8P7tdPACdQwfN8er2+sLDw3nvvFaghBoPho48+koXFixdPnTrVfZX8Bo0aNUomdP369eOMVAD+gBhOPTSWwsfomzfX1aunlE3LltmzswUA+DpNWBjTpMIdFTxPprw7Dz30UHBw8Ny5c6dPny5QtahKmAAAEABJREFUQ/r27Tt06FBR0jMuLy/PtXzSpElLly4NCwuTBQEAfoAYTj00lsL3hA4ceLzkcOR99ZUAAMCTMDYcpPr16ytjk8k8Lj8//4zby23uuuuuli1bymyoffv2d95557p16wTO2fjx4yMiIg4fPuyaEyMjI+OZZ56RhbFjxzZo0MC1ZWZm5tNPPy2Tu6ioqN69ez/55JPZZZp7Fy9efMsttyhvU7du3eTbNH/+fAEAHo8YTj00lsL3hAwa5CrnTJ5MhzgAgOeQVS/GhoPi8ccfb9asWVpampLHncbevXs7dOjw8ccf79+/v02bNjk5OZMmTeratauMkATOTUJCwssvvyxK5mrYUjL39AsvvCCTOJl1Pvjgg67N/vnnH7lEbrl+/XqZsu3YsePVV19t167dv//+69rmr7/+6tOnz7Rp07Zt29aiRYtdu3bJt6lfv35jxowRAODZiOHUQ2MpfE9gcrKxZ0+lXFxUlPPxxwIAAM+gTtWLCp4nU94dea3T6ZSxyd5///3Vq1efZvsRI0bs3LnziiuuOHLkyOLFi/fs2TNz5ky9Xv/YY4/J6Efg3Nx9993du3e3Wq0PP/ywzM7k2xEYGPjpp59qtVplg+zs7Ouvv/7AgQMyME1PT5fRm3wj3njjjZSUFLm8oKBA2ey1115zOBwyxZM56fLly48ePaqccTxhwgTm4oD3WjjV9M/nZnk5tM0u4LuI4dRDYyl8UvRjj4kTn+3cadPMmzcLAPAV9vT0Q1dfbVqzRgCnQAXPW/Tt2/e2226T2c2oUaPs9vJ/4n744Yd///13cnLyjBkzgoODlYVXXnnl2LFjZeHee+891R1RQfL7MnHiRFmYN2/ekCFD5NsxevToDiWTUCteeuklmb7JMHTcuHEyoVMWPvLII/JdO3To0KuvvqosUTrT3XLLLaGhocp/e91118lo78477zSZTALwToumyQxOJnGmQ9vZ1fgyYjj10FgKn6Rv0iT0yiuP37Db02UNlVNTAfiG4uKjY8ZYtm5NGzo045lnHLm5At6GseHgbvz48XFxcWvWrHnvvffK3eDLL7+U1w8++KBer3dffs8994SHh2/btm337t0C50aGbjIvk4XNmzc3a9bsueeec1+rdGq76aabSt3rxhtvlNfff/+9crNhw4by+uabbz548KBrmzfffPOjjz4677zzBAB4MGI49dBYCl8V/dhj2vh4pWxPTz8yYoTDbQIsAPBSuVOnmlauVMr5P/1kO3xYwNswNhzcxcTEvPLKK7Igo5/U1NSyGxw5ckRet2zZstTyoKCgJk2ayMLWrVsFztkLL7xgNBpl4X//+598bV3LzWbzoUOHRMmMDRefTJnVYf/+/cqWTz75pLxesmRJ3bp1O3bseN99982ePdtisQjAmyW30dVv57yExxHU+DKdgFpoLIWv0oSHx7///mHZSmmzyZvOniO33prwxReasDABAN7JumdP1ptvum5GPfCAvlkzAZRBBc+7jBgx4ssvv1ywYMEjjzzy3XfflVqbV9KOWLt27bJ3VBamp6cLnLPQ0FCDwWAymWJjY92XZ2ZmOhwOWVi0aFG5dywsLMzNzQ0PD7/kkkvmzZv38ssv//PPP2tKvP/++4mJiTLgk2+xALzT0AkhAn6AkFU9NJbChxlatowpaZZUyCTu8A03WFNSBAB4IfvRo0fuvFNYrcpNQ9u2EbffLoDyUMHzKPb09JzPPku7/faCX3891TYff/xxYGDgjBkzZI5TalVSUpK8TktLK3svpaNcdHS0QLWpVauWMh7csWPHik9BZnDKxhdffPHff/994MCBKVOm3HDDDXq9/tChQ3fccccHH3wgAMCDEcOph8ZS+LawG2+MvPde103r3r2HrrmmaOlSAQBexZ6VlXbLLbYT4w0FBAXFvfmmIGrxTowN5w8ceXlFCxZkT5yYNnz4gb59j73xhmnZMuupB3Fr1qzZmDFjRMmsncpw/q7PSaNGjYTbmY/ulPk33ScTQJXTarXKyG7Lli0rtSo/P3/Dhg3ZJwYgPnz48OaSacHq1q07bNiwb775Jj09/ZprrpFLZs2aJQDAgxHDqYfGUvg8GcNFP/6462ZxQcGRESOy3323uLBQAIA3cGZww4ZZT/wID9Dra73/vq68M9Tg+WTVi7HhfFixyXT0scdSBwzY37Xrkbvvzv7gA9dgjmf0zDPPNG7ceM+ePTK+EW5ZqpLjfPrpp7aScTZcvvrqq4yMjJYtWzZo0ECgOl1ZMvGXMpuqu48++qht27YXXHCBKMlJExMTu3XrJrM51wYRERFXXHGF4CsJwOMRw6mHxlL4g/Dhw+M//DCgZPJ4RfZHHx248MLs999n3gYAnq/on3+se/a4btb66CNjt24C3kmdqhcVvJoSYDSali61HThwqrWnuW9QUND7778vC6UG9b/++us7duy4bNmyq6++uvBEI+KsWbPuuusuWXjcra0R1WT06NFxcXG//PLL//73P+uJkQEWLVo0btw4Za28rlevXp8+fWQGd9111x048QEoKCiQUZ0sDBw4UACAByOGUw8tM/ATweefX2f2bH2LFq4ljtxcGcPJMO7YhAn2jAwBAJ4q9Kqrwq69VpT0g0uYPJkMDmdEBa/62FJTC379NfOFFw5dfXXul1+W3cDQsaP7zYCgIGOPHpH33pvw+ecRI0ee/j/v37+/DN3KLp86dWqbNm3mzJlTq1atnj17NmzY8KqrrpKJzzPPPHPLLbcIVLOwsLCvv/46MTFx7NixMTExMm674IIL5HV2dvY999wzdOhQZTOZuEVGRs6dO7d+/foyOb344oubNWu2ZMkSmZ8qmSkAeCxmSlUPjaXwH7ratROnT8+bNSt74kT7iTnFigsKciZPzp02Tf7KjbjjDl1iogAAzxPz/PP2rKzwm28mg/MBjA3nZWw289at5jVrTOvWmdeutbtNS2qqVy+8TApmaNfOlpJiaNNGXvRt2+obNTqrYRzffvvtX3/9Ne/k3votWrRYuXLlO++889dffy1btiw2NlZGP8OGDZNBj4Aq+vXrt2HDhjfeeGNFCfkWXHLJJSNHjpR5qGub8847b+PGja+//vqiRYt27969Zs0amcfJuzz88MMk4/BeC6eaHHbnB7hpd11ic62Ajwqg6lBNlKl87Ha7zWazWq2yAUc2o9WpUyfU7WQ9wOcVm805U6bkfvqpw23wDietNvTyyyNGjQps2FAAAFANjh49ajKZCgoKjCfo9frAwECdTqfRaAJKiLPkXsGTcnJycnNzExISIiIiBM5N4e+/pz/88KnWauPikhYsEBUm31z5Lotq4HA4+AF1VqrvvTgN+SUVgLcZ1z/H6pw2RgwcHdRpsF7A81gslszMTGVgSlftIrCEVqtVahdn/E84KVU9HLDhhwIMhshRo+rOmyevA0JC/ltht+fPmXNw4MD0++83b9kiAEB1jmPHjo4eXTB3rgDOARW8s2XZvj3v22/LLtfWqXOqu+gSE42dOsm2PQEAgJfjpFT10EEafksTGRn50EMRI0fmfPVV7pQp8qeva1Xh/PnyYuzePfLOO41duggAUIVsCch69VVHdrZp1argvn0DgoIEUClU8M5Ixmfm9etNa9ea5WXdOkdurlxoaN9e36yZ+2aG5s0D9PpiZc4ErdbQooXcxtCunbFjR21cnAAAX5fcRmcr2QWGx9FfypcRw6mHxlL4uYCQkMhRoyKGD8/77rucyZPtR464VpmWLk1butTYrl3EqFFBffsKAKg2trS0jCeeMK1Yody0Hz2a/f77UY8+KuCLGBuuBhX9+2/R4sXmNWvMGzeWXWvZtKlUDCd0uvBbbgkIDpa5m6Ft2wCDQQCAPxk6IUTADxDDqYfGUkCUnKYqK9nhN9yQ9+OPuZ99Zt2/37XKtG6d6Z57ZKU8YuTIkEsuERpagQBUsdwpU469806xyeS+MCAwUMAXyaqXChkZFbxTyf3mm6K//z7VWvOGDaFXX11qYdTo0QIAAJ/Gr1z10FgK/CcwMOzaa+v8+mvc+PH6Jk3c11i2bz/66KMHL7ssb8YMYbUKAKgK1n37Dl93XdZrr7lncIbWrRPnzIl88EEBX6RO1cufK3jFBQWmJUuy338/+6OPyq41tG1b7r2cnd9vvz1k4EABAID/oTecemgsBUrTaEIuv1xeCufPz5k0yf2kFev+/ZnPP5/9wQcRt94adv31AUajAIDKMq1enXbLLe5LNKGhUaNHy92LAM6Nv1XwbAcPKkO8mdassezYIRwOuVBXt27kXXeV2tLYurVS0EZHK6O8yWvnQvqfAgD8GDGceugNB5xK8EUXyYtp6VLZnG5audK13H7kSNZrr2VPmhQ+dKi8aMLCBACcPWPbtvrGjS27dik3QwcPjn7sMU1UlICvY2y4quI4dizj+edlAGfPzCy71paaKjco9Z3St24dO26coW3bwIYNBQAAKMFJqeqhNxxwesbu3ROmTEn4+uugPn3cl8uaffZ77x248MJjb75pz8oSAHC2dLqYV18VGk1ggwYJ06bFvvIKGZyfYGy4qiJbwooWLiw3g1OYN2wofZfQ0NArrySDAwDAHb3h1ENvOKAijO3aGT/6yLJ9e/ZHHxXOmydOfHGKCwpyPv00d+rUsGuuCb/jDl1CggCACjO0aJEwaZKxRw8BVCmfqeBZ9+1znm26fr28jrjjjpBBg05ardMZ2rZ177EuGVq21Ldpo2/eXN+ypfyKCQDAOVg41eSwO5t2mnbXJTbXCvgoYjj10BsOqDh9s2bxb71lTUnJ+fjj/J9/FjabsrzYYsn9+uvc6dNDBw6MuOuuwORkAQBuLNu2ZT7/fMxLL5Wa/kUig0N18OIKntVq2rjRvG6dM31bu9a9v7lp7drSMZz8BnXo4MjLcyZuMn2T182be/IobzIetdvtAh6gEu/FzX9OthU7lHLr6MRnOl4mAD+waJrZWjKPVGh0EDGcDyOGUw+94YCzJVO22JdfjnzggZxPPsn/4QeZwR1fYbfnz56dP2dOcL9+EXfeSQs8AMmRn5/99tsyqZflzGefrf3ttwJ+j7HhTiVvxgwZWJ9qrczmyi6MfPBBphWGOn7fv6XAZlbK2aZC0VEAgM9gbDj10BsOqBxdQkLMs8/W/fPPiNtvDwgO/m9FcXHhH38cvuaatJEjS50mA8DfFPz668HLLlMyOFEyTFXOF18I+DdZ9WJsOMm6e3fZhbratU+1fWCDBvrmzQVQc3Sa/36lurrFAYBvoDeceugNB5wLbWxs1KOPRowalfvll7nTpjlyclyrTIsXpy1ebOzQQa4tNb0DAJ9n3b8/8/nnTcuXuy80tGoV1L27gH9Tp+rlcRW84mLr3r2WzZvNmzc7r7dsKS4qSl65MiAkxH0rY/v2/90IDDS2amVo315e5MGUCUxQ4wI1/52OZ3VwcjH8xdPzIgT8ADGceugNB5w7TXh45L33Rtx2W0TRuw0AABAASURBVO433+ROmWLPyHCtMq1ZY7rrLtmAHzFyZMiAAUJDb1/A92W//768uC+RWUPUgw+G33yz4LALVXhIBa/wr7/Ma9aYN240b9okc7dSa01r1wb16uW+RH5Twm68UVe7tjN668gpf/As7jGcjRgOgG8hhlMPveGAqhIQHBwxYkT4Lbfkff997uTJtkOHXKss27YdHT06+7335AahgwcLHXs5wGdlf/BBqQzO2L173CuvaOPjBVDCf8aGy/3sM5m1nWqtTOhKxXBSzLPPCsAj0RsOgA+jt4h66A0HVK0AvT78ppvq/vZb7LhxgQ0auK+y7tuX8eyzqf375375ZbHZLAD4oojhw11nz2nCw+WuIOGzz8jg4M6XxoZz5OcXLVyY/e678tBWdq2hbduyC+WB0tipU+SoUUF9+wrAexDDAfBh9BNRD73hgGqh04VeeWXo4MEF8+blTJpk2bbNtcaWlpb1yivZH30UPmyYDOw0YWECgA8JCAmJeeKJo48/HtSnj8zgtDExAlBdtVbwrCkp5nXrnGebrltn2blTWWho3Tr8lltKbalv1UopyCTa0K6dsX17Q4cOhvPOo1c4vNHJJ6UyRQMAn8KBWT30hgOqkUYTcskl8lK0cGHOxx+7n5jjOHYs+513cj/7TCZxYcOGaaOjBQAv5MjJ0USUHro4ZNAguZC5WVCDqqOCZzt4MOvVV01r1shDWNm15o0byy40du4cN2GCoU0bXd26AvBy7jOl0hsOgI/hpFT10BsOUIH8NZ7w1VcJX3xh7NbNfbkjPz970qTUiy7KGjfOlpYmAHiPYovl2IQJB/r1s6enl11LBofT8NKx4bSRkYXz55ebwSnM69eXvktcXMhll5HBwTcYtIGusq2YGA7+ImW9bd9au7zkZRAd+DJ6w6mH3nCAaoxduiR06WLeuDHn448L//rLtbzYbM796qvc6dNDr7giYuTIwORkAcCzmVatynjqKVtqqixnvfZa3BtvCKBiZNXLY8eGs+7ebVqzxrx2rXnDhujHHw/q3fuk/zMkRN+4sWXXLveFhjZtDK1b61u00J93nr55cwH4rmLx3zfX7iCPgL+YNqbAanIWBo4O6jRYL+CjiOHUQ284QGXy50r8xInyZ4wM4wrmzhWusUVstvyZM/NnzQoZMCDizjv1zZoJAJ7HkZd3bPz4vO+/dy2RX+Swm24yduwogApQp+pVwUcptlhk4nY8elu/3pGd7VplXreuVAwnGTp1CjAY9C1byouhVSt906ZCqxUAAMDLEcOph95wQI3QN24cN3581IMP5kyalDd7trBaj68oLi747Td5CerTJ+Kuu4zt2gkAHqNowYKMp5+2Z2W5Lwy57LJS0yIDNa4iFbycyZOPTZhwqrXu45m6xDz3nAAAAD6HGE499IYDapCubt2YF16IvO++nM8+y5sxo9hkcq0qWrhQXoydOkWMGhXUq5cAUKPsmZmZL75YOG+e+0JdUlLsSy8ZO3cWwNlQf2w46549gQ0bltpGFxd3qrsHNmpEp2wAgPT0vAgBP0AMpx56wwE1ThsfH/3kk5F33537xRc5X31VXFDgWmVatUpeDC1ayDAuuF8/oWEGG6BmZDz7bNE//7gvibz/fvm1FcDZq/ZGUIdDc+CAZe3arN27zZs3W7ZulcuS16wpdRAxtG/vKgcYDIY2bYzt28uFhnbtys7/CwAAfBgxnHroDQd4CE1kZORDD4WPGOGcruHLL92nojNv2ZL+0EOBDRtG3HFH6MCBQsdOElBb9GOPHVy8WDl/3Ni1a+yLLzL5IzxN4c8/mzZvNm/caN2yRW+xFJy8Vh5KDK1auS+Rn+HQwYMDmzUzduggMzgBAAD8Fd091ENvOMCjaMLCIu+6K2n+/KjHHtPGx7uvsu7Zk/HUU6mXXJL79dfFZrMAoKLA+vWj7rtPGxcX98YbCZ9/TgYHD5Tz8cf5X35pXbdOWCxl15rXrCm7MPaVVyJuvZUMDgAAP0cMpx56wwEeKMBolL+Lkv74I2bs2FK/9m2HDmW99FJqv345n3zifvoqgCrk3h3VJWLkyDo//xxy6aUCODeVbgR1ZGcXzJ+f+cYbeT/8UHatvnXrch4rKMjYtWvkPffIawEAAFCeALKhalJcwm6322w2q9WanZ2dn59fp06d0NBQAcAzORwFv/wiQzfLrl2l1mjCwsJvvjl82DBNZKQAUBVshw9nPPecPTW1zpw5IjBQAFUtIyOjqKiooKDAeIJerw8MDNTpdBqNJqCE+/bWPXuKVq82rV1rWrPGunevsjC4d+/an37q2kap4GVPm3Zs3Dh5MyA+3t60aWjXrhHduxuaNRNarQBQMWa7resPr27PPiIqJcYYsvXGsWGBRgEAarFYLJmZmTLbkWVX7SKwhFarVWoXZ/xPiOGqS9kYLi8vr27dusRwgKcrLi6cPz9n0iTzpk2l1gQYjWHXXRdx++2lTmIFcHZstuzJk3M+/FA56Tty1KjIhx4SQFU7evSoyWQ6Ywwnm14yX39dRm+OvLyy/4kmIqLBihWum0oFz5ySUrRhg7Z16zy9Picnp3bt2hHMtACcvb8Pbr/sl4miUj4+/+ZhzboJwIekrLcVO5wHppgkTVgsQ1p5oiqJ4TgpVT2MDQd4h4CA4H79an/3XcInnxg7dXJfU2wy5U6deuDiizOfe86WmioAnD3T6tUHhwzJfvtt18CL2ZMm2Q4fFkAN0RgMhQsWlJvBSY6cHGtKSqmFurp1g/r318TFCSp4wDm4oE6zaxp1EGevT+0mZHDwPdPGFHzxYL68bF9sFfBdTAKoHjoeAt7F2LNnQs+epnXrcj78sGjRov9WWK1533+fN3NmyIABEaNG6Zs1EwAqwHHsWNbrr+fPnu2+UFurVtxLL+lq1xZANTieke3ZY9+1q2Dr1rwtW6JffVXXrp37NrqkJG1srD0j4797GQyGFi0Mbds6r1u2DExOPs1DUMEDzsXLXYf8tn9zvvUsZsTSBAS82/t6AQDeiRhOPTSWAt7I2K6d8eOPLdu3Z3/wQeGffwrXzy2Ho2DuXHkJOv/8iDvvNJ78o67iigsKAkJCBODbiovzZsw49uabjtxc98XhN90U9cgjAcHBAqhSxUVF5vXrrf/+a1u/3rh1qygsdPUrsKxbF1xmjx3UpYs1NdXYurWhVSt50TduLDQVPWWECh5wLpJCo57rdPljS2dW/C53tzy/WWQtAQDeibHhqgtjwwG+x7pnT84nn+T//LOw20utMnbuHCnDuB49xNk4eOmlxq5dY8aOFYBvs9sPDh4sv0GuBYHJyTGvvFLp/Bo4jWNvvSX31adaGzRgQPybb5Y7RUNFuFfwpJwSjA0HnAt7saPjjJcrOFdD3dCoNdc+xcwMAGoEY8N5GRpLAW8X2LBh7Cuv1P3997Drry81saNp5cq0O+44fN11J/WYOxNrSkred9/J+wrAt2m1Mf/73/GyThd511115swhg8O5s+7bV3ahNibmVNvrmjSRe3JRpajgAedIG6B5q+e1Fdx4XNfBZHAAvBq94aoLveEA32bPyMidPDl3+vTioqJSq+RvvIiRI0MHDpTRw2n+h8PXXGPeskWUdAuSkUSpXA/wPUfHjLHu3h03fnxgo0YCqAS73bJzp3nTJsvmzfJi3r5dExJSb8mSUluZN248fP2JcaOCghxNmmhatgxs2zakUyd9ZGTZmVLPCr3hgGoy8p9p03YsP/02fWo3+X3QAwIAakiV9IYjhqsuZWM4+VbVqVOHGA7wJY7c3NwpU3K/+qrUiFeSrk6diNtvD7366gC9vtz77mvRwlWOuOOOqEceEYBPsKWlFRcWlu1zJL8mmvBwAZyl/B9/tGzZIsM18/r1ZdfWnTdPV7duqYVHR482tGtX1KCBJTm5oKDAVVHW6/VVHsPJ40BCQgIxHHCOMkz5530z9jRzNeg1uhXXPMGocABqUJXEcNqxjElUnWRFzVHCZDKZzebw8HD9KX6QA/BGAQaDsWvX8Btv1ISGWnfudO8Z58jLK1q4MP/774XDYWjePODkzm5pw4fbDh1y3TSvWxfUt68uLk4AXq24WKbS6Q88YNm4MfSqq0qtlN8XAZy9w7fcYl692n6k/HGj9C1blp2xOmTAAEPbtkVBQUprqO4EbQlXBlfp80ldFTxZu5N1vLCwMFkLFwDOQbBOH6QL/CN166k2eKjtRdc16igAoObIdriioiIZxgnnOCvl1y7O+J8wNpx6GDoE8FUBISERI0fW/fPP6Kef1iUkuK+yZ2Qce+ONAxdemD1xoiM727W89HhwDkfms88Kq1UAXsu6b9/h66/Pevnl4sJC05o1+bNnC6Bi7FlZhfPmHRs/vvD338uuNXYs54e33PEae/aMvPdeQ6tWokZRwQOqyj2tzu8Yl1zuqrqhUY+37y8AwPvpBNTC+b+AbwswGMJvvjn8+utl+pDz6afWlBTXKkdubvYHH+R8/rlcG37rrUeffrrs3S1bt2ZPmiR/UgrAC2W//768uC859tZboYMHC6BcxcWWHTvM69aZ1641rV1rO3BAWRwyaFDwgAGltjW0bl20cKEs6JKSjO3bG0ou+iZNREWGX6n+jIwKHlBVtAGat3te2/vHCWVXvdHjGmZmgM9LWW8rdjgPWzFJmrBY2nh8FjGcemgsBfyCThd69dWhV15Z8PvvOZMmWbZvd60pLirK+eKLnK++EhZLub8eZQwXdMEFBrcx4wDPZ964MePJJ6179rgvNHbqFPPSSwIow7xhw7F33zWvX19cUFB2rWXTprILQy65RN+smaFDB210tDhLKmRkVPCAKtQpPnlo066l5mroV7f5FfXbCMDXTRtTYDU5CwNHB3UazGBWPouTUtVDYyngRzSakEsvTZw1K37iREPLlietOkUG52S1Ok9NtdsF4A2KTaasV189fMMN7hmcDEpiX301YerUwHr1BFBGsc1mWrKk3AxOsu7d6ygZ9thdYKNGwf36VSKDUwcVPKBqvdJtSIwxxHVTr9FN6HGNAABfQQynHhpLAT8UfOGFtWfMSJg82di1a0W2t2zdmjttmgC8gYxL8mfOFK4MIiAg7Prr6/z2W+gVVwj4MfPmzc6ZOh5+OPXCC22pqaXWlm6ZKBHYoEHYtdfGvPBC4pw5Gm+bU54KHlC1Yo2hz3ca6Lo5pv3FzI4KwJdwUqp6aCwF/JaxW7eEbt3MGzemP/DAqSb7czn23ntB558fWL++ADybNjY2asyYzOefl2V9s2YxL71UbsICnycDWdcob+YNG4oLC12r5EJd3bruGwcYDIYWLSy7dhlatzZ06GBs187Qvr0mMlJUD8aGA7zR7ef1mLJ92eqjKXVDo8a0Y2YG+Iun50UI+AFiOPXQWAr4Ofmb056RccbN5C/YzOeeS5g6VQAeL+zaawvnzw/q3j38lluEhi72/kjmsHkzZpxqrXn9+pBBg0otjHv77VLZXDUBuaS+AAAQAElEQVSRVS/GhgO8kWuuhjd6XGPQ8osVgE+hxqweGksBP5c5dmwFx30zrVqV9+23AvAkptWryx3Pq9ZHH4UPH04G5w/KnmEqaWNiTrW9oUULbXlxmzoZnFCr6kUFD6gOneKTv7hwODMzAPA9tC2oh8ZSwM/lz55d8Y2zJkwIvuACbS0GQ0HNc+TmZo0fn//DD2HXXRcj02T4DUdOzvFTTeVl48bAevUSy+zHDO3aucqa0FB927bG9u2NHToY2rYNCAoSfoAKHlBNrm/cSQCAzyGGUw+NpUD18fzvV9arrzqs1or3GCo2mY7+73+13n9fADUqf+bMrLfecmRny09v7vffB192mbFzZ4GK8caAxrJrl2X9evOGDaY1a6y7d5+0aufO4oKCgJAQ94UybgsZNEhey+hN37y58DCMDac+XhAAnoy2E9Q4Yjj18IUHqpx7Xb/cer/n/BjInTWrWKs9q7sULl6c++OPTDqJmmLZvfvYuHGmdeucN058enPnzNF37Cjg5lTHd/eBySpeB8ifPTt08GBRQ2TKdkg++qn3nDKbC+rd232JJiIi7rXXhKdibDg1lXtQJpUDUONcO2rXoZldN2oQMZx6qIUAVatUFb+4RKlVHiLn448dDocIDKzIxgHBwbq4OE10tDY21pqZ6bwjoK7ioqKczz7L/fZb52iGJz63mpCQyPvuCx0yhM/k6Sk1e/cavyjZKZ25xl9cnPnii/kzZ1Z3DGdPTzetXm1ety64Tx9jz57uqwJCQvTNmlm2bSt1F5m1Gdq2NXToENiggcDJqOApXMdi4XZEdr8GgBrhOi6XCuM8MIlLWW8rdjifVUySJiyWoNBnEcOph8QdqEL/1eytVnNqqvx+yWjAVdH3tJggZ+ZMh+6//a0mLEwbFRUQEaGVl6go+ftWGxkZUFKWS4Re735f0549AlCRZefOnPfftx87Jo9b4sTnVkYwEbffromM5AN5epqSE88D9PrAxMSzq/HbbEefeqrg559FdXA4zNu2ydzNvGaNee1a2+HD4sTTKhXDiZL3WonhZOJmaN/e2L69vA5s2FDgFKjgiZPjti+3LztUmCPKay0TAKAW90NwmM4w6rxe8hjtOjR7ZhI3bUyB1eQsDBwd1GmwXsBHEcOph8oHUFXcv03mvXuPXHWV8Gzakst/cnPFwYPyb7CVXABPoykzk7pj0aJjixYJVIyuUaOY777TlJBVfHl9xgwu/aGHCv/6S1Q107Jl2ZMmmdevLy4qKrvWsmlT2YWhV18d3KePjN5k6iq8H2PDqUw2g03evnRF+j4BAB6jdlD4iKbd5Q5Kc4Lw4D5x8HkVHSwc545vOFC15IHTUUIAgIexlbDb7e67qfKHsLRYSmVwGU8+KaqITN9kElduBieZNmwQZXahhlatgi64wGcyOMaGU4Grs5vyaSeXBOCBrFar66DMngo1i95w6uGrDlShYjfHF2m1uvh4AQA1pFhW8TMyREmHIJnBaU7MjHyaAaGLCwuP3HefTMrcF5pWrhQVZl6/3rR2rfNs0/Xr6/76a+lpTNu1K3sXfePGhk6dDG3aGNq2rfj0zd5InaoXFTxF6YMyAHgSeVx2nzdJ2V95WjvK0PEhrrHhBHwXMZx6aCwFqoT7WDPubVmBiYn1Zs4SAFBDzNu2pd4yVJTsnWSru06nCziZOHmuBpnBpY0YIeOzUv+P7dCh0zyKIyfHOcrb2rXO9G3DhmKz2bVKLgnq1ct9Y01UlC4x0X7smAzdlFHenGebhoYKVB0qeMItg3M/LkcYgr+57A4BADXkgb+/3ZWdLkqax+RxWVnoGixCuelRYVxyW/IZv8DbrB6aB4Eq5F7jFwDgSZQYTpyo67tX910cublH7ryzbAZ3eukPPlj4xx+nWiv/t1IxnJTw+ee6pCThrxgbTk2lYjhdgKZ9fD0BADUkOPC/WQ7kcVlpElNOSj3zsK1AtaGvo3r4kgNVi7HhAHgmJYZTxqBRrkudrGfPzEwbPvw0GdyxN9+0paaWXa6NjT3VXQxt22rLOzHfnzM4oUpGRgVPQdsYAE+mjNnqGhiO8+hRg+gNpx6+5EBVcT92UuMH4GmUfZO9hFardd9lycjGmcENHWpNSTnN/5Dz6acypEuYMqXUcpm15X3zjVLWREbKm4b27Z1nm7ZtG6DXC9QEP6/gueZnECeOzgIAPIzcNdlPcB2XBVBDiOHUQ2MpUOU4ggLwTEpdv2xju+3QofQ77jh9BudUXGzeuLHsYmPHjqFDhhjatZPpm75JEwEPQAVPQe8SAJ7MfYJUdlOoWcRw6uHbDlQHvlkAPJBS1y/VXde6b1/6qFH2087AcFxAQLHJJJM4Q+vW7ot1derEvvyyQIUxNpzKeDUAeCDXyJUe3mCQst7mmik1LJY2Hp9FDKceGkuBqkVzFgCP5ariy2vL/v0Ff/xhaNo059VXHRkZFawNRI0eratVS+AcyKoXY8MBAJTDged31502psBqchYGjg7qNJixJnwWMZx6CAuAKsfXCoAHKtXYbt25M/ebb3RabXFubsUDG8uWLdoRIwTOgTrHCI5EAODhXMOzCsADEMOph689AAB+SH/eefK6uKjorO51mnlU4VGo4AGAF6HtBDWOGE49fOEBAPBDutq1NZGRASZT9N13F86da165UlSgSmCryBByOBPGhgMAeIuh40NcY8MJ+C5iOPXQWAoAgH+Kf+cdQ0yMLjo6/LrrHFlZhX/+WTB3rqlieRzOBWPDAQC8RXJb8hm/QMiqHhpLAQDwT4HJyZrISKWsjYkJu/76hC++SFq4MPqpp4wdOpzqXlmvvCLg8ajgAQCAiiNtVQ+NpQAAwEXmceFDh8qLPT09/9dfneerbtzovgHDw3kFKngAAKDiiOHUQ2MpAAAoSxsfH3HrrfJiO3Qo/+efC3/7zbJtm1xu3bNH4NwwNhwAAPAoxHDqobEUAACchi4xMXLUKHmx7t9fUJLHCZwDWfVibDgAAOBRGBtOPTSWAgCAigisVy/ynnsS58wROAfqVL2o4AEAgIqjN5x6aCwFAADwMVTwAABVYlz/HKvJWRg4OqjTYL2AjyKGUw+NpQAAAGpibDgAAOBRiOHUQ2MpAACAmhgbDgAAeBRiOPXQWAoAAOBjqOABAKrE0PEhxQ5n005MEoP4+zJiOPXQWAoAAOBjqOABAKpEclvyGb/A26weGksBAADUxNhwAADAoxDDqYfGUgAAANXIqhdjwwEAAI9CDKceGksBAABUo07ViwoeAACoOGI49dBYCgAA4GOo4AEAgIojhlMPjaUAAABqYmw4AADgUYjh1ENjKeB7XunezZyXd8bNrnr11TYDB5W76rtHHt4yb96Ql8a1GzJEVLWFH3/013vvdR8+fMCYxyp+r9T16z+9+ab4Jk3umfWjOGf7Vq784rZb67RqNfLb6cIvpW3d+tG118Q2bHjfnJ9EtbGaTIsmTdqzbOmRHTsiEhOvevmVSTdcL5c/sWSpMTxceCTllYmuV++BX+eeapvl06bNffWV9lddNfiFF0V5H6exrVoKz/4zUbMYG85vzVm84I+Vy/YcPrht396QoKAmdev1bd/pugv714qKdt/sg1kzXpr6yQ0XDXjzvtGn+d8+nvPD/z7/+Jq+/d598CyOp57DZLHsPZx6XnJD4bWa3XxlXmHByk+m1YmNFzVHeRpLP5qSXKu2QHnW7tjWvmlzgUoZ1z/HanIWBo4O6jRYL+CjiOHUQ2MpAKCazJswYeW33yjljD17QmNjBQBVUMHzNPIduefNV2b/+49rSZHFnJGTvXTzhvd++PblUfde0/di4U/kH/7gO68PHTDQq2M4eL6DGen3vvlqsNHw9XOvCACnRgynHhpLAd/z5NJl7jdlDvLLSy8ltmw1anpFe361uPjiWk2bJjRrJoBzsGvxYnnd4eqr+4y6M7JOHeEr6rRufcF999VqyhcEnosKnqf5fO4cmcHptNrbLxs8sEefZvWSTVbL9pR947+dunLr5gfeGR8RGn5xp65n9X92bHreI9fdfF79RsILzfl3QerRdIGqcO9V11ss5oiQUIEyVm/fumLrpr7tOwoAp0UMpx4aSwGU1erSywRwzsx5ufK61x13+FIGJ9Vt21ZeBFBZjA3nh6bMdY4A8NId9w67ZKCyJEyExLWJ6tGq7U0vPLVw/Zo3pn95tjFcp+Yt5EX4jY17dv2+fHGbxs36d+4mfNrHc37IK8i/56rrgw3Gimz/wNU3CKDaDB0fUuxwHrZikjQCvot3Vz00lgIAqondbpfXemOQAHCCrHoxNpy/cTgcuw4ekIWebdqVWqXRaB6/6VZZ2LBrR4GpSODUNu3d9eZ3X/29ZqXwdZ/9PEv+pYUmkwA8QHJbXf32WnkJi+XI4svoDaceGksBf/b1vffsWLDgod9+3/b338u+mmYMC2vZv3/vkaNKTdGwdMqU38e/PviFFxNbtlz8+eTUDRvMBQVJ7dp1vv76Rj16WouK/pr43v41azL27YutX7/rzTefauaH0ziyY8eGn39K27b9yI7tOqOx9nnnJXfo2Om663QGQ6kt7RbLwk8+2fXvouxDh+q1b9/0/L5tr7hCo9W6b+Ow2VZ+++3upUsObtwYEhOT1K59lxtvrNW06WmegKWgYMU3X+/899+MvXsDNJo6rVoltW3b8drrgiIixDk71et8/G/fvn3VjBkH1q/LPXw4sVWrxj17dbnpplJ/kST/5EWffJJ14IDNbK7btm3Drt3kS63R6SryKLlpacu//mrPsuWZKfuS2rY7r99FdVq2KvepnvHJnP5vcZk8fNj+1auV8oQL+srrix9+pOeIEeU+6Gn+NFNu7ut9ess39PHFS1zvhTxyvdazh1x1+bPPdr7+vy4Ac55/bs0PP1z58ivyIyGqjsNul9+IbfPnxzVqdOvnX4RER5eaogE4K+pUvajgeRSZtRkD9UUW867UA40S65Za26Zxk2eH35EYGy83K7UqpyDv7e++Wbxp7d7Dh9s0bNy3faf7rrrelbGWmqJh3c7tlz12/+Xdez13650fz/5+yeYN+9MOt2zY6Iqe5w+/ZJCuzGHF3bBxz/y5asWfb324cc/un5csWLZlc0xYeLeWrUcOurplg9Jjt/2xavk7M75OSTtstlo6Nmveu03HUVdcVer//3b+77P//Xv7/pTcgoLWjRq3bdR06IDLG9dJkqvSsjI7jLhR2ezVaZPl5c4rrn7+tjtF9di8d8/nv/64fOvm1PQjtWNiOjVvOfqGW9ynMpBflnd/+PbHRX+nHk0PCwrq1LzFFT37DuzRu9T/I9++z3+Z8+uyf7fu29M4qd4F7TrefeW1p3rEL+bOWblty+HMo+2aNLugQ6eRA6/UarSi2pSaokF5Nxe9P3lbyr5v589dtW1bREhIh2YtHrn+ZvkW7DiQ8tZ3X63eviWvsEi+NU/efFupuQu27Ns94+8/N+7dLf9S3c61iAAAEABJREFUQ2Bgm8ZN5SfhtkuvMASeNDb/qm1bPvtl9urtm3MLC7u2aDVswKDE2JiLHrqrV5v23/3vNfctf1367+x//1m9Y6vNbu/cvMVVfS66tFvPM/5Ry7ds+vzX2Rv37DyUkdEkKall/UZDel9wfrvS55ae/tXufd+I3SUJ+D9rVyde2b91oya/T3hfACgPMZx6aCwFsOm33/58+y2l3KBLl1Ntdnjb1t8nTDDl5tRu0bIgK0umEjKOGfXNt/PeeGPv8mVyoQzIZOw184knZGpzVqe1rp89e9bTT8mCPjhYhmXHUlO3/vGHvCyb9uWd381wD8IsRUVTR96Rsnp1fJMmMg3Z+uef8rJz0aJr33jDtTfLOXTo+8fGHFi3TkZ4tZo0MeXlrZ7x3fo5sweMGdP5hhtP9Ry+ffDBPcuWyoL8b8Pi4rf//be8rPjmm2GffhbboIGoCuW+zsu+/PKPN9+wW63htWrF1K+/f+3aXf/+u3ne79dOeEMucd134aSP/3r3XVmISqoXmZi4d/nynQsXbvpt7jWvvR5Vr97pH0UGi1/eOUq+LMrLe2Tnjt1LFjfoWs6pTxV8MqICn5mEZs10gfp9K1fIDCu5UyetLjC8doIoz+n/NGN4eP1OneVbs2fpkpaXXKrcRX7MZAYnCzL8dY/h5CdBfgya9O4tqo78efbjM08rGdzwTz+THw8BeAMqeJ7m/PYdf1u+5MmP3w0NCurZ+qQ+cTIyuHvIdWXvsufQwQGP3Ls/Pa1pUrJM8ZZu3iAvMlN4+4Exp3mg7Pz8QY8/kJ59rEHtxDpx8Su3bpaXhevXfP7E2LIxXynv/fCdzM6CDUYZM8nE8Lu///hp8cIvn32pR6v/TsN/Y/qXb3z7pSwkxsbViY9fsmnDgnVrfvz3r48ffVY+4vFtvp36xvRpsqDXBTarl7xmxzYZqUz+dfbEh5+QmaA+UNe9ZZs9hw8eycqsF58gn2RyQnXN7zlr0V8PvjNepj+hQcHNkutv27f3+3/+/HXZ4l9ee6dZvfpyA4vNestLzy5av0Z+ZeQSq832y9J/f16ySD7PN+8f7TontMBUdNMLT8lXUtksOy9XJncyjlQ6fbv7aM7346Z8ZnfY4yIiGyTWWbl1k/zPZy/657PHn5evmFDRV/N+/Wj29/LT1TSp3rb9++QHac32LdOeG3fd849n5+U1rpskY8d/N6y9cssmGdglxR8/ysv89JGJb8iCDN3kK3bgSNq8FUvl5ePZP/z19sdRYcen/5Yv7P1vv+5wOMJDQuX7vnjDuj9WLhvc64JSz8FksYx+/61ZC+fLcv2E2hEhoXOXL5Gv8JV9Lnrr/kfkx+NUT16+aNePfUIpyyB43+HDm/bsnv7XvJEDr/rfiLtcm53x1Zb5r1ajkcljREhYi/oNGib61BAZQNUihlMPjaUA/vnwg/pdunS85pqju3Y37dv3VJut+PrrFv0HXPrEE2Hx8TIEmXbXnakbNnx++22hMTH3zp4T27ChXPjD44/JKESmVxWP4WSi98vL42S99qpXX2054BKlD9S+FStmjHk0++DB9XPmdLvlFtfG2amppty826dMrdfR2Rwq46TpDz+8Zd7v62f3UTruSXPGjpUZnMxihox7WQlN9q1cOf2hB3956aU6rVsnltcLLGXVKhn0RNerJ/Om2i2c4+wUHjsmn8DeZcv+nfzZkBdfElWh7Ou8f/Xq31571RAaetUrr7a85BK5xGY2z3722Y2//vLry+NueOdd5Y7yacigSm527YQJjXs5Myb5Us949FH55898+qkRX047/aPMmzBeZnBJ7dvfNPF9JdP86733Fn78UamnV8Enc6pHKeWyp56W169072bOy7t2/ITQuPJ/e1TkT2vUvbt8d/atXOWK4eTHQynsWfbfbCRHtm/PS0+XH4zgqChRdea+/PKGn36KSU6WGdyp/grgbDE2nB966pYR/6xdlZaVee1zjyXXqt2hWYvOzc9r36R5q4aNTtVPasXWTRd26Dz9hdeULk6f/fLjs59+IKOx+6+5sWyXOpfFG9cFG4O++99rvdq0FyXjqd32yvMyIvlhwfxrLzjDZKwyg7uka48PRz8lIxgZSL045ZNPf5712IfvLHzvUyXCkxmHzOCC9IaPxjyjjGSXU5A34rUXl2xcd8+bL88dP1GU9Br7YNYMnVb78aPPXNy5myzILOblLz+T/9XYyR/JeCs6LOKHlyY8+fF7U3776ab+l1XfuGa7D6U+8t6bMoO7Y+CV/7v9Lvm9y8zNvvfNV2Uo+cC745VeUW9/95X8o2RCNO25lxvWdmY02/fvG/riM3MWL5A5znO3Hu/r/dkvs2UGJ5/5N2Nfad2wsVzy+4qld45/SaZ47o+4bPPGFz6fJF+fN+5/bEhJJmW2Wh54+/Wflix84uN3pz6tagdqmcGNuWn4qEFXhRiDdqbuv+yxB2QSd8noezuf12LSmGfDgkN2HTxw3XOPyc/kF3PnPDt8pLzL0ZxjT016TxbefXDMkN4XKj0c5Sdq5Osvysx0+t/z7rriGlESSj7x0Xsyg7v+wv5v3jdavrDyTZevhvz8lHoOH/w4Q2Zw8gM86bFnldftYEb6jWOflAtbNWhQbvqseOeHb+X1I9fdfNeQa2WE6mwS+/dv+d598vPM2y4fXL8kt63Iqz3x4cflW3nXhHHtmzZlplTg9BgbTj00lgKIbdBg2KRPWl92+YUPPFC3TZtTbaYzGAY+95zM4GTZGB7e8RrnuRgyZBkw5jGZwSkL+z38iCxk7d8vKixl5Uq7xdLsggtaXz7QdYqljHjaDXbGakf37Cm1/cUPPaRkcFKjHj1733GHLCz+4nNlyfa//pIJTnyTJte99bar41L9zp0vfeJJWfj99dfLfQ4ZJY+S3KmTksFJMsq56IEHZZiYcNrZMOWfv3TKFHmRAZA4k1Kvs6xT/j5hvFwun5sSe4mSF/nKV16Ja9x42/z5e5YsESVny8pg0fmHP/KIElSJkpf6hnfekanQgbVrZVJ5mkc5umvXjgUL5At7zWuvu/oVXnj//fKlc79XBZ/MqR5FVEoF/7TGvXrJ632r/hsMKGX1Ko1WKz8GBZmZmSkpysLdJc+wSc/Tneeya/G/8s3a+scfomIWfPThim++jqqbNPyzyWRwqEKMDeeHGtdJWvDeZzIPkvFHypHDMoZ4atLES8fc13LYtaMnvlnunKEyBHnjvtGu0ydHXD6kaVJ94RxFbvvpH+vJobcpGZwks4+nbrldlJzBKs6kVnSMksHJcqBOJ6OrRnWS9hxKnbvcuYPNLyp86L0JsvDsrSNds0lEhIRNffoFmU+t37Vj+l/z5JIDR9JkKJMQHXNpt55KjmPU65+85fb+XboP6NJDRnLibDS7+crEK/srF/lCySUyvHMtkZcdB1JOdd/Jv8yWuUz3lm1eGHG38o2ICY/85LFnQ4KCN+7eKZOpDbt3vlsS90x+YqySwTkfsV79SWOekQWZG+45fFCUfGE//WmmLIy9fZSSJUkDunS//5qTAkS52XOTP5CFl0bdO+REvzD5Yn4w+kn5n/+5avk/a1ef6qnKd8f9j1I+D21uvc61RAZJ4izJp/rwtTeHlAzP2qRuvYs7Oee1sDsc7zz4mPwQipLP5D1XOoOw/UcOK3dZsnG91Wbv16nLNX0vdp1l3LN1u+svHCALO/Yff6m/nPdLXmGB/DQqGZxcIrOwj8c8ExcR6f4EZMA38Ydv5Afpy2dfcr1udWLjv3ruZRk9vzH9q4yc7FM9+Z3798nray/sLzM4UbJDu7L3hbdfNviGiwZYrGZxbq82gHIRw6mHxlIATfqc7z7E2KkktmoVHPlfBSsqyTnCizYwsEmfPv8trOtsn8/PyLBXuJ7dYsCAJ5ctVzpPuchdk/KUbBaz+3KZrLl6vSk6XXe9vJZh07GS7G/zvN/l9Xn9Lg40njS5mIyWZKiUsnp1zuHDZZ9DZF1n5Xv97Nmrv/vOtVeU6dI148e798Urqyg39/fxr8tLTlqaOJNSr3Pm3r0HN26UcVLryy9338x5Sm9JELZ5nvP3zL6VK4+lHgiJiWk/5Er3zQKDgrrc4PwBsHvpktM8yvZ//pHXzS+8KCIx0X0z5b5n+2RO9SiVU8E/rVazZjL8Pbp7t/xciZKB/+Qd67Zrl9zBmca6RqDbvdR5TnHjnr1O84hb5s2Tb9ba2T+KClg5/du/J06UgezwTz8NT0gQgFehgueBkuJryTxowxfTJz78+PntOihn5OUW5H8z/7de99w2d9niUtt3at6iVtRJJ8I3S0oWJaednuZRZGwxtP9JHdIH9+orH2vLvj0HM87QYnTbZYPdx/+S2cfV518kC/NXL5fX/25YdzgzIzI07KaLL3W/V7DBeNtlzjFh/1m7SpScrCoTHBkkPTLxjaITB3EZ03zx5P9eufN+GckJtfy7Ya28ltGn+0KZQP3y2turPvlKhlAzF8x3OBz9OnVtnnzS6BPtmzbv3qqtzW5fXPI/rNq2RQZGUWHhQ3pf6L6ZTIXcb8pcb9Oe3fJFu+b8fu7LZeQ0pHdfUdLZUKiod9v27jcblVQDurVsFR/534eqXrzz6CbzMuWm/Kjs+nb2K3c+4H5HuTPRaZ0/z02W413/5q1wHnBvv+wK97hfvsXDT35Bfl+xRKau7Zs0V8YEdJFfhC7ntSw0Ff116tk2kkrS5zsnjDuUcdS18KWR98rgTwmjPe3VBnwAJ6Wqh8ZSANF161Zks8jaJw3doiupScswzn03ojtRvT6rX4AyIJMxR9b+FJmkZO7bl3vkyKEtW7JTU53/z8mjrkQnJ2tPrsEHRURE1q0rN87cnxJVr568r1y49c8/DqxdW+pRlHkG8o4ejahdegyaht26J3fsKEO6n1743x9vv12vfbv6nTo3u+CCmPr1RdUp9TrnliR3Msf86u67S21ZUFIhziupehZkZcnr2Pr1tWV+usQ1crYtZ+zZe5pHyTrgTCdjkpNL3Tfm5AHvKvhkTvUolVPxP63ZBReumv7t7iVL2l5xxYF166wmU732Heq2bi1X7V+7pv1VV1kKC1NWr5JRY+2WLUVVkB+kX150ns9SeOyY/MxEVsXfC6iJCp7HkjnXVX0ukhez1SLznYXr10z+dU5BUeG9b72y9KOp7rlbQnTpTrghQc4WpiLz6Rq6GiTWKTWUvgwmEmNj96Ud3nngQJ3Y+NPcV4n53NUpGWBLmeY1I9fZd6lhYt2yQ3q5khFRkgOOHHTVhz/O+Hb+79//82ebRk27t2x9Yccu3VtWpuv09q9mucoyrxw98c3hlwyScd4Z7yjrIcrzaZJUr9xnK6VnO/+isn+11Lxe/aWb1u8oOYbuPuSskNSvnVhqGgoZzMVHRqVnH1NuHippKwrU6m44MaiZy9GSbdKzs8Qp3HnF1fLiutll1FCZY2744rvYk/uXnZWk+JMakAJLPhW1Y076UP+qt3kAABAASURBVBlKjr8Otzqb/PDID4n8kxesW70r9cDhzKPrd+1QcjqH43iVTC4X5b2wpV5JJUHbeyj16mceLbWlMm3CkRPxX1kPXnvT8HHPbti1o9PIm5vVq9+pWYu+7Ttd3Lmr67N3Lq82zta4/jnWkml7B44O6jRYvSQdKiOGUw+NpQACg4wV2qzkvIZSNNoqmPlr9Xffrfr++8NbNruWRCcl1e/ced/K0s2kYeWdGBgWGytjOIfdIcsFx0rqXjt3yosoT0FmOXW+AI3mxvcmLvj4o/WzZxdmZ+9YsEBe5r0xofmFF1729DOlZidwF1mnzthNm0XFlHqdC0qqiTJRUqaGONVTlQGTvA6NK+eHk/Jq5GdmnOZRzAXOu5edWCA8Pr4ST+ZUj1I5Ff/TGnXvLmO4fStXyBhOXssl9dq3T2rnHON8z3JnHw35UbGZzafvCidd8b8X5EVUgPzf5IvW5Pzz182a9cu4l0Z9O/3ce/8BLowNB1GSd/Rs3U5ebhkw8PIx9x3NyZ65cP7dg/+bfNOoD6zEf1uqA50iJiJSxnA5BXmnv29CdEzZOwpnl70CeV1QVOTcJiam7B1rx8TK64wTgdTTt4xIjI37ZM5M57QAO7bKy/uzvpPh1+t3P9DlvFZCFQWmIqVQ7guiKDI7t6kVXc5fpCxUAp38IufRKi6ynIFHa8XEumK4zFxnwWKzLt28odyHO3piS3UEGco5Up9xwtYpv/005beft6X818InU7lOzVvIyNi1RPk8lH1BSn1+MkvOOZUf7KOnOPk0I/uUJ6Ve3KnrtGfHvT3jK/m42/fvk5ev/vg1JjzysZuH39Lf2W3f015twAdQ01UPjaUAKqp6dhebf/vtpxf+JwtNevdu2rdvYosWkYl1QmJilk6ZUjaGM+cXlP0f8jOdDZ6RJWdbhMfXOrpr13VvvNliwABxNozh4QPGPNbvwYdSN2yQyc7Gn3/KOnBg219/Hdmx854ffyx1imuVCC+ZlSyhefO7vj/deD3KYHz5J3dGU+SXRGOnn5HAGBrq2tKdKS+vEk+malX8T2vYrZsMfPeWzMywb/VqeeRK7tDBEBaW2LLVoc2bsg8eVE5frcI5UvUhIcM+/Sy6Xr2UlavStm2Tn8aeI0YIoCrIDzBjw/mbB955/ft//hx9wy2jry9noIO6cfFDel/4yc8zt6fsE+es3PG2lLwj+sQ0l6eSXia5UP63qLAwcSJrK7cH05FjJQfisOMjkGo0mhGXD7n9ssFb9u39d+PanxYvlEncjgP7rnrm0V9ff69Noyai+oUGBYeHhOYW5Ms/ShkKrayEaOdflH6snG5TR0sWKhODyv/nVJvlFfx3grDS0axpUvI/734iPEAldgE//vv3kx87p2jo07ZD/y7d2zVuWje+Vnxk9AezZrjHcErnysycnFJnm5Z6iWqXdKUcdsnAV08+y7WCLuzQWV4OZqQvWr92/urlvy1fmpmb/fiH71isVvnp8rRXG/ABjA2nHhpLAdSsldOdoyN3vPa6mz/8qPP1N9Rp3SakpKU9N915emmpfVROWumR3Rw227GSc0ZkYiJOnH15aOvWsg90eMsWZXCxsmxm89Hduwuzs7V6fXKnThfce+8Dc3+7ZdIkncFwLPVA6vr1ohooZ7ym79ypdApzl5eenrlvnzK+XnTJGHzlDmmXc+iQvK7VtOnpHqXkBckrM/i3jK4q8WSqVsX/NENoaIOu3eRzlm/T/tWr67RubSj5TZjcyTk83IF1a3cvWaLR6Rp17y6qSGhMjHx0Gb9e/PDDomRm2NwKDP8HVIQ6VS8qeB6lUUlaMW/lstNvFnWmmKwi0jJLH+nkh0EZFa5JeWdfujtyrHTEdvyOdZ13bFAyiUG5s0mkHnUeslvUd87XZHfYZUaTcuSwzIJbNmh45xVX//zaO/9+8HlSfC2Hw/H78iVCLckl82keKfOCvD/ru/vffm35lk31azsb8A6kn/IvatmwkXBOZeAcl6DcF9b91VDe5Z2p+10d8VwOZ2bsOnig1LSqHmjyL7Pl9Q0XDfh27KsyRe3Q9DxlILm0LOff7tqpKK/boczSr9uhzJPa1RomOj8wG3aXc3aCfJX2p6fZHXZxCmlZmUqPvDqx8fL5fPLYc5umfjegi/Mo/8vSRcInXm0v0nuooe9tRnlJbFYFJ8HAYxHDqYfGUgA1K++os9LWsGtX94WmnJytf/4pC8qppi4Ze/Yoy13WznROXtb8ootkZCYLLUs6wa37cVapOOngpo0fX3ftWxf3Kyqvm8Cvr7z8/uArln/1lfvCRj16KqPIBWiq5agUGhvbsFt3h92+4uuvS636+cUX3ht4+fx33xElExTEN2kiE6gdJZMtuMjocN0cZ3W58WnnBm1Uslbet9Rcrmt+nFWJJ1O1zupPU8pLv5xqt1rrdeigLEzu2Eler5/zk/xgNOrRIzAoSFS1FgMG1O/SxWoyyddBAN6DCp5HUcaM37h753OffVh2rcwjZi78SxbOb9dJnDOZX5SaI/KrP+fa7PZuLVsnlHf2pbvv/prnHuAWmk0//O085l7R0zkXU8v6DWX2cSQr87eTozSTxfLtfOf8SBeV7JO//2d+j7uHy5zLfZuGtesoY8NpNMc/mcogX9WaF1/WzTlSwdd//u6+sMhi/mTODz8smK/Tagf26C2v569eXipblCHOovXOEWYv6dJDXrdv0jwsOES+sPNXn9RJ/+s/f7O5jWBbKypavsjOaVV/Lj0R0JgP3upz34hxUz4Tni29ZMzWPu06uC/Mzs/7aclCWbAXH/9jL1Ve2D9+c99MvhRf/zHXfcmFHTrL123dzu1rdpzUOCrfgiueeLjbncPmrSg/mD6QfqTDiBsvHXO/cjqwIiIk7JKuzppAQICzVlbxVztQ6zzTjpaJc9FnmMzgZBJnSGxODOfLiOHUwy4JQM1SerFt+m2uq7+VDIym3X2X0l3LZjaV2v7HZ57es+T4D4Bt8+fPfe1VWeh79z3KkuROnRr36pWfkTHzySeUGQBEyXD7c557ThbaDR4SVN5oxy3795fX/376yYaff3LtFTf/Njdz376w+Piktm1F9eh7j/Np/zt5snws18Ll06Zt//tvjU7X6XrnJLAyBLzogQdl4YcnHt/17yJlG1Nu7jf33394yxYZY513Ub/TPEStpk2bXXBBUU7OtLvuVJI4+bLI13DdrFmVeDJV66z+NCWGWz/bGc/VK5kjVThjOGdh1+J/5XWTXr1E9Rj4zLPyFdixYMHm334TQFVgbDh/k1yr9qhBV8nCpz/PGvri0+t37RAlYcSSTevHfz3l4ofvzszNPi+5wfknxx+VNnL8i9P/mqd0NZq7bPHTkybKwnPDR53xjqu2bbnphSdlLChKxlYbNu65PYcPXty5W682zjk3NRrNU0Nvl4V733zlj1XLlbvkFOQNfemZ7fv3yYTu8u7OtG5Al+6GQL38r8ZO/sjVU0kGWz8tdkY5/UuCLeE80zNYXm/as/NYXq6omBsvuuTQrHkVmZ9BcecVV8dGRM5cOP/h9yYokwzIZzt64lvp2cca10nq0LR5ndj42y4dLLOe654bI/9S5V7yb7lx7JMygrzugouVGRLkF/aBa26UhbveGLd8yyZRMiTZhz9+9+TH75Z6xMdvuk1eT5w5fdaiv1wLP57zw19rVspXb3jJfLIVsWLSNPmXnsv8DJXToGR8j1kL/3Z1JTucmXH9848rZyKbzMfnvb3hwgF14+IXb1x3y0tPK5+Wnan7r31uzNaUk+aMksHZXUOukYUH352wac9uZaEMbR9+d4J8IxrUTlR6t5WVFF+rQ9PzzFbLiNdecCWk8rP0+dw5stC/czdlSQVf7YgQ5ynJKWmH9x4+JACcGmPDqYfGUgA1q9ftI3YvXrz1zz8/uHJIRMlpDvvXrrGZzcrUpaVmBqjdomXe0fSpo0ZGJyXJECczJUXmI5c++WRC8+aubS5/+hkZ68iETuYmCc2aG8PCUjestxQW1m3TZsCYMeU+h0Y9ena45po1338/84knfnvtNRld2W22/atXG8LCrnr5lbLzeFaVeh06XPLY43+89eaMRx/99eWXZfBUlJubVnJG7VWvvBJ9Yg4ymaNdcO+9Cz76aNpdd0Ul1QuNiT68dat8iWT5ujffUroBnsbAZ587lpp6ZMeOdy69pFaTJmnbt9ut1ia9e+9ctKgST6ZqVfxPi2vcWJkSVzjTt+O/VIMiIpTh4YQzhquygeFKiW3YsPuwYYsnT/59wnj5uulDQgRwbhgbzg89d+soGfd8/edvMiOQl1JrOzY7b9KYZ6vkXQsLDrHarDJ4emXaZGOgXklJXr3zgXZNmp3xvvFR0QvWrel257BWDRvtTk2VQaGMq96+/79pLi/t1vPha29++/uvh497NjE2LjYyauu+PVabTZYnP/G8seRwGRkaNv6eBx94Z/ykn2Z+Mfen8+o3CDYYV23fIjd7cujtrRs2Vv4r5YzFX5b+Ky/X9O337oOPiaomn8+7Dz5+31uvylBSXlo2aLjjwH75NGrHxE57bpzyaj964y0p6YfnrVja+97bm9WrL9fuOZQqv6E9WrcbN+o+13911+Cr1+zYKjPNK59+pEndejLUyyssaFi7joyr3HvSdW3R6tlbR748dfK9b7761MfvN6uXnJ2fv+PAPrnq3QfHNCw5q9eT3X/1jQvXr/1j5TL5atSNq1Usildv3ypfExmKyT/fNelBoE435ekXZFg5f/XK+XcOky+IjOF0Wq38eMiXyOhWa7pr8DW7UlNnLZzff/TdMlyT/+fewwflqyc/pZOfGKs59dkGb9738GWPPbho/Zouo4bK9yU6LFw+REZOdv8u3W+77Aplmwq+2g1LTl/dl3a45z23yvRQRpwCQHmI4dRDYymAmpXcqdPIb779+4P3ZU60Z9nSQKOxfufOMvWo27rN+L7nH9qyJS89PezEtJ4RCbWuevnln174X+a+fTKAa33Z5V2HDpX5mvt/GJWUdPuUqcu/+mrfqpWp69fnpAXIkK5l/wEdr732NInVoOeeb9Cly9qZs7JSD+wrmQrgvH79Lh49upriJ5duw4Y16Np15fTpadu2ymcbkZjYZtCgnrfdXmrEt/PvvqdRz16rZ3wnQ7T03bsTW7Zs0qtXh2uuLTsFalny1bvtiykrvv5qx8KF6Tt3RiQkyNf84kdGv967V+WeTNWq+J8mg7aV335Tu0UL9y6NyZ06yhhOhoZR9arxneoz6s71P/2Um5Y2/713L33iSQF4PCp4nkYmDhPufWTUFVfNXrRg2ZaN+9IOZebkyFCgdaMmg3v1HdCle1UlpzHh4R888pRMnWSEkZGb069Tl+svvOTy7hXqLzz6hlsKTaa/16xctX1rg8Q6fdt3vGPgVaVGrBtz0/ALO3b5Yu6cTXt37zqwv2WDRhd17DrsksvjIv6bL+iavhc3rlPv/VnTN+295cUXAAAQAElEQVTZvXnvbpvdLiOwMTfe6urHJA3q2ffP1at+XPSX/KzKSEtUD/knzH/n44k/fCtzwO3799WJjevZuv3zt40KDQpWNpB50BdP/m/G33/8suzf1du2yifTs3W7QT1633Txpe6TisryJ2Oe/Xr+bzMXzN+wa2ew0diqZZt3H3ps+LjnxMkntN49+No+bTpO/uXHTXt3rdu5PTE2Vr6/9199fYv6jYTH69Gq7dzxE1/7+vPNe/cs3bxBrwvs1rLNnVdc3bl5i1bDr928b8/hzAxlpo7zkhv+/Pp7b383TX5UZDw3sEdv+YdvTtkjY7jQoP8aq4L0hvcffvzybj1//Pdv+brJFySpVu0rep5/95XXnWYGW+Gce6H+gvc+eff7b5dv2XjgSJp872pFxzwzbOTdQ65x/6ZU5NVOiI557rZR47+aImPlvMIimZwqJ0QDKCWAqkM1KS5ht9ttNpvVas3Olm0G+XXq1AktmUoPQKUpXy6Hw6F8uUzbtxcMGyaXByYl1Zs5SwBADTFv25Z6y1BZsNeta3nnHYPBYCwRWEKn08l0IKCEgCqOHj1qMpkKCgqMJ+j1+nN8L9wreFJOTk5ubm5CQkJERITwS8pPCXlQVl4Ti8Vy+Z8fr8lydqeNMYZuGj5W+CIZQ1z22P31E2ov+XCKOEvDxj3z56oV7zww5toLLhZApUycOf3lLz8bfsmgip847J8GzHx7w1Hn7iguMPi3rsODgoIMJc79WAC/JQ9zmZmZMtuRZVftQqnpabVa5RN1xv+EseHUQ+IJAACgJsaGA+C93v3h2253Dpvy20+lli/d7JxZvtWJ844BeBdOSlUPKTsAAIBqZNWLseEAeK9mScn709Pemj7tkq49XeeWfvXH3L/XrEqIjhnYo7pmTEJNGdc/x1oyZdrA0UGdBlfXiMmoccRw6qGxFAAAQDXqVL2o4AGoJgO6dJeX31cs7XHXcGXqj+z8vK0peyNDwz5/8n8RIWECgBcihlMPjaUAAAA+hgoegOrzyWPPTf9r3jd//rYzdX9eYWHTpHp3Db5m+KWDkmvVFgC8EzGcemgsBQAAUBNjw6E6tGvS7NCseaJSpj79kgAqTKfV3nzxpfIi4Ad6DzU47M7DVmIzrYDvIoZTD42lAAAAamJsOACAt+gzzCjgB4jh1ENjKQAAgI+hggcAACqOGE49NJYCAAD4GCp4AACg4ojh1ENjKQAAgJoYGw4AAHgUYjj10FgKAACgGln1Ymw4AADgUYjh1ENjKQAAgGrUqXpRwQMAABVHDKceGksBAAB8DBU8AECVmPZogc3iLPS4wdC0B1mNz+KtVQ+NpQAAAGpibDgAgLdI2WCzmpyFVhcFCvguYjj10FgKAP6g2G7Pmz3dtOTvoiPphgZNIgZdHdSxq9BoTn8v64GUgp+/K1iz0mFzBHXoEn7FNfrkhgLAuWFsOMD32A6lWpf8ZVmzzH7wUEB8LcN1twd37ioAwEsQw6mHxlIA8HnFVkvORxNCj2zTCpvJYjZtXFu0YU3UzSMir7pBaLXl38XhKFq51PHT5+GGYpvGnp+bm/fHr6ad2+LHPK9PShYAPBsVPKDKaUSAMUBXWGx1XyiPsI6DB4q+/6p4zRq9NsiRuc9elF+YkmKKTG5GDAef0HuowWF3Nu0kNtMK+C5iOPXQWAoAPi//z9+C0ncWCqOjY/fYa5uZd28r+PefY19+qo2MCrv4snLvYtm9/djXn+utebZ2XYMv7mLIy83/+3fzts15P/0Qc88jAoBno4IHVLlQjV4rNLZih0XY5U1HcXFegUn3/ZTiv/7Qa4ICDGFFxw7ZTfkyAs8usAcUmgTgE/oMMwr4AY2AWmgsBYCzNXXkyLGtWm7/6y9x9g5t3lRqic1sTt+5U1SnwlVLirJyi9udH3HDrcFde0TdeFvUjbcGGI05P3xtz88ru32xxVK4eoXtcKque/+IOx4K7tZLpnWR19wcmFi3YOUSAeDcMDYc4I1MDlthsdUmHLJstdpSDx9btT2taPUGoz7SZsrPP7zDkpsuV9kcItthCIyMFADgPYjh1ENjKQCow261/jR27Be33ea+MGX16g+uHLJz4UJRnWxZmccOZAR36Xl8nx8QENK9tz65vj0rw3Ygpez2jpxs64GUgNCwsH6XBpwYP07foLEuobY9M0MAOAfya8jYcIA3sgi7uViGbMWFJsvWfembU3NEUFhWhz6FR/cWHt1ntxQqm2UUCltIRHjzpgIAvAcxnHpoLAUAdZjz81d/P6PY4XBfuOWPeVn794tqpg0Jk7/KT+r4pgvUxcQLR7HtWFbZ7R2mIkdBni48MiAoyLWw2Gwqtti0oWECwDlQp+pFBQ+oJnkFpg07D6dmW4JjYiwWy+aQ2LSwSFFsV9YWWsXhAqGvFRfdsYMAAO9BDKceGksBwOcZWrQO0Onyfv9JnPhlXmw2W/buKrbZzJvXF9vtpba3ph22ph6wHDlUXPBfcmfausmyf4/8rwQAj0cFD6gOJot17baDGYWO0OjonKNZmYcO5+pDt3cbXBARJ5zxt9ifI+wButhOHY0JCQIAvAcxnHpoLAUAnxd+ySBtVHTB4gWZn060HT1izziaOfkD25G0Yrstd+H8rN9/ttmP99GTB4WCQ4eypn9pO3K4OD8//d3XbYdTHXk5BUsWZE+f6ijID79siABwbhgbDvBkOqEJDdC7bmrE8W+sxWpbsm5flkWEx8XqCvOb6C2twgM6JsXYmrTe0O/WzISGR8zaHIvQhoQkXXu1a0gHAPAKzJSqHhpLAaCsI9u3r/zuu/1rVmcfPBiekJDUrt35o+6MrFu33I0XfPTh3xMndh8+fMCYx9yXf/fIw1vmzRvy0rh2Q4b88tJLK7/9Ri60mkxjW7WUhQd++fXdy4/PUvrHW2/KS8/bb7/4kdHKksLs7KVTpuxfu+bIjh3xjRvXa9+h1+23GyMiXP/54s8+k3eR/3lYfNxf775bmJ2T1K7t4Bde1Or1ZZ+hNjo25u6HMz94M/fnWfl//Fosf6EXFcnl8md6rtAuPVqUmHKkXe0YvVZzQAZu21PrOXT1nb86is1bNh64e5gmJLS4ID8gODhi0DWGZi0EgHPD2HCAJ7MLR1Gx1XXT4Txaivwi87IN+3ItATG142y5udb01K/n/HL4aEbDenWvHTJoZ/J5S4JG5Pz1W0zAji7XXxnasIEAfMW0RwtsFmehxw2Gpj3IanwWb616aCwFgFI2/zZ31tNP28zmoIiIWk2bpm3blrFnz9Y//xwx9cu4xo1FpcTUq1e/c+d9K1fK38YNunaTS3RGY8Nu3bMO7JdJX0z9+hEJtaNOxHz7VqyY+dSTuWlpxvDwuEaNMvft279mzca5v179yqv1OnZ0/2+PpabOffUVc36+LMtnW24Gpwju1F3z8FP5f/9uST0gbLZih8N25LCtoCC1Ycs9CQ337EtLyysKEPY1B48atDrHeZ1i0g9EmPJ1CYkavUE4g7yY4M49grv3lpGcAODxqOABlVbsTOL++wYV22w5+YWLNu47lm2u17xJTkZmoKkg7cCBY7nOcRuOHM08dDhNY4zYlm8+kNyi08UD6l8/QAA+JGWDzWpyFlpdFCjgu4jh1ENjKQC4y9qfMvu552QG13348P6PjpE7ycLs7FlPPrFz0aLZzz93x1dfi0rpNmxYm0GDXu/dS2cwDPv0U2WhLMgQbfm0aR2uvKrniBHKQlNOzoxHRxdkZfUeOarvPfdoA501nqVTpvw+/vUZYx69/+df9MHBrv928eeTIxISLn74YZvZYgw7w+QJxtbt9Q2b2tIOOcwm4XCY9+48smzpzlbdHTqd/Mm+IyO7wGzOKSyy2KwiKqFux96JkcbQdp00Qc6H08XEaWJiOcUG8BZU8IBKkym2PTPLnpFhO5Jhz8g05+ZtjKq9KdtUKyrm2JGj+dk5wYGa6Ojo8NAQk9kcHRURHhG+IzUjLTMzMS7q6v49DEajAABvQwynHhpLAcDdim+/tRQWNuzW3XWGaXBk5DWvj39rwIDU9esz9u6NbVC9Z5osmPSxzODaX3XVRQ8+6FooM0H50Ku/n/Hvp59e+MAD7tvf8vGkU50tW5YmJETfqIlSNrRo7WjdSXewQJjM8qbRqA8JMRp0uvScnPRiR1j/QVHJCbpQ+r4BVY+x4QCPJb87hf/8mzPjR3NmRuGxbHN+fnbD5gf6DbTaHTn5edqSL2+B2REdGnnFpf1NhQXBYeEH8szb9qca9bohF3RKSogVgG/pPdTgsDs/+YnNtAK+ixhOPTSWAoC7vcuXy+uuN9/svtAQFjbiyy8NoaFh8fGimm3+7Td53eayy0stb33ZZTKG2/LHPPcYrk6rVhXP4EoJ0GgikpN76bPmbj/gEKJeUi0Zw23ctDcmLCzOqG3ZKElnNAgAVU1WvRgbDvBYBX8uyPjg0/07thbarA5RbI+MtnXsElI/OexQWlZ+XogxyBAYKL/AWUW2QG1wQGjw0cKiFVt32Bz2y7u163heQw1fPficPsPo4OkXiOHUQ2MpALjIXWL6jh2yENuwYalVcY0aiepnM5vz0tNl4e8PP1h04txVhd3qHB035/Bh94VRSUniHMhfC5FGncVm0Wh0RSZzgCbAZrOFGA1tkuLDyeCA6qFO1YsKHlAJhSvXHH3v4/07tuUV25Ql9ujYoNZtzQZDZGjIsfz8I9nZidHROq1WfsEsdofVZluxZVuh2XxBpxb9u7cO0gcGCq02IMB04u4A4C2I4dRDYykAuFgLC5XfrqHR0aImFOXkKE9g/+rV5W5gNZnMeXmGE8PABRqDxDlwFBcfyC7MzC8I1OmK9x9Rjgg2u+NgTuGxIlNUEI2fgLeiggecLcuBg2nj39m/c1v+iRAtQKvVRMdm24odmVlBGRltd23ZnlDniFYTExqm1+kKikwbdu82W63d2zS9pl/XsGDnEdkq7DYycABeiBhOPTSWAoCLPiQkOCqq8NixgmNZhjPNeFBK2d2ppaBQnKWQmBiNTuew2Z5YvMQYESGqmdVm35WVK1v1c01FcVERDpvDbnfI5ZlFJpnEEcMB1YSx4QAPVKwJKAgLNocEibw8+SU1JtQKbnFedtNW1pzsqD27Exb+UZS67+iI+4/a7enZ2Vq7bV/akQKLtVubpjdf0iMqLOS//0cAgPchhlMPjaUA4C66Xj0Zw+UeSY+ul+y+fMkXXxzdvav9lVfV69Ch1F00WueAtXazpdTy3PQj4izJ/yquYcMjO3akbtzQuFdv91WWgoJjqakRCQlVGM+l5RUdzi0MMwZl5OebhT0pIebw4SyHw5FnshzILmgSE24I5IgMVD3GhgM8UGBCrQbPPB6ycNGxVWsMsTHxHWIstWL2LMmOX7YwYdXy/Kz0I+07G+s1jLRYUlIPHN6zSxMgLryw19X9e0S6ZXAA4KU0AmqhsRQA3DW/4EJ5vW7ObPeFVpNp2bQvlZ4J7gAAEABJREFU186apdGVE0vpg4PlddqO7e4LD23alL5zp/sSbcl9S+11yy5sflE/eb38669LPcqq77778Oqrvhhxu6g669Ky7MXFOq02zGA8cOhIrZjwhATn2bjy2aTmFGSbrAKAd6KCB5wt2RIW2qB+8o3XNx/zcIvbWiW3PRil2Z6wY0vC0kX5mUeOJjcouviKIpvtwJH0ozm5gTbrxfXirr6wCxkcAN9ADKceGksBwF23W24Ji49fN2vWT2PH5h89KpeYcnN/fvGF3LS0Wk2b1mnduuxdajVpKq8PrF275vvvix3OkzpzDh/+4fHHlHjOJTA4WFbxbWZzyqpVroXGklNf07ZvL8rJUZb0GD48OCpq58KF/3zwvt16PAhLWb164SeTStbeKqpIntm67Wj28T8hImJIyybtQoMTa8dERTmf0tFCU1p+kYNf8oB3ooIHVI5Wrw+LPhbqWKA1JGlWmxNXb8jPzU6Pjjp2fv/dRZbV27anpx6os3trn00ruteNCSeDgx+Y9mjBFw84LzuWMPeIL+MUGPXQWAoA7nQGw5UvjZv59FOrv5+x5ofvE1u2PLJzp8zOouom3fjexHJ/2SZ36tSi/4At836fM/b5v96fGN+ocerGDc0vuCAmOfnv9993bSYzuNiGDdN37vz81uHy5kO//R5Zt250vXqyvGnur/LS/qqrBr/woiE09JrXXp/1zNP/fPDBkilTEpo312g0+1aulJt1vv6GNoMGiSqyPi3TYrMr5ea1ovo0qhtu1Js0Gkvd+KIis8lk2ZWR0yw23Mh5qUBVY2w4wHM5CgNz/9Aak3NWWFI//DvHYs6KCM7p0tkmCnvoCw7++k1EXnaQzdlIFp6QEKA53n3EEKCT32omSIVPStlgs5qchVYXBQr4LnrDqYfGUgAopWGPHnfN+L778OF127U7undvZJ06nW+48a7vv5eFcreXtfBr33hDJmhNzz/fZrbojIaBzz571auvlT2D9fKnn1H+Exn25WVkyEKLi/u3GzJEGV3OnJ/vegJ3z5zV646RdVq3Ttu2Lfvw4cY9e13/1tuXP/usqCJ2h2PD4SylHGk0dEiMkRmcLCcHauqEGBMTY3U67Z6s3AILvyiAKiarXowNB3gsXeFmrb2gaI9x7wvfZ9kslqTI3o8Pum6Y8fKB50UsWZCYnZHgCKinDwkPNBri410xnLnYRgYHwKvR8K4eGksBoKzQ2NgBYx471dphn3xSaon8xdv+qqvkxX1h75Gj5MV9SXKnTg/9Ps99iYzqhrw0Tl5K/YfBkZH9HnpInFrPESPkRVTW7sy8XJNzTgmjTtc2Mbp+5PFpYbUaTRNDYH50eGGhKT392LaMnJ4hzJcKVCV1ql5U8IBKKC62BhRu1+oi87ccyQ5waNrW6zD0/IQOQcXmHHNKXtGSlQ30oboAjb3YoYuO0AUHCcAPJLfR2UrmIQuPo7+ULyOGUw+NpQDgbxzFxTszcuyOYnkIqB8d2jYhRqc9Xq+Sh4RQbUCDIH1BfFRBgWnzkWPdkuK0GmpdgJehggdUgsZ2TGs/WqwJjrwgqVZeo4SevaMaaB2mfZbwnml/LonV6GUGJzNui8Ohr19Pd/IIsICvGjqBMRD9AtV99dBYCgD+Js9kTcsvlGFcmCGwZ3KtiCC9+1ptQECCTtsgNLhuYmyWyXK0wCwAVCnGhgM8UbFdY9qlKdolirZr9PubXREYmbDHZk6VGZw1rHdkUuMgrbZYFFuKHUW1YuOvHBQYEyUAwFfQG049NJYCgL8pstqsjmK59+/XuE7tsHIa8/UBom6gJjsyLNWozy4yJ4Rx3g1QlRgbDvBEAVqHsZm51p2OgCBNsVlbuM5hqGczNi7WxQRoDDJ3S/3iG0tuXkFEaMxNV9cacLFWbxAA4CuI4dRDYykA+Ju4UGOLuMiiyNDz4iPL/a0uF4brtEmBxflxEY1iwgQAb0MFD6iE4sAYe2C0PAzaih324OYiQCOERjlMamOiQ68bsu/zL0MGXZJ00w26IBqoAPgUYjj10FgKAP5Gq9H0aVj7jJslGXRJDc68GQAPRAUPqCzndyegJIArtSJq5HDRrVNkm1ZaI5MXAfA1xHDqobEUAABATYwNB3gjTVBQTJdOAgB8ETGcemgsBQAAUI2sejE2HADAW0x7tMBmcRZ63GBo2oOsxmfx1qqHxlIAAADVqFP1ooIHAKgSKRtsVpOz0OqiQAHfRQynHhpLAQAAfAwVPAAAUHHEcOqhsRQAAEBNjA0HAPAWyW10ykmp4XEaAd9FDKceGksBAADUxNhwAABvMXRCiIAfIIZTD42lAAAAPoYKHgAAqDhiOPXQWAoAAOBjqOABAICKI4ZTD42lAAAAamJsOAAA4FGI4dRDYykAAICaGBsOAAB4FGI49dBYCgAAoCZ6wwEAAI9CDKceGksBAADURG84AIC3WDjV5LA7jylNu+sSm2sFfBQxnHpoLAUAAPAxVPAAAFVi0TSz1eQshEYHEcP5MGI49dBYCgAA4GOo4AEAgIojhlMPjaUAAABqYmw4AIC3SG6js1mchfA4jYDvIoZTD42lAAAAqpFVL8aGAwB4i6ETQgT8ADGcemgsBQAAUI06VS8qeAAAoOKI4dRDYykAAICPoYIHAAAqjhhOPTSWAgAAqImx4QAAgEchhlMPjaUAAABqYmw4AADgUYjh1ENjKQAAgI+hggcAACqOGE49NJYCAAD4GCp4AIAqsXCqyWF3HlOadtclNtcK+ChiOPXQWApUOfcfP/bc3GOTPxMAUEPsGZlKIcCNQI1ibLgalG0uvOj7NwQA1JA92RlKQTkiK7trTz40L5pmtpqchdDoIGI4H0YMpx7q4kDVUr5Trm+WIycn68MPBQDUNFnRd2Vw5HE1yPWjq7ofRcCN6zW3Fzu2ZB4WAFDTXMdl9tjwBMRw6qGxFKgOHE0BeBq5X9JoNMq1QM1Rp+pFBc8dv3IBeCD3DM6T87jkNjqbxVkIj6P+4MuI4dRDpQSocvJrpY2O1t14o91udzgcNptN/hxSysoG/DoCoA7lKC9zN61Wq4mO1pSg7d0f8P4qXJ/22kHhdYMi5BJ5LFaOwhyLUTmyPqcJ0PANQ6W59s9xhhDn0bmE8OD99tAJIQJ+gBhOPVRBgCoU4BIVFXTPPWaz2WKxBNhsVovFXsKVxAGAOpQMrlirDQwM1GmPC3AjoLoAxoarZgFuZ/4qn/NJ3a+XR2R5XLaeoByUieRwVopM5iMZx2Iiw8NCgwVwNgLcer3JQ7NOp5PH5ePtZLSQwQMQw6mHrzpQVZRKv3JkVcjj63+D0ZRU9101fgBQgWuPJGv5uhPc+8QJagI1gbHh1OEeN7u+Ba7R0F0xHMdlVJzZajeZbQEarV6vF8BZct8jKUdkmcQpzWPuSRw7cNQIYjj1UPMAqpDr2CmPprJy76ruyyOrrO4XnyAAQBXuOyVXEleq7V0Q2fgijjUu7mG0/MWrLJFljsuohEKTpdBkFQEao9EogLPniuFcSZx785jgiIyaQwynHr7nQJUIcJtuXB5HZVlW8V03ZSRHdR+A+sp2BXJlcK4aP3wSb67C/fPvfph29U/nuIyzIvejRSaL/AwZDAYBnCVX0OZqG1AOze4d4ty3BNREDKceah5AFXI/uMpjqnLOi5LQMQANAPW575RcYQQTNdQ4xoZTh/vn37XE1WOd4zIqQaPVFTh7w2npDYdKCDh5eDhXGFdqsAigRhDDqYevOlBVSnWIE25N7sVuBACoyFWtd9Xy6QpXswLcZg+o1kcR/q3sQVm49Vgng0PlaHU6k9kaoNHSGw6V5j4GnOZknpnELZxqctidz6ppd11ic62AjyKGUw+VD6BquY6dSkXfVeN3/67xvQOgAveqfMApCPIa1alzCOBAo3A/KJdqGxO8Sjh7Go3WOUVDQABTNOBclEriPPy4vGia2WpyFkKjg4jhfBgxnHqofANVKODEZKnCrR2euj6AGudesy97Dd/DOyvKOyhLpdrGODrjrMjMxGKzyX91On6xopJKHYVLpW/svVFT2Kmph8oHULXKVvpdR1O+bgBqRKluceWWoSbGhlNNqQOxUqB/OiotQBNgszvkv8pMXMDZKvcoHMDMDPAAxHDq4asOVDn3Wj6/eAF4IHZHNYux4dTkOiiX+0OXGA5nJUAEOBzFwm3AQeBsnWr/7LH77afnRQj4AWI49VD5AKpJuYdSvnEAVEYc45843JRyquiNLwjOjtvUHwI4Z3yQ4DmI4dTDNx9QE984AIAKONycBi8OKq3kw/PfYF4A4DOI4dRDYykAAICaGBsOAAB4FGI49dCSAwAAoBrXPNrV/SgCAACgYojh1ENjKQAAgGrUqXpRwQMAABVHDKceGksBAAB8DBU8AECVWDjV5LA7jylNu+sSm2sFfBQxnHpoLAUAAFATY8MBALzFomlmq8lZCI0OIobzYcRw6qGxFAAAQE2MDQcAADwKMZx6aCwFAADwMVTwAABAxRHDqYfGUgAAAB9DBQ8AUCWenhch4AeI4dRDYykAAICaGBsOAAB4FGI49dBYCgAAoBpZ9WJsOAAA4FGI4dRDYykAAIBq1Kl6UcEDAAAVRwynHhpLAQAAfAwVPAAAUHHEcOqhsRQAAEBNjA0HAAA8CjGcemgsBQAAUBNjwwEAvEXKeluxw3lMiUnShMVycPFZxHDqobEUAADAx1DBAwBUiWljCqwmZ2Hg6KBOg/UCPooYTj00lgIAAPgYKngAAKDiiOHUQ2MpAACAmhgbDgAAeBRiOPXQWAoAAKAaWfVibDgAgLd4el6EgB8ghlMPjaUAAACqUafqRQUPAABUHDGcemgsBQAA8DFU8AAAQMURw6mHxlIAAAA1MTYcAADwKMRw6qGxFAAAQE2MDQcAADwKMZx6aCwFAADwMVTwAABAxRHDqYfGUgAAAB9DBQ8AUCVS1tuKHc5jSkySJiyWg4vPIoZTD42lAAAAamJsOACAt5g2psBqchYGjg7qNFgv4KOI4VQSUEIAAABAFepUvajgAQCAiiOGq3auAI7GUgAAANUUlwg4QVRPsygVPAAAUHHEcCpRqn2HDx+W10qNUFmolGvqWpy9Gn/O5/j8a+pPUB76VGVvfP6VxvNX7aPuOc/cz195733+yv/jvc/f25+59z5/z/nkOBwOea0pEVBCVIMAesMBAKrC0/MiBPwAMVz1CjhBq9XqdDpZHbTb7cVuXFsWV2dTas3+hKg+Ff9bfPVP89K/y73M3+VdzvgXeelfd1bvmk/uJIUv/l3sQzxKBf9GcW7c/welAib/W80J1ZTEFdMbDgAAVBgxnBpknS8oKEgmcWaz2VLCarXaSyjttFTgAAAAqoSsd8nQTWkBDQwM1Ov1pZK4gKrusSgAAAAqhhiuerlqe67qoMzdlPZeJYYr1ScOAAAA50Kpd0k6N6U6xFVhdkZFDgAAVBwxXDVynWGh1PyUGE5ZIstKV3PCO/IAABAASURBVDhiOAAAgCpUqgVUIcvVdGoqveEAAEDFEcNVL/eKoJK4KTfdMzhiOAAAgKriOhdBe4KrQ1ypweNEVaAiBwAAKo4Yrrq4hiJ2T+LEiem6lAyOgeEAAACqlpKvKaGbUgFTuHrDiSpFbzgAQJVIWW8rdjiPKTFJmrBYDi4+ixiuerkqgq6bMnqTFcFSp6OSxAEAAFQJ1+hvroFB3AtVflIqtTgAQJWYNqbAanIWBo4O6jRYL+CjiOGqkWtsOOHWJFv2XFRqbwAAAFXFlbK5z5QV4EZUaRc2esMBAICKI4ZTQ6nqoJK7kb4BAABUk7JhnHDrKCeqDjU6AABQccRw1Uup5yl94tw7x1FjAwAAqG7uYVypQpU/BAAA5+LpeRECfoAYTg3uYZz7EgAAAKimOipgtK0CAICKI4ZTj3vNjxobAACACqq77ZO2VQAAUHHEcDWDGhsAAIAPoG0VAABUHDEcAAAAUEm0rQIAgIojhgMAAAAqid5wAACg4ojhAAAAgEqiNxwAoEqkrLcVO5zHlJgkTVgsBxefRQwHAAAAVBK94QAAVWLamAKryVkYODqo02C9gI8ihgMAAAAqid5wAACg4ojhAAAAgEqiNxwAAKg4YjgAAACgkugNBwCoEkPHh7jGhhPwXcRwAAAAQCXRGw4AUCWS25LP+AXeZgAAAKCS6A0HAAAqjhgOAAAAqCR6wwEAgIojhgMAAAAqid5wAACg4ojhAAAAgEqiNxwAAKg4JuAAAAAAKonecEB1UL5ZxNzwK6lbbFkHHaY8PvY+jt5wAAAAQCUREwDVwRAYKK9z8woE4B/yMhyf3nX8A3/LGyGNOpPV+CzeWgAAAKCS6A0HVAeDwRnDZecSw8Ff5GX+16gTGs2RxZcRwwEAAACVRG84oDoEGQ3yOjsnTwD+Ie/of0eT8DhGD/NlxHAAAABAJdEbDqgOEWEhgt5w8CfNeuke+Cbs2CFH+h57UDhHFl9GDAcAAABUEr3hgOqg02njYiKzc/IF4Dei62jkhVHhfB59HQEAAIBKojccUE0S4qPzC4vsdocAAB9CDAcAAABUEr3hgGpSOy5aXu9OOSQAwIcQwwEAAACVRG84oJo0qp8or1es2yYAwIcQwwEAAACVRG84oJqc17ieVqtZs3EH56UC8CXEcAAAAEAl0RsOqCZ6fWCLJsmFReYtO/YJwKfNeb1oyz9WS5GAPyCGAwAAACqJ3nBA9enesaXgvFT4um2LrGt+tnz3XOHLA3Iy9tP30/cRwwEAAACVRG84oPq0b9U4KiJ03ebdFqtNAD5q5Y8WpRAep4mtR0Tj+3iPAQAAgEqiNxxQfWTM3a93R6vNNvfvFQLwUQ066CJqOZOZLlfpBfwAMRwAAABQSfSGA6pV7y6tDYbA3/5enpJ6RAC+qNfNhodnhN38WkjHK4jh/AIxHAAAAFBJ9IYDqpVeHzi4f0/5Pfv0m1+sNk5Nhc9q0l0XFEa7jl8ghgMAAAAqid5wQHW7sGf7RvUTj2bmzPhpgQAAL0cMBwAAAFQSveEAFYy6aWBEWMjC5Ru27EgRAODNiOEAAACASqI3HKCCiPCQ+24bEqjTfTztp6279gvAyxXl0oTjv4jhAAAAgEqiNxygjqTE+Dtuusxssb772cy/Fq8VgNeyWcTURwq+HF1QlMcRxB8RwwEAAACVRG84QDVtWzQaceNl8jv33U//TP1+nsNBhAGvNOf1wsM77LtX2j4Ynn9kj13AzxDDAQAAAJVEbzhATZ3bNrvvtiv1+sAlqza//en3AvA2przi9D0OpazRishaZDJ+h7ccAAAAqCR6wwEqa9Ek+ZFR1wQHGXfsSf3oy5/yC4sE4D2MYQEjPghteUFgSFTAjS8HG0I4iPidAFrwAAAAgIooLmG3220lckrUrl07IiJCAFBRbn7hzF8XLVuzxWjQDzi/U78+HQN1OgF4j4JjxTKJE/AqFoslMzMzPz9flo0nBJbQarUajaYijXPEcAAAAECFlI3hcnNzExISiOGAGrF6w47vfvonJ68gLDT4iv49endpLQCg2hDDAQAAAOqhNxzgaaw221//rv317+VmszUhLnrIJT3btWwsAI+Rc8RhNYvYegwI5guI4QAAAAD10BsO8EyFRaa5f634e8k6m93eqH7iDVdckJQYL4Catn2xbeaLhRG1NKM+CdXpBbxdlcRw2rFjxwoAAAAAFSOTOEcJs9lsMpnCwsJkLVwAqDmBgboWTZO7dWyRl1+4adveRcs3pqVn1atTKziI7yZqzLZ/bd8+VWC3ioLs4pz04vN6Bwp4OdkOV1RUJMM4WdadoC2hZHAVieEYxhIAAACoJGZKBTxHdGTY7TdcenGfjjN+XrBqw461m3ed363tZRd1DQ0OEoDqGnfRxTfQpu+1y3Juut1qFoEGAXBSKgAAAFAhjA0HeIvNO/bNmvtv6uGjQUZ9//M79+vdgalUob6j++yf3Jl/4R3GbteSwPkCxoYDAAAA1MPYcIAXkb90l63ZMmfekmM5eVERoYMu7tG9Ywt6sEJlprxiYxifOh9BDAcAAACoh95wgNex2mzz/137+z8rikyWOgmxV17au1Wz+gKoalkHHTq9CI9jRlRfRgwHAAAAqIfecICXKiwy/TJ/+T9L19ntjqYN61478HymUkUV2jDP+tP4wsTmulvfDaHDpQ9jplQAAABAbcyUCnidwEBdy6b1u7Y/Ly+/cGPJVKpHjh6rn5QQZGTELpyrlT9a5rxW5LCLnCMOnT4guQ2jEPqsKpkplQ6TAAAAQCUxzhTgRWKjI0bceNnTD9zcqH7iyvXbnx0/ecbPCwqLTAI4B637BYbHH49WMvY7BHBanJQKAAAAVAhjwwE+Y9O2vTN/+/dQWkaQ0XBJ384X9mrPVKqotNTNtqmjCy57MKjdpXoB38XYcAAAAIB6GBsO8CXy67xk1eaf/lianZsfFRE2eECPru1b0MMVlcOMqP6AGA4AAABQD73hAN9jtdn+XLTm939WmsyWurXjrrq0d4umyQI4hYPb7LH1NIZgEjd/xBQNAAAAgNrcp2iQNfLQ0FCmaAC8l/zp3KRBnV5dW9ts9k3b9i5bs2XHntR6dWqFhwaLszTrt3/lniE+JlLARy2bYf7hf4VHUxytLgwU8D9VMkUDMRwAAABwFpgpFfA9+sDAls2cU6nm5BXIMG7hsg1HM3OS69Y6q6lU3//ix5QDR3p1biV/kAv4nH8+N//5sanYITJSHBG1NLWbaAX8DDOlAgAAADWJmVIBXxIbHTHypsufuO/GRvUTl6/d+tz4z3/4dVEFp1L99OtfbDb74fTMPxetFvBFHQYGGkOP7/OzDzO6FyqJ3nAAAADAWaA3HODbIsNDe3ZqlVyn1v6D6eu37F60YmOAJiC5bq3T93Gb9NUvSmFvalqvzq0Mek5a9DWGkID4htqdy23XvRjS6QpmRPVHVdIbjikaAAAAgAphplTArzgcxUtWbfrpz6U5uQXRkeGDB/To0u68cn9lvzlpxo49qa6b3Tq0uPW6AQK+iBlR/VmVTNHASakAAABAJdGkDfgw+Zu6V5fWL465fdDF3QuKij6f/tuL73y5Y8+Bslu6Z3DSsjVb9uw/LODNUtbbyl1OBodzxEmpAAAAwFlgplTAr2i1mqYN6/bu2tpisW7ZkbJk1eY9KYfrJsa5plJ94e0v8/ILS93r0JHMXp1bCXihYodzNobZrxaZ8kTjrjoBnMBMqQAAAIDaGBsO8EP6wMBWzRt0adc8J7dgw7Y9i5ZvyMjKqZ+UYDTov/nxr7LbZ+fk14qLrpMQK+BtfnmjaOl0syykbrHXbaGLrstJhDiuSmI4kl0AAACgkpgpFfArcTGRo4YO3JeaNn3OP8vWbF21Ycdp5m2YNXdR6+YNZE4n4FW6XqNfNceilDMP2OkQh6pFrAsAAABUEmPDAX6oft2Ex++54a5bBhn0gRaL9VSbZWXnzf17hYC3iauvvfyRoJCogNveC+l6jUEAVYoYDgAAAKgkesMBfqtdy8Z2u+P028xftCYrO1fA23Qeor/vy7DktvSDQ9UjhgMAAAAqid5wgN/6atZ8k9ly+m1sdvvMXxcJeLC9a+zlLg8Kp5UF1YIYDgAAAKgkesMBfuvfFRsrstmqDTu27twv4HnsNvHr26YpD+UvmmYWgFqI4QAAAIBKojcc4J/e/Wxmxb/+3/30j8PBvsLjfPdcwYqZzgBu/iTTwa02AaiCGA4AAACoJHrDAf5py86Uim98OD2zgl3noKaeN/w3/ULWQXJSqIQYDgAAAKgkesMBfmj8h9PFWZrzx5IzDiQHldVrozv/VmNkguauz0Jb9wsUgCqY+AMAAACoJHrDwYeRMp/K7pRDJy9QXqhT7Q2ca/MLiub8vvjaQX0FPEnf2/Tdrws0hATwaa9x/nM8JYYDAAAAKolfbvBJ7h9sPuSlPP/GFxqZFwScCN+c/osPtFqNwRBo1BsMRnkdqA8MNBj0Bn2g0RCoNwTyYtagPatsDTuVE4Dog/mQ1yRX+qa8C/4QxhHDAQAAAJVEbzj4HlckoRSKSwic0Ltza6NBrzfoDM6I7XjQZpQ39fLaoNGcbp/gcDgEVGc1iV/eLNy6yHb5w8Y2/fUCHkMeQ+XuxXUkLXXTVxHDAQAAAJVEPAEf4x69HcspKDJbXDFcRGhQkPG/CCMnv6jIZHHdJSzEGBJkcP1+ziswyTu71oYGG0KDja61cpXcwLU22KgPDw1yrZX/rfzPXWuNhsDIsGDXWpPZmp1X+N9afWBkuNtaizU797+1Bn1glNtai9WWlVPgWqsP1EVHhLjW2h2Oo1l5rrU6rTY2KtQ9EUjLyJHXTRvXk9cajSY+OqzM2sLjPXpEQK3YcPe1RzJyi8V/gWZCbIT72vSsPJnQua8Vbim/fFZ2t7Vx0WFamfadWCv/Ivl3uZ62/Ivk33WqtfK1kq+Ya618reQr9t/asGD5av+3Nq9QvtqutcoHwLU2N7+o8NQfgPxCU37hfx8AuUpucKq1wUGGcLe1pT4AQQZ9RFhQBd/i/7N3H+Bt3Geex4ckWMAG9l5EUVSvtmRJlmzLcu81djZxHCeX5OInvt29zd3tPuvdTe7J8+ylXDa32fQ4m+LYTrGdxHGXiyxblqWoi2IRJfbeCYIVhfcCY/0xBEUZHBEqwPfz6IEweFEGM38AxA/vzExMOgdmVJ95fLTzpCcmbuqtnzviijwpmdFnXMUut6d3wD8AYmKis9NnruIPq7ICcjJTZ6vOXMVdfXZjoh1QDVjFgQNgYNjt9lez0lMsMcEOAHkVTxiq6alJ8XGWWVdxiqwK/wAYGh4dM1QDVnHAAJAXuLzMDat4QtbybANgdExW8WiUj4yrRN/d6tVISOKI4QAAAACT6IZDODFmcOJgdWN9c7eqXrluUUVpnrra8brW2oZOVV2/omz5ogL9BSFXqDnVUXmyVVVXLS5et6xEVU/AGXEyAAAQAElEQVQ1dx843qiqyxbmb1i1UFUb23o/OHJKVctLcrasq1DV9u6Bd/5Sq6rFeRnXblymqj19w2/sOa6qEmfcuGWlqkp888quo6oqgcXt29b6q8PTqhIr3HvD5ao6Nu40ViXp+PitG1VVEhxjVS7/1J1bjG8Pr7x7xBjaf+L2zbGWGLXYd+yu1JMU3f03bkhKjFerY+e+Gj3R0N25fZ2EKar67v5aPVvU3Xr16uyMVFXdd7S+o2dQVa/bvKIwJ03NtqyF5o4+Vb16/eIFhdmqeqy29WRzl6puWlO+eEGeqladbKuu71DVy5aXrqwoUtXahq6jtc2quqqieN1y/wBoaOndf7xBVZeU5W1cXa6qzR397x+qU9WFxTlbL/MPgI7uoZ37qlW1KC9ju2EA9A6MvL7bf1DanIzUm69adcOj8buenJBqdPrYe8drVFVCyTuvXadu6xiZMK5ESY7uu3G9qo5PuoxViyX6E7dtVlXJ0IxV8fBd/gEgV3hl17QBIINHIkJVfeP943oeqrv3hvUSWqmV+M6+Gj221t1+zZrM9BRV3X2wTk8PdTdvXZWbZfMPgGP17d3+AbB90/Ki3HQ124eqmuTlpqpXrV9cZhgAR886AGrqO46fbFPVdctKVy32D4ATjZ1HavwDYGVF4WXLF/hf4+29e0+/xresW7S4LF+P4STd1iIgiSOGAwAAAEyiGw7hR8/gDlU1tncO2FIlDvqwAy45OTk2PkFdLT0tNT97Qk2mpibHJVj91fSU/Ox0w5VTjFW58vRq6vTq2W6blDTttpkZNmM1MXlyenXabROsbmM1NSXRWLW6o4zVRGu8seqJshirsXExxqosI2NVi9KMVZEnVcO7hVQtMdH+ak6ac9Ltn8/ExNh4/4E7c7PSUsb8i9qamGRcEdmZafFxcYZqorGamZFq3HVdUvK0p5yRnup0+beTTU6etrjS0pLzx/xHd5X1Mm0VeweAPxuy2abf1jZtNcldBT8AUlKmV20BAyBx2ipOn3bbxCSnsZrhe9z8xdqDX0vSvN1/I7v3+6spyVbjbeM90waANSHOWJ2KdhmrltiYgFU8bQBogQOgIDfD4/aPAFnFlpgYNSkDYGLCn8P6VqJ/ncoASE70D4Ck6a/ErAxbrMUf7CQmJ00fABLJGQZA0vQBkJY6YRh4yUnJ04dHinEApCRPq9qmr+KAASCT0waAbdpqSk5Kkurg8MjY+KTH43G5XNE+mq/PVAv3n7g4IAgAAAAQFD2ecLvdLp+hoSG73Z6Xl2ez2TTgEqfaZzw+b++tbmjtuWbjiooF+RoAzLedH1SebOq8YmVpeUlOzGl6Hqc2UNUuMpOTk319fQ6HQ84nnBbro898MPNMNxwAAABgEj9pI/yojVI1AAiZbZtWXr6syOmclB+3NF/oJjGW/ubDvuEAAAAAnAH7hkM4UQGc8XABABAi+hapmu/DVO/D1TdKDW/EcAAAAIBJRBUIM1MGGgCEkmRwTqdTMriYmBg9/Vc4RAMAAACAQHTDISzJ9+HivPQ0W3JmWrIGAKHhdrvl3cbtI0lchPwAQAwHAAAAmETHEMKPPqqLctPiEqzxhkMuAsD80o96pAK4CPlIDf/NbgEAAIAQoRsOYYntUgGE2s4PKv+8q6qt2x5pO6OkGw4AAAAwiZwCYYyUGUCoBewSjo1SAQAAAMyKnAIAANPkYzTSem/ZKBUAAAAwiW44hKvWrsHD1U39g8MaAISS/oOW+jwN+w9WYjgAAADAJLrhEK4khjtW29I36NAAIGQicE+UbJQKAAAAmEQ3HMIVYxtASG3btLKiMHVkxJ/1s284AAAAAGdDNxwAAAgeMRwAAABgEh1DAADMiygfLdwRwwEAAAAm0Q2HMKOS5ZL8jDRbcmZasgYAIRN1mhYxiOEAAAAAk+iGQ7gqyE4tsyYmJFg1AAg9lcSFfSTHkVIBAAAAk+iGQ7hibAMIqZ0fVL7y/omu/tFI+0GLbjgAAADAJLrhEGZI3wAgpIjhAAAAAJPILBDGGN4AzoOAt5qw/32LjVIBAAAAk+iGQ7hq7Ro8XN3UPzisAUDITPlokfR5SgwHAAAAmES7EMKVxHDHalv6Bh0aAIRYRP2mxUapAAAAgEl0wyFcMbYBhNS2TSsrClNHRqZl/ZHwzkMMBwAAAJhENxwAAAgeMRwAAABgEh1DAACcI/WbViT8uEUMBwAAAJhENxzCjEqWS/Iz0mzJmWnJGgCETJSPFkmfp8RwAAAAgEl0wyFcFWSnllkTExKsGgCcR2GfxxHDAQAAACbRDYdwFYqxXVnT8KNf/TEpMeEb//RoQGnIPvL4138iZ7IybV/98mcDqg3N7d/+0W+jo6O+/dXHYi3BfoeddLq6eweK8rO1oH3/589X1zU9dN+Nmy5foeHcDAwNyzhKt81DQ+XO9w8dPHaipa070Rp/47Yrrtm8Vrv0TU46X3rzg5q6ps6evjRbymcevGVBcb42H5rbur75/afTbSlf+/vPaRexw1UN9U3thVmJ+fHxWiSJ1gAAAACYQjccwkxIk+XSolw5HRkdl3QsoFR9skk/09s31DdgD6ieamyX0wVF+cFncHX1rV/7t18cqz6l4UJ4e/fB//3tn/cPDmnnbN/h6mdf3Cl5jdPlGhoeiY+L1cLC7/789pvv7m/r7HG7PX39Q6kpSVqEGbSP9NvHnC6PFmHohgMAAABMohsOYWzeh3dKcmJWZlpv32BDS0dOVrqxdOJks5ym21IGhoar6xq3XrHaWJXry2lFebEWtP1HanzdWLgw3tt3zOVya/OhqqZBTksKc++/fdvC0gItXNTUeaPnDWuW3n7DlZkZNm3+SKJ307YrrAmXTItZpH2S0g0HAAAAmEQ3HMJVa9fg4eqm/sF5TrIWLSiU04amjoDLa081yzfxa7es8573RXJG9U3ebrglC+cQwyFsjE1OyumV61eGUwYnxie8z+uW6zbNbwYn0lKT77hxy/VXr9cuKerzNOw/WInhAAAAAJPohkO4khjuWG1L36BDm1cVviitqbXTeGFP7+DQ8MiC4oINa5fJ5In6FmO1r39o2DFqscSU+yI8RBqP27vRYlx8mGyLqng8vucVLtvYmjblo0USNkoFAAAATKIbDuEqRGN7iW/D0vbOXrfbExPzYVNIdV2j5k3oilKSE3Oy07t7BprbukoKc/VqXWObnJaV5KvrD9lH3tt3VLK8jq7esfHJovzs0qK87VddbvPtXWvQ7vinr/9Uv+ZLb+yRf9uuXHf/7dv0S1rau3e+f+hUU/vg4LDNllxWnH/79VdmZQa2I7V19rz61t76pna3x1NcmLPp8pWXr1qsfRSZsXc+OFxV29DVM2C1xhXkZt107caKsiLjdbp7B373wlud3f2O0bHC3Oyy0vybr92YnOQ/Im1DS8e3f/gbebgH777+z6/vrqtv7R8cKsrPWb28XO9ven3nvsqaBnkiNlvSupWLb7t+syUmRr+tfoiJf/nvj7R19u7ef7SppcuaEF9WnHfr9ZtzszNkcb385geNLZ3jE96FdudNW8pKpvWXyZN9+72DVXWNLW3dSUnW8pL8a7deJg8dMG9rVy769AO3yII92dAm9ylPc/mSBddtvVxPlPYdrv7V717Vr/+dH/9OTj//yTvWrFjkXZUNrbv2HG5u7x4acsj8FOZlrV+7dPniBbMtz+df3vXWewf083Kf8m9xefFf/5f79UuOVdfLOuobGHK6XTIAlpSXyPKJifZ3Gn33Z8+eONXy1S9/9lDlCVnpCQnxl63yLq7ZHi6YsfGRD6qvgsf/5lOOkfGdew41tXROaVOLFhRdtWnNotM58je//7SMcP28PlZlrm7Zvumxf/yOt/rPjyZaE9Qdzjzegqw+WSzHaxt7+gbkp6DigpyFpQXXbF6XlJgw20007ytae+WtPQeOnZBnlxAfV1qct3710stWTxvVf/eV/5CV+PXHvyivr0OVdc2tXampSUsWFstzzEhL1ebb2uVlGcmW6CmnFmEfpsRwAAAAgEl0wwFzkpaaLLlGb9+QxEiSTegXnmjwtr8tLS+R04qyYonhJMhQMdwpXwynwizJSr77xO8lfZMXX25WZlR09MnGNvn3zp7DX3z47qUVJRZLjKQSvf2D9uFRyQ7SbMlZpzf6k4ToqWdfl7ApPj42Lyezo7t3f//Q0epTX/7ig4V5/gOqyiWSlDldroLcbEk6qk80yT/npPPsh09t7ej5wc+ftztGJS7My86Ux6852Sz/jMddlRDnZ8+86HK5rQlxBTlZnb19TW2d+w/XyHVWLltovLeR8fFv/fDpnt5BeQpxsbH1ze3yLyEhThbdG+/uz0hLkacg53e885dhx6jc3Hjbd/cdfXv3wejoqNysjM6ePpmThpbOL33mnv/42XMjY+M5WRkDQ8OSiP2/n/5eAju1RWRf/9BPn3qxtaNbQiXJyMYnJvYeqt5/pPaum7du33q58f4lBvrez54/1dQmsyGzJNmc/Dt49MT/euwTsRZLSlKiLH8J8mQBylKV+UzyhYyyTiWi0u9BkrvegUHJOmWNXL157QN3XHvGRZqVnip31dndNzo2kZOVLmGlWk0v7nj/1bf36iMqzZYig0QSN5mHz33i9uysNOOd7DtcJeGjnBkaHnGMjGmzCGZsBP+gkmG9tnNflBYls93R3XfgaK38e/iBm6/w9XsW5mfLKG1obpfoSbI8GTAZ6XMIuX7wiz/om2lLxpqanKQPs10fHPnbz39M5vyMN3G53bLwJdLVXzUuj/tY9amjVacOVtZ+6v6bpx31Ykp79sWdEkd67zwlqau7X/795XD13/3XB/Nzs7R5lZaaNGJLHBmZ55bbix8xHAAAAGAS3XDAXJWXFEp+VN/UoWK42pMtkkSUl3l7hZYsLN6972jtqeabtl2hVxtbvFuwLllUok8+/fwOyeCu3rTmzpu2JsTHySUS2/3it680t3e9/f4BieGSE60SGTzzhzd2/+XY5vUrbtm+Sb+hXO3p53ZIziK3/dgd2yWPkFBGQjHJJp78/Wv/8N8eUnMo8cR1V62XGUi0xk86XU8997pkKC+8/t5ZYjiJOf7zmZckg1tYUvDFT98tN3S7PX967b233jvwzB/fWLGkLCU5UWKgJ599VTK4m6/dePsNV2q+BqXnX35HIrOf//blr/6Pz8p11B3W1DVLgvPlRz9eVpwv7zNPPb/jgwPHn395l8ft+dwn7li7cpE8kRdefe/N9w7I5fffvk1fFDq5w1uv23zd1sslUZIM61s/eEaSuG9876kFJfmf/+QdEq909fR/94lnZX527jl8323X6Ld68tnXJIOrWFj0mY/fluqbk9qTzT956gV50LLSApkN47wlWhMe+8x9srTlKRw+XvfL374iYZPMyVUb1yyrKJV/X/vOL+VRHrjr2vLSD1vAXvMFWLJUb7hmg8yt3PAvR7x9c7v2HN5+5bqszLSZqk3MIQAAEABJREFUS1USOvmn95fdvH2jnmFpvkRP4jCJ/D77V7et8sWXktP95Mk/SRr7n7956e8f+6TxTl57e5/M/NZNq9s7+9YsLz/j6gtmbMzpQSX4W7ey4qH7bpJVIDmpLNuqE42yvjasWSZ3/sl7b9B8rWcyuj7/0B0S6mlBk+BPMrh0W8rnHrq9tDBPLpH7/8mv/yyh3qtv7X3k47ee8VYvv7FHnotErl965B796CiSgf7ol388XHky3fa+GgPCMTomGdzdN1+lt17K1X78qxdk/Midf+avbtMwH9g3HAAAAGAS3XAIMypZLsnPWLWkODNtDgFBkPQDnqrdw7W0d4+NTywsLdC37NPjtlONbW7fnrMkcevs7o2Li11Y4k1zJL/r6h2wJsTdd5s/eMrJTpeMRs509gyc5XHf2n1QwjJ5oAfu3K6/cJOTrF946M74uNjWjh6Jq9Q183Oz7rnlKonS5HxcrOU+3wat9uHRQfusbTtHqk519w7Ilb/46bv0G0qweO+tV5eVFEged/DYCbnkN398Q4KbNSsW6Rmc5n0D0SQBkTBrYtL5h5d3BdznXTdt1cMveZ+58eoNcmZy0rl142rJ4Lz3Hx199y1X69sh9vYPGW9YmJd963Wb4n07U8vLyVy5pEzz7ols6tMP3KIfPTM3O2P7Vd4Gt76BD294qLJO4iTJwh59+O7U02mgrIuP3e7tU3v2hZ2B83bzVplt/SlI3rTRF1DWN7Zrs+vs6ZfTzZev1Fec3FBiNXk6G9ctm3S5tKCNT0z++rnX9HlYdbqFUJb5o4/cI0tDhtOe/ZXG62dm2v72vz6wcd1yWaezHeThI8fGXB80Iz310w/eoq8CSVcfuv8mzbe5dP/AkHZu2rt65bR8QaGewen3L09t9fLywvzsM96kqa1zx679cuYLD92hjlAsg+SzvlhNYlAZusbrr1+zVB3eQa4mT1k7fbTi0ImoD1O64QAAAACT6IZDuCrITi2zJiYkWLX5ttQXtDW1fBjD6cdFXXz6KKgSasg3/7bOnlMNbYvLi+sb2+RFtrA0X/+SnpVp+/ZXvtTTO6j2E6eL9kV4LufZ0hz9yA/bt0zbvlJiqS8/+vGE+Ph0W4q6cNX07UMllkpOtDpGx0ZGx2ZrXKqpa5LTTetXGvfqJR558Ba3252VkSZ54rHqernkhhnHr7zhqg01dc01J5uMF8rzXVZRqibVNo9rV1YYr5NuSx0ZHR8achQZIhjVOajL8iUvCxcU6PvO+/AOM7x3OGQf0ScPHK2RUwnUAo4YsGHtsmf+8IbkOH0D9kzDhpMBjYH5ORlyOuF0arPLTLM5RsaeePrFL3zqzoy0D5f2x++6TpsjGTAy2xKBSYRnvFwis60b17z29t6qE42b169Ul69astC477Yz+sixcbTq5JwedO2KCrXDPs0whMZ9R309F1m+FSfra0Fx3jWb1+mvCwkQv1B652w32XewWj6qli0uNW55rXn3t1hQXlp4qqlNRq+K58T61UuMV8vP9W7oKkmxFhpRPpohiQv7SI4YDgAAADCJbjiEq9CNbUmyMjNs+vFPU5ITa+u9MdxSQ3JUsbBIYriTjd4Y7lSzt8FqcVmxccZystMl0ZDgo7W9p29gqLtnoMPXy6Y30J2RZHl6y09+bkZAqWDGHq/SbYFZW3xCnDzi5OwxnySDcpqXHXjnKroaHv4w8Co+vc87pbDAG47YHaPjE5OqxS8p0WpMxORZS/LodntUgKWLtcRoM34PCLiOxRdZpk8PEC3Tbzg45J29Q5V1+p74jPSRMGR3qOciiVJAsBUb6w0WPLMvf3Hz9o0/fvJPrR3d//LNJ3JzMsqK81csLlu1fKExrgqG3eGd1eyM9Jk3LMjzrsqApsjsM23uahTM2JjrgwasAu30InKfdREFY8WSBRKnSTD67Is7//z67tLiPImw162oyM3JmO0mDseodz5zzrBnN4nYJIbr6O43XpiRMW1HdXEW7zj0nPOcz3S4qqG+qb0wK7EgIUGLJMRwAAAAgEl0wyHMnJ9keVFpgcRwdfWta1dW1De2S/a0oNi/teDS8pKd7x+qb/LmQQ2+GG5JhT+kqz3Z/Mpbe081taoXX3x87NKKkpq65rM84sTpLqRUQ0fYbGItc/6aPD4x4b3z5FnvXG+DSrTGz+zM8qZavohtcGhY7WI/oCtNif6oxi5h3E+cEnXWGzpGvUlNb9+g/DvjFezDo+q8hJJnvM7Z3w1XLVv46MN3v/L23saWDn3H/x8cOC7P/dbrN1+9aY0WtIkJb1tWamrizFJaqnf5O0ZGjRfGxcdqZ7/DIMbGXB/0jKvA65w/MeQV+qXP3vvijt37DlVLbnviVIv8e3HH+8sqSv/qnhtmxn9i3KnP/BmenS3omQ/FZ92gfaTfPpaTlhBpn6TEcAAAAIBJdMMhjIVueFcsLN57qLqxtdNmS5qYdK5YWmZ8KKnKQze3dcmX86bWLgkFSgo+7CCT8O6Hv/yjy+3OyU5fv3rpwpKC7ExbRnqq3NXZYzi5E2tC3Nj45PDwqL5/tPklcUZrR8/wyMhsV9A3eh0dm3B7PAFJ3OjYuGRwmq8DTl14nt9b0lKSe/uGHnnwlvVrlmohIyta/nmPIVvXVFnbUFlT7xgd+90Lb7lcroCDsZ5tVn1JkzEWVOx274UB2wV/pGDGxrw/6Fl4pmdSEzO2Y5Uw94E7t9972zUSYVefbNp/uHpgyFFd1/TtHz3zlb/7zMwAV1burDM/PM8zb07AaA/7VI5DNAAAAAAm0Q2HcNXaNXi4uql/cFgLAX3nZc2tXSdOeffJtWRhsbEaHx+7oChPEitJFiYnnRULi9S39Hf3HpUMLisz7fG/efjW6zYtrSjJzLBJdXDId/CEs74cM9NtcjowFPiMXnt77y9+83JdQ6t2DrIzvbvWGrQHxnCV1fVPPP3nPfsrU5Il6/A2Gc1sN9MPsJCakmg8Uup5lu3bNZiEnjNLTW2dQ/YR7ZxJVNTW2aN5N9hMvXLDqi88dOfXH39UUjm55HDlyeDvJ8e3kenAkH1mST/iRFFeljZHHzk2QvGgM0VHe8e50+k2Xtg/OO3AIE6Xq72r1zEyZomJWVxefNdNW7/2959/9OG7JduV1VTfdIYDKeib5Q4MnmHm+33PqKjgzMd2OM8i5/OUGA4AAAAwiW44hCuJ4Y7VtvQNOrQQSLelZKSndvb01eu7fisvCbiCRG9yuvfAce/5siJ1ud23hzW5JKCh7N29RzRvG5F/91UxM3aatnp5uZwGHNFSYr6dew7vP1obE31OX43XrfIeOWH/kRpJCY2Xv/eXo5Ix6YdYXbPCe513PjgScNt33j8kp8sqFmgXzgZfE9zeg1X61pdKQ3P7t77/zD9/86eO0TFtLvR9qKnF39c/9M/f+Knc1fiEv7cr0Rq/drn3qK9zeiMtLsiRHNY+PHrk+LTwbtLp2nPQO2CW+6K9OfnIsRGKB50p3tfI1tI2LQzdf6TaOPnM82/8678/+eZ7B4wXSppp8+3774wL8rLVi+UpHD/R0DcwLYnr6u6v8+Xga1dUaBfOlI8WSYjhAAAAAJPohkO4CvXYXlRa6BgZq29qT06yGo/yqdODucraBm36cT+zMr1dSzV1japxSbKSJ3//qt5VZzyEgr51YWtHz8jouH7J9VdvSE60Sqryq9+9qudio2MTTz33+rBjNDsrraykQDsH5aWFyypKJWz6tx/+tqW9W/Pu0n5KspLKmoZYi2X9am/IdccNWySc2rXn8Is73tdvJcv4uZfe2XuoWi6feQTV82lxebFEn6Nj408882e748OtF/sHh3/17Gua99CZS5MT53bMXH3/YnX1LXoumZlhKy3Mk/M/fvJPKgySyO+dPd5QMuDQtGcnmd3dN10lZ37x21f0g89qvlX5g58/L7mShGXrVi7W5ugjx0YoHnSmfN8RIf70+nuq/fDlN/foY1u5zHcY0zff3f/BgePqNbrvcHX/oF2eQnlZ4cy7zUhL3bJxtSzt7/7sWf1gFKKts+d7P39OXjJXrF12odow1y4vu2JFUXqK96Wq3nAi4VOVfcMBAAAAJtENB5izqKxQsgOJBpafqQusfEFBTEz0xKRT0rTCPH9It2XD6t37jg0MOf7133+lZxbdPQOO0TG5jsQKLpd7bHxS3/YzN9u7leXRqlNHq364fs3SRx68JS7W8qmP3fyr378ijyv/CnKzunr73W6PLTXpsUfuPfeX8oN3XvfjX7/Q3N71je89lZudYR92yMzIs/jMx2+VKEfz7T/u0w/eIuHOq2/vfWfPoeyM9K6+flkCch25XB2c4UL55D03PPH0i9Unmh7/Pz+RmZHF2NzaJcGZLNsH7tquzZE85VNNbS+9sUf+/dU912/ZsOqT99/wf3/4m7r61q9862e5ORlJ1gR93a1YsmDblnVzuvO1KxfduO2KHe/sk1AvLTU5OSmxo7tXVqWc/+Kn7oyLnXPKEczYmPcHnemOG7d835frPf71nxTl5zhdrkH78GOfvfe7TzynrrNyaZkEZzKTv37u9ede2pmXnen2eJrbumQGZBTNdtjZO264sq9/8Hht49e+84vcrEyXxy2TknctWlD44F3XaRdIWmrSiC1xZCQkLbcXM2I4AAAAwCS64QBzlpzeELVi+o7hdLEWS1lxwcnG1iWLplUlFvmfX/rEn15591Rze0Nzh7wAJTG59bpNWzau/rcf/baptfNYzSkJKeSal69ecrym4eCxWnmNjvkOYyok8fnHv374Vd/BOju6+9JsKRVlRffdts06y6E/5yQr0/YPj33ytZ17JWmSWCQ+PraspOBjt1+rZ3C6dSsrFhTnvbFrv8x8e1dvRlpqxeqiqzevMUaNF0pWZpos2zd37T9R39LU2jVk12TZXrZ68dWb15rImG67/sr2jl4JJeX8qK8hUe7tn/72Yd9RbtsGBuwSNqWmJErwdOM1V5jIQO+8ccvKJWW79hxu6ezp7u0vzM1esbTsqk1rUs02dgUzNub9QQPIIz7+1w/veHe/jHzHyOi6VYuv2bQmKzMt4Gqf+thNSypKJI/u6x9qaPHuDG754gX3374tx7eDvzOSOPvRT9/zwYHjhypPNLV0TWlTixYUyWjcunGNvkO6i0ck/LgVxZ8OAAAAQDD0Xdi43W6Xz9DQkN1uz8vLs9lsGnCJU8NbOJ3OxrZe++hkxYKCDN8xIgFg3rW1NI+MOBJ84uPj4+LiYmNjY3yifLSLzOTkZF9fn8Ph7eBLOC3WR+Y5WkLNIOaZbjgAAADAJH7SRrgqyE4tsyYmJMxtj2AAMCcqblMBVtg3xHGIBgAAAMAk9g2HcMXYBhBSh6sa9la29NvHtQhDDAcAAACYRDccwgzpG4DzY9A+0m8fc7o8kfZJykapAAAAgElkFghjDG8A50HAW03Yp3J0wwEAAAAm0Q2HsCTfiu2O8c6ewdHxSQ0AQi9yPhHzwJAAAA9ESURBVE+J4QAAAACTaBdC+NFHdVV9547dlW2dfRoAhIx+jGYtkrBRKgAAAGAS3XAIP4xqAOfB2uVlGcmW6CmnZnjbiYT3H7rhAAAAAJPohkNYisD+FADnWVpqUqYtMS42RoswdMMBAAAAJhFVAAAwXyLhxy1iOAAAAMAkuuEQZlSybEtOmMhMTUyI1wAgxCLqw5QYDgAAADCJbjiEq2UL89ZaExMSrBoAhEyUj2ZI4sI+kmPfcAAAAIBJdMMBAGDC4aqGvZUt/fZxLcIQwwEAAAAm0Q2HcEXEDCCkBu0j/fYxp8sTaZ+kbJQKAAAAmERUgTBjHNIMbwDnQcBbTdincnTDAQAAACbRDYewJN+K7Y7xzp7B0fFJDQBCL3I+T4nhAAAAAJNoF0K4qqrv3LG7sq2zTwOAkJny0SIJG6UCAAAAJtENh7AUgV+MAZxna5eXZSRboqecmuHDNBLeeeiGAwAAAEyiGw4AABPSUpMybYlxsTFahKEbDgAAADCJjiEAAOZLJPy4RQwHAAAAmEQ3HMKMSpZtyQkTmamJCfEaAIRM1GlaxCCGAwAAAEyiGw7hatnCvLXWxIQEqwYAoaeSuLCP5Ng3HAAAAGAS3XAAAJjQ2Npd19LnGHNG2g9axHAAAACASXTDIVwRMQMIKYnhTrb0jYw5tQjDRqkAAACASUQVCDPGIc3wBoB5RzccAAAAYBLdcAhLEsDZHeOdPYOj45MaAISSnvirz9Ow/2AlhgMAAABMol0I4aqqvnPH7sq2zj4NADB/2CgVAAAAMIluOAAATFhQlKN5nEnWGC3CEMMBAAAAJtENBwCACRLDxWkTo6Mj+g9akfN5SgwHAAAAmEQ3HMLPtC/D078Xv/TWAWPptmsvN1Zf3nlwyuN/Rdx0zVpLjL/PZcfuI5MTLjW5fcsqa3ycmtz5QeXI6ISavPqK5SnJVjX53v7qIfuomtx8+ZIMW7Ka3Hu4rrffriY3rFmUk2lTkwcr6zu6B9TkuhVlBbkZavJIdWNrh3/D25WLS0qLstVk1cmWhuZuNbmkvHBRaZ6aPNHYUVffribLS/OWlheqyYaW7qq6FjVZWpi9ckmJmpQHlYdWkwW56etWLFSTHT0DB4/Vq8mcLNuG1YvUZO+Afe+hOjWZnpZ85WVL1OTQ8Oh7f6lWk8lJ1ms2LleTspBlUavJhITY665crSYnna4d7x5RkxZL9E1Xr9MMpg0ATbtt+7QB8Mo7Bz1u/wC48aq1sbH+AfDm+0fHx/3HxLx288pEa7ya3LX3+PDIuJq8asOy1JRENbn7QM3g0Iia3HzZ4oy0FDW570hdT59/AKxfXZ6blaYmAwbA2uVlhXn+AXCspqm5vVdNrlhc7G3ROq3mVOuppi41uXhhQcWCfDVZ19hxwjAAFpbkLltUpCYbW7uPn/APgJKCrFVLS9VkW2f/4aoGNZmfk37ZSv8A6Ood3H/0lJrMykzduKZCTfYPDu85eEJNptmStly+VE0OO8Z27atSk8mJCddsWqEmR8cm3t4z6wBwutyv7zqsJqNjom655jLN4OwD4LVdh1wuj5q84ao1cbH+xOmt94+NGfY1uW3TyqTEeHm3ifaJOk2LgDyOGA4AAAAwiW44hDFLTHRS7FRne9vk5KTb7XY6XRIPGa9QU3XcmES3d/VPqx6vionxv0Da2vtcHv9X9Nrq6nhDRtPW0TM26VaTJ2prk6yx6s5b2/scY/4E5+SJE6lJ8ara1NJnH/VXT5yo67dZVbWxebB/2J/vpJycsvd1+G/bNtQ9MKaq1ljXmL3bf9sOe0efP/6Li3a6RvpUtbnL0dHjUNXoqUltYlBV23pGOnqGVdXjGre4h1W1e3Cso2dIVZ0To9aoMVXtHRrv6BlU1bGx0RTLhKoOOiaNK8Ix4qhJcKnqyLjTWLXa7TVVU6o6Puk2VuMs0caV6HR7jNXoqGmrWP4PGABVlZXGt0AZAMYfJmpqqizR/nJre4/TENLV1tQkxPkHQHN7z7hhANTW1qYkxvkHQFvfsGEA1J04aUv2V5tb+2WZqOrJupMD3VbD8Bjos/sT3qSTnuF+/wBoaB2SdaGqCRb3uL3HX+20d/T6B0BstNM92u+fq55pA0BzT0RNDqlqe99oR48/HPS4JmI9DlXtmT4AJidGE6P9A0BG7PQBMGKLnVRV+8i0VWwfdmRa3YYBMO11ao2Pqany/2I04Zw2AGJjooyr2BU4AKLmNADaOvs8xgFQXRUb4z8aQWtnz6TT/w5QX38y2Rrv8bhjYmL0JE6/PBI+VaP4BQ8AAAAIxpSP5BEunyGf/Px8m82mAZc4fXh75Guxb4RLsOEYHUtNjJUMzikJnM+gY0JdLToqOtm3Uyf1tXl4zKXuR87IbY1Vx5hr6izVcQmS/NWkBMkAo1R1dMLt9kwFWU1MsFgMVUn3XG5DNd5iifFXJ5yeSZdHVa3xllhDVYIhp+G2CXGWOMust5VUMT42WlWlJFdQ1bjYmITYaPWUnS7PuLFqiUmI81dlhmW2VTXWEmM1VN0eecr+RS3LIjHevyIkB5EgRlVlQcniMtx2ShaXqsrsJlsts63Es1dnrkQJQ+V8kAMgxRorFVWVefYYBkCyVRalFuQAGJtwuzyzruKAASDZX5wl2rCKPU63YQDEWWINq3jSNTXhdM9pAKinLJHThGvWVSz3Oj5tFUdb42JmGwAyv4mzr8SAARBQlYwryVCV+3OMB7uK5cKUuQyAYF7jOrlQkvS4WEusT3x8fFxcnH7eIi9fQ3+cdpGR98O+vj6Hwxu/Jpymz7meJwYzz8RwAAAAQFD0bxfGGM5ut+fl5RHDIQzow9vjI8NbojcZ6noGp58XelV9zdbO1Lpi/IJ5LtWZV6AafFWbvxXBKmYAzGNVpwdtkrhJdKUHcHJqOU01x4VrDMdGqQAAAIBJ/KSNMKP20CRfKb2NNpYPe2FUBqfHcDNvpc3+cgjX6mxXOHtVi9TFxSqO8Kq6gv4Oo5I4PcOS8yrGigr3PcQRwwEAAAAmhfH3BEQg9e1Xvgz7NmeL0TdMk8kztsIZb6WbLaG72KraueUsQVa1S2eBRFpVYwBciKrxQj3rF3pPnHFbVC3cEcMBAAAAJtENh/CjYjh90rsbOF/TisrgzvJN+0LlHRdnVbs0wyOqGgMgNFX9CvqkCt1iTgs4XmoYI4YDAAAATIqE3+0RIaJ8O9dXDXHyrVj/Pjzl22Gcfqr5vkWfpRtOu1h3lXUpVi/aGaN6fqoX7Yyd45NSl+u5m57H6W84qhsuvD9bieEAAAAAk+iGQ1iSL8N6E5w6ow9146lC789sVY1tEiO7v09jFc9SVVmbit4iJ4PTiOEAAAAA08L+2wIiirEhTkVv+mRAABfwddrI+D38jC+Qs9z2I29O9eKvakGvYgZAWFa1j1rFxtsa87gIyeA0YjgAAADANLrhEGb0JE47/cVYpXIBQ92Y0M107lUtlPkOVS2IoCTUq5gBcGGr2oVbxUYB0VskZHAaMRwAAABgWoR8Z0BEMeZuZ/x6rLK5gJtos3z9vuDVs8/zJVTVpj/l0FW1i28lMgACrnDpruKAC89ySbgihgMAAABMMn6pAMJJwFfij9wM7SNLF7CqXawzRvX8VDUWyEVcjZz0TSGGAwAAAEyKwO8PiEwMdQCYF8RwAAAAgEl0wwEAgOARwwEAAAAm0SIEAACCRwwHAAAAmEQ3HAAACB4xHAAAAGAS3XAAACB4xHAAAACASXTDAQCA4BHDAQAAACbRDQcAAIJHDAcAAACYRDccAAAIHjEcAAAAYBLdcAAAIHjEcAAAAIBJdMMBAIDgEcMBAAAAJtENBwAAgkcMBwAAAJhENxwAAAgeMRwAAABgEt1wAAAgeMRwAAAAgEl0wwEAgOARwwEAAAAm0Q0HAACCRwwHAAAAmEQ3HAAACB4xHAAAAGAS3XAAACB4xHAAAACASXTDAQCA4BHDAQAAACbRDQcAAIJHDAcAAACYRDccAAAIHjEcAAAAYBLdcAAAIHjEcAAAAIBJdMMBAIDgEcMBAAAAJtENBwAAgkcMBwAAAJhENxwAAAgeMRwAAABgEt1wAAAgeMRwAAAAgEl0wwEAgOARwwEAAAAm0Q0HAACCRwwHAAAAzI2evskp3XAAAEQU9TeAOjOnm0drAAAAAIKm/uBWf4IDAIAIcY4f/XTDAQAAACZNTU0NDAwMDw9rc2TspNPPq1N1z2c8fxG61J/LzPk3nue5XChBPhdeKedNOI0uo/B4LqbXzkXoYl4jHo9HO/0jnKLNETEcAAAAMDfqj+/o6Ojx8XH1nUFO5RJ1PuCbQzB3e/asYb5O9YcwMW/n4ZT5mZd1d97mJ8hldd7GNq+4kC4rXnFnn5/zNm9acC62tXYxz1sw9yOnEsPp56N9oqZvnRokYjgAAABgzuRvbqvVGhMTMzExMXmay+Xy+EyxzzgAAMKCHrRJ7iYf+rGxsXFxcXIm+jR1nSDvjRgOAAAAmIOo0/S/v+VvcYvFom+oIufdbveUj+ZroNAAAMClSYVreu+b/omv05M4/Y8BuuEAAACAkFDbp+gZnPwhrrI2mZQMTrXCkcEBAHCpU1ueGn97C0ji5nSHxHAAAADAHAS0wulxm/4jecAWqSRxAABcuqKmHxtd/9xXSZzaQxzdcAAAAMD8Uzvh1v/mlj/E1eXyh7jK4IjhAAAIAwExnEriVB6nYjj2DQcAAACEhHH7FHVGb4WbOk0DAADhQgVt0TMYo7pg7ooYDgAAAAiWcd9wqjNOb4Uz7hKOJA4AgLChfoEztsUZJ4O/K2I4AAAAYM7Ur+J64qbOEMABABCWVOJmTN+Mp0HdCX8oAAAAAHMyc+9v7A8OAIAwNnPj07lujvrhlflDAQAAADDhjH9I89c1AABh6Yxx25wyOI0YDgAAADh3/FENAECEmGv0ZsS+4QAAAIBzdS5/kQMAgAhBDAcAAAAAAACEHDEcAAAAAAAAEHLEcAAAAAAAAEDIEcMBAAAAAAAAIUcMBwAAAAAAAIQcMRwAAAAAAAAQcsRwAAAAAAAAQMgRwwEAAAAAAAAhRwwHAAAAAAAAhBwxHAAAAAAAABByxHAAAAAAAABAyBHDAQAAAAAAACFHDAcAAAAAAACEHDEcAAAAAAAAEHLEcAAAAAAAAEDIEcMBAAAAAAAAIUcMBwAAAAAAAIQcMRwAAAAAAAAQcsRwAAAAAAAAQMj9fwAAAP//DkeVhQAAAAZJREFUAwBifhYb799thwAAAABJRU5ErkJggg=="/>
</p:tagLst>
</file>

<file path=ppt/tags/tag2.xml><?xml version="1.0" encoding="utf-8"?>
<p:tagLst xmlns:a="http://schemas.openxmlformats.org/drawingml/2006/main" xmlns:r="http://schemas.openxmlformats.org/officeDocument/2006/relationships" xmlns:p="http://schemas.openxmlformats.org/presentationml/2006/main">
  <p:tag name="MCDIAGRAM" val="mcDiagram:25d9e851-f712-4f1d-accf-4ee7e2a76413:fade689d-cfd2-47d9-b316-86a21a0533fb:0:1"/>
  <p:tag name="MC:BASE64" val="iVBORw0KGgoAAAANSUhEUgAAC6EAAA8ACAIAAAAnGn0HAAAQAElEQVR4nOzdB5xU1f034Dtle4Gl9yoigggiYsFesfcWjSaaGNO7ie8/phhNYhITS0yMXaOxR42994IiolSR3jvsLttn5r2zs6xLM6CCIz6Pw+XMmXPr3Ix+Pveb34mnUqkAAAAAAAAAAACyWDwAAAAAAAAAAIDsJuMCAAAAAAAAAEC2k3EBAAAAAAAAACDbybgAAAAAAAAAAJDtZFwAAAAAAAAAAMh2Mi4AAAAAAAAAAGQ7GRcAAAAAAIAvhFQqFQAAbHWRSCT4NMi4AAAAAAAAbMs2Fm0ReQEAtpB1Qi3N/9XxCcMuMi4AAAAAAADbpubnSes3AhkXAGCLaZllaW6Hjcx/fnzspEvEf74AAAAAAABsezLPgJqXGev0AwBsIZkgS/Ny/Uaw+dRxAQAAAAAA2Na0jLY8Nr48kUy27AlkXACALaxlluWQASU58WjYjkajwZqCLh8j5iLjAgAAAAAAsE1pGWdJJpP/eH6JPAsA8Bka2begOBLLBFw+ScxFxgUAAAAAAGDblMm4ZNqR9MOkAABgq0mlgkzQtr6+viGWisVimf7mmEuwmWRcAAAAAAAAtjWpNZozLl/eq+MBA1oFAABby+jpFX97dkGQybisyad87ImKAhkXAAAAAACAbVIm4NKccQEA+KykMy45kYzwP06aYy6bG3aJBgAAAAAAAGwrwmdFwYbquADbqkj94iDlf+lAVmtolEgkMgHc5v9cCTaTjAsAAAAAAMC2ScYFtnk5laNLp54ZSa4OALJYy4xLcxI32HzmKgIAAAAAANimrFPKJQC2ScmavPInCxb+pabNSaloQQCQxRKNWhZx+XhkXAAAAAAAALY1qbUFkUgAbEMiDcsKlt+Rv/Smhljf2rKjgojHvkBWSyQSmfJynzCD68cOAAAAAABg26SOC2yTYrUzC5dcnVf+RKI+Wtv+xFRulwAguzUHXIJPJhoAAAAAAAAA8HkQr5lQXHltXuXTqbryuuK9atscHURim7WFQ7/8vZ1HnTlx6ozg03bNbfeFW771/scyb8OH2U+8+MZFl/+zecDr70wIB3z/N38NgC+YtcrLrekJNp+MCwAAAAAAAEDWSyXjtRNLKq7JWfVKqq4iVVtf0+UHQawgyFYfzJr3099dPXPuggBgbeYqAgAAAAAAANg2RRIVuVWvFFXdFa2emVq9MKheVdXzd4mCfkE2OfrgfYbvvGP3zh02NmBA317X/+HCViXFAfAF9klmLJJxAQAAAAAAAMhe0foF+dVPFdY8FVTPS61eENSsqGt9YE2HLwdZplun9uHrIwa0KikaPnhAAPBxybgAAAAAAAAAZKlo3ZyiyjtzkxODypmp6qVBbUUq1qa66wVBNC/49Lw4+p37Hnv2vSnTS4oL9xi609dOO+aa2+6999Hn7rjiNwO37x0OOPsnvx07fsq4x2578KmXnnp59PjJ03p167THsMFnHjeqsKDpSK657b5r73jgR187/cvHj7r4qhvD1cPOcZM+2HnUmcMHD7j+Dxe+/s6E837++/33GPbXi77fvOspM2Zfc+u902bNW76qfKft+w7baYfTjj4kPIzmAZuya+ALQsYFAAAAAAAAIBvFameVrPhTPF4erJwa1C4PEvVBbUV19+83FO4UfHr+/dBTv//7rWGje+cOhfn5d/73qZdGj+3ScQMVWW68++ErbrqrbevSnt06Tfpg5tiJU599bcytf74oLzdnnZF7Dx8aj8fvfOipzh3aHnfofh3atdngrh959tX/96d/pFKp1q2Kt+/VfcIHM15/Z8KdDz998Y++vtewwR9v18A2TMYFAAAAAAAAIMsk6+K1k0qXXxbNiwarZqQDLqFINFXULbduXHzejyNBqnlsKpVMJguqu/wwmds52Ewz5yz483W3FxXm/+6n39x3xNCwZ9a8RT+59MrR4yauP/jaO/5z5a9+mBlWXln11Z9cPPmDmY88+8rxh+23zsj9dh/atVP7Ox96qkPbsvNOP3aDu160dMXv/35Lbk78wm+ffezB+4Q9DYnE9f9+6O+333/R5dfd/4/ftyop+hi7BrZh0QAAAAAAAACArBFpWJFf/mDpqr+kAy7ls4KapU390Vg0lsypfiuv/Inc8ifTr1VP5Cz/b96ie1KJhlS0INh8/374qfqGxFdOPDITHwn17Nrxkp+cH4tt4FHyqUcd1DystLjwhFEHhI0JU6cHH8tN9zxcXln1peMOywRcQvFY7BtnHHfQyOFLl6+859Fnttyugc8pGRcAAAAAAACAbBGpX1aw/Kai5TdEU+XBymlB1aIglQySiSCZXGdkKtRQm6qvW93hG9Xd/y8Vbx1svtfHjg+XB+41vGVnv17d+vXqvv7gXQbt0PJtuzbpPdbW1gcfy/TZc8PlIXuPWKf/4JG7hctps+ZtuV0Dn1PmKgIAAAAAAADIDsnagrmXFiy5NUjWpCKxINmY4Ug1/okXRFr3DvLaBKvnB6mGVCoVNNSkGiJV3X9b0+6UIFYYbL5wI7PmLgwbnTu0Xeejzh3aTZ42a53O9m3WitHEG2u9JFPJ4GOZPnt+uOzSod36uw6Xc+Yv2nK7Bj6nZFwAAAAAAAAAskM0t7bj1+vbHLNOdyqaVzr/J5FWXYLalUEqke5K1qcaoqt7/Ka2/ZeCyMecviMSieTl5tTU1iUSyfU+2tD46Kc5T0iysTJNKpna4KfrTJb06e4a+JyScQEAAAAAAADIEpFEYf9E0H/tzmT+8rujhUXpSYtWz0ulEkF9TTLSbnWfi+vKDt9wGmWT9e3ZdcL7MxYtXV5c1LVl/8Ily4MtrFf3LstWli9Yuqx1q+KW/QsWLw2XbctaBQBrE3YDAAAAAAAAyF6x2mn51U8H+e2C8hmpRG1QX12fN7ii91V1bY74hAGX0Mhddw6Xz776VsvOWfMWvT99dvDJ/M9D69apQ7h84oXX1+l/4sV0z66DBwQAa5NxAQAAAAAAAMhWyar88kfi8apg1QepulVBfW1NyeGVva9oaLVX8Gk49aiD83Nzbrr34RfeGJvpmbdwyf/7498bEukZkT5JhCYvNzdI14NZVlNXv8EBJx5+QCQSuePBJ+599LlMT7jTv91237OvjiktLhy17x4BwNrMVQQAAAAAAACQpeI17+cl3wtqFge1K4K6muqyk6q7/iSV2yn4lLRpXfrzb5518VU3ffdXl3fr1L51q5JJH8wsKSps36b1kuUrC/Pzg4+rfduywoL8RUtXHH/eBV06tLv+DxeuM2DwDn0v+MaZf/znvy6+6sarbr27d9fOH8yeV1FZVVSYf+lPzi9rVRIArE0dFwAAAAAAAIBsFEmUF6x+JFo3L7V6YbK2prrdV6p6/u5TDLhkHHvovtdf9v9G7bdHIpmcv3DprjvtcONl/9emdWn4UXFxYfBx5efm/PJ7X21dWjxv4ZK5CxdvcMxpRx8c7mvEkB0L8/MnTZvVs2unr512zP3/+MPeuw0JANYTSaVSAQAAAAAAANuEVKNkMplIJOrr6+vq6s68dUkQiZy1V8cDBrQKgM+V3IpnSpdfFlQvTtRFqzt8s6bTV8MnvMGnas6Cxbk5OR3ato60mJeopq7+wNO/VZCX99S/roxEPuU9Al8co6dX/O3ZBWHj1/vVty7Ky2+Umxv+6uTE4/FYLBZptOkbVMcFAAAAAAAAIOtE6xcXLbo8qJxTH+la2f3Smk7nfOoBl9Bjz716yJnf/euNd7bsvPb2+ytXVx+89wgBFyCrxAMAAAAAAAAAskoqVbD0hmjVlLqcHau6/qqhaHCwZRw8crfbH3zi5nsffe3t8WWlJWHPilUVU2bMHrpjv29/+cQAIJvIuAAAAAAAAABkl5zVr+Ytv7sud+fK7W5MxbfgRGO9e3S55U8X3ff4c2MnvD/xgxm5ubn9e/c4/ZhDjjxoZDwWCwCyiYwLAAAAAAAAQDZJNeSufKK28ODVPX8bRHODLaxX984/+trpAUDWk3EBAAAAAAAAyC51JYfUFw/dCgEXgM8RGRcAAAAAAACAbBKJ17caGQCwNhkXAAAAAAAAAACynYwLAAAAAAAAAADZTsYFAAAAAAAAAIBsJ+MCAAAAAAAAW1sqlQoAtoxIJBLAtkjGBQAAAAAAALaSltEWMRdgS4hEIs0/L8IubGNkXAAAAAAAAGBraH7qnGmklyIvwCe2VpClMeCS6Ym0aMO2QcYFAAAAAAAAtrgPcy1r0i2pxr+CFv0AH1s60RIu03+nF4GYC9siGRcAAAAAAADYspqjLaGHXp9541OTmp86Zz5qObcIwMcT/pIcNLjL+UfsGIlGI6lIEI0GYi5sW2RcAAAAAAAAYItbU7clVVFVN3vJ6gBgC1hSXp1INESS0VgsFiQDMRe2MTIuAAAAAAAAsAV9WKAllUqmkolkIgDYMlLJZKKhIRqLhe1wka7mItrCNkTGBQAAAAAAALa4TB2X8PFzsCbykpeX16lT5wDgE1u2bFllZUXYSKYzLvXp35l40Fi4JZIu5BKNKuLCtkHGBQAAAAAAALaszCxFqXSFhWRzWZdYPF7WpiwA+MQqV1dmMi6pVLKhoT7dFYlEI9HMXEUZpitiGxANAAAAAAAAgK0gk3RpnroI4NOWbCzkEv5Jl41KJVN+c9i2yLgAAAAAAADAFtc0V1GQCjxvBraYVDri0pBMJMJXak3hKDEXthkyLgAAAAAAALA1ZGYsCkwVAmwx4a9MIploruCijgvbGBkXAAAAAAAA2LKanzGn0tOHJAOALSSVmaSoqYJLpOmPUi5sI2RcAAAAAAAAYCvxmBnYolrUbkkFzUVc/PKwrZBxAQAAAAAAAIBtxdqJFtE6tiXxAAAAAAAAAADYVqSaK7jAtkXGBQAAAAAAAACAbCfjAgAAAAAAAABAtpNxAQAAAAAAAAAg28m4AAAAAAAAAACQ7WRcAAAAAAAAAADIdjIuAAAAAAAAAABkOxkXAAAAAAAAAACynYwLAAAAAAAAAADZTsYFAAAAAAAAAIBsJ+MCAAAAAAAAAEC2k3EBAAAAAAAAACDbybgAAAAAAAAAAJDtZFwAAAAAAAAAAMh2Mi4AAAAAAADAugrilUd1/9deHZ/qUTI1N1K7oq7du8t2f2TOaZNWDUmmPGQE4DPgXz8AAAAAAADAh4rjKw/u9tjJAx8uLesapHoF5cuD2gVluUv37fzwnh2fHL1k/9umfm9OVZ8giAQAsBXJuAAAAAAAAABNynIXn9zvzkMGL89vd0IQzQ1SqSBeEix+KEisDj/Nidbt1fGJHkUfXDvlwrHLRgYAsBVFAwAAAAAAAIDw2WEksU+Xpw7YYVZ+20HpgEtaMmgoD1INLYd1L5521nZ/6V44LYAtrCTfE23gQ+q4AAAAAAAAAGkFsdXHbvdwcdkeQTQv/T5ZF6x4I1j+YpCsXWdk75Iph/e489rJF276jEWtC2MnD2/Tu11+p1Y5bYriVbWJVTWJifOr+L9gmQAAEABJREFUb39t2bLVDcFW97V92h87tCxsPDWx/K9PLVx/wEm7tjl7r3bhsX35+unB5utWlnvtl3ut37+yKrGkon5xRcOsZbX/HbeyvDqxzoDcWOTwwa136JzfuVVuh5J4Xk504ar6BavqJsyrvv/tFesMPmvPduFVDRtTF9V8/87ZwSeWF4+cPqLt4O6FPdrkLa2sn7m07i9PLaipTwUf17++1resMBY2fnz37EkLajZr3eN2Kduvf+n3/j0rAGgk4wIAAAAAAACkDS57o0PRyiC3TRCJBInaYOF/gvKxQZAKgli6oEt62RRGiUfr+5WOb5+/YElNl03acreCnx3epVVBrLmntCAWvrqX5e7Xv/SSh+ePmbU6yDKTFlSHy7ZF8Z5tc2ctqws+Ja0LY+GrX8dgr+2K992+9Ed3z6qoSTZ/WpIfvfSE7n3a5bVcJTyA8LV7n+I9tyv50xMLFq6qD7aYC0Z1GdGnKNPuVpZbmh/7JAGXj61DSfyCw7vs0Cl/3soteLLA547KTgAAAAAAAEBa/9bj0tMSJevSrwV3BjWrg6JDg6KDg+JjgtyBQfERQbRN8+DinJVt8hZvymbzcyI/bxFwqa5PzVxaW59oSk7kxSM/PrRTptRHVpk4v3p1XTp9MqRHUfDJTF9aO2VhTfOrvKapdkvXspyTdm3bPCweDf7vyK7NAZdkKlhc0RBeq8xhhAZ0zr/itJ6dW+UEW8zQnoWZxtMTyx8Yu+Lfo5cFn4U+HfJ36JQfAKxNHRcAAAAAAAAgLS9WE9SvCConBpF4ell8Urp8S06vIFoaxDsG9bOCnK5B7fLM4GgkGY9s0hxDQ3oUlTYGXGobUr99eN7YWVWpIMiJRY4Y3Ppr+7QPGmu6jOhT/Pj4VUE2SaaC9xfWDO1ROLBLwYNjVwSfwJ8eX9CyEkx47hce0WW33unozO59i298eUmm//hd2gzqWpBpj5lV9ZcnF6yoakrDHLBD6fn7dyjMjRbnRc/fv+NFD8wNtoD8nEhurGnyqWtfWFxVlww+sTOumxYAfEpkXAAAAAAAAIC0RdXdgkRlsPyFIJVsLOhSGcTKGucnqg+S1UFO96BmTPPg2kRBZUPJpmw2L94Um1ha0fD2rKpMuz6RemDsij7t87qV5YZvi/KaJqAY3qvoV8d0DRuvfFB51+hlxw4t69+poHVRbNL86sfeW/X69MqWWw7XPWrn1oO6FrQrycmNRxasrJ+/su61aZXPTCrPDNhn+5ILRnUOG2HP3BV1RwxuXVoQW7664ef3zVn/OEf2K75gVJdo48H+Z+yK619cMmlB9dAehTt0XqugyG+O7TqsZzqecsG9c8LBxwwt69cxPxJE3pm9+u43l89Z8b9nNQrP/d05VZmMS8v5m44c0jrTeH9RzToplmcnl1fUJDJXZljPwv13KH1ucnmwOcJv4aghZSN6F4UXLR6LTF9S+97cqnveWl7b0FRQ508n9xjQ4kzvOX+7cHnl04uemLCB7FHz4O/cMSu8RLv1Lg6/ysXl9WNnV9315rKWsy/962t9M0V6fnz37EkLajKd4TU+akjr4b2Ke7XLK8yNLq6oHz29MjyYytr0ir88umvm4oS6ts555Hvbh/2n/OOD8O393+qXuZ3Ou3Xm3DWX+qy92p28a7rC0PNTKv74+ILgI7/3xeXpYNaefYsP3LE0/OJyopFpS2rfmF7533ErW55gh9L4abu1HdilsKwoFotGllU2zF5e++SEVW9Mz7pJteALRcYFAAAAAAAASHtz6T7nbH9ZtGFNeKJhdlB8UFA7MYi2DmrfDVp9KUgsynySCiJLazourOq+KZt9f2FTsqFrWc7/HdnlwXdWjJ9bnQlWXP7kwo2tVVYY+8NJPQpymvIxu/YqCl+Pvbfq6mebjqFbWe7vT+zecpKjnm1zw9cefYtbF8buG7NW5ZV+HfMPHFDadPCpIBN0aKl/p/wfHtI5E3B55YPK619M11YZN6fq9BFt2xbFw822LMSSsUvPomOHljUneA4YULr39iV/eWrhC1Mqgv9l4Jp6LfPWBDUGdysId5Rp3/76BmYIenPm6vB4du6enksoPJfNyrh0KIn/8uiuvdbMghQa1LUgfO2/Q+mfn1w4cX518HGdvVe7TOInFG4/fO23Q+nF/503Zc2Xvr4urXN+dUy3rq0/nHGpR5vcHm3ajOhT/MO7Zn8qxWOabfB7/39Hdtmzb3HzmKE9CsNXuPffPzo/E7IJv+7LTupRvCZ3lTnm8BWO+duzi8KbMAA+IzIuAAAAAAAAQNqS6i7jlu8+pO2rkSAdQUnWr0zVzIklVwap2lROn0TllFgqiDQmOmoaCt9aum9tsnBTNrtgVf2TE1YdMrBV2N6jb3H4Wl2XnLygZtKC6jdnVH6wuHaDa+3YJZ0CeX9RzYyltYO6FHYtS0ciRu3Uauzs1a98kK7mctLwNpmAy7LVDWNnV8UiwXYd8ru3SVeFOWxQ63UyLj0a+1dWJQpyo2NmrVuKo31J/BdHdc2kVSbOr77ssfmZ/rAdHmpRbnRIj6L1My6nDG8zb0V9eBbF+dGhPYrC1XNikQMHlK6fcTlulzara5tmHcqNR3fqVtC9sXpN6NH3msqHbN+pKfWSTAVvzdxwsZDwGDIZl/CAg00WntVPR3XJBFwSyfTGK2oTw3sVtSqIdWqV87PDO3/j1plVdckX3y+fuqjm6DW1ZB56Z2UylZq5rPajNz6sZ1FlbXL0jMqi3NiwXkXxaDqc9K0DOn73jlkbW+XsvdpnAi4NyeDtWavDvezSM1w7En535+/f4c9PLHx9WmV9IrXXdukYSkVN8plJq5qLzWyu9b/3Iwe3zgRcwr1PnF+1tLIh/O7CYx7ao/DUEW0z2aaTdm2TCbg8PbF88sLqcO+DuhYcOrBVeCXP2rP9S+9XZKIwwNYn4wIAAAAAAACk1SXznph3Yt+SiaW56YBI+cIFwapXW3ftG6SCZDKyYMxNXfoFscYHjNPKd3xx4ahN3/KVTy9aWtlw7NCywtx0dKAoNzqsZ2H4OmP3tjOW1l79zKLJGyr7cccbyzIVTSJBcNGa+WtOGNYmk3EZPb2yoibRq23etc8vzswQ1KYodtu5fcNGuw1FQJ6dVH7lM4visUhR4zE0hyZi0eBXR3fNxGXmraj/9UPzGtYEGJKpdBGaoT0KB3YpeHDsinU2uKi8/tu3z6xLpBqPquyrI9uHjU6luevv+uAdS4MNeXpiefjKtJsnLQovVLARSyrqM40OpTnBJttvh9LMvEINidSvHpo3dnZ6uqh2xfHLTuresTSnbVH8rD3b/f35xQ+9s7IgN9qccbn1taXVm1BSZdnqhu/dMWtFVTrBE+7lspN6RCNB3/Z5u/ctfn1a5frjt+uQlwmvhFftZ/c2zV4Ujv/raT3DFcPrXJIffWLCqlU1icyw8prEdY25k49tne/9pOFtMv2XPDxv9Ix06iUvHrnmzF6dSnOOGNz6P2NWhGfUqVXTl/jOnKoXppSHt0G4kVnL6lZWNcxcWivgAp8hGRcAAAAAAAAgIzJ++a5vLd1nv84PRyOJIFVXtfDV4rzX4rmplfPSQZNMEZfaRMGdM75RUV+26dtNNc6/8+DYFYcPbn3k4NZtiz98TNm7Xd6lJ3T/1YPz3p1b1XKV2obUXaOXNa/+wNgVmYxLxzXxjlc+qMyEXULd26SnKOrfKT/zNjeWLqlSn1ir+Mctry4Ne8JXJroRWdO/z/al8TWT0lz2+Px1EgyTFlQP7VG4Q+f89U/q7VlVdWt2MXNpU5WXwhYT3GxMMhXc/eby8fOqMnGTpvOtb9pvZOMrRtZ8ltqcsiYj+zXNy/PM5PLmPS6tbPjX68t+dEinsD2sV1HwcT0zsTwTcAnS16omPKnB3dKVZlpORdRS/zXlahoL+TQFm6Ytqf3x3bPnLK/7dCcqymj5vZfkR9s13nvhF5cJuASNd9r4edWdSnPC22Zoz8KnJ5bPW1GXSQX9+NBO39y/w5SFNRPnV4enFg5LfsyCMsCnQ8YFAAAAAAAAaLKirv2LCw/fuc3rbfMXlbQL6muD1StTpe2D5XODnjsH0cZSI0/MPWncsj2CzVdZm7z7zeX3vLl8l55Fg7sVtC6M79O/JDcWyYtHzt2n/Tqz26xY3dDQIvAwf2VTiKRVYSxcJRMuGdS14OThbft1zCvNj62zr9TaMZBw1xurjxJvEUo5dFDrD55d1PLTcXOqTh/Rtm1RvGfb3HWmK1pR9eEGq+qach6xDUVUvvmvmclkevalc/ZpX5QbjUaC/XcoeXbSqpZj5q5o2njb4vj6AZ2M5nxP8+BN0XXNvEjTl6w18dDkBdXNmy3IjVZ/rHzJ4jWlZTKWVDRdk/YlG864dF6TfVm29tcxZUOFfDbRR6SK1vne+3X8MAX1yPe2X398WWH6Afq/31g2qFtBp8arXZgbHdqjMHyF38y8lfWXPTZ/Y7NrAVvB/04RAgAAAAAAAF8YkemVO6yIDQta7xWLBbmNkYBEQxDLaWqHnp5/bDKIbfoW9+1f8tWR7X9xVJfd+zRNUjNm1uqbXln6l6cW3vrq0syY3u3yomunQ/Jy1nqUGWnRiDZ+cvhOrX5/YvdhPQtL82MVNckxs6rCrTWX2WhYO7BRWZsINm5lVSJTQeSwQa16tl1rsqGJ86tXN340pMe6xU7qGz6MoST+Vz5kzoq6Jyas+sOj8xsawysdS3N+fWy34hZFX2Yvb4qthNchvGLrbyHsH967qSJLc+JnUzQf58YqxIRbjn1E9ZiPVLCRr2ljmgfk5XzcXTaKtdhtbnyjT73X+d6jkf+x01aNU1YtLK//zu2zwlt0nVRT19Y5lxzfvUOJQhLwmfE/PwAAAAAAAOBD5XVlVZFuiTbDI3k9auc8kKipjsWD6oqgujyI54UPGHOW1HTerA0eMbj1wC7pGWpi0cjr0ytbfjS3RbAjNx6pqf8wNdKqIFZaECuvbsoodG7dFD1ZtrohHFaQG/3KyPaZwMJfnlr49MTyoLEiy5f3bBc0Tga0jsR6EZfmIQ2J1O8enT+sV9HJu7YJD+OrI9v/8sF5zcPCTb2/sGZoj8LwFB4cu2KDW9h0Y2ZV3f3W8tNHtE2fUaucr+/b4fInF2Y+mr6kdubS2l7twkscHL9Lm8wZtXTooFbN6YoXplQEm2xxRX2f9unN9m5cNtuhc9O0QQvL69eZoWnTdWm9ViSo3ZojXLiqfoPj562pQNNh7UIv3z6gYzSa/vSlqRWLyxs2dnGbq/PktEjlZIIpG7TO996cDaquT514zdRg46rqkve+tTx8hffhrr2Kwhtg734l8VikOC8afhG3vbYsAD4L6rgAAAAAAAAAH6pP5r03u9W4V2cumh5fMbdt5fScZe/GKxfnzZvYatKkXm/MPaA2UbBZGxw3pyrTGN6r6Kw92+WvKeBRkh89Zbe2mfaCVfUtAy5BY+rlxGFtMu1whSj6PcoAABAASURBVKOHtM600wGIIOjRJrcwN/2ss7o+1Rz42L1v8caOoWG92EtzROLFqRXj51Xf/ebyTJ5m115Fw3quVbJlUuOcPjt0zg8+DXe8vqx5spsDB5Rm0j8ZN7/SVNWmZ9vcS47v1q74w4IFo3Zqdc7eHTLt8Ghfm1YZbLIxM1ev2V2rxjl30sKNn7F708V/fnJ58HHt27+k9ZqIyQ6d8gd2adr+vI3MpjR3RVP2JTzHId2bBm/XIe/QQa0OHdjq7L3aZ9Itzd/XOiVaqtZMqJQJA4WK86IDOm/0hlzne5+/sn5OY6yqICeyW++mbzk3Frnh7N5/P7PXRUd17d0ur7Qg9rPDO195es+7vrFdh5L4qurEM5PK//TEwifXpI5K8jejiBHw6VLHBQAAAAAAAFjLK0uOrs5/sVfl+0HZfvG2kWgkqG1fV5+fWF7f9p3lB9Sn8jZra4++u/KwQa3bFKWTAScPb3P8sDZzltfWNaS6luU2T9bz+PhV6694wrCyVoWxcORO3Qq6lzXVC3lqQnpkc5mQgpzIb4/r9sT4VcX50TP2aJfpDA84JxapT2xSpZXMNEPVdcn7315x9l7pLZy7T/sxt61uHjBuTtXpI9q2LYr3bJu7zuQ1H0N4TFc9s/Avp/bMzM30zf07fOv2WZmP3py5OtzXzo3JjyHdC2/6ap+llQ1VtYmOpTkFudHm1W9+ZUmwOV58v+KU3dq2K47Ho8Gvj+n21szVFbWJ4b2KWhU0zctz1+jlwcdVmBu97MQeb86s7NQqZ1jPoswUQnNX1DUHm9Yxfl7V1EU1/TqmA0O/Prbb2Nmra+qTu/YqzlyNN6ZXLq5IZ5gqapoKsLQvyblgVOfwq8wUvJm9vLZNUfr6fH3fDt3KclfXJg/esdVmTR706Hsrz9s3nRa6YFSXx8evnLO87pCBrcKDz5xLeOThvsI7s09jhuYPJ/V4YUp5OGbHLgX7bN80gdSkBTUB8BlRxwUAAAAAAABYy8raVkvzhlQUdM1rlyxtv7yk/dKSTg2rCrvNydlzUUPPZCqyWVtbUZW4/MkF1WsqcMSjQe92ef075TcHXJ6dVH7vW8vXX2vWsrqDBpQevlOr5oDLC1MqnmjMuKyqTjw5oSkWM6hrwY8O7XTevh2KcqN1a3It3dvkBpvpP28vX1rZVCSmuWxMaOL86tWNBz+kR1Hwafhgce3D41Zm2r3a5R07tKz5o989Oj88r0zxkWgk6FASDwc0B1wWltdf/N95m5uxqKxN/vHxBctWp08tFg1G9CkKr2pTwGVV/Z8eX1CX+BjTLjUZN6eqS1lOeAq79ynOzB8UXqu/PrVwY9sMT+3yJxdmrnN4JwzvVbR3v5KCxtI+yyobrnxmUWbYjCW1mWseXoR9ti85cEBpplrM3W8ub2i8j8Lv+qRd25y9V7v2pfFH3l0ZbLL/vrPyoXfS4/NzIuFhf+fAjuGtGL6tT6T+9MSCTC7qL08uzERtwusf7uWHh3Q6bFCrTN2gMbOqnvsEZW+AT0gdFwAAAAAAAGAtK6tzJy6OT148JCc+LJFIphrl5+QU5LdaUlnQYp6fTTV2dtXXbplx8vC2O3cvbFUQKy2IRSPpAioT5lc/+u7Kl6ZWrL9KbUPyh3fNOnW3trv1Lu7cOmdpRcPzU8pvf31Z84Arn160YGX9/gNKu7bOjUSC6Utqn5m0ql1xzgnD0pGRvbYrDnuCzdGQDO4cvezbB3QM26cMb/vkhFWZ6ZOSqeD9hTVDexQO7FLw4NgVwafhlleX7LldcWY2otNGtH12cnlmpqSKmuQVTy96fPyqQwelkz2dWuUW5UUXl9fPX1k/dXHNvW8tr/9YeZTx86q/fsuMUYNa7963uHub3JxYJLw4786tuufN5Z8k4BIKv7t73lp+3C5lO3YuCDc1a1nd355dNHfFR1W7mb287lv/mvmN/ToM6FxQVhRPJlNLKxvCO+S+MU3TRYXCTV39zKIv79muc6ucxRUNM5bUxiLpu27cnKpLH5l33r4dOpamK69MX1r7zxcWF+XFjhjcehMPODzba19YPHVRzd7bl/RomxtuJ9xueNg3vLT4vbnVmTHhxQmP8MidW4/sV9K+OF6YF1tV3bC4vOHZSauemijgAp+lSPhvowAAAAAAAIBtQiaLkEwmE4lEfX19XV3dmbcuCSKRs/bqeMCAVgGfhcw3kkp/KQ0N9XV3vDDt6semhv2FRUXbb799kK2KcpaUFCzJLymqX10daWiIBpG6RENVQ2FlQ7dkqiDYYob3KvrVMV2Dxpol59w0IyAr/enkHgM6p8ufXP3sosfeWxXwWZszZ86ypUvDxkE7tvr+YT1z8vJzw1dufjwnNxqPx6KxSDQaaRTAVjR6esXfnl0QNn69X33rorz8Rrm5uTk5OfHwzozFNve2VMcFAAAAAAAAWFddojAvHi/Iy6+vrq2oqUkmkolUMhVtFQSbPQcQAHwqZFwAAAAAAACAdTUkC6YtWBZZvLi+vr4gHi/Jz8+N5FYn8xOpmEIQAHwmZFwAAAAAAACAdaWCaG1Dp/IlY5LxpkeKeami1u13iHvACMBnxL+CAAAAAAAAgA0ozOuSm1rcMOftIFkXKWif23v3aLww2MLenLn6iCveD8huP757dgCw1cm4AAAAAAAAABsQiefldB8RvgIAyAIyLgAAAAAAAAAAZDsZFwAAAAAAAAAAsp2MCwAAAAAAAAAA2U7GBQAAAAAAAACAbCfjAgAAAAAAAABAtpNxAQAAAAAAAAAg28m4AAAAAAAAAACQ7WRcAAAAAAAAAADIdjIuAAAAAAAAAABkOxkXAAAAAAAAAACynYwLAAAAAAAAAADZTsYFAAAAAAAA4Ivun2f17to6J2xc/PD816dVBgDZR8YFAAAAAAAAAIBsJ+MCAAAAAAAAAEC2k3EBAAAAAAAAACDbybgAAAAAAAAAX3QXH9ttl56FYeOhd1Ze+8Li5v4+7fOuOr1n2KhtSH3pumnVdcn8nMjRQ8r27lfSrjhemBdbvrphwcq6V6dVPjJuZWqTd/e1fdofO7QsbNz95vJbXl2a6bzwiC57bVccNp6bXP6nJxZmOr+5f4cjBrcOG/eNWXHjy0synQO7FBw2qFW/TvmdSnMWrqqfubT20fdWvju3unn7+2xfcsGozmHjmUnlc1fUhVsoLUgf6s/vm7O4vCHsD3d0yMBW/TsVhJ1jZq2+dc0xrOOAHUpH7dSqY6uc1gXx8prE4vL6cXOqHnxnxcqqRACw1cm4AAAAAAAAAF90T09alcm47L19ScuMy8E7tso0XptWWV2XLMiNXnZi9z7t85oHdCiJh6+duxf275j/5ycXbuLu3phemcm4hCs2d+7UtSDTGNC5oLmzecBr0yoyjeN3KfvKyPbRSNOA7m1yw9fI7UseeXflP55bvE7Opl/H/AMHlGbaqVSQCbj84OBOB+3Y1FmSn9uzbe7gboX5OZF1DvK7B3Y8dFCr5rdlhbHw1b9T/og+xT+9Z3ZlbTIA2LqiAQAAAAAAAMAX20vvV6yqTtcmKSuMDe3xYe5k7+1LMo2nJ64Kl/v1L8kEXN6dW33di0sue2zBnaOX1TakgyUHDChtGVj5aOHqmVIo/TrmF+elH9r2bZ9XWhDLfNqpVU6bonS7Q0m8W1lu2FhW2TBpQU3YGNGn6Jy9mwIu81bUPzF+1fh56fItYceRg1ufuGubdXbUo0169XBf4UGOmbU6c0bNAZcFq9JbmLywZrsOeW2L1qqP0Kk0JxNwWbiq/tZXl/7hsQU3vrwkHB/29Gybe9wuZQHAVqeOCwAAAAAAAPBFl0wFL0ypOHpIelag/fqXjp1dFTaG9igsK0xnTRaW12d6urTOzYyfubT2iQmrquvStUxmLK0tyY/NWlY3dVHNpu/x7VmrDxhQGo0EI/oUPzOpfGjPopafhp2Pvbdqr+2aEjZvNcZTQmft2T7TGDNr9cX/nV+fSMdrThvR9ozd22YaL0wpX1zR0HJTz04qv/KZRfFYpCg3HaY5bmhTPOXNmat/89C8ZGPhlzP3aHfqbmvlY3q0bTrTpZUNT08sX7Y6vc335lYP7FoQnvtmnSnAp0UdFwAAAAAAAIDg8fErMxP97NanKDNtz379m+qdPDupPNOYtaw20zh6SOs7z9vu8lN6nLtP+0QyeG5y+cT51ZnEySYaPaMptjKksfrLwC7p+YlWVScyVWF2bJyuaOc1FWXemF4ZLnu3y+vZGD1JpoIrn17UvLt/v7Fs9vK6sJEXj+yydlYmdMurS8OR1XXJpZXpnEqH0pxM//1jViTXHO+D76xYZ61pi5vOdFDXglvP7fOPL/f67kEde7TNfWFK+djZVSYqAj4TMi4AAAAAAAAAwaxldZPmp+f9Kc2P7bldcTyaDruEbxPJ4MkJqzJjXphS8fasqkw7HNC/U/5xQ8v+78gut53bd7/+JZu1u9EzKusaQyqZCi6DuqZDLZMWVE9ZmD6GAV0Kwu0Pagy+VNYmR09PB2L6dsjLrLu0siETWGk2Y2lTJKV3u7yW/eG6LUfmxiKtC5tmRJq/sq65v7w6kanU0ix8e9trS5vfdi/LPXRgqx8c3OmWc/p+dWTTZEkAW5mMCwAAAAAAAEDas5Ob6rWM7Feyx3YlpfnpOMjY2auXrJn9pz6RuuiBuX96YuHE+dUNLUqZFOZGf3JY5z37FgebrLYh9U7j/EdlhbGDdiwtbJxIaMK86vHz0hmXzq1y9tm+tKCxMxyWWrNKZt2PSJhE1v6ssjbR8m3LOjN58f8RVLlz9PKf3jPn9emV1fUfrheNBCcMKzt3n/YBwFYXDwAAAAAAAABonJPoqyPbF+ZGh/QobFgzkU/zREUZYe9zk8vDV148MrRH0c7dC/frX1JakE7DHDWk9avTKoNN9tbM1bv1ThdxOWV420zPO3Oqwr2fPiL99rQRTZ1vzGja5rwVTZVX2hbHywpjK6o+zK9s1z4/02gu6JKRWCviks7oLK9sCFcP293b5s1bWZ/pb1UQKyvcwLPjCfOrw1ckCHbsUhCe6T7bl3Rvk54s6bBBra9/cUlyM6ZmAvgUqOMCAAAAAAAAkFbbkHp5akXQOF3RPtuXho1V1YlXPqhoHnDuPu3/dHKPf3+97wEDSsPBr0+vvPaFxf94fnHm0+L8pmmA2hTFurbOCV/FeR/1QDbcVyYm0qV1TtA4YdD0JbUT5lVX1SWbOxuSwejpTRmX8NPFjRVlopHgB4d0yok1FWI5bUTbrmVNW3jlg7VCNg3r5VAWr6lJc/COpc2dxw4tW2f6oVE7tbr0+G43f7XPdw7smGoMu9zxxrIf3z0782m460zhGYCtSR0XAAAAAAAAgCaPvLvykIGtwka8McLx4vsVLeckyolGBnROV0z55n4dduxcMHFBda+2eSP7NU1R9P7Cmkzjm/t33KNx3qJbX11615vLN7avVdWJqYtq+ndqKsEyfn56lqLFYiwvAAAQAElEQVRUEExaUDOsZ2FT57yqytoPj+DRd1eevVe7sDGsZ9HfvtQr/LRrWe6grgWZT29/fVl5dSL4SE9NXJU5hd37FP9sVOdlqxsKc6MHN55yS5U1yZ27p4/hsEGtSgtib81c3bogNqJP05nOWV7X8qgAtg4ZFwAAAAAAAIAmHyyunbG0tne7vMzbx95b2fLT215b2rNd3k5dCwpyo6N2ahW+mj9aXNEQfhpspjGzVjdnXCbMq17TqGrOuLw1Y3XL8fe8tbxbWe5BjSVYupbldC1rOoBkKnh43MqH3135P/f4xPhVO3cv3Hf7krC9d+MyNHNp7bLVDcN6FjUPe2lqRf+384/bpSxs79m3eM++xc0fNSRS/3h+UQCw1cm4AAAAAAAAAHzoucnlvUe2DxvvL6qZtayu5UeVtcmf3zvngAGlhw5q1alVTquCeFVtYunqhtHTK/87buXKqsTm7uvlqRWnj2ibaY+d3RRneWdO1ZcbG6nGrMk6q/zlqYWPj1958MBWO3Yp6FSas3BV/dTFNY+/t2rC/Opg01z22IJ5K+r261/ariQerv7e3KqbXln6vQM7rjPs+peWvD698vhd2vRql1tWFG9IpFasTkxZVH3/mBUzltYGAFtdJJVKBQAAAAAAAGwTUo2SyWQikaivr6+rqzvz1iVBJHLWXh0PGNAq4LOQ+UZS6S+loaG+7o4Xpl392NSwv7CoaPvttw8APrE5c+YsW5ouI3TQjq2+f1jPnLz83PCVmx/PyY3G47FoLBKNRhoFsBWNnl7xt2cXhI1f71ffuigvv1Fubm5OTk48vDNjsc29LdV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MC2I9IogG2OjAsAAAAAAABsPc0PnhMNDSuWrwgAPrHamtoP36ydbhF2YVsi4wIAAAAAAABbSfiwOZVKZdq1tbWzZs0MAD5VGyjiIubCtiIaAAAAAAAAAFuSOgrAVpIJuKR/cyKBGYvY5qjjAgAAAAAAAFtD5sFzq6Lcbm0KgiCVkfm7ZX0XaBbeE8lEIhqNSiqwMZkfkGDNL0zb4txoLBaNRDO3TfpnpfGnxS3EtkHGBQAAAAAAALa4SNP0IZHDd+l68E7t6+trG+rrEg31DfX1yWQimUikgnTeJYAWamtrFy2Y16Zt2+KSkgA2JhKJRqKxeDz9J54TjcYi0UzKJRpRyoVti4wLAAAAAAAAbBWR9EPnZPgnFosl42sSLZFkMpGKJRvruMi4sJaGhkRNTU145+Tk5gWwIeEvR6TxtyVdviX8E88J/4SvaCS6Jlsn5sK2Q8YFAAAAAAAAtrz0rCHpmUQaAy7JIJ6T6YtFY4lkIpXMZFwCMxbRUiRau3r16vCmiOfIuLABLWcpCn9M0j8vsXQ1l8aaLrHG8i7RALYhMi4AAAAAAACwZTUVUWgsthBJpaLxpod0yWg0GQv/SSZTSRMVsb7qRuF9k5dfEMBGNP7CpEu5NJVzicfDZeMrGgnS8ZcWw+DzTcYFAAAAAAAAtqB0AZdMfqWxqEIk1tgbTz+RTs9SFGos4qKCC+uLxeLV1dWp9FxF+QFsXGa6onSKrjHnEm2s6ZL+yTFXEdsWGRcAAAAAAADY4pqeMUejQTKIxTIzFyXDh9BBOuKSDMxSxIZEY/Gqqqrw9snJNVcRG9VyxqJoJFPNJdoUcEk3BFzYdsi4AAAAAAAAwJaVKeXSHHOJpJvRZDQ9P1EoGmsKuHgQzTqisVhdXV0645KTG8BGpFrEXDJJl0imGY02j5F0Ydsg4wIAAAAAAABbSdNj5nCZSsVS6XYm3bJmMqMAWopEovX19eHf0bgHu2xE00xoTT8fzT8yLacoEnBhm+GnEAAAAAAAALa4TCmXoOXD5kxDBRc2LhKJNjQ0BOnqP7EA/pcNhloEXNiWyLgAAAAAAADA1tD8pPnDeYs8fuajZaJR6TlnogFsJj8vbHtkXAAAAAAAAGCr2tiD56YZi6CFZDLpxuB/EmfhC0LGBQAAAAAAALKCp9SsI3NLRBoFAF94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4DMz8b13br/p7x8x4P67bg1fG/zogEOPPPDQowKAL4ZoAAAAAAAAAMBnZMedhvTrv2Ow+dp16LjvgaMCgC8MGRcAAAAAAACAz9IRx54Sj2/2FBwfby2Azy8ZFwAAAAAAAIDPUvuOnfY58LDNWmXAoJ2332FgAPBFIuMCAAAAAAAA8Bnb98BR7Tp03MTBuXl5Rx53agDwBSPjAgAAAAAAAPAZi8fjRxx7yiYOPnjUMa3L2gQAXzAyLgAAAAAAAACfve13GDhg0M7/c1jX7j13H7l/APDFI+MCAAAAAAAAkBWOPO7U3Ly8jx5zzIlfikY95wW+iPz2AQAAAAAAAGSF1mVtDh51zEcM2GX4Hl279wwAvpBkXAAAAAAAAACyxe4j92/XoeMGPyoqLj7sqBMDgC8qGRcAAAAAAACAbBGNRo858Usb/OjQI08oKi4OAL6oZFwAAAAAAAAAskif7frvMnyPdTq7du85bLc9A4AvMBkXAAAAAAAAgOxy2FEntizZEolENlbcBeCLQ8YFAAAAAAAAILsUFRcfeOjRzW93H7l/1+49A4AvNhkXAAAAAAAAgKwzfI+9M7mWVq3LDh51TADwhSfjAgAAAAAAAJB1otHoMSd+KRKJHHbUCXn5+QHAF148AAAAAAAAACD7dO3e85Qzz91pyK4BADIuAAAAAAAAAFlLwAWgmYwLAAAAAAAAbG2pVCoA2DIikUgA2yIZFwAAAAAAANh6mtMtYi7AlhCJRJp/XoRd2MbIuAAAAAAAAMDWsE66Jb1sbgB8Mk1xlsaAS6YdadGGbYOMCwAAAAAAAGxxqRZxlkQimQrSAZdmgZgL8EmsCbXEotF0qCXzEnNhmyPjAgAAAAAAAFtDJuDS0NDwxCtvBABbwIhBO7QuLYlEo9EgmonOibmwLZFxAQAAAAAAgC3rw1mKksnwFQBsGclkItHQEI3FUtFULBprjrkEsE2QcQEAAAAAAIAtLtVyZqJGvbu0b9OqOAD4xKpq6ibNmBekp0JrCF9BJIgGQTISiYZ/NwZclHJh2yDjAgAAAAAAAFtFKpUM/0k11XFp27qkR8d2AcAntqqyqinjUl+fTDSku2KNsxRFI4F0C9uQaAAAAAAAAABsMZnCLU0VXFKpZCIRAGwZ6ZmKGuqTyUT4YxMKf3SCFtOlweedjAsAAAAAAABsJanGx84BwJaRTKZTLuEi/VPTmKsLBFzYhpirCAAAAAAAALaGdEGF9MNmz5uBLSUdcEkmMnVcUo0FpALYhqjjAgAAAAAAAFtWZpaiZgHAlpKuFpV+rfm18ZvDtkQdFwAAAAAAANgaIo2lXDxvBracZDKdcEk1zosWCNWxzZFxAQAAAAAAAIBtgXpRbNtkXAAAAAAAAGAr8uwZ2HJSqUjQWDbKLEVsi2RcAAAAAAAAAGAbIdrCNkzGBQAAAAAAAACAbCfjAgAAAAAAAABAtpNxAQAAAAAAAAAg28m4AAAAAAAAAACQ7WRcAAAAAAAAAADIdjIuAAAAAAAAAABkOxkXAAAAAAAAAACynYwLAAAAAAAAAADZTsYFAAAAAAAAAIBsJ+MCAAAAAAAAAEC2k3EBAAAAAAAAACDbybgAAAAAAAAAAJDtZFwAAAAAAAAAAMh2Mi4AAAAAAAAAAGQ7GRcAAAAAAAAAALKdjAsAAAAAAAAAANkuGgAAAAAAAABfSHfc9Z+9Dzz2lxf/aYOfNiQS4afha9HiJcFWl0qlnnr2xYsv/Utzz2tvjAkP5sKLLg22vDfHvBPu66cXXrwpg5985oVw8PgJk4PNV1VVnbnIt//7vg0OyHxHl19xbbA5qmtq/3XHfbfefk/wiX3l6z8ID2Du3AVhu6KiMmyfcMq5wSezWZc3Y/GSpX/8yzWvvzEmAL7AZFwAAAAAAACArDN9xqzfXHL5rDlzg6y3x27DwuVLr7wRfALX3/zvGTPnBJ+SRx576tobbltVXhFsK6685oaHHn6yviERAF9gMi4AAAAAAAAAa+nfr+8Vf7746+eeuSmDS0qKdxyw/eg3xwafQENDw28u+XMymQy+ADbr8gI0k3EBAAAAAAAAWEtpackuQ3bark+vTRw/cs/dPpg+c/GSpcHHVVJSHG7h1tvvDb4ANvfyAmTEAwAAAAAAAID/5a57Hrz6Hzftt8+eF//ypy37Z82ae8ZXv71D/37XXfPHv//zljvu+s/ll/1q+fKVTz/74nvjJ7dp03r33XY59eRjO7Rv13KtFStW/v26W9+bMGnx4qU9e3QfPHCH4487okf3rplPf/fHqx59/JmwMeX9aXsfeOxOgwZcc8XvmtddvmLFv+647+2x7y1ctGTgjv333HP4sUceFout9X/vf+a5l1548fXxEydHsighWQAAEABJREFUo9GdBu5wxOEH77rL4JYDXnpl9EOPPDF92qyK1ZX9t99u0MD+Jx53ZNs2ZZlP3xzzzg9/+qs9Rgy77NJfZHqmTZ/577sfmDBpypIly3r17DFgh+2OPuKQftv1yXw6Yvgu/7zhX2++9c4Row5q3sV53/7pxEnvv/TMA4889vQzz708acrUbl27hFfj9FOOKyjIz4yJRCLhMjz4H3z367+55PKbb7tz37336N2re/CRpk6b8c/rb5s+Y3Z5ecUO/bcbOmSnk44/sqSkOPPpKWd+Y/78hWHj7nsfCl9nnn7i1885Y2ObemvMuOdefGXqBzOmz5hVWFDQtm2bg/Yfefqpx2cO7GPInPWTD995738efvX1tz74YEavXj0O2G/P4485Ii8vNzNm/csbNN5I9z/4yFtvv7tw0eJOHTvsPmLYWV86qbS0ZNHiJSee9rXMmAsvujRchjfYDv22O/y4M9q3a3v/XTe03Pslv7/i8aee+8WFPzjkwH3Dt1f9/cbwCoQ3z7h3J4bHU9a61XHHHH70kYeEH9XV1f/nwUdHv/XOxMnvd2zfbsjggSedcHTXrp1abu2jbxJg65NxAQAAAAAAAP63ww878B/X3fryK29UlFeWlBY39z/8+NPpTw89oLnntjvuHfvO+F2H7XzUkYe8996ke+5/+KVXRl/910s6dmifGTBz1pzzv3NB5eqqnJycPr17Ll6y9L4HH/3Pfx8/5+zTvvylk8IBI/cYnpMTf/C/T7RtU3bUEYe0zMdMnTbzjK98p6KisleP7pFoZPRbY8NXRXnF2WeekhlQU1v7k59f/M648WG7a9dO+bl5Tz/3Uvg69OD9/u9n38+MCd/++rd/jkajHTq0696ty/jxk8LxDzz0+JWX/7Zf397rn/v8BYu+8e0Lwi2XlbXu3avnnDnzprz/QTj+5z/5TnhZwgH9tuvdvl3b0WtnXDJuvf2e6268PbxiXbt0/mDajMlTpr740mvX/f3Pubk5LYcdfMA+zz7/Snh5f3PJn6/7x5/jsViwEY89+eylf7gybBQXFfbq1WPK1GnvvDvhvgceCc9ujxHDwv4TjjvizTfHvj767YE79h8+bMjOgwducDupVOo3l1weXoqwXZCf17NHt/B7WbFyVXiQy5av/O63zgk+gQv+77cTJk4ZueeIAf37vfLa6GuuveWtMe/+4dL/29h5/feRp/58xd8TiWRRYWHvXj2mfjDj7nsfev2NMddd86eioqLwy33uxVdmzZp74P57h99Xl06dNvEwMkmde+57OFw9bCxbvqKhIRE2ps2YdcGFv120eEksFu3bp9fKFeXhHfjgI09+5/xzjj92VGbdzb1JgK1AxgUAAAAAAAC+0J59/uXw9T+HlZQU7z1y9+deeCV89n/cMU05gGQy+dgTz+bm5hx2yP7NI8e+M/4rXz71q2edmhlw6WVXPvHU81dec8Mlv/pZpueSP1xZubrqmKMO/c7552Rqe4Sb/d1lV1534+2Dd9pxyOCB4Y66dOn04H+faNeuzTlnn9byMBYuXLzrLoN/8oNvhgPCTV399xvvuf/h/zz4+FlnnJwJNNxx53/eGTc+3M7/++l3wzFhz7x5Cy+6+LLwGPbcfdcD9huZGRMOvu3GqzKVY6qqqv9+3S0PPPT4zbfdlTnIddx7/8M1tbU//eG3jjri4PBtIpF84qnnfvfHq66+9qbwxKPRaLi1YUMHv/zqG/X19Tk5a4VXbr7t7kt/8/O99xoRtivKK7/x3Qumz5wdXrTw9IPGoEnjMj3yZz/61mnvTfhg+sxbbrt7nbNutnjJ0r9edV08FvvR988/8vB0nqYhkbj51rtu+dfdl/zhijtu/ltpacnJxx8VHlAm47Kx7YReeOm18KssyM/7/SX/F17z8CzC83rq2Rcu+f0VDz78+DfPOyse//hPk997b9Iff//LTO2cs8446Xs/vmj0W2P/8+BjJx1/5PqDFyxc/Ner/xnu/dvf+MrJJx4dXszw9vjj5deEt+X1N93x3W+dE57FjFmzMxmXvffaLXMlN+UwMpf3uRdfOe7oUWecfsKU96cP2nH7sOevV/5z0eIlRx956DfOPTNT/yY8vF9fcvnV/7hx5F7DM5mqzb1JgK0gGgAAAAAAAABsgkyo4omnnm/ueeXV0atWle87co/myXeCxuopZ595cqYdjUZ/9L1vlJQWv/jS68tXrAga4yyTp0wdsEO/H3///ObJa/bfd69zzj49bNx8610ffQzhBi+68EeZ8ErY/vq5Z4YbCbe8bHl641VV1XfcdX8sFv3V/zWNyRzPBT/6dti48dY7Mz3z5y+MRCL5+XmZt4WFBV//6hnf+eZXjzv68A3udMHCReEyv6BpfLj9ww878Cc/OP+H3z0vkUhkOocPH1K5uuq9CZPXWfe4o0dlAi6h8Docc/RhYWPi5PfX30urVqUX/OBbQboQzj1TP5gebMhtd9wbnuNJJxyd+S5C8Vjs3K+cPnLP3cIv4v4HHw02WW5u7kH77/3db31tlyE7hVcyc16HHbx/SUlxXV39qvKK4BMYddgBzZNDpc/rR+nzuu+Bhzc4OLyjwj0ecuC+p5x0TCaoVFxU+P1vnxsuN3YdNssO/fv98HvndWjfbu+9disra/3W2+++8+6Evr17/uh75zVP8LTbrkPP+tJJ9fX1t95+T6Znc28SYCtQxwUAAAAAAAC+0A7Yb+Svf/Hj9fsbEon9DzmhZc/wYUM6dewwYdKU8PF/JkHy2JPPhsvD156g5+gjDs1kJjIKCvJ333WXp5598fXRYw8/9IAZM+eEnQftv/c6uzvwgL2v/sdN02fMCj5S/+37lpW1an6bn5fXrWuXadNnVlSsbte2zYxZs2tr6/pt16d9u7Yt19q+X5/i4qJZs+bW1dXn5uaM2G2XZ59/+avn/fCoIw4euvOgwTvtWFJSfPIJR29sp7vtOvTlV0df8vu/vjVm3O677TJk8KDwGI4+8tCWY/bYbVg8Hn9j9Nu7DNmpZf+QndeaKqhdm7JwWVdbt8Ed7bvPHuGVSc+Sc+nlN137l3VKwoRmzJgdLg86YN2rt/9+e4VHOL3x00205+67hq/mt4lE8v2p06Z+MD1T+yS8UMEncNThh7R8O2CHfuE3Mm/ewkWLlzRPWdVs3HsTwuV+++7ZsrOsrPVjD90RfBqGrUnbZEyZMjVc7jJ0cMu7NDR816HpT99vStVs7k0CbAUyLgAAAAAAAMAmiUQiR4w68Iab//3fx54675wzV6xY9fKrb3bq1GHY0LVSHV06d1xnxQ4d0pO/LFy4OFzOnj2vuaeltm3K4rHYipWrKldXFRcVbuwY2pS1XqcnHo8F6SmQ0vVUZs9Jb3zqB9P3PvDYDa4+c9ac7fv1+db5Z0+bMXPWrLn/uuO+8BWPx3ffbZeTTzh66JBBG1zrmKMOffud955/8dVHH38mfAWNoY2jjzj08MMOaM5JlJQUDxq4w8uvjj7/62e1XLd9uzYt38aijUebmZ1oQ370g/PHjH03PLYbbrnzG+eeuc6nsxqvXqeO68ZEunRKX/O58xYEm6Oqqvq5F16ZN3/h5CkfjJ8wqbqmtvmj1MaPcFN0b5zfp6UO7dstWbps/vxF62dcli1d3jigbbBltGndquXb2XPnh8t77v9v+Fp/8JzGWyi0uTcJsBXIuAAAAAAAAACb6vDGjMuTT77w9a+e8cRTz6VSqcMPPSAzv0yz2NrlMdaRSKXDKKnkBiIUsXisIZH46NWj0chHfJo5kjZlZT16dP2IYR3atbv5uiuef/HVd8aNnz9/0bTps15+dXT4OvXkY7913tkb2mn04l/+dNx7E198+fX58xfOmDV70uSp4Su8Apf97qKCNdPZ7LbrkH/e8K/5Cxa1TPlEG0Mtm664qPBnP/nOBf/vt3fcef8+ayY5apa5eslkcoPrRj/y0q1j7twF533np+WNcxL17Nlt+PCh3bt22X3EsEt+f8XCRYuDrSgnNyf4lDRPHdVSNLbWZcncJOEdEt4nwcZt7k0CbAUyLgAAAAAAAMCmCh/877n7rq++/ta74yc9/dxLYc9hhxywzpglS1es07N48dIgXdEkXaije7eujWOWrTNm2fIVtbV1BQX54Sv4uLp16Rw0xheuuvy3Hz0yHosdtP/ezVMmPfbks5f+4co7737gqFEHbywfs/NOO4avTHvK+9N+eMGv3nl3wuNPPHvcMaMynXvvNeKfN/zrjdFvN/d8POEVHnXIAeEh/frSy4847MAgHcto+qhHt64TJk5ZvGRZ67Vrk8xfuChctmtbtul7uf7mO8rLK0YdesDPfvztluGYysrK4BNbsmTZOsV4Fi9J3wMd2rdbf3C3rl3enzo9PKn+22/Xsv/xp56LRiIj9xxRWFiwzirRePqAG9ZLtKxYuTL4X7o2TrN14H57f/WsUz965Me4SYAtajNyfAAAAAAAAABHjjooXD759PNT3p82fNiQzp06rDPg+Zdeafm2cnXV62++HUmHFYaHb7t2TicMnnn+5XXWeuqZF8LlsF12bnofiQSbb4f+27Vv13bipCmZREWzBQsXjzr69LPO+W51Te3cuQtO/fI3vvm9n7ccMOqQA3YaNCBszJ2/7nQ/qVQqHByuHp5Ic2f/7fsec+ShmS03d/bq2b1Txw4vvzo6+MS+++1zwxOZP3/hvfc/3HgMTf1dG0M8TzZeq5aeeTadN9plzaRRkU24euPenRAujzt6VMuAy7j3JmZOM5lIBp/Acy+sdQ+MnzB5ydJlPXp07dq10/qDu3VNn9SLL73esjP8pv54+TV/+svfY7F0IZxIsNYZ5eXmhsuVK1etrqpqucrEyVOD/2XknunqOC+98sY68zGFV/XwY8+49A9XBo1FbjbrJgG2DhkXAAAAAAAAYDPsscfwsrLWjzz2dNgeddgB6w8Y+874G26+IxMgKC+v+PUlf66oqDz2qMPCtcKe/fbeozGG8v4f/3JNbW1dZpVnn3/5plvuDBsnH39Upic/Nz0B0OIly5rHbIp4PH7qKcfW1dX/7o9XNacfKsorf/XbP1Wurtphh34F+XndunWORqLvjZ/02OPPNq84afLUqVOnB405lXW2GYlEevXsFq5+9d9vTKxJfqxYsfKVxixLr15rjd9t+JC333mvvr4++GSKiwovvOB76R2tXNWy//jGCjH33f/wfx58LNPTkEhce8Ntr77+VmFhwcEH7JvpzM1JR0Ba5m/W1759uqzOtOmzmnsWL1l6ye//mmlX19YEn8C/7/rPS6+8kWlPmz7zksuuCBvnnHXaBgcfdsj+ubk5jz/13AMPPZ7pCW+ef15/W/g9HnTgPnl56XPJbQy1LFi0KDMg/KK7dO6YGVZTWxv2LFy0+FcX/7Gqqjr4X3r36r73yN0/mDbjnzf+qznmMm3GrL9efV14ow4dOih8u7k3CbB1mKsIAAAAAAAA2AzxWAC9iEMAABAASURBVOzwQw+4/c77i4sK999nz/UHdOnS6ebb7r73P4907dJ52vSZDQ0NAwf0P+9rZ2Y+LSktvuj//fDnv7j0oYeffOyJ5/r26bVo8ZIVK9JTzHzly6cOHTIoM6xduzZ5eblh/2lfPr9Tpw7XXPG7YNMcfcQhTzz53Ftjxp1x9re7desS9syYOXvVqvLt+vb+/re/lhnz/372vW997+eX/vHKex94uLCwMJVMvjt+UiqVOvvMU7p07rj+Nr9x7pffHDPukceeHvvOex06tA8acxsVFZXDhg4+5KB9W44cueeI8LzeevvdPUYMCz6ZXXcZfMSogzJZomYDd+z/nW+dc/U1N15+5bX/vOG2bt26zpo9p7q6Jj8v7xc//0FZWdMERt27p0/8pZdfP+Or395t2JDvfuvc9bd/1hkn/+z/LvnTX6+Z+sG0goKCiZPfHz9hSk5OvFu3znPnLli5drZmc7VpW3bhRb/r2KF9eJNMm5GO0Rx39KgD9hu5wcHdu3X50fe+8Yc//+3PV/zj+pvv6NWj28ry8lmz5nZo3+6b531lzZh0rZer/nbDI488deYZJx20/97nf/2sX178p/sffOyRx5/p2rnT9Jmz25SVHX/MqPvXpH8+wjlnnTru3Qn/uuO+l18e3Tq8aKnUexMmJRLJ8IKPWjP31ubeJMBWIOMCAAAAAAAAbJ4+vXuEy0MP3j8e38ADxxOOObx9u7YPPvzExMnvhyP322fPE487sqAgv3nAkMEDb7n+ir9cdd20aTOmTZ/Zvl2b3Q7e78Tjjtihf7/mMXl5uT/94Tcvv+KfS5YuSyY3Y96c/Ly8a6++7Pqb//3qq6M/+GB6Ipns3q3L6accd9wxhxfk52XGDBzQ/5brrrz5trsmTpk6Y+acrp07HXLQvvvuvefee+22wW2WlpZcf82fbvv3faNHvz1lytSSkpKdd9pxxPBdjjz8oHjjTDrNdt1lcHhNXn71jU+ecQl971vnvjH67aXLlrfsPPn4owZsv9211982b/7C8Or17NFtxG67HHf0YR0bwzcZ4RU+6fgj73/w0Vmz5vbr03uDG99rj+FX/Pnim26966nnXqoorywpLT7skP3OPvOUJ556/p83/Gv0W+8MHzYk+Lh+eeEP3x773nMvvjJ33oJdhux02KH7N2dHNujwww7s1bP7NdfeHI6fOHlq504djj9m1FlnnlxcVJgZcNIJR417d8Jbb787febsyorVYU94X/3jqj/cde9Db7/zXiKVDL+Ls844eRMniurbp9dtN17516uuf/+DaRMnTSksKNxp0I7HHnVoyxTO5t4kwFYQWWeOMQAAAAAAAD6/Uo2SyWQikaivr6+rqzvz1iVBJHLWXh0PGNAq4LOQav5WkomGhvq6mpoXx00K+3fdsU+Pju2Cz6cLL7r0pVdG337T33r06Nqy/+//vOWOu/7znfO/evKJRwd8IZ337Z9OnPT+Df+4fPt+fQK2llWVVc+8OT5sbNe+uLS4KDe/IDc3P56TG75isXg0Fos0CmDrGj294m/PLggbv96vvnVRXn6j3NzcnJyceDwe2/w7Ux0XAAAAAAAAYFOlUqlHHnvmpVdGDxs6eJ2ACwBsUTIuAAAAAAAAwCb55vd+/t74SZn26aceFwDAViTjAgAAAAAAAGySHbbfbsLEKYMHDTj5xKN323VoAABbkYwLAAAAAAAAsEm++61zwtdHDDj/62eFr4AvsGuvviwA2DJkXAAAAAAAAAAAyHYyLgAAAAAAAAAAZDsZFwAAAAAAAAAAsp2MCwAAAAAAAAAA2U7GBQAAAAAAAACAbCfjAgAAAAAAAABAtpNxAQAAAAAAAAAg28m4AAAAAAAAAACQ7WRcAAAAAAAAAADIdjIuAAAAAAAAAABkOxkXAAAAAAAAAACynYwLAAAAAAAAAADZTsYFAAAAAAAAAIBsFw0AAAAAAAAA+DRMmjz1Rxf8uqqqOvO2trZu7wOPHXX06cEn1pBIhJs65IhTgs+hk07/enjwK1asCgA+AXVcAAAAAAAAAD4dP/75b8rLKwIAtgAZFwAAAAAAAIBsF4tGr/jzxdFIJAD4opJxAQAAAAAAAMh2kUhklyE7BQBfYDIuAAAAAAAAwOfP8hUr7rrnoXHvTpwxa/Z2fXsPGzr4lJOOLiosbDmmorzywYefmDBpyvtTp68qL2/btk3vnt3P/9pZPXt2ywx46ZXRF1506dfPOaNXz+7X33h7VXXNXnsM//53vnbet386cdL7Lz3zwCOPPf3Mcy9PmjK1W9cuu++2y+mnHFdQkL/B43nsyWcv/cOVmfahR50WLp978r7mT+vr68OjfW30mKlTp/Xt23vozoNOO+nYktLilluY+sH0B/77+Lj3Ji5fvnLQjv1H7jniyMMPikajmU8bEon9DzmhID/vyUfuCt9WVVWHe9lt16HfOv8rf7/25omTp+6804Af/+D8NmVlLbf5tW/+ZPKUqddc8budBg3I9FRX1xxy5Klh4x9X/WHgjv2bLlRF5eHHntGrR/fbbrqq6WCmzfjn9bdNnzG7vLxih/7bDR2y00nHH1lS8uEBn3v+j8JPH7rvlmuuven5F1/r26fXOWefNmTwwPCjV157MzyR8eMntW3XZrdhQ04/9fh1rtWKFav+ffcDY8aOmzV7bqdOHfr16b3P3rvvv+9eAcBHknEBAAAAAAAAPmeefu6lP/zx6pra2oL8vJ49e3wwbca77038z4OPXfLrCwbvtGNmTNjz84t+V15eEbb79OoRiUTmz18Yvsa9O+HGf/61c6cOQbo4Snrk5Pc/uP6mO5LJZJCOzqxs3sutt99z3Y23l5QWd+3SOdzF5ClTX3zptev+/ufc3Jz1D2m7vr3PPvOUf9/9n9raui+ddkJOPB6NRBKNH9XW1Z/99e/Pnj2vrHWrtu3ajJ8wOf2aOPnKP/+2efWr/3HTXfc8GDZat2rVpXOnN8eMe+2NMfc/+OhfLvtVWVnr9XcXaTz01VVVP77g10uWLgvb4ye+X9Z63ZF7jBgWHvZbb49rzri88ebbmcbYd8Y3Z1xee+OtcLnnHrtm3jbndYqLCnv16jFl6rR33p1w3wOP/N/Pvh9usOUh/OaSP4fHGb55Z9z4No3H+cBDj//5in+EjY4d2sejsXvuf/ipZ16qr69vPqSGROIHP7lo2oxZ4cZ7dO+2cuWq8NsMX6MOG3PhT74bAGycjAsAAAAAAADweVJeXnH5FdfW1Nb+8LvnHX3kobFYNJVK3XnPA9dce0vYf+M//5KpfXL5lf8MRx528P7fPv8rrVqVBo2lXy686PcTJk554qnnzz7z5LAnlUpv8MWXXh86ZND3vv21muqaePzDR6g333b3pb/5+d57jQgaS8J847sXTJ85+7Ennj3mqEPXP6p+fXuHr/sffLS2tu7Lp59YWFjQ/FF9fX1tTd2Vf/7tkJ0HRiKR51989Re/vmzsO+NnzprTq2f3oDFuctc9D7ZtU/aLC38wbOjgoLFMyx8vv+bp51666da7fvi989bfXarx0MNz6dih/R8v/UWPHt1mzZ6bCb60tNcew2+69c633xn/lS839Yx9572gMZ8ybvzEM4ITMp2j33onXI7cc7dwuXjJ0r9edV08FvvR988/8vCDgsZUys233nXLv+6+5A9X3HHz30pLSzKHUFdX/+Zb7/z4++fvPXK3MWPf69G967x5C6/42/X5eXkX/b8f7b1XemuzZs294Be/nTdvVfMhvfbam9NmzDrkoP1+8fPvZ3reGz/pZ7+49LHHnz3lhKP79ukVAGxENAAAAAAAAAD4/Lj7vv9WVFQef8yo444ZFYuln3hGIpHTTj5u7712mzZj1rMvvBI0xjJ2GrTDyL1G/OgH38gEXEJtysoOOmDvsJEpfNIsJyfn4ot+2rd3z4E79u+/fd/m/uOOHpUJuIRKSouPOfqwsDFx8vvB5vvet84ZOmRQJoOy3z57Zub0ef+D6ZlPb7j5jsYx52YCLqHCwoILL/huWVnrB/77+DpHu44ffPfru48Y1qVzxxYVVj4Unk54+u+Nn1hX11RJ5a2x74ZnGr7GvTshE5QJl2+MHhsOGzRwh/DtbXfcW1VVfdIJR2cCLqF4LHbuV04fueduq1aV3//goy23f+IJRx1z1KHhhT34gH3Ct+GnDQ0NJ594dCbgEurZs9u3zvtqy1XmL1gULvPz85p7dho04Oc/+c6FP/lu8zcFsEEyLgAAAAAAAMDnyZT3PwiXu+6y8zr9u+4ytPHTaUFjLONH3/vG737z8/y8pizFypWrXnrljffGTw4aC6u0XHH7fn02mK4YsvPAlm/btSkLl3W1dcHm23XXoS3fZqqVVFZUZd5OnDw1XA4fvtaYnJycIYMHplKp96dO/6gtr3cd1rHPyBGJRPLtxvIti5cunT173pCdBw0atEN1dc2kxv1OnvLBylWr9tx910wEZ8aM2eEyEwZqaf/99gqX0xs/bdYcyskYM/bdxj3u3rJz5J7DS0qKm99mTvOhh5/48c9+/dDDT86aNbdxzG6jDjugXds2AcDGmasIAAAAAAAA+DyZPXd+uLzwl7/f4Kfz5s1vbk+aPPWNN8cuXbZs3LiJM2fPae5PJVMtV2lT1mqDm2rfbq3IRSwaC5fJVCrYTIWFBQUtypakNxXPbCoRLhctXpLJ3Iw6+vQNrj5v3oKNbbm4qDAvLzf4SLsPH/bfR54aM/bd3XfbZcxb6QzKkJ0H1jc0PPDQ42+PfW/HAdu/9saYsLO5DMys2fPCZaeO7dfZTpdOHcPl3LUPpk1Z65ZvFy1aHC7bt1/rukUikU4dO1RUVGbe9unV41vnnf23a28Ov5rwld5y546HHrz/Sccf2TIKA7A+GRcAAAAAAADg86Sx2kgwcED/nNyc9T/t2KFDpnHVNTfefd9DYSMvL3fADtsfMbB/v+16N9Q3XP2Pm9ZZJRqLbXBH0eiG+zdXNHPEG5GpnpKbm7PjgP4bHFBUVLjRLcf+9xEOHz40Ho+PeTudbnmrsc7KLkN2ynz0zrvjzzj9hNFvjg0H7D5i10xnojF5k0wmN7zH6FpThWTmimp5MulFsO75FhUWtHx76snH7jNy98efen7W7Llz5s6fMWPWTbfe+fCjT11+2a969eweAGyEjAsAAAAAAADwedK1c+d58xaed+6ZQ4cM2tiYWbPm3n3fQ7m5Odf9/c99evVo7s+kXrJKh/btcnJykonkXy77VTz+6T/ALcjPGzZ0pzfeHFtRXvnWmHH9tutTWloSNNZTeXf8pJUrV02YNGX33XZprjTTo1vXCROnLF6yrHXrtcrbzF+4KFy2a1v2Eftq27assnL1wkVLytau77Jg4eJ1Rnbp0umrZ52aaYfH8POLfjd+wuSbbr3r17/4cQCwEdEAAAAAAAAA4PNj5J67hcsXXnptnf4//uXvx570lfsefDRsj3tvQrgcNnRwy4BhG9xCAAAQAElEQVRL6NXX3go2XqTkk4t8ZMmWjdl7rxENicTLr45u2Rke5Nlf+/5JX/r6hIlTgk9m98Z5iO5/6NHlK1YM3bkpGBQ2qqtrbrjl30F6oqLhzYO7dukcLp985oV1NvLMsy+Fy12G7vQROxoyeGB65PMvt+yc8v4HixYvaX571d9vPOK4M1957c3mntatW2XyLgsaYzQAGyPjAgAAAAAAAHyeHHn4QW3Kyu5/8NHX3hjT3PnkMy889PATK1etGjFsaPi2Xbu24XL23Hn19fXNY26+7e4xjZP1VNfWBltGXm5uuJy3YOFmrXXGaccHjZMrzZ27INOTSCT/etV106bPjMWiA3boF3wye+2RTgXddW+6hs2QNRmXIY1VcB5+5KlwOXLkhxmX448ZFS7vu//h/zz4WKanIZG49obbXn39rcLCgoMP2PcjdnT0EYem1/3PI0889XymJzyj3/7uipZj+vfrU15eccPN/w6Xzdt//InnwkavXiYqAj6KuYoAAAAAAACAz5OcnJxvnnfWpZdd+dMLLx40cId4PF5TUzt5ytTwowt/+t1u3dJlSHbbdcjAAf0nTJpy3rcv2GuP4YuXLH3n3Qnz5y/sv33fKe9PW7lyVbBldO/WJdzXN7/zs3bt21x1+SUlxcWbsla/7focc9ShD/73ibO//r0BO2wf9ixZunTevIWFhQW/+83/i0Y/aeWCzp069OrRfebsOUG6tk1TIZZdhqQbDYnEdn17d2jXrnnwwB37f+db51x9zY2XX3ntP2+4rVu3rrNmz6mursnPy/vFz39QVtbqI3a0fb8+X/vql6678fbf/v6vf//nLWVlrT+YNiP8Rnr06Dp79rzMmEMO2u/5F1996ZXRp551ft/evcKeRYsWL1i4uG2bsnPOOi0A2Dh1XAAAAAAAAIDPmUMP3u+ff/vj0CGDFi9eOn78pBUrVu49cvdrr77skIP2ywyIx+N/vuyXJx1/VHVN9W133PPYE8+2blX6iwt/8Pcrf19QkD95ygcV5ZXBFvDdb5/bpUunmtraJUuWhUe16Sv++Pvn/+Ln3+/dq+esWXMmTJwSi8aOOerQW2+4svenVNpkj913DZf9t+9bWFiQ6SktLdmuT68gXeVl+DqDTz7+qL/99dKdd9oxPz9/2vSZXbt0/tJpJ/zr5qszs0R9tC9/6aSr/nLJ/vvslUgkq6qrjz7y0Gv++rs2ZWUtx/zmop9+/ztf69q58/QZsz6YNqNzp45f+fKpt1x/RccO7QOAjYukUqkAAAAAAACAbUKqUTKZTCQS9fX1dXV1Z966JIhEztqr4wEDWgV8FlLN30oy0dBQX1dT8+K4SWH/rjv26dGxXQDwia2qrHrmzfFhY7v2xaXFRbn5Bbm5+fGc3PAVi8WjsVikUQBb1+jpFX97Nj0F26/3q29dlJffKDc3NycnJx6Pxzb/zjRXEQ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BsCyKNglQA2yQZFwAAAAAAANiKwsfPAFtGMvVhvCXi14ZtjowLAAAAAAAAfAbmLV5esbomAPjEaurqMo10riVTygW2RTIuAAAAAAAAsJVkHj5n2guWrgxfAcCnJxqNNv3OSLqwLZJxAQAAAAAAgK0i87w5EsnPiQeRIJlMplKpYM3EIqkWM4xAs0QikU4tCCuwEc33RqYRi4b/xCKN90wqyARd3DxsO2RcAAAAAAAAYMtKP2wOHzMn061YNDpiYL/6utr6+rqG+rpEQ31DQ30qHXhJpnMuki60UFdbu3DBwjbt2hcXlwSwnkyQJRoJ/4nGYvF4Tk48JzedcUmHXKItC0fBtkHGBQAAAAAAALaGTEGFxkfP6cfRsWQ8U8QlfJtMJBrTLQIurCWRSNbW1oY3TW5efgAbEv5yRDO/Ko0pl/BPtLmUSzQayLiwbZFxAQAAAAAAgC0oXWghlUpXU0jnW6KpZDSVfhSd0/RpNJpMJlKN8xal1HFhbZFobVVVVXhTxHPyAlhPpkxLJjwXi8YisVg65xLPycxYlM6+BBExF7YlMi4AAAAAAACwVTQ+iE7nXIJYc1dTwCVINU9UJOZCs1hVWnjnqOPCBjVNRdSYocuEWprquMTj4a/NmuJRZixi2yHjAgAAAAAAAFtc86Po8BF0upEKMoGXZCrZXMRlzVgZF5pE4znpjEtgriI2qCm50pRiaawUFY3GmuYtisUyMZcAtiEyLgAAAAAAALBlZaYryrSiQbqMS9iTTCYb5y5KpZLJQPkWNiQWi9fU1IS3S06ujAsb1XLGomhjriX9d2PVqOYiLkq5sG2QcQEAAAAAAICtIfOMORUE0SCaSj+AjgbpfEsyiDUFXDyCZh3RWKy2tja8NXJycgPYiFSLmEvTvEXRDycqCmAbIuMCAAAAAAAAW1ymlEvzjEVB2E6lgsbZRTIDUo1voaXw9qivrw//jsY92GUjmkpEtSjWsl7tFkkXthl+CgEAAAAAAGBraBlzaZ69KBIo4sJGRSLRhoaGsBGNxgL4SC2DLNItbKtkXAAAAAAAAGAraZquKBNq8RCa/ymThYo0Tj0Dm8MPC9skGRcAAAAAAADYqjb47DkTfIF1JJNJ9wb/k0QLXxAyLgAAAAAAAPDZ84ia9TXPbOX2AAhkXAAAAAAAAAAAyH4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H/27gNAiur+A/jsXuPoR++9SJUuCCiKooBiDZbYUoyaqIkaNTFqjEaN+o+xJZYo1th7RxQrovSO9N57Pa7t/udu8XJBUBDBBT6fbJ5v3rydnZ29W9T5+nskOxkXAAAAAAAAAACSnYwLAAAAAAAAAADJTsYFAAAAAAAAAIBkJ+MCAAAAAAAAAECyk3EBAAAAAAAAACDZybgAAAAAAAAAAJDsZFwAAAAAAAAAAEh2Mi4AAAAAAAAAACQ7GRcAAAAAAAAAAJKdjAsAAAAAAAAAAMlOxgUAAAAAAAAAgGQn4wIAAAAAAAAAQLKTcQEAAAAAAAAAINnJuAAAAAAAAAAAkOxkXAAAAAAAAAAASHYyLgAAAAAAAAAAJDsZFwAAAAAAAAAAkp2MCwAAAAAAAAAAyU7GBQAAAAAAAACAZCfjAgAAAAAAAPCjmTt75qwZU7e7a/26tWE7ddL4tWtXb3dCteq12rTrGAAcGGRcAAAAAAAAAH40VavVePqx+zdt3LijCVMnjw8f3xyPRCIX/e6PAcABIxoAAAAAAAAA8CMpU7Zs72MGBLuua48jatetHwAcMGRcAAAAAAAAAH5Mnbv13NW0SpmyZY/ue0IAcCCRcQEAAAAAAAD4MUWj0RNO/WkkEtn5pxxz3CkZpUoFAAcSGRcAAAAAAACAH1ntuvW79jhiJyc3atK8Y5dDA4ADjIwLAAAAAAAAwI/v6L4nlClb9junpaamDjjlzADgwCPjAgAAAAAAAPDjyyhV6pjjTvnOaYf1PrZq9RoBwIFHxgUAAAAAAAAgKXTscmijJs2/ZUKFilmH9+4bAByQZFwAAAAAAAAAksWAU85MTU3d0d7jTjr9W/YC7N9kXAAAAAAAAACSRdXqNQ7rfex2d7VofXDLNu0CgAOVjAsAAAAAAABAEjm8d98KFbO2GUzPyDjupNMDgAOYjAsAAAAAAABAEklNTf1mnOXovidUzKoUABzAZFwAAAAAAAAAkkvLNu1atD64eLNKtepdexwRABzYZFwAAAAAAAAAks5xJ52enpGR6J9w6k+jUfd2gQOd70EAAAAAAACApFMxq1Kvo/qFnQ6duzVq0jwAOODJuAAAAAAAAAAko+6HH1W/YeNjjz81ACAIUgMAAAAAAAAAkk9qauqvLrkqAKCIjAsAAAAAAAD8COLxeADwQ4tEIgHsp2RcAAAAAAAAYO/ZJtoi6QL8UBLpluJvFWEX9j8yLgAAAAAAALCXFN97TnS2boq5ALsvEgm/UopzLZGizUDShf2LjAsAAAAAAADsDcW5lsJOog03i3puQQO7I16UZYkEkUQn+N+ki5gL+w0ZFwAAAAAAANjjigMusVhs0oxZwTalXIJ4cdEFgF1S9O2xtd+4bu3MUhnRSDT4Ouki4ML+RMYFAAAAAAAA9qySFVxiBQULli4PAPaAOtUqZ6SlBtF4JBINJWIuSrmw35BxAQAAAAAAgL0hnqjiEoslNkuXSk9PSwsAdlusILZ+c3bYyc/LixXkB/GUaEpQuAxaUcBOwIX9howLAAAAAAAA7HGFpVyK/h98vaZIy0Z16lWvEgDstnUbN38wclLYKSjIDx+JwUjhIkYRpVzYn8i4AAAAAAAAwB4U/zrUktgoiBUEAHtGQUF+fl5eYS8SicRikUhUKRf2J9EAAAAAAAAA2MPi8a1LFcW/XqsI4AcXy8+PFYSPgsKvmv+tHQX7ARkXAAAAAAAA2BviwdacSwCwZxQU5MdiBeEjEakTcGE/I+MCAAAAAAAAe1ZRMYV4og0sGALsMbFYrKCgIFYUcIl/LYD9RWoAAAAAAAAA7HmRorBLTB0XYI+JF0ZbYsWhOgEX9jMyLgAAAAAAALC3KOIC7EmJIF1hlk66hf2RjAsAAAAAAAAA7BficVE69mMyLgAAAAAAALAXKa4A7DGRSKRwfaKinIuFitj/yLgAAAAAAAAAwP5AroX9m4wLAAAAAAAAAADJTsYFAAAAAAAAAIBkJ+MCAAAAAAAAAECyk3EBAAAAAAAAACDZybgAAAAAAAAAAJDsZFwAAAAAAAAAAEh2Mi4AAAAAAAAAACQ7GRcAAAAAAAAAAJKdjAsAAAAAQtP0fQAAEABJREFUAAAAAMlOxgUAAAAAAAAAgGQn4wIAAAAAAAAAQLKTcQEAAAAAAAAAINnJuAAAAAAAAAAAkOxkXAAAAAAAAAAASHYyLgAAAAAAAAAAJDsZFwAAAAAAAAAAkp2MCwAAAAAAAOzn+p909vr1G3a0t2qVyi8/90hAkYceeerJp1+86FfnnnnaSd/ce8c//jX0w89ef+nxtLS0YKfl5OSe+JPzNm7afNOfr+p12KE7mvbTn/1m/vxFt9z4x57dD/n2A27YsLHfiWdVq1LlpeceDvYF8Xj88y9Gvfveh9Nnzl6xYlXZsmVq1qh2zFFHDDi+T2pKSvG0e/758Asvv3nlZb8ecFyfYPds8zmGJ/D+h59+8cXo6665LAD2WdEAAAAAAAAAgJ3QpWP7jZs2jxozYZeelZGR3ueow8PO+x9+uqM5U6ZOnz9/UeVKWd27dQ72L2vWrLvksj/94dqbP/rk802bNjdt0jASRML3+497H/zZL3+3es2aYM+bPWfejTffOW/BwgDYl6njAgAAAAAAAAeEh/55R4uDmgbshg7t26Smpo4YObbbIR136YnH9e/z8mvvDBs2YvPm7NKlM785YfCQD8O277FHRqP7VZ2CtWvX/eriK5cuXR7+7F1y0c/btG6RGJ89d/6/Hnj0y5Fjr7jqL/+8+9btXpPdcVzfozp1PLhWzeoBsB9RxwUAAAAAAABgp5QrV7ZDuzYjRo0NdlHTxg2bN2ucX1DwwYeffXNvfn7+ex98EnYG9D8m2L/85ZY7ly5d3qVT+/v+cUtxwCXUqEG9W2+6pknjhjNnz33+pdeDH1qtWjXCT6pG9WrBDyr8BP896D+bN2eXHMzJyQ0Hww8xAPYwdVwAAAAAAACAQvfeP+j5F1//1923jp8w5cVX3syqWOGkE/oNOK5PuGvhwiWvvTV4+vRZM2bNicdiVSpXbtu2xYW/PKdcubKJ515w8VVfTZv57hvPPPfCayNGjZ05a06jBvV7du/y0zNOicViT/znhc+/GDV7zry6dWqfcdqJfXofXvJ1c3PzXnnt7RGjxk35anr1qlXatW31k1MG1K5dI7H3/F9f+dW0GeFZFScksrO39Dnu9LDzwL23tWrZPDG4YcPGfiee1aBe3ScfvTcx8t77H7306tuLFy8riBW0aXVQt0M6Hd+/T0rK1ioAmzdnH3P8GV06tf/NRT+7/8HHpnw14+A2LX5/2UXfvCzhcW669a7MzFL/uP0v4csd0rl9eKEWL1lWXCMkJyf3qH4D2x3c+h+33zDo8WdHj50wb97CFi2aHnFY9+P7Hx2JRBLT+h1z1LTpsz748NNwcJuXGPb5yI0bN3Vs37Zmja2ZjFGjx3/4ybAZM+eEF610ZmblypWOOqLHmaefXHy0kjas39jvpLOqVqn88nOPlBy/+W93vzvkw+uuuazkBZ8xc/arb7w7fuKU1avXtm7ZvMehhxzX76hvLx7Ts/eJ37L3pAF9L//tBdvdNfWrGeEbSU9P+8OVF4ftNnvT0tLOOfPUhx97euOmzTs6eEFBbPCQD0eOGjdz1txFS5ZmVahQvUbVn55+cvGKTjv6HF98+a0nn37xol+de+ZpJ916x71vv/tBODm8/uF7CX+QwhP+2fm/q1ihwqsvPFr8IxEKf1ZPOf2Xa9eue/2lx4t/tkt6+tmXwx/mUWPGhz8Midoz4ad/1TU3jRk3MfxofvmzMwNgT5JxAQAAAAAAAAol8hMvvPTmh58MCzurVq/Jzy8IOy+99vY99z0c3v6PRqNNmzRcvGTZ3PkLwse06bMevO+OkhGB62+8/YsvR5crV7ZihfKTp04LH7F4fPqM2R998nn9+nWyKlacOWvOTbf8o0zp0sUZhVlz5l19zV+XLV8RHqdxowZr16wPX+61t9675KJfnHxi33BCt0M6fjVtxqgx44szLl+OHJPojB03qTjjMvzLUWF7aLdOic3b7/znG28NCTvVq1UNz2fEyLGffzHqpVfeuu2WaxPZlMSb3bR58++v/suKlavC/qQp08Mz3OaafDpsxM233VMccAlHunRuH9wffDlizEkn9C05My8375rrbx3+5ejw+DWqVx01enz4mDpt+tVXXJyY0PeYI/754KDRYyesXrOmUlZWyecO/uDjsO3Xt3fYxuPxG2++8/0PPw37maUy6terM3fegjVr14WXbtXqtZf+5hfBbrjvgUefe+G1sFOxQoVaNWuMHD0+POGXX3v7H7ffkJVVcUfPandw6285Zp06NXe06/2hhe+iW9dOVatU3u6EI3p1Dx87evqaNWsvv+qGmbPnJk64bu2ac+YtWL5y5R+uvfnmG/5wWM+uwc59jj26dU5LS33tjcGVK2Ud379PtapVmjRq0Kxpo/An84sRo4t/FIPCn6LRK1etPrJXj+0GXEJnDDxx9JgJY8ZNvOyqP9/1fzelpkQTAZe2bVqefeapAbCHybgAAAAAAAAAheLxeNh++Mmwkwb0PevMU6ZNn926ZbPVa9YkAi6XXXJB/769MzLSg6JaIL++9I/Tps+aNOWrg9u0TDw9nDN23MS/XPf7w3sempISffq5V+5/6PGHHnmqZo1qj/37rsaNGgRFcZm77nnohZfeKA4WhJvLlq8YcNwxF/7y7ESwYMSosX+5+c77HhjUo3vnalWrhDMffeLZMeMm/eycrecZvkpQFG4YP2nKWcEpicERo8aFbY9DuwRFwZQ33hpSpXKlG6+/MpGMWbt23c233/PFl6Nv//s/7/q/G4vf7OQp06pXq3rHLdfVq1dn3vyF21RJmTBxyvU33p6ellYccAk1qF+3RvVqn30+YpuMy+Sp0+rVrf3ov+9qUvROw0t0wcVXv/n2+6efemL9+nXCkczMUr0O6/7e+x+9N+Tj0wf+tzLKhvUbhw8fWbZM6SMPL0x7fPzp8Pc//DSzVMbfbr62XdtW0Wi0oCA2ZOjHN//t7tfefPfXF5ybmvo9b/KOHTfpuRdeq1wp67prLuvYvm1QVATljjv/Fb7co088t6NaLKF77/xr8L3MnjM3bNu0PCj4Xh5/6oWZs+c2blj/hut+H172oKiEzwP/fvzl19555fW3ExmXnfkce/boWqtWjdfeGFylSqVfnHdGYrD/sUdPn/Hge+9/XDLj8s57Q4PCNNKROzqltLS022+57uo//XX02AlXXXNTmdKZY8ZNDH82/u/W6xO/GsAeFQ0AAAAAAACAA8CvfnNlz94nbvO44uq/bDPtoOZNL//tBdWqVunZvUtWVsWNGzcf06fXwFMGnHxi3+K7+E2bNDrkkA5hZ/mKlSWfe/IJ/Y/s1SNR2eW0U09IpDF+9cuzEwGXUM+iDMqixUsTm6PGTBg3YXLjhvWv+O0FxZUzunRqf+5Pf5KXl/fEf14IN5s3a1yhQvmJk6bk5uZtfdbYCeFTwsf4CZMTEYew/XLE2HBa61aFcYqHHn4ybK++4jfFpV8qVqxw43VXVq6UNXps4SuWPOfLLv1V10M61qpZvdshHYOv64KEzYyZs6+85qbUlJQ7/nZ9ccBl6xl2bjdm3MTwDLe5dBeef06Tr99peIm6Fh1wyrTpxROO63tU2A4Z+knJZ7039OP8goJj+xyZuFzp6elHHdHz0t+c36Fdm8QSQuH1PPboI8LrE16Bdes3BN/XI489Hba//c0vEwGXUOnSmddcfWn4Kb/6xruJIig/rBWrVodt5SqVgu+lVq3qPXt0/eNVlyQCLkFRTmjAcceEneXfONttPsfv1PeYI9LS0j75dPjmzdmJkQ0bNg4bNqJK5UqHdG7/LU8Mfwtuu/natm1ajhs/adjwkc2aNrrzthvCEwuAPU/GBQAAAAAAAPivjh3altysV7f2NVdeesmvf148MnfegsFDPlq6dHnYz8/NLzm53cGtivspKdFKRUvGNG7YoHgwq2KFsF23bl1ic9q0GWHboX3bRJijWOdOhSGDadNnJzYP63FIQUFsTFH5luUrV86fv6jdwa1btz4oO3vL1K8Kj/DVtJlr1607tGunSCQSi8XmLVhYtkzprv+bdcjMLNX90MKKHbNnzy853qnDwSU3E6GZefMX/fbK6zdvzr7wV+e0a9sq+F89Dj0kPz9/1JgJ24x3aN+m5GaVSoULEuXl/jcK075d6xo1qk2fMXvhwiXFg+HFDNuTBmytChO+iz9fe8Vx/Y5KbIZvPHyPr785OHFiubnbBmt23pSia9X5fwMcaWlp4RuMFy0pFfzQEuf8vQ08ZcAtf/lD82ZNEptbcnJGj53w0SfDg/+9qgnbfI7fKfx56N2rR35BwZAPtkaO3hk8NNzs3/eobcrAAMnDWkUAAAAAAABwQHjon3e0OKjpd06rVBRDKamgIPblyDFTv5oxd96CceMnr/06oRKKxWMlZ1asUL7kZrSooEvJwcj/ZlnmL1wcti+8/Eb4CL5hwYJFiU7Xzh3feGvI6LETunbpMHpUYbKk3cGt8vLzX3393TFjJ7Zs0Wz4l6PDwUQBj7nzF8bj8erVq33zgDWKBhcuWlw8UrZM6e0uMfPWO+8nKnO8/Orbx/frk56eVnJvpw5tU1NTP/v8y5IlQ8L5ZUqXLjktJSUlKLp6JQeP73f0vwf95533hp7/85+Gm4sXLw0vbKsWzevVq108Z/Pm7A8/HrZo8dKvps2cNHlq9pac4l3fOzWybPmKROGZvgPO3O6ERYuW7Oi5PXufGOzYSQP67mido8qVsubPX7Ru3frg+1q6bPnHnwxfvnLV5MnTpk6bEYttvZjbXIYdfY7frn+/o94d8mH4OOH4wtowr705OGz7Hdv725+Vk5N79Z/+OmHilA7t2oQ/GF+MGHP5VTfcefsNpUtnBsAeJuMCAAAAAAAA/FcimFIsLy/v4sv+NGVq4YI7FSqUb3FQ01o1qrVu3WLY5yM/+PDTbZ6bWG1n5yUKZtSrV7tSVta3TOvcuX145NFFdVNGjS1sO7TbWjFl3IRJZ515yoiRY8MJXQ/pFI4kYhDxWCzYiTcYLYqhfPOUSpfOvO8fNz/0yFNfjBjz+FPPJ/IoxdLS0sITGDFyXMnBlOhOraFxfL8+Dz/69LuDP0wc8/W3hwT/m6tYuHDJBZdctb5oTaL69euE771u7VpdD+l489/uXrpsebArCgoKtnlf6elpLVs03+7kMmVK7+g47Q5uHexYnTo1d7TroGZNx46bNGHi1FNO7L/dCfkFBbfedk/zZo379jmyXPmy2+z96JPPr7/xjng8Hp58s6aNe/fqUa9enTatD/rd76/fZuY3P8ed0a5tq/DkJ03+atGipRs3bZy/YFH4sdaqWf1bnhL+Olx1zU1jxk1s26bl7bdcF41Gfv+HG8PNy676813/d1NmqYwA2JNkXAAAAAAAAIAdevvdoVOmTm/csP59d99atkQMYuhHw4LdVrtWjbDt3avnz889/VumZZbK6Ni+zZcjx25Yv3HU6PFNmzQqX3u0ZF0AABAASURBVL5cON6oQb0Jk6auXbtu8tRpXbt0SCQM6tauFbbLV6z85nESGZHEEkI7kiiUcsbAk8JXufy3F571s9889cxLvQ7rFm6WnNbj0C533vPg3HkLGtSvG+yKrKwK3bt1/uzzEZOnTGvZotmQ9z8OT/vo3ocVT3j4safXr9/Q95gj//D7i0su4bRx48YdHTOaWjgtv0SiJWHN2rXF/WpVq6SlpcUKYv+4/YZdjSLde+dfg+/l8MO6PvP8K58PH7ly1eoqlSt9c8LwL0a/98HHw0eMPuH4Y7fZVVAQu/efg8KPI7wO/fseVTw+Y+YPuabSgP59/vXg40OGfrKh6PL2PfbIb5//9HOvJAIu//e3Pycqx9x+y3WJ1MvjTz1/4S/PDoA9aaeyhAAAAAAAAMCBadz4SWHb5+heJQMuGzdtHj9xcvCNhXh2VY9DDwnbT4d9uc0SPO998HG/E8+65bZ7ike6Fq0K9PLrb69es6b912VFwk529pZHHn8mKFyoqHNiMCMjvVrVKuEZfvb5iJLHzN6SM+zzkWGnY4e2wXdJLE5Us0a1884+LRaL3XrHfdu800O6dEicebDr+h1TGKQYPOSjUWPGL1+xsveRPRPrIiWMn1B4YU8a0LdkwGX8xCnhOwo7se1d8Iz0wrDF2rXrNm3eXDwYvt8pX80oOa1n90PyCwq2uSzhuzvv/N/95Ke/mjxlWvBDa9WiebuDW2/Jyfn7XQ/EvlFZZ/Pm7AcefjwoKmPzzZWGFi1esnzlyvDKbLN40LDho4IdXIdvU1TG5puOPfrI1JSUL0aMHjlybGapjCMO6x58q5+eccq5Zw2845briku2hGf+t5uvPeenP/n5OacHwB4m4wIAAAAAAADsUNWqVcJ29px5xSP5+fk33HTHhvWFdS+25OYEu6Fhg7o9e3SdOWvOQ4OeKo65zJoz7677/r1hw8b27f+7RE73bl3C9rkXXw9KLJ3Trl1h5823Cpf76dGjc/Hkk0/sF7Z/v+uB8ROnJEbWrVv/5xtvX7V6zcFtWm5TkeXbnTHwxHp1a8+YOfuZ514pOV6rZvVwfMSoccGu635olwoVyg/9eNiQoZ8ERasXldxbtWrlsJ01+78XfPmKlTf/7a5EPztnyzcPmJqaGp5PeAEfevjJLTmFn8jSZcvDz2jz5uyS08464+SwvfdfgxYuXJIYKSiI3XXvv2fNnpuSEm1xUNNgD7j80gvS0tI++3zEVdfcNHnqf2M0U6ZO/92V18+fv6hOnZrnnvmTbz6xapXC65CdvWXx4mXFg6PGTHjiPy8EO7gO36JUemEkZfmKVTk5uSXHs7Iq9Oh+yNSvZsyZt+Doo3p9M2qzjdSUlF/+7MzSpTNLDmaWyjj/5z9N5KKAPcpaRQAAAAAAAMAOnXRC3zfeGjx4yEebs7c0blhv5ux54ydM3rBhY/NmjadNn7V2zbpg9/zi3NPDAz719EuffTaiYlaFIB6fOHlqQUGsf9+j+vb578IxNWtUa1Cv7tz5C8J+x/ZtEoMd2hV28gsKmjRuWK1KleLJZ552UnhuH3487OLfXVO9WtVy5crOnTs/nFajerU/XnlpsCtSU1OvvuI3v/ndNY88/sxhPbvWq1u7eFePQ7s8/9Ib4aVIT0/fpWNGo9H+x/Z++rlXhgz5uHHD+i1bNCu599yzBv7h2pv/765/zZg5KzMzc8pX0ydNnpaWllqnTs2FC5esXbv9C37Rr879803/9/Jr77z17ge1a9aYPXd+paysk0/oG44Uz2napNEJxx/z2huDz/vVb1scVPiiK1auXLRoaenSmbfe+KeSZWN+QA0b1L33H3+98pqbvhw5NnyULVsmvIZLlixbU/RGKlfKuv3m68qVL/vNJ2Zmlhp46oDnX3z9wkuuPr7/0Vu2bBk/ccr0GbNr166xetWajRs35ebm7XyspEqVShkZ6WvWrD3jnItq1Kj2r7tvLd4VfhYfffJ5UFhO5sgASG7quAAAAAAAAAA7VLNGtUceuPOIw7pP+2rmY08+P2LkmDatDnrgvtt+d/H54d6Ro8cHu6dxowZPDrrniMO75xXkTZk6be68hW1at7zh2iuuvuI328zs1rVT2DZv1ri4ikb58uWaNGoQFFZ56VxyZiQSufH6K6/47YVNGjfcvCV70eIlrVo2v+ySC5589N7atWsEu6htm5Z9juqVn59/8213lxw/pEuHcHD4iNHBrjvh+GODonROv35HbbMrfC93//2m8CIM+fDT/zz78szZc4/t0+vJQff2O6ZwyZ4dVY7pddihD9x7W+8jepYuXbogHjuu31EP/vO2uiUSOQm//91F1/3xdw0b1J83b8HkKdNSoiknHH/ME4/c07BB3WCPadWi+XNPPPC7S38VXsnSmZnTp88KBw9q3vSiX5377FMP1K1Ta0dPvPjCn4UfYrVqlZ978bUXXn5zy5acX/3irMf/fU94ceLx+MjRu1BEJyMj/arLf12mdOkVK1ctXry05K4mTRqGbeOG9cPzDIDkFtlmZTsAAAAAAAD2XfEisVisoKAgLy8vNzf37CdWhDf8z+1e/cgWFQJ+DPHiTyVWkJ+fl7tlyyfjp4bjnVo2qle9SgD8qJ5/8fV77x905WUXDTjumGCftW7j5g9GTgo7TaqWLV+2THqpzPT0Uqlp6eEjJSU1mpISKRLA3jVi9oZ/Di1cHO0vvfIqlskoVSQ9PT0tLS01NTVl138yrVUEAAAAAAAAwIFo0uSvnnrmpdKlM/sc3SsAkp6MCwAAAAAAAAAHloceeerJp19M9M8+89RSGRkBkPRkXAAAAAAAAAA4sDRt3DASiTSsX7fP0b3OGHhiAOwLZFwAAAAAAAAAOLAc0at7+AiAfYqMCwAAAAAAAAAAyU7GBQAAAAAAAACAZCfjAgAAAAAAAABAspNxAQAAAAAAAAAg2cm4AAAAAAAAAACQ7GRcAAAAAAAAAABIdjIuAAAAAAAAAAAkOxkXAAAAAAAAAACSnYwLAAAAAAAAAADJTsYFAAAAAAAAAIBkJ+MCAAAAAAAAAECyk3EBAAAAAAAAACDZRQMAAAAAAACA3fDYk8/17H3izX+7e7t78wsKwr3hY9nyFcFOGzl6XPiUq665Kdh33PPPh8Nzfv3N9xKbDz3yVLj59HOvJDbj8fiQoZ/cdMs/gr3utr/fF57JXff++5u7fnb+78Jdhx99cvaWnG12hW8k3PW7318f7AFvvfN+ePA7734w2A3LV6y84x//+uLL0QFwYJBxAQAAAAAAANjjZs+Zd+PNd85bsDDY6zp2ODhsJ06eus34mjVrZ86eG3ZisdgXX47aZu/4iVPCtnPHg4Nkdc+/Hnn9zffy8gsC4MBgrSIAAAAAAAAg6TRv2vjuv99Uvny5YJ91XN+jOnU8uFbN6sGPrVP7tmE7c9bcLTk5pTIyisc//6Iw19K2TcsJE6eMGDX2iMO7l3zWuPGTwrZLlw4BQHJQxwUAAAAAAABIOuXLl+vQrk2TRg2CfVatWjXCt1CjerVgz0gsEXXJ5dd+58yKFSs0a9ooFotNmjyt5PiIUePC9tJf/zw1NfXLEWNL7lqydPnyFSsrZWU1bdwwAEgO6rgAAAAAAAAAe9X9Dz3+9HOv3P33m1JSUl58+c2Jk6aWyszo3LHdmaedXLPG1kTIyNHjLr/qhm6HdLz9luuGfzn6qmtuatWi+QP33VbyOJs3Zx9/yjnhQd546YmMjPRwJDc375XX3h4xatyUr6ZXr1qlXdtWPzllQO3aNYqfcu/9g55/8fV/3X3r+AlTXnzlzayKFU46od+A4/qsWbPumedfHT12/Lz5C2vUqNa0UcPDenbdpq7JwoVLXntr8PTps2bMmhOPxapUrty2bYsLf3lOuXJlt/s2H3rkqSeffvGiX5175mkn3XrHvW+/+0E4OG36rJ69T2zTusXlv73gZ+f/rmKFCq++8GhKyn9rE8RisVNO/+Xatetef+nxHR35e+jQvu30GbMnTJzSqUPbxEg8Hh8xcky1KlWaN2vSrm3LUWMmhO+rONEyblxhEZdOJRYqysvLe/Lplz75dPiSZcvLly8Xfhz9jj2yS6f2xRM+HTbimutv+dUvzmpQv+7Dg/6zOXtL926df3fJ+UHhokjrnnvxtS9GjFm8ZGnb1i2O6XPEN89w1uy54Ucweeq0FStWNahfr8VBTQb079O0SaPtvp1ly1ecesb5iX74omF75+03hD9CO3OewL5LxgUAAAAAAAD4EYweM+HZF16NRCING9RfsGDRq6+/O+T9T+6/97aGDepuM7NLp/YVK1SYPHXa0mXLS5ZF+fDjYbm5eX379EwEXGbNmXf1NX9dtnxFSkq0caMGa9esf+m1t197671LLvrFySf2TTwlfLmwfeGlNz/8ZFjYWbV6TX5+QX5BwWVXXh8+vWyZ0vXq1lm7dt37H34aPvoeO/qaKy9NPDE81D33PRyLxaLRaNMmDRcvWTZ3/oLwMW36rAfvu6NkSGW7enTrnJaW+tobgytXyjq+f59qVas0adSgWdNG02fM/mLE6O7dOhfPHP7l6JWrVh/Zq8d3BlyOOfqItm1ali1TJtgJHdu3ffb5VydOnlo8MmHS1I2bNh95RI+w37lT+1FjJnzx5ejijMvYiYmMy9ZATE5O7gW/uTK8ROEFbNSwfvaWLR98+Gn46NH9kJuuvzI1NbXo2hbO/Gr6zIcffTq8UGF/9Zq1QVHA5eLLr5k/f1FaWlr43MlTp385cmydOjVLnl54PS+8+OotOTlZWRUTPw/Tps8MfyT+eOUl/Y7t/c23U6ZMmfPOPi38EOfNW9j7iJ5169SqVaPGTp4nsO/yOwwAAAAAAAD8CJ74zws/O+f0s844JT09LR6P3/DXvw/96LPHn3r+hmuv2GZmSkq0z9GHP//i6+9/8OlZZ55SPP7+0E/C9pg+vRKbd93z0LLlKwYcd8yFvzw7ERAZMWrsX26+874HBvXo3rla1SpBUfGSsP3wk2EnDegbHmra9NmtWzYbPnzkrDnz+hzV67o//i5xqImTpv7hulveeXfoaacMaNyoweo1axIBl8suuaB/396JSM2MmbN/fekfp02fNWnKVwe3afntb7Znj661atV47Y3BVapU+sV5ZyQG+x979PQZD773/sclMy7vvDc0bPsec2TwXWrWqFZc9uY7dWjXJi0tbcLEKYmYTuHFGVm4OFGi9knnTu3uf+jxcOTsM09NzB8/YUrYHtJ5a/mThx55KrxErVsd9Jfrfp+4kjNnz73uL7d9NuzLp555+byzBwaF17Zw5iefftG+XevfXnz+luwtiUzJ/Q8/Pn/+om6HdLz+T1eULVM6PIFHn3jusSefK3l6L7785pacnKsu/83x/Y8ONwsKYoOHfHjrHffe9+Cjx/Y5InHCJYXHCS/jnHnzExmXnt277Px5AvuuaAAAAAAAAACw1zVp3PDn556enp4WFJWArSodAAAQAElEQVRXSYRXpk6bsd3Jx/crjD588NFnxSOr16wZNWZC1SqVO7RrE26G/XETJjduWP+K315QXAGlS6f25/70J3l5eU/854WSRzuoedPLf3tBtapVenbvkpVVcfGSZeFgqVIZxRPatG7xxysvuebKSytUKB9ubty4+Zg+vQaeMuDkE/smAi6hpk0aHXJIh7CzfMXK4Hvpe8wRaWlpn3w6fPPm7MTIhg0bhw0bUaVypeJwyTZuvPnOnr1P3NGj/0ln7+i1wuvculXz3Ny8GTPnJEa+HDkmJSV6SOfCt9C0ccOsihUmTJoankC4uXLV6sWLl4YfUKWsrKCo2s3zL72emVnqrzdcnQiOhJo0anDDnwrTSOG1zc/PL36h8B3ddP1V4QfRqmXz5s0ahwcc/N5HZcuUvu6Pl4VtOCEajf7ivDMaN2pQ8vSWLC36CDK3fgThifU7tveVl110+aUXFBQUBDtnl84T2Bep4wIAAAAAAAD8CBLZlGJVKlUK29yc3O1OblC/bpPGDWfOmrNg4eK6dWqFI0PeLyzi0ufoXonlh6YVhWM6tG+7Tc2Pzp0KwyLTps8uOdixQ9v/mdO5ffDAo6+/OXjZsuWH9eh2cJuW9evX6XFol+IJ9erWLl60KGHuvMJVipYuXR7283O/Z3IiM7NU71493h3y4ZAPPjnh+GPCkXcGD80vKOjf96jEm/qmevXqtDu49Y4OmAiR7EjH9m3Hjps0YdLU5s0ar1mzNjz/tm1ahueQ2Nulc/vBQz4aM3bi4Yd1Gz1mQuFIp3aJXXPmLgjbTh3aVq6UVfKAzZs1Ca/M/AWLFixcUrzCVLOmjRLBoITRYyfEYrHwnLdZeqlf3973/vOR4s0undp/9vmIm/9216jR47t26dCubeusrAoDjjsm2BW7dJ7AvkjGBQAAAAAAANgtidImeTsokpG9aWuRkoz09JLjVar8TxAhNSUlbAtisWAHjj26132z5gz54JOfn3t6uDmkaKGiAUX1XULzFy4O2xdefiN8fPO5CxYsKrlZqWKFkpuNGtT7zQXn/fPBx74cOfbLohV8atWsfszRR/zk5OOKkxkFBbEvR46Z+tWMufMWjBs/ee26dcVPj8V3eM7fqX+/o94d8mH4SGRcXntzcNj2O7b3juafd/bA4gV3lixdvmTpsrJlyjRr2ijYCZ06Hvzwo09PmvxV+L6GjxgTFC5UdHDx3s4d2w0e8tHY8ZMOP6zbhEmFCxUl4kGheQsWhm21qlW/ecwa1avNX7Bo4cJFxdmRSln/c22XLy8sclO5ctY2T6xZ7X+OFr79MeMmfvTJ52+/+0H4CEdaHNR0QP9j+h175DcXKtqRXTpPYF8k4wIAAAAAAADslrJlCoMgmzdv3u7eFatXJzrly5crOZ4STQl2RZ+jDv/XQ4+/98FHPz/39EWLlk6bPqt5sya1atVI7E0UPqlXr3ZieZ1vF03ZNjZx+sATD+vR9d0hH82bv3DBwsVz5sx79Iln33x7yJ2339Cgft28vLyLL/vTlKnTw5kVKpRvcVDTWjWqtW7dYtjnIz/48NNgN7Rr26pOnZqTJn8VvqONmzbOX7CoQ7s2tWpW35nnDh7y4SOPPdPu4Nb33vnXnZnfonnTsmVKT54yLeyPHj0+bBMLFSV0KUq0jJ8wOWzHjZ+cWSqjXduWiV2xgsIQT3zHUZ5IiRhKNOV/P9aiejTfLEtT+n9LzkSj0Zv+fNX4iVM++eyLxYuXzpk3f+pXM8JH+B5vv/X6zBLLSH2LXTpPYF8k4wIAAAAAAADslrp1aobtjJlztrt37LiJYVu7do3o7iUMsrIqdu3S4fMvRs2eO//Dj4aFI8cc3at4b+2isEvvXj0TVV6+h1q1ahQ/d+3adX+8/tZJk7969Inn/nLd799+d+iUqdMbN6x/3923llwPaGjRaeymAf37/OvBx4cM/WTDxo3hZt9jjwz2jPD6d+jQ9pNPv1i1es2YcRPLlSvbvFnj4r1ZWRWaN2syfcasRYuWzl+w6NCunVJTt95NTiwOtWLlqm8ec+mywtWaqlaptKMXrVS0bNCyZSu2GV+yZPk3Jx/cpmX4SPSnTZ91+dU3jJsw+d3BQ086oW+wE3bnPIF9gpwaAAAAAAAAsFtaHNQsNSVl5arVbw8e+s29r79RuP5O+4NbB7utz1GHh+0nnw4fMvTjSCRy9JE9i3f1OPSQsP102JfxeLzkU9774ON+J551y233fMth771/UP+Tzh42fGTxSMWKFRJ5lyVLlwWFdU0mFb760b1KBlw2bto8fmJh1ZOCgp1bq+gbtUwSjj36yPDqfTFi9MiRYzNLZRxxWPdg55x39mmffvDqThZxSejUvnBxoqEfDQs/rM4d222TOurc6eDw6r357pDCmR3bFY/XrV2YHRk9duKaNWtLzp8xa878BYvKlSvbpHGjHb9i26DoAq5es6bk+Icf/zceFL7or3/7x74DzgwvafFg82aNTziucP2mJUuX7+jgkeB/LununCewT5BxAQAAAAAAAHZLRkb6ySf1Dzu3/d99z73wWk5ObjweX7Z8xagxEy676s+z585PT087+4xTg912WI+uZcuUfvnVtxctWtq9W+eKFSsU72rYoG7PHl1nzprz0KCnimMus+bMu+u+f2/YsLF9+29L2DRv2mj9+g2PPPZM2CZG8gsK3h38Ydhp0KBu2FatWiVsZ8+ZV/yU/Pz8G266Y8P6wsorW3Jzgp1QKr1wwZ3lK1aF16fkeFZWhR7dD5n61Yw58xYcfVSv8GIGe0ynjoUZlxdffiMoXKio/TZ7u3QsHHlvyMeFezv9d2/t2jW6dumweXP2tX+5ffmKlYnBGTNnX/eX28LOKSf2S0nZ4X3n8DM6rGfX7C05N/z172vWrAuKEi2PPfnciFFji+dEIpEG9ets3LT5vvsHFQeG1qxZO+zzEcHXH8F2pacXXqsly5bt/nkC+wRrFQEAAAAAAAC76/yf/3T+/IVfjBhz3wOPho+SuyKRyA1/uqJW0VpCuyktLe2IXt3feKuw0MjRvQ/bZu8vzj19/ITJTz390mefjaiYVSGIxydOnlpQEOvf96i+fb5tAaA+R/X66JPPPx024vRzL2rcsEFQuLbO8iVLl1eulPWLc88IN086oe8bbw0ePOSjzdlbGjesN3P2vPCFNmzY2LxZ42nTZ60tim58pypVKmVkpK9Zs/aMcy6qUaPav+6+tXhX/2N7hycQdvrtsYWKEurWqVW9WtXFSwpDIV0P6bDN3jZtWmSWyli+YmW1qlXq1atdctcfrrzk8iv/PGHilFPPOL9xw/qbt2xZvHhpON6pQ9tzfvqTb3/RS3/9i+nTZ48dN+nk037euHGDRYuXbty4qWf3LuEFL55z4S/PGTl6/FvvvD923MRq1aqGI7Nmzw2vcMf2bRPFe3bwdgoXybr3n4+89daQs8/6yVFH9Nyd8wSSn4wLAAAAAAAAsLtKZWTcfst1Q4Z+8ulnX86ZN3/Z0hVbcgqrm7Rv1/rn55ze7odYqCjhmKOPeOOtIZmZpQ7r0XWbXY0bNXhy0D133fvw9JmzpkydVjqzdJvWLU88/pgje/X4zsPeeP1Vr705+N33Ppo9Z14sFmvWpNGxfY485cR+FSqUD/fWrFHtkQfufODfT06eMu3Tz75IT0/r1OHgc876STwWv+jSP4wcPf5XvzjrO18iIyP9qst/fefdD61YuSp8iZK7mjRpWHj+Deu3atE82MM6tG/zzuChjRrUq5SVtc2u1JSU9u3afP7FqM6d2m2zq3KlrH/f//cH/v3El6PGLFq8pFRm5qFdO/UNL+1hh37nK1avVvXRf9/18qtvffTJ8PkLFrVo3rR/v6OqVK5UMuNSvny5h//1f08+89KIEWOmTZtRrly5g9u0PKRzh+P6HRWe1Y6O/JNTjh8/YfKoMRNmz52/ccOm3TxPIPlFtlmODgAAAAAAgH1XvEh4+7ygoCAvLy83N/fsJ1YEkci53asf2aJCwI8hXvypxAry8/Nyt2z5ZPzUcLxTy0b1qlcJIAief/H1e+8fdOVlFw047pgAdt26jZs/GDkp7DSpWrZ82TLppTLT00ulpqWHj5SU1GhKSqRIAHvXiNkb/jl0Sdj5S6+8imUyShVJT09PS0tLTU1N2fWfTHVcAAAAAAAAAH40kyZ/9dQzL5Uundnn6F4BADsm4wIAAAAAAADwI3jokaeefPrFRP/sM08tlZERALBjMi4AAAAAAAAAP4KmjRtGIpGG9ev2ObrXGQNPDAD4VjIuAAAAAAAAAD+CI3p1Dx8BADtHxgUAAAAAAAAAgGQn4wIAAAAAAAAAQLKTcQEAAAAAAAAAINnJuAAAAAAAAAAAkOxkXAAAAAAAAAAASHYyLgAAAAAAAAAAJDsZFwAAAAAAAAAAkp2MCwAAAAAAAAAAyU7GBQAAAAAAAACAZCfjAgAAAAAAAABAspNxAQAAAAAAAAAg2cm4AAAAAAAAAACQ7GRcAAAAAAAAAABIdtEAAAAAAAAAgANDPB4fMvSTm275RwCwr5FxAQAAAAAAADhQzJ4z78ab75y3YGEAsK+xVhEAAAAAAAAAAMlOxgUAAAAAAAAAgGQn4wIAAAAAAADwbWbOnvv8C6+PnTBp0+bNHdu1PfO0k+bOX3DLbfdc9Ktzw37xtA8+/PTjT76YNOWraDTaptVB/fsd3alD2+K9w78cfdU1N5139mnH9z/68aeeHzdh8vp1G9u3a33SgL5hu80rfvuhPh024prrb/nVL85qUL/uw4P+szl7S/dunX93yfnhrg3rN7725uDJU6dNnzF73fr1lStXali/7kXnn1u/fp1w76133Pv2ux+EnWnTZ/XsfWKb1i3+dfetiWOuXrPmuRdeHz9hypx585s0btixfdvTfjKgTOnSAUDSkHEBAAAAAAAA2KFJk7+6/Ko/Z2/JKVO6dJ06tYYNH/nZsC+7du1Ucs6WnJwr/3jTuPGTwn7t2jVKpWe8/+Gn4eOYo3td+4fflZy5fMXKSy7705Kly5s2abglLefDj4eFjz/94bfHHn3Ezh8qEilsv5o+8+FHn47FYkFhQmVt2E6YOOWP19+6fv2GsN+oQb1IJLJ48dLwMX7C5EEP3VWzRrUe3TqnpaW+9sbgypWyju/fp1rVKokDhse/7Y77wpfOLJVRv369mbPmhId65bV3bv7L1W3btAwAkoOMCwAAAAAAAMD25ebm3XjLndlbcs49a+DPzz09Go1u2rz55tvu+fSzL0pOe/rZV8aNn9S2Tcs/XXVprVo1wpFFi5Zef9Ptg4d8dGjXTkf26lE88+13P+jR/ZD77/1bpayscPOV1965854HH3r4qaOPPDwlJbqTh4rHCw/1yadftG/X+rcXn78le0tqauGd3zvveWj9+g3HHn3ExRf9rEKF8kFRdZZrrv/b5CnTwqefd/bAnj26hsd87Y3BVapU+sV5ZyROB63JMgAAEABJREFUKXzKnXc/uCUn5/JLLxhw3DHhacTj8WdfePVfDz4ejg966B/huw4AkoAvIwAAAAAAAIDt+2TYF0uWLm93cOtf/uzMRNSjTOnSf77m8qpVKhfP2bw5++nnXk5Jid5w7RWJVEpQVILl6isuDjuDnni25AHT09N+/7sLEwGX0Ekn9C1XruyKlatWrlq1q4dKS0u76fqrGjes36pl8+bNGucXFLRpfVCP7odccdmFiYBLKHyho47sGXbCl9jRe3z+pTc2bNh48gl9w5NJ5GwikcgZA0/q2b3LrDnzhn48LABIDjIuAAAAAAAAANs3YtTYsD3isO4lBzMy0nsc2qV4c868+Tk5uY0aNigZfAk1a9qobNky8+YtzM3NKx5sUL9u5UpZJadVKdoMj7CrhwoHi7MsodSUlCt+e+GtN/6xVEZGYmTt2nWfDvty4qSvwn5eXl6wA9OmzwzbTh0O3ma8U4f2RXtnBQDJwVpFAAAAAAAAANu3fNnKsK1atdI24zVqVCvuz1+wKGxnzJzds/eJ2z3I3HkLmjVtlOhXqbztoVJSUsI2Fovt6qEqZVX45oSpX834cuTYlatWjR8/Ze78BcXj8Vg82IH5CxeH7TV//tt29y5atDgASA4yLgAAAAAAAADbl5aeVviX+LYBkUikZL9wo1JWVr16tYPvklgMaEd26VDRonBMSff+a9DzL70eFFWaaXFQs/6tmjdt0jA/L/++Bx4Nvu1FC9tWLZpvfbP/q3q1agFAcpBxAQAAAAAAANi+OrVqhu3yVau3GV9WVN+l5Jx69Wrfe+dfg92zO4eaN2/h8y+9np6e9u/7/96oQb3i8UTq5VvUrllz0aKlF/zy7PbtWgcASSwaAAAAAAAAALA9h3brFLYff/J5ycH8/Pxhw0cWbx7UvEnVKpWnTJ22fMXKktOWLF3ed8CZ5/7i0uwtOcHO2Z1DjZ84OWw7tm9bMuAS+nz4qODrtZAKlSxBU6THoV0K3+Onw7cZv+Mf95/4k5+99NrbAUBykHEBAAAAAAAA2L7OHds1adRg7LhJDz/6dCImkp295dbb7126bHnwdVwkNTX19NNOzM3Nu/WOezdt3px44ob1G2/46/9t3LT5oIOaZpbK2MmX251DValSOWznL1yUl5dXPPjYk8+PHjuh8LRztoZjSqUXHmH5ilU5ObmJkeP6HVUpK+vl194e/uXo4ie+98HHr785eO26dYd0bB8AJAdrFQEAAAAAAADs0O8vv+jqP938+FPPv/jym3Xr1p4zd15OTm7t2jUWLVqaWSozMWdA/z6D3/tw1OjxZ513cZ06tcKROXPnr1u3vknjhr+7+PxdebXvf6gundq1atF88tRpF1x8dfdunZevWDluwuTFi5c2b9Z42vRZa9euS0yrUqVSRkb6mjVrzzjnoho1qv3r7lvT0tJ+fcG5t9x+z1XX3NS61UGpqalbtuR8NW1GOPmaqy6tU6dmAJAcZFwAAAAAAAAAdqhVi+aPPvSPJ/7zwsSJU+fMnVe3Tu1zfnrqmHETFy16t0zZ0ok5pTIyHrzv9ocfe+bzz0fMnDm7IBarW6fWmaeddNIJ/Xa+iMtuHio1NfXvt//5kUefGT5i1JNPvxCLxVsc1PQX551xxGGH9j/p7K+mzdywfmO58mUzMtKvuvzXd9790IqVq4oXMDrm6F4N6tf954OPLlq0dPXqNZUrV+rZo+tZp5/cskWzACBpROLxeAAAAAAAAMB+IV4kvG9dUFCQl5eXm5t79hMrgkjk3O7Vj2xRIeDHEC/+VGIF+fl5uVu2fDJ+ajjeqWWjetWrBCS31WvWbN60pUbNaqkpKSXHf/f760ePnfDEI/c2bFA3gB/buo2bPxg5Kew0qVq2fNky6aUy09NLpaalh4+UlNRoSkqkSAB714jZG/45dEnY+UuvvIplMkoVSU9PT0tLS00Nv1Z3+SczGgAAAAAAAACwPfPmLTrj3It+89s/5ufnFw8OGz5y9NgJDerVFXAB2JusVQQAAAAAAACwfS1aNG3SuOGUqdNPPu0X9esXJlqys7dMmz4zq2KF66+9PABgL5JxAQAAAAAAANi+UhkZd//fja+8/s6IUePmzVuwafPmxo0a/Oyc008a0Dcry/pfAHuVjAsAAAAAAADADpUvX+7cswaGjwCAH5WMCwAAAAAAAAAAyU7GBQAAAAAAAACAZCfjAgAAAAAAAABAspNxAQAAAAAAAAAg2cm4AAAAAAAAAACQ7GRcAAAAAAAAAABIdjIuAAAAAAAAAAAkOxkXAAAAAAAAAACSnYwLAAAAAAAAAADJTsYFAAAAAAAAAIBkJ+MCAAAAAAAAAECyk3EBAAAAAAAAACDZybgAAAAAAAAAAJDsZFwAAAAAAAAAAEh2Mi4AAAAAAAAAACQ7GRcAAAAAAAAAAJKdjAsAAAAAAAAAAMlOxgUAAAAAAAAAgGQn4wIAAAAAAAAAQLKTcQEAAAAAAAAAINnJuAAAAAAAAADA/iBSJIgHsF+ScQEAAAAAAIC9KLz9DLBnxOL/jbdEfNuw35FxAQAAAAAAgB/BomWr12/MDgB2W05eXqJTmGtJlHKB/ZGMCwAAAAAAAOwliZvPif6SVWvDRwDww4lGo1u/ZyJbBbAfkXEBAAAAAACAvSJxszkSKZWeFo/Hwm48Hi/8f4m1RfYnsVgs8daiKSlus8MeEv6WJbIshb9ukUhKSkrhb1w0WjhSNEHMhf2JjAsAAAAAAADsWYU3m8PbzLHCXko0ekjLJnm5OXl5ufl5uQX5eQUF+bGCglg8tt/kXbZkZ69aubygoKBc+QoVKlYqrCsBB4BYLBaNRr85GP4uxIr+UtgU/m/rZlG/sFe7bv3ge0kEWaKRaDQl/GpJSU1LS01LL8y4FIZcCh8CLuxnZFwAAAAAAABgb4gU3naOxopuPYc3oVNiqUFRoiXcjKcU3vIOgn0+4FKQX7Bk8YJ1a9ekp2fUqdcgs3TpAA4YUydNSElNKVUqs6AgPxQ2BQUF3/mslJTU9IxSwfcVfotEE98q4ddKamr4/7CTKOUSFK1YFMB+RMYFAAAAAAAA9qDEGiKRopvNhTGXSDReeCs6beveaDQWK4gXLesT38fruKxasXz2zGnh3f1aderVrd8wfK8BHDAK8vPT0jPWrF65Lli7S0/s1vPI4PtKlGkp+mYpDLYUrlSUkpqampZSFHMpzL4EYi7sV2RcAAAAAAAAYK/YGnGJRoOU4qGtAZcgvk8vVJSTs2XC2JErli0tV65Chy7dy5WvEMCB5+COh0wYM3Lhgrk7/5SMjFIZpTKD3VSUoUuEWrbWcUlNLQyZRf4rgP2CjAsAAAAAAADscVvvMUcK70MXduJBIvASi8eKi7gE+6bZM74aO/qLgvz81gd3bNH6YOVbOJC1btd5zuwZ+fn5Ozn/hJ+cHey2rTGWaPTrei4pRd80KYmYSwD7ERkXAAAAAAAA2LMSyxUletGgsIxLOBKLxQrvR39dwWVfzLhsWL/uw/feWrpkYdVqNY4ccFyFipUCOLClpWe0ad/580+G7szkzNJlwvnBbiu5YlG0KNdS+NeiqlHFRVyUcmH/IOMCAAAAAAAAe0PiHnM8CKJBNB5N5Fv+q3BCsM8IT3jc6C8++2hI2O/R6+h2Hbu6gw4JB3fsOnniuOVLl3znzN9cfm3wQ4iXiLkERdmWRMcqRex/ZFwAAAAAAABgj0uUcilesSgI+/F4UPjXreVb4kWb+4TVK1e89sJ/li5ZWK9ho+NOPL1ClvIt8F/RIOjT76THHrrn24szZVWqHE39Ie7Xx/9bo6X4G2ab2i2SLuw3ZFwAAAAAAABgbygZcylevSgSBPtQEZdYLDbs4/c/+eCd1LS0fgN+0r7LoQHwDbXqNujQ+dAvP//4W+a073xoPBZPSf3BbtmXDLJIt7C/knEBAAAAAACAvWTrckWJUMu+dhN66ZJFL/5n0PJlS5oe1OqkgWeXLVc+AHagd98TJk8cu2H9uu3uTU1NG/zmy8M+fr/fCQNbH9wh2AOkW9gvybgAAAAAAADAXrWje8/fvrLJjyg/P3/oe29+9uF7mZmlf/LTn7dp1ykAvlVGRkb/E097+rEHtrv3+lvvXrRg3pC3Xy0oyA92mzgLBw4ZFwAAAAAAAEgKyXmjeuGCuc8/+ciqlcsP7tDl+JPPyCxdOgB2Qqu27Zs2bzlj2pRtxitXqRr+step1+BnF/6uePCNl55JS08/vHdfv2LwLaIBAAAAAAAAwDfk5ua+9erzD9z1t5ycLedd8NuBZ/3C3XfYJf1PPC01ddvCE5df89dvzpw7Z+anH753+01/mDt7ZgDsgDouAAAAAAAAwLbmzp7xwn8GrV2zulPXHv0G/CSjVKkA2EVVq9c4rPexQwe/WTxSuUrV7c68+IprJ40f/cnQwTVr1w2AHZBxAQAAAAAAAP4rZ8uWt19/YdQXn1XMqnT+xb9v0KhpAHxfh/fuO2HsyJXLlyU2t1vEJShaqqxNu07hI7GZn5//8D//r3PXnu07d4tGLc8CW/llAAAAAAAAALaaMW3KnbdeN/rLYYce1vu3V/9FwAV2U2pq6gmn/jTRr1Grzk4+a/XKFevWrnn5uSf+8bfrA+Br6rgAAAAAAAAAQfbmza+/9PSEsSMrV6l29i9/U6dugwD4ITRq0rxD525jRg6/5PfX7eRTqtWoefWfb5s0fsyqlcsD4GsyLgAAAAAAAHCgmzB25JsvP5udvfnwo/oe2ee41FS3EeGHdOzxp65buybYRa0P7lDcnzt75tuvPX/oYb3btOuUkpISwAHJH04AAAAAAABw4Nqwft3Lzz0xfeqk6jVq/fzXl9eoWTsAfmhlypb9+UWXBbshNzdn86aNL/xn0NRJ484494IADkgyLgAAAAAAAHCAGvXFZ++88WJ+Xl6f/if1PKJPNBoNgKTU7KBWv7/2lpHDP61StXpiJHvz5szSpQM4kMi4AAAAAAAAwAFnzepVL/xn0Lw5M2vXqT/w7F8U3zUHklnnbj2L+2++8uzihfOP6ntCq7btAzgwyLgAAAAAAADAASQej3/x2YfvvfVK2O9/0mndehwRiUQCYF9TuUq1yRPGPP3YAyeffm7HLocGcACQcQEAAAAAAIADxcoVy55/8pFFC+c1bNLsJ2f+vELFrADYNx15zHFdDj384w/eaX1wx8TIpo0by5QtG8D+S8YFAAAAAAAA9n+xWOzToYOHvvdmalrayaed0/GQ7gGwjytbrlz/Ewcm+tmbN//jb9c1aNT0mP4nV61eI4D9UTQAAAAAAAAA9mtLlyy67/9ueu/tVxs1PeiyP9wo4AL7n8zSpY869oT5c2bdddufN23cGMD+SB0XAAAAAAAA2G/l5+cPfe/NT4cOzswsffo557dp1ykA9lNde/Tq0OXQubNnFK9YNGXiuJZt2gWwv5BxAQAAAAAAgP3TwgVzn3/ykVUrlx/coUnfctsAABAASURBVMvxJ5+RWbp0AOzX0tPTmx3UKtEfN/rLF/4zqHad+v1OHNigUZMA9n3WKgIAAAAAAID9TW5u7puvPPfAXX/Lydly3gW/HXjWLwRc4EDTtHmrrt17LV2y8IN3Xw9gv6COCwAAAAAAAOxX5syc/tKzj61ZvarjId37DfhJqczMADjwlClb9vhTzuh55DFbtmQnRlauWB6PxapWrxHAvknGBQAAAAAAAPYTBQUF77/z2idDB1fMqnT+xb9v0KhpABzYwm+D4n74/TBp/Oj2nboe3e/E8hUqBrCvkXEBAAAAAACA/cGa1SuffuzBxQvnd+jc7fhTzkxPTw8ASjiyz3HpGRnjR39Zv2GTTl17BLCvkXEBAAAAAACAfd7CBXMH3f+PeCx++jnnt2nXKQD4hmo1ap582jl9+p9Utmy5xMicmdOr1ahVpmzZAPYFMi4AAAAAAACwb5s5feqTD99XKrP0L39zRdVqNQKAHSsOuISeefzB3NycY447uVvPIwNIetEAAAAAAAAA2GdNHDf6sQfvrphV+deXXSPgAuySC3/3xwaNmr75ynOLFy0IIOmp4wIAAAAAAAD7qq8mT3j2iYfq1m903q8uLZWZGQDsikqVq5x3wW9nzfiqVu26ASQ9dVwAAAAAAABgn7R82ZJnHn+oarUav/j1ZQIuwPfWuOlBic6k8WPmzpoRQLKScQEAAAAAAIB9z6aNGx994K70jPSfXfi7tLT0AGC3fTnso8f/fY+YC3tUpEjwvVirCAAAAAAAYP9U8gbSiNnrF63JCdiPLPj08U3r19c/4levT8kLguUBwG5Lb3dW6vrHHnnw3kZ9L0vNKBPA7lm+PjfRiZRQPBLsOhkXAAAAAACA/VbxDaSpS7LDR8D+InP99MrLZq6r2n3Y0jLB0rUBwA8lq29amTXzZ+UFge8WfjDh35BEo9HvXb6lmIwLAAAAAADAfiXyv+pmpRbECoW7Em08Hi9u2ScV5GYs/SCWXj6jTvuMSF4A8EOKBmUqB4HvFnZLIs5SXLglLTU1WmSbai67SsYFAAAAAABgP5S4gRTeTPpr/wq5ubk5OTlhm5dXkJ+fX1BQGHqRcdl3jR07dkz+5v79+tWsqTYPsKfMmjUr/EOkYcOGAey6xN+EhFJTU9MKRVNSUqJfC74vGRcAAAAAAID9U/HtpfCuUniHKR6PJ0aKqrrIuOyr8vPzJ0+eXKdOnQYNGgQAe0z4VbN58+YmTZqEf4IEsIuKs7apRdLS0sI2EXPZnVIufhYBAAAAAAD2H+Edo0SWpfjeUng/KV6keDMRcJFx2UeNHTs2JyenS5cupUqVCgD2mF69er3wwguTJ08+5JBDAthFxX8fUhxz+WbG5XvEXGRcAAAAAAAA9kOJG0vxeDy8n5QYKQ64yLjsu8JPbeTIkZUqVTrooIMCgD2padOmXbt2bdWqlUQd38M2cdtESblEJxFzKZ62K0eVcQEAAAAAANjvJO4YFd9YStxkCjsFBQXxeDwWiwVFaYmAfc3s2bM3btzYp08ft5yBvaBfv34BfF8lS7kUJ10SfWsVAQAAAAAAUCixXFHwdcYl+PomUywWK163KJBx2TfNnj07bNu3b5+RkREAQLIqjtuWTLokOt874BLIuAAAAAAAAOyXiu8eFd9SipcQsG+aPn169erVa9SoEQDsFXPnzh0+fPgZZ5wRwK5L/N1Ica6lpGDXFyoKZFwAAAAAAAD2P4lSLsU3kL5Zu0XMZV+Um5u7dOnS3r17p6a6xwfsJbNmzRoxYsSRRx5Zu3btAHZFcYSlZE2X4HtFW4r58w8AAAAAAGA/9M2YS2JcumXftXDhwrBt2rRpSkpKALBXNGnSJGyXLFlSr169AHZdyUTLNqmX70HGBQAAAAAAYP+UuIGUCLXs/l0lfnThPeawrVmzZjQaDQD2ioYNGx533HFVqlTxzcMPYjf/PkTGBQAAAAAAYH/2LTeT1HTZtyxatCj8NKtWrRoA7C0ZGRnHHXdcALtoD2VqZVwAAAAAAAAOUGq67FtWr15doUIFCxUBcMBSTQgAAAAAAAD2AdnZ2aVLlw4A9q4FCxbMnTs3gCQg4wIAAAAAAAD7gOzs7MzMzABg73ruuecGDRoUQBKQcQEAAAAAAIB9wJYtW2RcgL0vGo3GYrEAkkBqAAAAAAAAACS9nJycjIyMAAAOVDIuAAAAAAAAsA+Ix+MBwF53+eWXB5AcZFwAAAAAAAAAAEh2Mi4AAAAAAAAAACS7aAAAAAAAAAAAsD3PP//8oEGDAkgC6rgAAAAAAAAAANu3cOHC1atXB5AEZFwAAAAAAAAAAEh2Mi4AAAAAAAAAwPZ169YtOzs7gCQg4wIAAAAAAAAAbF+3bt0CSA4yLgAAAAAAAAAAJLtoAAAAAAAAAACwPcOHDx86dGgASUDGBQAAAAAAAADYPhkXkoe1igAAAAAAAAAASHYyLgAAAAAAAADA9tWpU6dixYoBJAEZFwAAAAAAAABg+wYOHBhAcpBxAQAAAAAAAAAg2cm4AAAAAAAAAACQ7KIBAAAAAAAAAMD23Hnnnddee20ASUAdFwAAAAAAAAAAkp2MCwAAAAAAAAAAyU7GBQAAAAAAAADYvoEDB+bl5QWQBGRcAAAAAAAAAIDtq1OnTgDJQcYFAAAAAAAAAIBkFw0AAAAAAAAAALbn+eefHzRoUABJQB0XAAAAAAAAAGD7Fi5cuHr16gCSgIwLAAAAAAAAAADJTsYFAAAAAAAAANi+bt26ZWdnB5AEZFwAAAAAAAAAgO3r1q1bAMlBxgUAAAAAAAAAgGQXDQAAAAAAAAAAtmfhwoVz5swJIAnIuAAAAAAAAAAA2/f8888/8sgjASQBaxUBAAAAAAAAAJDsZFwAAAAAAAAAAEh2Mi4AAAAAAAAAwPZdfvnlASQHGRcAAAAAAAAAAJKdjAsAAAAAAAAAAMkuGgAAAAAAAAAAbM/zzz8/aNCgAJKAOi4AAAAAAAAAwPYtXLhw9erVASQBGRcAAAAAAAAAAJKdjAsAAAAAAAAAsH0DBw7My8sLIAnIuAAAAAAAAAAA21enTp0AkoOMCwAAAAAAAAAAyS4aAAAAAAAAAABsz/Dhw4cOHRpAEpBxAQAAAAAAAAC2T8aF5GGtIgAAAAAAAAAAkp2MCwAAAAAAAACwfXXq1KlYsWIASUDGBQAAAAAAAPYBkUgkANjrBg4cGEBykHEBAAAAAACAfUM8Hg8A4EAl4wIAAAAAAAD7gEgkIuMCwIEsGgAAAAAAAABJz1pFwI/izjvvvPbaawNIAuq4AAAAAAAAwL5BHRcADmQyLgAAAAAAALAPsFYRAAc4GRcAAAAAAADYB8i4AD+KgQMH5uXlBZAEZFwAAAAAAABgHxCJRAKAva5OnToBJAcZFwAAAAAAANg3qOMCwIEsGgAAAAAAAABJTx0X4Efx/PPPDxo0KIAkoI4LAAAAAAAA7BvUcQH2voULF65evTqAJCDjAgAAAAAAAPuAaDQq4wLAgUzGBQAAAAA4gLg1CMA+LV4kANiLunbtmp2d7cuHH9D3Xn1PxgUAAAAA2P9t82/k/Qt6APZFiTuC/hQD9rKuXbsGvnz4gWzzZ9muhl1kXAAAAACA/Vzxvz9NdEq2ALBviRUJAGDflAi1FLeJfy7b+aSLjAsAAAAAsD8rTrQUCyz0AMA+KxaLFRQUBAB70aJFi/Ly8ho0aBDAbouUUDwS/tPZTsZcZFwAAAAAgP1WyUTLki+ujuWtT/St9QDAviiWE81dt3LJsN8EAHvRsx9G128OLuyviBQ/jAqNzyhdo0c0Gi1Ouux8zEXGBQAAAADYP5UMuMRisY0L3y3YsjIAgH1WPP/IvOwtmxZ8HgDsRQU5h8byMzct+CCAH0J65c7pVbpGo9GUlJSwTQyq4wIAAAAA8N+MS2IzrWzt9DK1AwDYB6WklYqmpZep3iUA2ItSZpSP5qf48mH3bVo2ImwLCgry8/NTUlISg4mCLkHRP7t9Z9JFxgUAAAAA2G8VB1yKMy5ZjU6q2uaSAAD2QaVG/CMtPb3BUdYqAvaqa44K4Acx+T8Hhf+Ulsi4BEW1WxISNTitVQQAAAAAEJSs4wIA+65oNBLeFwwAYF8W/lmWl5cXfJ1xiUajO1PBJUHGBQAAAADYDyX+Q8CSdVwSIwCw74pGovHAH2cA7NsSdVyi0WhKSsqu/pNaNAAAAAAA2N+p4wLA9xTLCXIWBpunB5tnBQUbvrFz9eovL1nwYuMl7/XZsmRosIcDKOHtwIICf6IBe9vzL74+6PFnA/iBJDIuBUXiX9vJ56rjAgAAAADsn0qWctmlf20KwIEulh3krwuyxwdbvgpiy8PtIIgEBTnxvA2RID3IaBZUPCpIrxWPlFo35e68DdOz2t+Uu2bsuqn3pZatn1qucbDHRKNRqU1g71u4aMnqNWsD+IGEf5YVFBQkKrgU/5PaTi5XJOMCAAAAAOy3SsZcwn9hKuQCwHeJBTlLgtxJQd6MeN7K2Ja1+RuWFeSsjxcURIL8aEpKalpqyroJkRUvBxV7xjI6RrbMzKp1UHrNTnmVO6wZe33BlpUyLgDw7UquJ7ur/zWCjAsAAAAAsD9TvgWAXZA9I8gdFeQtyl89OXv5nFha/dSKhxRkVN6wdHFmVtWMzFju+gnB+lGlMnLS4x9EUsalx9fG130VX7glL/3weCwnkpIZ7EkpKTIuwI9g4CnH5+XnB/AD+Wa6xVpFAAAAAABbWagIgJ2SPSu+eUgktm7z7PezcyqXbX1vavmWkdQyQTwlVnZ2mSp1UtPT4wWbCzYv3jj1/7JXDSlXMb9UerBhbU5B3pdrN4wrU//UtPKNvv0VYgUFb78yaOzIjxbOm7Fs8fyq1WvXqde0aYt2A067qGy5CsXTwj+2PnnvpRGfv3flXx4q+fTvXcdl+pQxTz548zW3Pp5ZumwAsIvq1KkVwA+nsMTm911SVsYFAAAAAACAA17eimDds0FGuY3TBm+Md6p8yC1pZaoX7yxfq2k0JSXsRFLSo+kVs7oN2jDmrvXz7yxXI7N8pTK5Fc6sWuWY1PLNIpHot7zC2tUrbrjitBlTxxSPLF4wK3yMGPbu268+dtu/3qpdb+s6R/NmTbn9z79s0rzdNkeIRqMFBd8n43L9ZaduWLc6AIAksDv/BUI0AAAAAAAAgANZwaZg7WtBmRo5c99fsb7xgvUd8wrSS+7fsHRWyRty8bzctOG5wczWmzdlBvEgI+eztMwK3x5wCd1188Uzpo5p3qrzVTc+8q//DH/1k2UPPTfq0j/eW7NOozUrl958zTnfec8vGo2qTAbsfcO/GDX0o88CSALquAAAAAAAAHBgy54aT82NrxifnV22SsdrK0SqRFNSc7dkp5fKDHfGY7HNKxaUqVw7tVSZ+JbsgqmT8seOzOtyWJkKvbM3vZS76ZWMlCXB6reDGj/7lv+8PGdL9shhg8POdbc9lVUQiHbTAAAQAElEQVRla4WY2vWbhI+DOx32m7O6z5s5efyoT9p1PvxbTjMajRQUFAQAe9fwL0evXrP2yF49AvixybgAAAAAAABwAIttCXJmR2JrNi4cl97or6VrtI9EIvl5udNGDK3RoHmlWvXzczYV5GRvWb+qdPaWvJeeKfjs4/XpGRUGnpNWtmywrszGke9kZGwJNowKso4NMmrv6EU2b1wftukZmRUqVd1mV43a9U89+9JxIz9Zt3pFUFTuZcgbT4WdmdPG9e9asUXbrv/30LtffPL2TVed2eHoS3Nz83/900OzN208pGffC6+4LZy2cf3at1999KuJI2dNn7B+7apKVWvUa3DQzy/+S90GzcK9H7z1zJ03XZR4oVOPrBO2r3+2MiW18BZhXm7Omy8+PObLodMmj6pSo06bdt1PPP2imnUaljy3tatXvPz0faO/+GDporkHte7U57izWh7c9bwTW3fufswNf39uzoxJF5/do3zFKv95a1piLaetVzQWO3dAq3VrVz79zsyy5SoEAPADkXEBAAAAAADgAJa7PChYFl8/fXNOuWr1ToxEIuFYSmpatXpNRw1+rkHrLtVq1o7FCrLnfhV9Y3B8xPBYLJ53wx2lypQJp6WWbx6v0Csv9820nIXB5mnfknGpWLla1Rp1VyxdcN9tl51zwbUV/zfpcsbPrwofif4hPfqmpqa/88qgrCo1jh1wbtXqhcdMnNWGdau35KYunjUlKEyfLA/bKeO/uPGqM8PxsF+/cctw2tKFc8LHpHGf//PJT6vVrNewaeszfn71S/+5Jzcn+yfnXBYeORItLDYzb+aUP//+tPB8oimpDZu2Wrt65ZsvPvTuq4+df9ktx53yy8SZrF294ve/OmbJwtnhsxo0aTVj6thxIz86vM+pxacdHrzxQQfP+mr8qOFDuvQ4tnh81OfvrV65pOdRJwu4wP6hTu2aFSv6dSYpyLgAAAAAAABwACtYE+Quzl2/pFSt/pHo1ntnkUikUs36NRoeNH3kR4vKla9Tply5l9+ML1seS0lZ36d/ra7dEqGTsM2s3T970kupGWsiuQu/5UXCmb+4+Ma/Xfvzwa89/v5bT3fselTvvqe37dizfMVK28zsdnj/mrUbvPPKoMqVa5z1qz8mBuPxeNiuXL6obOXG/3rq8+wtm1JT08ORf97x+w3rVh/Z74zzL705cag1q5b/9eqzvpo0Yug7z53+8ysbNWsTPt586d+5OdmnnXdFZumyiQP+6/+uXLF0Qd8Tf3beb25IJFHGfDn09ut/+e+7/tS1R98qRcGah+6+ZsnC2Z0O7XPlDQ+VLV8xPIcXnrzr8X/9peTZ9jn+7Pu/Gj/03edLZlzCNxi2R/c/MwD2CwNPHRBAcogGAAAAAAAAcMDK3xhsmp2XvTFSpkUsPy8oCpQU5OcW5GyqWa9xetnyK9IqfrWl/KzGB+dklFrbslWp/scFBXmJ0Ek8VhAp1SQvJzcSzw/yVgex3G95nZ5HnXTvE58k6qCM+OydW/907hnHNrrw9EMG3ffnpQvnBjshGo2kpKbVb9LyoNadmxx0cEF+fsu2h3Q9vP/FV91ZnJXJqlzt8D6nBIWBmMU7Os64kR9PGjesfpNWv77q78WlVjoccuRp5/0+Py/n2cf+Hm6uX7vq48Evli1X8eobHy5bvmJQFNMZeM5l3Y/4n1vdR/U7IzUt4/OP3sjevDExsnHDui8+fadSlZoduvYOAOAHpY4LAAAAAAAAB7B4frBlWSx388aVa6LlF5euVCt77fLsNUvzszds2bxxQ9nqS6oclFax6op6B6Vmr01v2ySSvTw2a0tGxSqZWTVj+bnrFs+PFKQUHSc3CPKDIP1bXqpRszZX3fjwJX+4a9zIj8eP+mT0F+8vmDstfLz27P1nX/CnU8/+7befabnyWfn5BcWbKampv7nq7yUnrF+7asr4L6ZM+DLs5+Xl7Og4M6aODdt2HQ+LRv/nv4fveMiRDwfBzK/Ghf0RwwaHb6l9lyNKly1fck7P3icN+/D14s1SmWUOO/rkoW8/89HgF/qe9LNwZMib/ynIz+tz/FmJUjcA8AOScQEAAAAAAOAAFokE8dxIUFCqfMX0spUi0ZSMcpVSS5XO3bBm/rx5L89f2KBcrFYQbIkE02tXbdewUblq9TLKV0lJL5WSlhFNSc2sVDMnEis6UDQ81s68YGbpst0O7x8+wv7qlUvfeeWxZx+949F//jktPf2E0y56+tlXZs6cWbX5iTmZZW669a6CgoJYLLZ504Yarc/ITykTPuWKq/8SjoTDhfVmivYmisoE8diSSc8V5G5IvEosMbg9ixbMDNvXnrs/fHxz78L5hXtXLCtceqly1Zrb7K1eq/42I8cMOHvo28988PaziYzLO68+Gl6Ho487KwD2F3fe/eDqNWv/esPVAfzYZFwAAAAAAAA4gEUzgpQyKambIqXy0kuXCwdSMzLDRyytzBODx0xZvn7e+i8b16zaafWk9NJBbjy1dPUGaemltj43JTWzbLQgrSjaEi0dRHZYxOWrSSNnTZ9wcIfD6jRoWnK8UpUaPz3/D/UaNv/btT9766VHTjjtok4d237y2RcZZavFg2Dhwv+uN5SaUS7R2bhx03ZfIiNY3fvYExs1bZOfl/fwPX8KdixRYaVOg2YVs6rtaE5aWkZQtGzTdp9bUut2h9aq23jqxC+XLJyzacO6RfNmtO14WI3a9QMA+KHJuAAAAAAAAHAAi1YI0mukZaxZv3hwmYZbV9jJzc+/692PPps2Oz0l2rh05NSya5s1bb9m/Yalc6ZWrt2gZqOWxc/esuSDjMyMIKVskFEjiKTs6EXefPHhD9997vSfX3X2r6755t52nXsFhaVTFoVts6aNO7Y7aNTYqcGuqFQp689/urFUqcLwzavP3v/tk2vWbhi2h/U++afn/2GHc+o0CttVK5dsM758yYJvTj72xPMG3Xvdx++9uHHD2nDz6P5nBgCwB0QDAAAAAAAAOGClVwlKNUxLSw3Wf5G/aV5ibOSseS+OGF86LfWYFo0uO7rbwQ1q1mjcst2RJ9dr0WH5vBl5OVsS02J5G3OXvFUqMz1Irxoe5FtepF2nw8N2yBtPbVi35pt7R3/xftjWqN0gsdnr0A75ORuDXXHyCX0TAZfQiM/eLTy3goLivdsUX+nas1/YfvHpW9uUaflo8AunHd3gzpt+HfY7dOmVUar0uJEfb964vuSczz587ZuvflS/M1JS00Z+PmT0l0MzSpXp0fvEANiPXP7bCyxURJKQcQEAAAAAAOAAlpoVlG4bpJQpVy7YNO2f8VheTl7+c8PHNq9c4bdHHXpJvyPbtGydkpZeqkLVzHIVGrfvUb9155zswtWC4vF49qJ3M4KZ0ZSUoFTjILPpt7zIEccObNS87aoVi6/+df8vPn5rS/bW9YZWr1z6zKDb/37jRWH/xNMuSgyWLV9+7cLPg53WoH7dzp3aJfrPDrpj/KiPw07Ols3FE9IzMsN2ycI5ic16jQ7qdvhxs6dPfOL+m4pjLvNmTrn/71dt3LD24A49w83MMuWOGXDuxvVrbrv+lxvXr03MefXZ+z8Z8lLYiQT/E5qpkFWl62H9pk8ZPX/21COPHZieUSoAgD3AWkUAAAAAAAAcwCIpQbluwepX0ws2bVn/wcIR963IaTawTcOmDXtnlSubllp4Ny29bFZ62UphJyU1rUKVmvF4bM7EL/LXT68ce6lCRn4QzQyy+hQuV7RjKampN9/96k1X/3TK+OFh+80JfU/6+TEnnJPoV65aM5a9LHvN3MysBsFOWDj1nace2rhyxaKJY4ctXTinSfN2M6eNW7tmZfGE2nUbr1y28Pe/OiY88m33v1WpSo2zzv/jpHGfP//EncM/fbtCxSpBPD5l4pexgvw+A87u3f+MxLMGnnvZlAlfjPr8vZ/2a9agcculS+ZtXL+mZp1GSxbOzsgsvc059DnurGFDC0u8HH38TwMA2DPUcQEAAAAAAODAVqp2UHlgEC1dptTG6NKHomuGdWhav3qlrPS0tEiRCrWbFxZrKVI0EM1ZOzN/3j9LxyampKUGFXsF5Xt+54uUr1jpb/9845wLr6vfuGXxYHiodp17/fnvz1189Z3Fg+kZpS79493Zq8bHCvK+87CVy0VyNy577vG/v//m0xUqVL7yL//++8PvlcosO2Pq2OL6Kxdc9rcadRrmbNm8cvnitatWhCMNmrS6/+kvevY+KT8vd9rkUfPnTmvZtuvVNw269I/3FB85q3K1v/978Jm/+EPTlh3CCWXLVxx4zuXnXHBtuKts2QrbnEajZm3Ctn6TVs1bdQqA/cvzL74+6PFnA0gC6rgAAAAAAABwwKvcN9gyM2XVq9WqbiqTPyy+qmV+au+UzBqRSCQei0VSorH8vGhqWjgxlrsud83EmmnvpNVakZFZKijTLqj9uyAS2ZkXSUlNPe28K8LHd8484tiB4eODDz8Lby1/y7SMjIw//unqcuVu22b8pQ8Xltys37jFIy+O3WZOVuVqf7j50WAHcnO2LFkwu0adhj89/w/ho3j8mUG3h22Dpq22mf/xkJfD9vhTzg+A/c7CRUtWr1kbQBKQcQEAAAAAAOCAF0kLal4YRNLTVr1aNmdJ7rxbNq94L1KuU1pWu3hqpbXzZ5etXic9I563bnJs3ajohmGZKevSy5YJyh8a1PpNkJoV7BlHHH7oFyNGz5+/aEcT+h17ZLlyZYM9IJqS8uuzumeWKXf/fz6vWqNOYnDZ4vmvPnt/alpG1x59S06eOnHEC0/8I7N0uSP7nhYAwB4j4wIAAAAAAABBkFI6qHFukFEzddkTqanL8vOG568aU7A6Kz8/LTV7S/7a9Eh6kBJZnxFsSi0ViaSUCyofF1QdGJSqG+wx0Wj07DNOveX2e+Lx+Df31qxZ/agjv3uNpO8nNTXt2BPOffe1xy44vUuT5u0i0WgsVjBj6tiCgvzL/nRfleq1E9Mev/+m5x//e6I/8NwrMkplBsB+p9shHbO3bAkgCci4AAAAAAAAQJGUckGVU4Jy3YJlg1JXvZkaFATByiA9CEqXnBSNZx4U1LkkKNsx2PPq1at9xOHdh3702Td3/eTk41JT9+DNvt9cfWfzVp0+G/rqgrnTV69aVqN2/aP6n3n8qefXb9yieE6jZm0ikWi9RgcdeexpJ//0kgDYH3Xr2imA5CDjAgAAAAAAACVk1ArqXRtU/0WwYViwaWKQsziIbQkiKUFq1aB086B810iZ1sFedOKAY8aMm7h27bqSgy1bNGvVsnmwJ0Wj0T4Dzgof3zKnZ+8Tw0cAAHuFjAsAAAAAAAB8Q0bNIOPUoMqphf14PIhEgh9JRkbGGQNPvP+hx4tHIpHIwFOODwD2ioULF+fl5zdsUC+AH1s0AAAAAAAAAL7FjxdwSWh3cKuD27Yq3jzi8O41a1YPAPaK519645HHngkgCci4AAAAAAAAmE4k8QAAEABJREFUQLI7Y+AJGRkZYads2TInHN8nAIADj4wLAAAAAAAAJLusrIonHH9M2BlwXJ9SpUoFAHDgSQ0AAAAAAACApHfE4YcuW7aiZ/dDAoC96PLfXhBAcpBxAQAAAAAA+DHF4/EAdkIkEjnjtBMDPzPsovAnJwDYL8i4AAAAAAAA/DiKkwoiC8CekEi3JL5hJF2A/YCMCwAAAAAAwN62TbolXqSoEwDspqI4y9ZcSyLaEraSLnxvd9794Oo1a/96w9UB/NhkXAAAAAAAAPaqkrmWRLilRMYl/nX8xX1o4PuJF0dbotFo0WaiszXpIuYC7LtkXAAAAAAAAPaeklmWWCw+//0ztqyeEAD80CoedGGllr/+OuASTyRbxFyAfZqMCwAAAAAAwF6yTcBl3bw3BVyAPWTtVw+UrntCWukaKSmFXzvRaKKYi5gLu2zgKcfn5ecHkASiAQAAAAAAAHtLccAlFoutnHBnALDHrJ58d15+qKCgIFYkXmJBNNhZderUatigXgBJQB0XAAAAAACAvaH4vnL41/BW86rJ9xdkLyvcjqQ2O+71tDK1AoAfwprZLy8ecWPY2bL43ex6PylVqW08npLYFYmkJAq4KOUC7IvUcQEAAAAAANjjilcpStRSyN28bM20QYldlZufKeAC/ICyGp2UUb5Ror9+8t/y8ooquRSWcokXl3MJYKcN/2LU0I8+CyAJyLgAAAAAAADsDfGvFwkJbzUXrlIU2xIOpmRkVWv1qwDghxSp1emaRK9gw4xNC98sirlsXbIo/BYqTt0FsBOGfzl66EfDAkgCMi4AAAAAAAB71jarFG1Z89XmhW8nRqq3/U00rWwA8IMqXa1T+TpHJvpbZj2Ql7Nha8ilYGsdFwEXYF8k4wIAAAAAALDHJe4oJxYJWTnur4nBjPKNshqfEgDsATXa/z6IpIadeO6qzXOfysvLLyiIba3kEi+uLCXpwnerU7tmo4b1A0gCqQEAAAAAAAB7TPEt5PC+cnhvef28N3LXTEyMFC0mEgkA9oC0MrWqHHTWyqmPhf28Bc/k1T4xJaVmNBqJFkTCNhJJiRR9/YTfUZGILyK+zcBTBwSQHNRxAQAAAAAA2LMSFVzCtiB/y+pJdyYGy9XuVbpapwBgj6na8pcpGVmFvXhe9sx/5hcuVhQriMWsWATso2RcAAAAAAAA9pTE/ePEfeTwjvLqqQ/HclYV7oik1uxwVQCwJ0XTylZve3GiX7Dig9y1kxIxl6/Fi7+jAoB9gYwLAAAAAADAHlEi4FJYxyV387INMx9L7Krc/Iy0MrUCgD0sq/HJGeUbJfrZ0+8ojLgUlCzjopQL3+3Oux+89obbAkgCMi4AAAAAAAB7SvEd5PB28qoJf4/HcsPBaHr5aq0uCAD2hkitTtckevFNs7Ysfjs/vyB/a9SlIPx2UsoF2IfIuAAAAAAAAPzwim8YJ1Ypyl41fvOidxMjNQ6+NJpWNgDYK0pX61SuzhGJfs7sB/NzNxUUxBKlXIrLuQQA+4LUAAAAAAAAgD2geJWiwiIu4/+aGMwo3yir8SkBwF5Us/2VGxZ9GsTzg7zV2XOfSGl6UUpKNBqJRQv9N5MXiUQC+IbLf6v2GMlCHRcAAAAAAIAfWPEN40SZhHVzX8tdOy0xUrRoiLvIwF6VVqZWleY/TfTzFj6Xl72scLmiWOFyRUWlXLZOU9AFSHIyLgAAAAAAAD+8RAWXsC3I3bRm8l2JwXK1Dy9drVMAsNdVbXV+SkZWYS+et3nGvYUZl6IViwoSqxZZsQjYF8i4AAAAAAAA/JAS94kT94vDO8erv3oklrOqcEcktUb7KwKAH0M0rWz1tr9J9GMrP8xdOykRc/lavPi7K4D/9fyLrw96/NkAkoCMCwAAAAAAwA+mRMClsI5L7uZlG2Y9kdhVufkZ6WXrBQA/kqzGp2SUb5ToZ0+/ozDiUlCyjItSLmzfwkVLZs+ZF0ASkHEBAAAAAAD4IRXfKQ5vG6+a8H/xWG44GE0vX63VBQHAjylSq9M1iV5806wti9/Kzy/I3xp1KQi/tZRyAZKcjAsAAAAAAMAPo/jGcGKVouxV4zcvGpwYqd72kmha2QDgR1W6WqdytXsl+jmzHsjP3VRQEEuUciku5xLA/+p2SMcje3UPIAnIuAAAAAAAAPxgilcpKiziMv6vicGM8o0qNTk1AEgCNTtcFURSC3v5a7PnPl5UxyVWtGRRPFHKRdKFbXTr2unIXj0CSAIyLgAAAAAAAD+A4lvCiXII6+e9mrt2WmKkaHGQSACQBNLK1Krc/IxEP2/h87mbFhbGXGKFyxUV5Vy2ThNzAZKQjAsAAAAAAMAPI1HBJWwLcjetnviPxGC5WoeXrtYpAEga1VpdEE0vX9iL52XPun9rKZdYopqLFYvY1sKFi+fMnR9AEpBxAQAAAAAA2F2J+8GJ+8LhHeI10x+O5a4p3BFJrdHhigAgmUTTylZve0miH1v5Ue7aSYmYy9fixd9pAQTB8y+98chjzwSQBGRcAAAAAAAAdkuJgEthHZecjYvWz3gysatys9PTy9YLAJJMpSanZpRvlOhnT78jvyB/62JFsbhSLkDSknEBAAAAAADYXfGtgvDW8OpJ/4jHcsPBaHr5aq0vDACSUaRWp2sSvfimWVsWvZmfX5D/ddAl/DZTyoVidWrXbNSwfgBJIDUAAAAAAADg+yq+AZxYpSh71fjNi95LjFRve3E0rWwAkJRKV+tUrtbhGxZ/HPZzZj+UUf2olJTyBSmxaPi/WCwSiYbfb5FIJOCAN/DUAQEkB3VcAAAAAAAAdkvxKkUFBQWrxv81MZhRvlGlxqcEAEmsRocrgkhRWYT8tZvnPF5UxyW2tZJLvLhClVIuQLKQcQEAAAAAAPieim/9hveDw3vC6+e+krt2WmKkcBGQSEoAkMTSy9ar3Oz0RD9/0fO5mxYWxlxi/12xKEHMBUgSMi4AAAAAAADfX6KCS9gW5G5aM/mexGC5WoeVrtYpAEh61VpfGE0vX9iL522Z9a/8/IKimEuimktMHRdCd9794LU33BZAEpBxAQAA+H/27gM+qmLt4/hsSa9ASEIIAUIgoUsvoiBiA7FRVFRAUEBBEVHx2guKDSwgKk0BEUURUMRGs9BDCTUhEEpISCWQnmy7szvJsgREQMpm8/u+eQ9zzs6e7efez2f+93kAAAAA4EKodV+1/itXgo8lTDeX5lhv0OhDWz8lAKAy0Lr5hrQYpcamrD9Kj+8sb1ekWOzXOgEAVxoZFwAAAAAAAAAAgPPmEHCx1nEpyU85sXe2uqlGo7vdfSMEAFQS1Rv08fCPVOOive8aTcayZkVmC6VcADgVMi4AAAAAAAAAAAAXwlJGyCXg7O3vaoRJHtS6+wc3e0QAQCWi0YW1fU4NLQX7i478UNaxyBZ0kVc5SrlUcf379B46+F4BOAEyLgAAAAAAAAAAAOfHvtCruhQVZmwsOrpSHQlp/qjWzVcAQKXiHdzWL6yrGpckfWooybNmXCjlApvw8LD69ahPBqdAxgUAAAAAAAAAAOC82bsUmUym7Lg31UF33zrVo/oJAKiEQluPFRq9HGhM+YX7Z5SXclExF4udAIArh4wLAAAAAAAAAADAebAv8aryBrkHFhryktSRWm2fExqdAIBKyN03okaje9TYeHSRoeCwyWQ2WYN8JsdwCzGXKmjd+tiVq/8WgBMg4wIAAAAAAAAAAHB+VAUXuTWW5OfsnqIO+oZd4xvaSQBApRXc7BGtu78caISpeP+UslIu1oJVZoWAS9W0bsPmlavXCMAJkHEBAAAAAAAAAAA4V2p9V5U0MJlMOfGfmktzrDdotLVaPy0AoDLTuvmEtBilxqbstcVZsdZSLicDLievgQIArgQyLgAAAAAAAAAAAOfEIeBireNSWpB6Yt88dVONRve4+0YIAKjkqkf18/CPVOOSfe8bjAaj0WhLuZTVryLgUgWF164VWb+uAJwAGRcAAAAAAAAAAIBzZSkj5FJvVtzbGmGSB7Xu/sHNRgoAcAWasLbPq5Gl6FDxkcVlHYtMlHKpuvr3vW3IoHsE4ATIuAAAAAAAAAAAAPw7+4KuLeBiLszYWJy2Wh0JaT5S6+YjAMAleAe38QvrqsYlB6YbS/OtGReziVIuAK44Mi4AAAAAAAAAAADnxN6lyGQyZce9qQ56+EdWj+orAMCFhLYeKzR6OdCY8gv3z3Ao5WIpT7mQdKlCjhxJPXDwsACcABkXAAAAAAAAAACAf2FfylVlDHIPLDTkJakj1qYeGp0AABfi7htRo1FZbxrj0UWGgsO2Qi4myTHcQsyliliw8MeZX8wXgBMg4wIAAAAAAAAAAPDvVAUXuTWW5OfsnqIO+oVd6x3cRgCAywlu9ojW3V8ONMJUvH9KWSkXayErs0LABcDlR8YFAAAAAAAAAADgbNQ6ripdYDKZcuI/NZfmWG/Q6ENbPyUAwBVp3XxCWjymxqbstcVZsdZSLicDLievjQIALhe9AAAAAAAAAAAAwD9wCLhY67iUFqSe2DdPY7upRqO73X0jBAC4qOpRfY/tnV+Sa23NVrLvffcac7RajU6n1Zq1Go1Zo9HKC6NGoxFwdU+OHi4A50AdFwAAAAAAAAAAgLOxlBFmsyV7+9saYZIHte7+wc0eFQDgyjRhbZ9XI0vRoeIji8s6Fpko5QLgyiDjAgAAAAAAAAAAcGb2hVtbwMVcmLGx6OhqdSSkxSitm48AAJfmHdzGr3ZXNS45MN1Ymm/NuJhNZrPFFnOxEHABcDmRcQEAAAAAAAAAAPhH9i5FJpMpO+5NddDDP7J6gz4CAKqA0FZjhUYvBxpTfuH+GQ6lXCzlKReSLi5uwXc/zJr9tQCcABkXAAAAAAAAAACAM7Av2apyBbkHFhryktQRa/MOjU4AQBXg7htRI/peNTYeXWQoOGwr5GKSHMMtxFxc2JGUo0kHDgnACZBxAQAAAAAAAAAAODNVwUVujSX5ObunqIN+YV29g9sIAKgygpuO0Lr7y4FGmIoSJ5eVcrEWuDIrBFwAXB5kXAAAAAAAAAAAACpS67WqRIHJZDoW/6m5NMd6g0Yf2nqsAICqROvmE9rycTU256wrzoq1lnI5GXA5ec0UcEWdOrTp3u1qATgBMi4AAAAAAAAAAACncAi4WOu4lBak5u6bp26q0eged98IAQBVTLUGfTz8I9W4ZN/7BqPBaDTaUi5l9a4IuLiwTh3bdu/WRQBOgIwLAAAAAAAAAABARZYyQi7dZm9/WyNM8qDW3T+42SMCAKoiTVjb59XIUnSo+Mjiso5FJkq5ALh8yLgAAAAAAAAAAACcZF+gtQVczIUZG4uOrlZHQlo8pnXzEQBQJXkHt/Gr3U2NSw5MN5bmWzMuZhOlXFzekSOpBw4eFoATIOMCAAAAAAAAAABwCnuXIpPJlB33pjro4R9ZPaqvAIAqrFbrZ4RGLwcaU37h/hkOpVws5TA310IAABAASURBVCkXki4uaMHCH2d+MV8AToCMCwAAAAAAAAAAQBn70qwqS5B74DtDXpI6YmvSoREAUIW5+YTViB6gxsajiwwFh22FXEySY7iFmAuAS4SMCwAAAAAAAAAAwEmqgovcGkvyj+36SB30q93VO7iNAIAqL7jpcK27v7CG/kxFiZPLSrlYC1+ZFQIurie8dq3I+nUF4ATIuAAAAAAAAAAAAFipdVlVisBkMh2L/9RiyLXeoNGHthorAABygdnNJ7Tl42pszllXnBVrLeVyMuBy8loq4Cr6971tyKB7BOAEyLgAAAAAAAAAAAA4BlysdVxKC1Jz981TN9WIvtfdN0IAAGyqNejj4R+pxiX73jcYDUaj0ZZyKauDRcAFwCVCxgUAAAAAAAAAAMDKUkbIJdrsuLc0wiQPat39g5uOEACAkzRhbZ9XI0vRoaLk78s6Fpko5QLg0iLjAgAAAAAAAAAAqjr7Qqwt4GIuzNhYlPaHOhLa8nGtm48AADjwDm7jF36dGpcenGkszbdmXMwmSrm4pEkffvbCK28LwAmQcQEAAAAAAAAAADjZpchkMmXHvakOevhHVmvQRwAATlOr1dNCo5cDjSm/cP8Mh1IulvKUC0kXABcZGRcAAAAAAAAAAFCl2ZdgVfmB3APfGfKS1BFbMw6NwGVUVFgg4Cr4NF2bm09YjegBamw8ushQcNhWyMUkOYZbiLkAuIjIuAAAAAAAAAAAgKpOVXCRW2NJ/rFdH6mDfrW7eQe3EZXZuJF39rq6lv3v9m71BvdpO3Z4729mf+iE4YOcrIyJ4x//ceEs+5FtsX/Jp/3K0w+IS2PhvKmP3N/tjuvqD7i1+cTXHxNXwpR3x8nX+OuPX4mL58sZ797apXZxUaG4ckpLiud//v6k8Y+LS+CnRbPlm/bZBy+ecffCPPPoHfIke3dvE/9N8sFEeZ5Rg3qcfdrrzz4op21cu1xUcsFNh+s8qglrGNBUlDi5rJSLtSCWWSHg4hr69+k9dPC9AnACZFwAAAAAAAAAAEDVpdZfVckBk8l0LP4TiyHXeoNGX6v1M6Iyk4vMifFxctC4ebtmrTrJv4h6DUuKi+N3xs6Z9taoQdenH00WzmTi+MdX/vxtw5iW9iN7d2+V20YxV4lL4FBSwqyprx8+kBBSK9zHx9/d3VNcCYl7rKGKmCatxcUTHtHAYjGnHN4vrpzv53/25Yx36tRrKC6B+F2b5Ta6Sasz7l4As9mcGL9dp3eLbNRU/Dd7dsaey5PZvWOj3DZr0UFUclo3n5AWI9XYnLOuOCvWWsrlZMDl5DVWoDILDw+rXy9CAE5ALwAAAAAAAAAAAKokh4CLtY5LaUFq7r6vVGuiGtED3HzCRGV26EBCSXGRp5fPe5/+4Hg8Kz110htPxG3+6/VnH/zo89+0Wmf5X0Qn7LEmWhwzLiqj0+g/ZBfOYpOthEaPW+4e88IH4soZNvo1k8lYp34jcfE0aNRcbpMPJTaIbi6ukH0J1s8uKrqFuAQSdlm/KjHN2p5x9wIcSoovLSmKbtpGr3cT/03Cri1yG930bKGltNTDucePhdSK8Pb1E5VftQZ9shO+Ksm1tngr2fe+R43ZWq1Gp9NqzVqNxqzRaOUFVqOh6RuAi4M6LgAAAAAAAAAAoOqylBFmsyU77i2NMMmDOo9qwU2Hi0pur61ASKPGFYugBIWEPffG9MDqNQ/s27V29TLhHI6mHCzMzw0Lj/T1C7AfTLC9hCbN24lLYNd2ayGNjtfeJK6opi07tGh99cVNGtWOaKDRaJP27RZXTmLCdmH97NqLi62kuCg1OUl+gUPDIk7fvTAJu23BlIuRpjqw3/q2Nz5r4CbeVuvlEoW3rgRNWNvn1chSdKgweVFZxyITpVxcx7r1sStX/y0AJ0AdFwAAAAAAAAAAUBXZF1xtARdzYcbGorQ/1JGQFiO1bj6iklONfho2PkOjH1+/gB497/7uyymb1i7v0v1W+/Hjx7K+n/9J/K7N+xK2+/oFRjZs+vDjr9auE+l4X6Oh9Pefvlnzx7ID+3YVFxWG1Ym8vd9DPXr2d5xTWlL87ZdT/lr5Y/rRZB8//zoRDe+8d3j7zj3+6ane26tZ7vFsOUg9ktTr6lq97hz86FMTcrIzszNSa0dE6fS6xd9M27R2hXxitSMa3NZ3aIWHS0rc9esP83bErU9NPhBYvUajxq2Gj369Rs3Qf3q48f8bsu7Pn+1juX39/fmt23e7p2fT6jWCp85d9cO3M77/+lNDaenrE7+KbNSsqLDgx+9m/rVqaWpykt7NPSy8Xveb+t5yxwOONT/63xRTkH/iu9/3bdn4x68/fLln1+a69aPvundE5649807kfPX5pB1b16WlHmrSvN2g4f+zl1eZO+Odrz9/f/CI5/s9MEru/vDtzM8+eGHsi5Plk/n2y8nbt66Tj9i4WduBw55t1OSUz/HP5UtW/vrdru0ba9QIadaq06Bhz8qP7IUx99w9aLScrNVq5edSoVfRwf17Rg7sflPv+0Y+9ZZ8Pzeu/T0xPq5O3YZ33jO82413Oc7csyP2u6+m7t+7PScrMygkLLpp63sHPyFnilO/Bj8v+VI+h0NJCZ5e3o0aXzXw4XHyvZI3vf3yI38uX6ym3de7eUT96E++XC3HfW9sVFxYsHD5Pg9PL/t5PnrrqV9/nPf4s+/JJ6aO/Ou7nbB7i8VijoxqevpuWsqhof07RjZsNvmL3x2frfwuDe3fQavTf/7tBr+AauI0++KtiZzoJq327t72yw9fyg8rP/946/bXPTjiOfkOOM784/fFa/74aX/CjpxjGSG1Iq6/ud9dAx6xR5RKiosO7Nvj7uElv6j2uxzaHz972ls7t62Xp2rbsbv8sBJ2W8Nb0Y1dJuMivIPb+IVfl3dklRyXHpxprHWLThdgK+WikVdXSrm4gHUbNh/LOd69WxcBXGlkXAAAAAAAAAAAQBVl71JkMpmy495UBz38I6s16CMqv322QhqOrX8c1W/QWG73J+60H1mzetlHbz+Vn5tTP6rpTb3vO7g/ftPa5Vs3/fXOx9/bG6+cyMl+ddzAhF1bfHwD2l/dw8fHf82fy95/Y/SRw/sGj3hOzZHv5ktj79uxdW2deo1u6j3gyKF9Wzf9sX3L32Oe/6BHz7tPfyaG0pJedw6SjyWfcMdrb5FPrF0naxpGldYIDqk9eugtyQf3VgsKqRkctj9hu3y4OnUbRjctywf8+uNXU955Rn6G8kneetcg+bTXrFoat3nN1NkragTXOuNrb9mmS2D1mj8vnlOtRvDNt90vj8Q0aZOWcijvxLHW7bvaIxpBIbXrN2yakpz0whP3ZKQlC6Gp2yAmJztj7+6t8m/7ljXPvzlTnTD1yIGC/BOhYXWXfDN97oy3/QOr+/tX27Nj09vx2z+YsWz8c0PTUg7Kd0On02/esEq+53MXb9XqdKI8WtGwcdlnlGjr72M0Gh4deF1BXm69BjGeXt7y3TuYtGfmgvUqGiK/rpPGP77q14V6N49O197s5ua28pdvkw8ltu3QXd7aKKYsChPZsGlS4i7HV63q+lQPCnly+K37E3aEhdcPCq4t3/N3Xx0ZHtEgqvx7MvuzCQvmfCSsQahA+XoP7Nstn/yalUsnTVtqj+YUFeQ/P+Zu+TXQanV1I2NSjyTJj2/Lxj8+mvVrvQaNm1/VyWQ0rFn9U2TDZh263BhRz9qGSb6NRQV5EfWjHQMu9mfVsPxpn8u7Hb9zs3BoBuS4G1q7roen9+GDiRU+8TnT3iopLnpo1CtnDLiI8q5YCbu3yXdDp3eTryLnWMbq3xbm5x1/9b0v1Zz83OMfTHhy3Z8/y4do06FbQLWu8jV+/sn4+F2bX5gwS82R73lpSVGzVp3sqZefF8+dOvF/8lOrU6+hPMPCeR9nZaSmpR5y/NxdQ61WT+el/CUsRo0pv3D/DF3ME9aMi0a+E1qNxiL/1DSSLgD+IzIuAAAAAAAAAACgyrEXcTGbrRmXE0nfGvKS1BFb041KvwpbWlK8L2GHOFOvIsU/sLrcnrBVTxG2AhjvvPyIVqd79b15bTt1Vwe/nPHu/M8nffT20x/PWaGOzJjySsKuLY2atHrhzVmqUMqQkS88/eid3335cbcb7qxny81s3fTnjq1re/S8Z8zz76t7rf/r19efHTx98qtnzLi4uXvc/9DTO7etl+N+942MadZGHVeBj62b/mjb6foX3/pclZOZ9fHrC7+aumHNryrjcuTQvo/fe1Z+go8+9VavOwepO/7x26J3Xn10+pRXn33t0zO+9t59h/y18sefF89pdlUn+dDq4OaNq+V2/17rmzb+/a9jmrU9kZMlvyevjRuUkZZ8W7+HBz78jJePr7DlGJ4b3X/tH8uSDybWqWetbpJoK8uRlZn269J5b3+8qGnLDnIh/6kRt+3ZsWns8Ft73HJ33/tGBtcKNxpKH7ij1fFjmelpybVq1xPl0Yqo6BbqOey3fWQfv/e/vvc9cvfA0e4ennL3scE3JCXuTNi9tUXrznL327mTV/26sHZE1Bvvf10ztLY8cnu/h8YOvy1hl7VsT3STsuRHeESDv1f+WFxU6Onl7Xjyb7/8uG3H6158c5YqTzLtw5eWLJi+Yc3vKuOy8pfvFsz5KLB6Tfn5Nm5u7bZTUlw4+7O35Jxv531sfz/feP4h+TXodO0to55+J7B6kNFo+Hzq+MXfTPv6iw+eff2znncOzDmWsWb1T9dcf1v/Bx5TdymvKnRKqqOkuOjgfmvVE/XNkZ/jubzbqgeT/ZVW2K0bGS0fKys91V5/5dD++N9/+rpW7fq9+w054/fBUFqiTvLrj/OeemlK5649PTy98k7k3H97qy0bVstb5VfU+t2bOn7dnz+3v/rGZ16Z6uVtrfN0z8DRYx+5TR78e+VSVQ8pad8uxyez4e/fprz7TPWg0FffnauK3Pz641cfvTXWdqOmYUwL4ULcfMKCou/Lip8tx8ajiwx17tLr65t0Jq1Jo9Vq5BVXhVso6FJJhdeuFRgYIAAncDF7+wEAAAAAAAAAAFQWqoKL3BpL8nN2T1YH/cKv8w5uIyo/W6DB4u3rH1KrzhknFObny62Pr7/anTrxf0Zj6fAnXrMHXKQBDz4ZGlb34P7dGWlHhK0wzMpfvrMt2H9p7wTk4el9e9+H5Hu5ddNf6khGunWyhy2foXS85qYbet1br0FMdmbaPzxfkbB7q07vFuWw6q+CI1e1vfblt2fb+yVVqx5sO3lZLZBZU8ebjIZBI/5nD7hIXW+8M6RWxKa1y8VZ3h9bliWqUfOTD2eLm2Smp7w9ZVGr9l29vH1Ca9eVLzymadsePe+R74yKXAhbiZRGtkSIPSGUuNdajsXbx2fC5IXNruqolvDVe3vNdbc9+tSE4Frhcqx3c1dVTNTzz0xLOZGTVat2fV8/68pxSXHhoaQEObi594AHHh7nXv4GBgVbsxputk49x7LSv5ruO9HoAAAQAElEQVQ1SQjNixNmqYCL9VXEtOzd90FDabE8Ui0oWB0Mj2ggP5QDtuhG2ZO01fWJqNfwufHT7fkPdXJ7G6DCgrzOXXs+9dIUFXARts/32utvl4Pc48fUkT+XL9m66Y/adRqMe/WTwOpB6u533fuIsLVDUnNOz1ept7dh9CkZF/mNsrYZathUVT05x3c7YZe1cEsDW2Tk9N2IetFym3Ikyf4on7z/vHyUoaNedOwt5Wj/3p1mk1EOXnl3znU39VGfkV9ANTc3N/mdlJ+a7VG2/PrjPPm9+t/rn6mAi/XdCwm7b4g1sLJpXVkILN72ZCKjmghbO6cp747T6vTjJ82PLH96N/Ue0KpdVzmo2yBGvrfCtdRsOkznYa2UoxGmosTJRqNJ/pmshbLMij1ciEqnf9/bhgy6RwBOgDouAAAAAAAAAACgalHrrLY+RcJkMh2L/8RiyLXeoNHXavW0cAl7460BkSbN2/3ThPSjh+VWVRPJzji6ecOqoJDaN946wHGOVqdrEN08LfVQ8sHE4NDwnxfPlQdvvWuwqgFjFxZuPUlK8n6126R5e/lW/rToiyOH99/e/6H2V9+g0WieeG6S+GdHDu0rLSlqEN3CMYWwe2es3A559AXV1kc5dMCaAgmPiFJPe8Pfv/n4Btzeb2iFE4bViZQvMCc7s1qNmmd8xApNgkR5mZN+9z+mchtKaFiEvRqNnXzcw4f2yoF8TxzPdlvfh+R8+7T4XdZeS/cOedJ+JO9ETmZainz3qgeFCOtnZCviUh7rseVCLJ5ePkNGvuD4cKo0SIjtzL/9ON9oLO3ctaeqaGKnKsE0atzKfqSBLb6TfChRpVXMZrNqXTR89Os6/cn1wSRbsyp7EOrWPg/KP8czGw2l27eskYOaIWWRml9+mGd9ox4YpaqbKDVqhv605qh9V/WZatysrf2IerEVqgrttcWY7GVszuXdPpaVnpF2RI7Ve1hhV6oXGSO38rvXsk0XOdi4dvmOrWubterU6dpbxD9Qz7b91Te2aH21/aD8pIoK8+s1aKISS7/++JV61e4O4S0p2vaeHzm8r+xUtmo6MbYXvu7PX45lpbXr3KNugxjHu9SParJ10x/2rlKuROvmE9JiVOqm1+XYnLOuOCtWF9LeZDLrtPILKN9InSriQikXAP8FGRcAAAAAAAAAAFCFOARcrHVcSvMP5+77Si23BkXf5+YTJlzC3j1niBQ4Wvf3r6I8BLPfFnTo0q2XKqfhyFBaKmzthER5sYo5096Sf+Kf1Y2Mfvb1zz774IW4zX/Jv+DQOn0GPFIhOVFBeZGPk0VcUpKTigryQsPqNohu7jhTPVVVtGPTevl8LAX5J+66voE4Twl7toryIIiiUkE39jqlUIHJaJz/xfs/L5l7/Fim/aCnl09xUYG3r78945Jga8TT45b+9jlHUw7m5+bICY6pF9V9qWF5uGFf2W5ZzkZ9ZO06Xe9Y3uP4says9BQvHz+V4di+da3cdu7as8LLKS4ulFvH2ETtiAYajfbI4bLg0YHEXYbSYl//ak2v6uB4R/WgqlWQsAV9pk9+ZVfcBrPZ5Ph6RXl2pKiwwBZ50XS4+kbxD7Iz007kZNWOiFIFUYQtYSPPrNO7Vfg043dvtr0DZZ/7ubzb+/davwDRTcuKLVXYtb0W6/NMsb1ws8n0+dTxcjDiifHinyXssX70V3fr5Xhwn602T2TDJmo3ad8u+X52vf6OCvc1GErk1s1W66WkuCg1OSmwek31odu+n2f4sLIyrWGg6CathCuq1uCu7IR5JbnWOjol+973qDFbq9XodFqtWavRmOV7SMDlwmk9heaKNWkpKiqWn523t5e4gkxF8povUOWRcQEAAAAAAAAAAFWLpYxcerdkb39PI6zL+TqPajWbDhOuoiw18g8Zl4RdW/Zs3yiE5pruvYW1mIe1o01kVLPTZ+6zNbipUTPUZDRmZx718PRSXWlO17TlyfCEPG3na29Z+v3n38z5KCMt+ZNJz+3fu3P0/yaKf6AexbGqyl5baqRJi1Pq0BiNhgOJu7x9/UNr1xW2vkJy27bT9faYSAUBp9absUtLOVSYnxsWHqmaBEmpRw7IIxH1o2sE13Kc+dqzg2PXrahRs9YtdwyMim5et35MnbpRa//8+cMJT0aXF01JPpRYWlIUGlbX3jxIlFcoaXxqHR1V7sUeblCVYxqerONivbV95xsc76JKjNjr8WRlpIozRZcSbVGV6Cat7Ue0Wm1YncgDttotojxeIz8Ux3hBUWFByuF9Hp7e8oXL3Z3b1j83ur/ZZLqq7TXNWnas1yCmTr2GtWrXe7Bfh+KiAvW0szJTLRazfOv8/+G9tT2ZbcIhuyMdSoqXb1HUqXV61CMKh/Iz5/JuqzdENQM6fVdSryUt1VqmaNmSuYcPJNzU+776DhNOt8/27jVrWSH9c/JVyPfkwL49IWER3r5+FV+s7VOrbmvdJZ+MtfVSVFN1U1a6NcvSoGHFn1VKcpJw+Nxdjias7fMHVlpLK1mKDhUmL9LW7afTmbQarfzqya8lpVwunFb+fK5YxsXL201ccZpSYTEKVHlkXAAAAAAAAAAAQFWhirjYBtbaEoUZG4vS/lBHQlqM0rr5CJdQmJ+XYmueEvMPtSKmT35FbrvdeJcKi6SmWBfd9fqKy0Y7tqw7lpUWGla3dp1IeU518P6HTmnnJJf/k/btCqtdXy7/y/HOuPV6nVuTlu11ev3t/R++9a4Hf/tp/ieTnv9t6Ve9+w6JbNj0jM9n315r2sOx1Y6qL+JYn8N6cNdWi8UcU57kKCoskNvmV3Xqe/9Ix2lHUw5qNNrgkNqOTY4cqQCQY02RRFskpVW7ax2nxa5bGbtuRf2ophM/+9FekkTasmG19dk2uar8vraSOae+1WUlW6JPCd+oeiH21jx7dlmrmNiDKaqsS0zzNqc/VXuo5YyvyGgo3bDmN/mSHUNCwlqDpGmC7SGEPV7T9NQnaStdI++l6vfMmjreZDQ89dKU627qY59z+MDerPQUrVaneioV5Fm7egVUq1HhOfy8eK6Xt0+na2/28PQu/zRPPpnyDNMp0Zz4nZuPH8uU88PrWjtPneO7nWDrABXTrM0Zd4Utj+XjG5B29LD8xs6b+Z6Xt+8DD48T/8z6Y0ne7x9YQ/0WTr45e04W3cnMSDUaSk7/gUh/Ll8it23adVOvSFjf5LIPtFSVeHHo6CSscZ+E/Qk73Nw960c1FS7KO7iNX/h1eUdWyXHpwZnGWrfodAG2Ui4aW8siSrkA+E+uWNQLAAAAAAAAAADg8rN3KTKZTNlxb6qDHv6R1RrcJVyFKm4RHBouV+5Pv3XWx6/v2bGpWlDIiCdeV0eq17D2wUlPS3acJt+iuTPeloObeg+QW29fP1//aiXFRaoKhd2COZNHD7npnVcflWONVvvyUw/8b3R/k7Hsf2qv0+tvuf2BTtfeLMfJBxP/6Qnvi9+ud/Owd8wR5RmR6ManZDLKMiLlBTBq1a4nt0n7dzvOyT2e/dSI24b266C62Jz54WwhDMfWSIm2xjQV6sHst03r3LWnY+Qi4+iRdX/+4jhZVfJo1LhCfCTu9BOqgyrUkn40uTA/197QR76xRw7t8/b1Dwuvf/pd7AGa2nUi5dbegUhZ8u3MnOyMupExnl7ejsfDIxpkpqcWFxWefJIxp6RMVLEZ+5u8L2G7VqtzDLhIP3w3U27rRTVx9/CUg6Ca1jo3WZmpjnN2bl0/5d1nvp79oZu7dY6qT+PYB0o94bq2CitKUUH+zKmv296iFiphc47vtuoZZA8GVdhV6jdskpZy8Ju5H8kvwz2DnqhWo6b4Z+rHEnPqGYS1j9IWe2wosFqQsNYNSpVXDcc5setWbt+yxtcvsHO3nrYnY/0q2p+Maq50xJY2s5v92QR5EYqKbq7Tu3IlglqtnhYa6wvUmPIL988wGuUlQV5x5UVFXnstdgIAzh8ZFwAAAAAAAAAAUCXYl1Rt66zmE0nfGvLK4hphbZ+Xq7HCVThmKRT5eo8c2vfrj189OezWhV9N9Q+s/uYHC/wCqqlbr73+drn9ceHnJ3Ky7XeZNfX1XXEb6tRrdNe9I9SRq7v2kttPJj2fdyJHHfnjt0VzZ7yj07vdO3iM3NVoNHUjo42Gkp8WfSHKlZYUHz6wV5zaishR6pEDxUUF1WoEqayDsD3b/Qk75GnrNzylxUxZ3ZHyuEOHLjfKx/zz98Ub/v5NHZFP7LVnHzx+LLPTtbf808OJ8qImjhNULKNCLZbqQdboT9yWv+1HcrIzX3rqPqOxVI7tiZz9tnxMdOOK8ZEKhVWOH8vKzkitGVo7sLo1MKHKhESV15KpEDc5eR5brKdZi7I2OvJ1ye338z8xlJaoI5vWrvji0zfFaXkaYcu4WCzmA/t2W3s87dst3896p7bsqVBepUZQqNls2rl1vX3CD9/O+HnxHGGNpzRSR4JCwmrUrJWZlrLeFj2RsjPTJo5/TA6GjHyxLK2yz9ogSaVhFPXTU72l1FsxdkTv3XEbhENVm3N5t9NSD8sPN6xOpMrBVNi1q1svuqS4aPHX04JD69xx98PirBJ2bxOn1ZhJOby/qCCvflQT1VxJnr9z154lxYUL5ky2z0lLOfT+m0/IwfDRr3t5W0tAqao5DRqVNSfqeLX8foolC6aryJd8E2ZOeW3D3786vmpX5eYTFhRzvxobjy4yFBw2mcwma7DQ5BhuIeYC4ALQqwgAAAAAAAAAAFQVqoKL3BpL8nN2ly1X+4Vf5x3cRrgQlXHZs2vzuFHW4jSFBfmHkuJNRoO6NTg0/KW3Z0eUpxaEranN3YNGfzP7w4fu6dy+8w0htcI3/P37wf27G7do/79XP9W7uatpDzz09Ma1v23duPr+21vJhfyS4iI5x93D69nXPrX3Z3n8mXefHN77sw9e/P7rTzt0vtEvoNrfK39MPpTYo+c9FSqU2BXmW9vfZKalPPHQLQ1jWo586q2D+3aXlhTJc6qEgV2FIIh8IfcNGTtv1nuvjRsUUiuiZmjt/Qk7igrzW7fv9swrU8U/22vLyjhmgOJ3bfH29VdVUuy6dLv169kf7ty6bvz/htRr0Li0pPjXpfO9vX08PL1Ligv9/AKFLY6TGL9do9E2cmgDdPjAXvn860bGOGYv4nfGCodyL/tU5ZhoezEYW+Ql5pToQ0bakdzj2aFhdb19/dSR7jf3XfT1Zzu3rR/Sr2NYnfryI0jcsy04tE5GWnKFPkSivJKKfPPd3Nzkpx/TrK09RVT2oGVZqLI79r1/5NT3nh3//NCedzyg1er2JWzftHZ5vQZN5Kfs51/Nfq+xL370wph733j+oU5db5EvcM2qpfJp3DP4ifade6gJ6gN98ckB1WuGvPHBN/JD7HztLQvnfbzwq09279ik0+nkOxZeN+qWOwb+vHiOPe1xLu+2eg/tr7TCrl1EpLVgjNFYOmTki/Zv7z8p6yp1akIoPGZH7wAAEABJREFUYdfWCgeHj359Z9yGuTPe3rD2t+ZXdTpx/NgfyxfLq8mjT73V/Za+csKxrHT5ecnvpArrSNdcf9uCuZPlhzX07o7tOvXYtumv/PzjV7W9dlvsnxUK6rikmk0ezklaYirJ0QhTUeJkt6ve1Wo18huoNZltjYqsYzoWAbgA1HEBAAAAAAAAAACuTxUMUCUETCbTsT1TLQbrSrzQ6K1tNVxLwm7rCn1WesrOrevkX9LeHSajwcvbt33nG/73+vSZC9bXP7WehzRw2LOjnn7H1zdg9W8LlyyY4evnP+b5D975eFGN4JPVOKoFBX8489eru/UyGkoT92wrKsy/tscdM75eY6unUiayUbNpX/118233u7t7/fbT13/8vjgiMnrM8x8+8dykf3q2kY2aX9+zv7CWNtnmH1jd+vz3qITBKTmAwvy8oykH/ANrOD6lAUPHPjbu3aCQ2ulHDx9I3F27TqTcff39+aqxzhkdTTlobRJUp4E9gHLk0D5rpOa0GipePr7vffJD1xvu3LMzdv7nk1b+tvCGnv2nzllVp26UsNUvEbYGTPK+9Rs2dYzjqOIr9vyKknhqqKWsloy94ZEtbhLV6JSMi6r14lhiRKvVvjt1cfeb+2o0moRdWy1m86vvzVOhipZtulR4/rUj5Gv0PnJ4f6LtsSrUDsnPO5GWeki+n6qljtTrzkHPvDy1ZnDYt19+/M2cj4qKCiZMXvjAw89YX2xWmv2O8oE+mL6sSYt2Wzb+sXHN8kaNW7044fMHHh5nnzDk0Rf1bh6pR6xFktTbEtOsjfwOyO9GUqK1tdCAB5+cNG2pfALCoXbOubzbqhlQTNOyRFqFXTuzyVo3pWnLDtd07y3+zV7bj6Vpi/anHDy1YpCwFbCZPOu3a7rfJj+47+d/ujNu/fU3953+9Rr5pqkJqjdWtMOTkZ/RW5O/k3cpKS6OXbeydfuuU2evUhVfGjVx/YyL1s0npMUoNTbnrCvOirWWcrG2KzLbgoYnr8kCAM6HhgsHAAAAAAAAANdjW8a2VmuQK9kGg6G0tDT9t2vMJdnBLUbVbP6YAFDF2BdTbZcFc3HuweTf7tAIkzwY1HhwSMsnBOD0crIyCgvzQmrVcaxNIg/ef3vLug0aT52zUkCIooL8YQOuOZaV9uGsX12+JZDTs+xb1qck15p20njV9e8w293dw8PD3U2v1+m08k+VcqGay7nS+1X1AhamAmExClRyu+bFyIuDKfwxj/C+njbW64K7u956ZdCdS4Un6rgAAAAAAAAAAADXZykjzGZL9vb3VMBF51GtZpOHBVAZbN64ati9XV4ae7/9SGZaygdvPSkHd/Tna2xVXFT49iuPHMtKu63fQwRcnIAmrO3zamQpOlSYvMhoNMk/Vc2FUi4XJjY2tnfv3vn5+aKSMxqNGo0mMDBQAOdJLwAAAAAAAAAAAFyXfQHVFnAxF2ZsLEr7Qx0JafmY1s1HAJVB247Xe/v6x23+6/EhN3l5+2QcPZKRdkR+r9tffeMNve4RVVvywcQR912rxhH1ox985HkBJ+Ad3MY/vHvuEWuRodKDM421btHpAqyVGswaeTXWaLTy+kwdl/PSu3fvtLQ0AVRhZFwAAAAAAAAAAICLc+xflh33pjro4R9ZLfJOAVQSgdWDPpr16+dTx2/esLq4qEAe8Q+scXu/h/s/MIqUgNFo0OvdjcbSmGZtn3t9mruHp4BzCG31VG7Kn8Ji1Jjyi5Jm6KKfsGZcNKpRkUX+qWl8h6sanU63atUquRXAeSLjAgAAAAAAAAAAXJa9iIvZbM24nEj61pCXpI7YmmiwqorKpFbtes+9MUPgNPWjmiz545CA83HzCQuKuT9rzxdybEhdZAi/S6+vb9KZtCaNVquRV2gVbqGgS1UjP+5u3boJ4PxpBQAAAAAAAAAAgOtSFVzk1liSn7N7sjroH97dO7iNAABcYsFNh+k8qglrqNBUlDjZaDTJP5O1sJZZsYcRcRZLlizRaDSqUZGfn58cG43Gn376SQ7eeeedpUuXtmnTplGjRk8++WTfvn3lwU8++aTCGaZNmyaP/+9//zvLo6xcuXLUqFHXXHONv79/eHh4hw4d3nvvvQofUGZm5vPPP9+uXbtq1ar17NlzwYIFR44ckWe+886TpdFMJtOcOXMGDRrUqlUrHx+fBg0adO/e/eeff7ZPkE9e3iUwMFDtFhcXy90bbrjBYDC8/PLL1157bVBQUK9evWbNmsXXAxVQxwUAAAAAAAAAALgmtTBm61Mk5DLqsT1TLYZc6w0afWirpwQA4NLT6L1DWj6WuvE1OTbnrCvOitWFtDeZzDqtvDBrNBqdKuJCKZezi46Ofu2119599928vLwXXnjB3d3d1u/J+o5t2bJFHjEYDHKckZExePDghQsXzps375FHHnE8w5w5c+RW3nrG88v3X96k5gQEBDRt2nTnzp0pKSkbN25MT0+Xj6umZWZmduvWbffu3V5eXq1atYqNjf35558HDhzoeCo5p1evXps2bZLjsLCwmJiY7du3JyUlrVq1asmSJbfddpv4B6Wlpf3791+8eLG8S7169X755Zdly5bJh5g6daoAylHHBQAAAAAAAAAAuCxbwMVax6U0/3Du/vnqYFDMA24+YQIAcFlUi7zTwz9SjUv2vW8yGUwmVcbFYidwVjExMS+++KKPj48cjxs3To61Wq1637755pvrrrtu586d69evHzt2bM+ePevWrbtmzZr4+Hj73RMSEuSRrl27RkdHn/H8S5YsmTNnTkBAwKpVq44dO7Zu3brjx4/PmzdP3vTpp5+qAI309NNP7969+/bbb09NTZUnTE9Pf+edd1Qyxm7ChAmbNm1q06bNnj17UlJSNm/eLE/1xBNPqFP980sUf/755/79+7dv3y7vGBsbu2XLFm9v708++UQ+eQGUI+MCAAAAAAAAAABckH3FVP4rx1nb3tUIk9zVeVQLbvqwAABcPpqwts+rkaXoUGHyImu7opO9isomkXS5MN7e3vPnz2/atGmHDh1atWql1WpVYZUvv/zSPmfGjBlyW6HgiiNPT0956wcffNCtWzd5BnlEp9MNGDAgODg4Pz//2LFj8kh2dvbcuXPlkTlz5qg2QxqN5umnn77nnnscT1W/fv3+/ftPmzYtJiZGHfHx8Rk6dKgcpKSkiLN68803mzdvrsYtW7a89dZb5SA2NlYA5ci4AAAAAAAAAAAA12QvD1CYvqEo/Q91MKTl4xq9twAAXEbewW386/RQ49KDnxtLT1Qo5SJwodq1a1e9enXHI0OHDtVqtV999ZV6Yw0Gw7x583x9fe++++5/OsnNN988e/Zseycj+eHExsbOnDlTnaGkpERuf/75Z/mB3XDDDf7+/o737du3r+PuY4899s0337Ru3VrtFhUVrVq1atGiRfbznEXXrl0dd2vVqiW3xcXFAiinFwAAAAAAAAAAAC6qrFcRq6cAcKVp9V5lI4vZZDQ5NipSNBqNwPmrWbNmhSN169a98cYbf/nllxUrVvTo0WPp0qVHjx4dOnSoanX0T/Lz8xcuXJiUlLR58+a///77xIkT9pvMZrPcJicny21YWNjpD1fhiJz5/fffp6amrl+/ft26dfZWR+o8/yQwMNDPz8/xiE6nE7bAjQDKkXEBAAAAAAAAAAAuTCPXTT1qtPUMubY4/U+5nx73UWDETZRyAYDLqSh7x/EDP6qxpvYDFp2v+ZQiLqRbLpxef4ZF/wcffPCXX36ZN29ejx49VNOiQYMGneUk+/fv79KlS1pamrA1Cbr55pujoqLkdsiQIYmJiWqOu7u7OFNLqQrhpMWLF/fr189oNMon1r59+wEDBkRHR3fs2LF79+7i/F8IUAHfEgAAAAAAAAAA4LLKl+I0vtGji9LXaITJVJKTsWt6SMvRAgBwuaTGjlcDi3stTc1eKtli71JEzOWiu+OOO4KDgxcvXjxhwoSlS5c2adLkmmuuOcv8V199NS0t7eGHH/7000+1Wq39eE5Ojn0cFRUlt6mpqRXuq+q7KCaTaezYsUaj8YsvvnBM1cTFxQngYtAKAAAAAAAAAAAAV6fzDvcI76PGWfFzDQWpAgBwWRw/sKQ4J0GNTbUfkZdkgQty7u2c3N3dBw4cePz48ddff720tFSOzz7/r7/+ktthw4Y5BlzWrFmTlZUlyrsFde/e3d/ff8WKFbm5uY73/f777+3jJJvAwMAKj7hs2TJB1yFcDGRcAAAAAAAAAACAy7PIdUGfqIeE3s+2Z0zbNlEAAC49i7EwbdsHamz0aW32baWxkbfY55x7dKOK8/a2NtpLSko6l8lDhgyR2xkzZmi12gceeODsk8PDw+V2586d9iMpKSlDhw5V44KCArn18/N7+OGH09PTVXpG3TR58uS5c+eK8g8xLCxMbnNzcw8cOGA/1cqVK8ePtxbyyc/PF8B/Q8YFAAAAAAAAAAC4LLniprHT+bjXK1uuy01eUZgRKwAAl1jG7pmmEmu/G4vQGEIf0mrLLslaK83peRecRcOGDeX2mmuuadasWVpa2tknN27c+Nprry0tLb311ltV9OQsnnvuObkdPnz4mDFjXnjhhZtuuqlRo0YZGRlNmzaVxzMzM9W0Z555pnPnzkuWLJEnlIPQ0NDHH3+8SZMm8iYfHx+1lXPMZrN8ki+//PJTTz3VqVOnG264oV69egEBAceOHSspKRHAf0DGBQAAAAAAAAAAuDi1kir/37P27RqvuupgauybrKoCwCVlKEjNjp+rxqUBN2s8a+ustPJPJVzsOReBczBx4sTGjRvn5uYePnw4PT39X+c3a9ZMbh988MF/nXnLLbesWrWqa9eu8+fPf+ONN+Li4gYPHrxjxw7Vcmj58uVqWnBwsJz2+uuvd+zYcefOndWrV3/xxRdfffVVeVNgYKCa89Zbb02bNi0iImLSpEnyCRcUFEyYMGHz5s3XXHON0WhcuXKlAP4DjcXCf3sDAAAAAAAA4GosNmaz2WQyGQyG0tLS9N+uMZdkB7cYVbP5YwJAFaBWQMxWFqNRXgqMpQZDSYmhKGtjyY4n1Zyw9i9Vi7xLAAAujeQ1T+cm/y4HZq1PcdSnbp6BHu7unp7uHu5uHnLk5qbX6+SfiiEKmhadhbXX3vkVsJD/Hbhu3boeHh779u3T6XTiPysuLt6/f39kZKSXl5fj8QkTJjz33HOffvrp8OHDxaVjKhAWo0Alt2tejPzvaKbwxzzC+3raeFivBe56eSGwZd/+9SJAHRcAAAAAAAAAAOCC1BqJqg5gWz3VyKUTuYDiXr2NtlpHNSc9brLFWCgAF7Jm9bIxD/fse0PDgXe0Hv+/IcsWzTEaDQK4Eoqyd6iAi1RSo7/WzV+vL1vIVtVc1MVZNZUTBFwuqqKiorFjxx49enTYsGEXJeAiyfO0aNGiTp06R44csR88dOjQhx9+6O3tfeuttwrg0tMLAAAAAAAAAAAA14T92bEAABAASURBVKW6YMiVObPZIjd6nd49cmTR5g0aYTGV5GTsmh7ScrQAXMLcGe98/fn7/oHVu914V0lJ0fq/fl335897dsWOfeEjAVx2qbHj1cCkD7HUuFWv0+q01qyhXmet3WLb055L2Qacl9LSUg8PDzUOCQk5l0ZF58jNze2RRx75+OOPmzZt2q5dO/nBmc3mjRs3ykf8/PPPa9euLYBLjzouAAAAAAAAAADAZamAi1pFVXVc5NbNN0Jf6041ISt+rqEgVQCV3+b1q77+/P3QsLpTPl8+6um3x77w0Wfz/gwKqb3y52+T9u4UwOV1/MDi4pwENS4NfUir06u2RLY/fYUiLsRcLiJ3d/d27doFBAT0799/xYoVoaGh4uL56KOPvvjii65dux4+fHjt2rVZWVkPPvjg1q1bBwwYIIDLgjouAAAAAAAAAADANclFU4vFYhsIW8zForOusppNJp1HvSEFGb9pTPnCYkzbNrHO1RMFUMl9PedDuR319Ns1gmupI9WDQm7pff/cGW9vXLM8slEzAVwuFmNh2rYP1djg1cLi187NWr5F7+ZmixqWlXDRqCIuNCq66DZu3CguDfmRDbIRwBVCHRcAAAAAAAAAAODKNGWEKuWiqrnoPfzdIsraN+QmryjMiBXAlTD+f0N6XV1r49rljgdX/vKdPPjea6PU7u64jXL3gzefPJpycMq74wbe0fr+2696/40xJcVF9rsYSkuqVa8ZUiviqnbXOp7qxIljcuvj5y+Ayyhj90xTSY4cWITGEDZClW+xBlzKS7noVCEXDdEWAOeHjAsAAAAAAAAAAHBZ9vIAJzsWabV6W58Mz/A7NZ5halpq7JvWpVjgstu7Z5vcNmnezvFgYnyc3DaMaVk2J946p6SkaNSgHkmJOztde4tGaJYv+/rVZ06WUnBz93hu/PRZ321wTAwc2Lf792Vfe3r5XN2tlwAuF0NBanb8XDUuDbhJ4xFmDRfqbOkWna4s3kIRFwAXhIwLAAAAAAAAAABwZQ4xF2uTBbW+aqsi4KaPHK3mlOQm5SQtEsDldfxYVnbm0eDQOr5+AY7HVfClYXRLx90/ly8e/ezESdN+euTJNz6Yviywes24zX9VKADjKHbdyqcfvcNoMLz41ufVg0IEcLmkbXvfYi6VA4vWyxg8QF5t7QEX27VXq9iLuBBwAXDuyLgAAAAAAAAAAADXp+q42LaqlIt1qdUjqKMmsL2akB432WIsFMBltGfnJrlt2Lil40Gz2ZwYHye/qg2im6sjiXusZV36DHj02h63qyM1gmv1vmuIHMTF/nX6aS0Wy1czJ7781P3yCz/+/flXtb1GAJdLUfaO3OTf1bgk6F6de4BjoyJrwzhr1tAecyHdAuD86AUAAAAAAAAAAIBLk8uoctVfDuSKqsUil1eF2WzR680mk9mjwWNFmwdqhMVUkpOxa3pIy9ECuFwq1GtRkhJ3moyGug0ae3h6yd28EzmpR5K8vH3vGzrWcVr9hk3kNv1o8umn/WTicz8t+iI4tM5rE+fVqddQAJePJTV2vBqZ9CHm6r3cbF2KrAEXnS3joi1rVWQPtxBzOVdmg9DoxBVy6PARg8EY1aCeuIIsZgGQcQEAAAAAAAAAAFWEWkmVa6sWi8XarsiiM5nMbr4RpSF3mNOtjYqy4udWj+rn5hMmgMsiMX673DZqcpXjwfidm+W2YaMWajdh91a5bdvpeg9Pb8dphQV5cuvl7VPhnMsWzflp0RcNoluMn/SVf2ANAVxGxw8sKc5JUOPS0KFaW67F/mdLuJRVb9GoBnI4d+ZiceUs/G7BsZzj418ZJ4ArjV5FAAAAAAAAAADA9dkXU+W/qkeGTmtbdtXpPCOHWnS+1tssxrRtEwVwuSTGx8mvZKOYUzIuO+M2yG3D8uCLbY6o36BxhfumpR6W27DwSMeDpSXFsz+b4Obu+fLbswm44DKzGAvTtn2oxgbPJha/9rZrrN5WxEV1KdJptWVt49Q1mZgLgPNFHRcAAAAAAAAAAFBVlK+qWmzrrBprNRe93uTh7xYx2HhgirwpN3lFYUasd3BbAVxi6UeT83Nz6tRt6OXjaz9oKC3ZuvEP4dDAaK+tjotWe0qPEovF8vtPX8tB86s6OR7fu2dbft7xTtfeUqNmqAAur4zdM00lOXJgEZrS0GF66wVWV6GOi+pSRLSl0nly9HABOAcyLgAAAAAAAAAAoEqQq6oWi0XVD7DWcdFZzGbrEqzJpPMMv6vg6PeW4lQ5LTX2zaieC+V0AVxKyQcT5TYiMtrx4Kyp4/Pzjmt1+gbRzdSRvfHb5DYzPcVx2p/Ll6QfPRxRP7pJy/aOx5td1fGnNUcFcNkZClKz4+eWjQNv0nrXU4Wy1FZXnm+hiAuA/4heRQAAAAAAAAAAoKqwL6yqjkVq3dVWXcBNHzlazSnJTcpJWiSAS8xisQhbNRe1azaZ3nppxA/fzpDj+lFN9Ho3OchMSzl+LNPdw+vPlT9kpB1RM5MPJk5+52mNRjty7Fvya+x4zoRdW7dvWZOdmSaAyytt2/sWc6kcWLRehpoD5FVVBVxsfYq0KuHiWMSFgAuAC0MdFwAAAAAAAAAAULWoOi4Wi9narkirSrmYPYI6GgPbWY5vkhPS4yYHRtys0XsL4JJp1rKDf2D1ffFxjw7s7ucfePTIQYOh9IGHxs2d8XZUoxZqTvzuLXLb8ZqbwiMaDLv3mugmVx3PyUpNPiC/xE++8GGzVh0dT2g2m599rE9pSdH4D76hVxEup6LsHbnJv6txcfW7de4BqjmRm5u+rEtReREXVcZFoLJZ8N0P+QWFQwbdI4ArjTouAAAAAAAAAACgCrEvr6oFV9VDQ3XT8GjwuMXWoshUkpOxa7oALiUvH9+X3prdonWXtJRDxYUFXa679ZO5q/0Dq8ubGjVpqeYkxsdZdxu3um/oU6OefstgKC0pKbqp94Cpc1Z2v7lvhRMeSoovLSmSg+jGrQRw+VhSY8erkUkfYgnqba2PpbMFXHS2Ii5lF1qdPdxCzKXSOZJyNOnAIQE4Aeq4AAAAAAAAAACAKketsNqquVjspVzcfCNKQ243py+WN2XFz60e1c/NJ0wAl0zj5m0nTP7W8UjPOwfKP/vu3t1b5bZhjLWsS4+ed8u/s5ytflSTn9YcFcDldfzAkuKcBDUuCXlQq9Pb2Mq3lDWDU+VbVJ840i0A/hPquAAAAAAAAAAAgKrFvsgq/7X1zrCWGSgr5VJ/iEXna73NYkzbNlEAV47ZbE7YvVWj0TaMaSkAp2QxFqZt+1CNDZ5NhH9HdS21FXFRXYp0WnuPItu1l5hLZdSpQ5vu3a4WgBMg4wIAAAAAAAAAAKoiTRnVtEhjqzegd/MM1Ncpq6KRm7yiMCNWAFdI8oG9pSVF9Ro09vD0EoBTytg901SSIwcWoSkNHaYKtzj+ORZxEai0OnVs271bFwE4ATIuAAAAAAAAAACgyrGXE5CsdVxspQZU+QGvOn01nmUtilJj37Qu3QJXQvzuLXLbqPFVAnBKhoLU7Pi5ZeOAG7Te9dRVVG11Kt9iDRFSxAXARUPGBQAAAAAAAAAAVEUOMRdhi7noVAUCa5ON+qPUnJLcpJykRQK4Em7qPeCnNUcff/Y9ATiltG3vW8ylcmDRehmC75dXTxVwcVM9isqaFGntRVwIuFRe69bHrlz9twCcABkXAAAAAAAAAABQdak6LratpqyUi17nXvNqbWAbNSE9brLFWCgAAA6KsnfkJv+uxiU17ta5B6jrp5ubvqxLUXkRl7JmRajM1m3YvHL1GgE4ATIuAAAAAAAAAACgirIvu9oXYnXlXTbcGzxhEdZbTSU5GbumCwDASZbU2PFqZNKHmKr3stbB0tkCLjpbERdVG0uns4dbiLkAuCjIuAAAAAAAAAAAgCrN1q5IYwu4WKsNqI5Fbr4RutDeakJW/FxDQaoAANgcP7CkOCdBjUtDhuj07np9efmWsqZvZdVb1AVWoJILr10rsn5dATgBMi4AAAAAAAAAAKDqsi++yn/L6rjo9KoQgUe9h4TO23qbxZi2baIAAFiviIVp2z5UY4NnE4t/B3XNtBVxUV2KdPYWReoaS8ylsuvf97Yhg+4RgBMg4wIAAAAAAAAAAKo6TRnVtEiVctG7eQbq6wxWE3KTVxRmxAoAqPIyds80leSocWnoMFW4xfHPsYiLAICLiowLAAAAAAAAAACo0uxlBuwdi+T6rCpL4Fmnr8YzTE1LjX1TCIsAgCrMUJCaHT9XjUsCbtB611NXS7XVqXyLNSxIERcAlwQZFwAAAAAAAAAAUNU5xFzKOhapygQ6nZu+/kg1pyQ3KSdpkQCAKixt2ySLuVQOLFovY/ADtv5u1oCLm+pRVNakSGsv4kLAxTVM+vCzF155WwBOgIwLAAAAAAAAAACAlarjYttqdLaki1y09ajZRfi1UBPS4yZbjIUCAKqkouwducnL1bi0Rn+de4BqTuTmpi/rUlRexKWsWREAXGxkXAAAAAAAAAAAAE4WG7Av0KolW2vHoqgxFmG91VSSk7FrugCAqsiSGjtejUy6IGP1W631rnS2gIvOVsRF1cDS6ezhFmIuAC46vQAAAAAAAAAAAICNWpG1tSuymM1m1bHIzT/SENrblPaDvCkrfm71qH5uPmECAKqSnKTFxTkJamyo9ZBO767Xl5dvKWvuVla9RaMav8GF9O/T22A0CsAJUMcFAAAAAAAAAADAyr4oK//Vql5FOr0qUOBR/2Gh87beZjGmbZsoAKAqsRgL0+M+UmODZxOzX0d1bbQVcVFdinT2FkXqWkrMxZWEh4fVrxchACdAxgUAAAAAAAAAAOAkTRnVtEhjq0+g13sE6OsMUhNyk1cUZsQKAKgyMnbPNJXkqHFp6DBVuMXxz7GIiwCAS4aMCwAAAAAAAAAAQBl7+QHJVsrFWpqgrJRLeB+NZ1mLotTYN4WwCACoAgwFqdnxc9W4xL+H1rueuiqqrU7lW6yhQIq4uKwF3/0wa/bXAnACZFwAAAAAAAAAAABOcoi5lHUsKq9Y4KGv96iaU5KblJO0SABAFZC2bZLFXCoHFq2XMWSgrY+bNeDipnoUlTUp0tqLuBBwcT1HUo4mHTgkACdAxgUAAAAAAAAAAKAiVcfFttXobEkXuZjrEXyN8GuhJqTHTbYYCwUAuLSi7B25ycvVuKRGP517gGpO5OamL+tSVF7EpaxZEQBcSmRcAAAAAAAAAAAATmFfplWlXLSqXZGtK4dn1BiLxdqlyFSSk7FrugAAV2ZJjR2vRiZdkKl6b2tdK50t4KKzFXFRta50Onu4hZiLS+rUoU33blcLwAmQcQEAAAAAAAAAADgDVcrF1q7IWp1AdSxy84/U1eqtJmTFzzUUpAoAcFE5SYuLcxLU2BA6VKd31+vLy7fYLom2Ki4a1aWIdIsL69SxbfduXQTgBMi4AAAAAAAAAAAAVFShlIu1TIG2vJQhyM25AAAQAElEQVRL/eFC5229zWJM2zZRAIArshgL0+M+UmODZxOzfyd1DbQVcVFdinT2FkXqmknMBcClRsYFAAAAAAAAAADgzDRlhFzDtS7nWusW6PUeAfrwB9SE3OQVhRmxAgBcTsbumaaSHDUuDR2mCrc4/jkWcRFwaUeOpB44eFgAToCMCwAAAAAAAAAAwBnYyxKopkWqZIEqY+BRp59wD1HTjm59TwiLAAAXYihIzdozW41L/a/XetdTVz+11al8i1ZDEZcqYsHCH2d+MV8AToCMCwAAAAAAAAAAwJk5xFzKOxaVVTLwcIscqeYU58TnJC0SAOBC0rZNEhajHFi0Xsbg++W1TwVc3FSPorImRVp7ERcCLgAuDzIuAAAAAAAAAAAAZ6PquNi2Gp0t6SIXeT2Cuwq/FmpCetxki7FQAIBLKMrekZu8XI1LqvfVuFdTzYnc3PRlXYrKi7iUNSsCgMtFLwAAAAAAAAAAAPAP5PKtxWKxDYRtPdci13fNZrPJZPaMGlO0ZbCcYCrJydg9I6TF4wIAKj1Laux4NTLpgkw1bnO39SeyBlx0tiIuqqaVTmcPtxBzcXlPjh4uAOdAHRcAAAAAAAAAAIB/oUq52NoVWasWqI5Fbv6RutBb1YSsPXMMBakCACq5nKTFxTkJalwS8qBO767Xl5dvsV36bFVcNKpLEekWAJcZGRcAAAAAAAAAAICzsS/iqlIu1vIFWp0qaOAZOULovK23WYxp2yYKAKjMLMbC9LiP1Njg2UQEXK2udao/kV6VcSlvUaSujcRcAFxOZFwAAAAAAAAAAAD+naaMkGu71mVeaz0Dvd4jQBd+v5qQm7yiKGu7AIBKK2P3DFNJjhqXhg5ThVsc/xyLuAhUGQu++2HW7K8F4ATIuAAAAAAAAAAAAPwLe7kC1bRIlTIoK+VSp79wD1HTUje/KYRFAEAlZChIzdozR41L/a/XetezF3FxU/2KbAVcKOJSBR1JOZp04JAAnAAZFwAAAAAAAAAAgH/nEHMp71hUVuHAwz1ypJpTnBOfk7RIAEAllLZtkrAY5cAs3I3B98trnD3goopXlXcpEgRcAFwpegEAAAAAAAAAAIBzo+q4WCxma8ciW9JFrze7B3ctTWkh8qyNitLjJgdG3KzRewsAqDyKsnfkJi9X49Kgfhr3aqo5kZu1hIutS1F5ERdVxkWgKunfp7fBaBSAE6COCwAAAAAAAAAAwDmxL+uqUi5a1a5IdSyKGmOxWLsUmUpyMnbPEABQmVhSY8erkUkXZKpxh7qyWQMuOlsRF1vtKlXERSHmUqWEh4fVrxchACdAxgUAAAAAAAAAAOA8qFIutnZF1vVe1bHIzT9SF9JLTcjaM8dQkCoAoJLISVpcnJOgxqUhD+r07np9efkW2yVO5VtUBRfSLQCuIDIuAAAAAAAAAAAA56pCKRdbZYOyUi4e9R4SOluLIosxbdtEAQCVgcVYmB73kRobPJtYAq5W1zTVn0ivyrjYexTZroHEXKqadetjV67+WwBOgIwLAAAAAAAAAADA+dGU1zKQa77W5V9rnQO9m3eQrvYANSE3eUVR1nYBAE4vY/cMU0mOGpeGDlOFWxz/ypoUaYi2VF3rNmxeuXqNAJwAGRcAAAAAAAAAAIDzYC9joJoWqRIHquyBZ8Q9wj1ETUvd/KYQFgEATsxQkJq1Z44al/p313rXsxdxcVP9irSqSxFFXAA4BTIuAAAAAAAAAAAA58ch5lLesais8oGHW/1H1JzinPicpEUCAJyYtbGaxSgHZuFuDH5AXsvsARdVpKq8S5Eg4FKVhdeuFVm/rgCcgF4AAAAAAAAAAADg/Kk6LhaL2dqxyJZ00evNHiHXGVK/F3nWRkXpcZMDI27W6L0FADifouwduckr1NgQ1E/jXk01J3KzlnCxdSkqL+KiyrgIVFX9+94mAOdAHRcAAAAAAAAAAIDzZl/uVaVctKpdkepYFDXGYrF2KTKV5GTsniEAwBlZUmPHq5FJF2SscYe6glkDLjpbERdbjSpVxEUh5gLgiiPjAgAAAAAAAAAAcIFUKRdbuyLrOrDqWOTmH6kL6akmZO2ZYyhIFQDgZHKSFhXnJKhxacggnd5dry8v32K7lKl8i6rgQroFgJMg4wIAAAAAAAAAAHAhKpRysVU8KCvl4lHvYYvGw3qbxZi2baIAAGdiMRamx01WY6NnQ0vANerapfoT6VUZF3uPItu1jphLVTbpw89eeOVtATgBMi4AAAAAAAAAAAAXTlNe40CuBVuXha31D/Ru3kH6OverCbnJK4qytgsAcBoZu2eYSnLUuCRkmCrc4vhX1qRIQ7QFgHMh4wIAAAAAAAAAAHCB7OUNypsWaVQJBLlA7Blxr3APUdNSN78phEUAgBMwFKRm7ZmjxqX+3bU+De1FXNxUvyKt6lJEERcAToeMCwAAAAAAAAAAwIVziLkIXRlVEcHDrf4INac4Jz4naZEAACdgbaBmMcqBWbgbgx+Q1yx7wEUVoyrvUiQIuEDp36f30MH3CsAJkHEBAAAAAAAAAAD4r1QdF9vWWspFZ1sw9gjpLnxj1IT0uMkWY6EAgCuqKHtHbvIKNTYE9dW4VyvvT6RX+Tx7EZeyZkWAEOHhYfXrRQjACZBxAQAAAAAAAAAA+E/sy8DyX7UwXLZmrNN5NBhjsVi7FJlKcjJ2zxAAcCVZUmPHq5FJF2QKusPepUhtrWVcbCkXe7iFmAsAp0LGBQAAAAAAAAAA4CJQpVy0WlunD41GVURwD4zRhfRUE7L2zDEUpAoAuEJykhYV5ySocWnwQK3OQ2+ls/+pfIutgIuGdAvsFnz3w6zZXwvACZBxAQAAAAAAAAAA+K8qlHKxVUIoL+VS72GLxsN6m8WYtm2iAIArwWIsTI+brMZGz4aWwGtPL+Jib1GkrmnEXKAcSTmadOCQAJwAGRcAAAAAAAAAAICLQ1Ne+0CuEdt6fmj1er2bd5A+fICakJu8oihruwCAyy5j9wxTSY4al4QMU7WmTi/iIq9gRFsAOC0yLgAAAAAAAAAAABeBvexBedMijVwvVgUSPOveK9xD1LTUzW8KYREAcBkZClKz9sxR41L/blqfhqcWcdHbSrhoKOKCM+rUoU33blcLwAmQcQEAAAAAAAAAALg4HGIuQldGVUrwcqs3TM0pzonPSVokAOAysjZKsxjlwCzcjSGD5LXplC5FZU2KtPYiLgRc4KhTx7bdu3URgBMg4wIAAAAAAAAAAHAxqToutq21lIvOtoTsEdpD+MaoCelxky3GQgEAl0Vhxubc5BVqXFqjj8atWnl/In1Zl6LyIi5lzYoAwFmRcQEAAAAAAAAAALho7MvD8l+1YFy2lqzTeTQYo24yleRk7J4hAOBysKTGvqFGJl2Queadp3Yp0um0OlXIxR5uIeaCCo4cST1w8LAAnAAZFwAAAAAAAAAAgItMlXLRWou4WNeNVcci98AYbfBNakLWnjmGglQBAJdYTtKiktwkNS4NfkCr87CXbykr4qJTRVw0igBOs2DhjzO/mC8AJ0DGBQAAAAAAAAAA4GKqUMrFViGhrGSCZ/0RFo2H9TaLMW3bRAEAl5LFWJgeN1mNjZ4NLYFdTy/iYm9RpK5dxFwAODMyLgAAAAAAAAAAABefprwmglw7tvUC0VpLJ3jV0NUeoCbkJq8oytouAOCSydg13VSSo8YlIcNUTSnHCi5lTYo0RFsAVA56AQAAAAAAAAAAgItKrhZbLBYVcrGVSDDrbH2L5JqyV717C9J/EIZsOS1185sNbpovpwsAuNgMBalZ8XPVuNSvq9an4alFXGxlXKxdiijign/x5OjhAnAO1HEBAAAAAAAAAAC4+OwLxvJfnU157QQvt8hH1JzinPicpEUCAC4Ba0M0i1EOzMLdGDr45FVIV1bEpbxLkSDgAqCyIOMCAAAAAAAAAABwqag6LratxlbKxbq07BFyg/CNURPS4yZbjIUCAC6qwozNuckr1Li0xl0at2ony7eoRkW2fEt5zIV0C4DKgYwLAAAAAAAAAADAJWFfNpb/qoVka7si2zKzR4Mx6iZTSU7G7hkCAC4mS2rsG2pk1lUz17zr1C5F8lKkU4Vc7OEWYi44iwXf/TBr9tcCcAJkXAAAAAAAAAAAAC4hVcpFBVx05TEX98AYbc0b1YSsPXMMBakCAC6SnKRFJblJalwSPEir87CXbykr4qJTRVw0igDO6kjK0aQDhwTgBPQCAAAAAAAAAAAAl4ZcPLZYLKK8lItcWDabLXq9xWTSedQfXpT9hzCXCItx7489BQBcbEbPRpbAbm6nFXGxtyhSARdiLgAqCzIuAAAAAAAAAAAAl1b5KrJFrinL5WWzRavX6928a5bWHmBK/lwAwKVhrDXMzU3vJi84btY/xyIu8rJEtAXnqH+f3gajUQBOgF5FAAAAAAAAAAAAl5C9TIJqWqRKKMhlZrnc7FVvgHCrIQDgEjAGdNP6Ruv1WlvARRVx0dtKuGgo4oLzEh4eVr9ehACcAHVcAAAAAAAAAAAALi3Vsci2oGwp61hksci1ZrPZ26vlR6UFqUajyWQyy/+zWITZbFbtjXB+LOL48RMGozEgwN/d3U0ADoqPHpU/LTXWeXu7VasmXJQ9uWINsvhEubnp3N3crBVcVK8ivb1LkSDgAqAyIuMCAAAAAAAAAABwOag6LhaL2dqxSA70OovkV1fjGaY1GI1Gk9asWOwZF8Iu5y75SGpuoXftsFCvwAABnMrLo3FeQry5pMS6ky9KC939GkVr9K62VGqPrahKLSrXYu9VZM252EpJlaVcSLfgnK1bH1tUXNy9WxcBXGlkXAAAAAAAAAAAAC45VcpF2IorCKGTQ2uSxRZzKe9hZDSZygIutpAL6ZbzcPhwSnp6Ru3atUJDawrgdJ7uXq1aHdu4wXA8R+6Zc4/nHcuu3r6D3t9PuBZNWSUXjbUtms7aFk2vs8VcbKVcVMDFHm4h5oJztG7D5mM5x8m4wBmQcQEAAAAAAAAAALhMyqssWORKs32ZRqMxyUVnufxs7VZUnnERFHE5Z0ePZsQnJIaE1Ixp1IAle/wjD/ewbt0yV68sPHhQ7plFTvayH2t2u867bl3hKux1XFQpF2vKRcVcyiq46Oxdiki3AKikyLgAAAAAAAAAAABcDqqUi3352VrGRa9XRVxMJrPJWsVFZ7GczLhYKzLg32RmZa1Zt7FaYECXzu3kUr4Azqpur1uz/voj+++/1O7xFb/VePQx4Tqslw6N5mQpF1uNKK0KuKiIi2pTJCjigvMRXrtWIG3g4Bz4T3oAAAAAAAAAAIDLxB5zkUvRcsFZozHLodYs15xNcvnZMd9CEZdzkZub9+NPv+n1+p43d/fy8hTAOajdo4d3gF/yN99o9frIEY94eLgJF1KeXxEqP6dVW+3JrQDOX/++twnAOZBxAQAAAAAAAAAAuKzKyydYbPUUrEkXW1kXcWoRF/yLG3wlYQAAEABJREFU4pKSb75bUlRU/NCD9wYG+AngnIVe3cW7Rg1zcXFARB3hijQnlYVdrHE6W8CFIi4AKjUyLgAAAAAAAAAAAJePQykX+1hrr91CwOUcmUzmefO/T0/PHDLonrBaIQI4TzWaNxcurSzhUl7Txb4rCLgAqMzIuAAAAAAAAAAAAFxWjjEXUb7ebEu3aMi4nKN5Xy9K3Jd0b/87GsdECeAiMRw/bjhxwrtuXVH5VajXQsAF/8WkDz87lnN8/CvjBHClkXEBAAAAAAAAAAC43Oy5FseFZ8ddnMWvy//YFLu1e7erO3VsI4CLxFJauvuF5wqPHGn66uuBrVqJyq/C9YTLCwAXQMYFAAAAAAAAAADgynBccibgco6279i9eMnPzZs17nNnL94xXER7JozP27NbDrY/NSbmmWdDbr5FuAR+JgBcCRkXAAAAAAAAAACAK4916HNx6PCR6bO+ql271rCh92m1WgFcPH4No7NWrbKOTKaECW8UJR+uP2yEACDEk6OHC8A58J/9AAAAAAAAAAAAqARyco5/9PFMHx/v0SOHuru7C+Ciirj/gaavv6Et/2od/nLurheesxgMAgDgNMi4AAAAAAAAAAAAwNmVlJR8MGVGaanhiVEPBQT4C+ASCOrardWUT9wCAtRu1p9/bB31qOH4cQEAcA5kXAAAAAAAAAAAAODULBbLJ9PmpKdnPjJsYK1aIQK4ZHxjYlpPm+kVEaF28/bs3jJsqOHYMQFUYQu++2HW7K8F4ATIuAAAAAAAAAAAAMCpzf9m8Z74xIH39WvSuJEALjHPWrXafDotoHkLtevTIMqtWjUBVGFHUo4mHTgkACdAxgUAAAAAAAAAAADOa+Xqv//4a93113Xp3KmtAC4Lna9fyw8nh9x8i2/DqCavvCo0GgFUbVot0QI4Bb0AAAAAAAAAAAAAnNLuPXsXfPdj82aN+/XpLYDLSKPXxzz3gjEvT+vhKYCqrWP7NqWGUgE4ATIuAAAAAAAAAAAAcEZHj6Z/Mm1OWFjosKH3aSikgStB7+cngCqPMlpwHhQUAgAAAAAAAAAAgNM5cSL3gykzvL29Ro8c6u7uLgDnkL327x3PPGUuLhIAgMuOjAsAAAAAAAAAAACcS2lp6YcfzywsLHpi1EMBAf4CcA7Ht27Z9cLzx9av2/LIiNLMDAFUDYcPpxw6dEQAToCMCwAAAAAAAAAAAJyIxWKZNnNeamraI8MG1qoVIgCnkb12jcVolIOC/fs2D3sof2+iAKqA2fO+nff19wJwAmRcAAAAAAAAAAAA4ES+X7xsx8499959R5PGjQTgTBqMfCzykUfVuDQ7e+vIETkbNwjA1RmNRnrGwUmQcQEAAAAAAAAAAICzWLsu9rflf3Tv1qXrNZ0E4Hzq3Htfs7fe1trW+80lxdufHnv0hx8E4NIMBoNOR7QAToEvIgAAAAAAAAAAAJzC3sT9c+Z927xZ4/59ewvAWdXo3KXVlE/cAgKsOxbL3vfe3vfhB8JsFoCLevO1/415fJgAnAAZFwAAAAAAAAAAAFx5GRlZH386OywsdNjQ+zQajQCcmG9MTJvpM73r1VO7KQu/LUjaLwAAlxgZFwAAAAAAAAAAAFxh2dk5H0yZ7u7uNnrkUHdbFxjAyXmE1mo99dPAVq2FVtvsrbd9ohoKAMAlRsYFAAAAAAAAAAAAV1JhYdH7k6fl5RWMHjk0IMBfAJWEztev5YeTr/rwoxqduwjAdT35zCu/Lf9DAE6AjAsAAAAAAAAAAACuGJPJNHnqrMzM7EeGDQwPDxNAZRPQspUAXFdubl5BQWFRUbEAnAAZFwAAAAAAAAAAAFwxX8xdkHTgUO9eNzRp3EgALsFUkH9w1kwBuITi4hK59fLyFIAT0AsAAAAAAAAAAADgSvjp5+UbN21t367VrT1vEIBrMJt3Pve/41u3nIjb1mzC2zpvbwFUZgEBfk+OHh4SHCQAJ0AdFwAAAAAAAAAAAFwBW7bu+GHpbw2jIgc/0F8AruLQ3NnHt26RA7ndMvzhkrSjAqjMPDw8ohs1CAwMEIATIOMCAAAAAAAAAACAyy3pwKGZX8wPDg4aOWKQTqcTgKsIu/1O30bRalx46ODmh4fmx8cLAMDFQMYFAAAAAAAAAAAAl1V2ds7kqbM8PT2eGPWwl5eXAFyIW2Bgq6mfBF3bVe0aTpzYOuqR7LV/C6ByOngo+ceffs/NzROAEyDjAgAAAAAAAAAAgMunqKjogynTS0sNj48cWqNGNQG4HK27R9Pxb9Yd9KDaNZeW7nx2XPL8eQKohHbtTli67HeTySQAJ0DGBQAAAAAAAAAAAJeJXCX9+NPZGRlZQwffWzciXACuq97Qhxq/+LJ9N+mTqWnLlgmgssnLK5BbPz9fATgBvQAAAAAAAAAAAAAuiy/mLkjcl3TXHT1bt2ouAFcXfMONHiEhO8Y9YyrI94tpHHLjjQKobCLrR+Tm5en1RAvgFKjjAgAAAAAAAAAAgMvht+V/bNy0tcvV7W+6oZsAqoaAFi3bfDbdv1mL5m+/qyElgEqofbtWw4beLwDnwGUUAAAAAAAAAACgktPIFR+NcG6pR9MPJaff1rtXr1t6iIvIYhbCJIALo3ETl55X3QatPpkhqhqLQQDAxUbGBQAAAAAAAAAAoJLT+QinFxZe/+GHHxYXncUoTAUCuBBaofMWuESMufL3KVD5HTmSGh4eJgDnQK8iAAAAAAAAAAAAAABQUWmp4fUJH3zz7Q8CcA7UcQEAAAAAAAAAAAAAABVlZWXLbVBQdQE4BzIuAAAAAAAAAAAAAACgouMncuU2wN9PAM6BjAsAAAAAAAAAAAAAAKioSeNG418Z5+PjLQDnQMYFAAAAAAAAAAAAAACcQc2aNQTgNMi4AAAAAAAAAAAAAAAAwNlpBQAAAAAAAAAAACq5559/XqPRfPTRR+I/e+qpp+SpZs2adZY5Bw8elHNat24tgEqusLDw3Xffffvtt4XTKC4ulr+vmjVriv/GYrEsWLDgwQcfFJdLbGxs79698/PzBVzFe+9/On3WPAE4DTIuAAAAAAAAAAAAAKqoL7744plnnjl27JhwObt27br77rsTEhLE5dK7d++lS5cKuJAjKUctFosAnAa9igAAAAAAAAAAAAAAwCny8wuKiopqVK8mAKdBxgUAAAAAAAAAAAAAAJzC3d1tyKB7goODBOA06FUEAAAAAAAAAADgOjZv3jx48OB69eo1bNhwwIABv/76a4UJmZmZw4YNa9asmZ+fX8eOHZ988snExMSzn9NkMk2dOvW6664LCAjo2rXru+++W1paWmHOzp07hw4dKk/r7+9/9dVXjx49Oi4u7uynbd++vUaj2bdvn+PB2bNny4OjRo1Su/L5y92XX35548aNAwcOrFOnTmRkpBxs2rRJAP9ZkyZNRo4cKQfvvPOO+qap4/Ib/sYbb7Rt27Z69erR0dHyK7d8+fLT7759+/bbb789KipK/jRuuOGG8ePHnzhx4l8fVP6g5syZM2jQoFatWvn4+DRo0KB79+4///zz6TMLCwtfeumlNm3ahIWFyZ/zL7/8UuE8kydP7tGjR2hoaO3ate+8884pU6bYf5sjRoxo3ry5HKxbt06+NPkQcvzTTz/JsXyxS5culadt1KiRvAKo+cePH5c/7b59+8qXI3/F8p3p06fP6X2O5JExY8a0aNFCXkDkdty4cTk5OfL4vHnz5JnT0tLkWN4kxzS4cQHu7u4d2reuXy9CAE6DjAsAAAAAAAAAAICL+PLLL9u3by8Xm0NCQlJSUubPn3/zzTf//fff9gnx8fFy6Xr69OkHDhyQ69Nyzvvvv9+0adO33377LKeVC/wjR478888/5Yq4vMszzzxz1113OU44ePDg1VdfPWvWLLnAL08rV8E/+uij1q1by4V8cTGsWbOmS5cue/bskcv8cmFevsBu3bqtWLFCAP/No48+etttt8lB165dX3vtNbmV4+Li4s6dO7/wwgtxcXENGjTQ6XRz58694YYb+vfvbzAY7PeV38NWrVr98MMP8mvfvHnz2NjYF198MSYm5vRgmaPMzMxOnToNGjRI/joyMjLk/MOHD69atapnz57yVI4zCwsL5Y/o9ddfN5vNfn5+8ud8yy23TJo0yT5hzJgxjz/++IYNG+TvPTg4ePHixY899ph85vKO8tZevXrJXTmoW7eufGkPPPCAHGs0GrndsmWL/AnLbWJionwO8sjatWsbN24sf9oLFy4MCAiQJ5Q/t++//17+7uTTsz/i559/Ln/gH3zwQWpqqnzJ8nryzjvvyDctPz9f7spHkc9TTpNvnRwLALgEyLgAAAAAAAAAAAC4iE2bNj399NNy0Voue8tF6B49esiDn332mbpVrpQ/9NBDWVlZcuU7Ozt7zZo1ycnJchnb29v72WefdYzCOPryyy+/+uqrpk2b7t69W55/3759S5culXd0nPPxxx/n5ubOmjVLHpfnSU9Pnz17tnw4uWQut+I/W7Fixc033yyX4d9+++1vv/12+vTpchV/6NChRUVFAvgPRo0addNNN8lBhw4dXnzxRVXs5KWXXtq8eXO3bt0OHjwov/Pym799+3b5E5Dfvffee0/dMSUlRf6O3N3dP//888zMTPm1l9tXXnklLS3twQcfVKVNzmjChAnynG3atNmzZ488iXyg48ePP/HEE/KmTz/91HGm/JKbTKatNgkJCT/99FNAQMDYsWNVESP5E5Y/7WbNmsnfe1xcnJxz5MiRa6+9Vp5QPiU5oXfv3sOGDZODsLAw+dLks5JjVVvlm2++ue6663bu3Ll+/Xp5Qnlk9OjR8pnL35Q8rTxDYmKi/BV37dpVXi7mzZunns/hw4cff/zx0tLSDz74QL5Y+XuUt95///07dux49dVXW7RoIR/Fx8dHzhw3bpwcqzwNKrWt23bu3BUvAGdCxgUAAAAAAAAAAMBFtGvX7q233qpWrZocBwYGPvfcc3Jg7xn0/fffq4IoH330kaenpzp45513yvVpOXjjjTfOeM6PP/5YbuVdoqOj1ZFevXqNGDHCcc6BAwfkVi1vSzqdbuDAgTNmzJg8ebLRaBT/mbu7+5QpU9zc3NTukCFDbr311kOHDi1atEgAF1V6evq7774rfz5ff/117dq11cHmzZurokTjx49XpVzeeeednJycMWPGDB48WM3R6/Uvv/xynz59jh49WiGt4qh+/fr9+/efNm1aTEyMOiJ/OEOHDhW23EyFyfJrf9VVV6lxz549x40bJ8p/kocPHy4tLZU/CvnrUBPks5W/uOnTp6tqNGfh7e09f/78pk2bdujQoVWrVvJH2rlz5379+sm7V69eXc0JDg6Wz1MOUlNT1ZF58+bl5+fL1zt69GiVX/H39580aVJQUNC2bdsEXNGSpb/++NPvAnAmZFwAAAAAAAAAAABchCrcYqdWx48dO6Z2d+3aJbdyJbvCve6++2653Yxt98kAABAASURBVLFjx+knlPddv359jRo1VH0Lu/vuu89x98Ybb5TbBx54YMSIEYsWLcrKypK7ctlePpZ9Af6/kKv7ERERjkfuvPNOuf3jjz8EcFGpn4n8KYWEhDgeb926dfPmzQsLC/ft22efplIgjtTvS916Ro899tg333wjz6Z2i4qKVq1apdJaJSUljjODgoJUjRk79bVfu3at3DZr1qx+/fpbt25t27btxIkTN2zYYDabW7Ro8dBDD8mbxFm1a9fOnmURtnTOhx9+uGDBAi8vL3UkOzt76dKl69atc3xWqtRTnz59HE9Vs2bNzMzM338nBuGCDAbD0aPp4eG1BOBM9AIAAAAAAAAAAAAuITg42HFXFT4xmUxqd+/evXJbISwiybV8T0/PlJSU3Nxcf39/x5sOHz4st+Hh4RXuEhUV5bgrl9VXr149f/78z2zkkS5dugwdOnTgwIFa7UX4X1zLtfwKR9RTOnjwoAAuKvUzqVOnzuk31a1bd8eOHfv27WvcuPGePXvUkdPnyK3KwfwT1SMsNTV1/fr169atU4VhhK2bmOO0evXqVbij+vHu379f2H7ds2bNuvvuu7fZCNvPv2/fvmPGjKnw8zxdzZo1Tz8YGxv7+++/Hz169K+//nKsy2J/VvImYet8JFA1lJSUdu7UtmnjaAE4EzIuAAAAAAAAAAAALuLsgRIVdqmwjq7I9fLi4mKdTlfhuOpIoraO3N3dHR9Ljr/66quRI0f+8MMPcgFeLv//bTNv3rwlS5Z4e3uLc2ZP5Dg6/YkpFotFABeV+gae5aulvo1n+TWJf/7GSosXL+7Xr5/RaNTr9e3btx8wYEB0dHTHjh0rlEo640nUL9EeZevWrVtiYuKXX365devWpKSkLVu2TJ069YsvvpgzZ06FaisVyIeucOSZZ55599135cDPz08+mREjRrRo0aK0tPSJJ56wz/Hw8BCoSnx9fQbd318AToaMCwAAAAAAAAAAQJXQsGFDuT1y5EiF4+np6Xl5eYGBgT4+PhVuUjUbDhw4UOF4cnLy6av7V9uosVx079mz5/Lly+UC/LBhw8SZqCV8udhf4cmcPlMVkHCkXsXpBWaA/6hRo0biTD8T6dChQ3IbGhoqtzExMfK7Kn8INWrU+Kc5pzOZTGPHjpXf+S+++GLQoEH243FxcadPzszMPOMTiI4+WVfD39//0UcfVWN52ieffHLy5MmPP/742TMuFSQkJLz77ru+vr4bNmxo0qSJ/bg8leO0qKio9evXp6am2hstKV999ZVWq7311lvlGQQAXGIXoTocAAAAAAAAAAAAnF9kZKTcfvfddxWOz58/X25vuOGG0+9Ss2bNli1bnjhxYtmyZY7Hv/32W/vYYrF0795dzszNzbUfbNWqlYq2nKWdkKen5+kTVq9effrM5cuXO57c/pxvvvlmAfw3FcoUNWjQQG5XrFhRIWKyffv2Xbt2BQcHy1+EKP81ff311xXO9s033whbhZUzPlaSTWBg4MCBAx2Pq99XhSJGcmZiYqLjEfW7u+WWW+R2wYIF8qk+//zz9lv1ev17770nB6mpqUVFReJMFZjO6O+//5bbHj16OAZcTn9W6p1ZvHix45zCwsLhw4ePGDFC1YY5x0dEpXD0aHpJSYkAnAwZFwAAAAAAAAAAgCrhzjvvrF+//l9//TVq1Kji4mJ1cOHCha+++qocjBw58oz3evjhh+X28ccf37x5szry66+/vvXWW/YJclW7cePGWVlZ48aNsy+HZ2ZmLl26VA4qrJo7UgUzJkyYkJaWJgf5+flvvPHGb7/9dvrM9PT0wYMH5+XlCduK+yuvvLJ8+fJ27drdddddAvhvKmStIiMjb7vttpycnHvuuSclJUUdjIuLu/fee81ms/yZqPpDw4cP12q1H3744bRp09Qco9H40ksvLVq0qFq1anLyGR9LFUbKzc11rI20cuXK8ePHC9tPoMJ8+bXPzs5W4++///7dd98NDAwcMWKE3O3YsePhw4c/++yzHTt22OfPmjVL2GrMeHl5yYHaJicn23/vZ1S7dm253bt3b2lpqf2g/GH+8ssvwpZiUUfuv/9+X1/fzz//fPr06eqIxWJ58cUX5dO+77771NuoGpMlJSUJVH5vvTdlxufzBeBk6FUEAAAAAAAAAABQJcjV8Tlz5tx1110ff/yxXKhu1arVoUOHVE+W119/vWvXrme8l1xQ//XXX3/88ce2bdu2bt1armfLtfA+ffosXLjQPkeu0C9fvvzTTz9dvXq16h+0ffv2jIyMm2+++Z577vmn5/PUU08tXbr0zz//lEvsbdq0Ue1a3nzzzeeee67CzAYNGsjl9tDQ0KuuuiohIUGu+oeFhX3xxRfW0hEWowD+A9XDa8GCBfKr1aNHj/fee2/atGnyd7Fy5cp69erJn4n8zu/Zs0fYCqg8++yz6l4dOnT48MMPx4wZM3z48Oeffz46OnrXrl3Hjx/39/f/8ssvg4KCzvhYPj4+zzzzzDvvvHPNNdc89NBDBQUFa9as2bhxY0xMTEpKyrFjx0pKSjw8PNTkJk2aFBUVyR9Uy5YtMzMzVXBk8uTJAQEBchARETFx4sTRo0fL3861116r0Wjy8vI2bNjg5uY2ZcoUdQb5M/Hz85OvRZ5Kvhb5is74rK6//np5BvlLlNtevXrJZyLH8iV36tRp3bp19no2UVFR8tIhn/awYcNefvllec6srCz5s5U/zwkTJtjfzP3798tXV6dOndj1Kz09PQQqp8zM7OLiksj6EQJwMtRxAQAAAAAAAAAAqCq6dOmydevWfv36yRVoOfD19R0yZEhsbOwLL7zwT3fR6XRLliyZO3fuDTfccODAgerVq7/xxhsLFixwnFOtWjW5Fj5u3DgvL69NmzbJaXKRe9q0aT/88IPqYHJGcjlcPoexY8c2b9788OHDd9xxx2+//da7d+/TZ7Zq1WrNmjW33XZbYmJiSEjIE088IR/uLBVigHMnfxTyS+ju7h4XF6fyHPI7tnbt2qeeekp+x/bu3ZuXl3fnnXcuWrRo2bJlcpr9jqNGjfrzzz+vv/56+TuS3+RGjRrJ39GuXbt69ux5lod766235E8jIiJi0qRJEydOLCgomDBhwubNm+VPxmg0OsZQatSosWrVqhEjRuTn5584caJjx44//vijfFD7hMcff3zp0qXyCSQlJal0y5NPPrljxw55RE3w9PSUjyXPI3+SZ6mtIu8ozyNfr3yg8ePHz5w5Mygo6Ouvv169enVgYKA88/Hjx9XMgQMHyl+iPL98H+Rv0Gw2yx+jfK/8/f3VBPmKGjdunJubK3/RZy8eAyeXc/x4QIB//XpkXOB0NBaLRQAAAAAAAACAa7HYyKUXk8lkMBhKS0vTf7vGXJId3GJUzeaPCQBwMfoA4aJ+/fXXm2++uW/fvt9+++2ZZ1iMwlQggAuhFXo/gUvEmCt/nwIAHOyaFyOvDKbwxzzC+3raeHh4uLu76/V6nU6n1Wo1Gs3Zz0CvIgAAAAAAAAAAAAAAADg7Mi4AAAAAAAAAAAAAAABwdloBAAAAAAAAAAAAAAAgxOHDKU89+9q2uF0CcD7UcQEAAAAAAAAAAICTuummmywWiwAAXC77kg7k5eUH1agmAOdDxgUAAAAAAAAAAAAAAFgl7jvg5qYPCwsVgPMh4wIAAAAAAAAAAAAAAKzu6Xd7uzZXabVaATgfMi4AAAAAAAAAAAAAAMAqIMC/davmAnBKZFwAAAAAAAAAAAAAAADg7KgvBAAAAAAAAAAAAAAAxMwv5n8x9xsBOCvquAAAAAAAAAAAAFRyxhPiCjlw8PBb7065/94+13TpIIBKxnwFfzuXWcp3C/Z/PMViMqndoGu7Nn7xJa2HpwBOtX3Hnsj6EQJwVtRxAQAAAAAAAAAAwAXKy8uXW19fHwHAidXu2/+qKVPdAgPVbtaff2we9lBxSooAHBw5klpcXNw4pqEAnBUZFwAAAAAAAAAAAFwgg8Eot+7ubgKAc/Nv2qztrNn+TZqq3cIDB2KHPpizcYMAyvn7+z0woG/rq5oLwFmRcQEAAAAAAAAAAMAFMhgMcuvmphcAnJ57UFCrT6eF3XGX2jUVFmx/6snjW7YIwMbf36/L1e2DgqoLwFmRcQEAAAAAAAAAAMAFUnVc3Nyo4wJUGg2fHBvz3Asa28+2Wpu2ga1aCQCoJMi4AAAAAAAAAAAA4AIZjNY6Lu5kXIBKJeTmW1p/Mi2geYsmr40XGo0AhNi3/8CiJT/n5eULwImRcQEAAAAAAAAAAMAFMpstgjouQCXk26jRVR9/ovfzE4BN7Obtv/y2ymg0CsCJkXEBAAAAAAAAAADABbJYrBkXs9ksALiEw1/Oyd+bKFD1bN+5Ozy8VrVqgQJwYmRcAAAAAAAAAAAAAAAi/ddfDkz7bMuIh1IXfy9QxVzX9eruXbsIwLnpBQAAAAAAAAAAAACgaivJSN/77jtyYDEaEydNPBEXF/3Ms1ovL4Gq4YbrrxWA06OOCwAAAAAAAAAAAABUdR7BIRH332/fzVixfPPwh4qSkwUAOA0yLgAAAAAAAAAAAAAAUXfwkKumTHWvUUPtFh48GDv0wcxVqwRcWk7O8fnfLM7IyBKA0yPjAgAAAAAAAAAAAACwCmjRst2cedXatVe75uKi3S+/kPj+JIvBIOCitmzbsfrPtSdycwXg9Mi4AAAAAAAAAAAAAADK6P38Wkx8P+qxxzVuburI8S2bLSajgIvasTPe19enYVSkAJweGRcAAAAAAAAAAAAAwClq97u7zafTPWvX1nl5NZvwttbTS8BF+fn5tmjeWACVgV4AAAAAAAAAAAAAAHAqn4YN282anb8/0Ss8XMB1DR18rwAqCeq4AAAAAAAAAAAAAADOQOvl5d+sxenHTfl5AgAuO+q4AAAAAAAAAAAA4Gx++W3VoiU/n2XCy6+/d8bjGo3mf888VjeCChCASynYv2/rqJHRTz1d8/oeApVZUVHR7j2JLZo3dnNzE0BlQB0XAAAAAAAAAAAAnE2P7teEhNQU5++6rlcTcAFcjMVg2PXyi6aC/N2vvrzv/UkWk1Gg0orbvnvazC937d4rgEqCjAsAAAAAAAAAAADORq/X33fPXeI8+fr63N77RgHAtRzbtKHo8GE1Tlm0cNtjo0qzsgQqp7/XbvLy8ryqZVMBVBJkXAAAAAAAAAAAAPAvohs1aNum5Xndpc8dvTw9PQUA11Kjc5fm77yn9/NTu7k7d8QOGXQibptAJeTp6XHN1R0EUHmQcQEAAAAAAAAAAMC/63NHTw8Pj3OcHN2oQedObQUAV1S9Y6d2X8zxi2msdg3Hj8c98fiRb78RqGxGPfJgnzt7CaDyIOMCAAAAAAAAAACAf1e9erXbe990LjM1Gs2Au+8UAFyXe83g1tNmhN99j9q1mEz7J3+059WXBQBcSmRcAAAAAAAAAAAAcE6u69o5JKTmOUy7OjQ0WADRau0MAAAQAElEQVRwdQ1GPtb8nfd0Pr5q117ZBc4vK+vYrt0JAqhsyLgAAAAAAAAAAADgnGi12vvuuevsc6pVC7y9940CQNVg7Vv0+Wy/mMY1Onexl3WB8/vz7/UffTwzMytbAJWKXgAAAAAAAAAAAADnJrpRg04d265bH/tPE/rc0dPT01MAqDI8QkNbT5thKiwQqCQsFsuGTVvrRoTXDKohgEqFOi4AAAAAAAAAAAA4D33v7OXh4XHGm6IbNWjX9ioBoOrReftUOGIuLsrduV3A+eTnF9QMqtGxQ2sBVDZkXAAAAAAAAAAAAHAefH19bu990+nH9Xr9gLvvFABgE//m+K2jRh7+co6wWASciZ+f71NjRnTv1kUAlQ0ZFwAAAAAAAAAAAJyf67p2rhsRXuHg9dd1CQ0NFgAgxNEfFmeuXi3M5gPTPtv+5BPG3FwBAP8ZGRcAAAAAAAAAAACcH61We9+9dzkeqVYtsOfN3QUA2PhERroH1VTjnM2xmwYPpG+Rkzh8OGV/0kEBVE5kXAAAAAAAAAAAAHDe6kaEd+rY1r57T7/bPT09BQDY+Ddr0e6LOdXalF0lSrMytz026vCXcwWutKU/L5/04TSDwSCASoiMCwAAAAAAAAAAAC5E3zt7+fr6yEHLFk2vatlUAIADvb9/i0kf1B82QqPTyV2LyXRg2qc7nh5L36IrqKCwcMfOPW1at3BzcxNAJUTGBQAAAAAAAAAAABfC19fntltv1Ov19/S7TQDA6TSaiPsfuOqjKe5BQerAsQ3rk+fPE7hCco4dDw+v1aFdKwFUTnoBAAAAAAAAAAAAXJBrru7g6+NTvXo1AQD/wL95i3ZfzN398os5m2N9GkTVG/qwwBUSHh72/LjRAqi0yLgAAAAAAAAAAIAzs1gsAjgrjUbTulVzvio4L/JrI1DFWPsWvf/h4bmzg3vcqNGzSA3gAnH5AAAAAAAAAAAAp6iQVyC+AOBiUekW+1WFsEtVE/HAIHGhdr/0fJPX3hD4DxL27vf18a5du5YAKi0yLgAAAAAAAAAAoIx94VkNKuwCwH+h0WjUxURFWyrsoso68vX8kqzMyEce1ej+cfF6Q/8+JZlZJWlHPULJZ1y4OV9+K7dvvPasACotMi4AAAAAAAAAAMDKMddiKVMx7AIAF0xjYxtY7LkWlXQh5lJlFR06lDTtU4vReGL79qavjfcIDT19zs7nni1OS5ODo8uW1RsyVOCCHDp8JCv72G233iiAyoyMCwAAAAAAAAAAOCXasiTul4S0/bZ8i4q2aMi4ALgoNBpxc5PuzcJitFqtPelCzKUq2zP+NYvRKAd58Xtihw6Oef6FGp27VJiT/fdfapD2y7K6Awdp9KxxX4j8/IKaNWt0bN9GAJUZv38AAAAAAAAAAGBlr93yV+LGlQl/CQC4BKKC6jcOaSSvNVorGhVVdTHPv7jzuXFFR47IsTEvb+ez48LvvidyxCP2vkV/XtfVPrkkLS173dqga64VOH9Nm0SPf2WcACo5rQAAAAAAAAAAAFWbvUyLHJjNZqq2ALh0TCaz0SSZrf9vPnnN4cpTNXnXq9d25hfBPW6wHznyzddbHxlRmpkhxxv697GYjI7z035eJgBUYdRxAQAAAAAAAAAAJ4u4OGZc6tWs2zAkSgDAf7Zu34b84nw5MBpNBoPRotfphU6jMWs0OhoVVXFaL6/GL70S2LLV3onvqCN58Xs2DR7oU79+cVpahcnH1q0rSTvqEVpL4HzEbd8VUad2tWqBAqjkyLgAAAAAAAAAAAArFXIxm0+WUmgf2f6h64YIAPjPhs98VGVcTGaz0WjSWFMt1o1Wa43VEXNBrdtv92/WdNeLz6u+RRaT+cT27adPs5iMR5ctqzdkqMA5MxgM02bOa9ok+tHhgwRQydGrCAAAAAAAAAAAKBrVq0gSAHBpyCuMwWA0Gk1mi7msfhRg49Mgyt63yFxc/E/T0n5ZJvjanI8tW3fIn1yHdq0EUPmRcQEAAAAAAAAAAPYiLmbbuiHVFABcKkajyWQ2m6wbdc0h5YKTVN8iva+fxWz6pzklaWnHNm4QOGfyRxcaGtymdQsBVH70KgIAAAAAAAAAoEo7dXlZoyorCAC4NMwq4KLT2QIuOnW9oVcR7OJGP2bMzzv7nNQli6t36Chwbq7u3E7+CcAlUMcFAAAAAAAAAABY0TQEwGVgK99iKWtUJLjmoKLjW7f865xj69YZjh8XAKoeMi4AAAAAAAAAAOAkki4ALjXHFkVcc+Doj65dzmWaxWQ8uvRHgXOwcdPWgoJCAbgKMi4AAAAAAAAAAOAUdAwBcOnYEy2kW1DB2tt7i3P+SqT+sFjw/fk3mVnZM7+Y/+vvqwXgKsi4AAAAAAAAAACAU7DqDODSsVgIt+AM4kY/Zsg5du7zS9LSstb8JXBWa9fFym3HDm0E4CrIuAAAAAAAAAAAAAC4TKgUhTM6vnWLOE/xr79WePCgwFk1jIoMqxUiAFehFwAAAAAAAAAAAACAy46CNoq5pLjdvK9LszNLMrNKs7JKsjJLjx0ryZLjzJKsbHnrGe9lLCzaNHRwx6+/dQ8KEjiT2269UfA1q0qqQoiQjAsAAAAAAAAAAAAAXCYEDk6n9fD0Cg+Xf2e81ZSfV5KVXXosuyTTGnkpzUw/tim2OOWI0Ar/Js0IuAB2jpcXV827kHEBAAAAAAAAAAAAgEvOvvx8+gBnofH28YyQfxH2I5FCZK9bm/r9wmZvvW02mwXOZOOmbS1bNPHwcBeoMlSuRW3l5cUlYy5kXAAAAAAAAAAAAADg0lJxFvvW5uRxQd7lPAW06yD/TPI9M5oETrNzV/z8BYtNJnO7ti0FXJc9xVKebpEba7TFMd3iYkkXMi4AAAAAAAAAAAAAcAk5RluOrVtbmnNMHqiQehHAxZMUu7XhicxaqQfSliULuDTHCItf4yY+9SPlAY3GYq/p4mIFXci4AAAAAAAAAAAAAMClVV67xXJ4zhf58fECuJSCbX9HEncIVCXhQx/2qFNXq9VorVytgotCxgUAAAAAAAAAAAAALhXHbkRms4WSLQAuEZPJbDSadDqtbU9uzVqt1sVKuZBxAQAAAAAAAAAAAIBLqLyGizCbzUJYV5pDrrux4cixAgAuhnUD7zIVFpjMZqPJZBHWIJ0t2uJqjYoEGRcAAAAAAAAAAAAAuNRUyOVkHRetVqNjrRbAxWQymQwGoxB6jTXiorHFXISLxVy4bgIAAAAAAAAAAADApaYxm01mW8hFAMAloHoVaTTWEJ3ForVdbVyqiIsg4wIAAAAAAAAAAAAAl5S9V5GqqSAA4BIw23oVabUak8ms05ptMRfhYrQCAAAAAAAAAAAAAHAJ2BMtZb2KLGZXahoCwKmYzRaTyaR6olmslx3rQRfL1ZFxAQAAAAAAAAAAuMg8itZqLHkCAE5VVs4FAC4Bs9lsi7iYzWU5Fxe82pBxAQAAAAAAAAAAuCAWky77D33OX6ff4H1ivrtpvwAAALhcLPbGaOVt0Vwv5kLGBQAAAAAAAAAA4EJozMX6nBWawv3CYnY8rjUd0xtT9JZUAQA29sVmirgAuHQsZSEX4cL0AgAAAAAAAAAAAOfPYszXn9hgNJcIY65wC7Qf15cmCmHSmVKE3iQ0OgEArlhNAYATcvkrDRkXAAAAAAAAAACA86Mp3O+e/r028xdtUYK+IFFbeMBQvYcxfKDQespb3UriNcKiNR/XijyzCDzHcw4b90hsXOzZ5/j6+P65cJUc3HJ/r/SsDDlY8Mn8qPpR4mJ746M3Fy5bVOGgj7dPnVrhtWvVrh1au/vV17Vo3FxUZi+/98qPy3+Sg3Ejn7m7dz8BXC6EXQBcIhqNRrg6ehUBAAAAAAAAAACcH4tbDbNnLa1Wb7GY5XKSReel8aln0birW/WGvXINW2fJ1VmOCRdSUFgQvz9hxd8r53w3d/CYISogAgAAcNlQxwUAAAAAAAAAAOA8uQUaat1vrH6T546B5sA2JXWfEW7+Zf/TadMJvfGo/FdjzNVZsg0i8hxP2SgySqc9+T9O3rB1oxo0i27q4+2jxh7u7uLyCgkKrlennn23uKQ4bvd2NX7v04k9unT38vQSAAAAlwUZFwAAAAAAAAAAgAui9zZVu8biFSHc/OzH3Er3aSzFQlg05jy9JV1YDELjdi4ne2r4WPvYaDK279Wp7PiIsVewK1DHNp1eHvOC45H4ffGDnhhiMBry8vPWxK7t0eV6UTm9+tQr8k8AAIDKg4wLAAAAAAAAAADAhTBrPY1BNwmtToiyGi4aS5Fn8QaNqdC6Yyp2tyToLO1MmhBxKW3YunHhskWbd2yuGxbRoU2HgXfd5+Xl7TjhyNGUb378ZuuObakZRxtHxbRt0ea+uwa4u11gSZiYqJiQmsHynHKcnXNKM6aNWzf+tGLZtt1xBoOhWUzzrh2v6XV9zwp3t1gsP634+a+Nf+1J3JOblxdRu851nbvdc/vd9nowT7761Op1f8jB+Kdf63n9Lerg9j07Bo8ZIgdR9Rss+ORrOSguLel8Wxfr82kQPW7kM+9+OvFA8oGa1YOeefTpzm06HcvJnv3d3Ni4LUcz00wmY1hwrUaRDW+76bY2zVvbn8nL772i2i3Ju9/du9+4N//3+5/L5e6wAQ+NGDjcPi059cjtQ+6UA18f39/m/+Lp7nHR31IAAHCOyLgAAAAAAAAAAABcCI1GZ/JvpbHvW0wehX96FP0thMm6azTojQd9NCtztX2FOKdSLhfgy++/+uH3H9U453jOtt1xf29cM2vidDd92SMuWPrdxE8nGYwGtbtu83r598vqX99+/q164XXF+UtOPaICLlKDuic7Mb0y8TX7M5HSMtOX/7X8j/V/vfrki/bMTUZ25hMvjYnfn2CftjNhl/xbuXb19Hc+9fTwFOcvtyBv3BvPyjPL8eGU5Eb1G6ampQx+8qGsY1n2OQn5eQlJe5euWDbh2Tdu7HrDGc/T+4ZbVcblp5U/O2Zclq1YpgY9u9+iAi4X/S0FAADniIwLAAAAAAAAAADABdJotMJi1JiLhCnfu2i1V973GnNB2W3GEkvRCU/xt86Uned2q0lTw6LxvOhhlx9+/7F9q3aNo5okpx5etXa1xWLZlbDrtz9+VwVUUtNS7GmMNi3axEQ1itu1fWfCrsQD+97++J1PJnz8r+dPPJA47asZ9t2DyQf/2vC3GjeNbtq2RRs1/nnlLyrg4unu0bFNx5Dg0L83/J2SlrL8r+UN60c9PGComvbJnM9UwEVO635Nd51Gu3Lt6oLCAvmcP5w1ZdwjT4nzl5qWKrfeXt6BAYGhNUOCqge9PfVdFXC57657mzVq5unpuXXH1jkLv5RvzsTPJl3ToYu9Zoyjzm061QqudTTjqHzaO+J3NI8p6w+1tDzjcmuPi/OWAgCAC0bGBQAAAAAAAAAA4HxYSoTQCo2bHGkNaR5F69xKdrsbdmpM+adO+z97+2E/fQAAEABJREFU9wHYVNX3cfwm6W6hA7pp6aItm1L23luQLSiCiAoKIjhA5UEFFRHhdYCIijIEQUWGsoeA7FH2KLSU1VKgE7qb8Z7ktDGUIcgq5fsxXs899+SuhDy+7/35P3olM8WQl2mlSXGz3p+v8c9Th+VZh+Xb1FDunZaNWkwaM1G2P5gyfumaZaJxLOaYzLjMXDBLpjFeGTDk+acGymEffvHx7ysX79y3a9e+XXUi6tx6/0dPHBWv6/vLefuOGf6OefW7whzM1I++qlk1QjRGDHr1mVefjYmLnfPb3J6deriUdj59/szS1UsVYzBINfvzWRWCQkR7YPzZXi89JU5yz4HdWdlZDtfOsnSbIqrUmPLe5NJOpQqruZyV/XVq1G5Yq6FarW5ar0lQQLCbi2uQX8ANAy6CGNa5dacZ874T7TWb18qMy6Hjh+ITjUVrQgKDq4RVUe7FLQUAAP+ZWgEAAAAAAAAAAMBts8k/Zp1/XE5IpNGn2uTutsnbXzTgYpafa8i+oks5o0rcpElaock6rtxTljPvhASEyEZmZpZsHI8pmBWoTo3a5mH1I+vJxt+7tyh3rm5EnU/emTD3yzlhQaGyJys76/T5M4qpmIoMuAg21jbyoJlZmfsO7zOezMljBSdQs54MuAjlff3nT/tp29K/f/1m4X8LuAh9nnzKuVRplUrlWdZDrAaVD5T9w8eObNWn3Vsfjl6wdEGFwOAGkfV9vHxvsZ8nWncUOxGNtZvWGQwGxRR2kZuebNNFNu7HLQUAALeJOi4AAAAAAAAAAAC3T2+Vc8xKfVVrHWJQ2efbVLji9rqV9pJ19m677M0a7cVrhubn6q4m63My88u0yy/TQe9YyWDlptxTPp4+5raNrY1s5OvyZePUuTjZ6P/awOvfm5qepvybLm27jHrlzVNnTi1cuvCPdctFz859u+rVrOdcqrR5TMzpWNnIys6q2a729TtJSUsVy3MX4uWqh7uH5dbg8kHKv9Eb9LfYGuBb3nJ1QI/+4iRj4oxnlZaeum7LevES7fDgsI9HfxjgF3Cz/fh4+TaIrL91z7ZLyZd37d9dq1rk2k3rRL+tjW37Fu3kmLu/pQAA4D+jjgsAAAAAAAAAAMDtUumyrPITrQ2nVYopR6KyNmjK5ttWynLpn+Y+Kdfun4SHPjcr72JsXkZuRtic7JAvtG5t9bZ+Bo2jck/ZWtuY22rVNc99DAaDXqe7xXuTU5KV22BnY1upQsX3Ro5t1ail7Pli5pcy7yLp9fpb7yElLcV4PopBrubk5ii3Qav/5+TzcnNvMdLF2cVytYxbmTmfzxoz/J2q4VUs+4/HRr84aog8mZt5onUn2Vi/Zf2u/bvl5EfNGjR1dXZV7t0tBQAA/w11XAAAAAAAAAAAAG6PwaDRnrPOj7bS5FoZzuaprolQ6K3cslz6q9JybHIPG/R6XWaqXm+fF/653qWO8jCoVCo/X79TZ06J9s9fzzNPLfTfqNXqsSPGHDlx9MKlC2L1068n1a4e6eXupRjLnxTUknEp7bzhl3U320N5Hz/ZSEhMsOz/YuZUg15X3s+/ad0mbq5lxIFkv1abbx5z62CKlZV1kR47W7tu7buKV0Zmxt6DUTv27Vyyellubk5SStLy9Sv7dX/6ZrsyxllcXFPTUjfv+FtTuNtOrTrKxr29pQAA4E5RxwUAAAAAAAAAAODfqXRXbHJ2OVxdpM6P1+dmlMpZaqs7qDakK4XlSQStVfk8u/oGlY1iMOhzs3VuTbWlIsVblYekUa0GsrFl1xZz5/uTx/V4qfebH47avneHciecHJ3eGzFGtjOzMr+Y+ZVse5RxrxxWWTTSrqRHHdonO/O1+b2H9Hl2+ID/ffreedMsRX6+/nLTwWOHDkcfke3T507PXzx/zqKfPpk6SVEZb5STg5N5k/nQW/Zsu8WJ2Vj/k3ERJzb+849eePOl1n3apaSliHNuWr/JqJff7PvkU3JA+pW0W+7KplPLDqJxKfny0pVLRMPbw7teRF3zgHt7SwEAwB2hjgsAAAAAAAAAAMC/sMneYZexxjo/Vq0zTUaTl61O2+ukidVqfHLtm+TaNzao7Y39KlWefaTj1d8UJcugstOVilRsXJWHp+cT3ef+Ps9gMEybNT3xUmL9yPrb925ftvYPsenM+TPDnhuq3KE6EXWeaNVRTlS0euOarm27iB7R7v1Er7HR74nGyA/e6NutT0C5gMUrF5+MixE9GZkZXh6eohEeHFa7Rq3d+/eI9otvvtSsYTN7W/u/tv2Vb6rX0q55WzcXN9GoEFhBHmvB0l+0On2NStVWbVy9cfum2zxDRwfH0+dP7zu8X7RfeGvIE606BPoF7j9yYNm6P+SA6pWr3XoPXdt3nbtonmjk5BknSOrUqoNGozFvvee3FAAA3D7quAAAAAAAAAAAAPwLrU1Ynn2kXu0iVw3a/LyE6LzTe3OvqPNU5YyFWwrpNF46dSnjGCsXvUPgQyziIvh6lZsy9jNHB0fRXrRi8Rvj3xJLuWnMq2/7+/opd27EC6+5OBcEdz75epJMqHRs2f7FvoNE40rGlW/mzBj98ds79+0Sq/b29h+P/tBKY/yPrtVq9Xsj/hdQrrxiio+s+mv14lVL0q6ki9Xyvv5vDXlD7rNL2yfKmyq+aHXaBUsXjJ7wzsbtm17uP+S2T1B5f+R7gf7izitxZ099+cPUER+8Pvu3OalpqaKnTdPWjes0vvXbxRnWqFzdvNqlzROWW+/HLQUAALeJjAsAAAAAAAAAAMC/0Gtcc5w6pnpOznR+RlGstFeS8mxqZNTcnBM0Tu9QSVH9U+dDtLU2oca3qJ31dv7Kw9a0fpMfJ3/fo2O36pWq2draiR5vT59xb3zQpW0X5T9xcXYZPvAV2T597vTcRT8pxvo1qsHPvvT5B1M6tGwfEhisMs06VK1i1a8/mhoeEm5+r4+nz7yv5vTu3KtCYEgpp1JiV5XDKr/09As/TpkpUyOKaUakGZ9+Y06ilPP2/eSdCYP6DFRum59POXGUt4eNjqxa07Osh52Nrb+vX/3IehNGf/jhW+NuZw+dW3eSjboRdXy8fItsvee3FAAA3CaVwWBQAAAAAAAAAKBkMZjo9XqdTpefn5+Xl3dxTWN9brJHtaHuVYcpACzIJwWmPy96rVaXl5//7rIJW+J2iM5edXsOan4H2YLHgUabWDplsiFh45Xgb/WlIm44xi5jRankrzIyPHPCphmsHBUAivLSzJfjLseJxguR/VuHNrOzs7WztbG1tbaxtray0mg0akGmo0oY+RurMyr4jY0eMSw3NsazZbvQoW8qAHAvbHu6sy4r075b79IdutjbF98f2CPzwsXvoq7cMNtyPexMbG1tbWxsrApP9F/P00oBAAAAAAAAAADA7dFpXPNtQlT28Qabcjcbk29TyaCo9bblCbgAeISc2LLl6Pr1l+PiLp065VC6dNmAAPfg4NrdupUpX948RpuTM65BAwcXl9EbNiglVOzOnbOHDKnYrFmfKVNkT/yRIxu//bbnhAk2Dg6HV6/+5e23X5g1y69aNeXOvV+njl6rLdJp7+LiHhBQxt/fr2rVGp06WdnaKnco/ujRHT//fCYqSpuXJ/cgTrjdiBEN+vVT7jODwXBk7doTW7d2++AD2XNy27a5Q4dWbtWq96efKsWM5UcpVsVnIT4RWyendzdvVvCIIOMCAAAAAAAAAABw21S2OpW7oVQ9xcrhZkN0NuV0iqPBKVwBgEeBXqf785NP9ixaZO7JzchITUg4uW3brl9+6fHxx5WaN1ceY/Neey0jOVm2Qxo0UKlU0Zs3/7eMi1Q+IsLKxsa8mpednXjixNn9+/ctW3Z0w4Z+X32lUqtvf29ZaWmzBg8WH1kpd3dXX1+NtbXyAF2Kjf1l9Oi7uRsPkuVHiUcUGRcAAAAAAAAAAIA7kOvYzOBkbdDcokaLVb51Ra1jZQUAHgU75s/fs2hRaU/P5i++6FmhgkdwcM6VK4knT+5csODktm2/jxlT7vffxVbl8eATHv7ct986ODvfcKtdqVL+NWrE7tjRauhQ5b/qNn68q4+PZY9epzuwfPmyjz6K2b79yLp1Vdq0UW5bwvHjuRkZ4qwG/fCD7EmNjw+sVcutXDkFt6TSaMRnfUeJIjx0fFoAAAAAAAAAAAB3QG/lZtCUuvWYq97/05d6NP6jdgA4tnGjWLYbMSKya9dyVarY2NuX9vQMbdSo75QpflWr5mVn712yRHls2Ds7B9aq5Vmhws0GhDVpknDs2JWLF5V7R63RRHTuXK9PH9E+9tdfd/Te/JwcsXSxCM24+vqKS3D28lJwSyqVStyogJo1FTw6qOMCAAAAAAAAAABwj6lUPIIB8MjIycgQS2dv7yL9GhubJoMG7Zg/X6fVFtmky8vbPn9+zPbt8ceO+YSFlY+MbNC3r13p0v/s88qVPb//Hn/kyIXo6IyUFGdPT/fAwFZDh5YNCJADov/+e97w4W2GDy8bGPjXN9/kZWWFNm7c/vXXZz7//Jl9+8Zs3brrl19ObtmScPy4Z4UKlVq0qNOjh5WdneU5ZKakiHM4u39/YkyMOIfA2rXr9elj6/hPkS25q3FRUfuXLTu8bt35w4fF0UPq1WvQr5+Nvf3N7kbszp2zhwyp2KxZnylTDq5Y8duYMbL/w0aNxPL9XbuC69ZdYzCc2rmzRufOd3msImRxl6y0tNu8THHT5FkJ4lTFq7Sn5xsrV2745puN337bbsQIcXSxad3UqZt/+OG5b79VW1ntWrjw3MGD1nZ24ioaPPOMy7XlZLS5ubsXLRKXdu7QIRdv7/I1a9bt3fsW9WCWffSRnOJK7HNszZqBtWqJo1ie+d+zZ5/esyf1wgX/qlVDGzWK7NZNrdFY7uHw2rXH/vrr/MGDKo3Gr3r1iE6dgurUUW5OXnJY48atX31VXJe4z+UjIjqNHu3o5nbrr9wNP0rjsk4dWyendzdvtjztddOmnTtwIO3CBY/gYHFW4rtXpnx5BcUD/4IFAAAAAAAAAAAAAI8vn4oVL548uX7q1A5vvSUe6ltuCmvcWLyKjM/Pzv6mXz/xltIeHs4eHnF794rX+YMHn/36azng7P79C958MyM5WbS9w8MVlepyXJx4nY6KGjxvnospTKMyjUw4dmzdtGl6U4YmMyXFfIgFr79+9sCB8ObNa1WuHL1586opU+J27+4zebLaquAB9+E1a5aOH5+bmWnr5OQZEpIQHX1q9+5dv/7ae+JE/xo1LM/271mz1n75paObW9ny5ROOHxfndmzjxhd+/NHK1lb5Nx4hIS0GD94yZ05eVlbTQYM0VlYqtdorLMzVxydm1y7LjMvdH0uI2b5dLC1LyNz6MsX5iNNLOnv24IoV4j5XbNbsFnka8RltmzNHfBZeoaGXT5/esWDBgVWrBn3/vXtQkBxwKTZ2/siRKefOaaytfcLDM1JSts+bt3vRovYjR9bu0eOG+8GBqHYAABAASURBVAxt1Eicw86FC8VnWrNLF2eLCa0ST56c2rNnZmqquF0qU6RJvLKvXm0ycKAckJ+TM3/EiNidO0XbPTDQ2s7u4PLlB/78M6JLl67vvXezqxDnLxa5WVnzhg9PTUgQ7XOHDjm4uv7rV+6GH6VBry+ye/GWmc8/n5WWZm1rK/aTlpgoboK4wJYvv9x4wAAFxQAZFwAAAAAAAAAAAAB4fDUZOPDk1q2ndu+e2rNnQGRk9Q4dgurUcfX1vdn4/Nzc/Jycgd99V75mTZVKdfSvvxa8/nrMjh2X4+LcAwPFgJWffZaRnFyzS5e2w4fbu7gopvzKwlGjTu/de3DlSplyMJh2dXjNmpB69dq9/npuVpaVtbX5EKf37Xvmiy9kSY8mAwbMGTo0+u+/dy9aVLd3b9GTnZ6+fOLEvKyszu++W/PJJ9UajcFg2D5v3qopU1ZMmvTS3Lkqtdq8q40zZvT9/PPwJk0UU3WZmYMGXTh+/MCKFZFduyr/xis0VLx2/fqrOFbjAQNsHBxkf2Dt2sc3bdLl5WlsbCzH/+djJZ89+9e334p9Wtna1unVS3b+62WKozd78cVjGzceXLHCPShItG9xCHFuLV9+uWG/fuIQYj+L/vc/8a7NP/7Yffx4OUB8ainnzok7LIbZlTJOyRe7c+eiMWNWTZ4c1rhxaYv8ill406bie7Jz4cJS7u5Fjp585kyFhg07jR4tBhj0+tVffLFt7tzdv/3W+LnnVKacilgV+w+qXbvL2LHyy5Zy/vyid9/dt3RpaMOGlVu1uvFlGIxfHPFFcvPze3batDLlyyedPi12+K9fuRt+lEUyLmJ16fjxWWlp4iaI/ci6QUc3bFj8/vtrv/zSv3r18hERCh42tQIAAAAAAAAAAAAAeFyV8fd/ecEC8eDfqUyZ03v3isf8//fEE5+1b79k3Liz+/ff8C3tRo4MiIyUYYVKzZsH160rGhdPnBBLvVbrV61a5VatOo4aJdMGgqObWxVTauHq5cuW+7G2te358cfGGWGqVjWW3yhUs3Nn85w1Yied3n5bNHb98ovs2bFgQWZqar0+fWp17y7nvhFn0uCZZ8RBE44dO7JuneUh6vTuLUMngl3p0uItohF/9KhyF0Lq1ctKSzt78GCR/ts81v916jS2Zk3L1xdPPnlwxQobB4cn//c/89xAd3SZ/6pc5cpNBw2SFWXEfho9+6xoJBSe26ldu2J37vSpWLHDm2/KgIsgPtYmAwfm5+b+PWuWcofUVlbdx42T4RWVWt1yyBBxdemJiZmmUit5WVl/z56tsbbu/uGH5jSVuHD5QW/6/vt/3b84z5D69V19fCo0aHBHX7lbOLJ+vfjCl69RQ+zHPDFWpRYtWgweLBqbZ85UUAyQcQEAAAAAAAAAAACAx5pTmTKtX331jZUrB37/vXiiXz4iIiMpKWrJku8HDlz8/vvanJwi44MLAyiSR0iIWGZfvaqYwg0d3nqr96efWhemBLLS0o5v3nz20CHR1ublWb7Rt0oVcyjBUsS10wD5Vq7s6uNzOS4uPTFRrF44flwxFVMp8i4Zi5FbzcrXrFnkShVTKRrlLoQ0aGBlZxe7Y0eR/ts8lri9wXXrBtWubU6TlKtcud3Ika/88ku1Dh3Mw+7oMv9V+chIy9XS7u6KacKggmMdOyaPZVkCRzHFXIxbo6OVO+RXpYqDq6t5VXwZ3AMCRCP7yhWxvHTqVF5WlndYWCnTaZh5h4c7uLgknjihveUHpFKpgmrVMq/e0VfuFi6fOiWWlVu3LtJftU0bsbwYE6OgGGCuIgAAAAAAAAAAAACAMSsQULOmeDV78cXczMzjGzeunTp137JlednZvSdONA+zK13a2t7e8o0aK+NzZ4NOZ+6JP3IkdufOq5cvn9m/P9EiIVFkdhhHixiEpbLlyxfpcfbySk1ISI2PF43ks2dFz/wRI2743pTz5y1XS5Utq1x7jdefxp2yK1WqfPXq0Zs3txo69D8cq9v48a4+PqKh1+ni9uxZOm7cxZiY8ObNZafZHV3mvyp6bqbCMPrCc0s27W3rnDnidf17L58+rdwhRze3Ij3ybsgjppgu7fzhw2OvTQX9c8S4OMu6PkXYOzub66yY3eZX7haSzpwRy9JeXkX6HcuUsbK1vXLpUm5Ghq2Tk4KHiowLAAAAAAAAAAAAADymUs6fPxsVJZ7rB11bmsXW0bF6x47lIyKm9up1ZO3aq2+8YS65oVb/y2whqz//XEYlbBwc/KpWrd2jh2dIiE6rXfnZZ0VGqkxJi9tnMBjM7YCaNTXW1tePcb42o/CvZ/vfBNert+aLL1ITEiyDKXd6LLVGE1y3bs8JE75/7rl1U6daWVs36NevyJjbvMzbOdYttspppzwrVHC6Lpvy36hufStMhxOXcH2Y6XZcfy23/5W7BZmGuWEmpmCuqDv8uuJ+IOMCAAAAAAAAAAAAAI+pM3v3Lv7gA+PUOddmXCQXHx/3gID4o0fTL14sMq3MzSSdPr11zhwbe/sX58zxCA429+9YsEC5bVcuXXK/tmCGnKVIBjvcypW7HBfXfPDgQIsJax6wsCZN1nzxRez27bW6d1fujl+1ak1ffHHjjBlrvvpKfApeYWGy/0Fepquvr1hWadWq6QsvKPefPFzZ8uX7T5+u3LV78pUTyvj7i+XVS5eK9GcmJ+dlZdmVKmVzbfkiPBT3JbMGAAAAAAAAAAAAACj+ykdGqlSq2J07zx8+fP3W1Pj4S7GxolFkGp1bOLt/v1gG161rmTYQTm7ZolhMjnNrRzdssFw9d/BgakKCZ4UKbuXKKaZ8iVge37SpyLuWT5w4pWPH3b/+qtxbpqIjRbgHBpbx94/evFm5F5oOHOhTsaJeq1324YdiKTsf5GWGNW4sluJyLCvlCIdXr57YsuWSceNu9kbVjW7OvxIXK75R4mO9cvGiZX9aQsInLVpM79s3Pzv79vd2B1+5W56tmyl5c2TduiL9B1etkvtXUAyQcQEAAAAAAAAAAACAx5RbuXL1n35aNOaPGLF38eLMlBTZn5eVdWjVqpmDBuXn5kZ07ux421PYyHIvSWfO6PLyzJ2bf/jh5LZtopGfk3M7O9kye/bxwvjIxZiYpaaMRbPCEiMRTzzh7OW1c8ECuU/p8OrVu3755WpSUnC9eso9ZWNnp5gmdSrSLw4Uu3u35WX+Zxpr627jxqmtrM4fOSKuXXY+yMt0Dwqq3Lq1OPqGb74xx1wuxcYunzQpMzU16OaFZKxsbcUy/eJF7e19spLGNCtTXnb2sg8/zM3MlJ05V64s+t//stLSfCtXtr6Tiim3/5W72UcpVWze3NXH58y+fX9+8on5co6sW/fXt9+KRp1evRQUA8xVBAAAAAAAAAAAAACPr7avvWYwGLbPm7d0/HjxKrK1fEREx1GjbntnSlCdOgE1a56Oipo5aFBoo0ZXLl8+ExV1OS7Or1q1cwcPZqWm3s5OSnt4zH/tNTc/PzsnpwvHj4vTq9enT+VWreRWjY1Nm1dfXTR27NyhQwMjI9VWVvm5ubKYR7dx48S7lHuqjL9/yvnzM59/3tnTc8A33ziVLSv7w5o02fXLL6f27KnQoIFy1zyCgxs/99ym777769tvw5s1E6sP+DKbvfCC+KTECURv3uzo4iJ6xIeoy8+v3aNHtQ4dbvau0mXL2jg4XLl48asePVx8fJ4zxUFuR80uXQ6uWHFi69ZpvXrJSYIuxsZmJCWVq1y53ciRyp24/a9ckY/SwXSZZnalS3cbP/7n118XH+u+pUu9K1ZMu3BBVpppOWTIQ5wYC5ao4wIAAAAAAAAAAAAAjy+VWt3+9dd7TZwYXLeu2uqfKgm+lSp1HDXquW+/tbmTohoaa+unv/ii4bPP5mVlbZo5M2rJEgcXl14TJgz89lu7UqXOHzqUc+XKv+6k6wcftHn1VUcXl5T4+OB69Xp8+GGHN9+0HFC1XbuX5swJqVcv/eLFM/v3ZyQnV27d+sU5c6q2bavca21HjHAPDMzNzExLTBQHMvcH1aplZWd3r6YrEpo9/7xHUJAuP3/J++/LYioP8jI9Q0JeWbiwWvv2ury8cwcPXjp1KqBmTfGt6PT227d4l7gDXf73P3sXl9SEhNT4eOW2WdvZDfz++6aDBtk7O1+Ijo4/etTV27vdiBF3+n1T7uQrd7OP0qx8RMTLP/9cuVUrZ2/vC8eOiTOJ6NLlpZ9+alpYQwgPnarIfFoAAAAAAAAAUAIYTPR6vU4nHhPk5+XlXVzTWJ+b7FFtqHvVYQoAC/JJgenPi16r1eXl57+7bMKWuB2is1fdnoOaD1RgkpWd5WDvoOBBedxueEZmhpOjk1JyvTTz5bjLcaLxQmT/1qHN7Oxs7WxtbG2tbaytraw0Go1aUKlUSokjf2N1RgW/sdEjhuXGxni2bBc69E0F15n5/PNn9u0bMn++d3i4AuD2bHu6sy4r075b79IdutjbF98f2CPzxJ9rg67cMNtyPexMbG1tbWxsrApP9F/Pk7mKAAAAAAAAAABAcfHiqCF7Duy59RgnR6fNi/5S7tDZ+HNPPt9NNMq4lln78yrlDi1dvXT5hlXfTpwu2otWLP7oy4/9ff2WzPxduXPmM7HkUtrZ1cVNnFudGrV7PdGjtFNpy62dBnRJSEwQjV+m/xwSGKI8BixvuNT+mY4Xky4pJfEmJF6++PFXn3Ru06lVo5YKAAC4OTIuAAAAAAAAAAAAN5WSljLm07E7onaGB4fJnsphlRRTVCUhMd7Hy1e5F9KupItX3Nm4PQf2rNm8ZtpHU93dyiqPpetveMm2fP2KSdMnX8m40rlNJwUAANwSGRcAAAAAAAAAAFBchAaFaNRq8+rOfbtko0pYZUcHR9m2tbFRHqBTZ07tiNpp2RMaWMHNxS0lLWXPoX2d7y7jElm1psZKk5qWejklKS09TXbGxMX+b9LY6R9PK5Hztvyr6294yfbnuuVXMq4oAADgNpBxAQAAAAAAAAAAxcUbL71ubmt12jod6xf0D369WsWqyl3w9/WLWrVbuRfUanXNKhHrtqzfd3h/59Z3VXtjwtsflS2s15KSljJt1vTFq5aI9q59u8X+WzduJTf9OWupAgCPh+dnzlQA4CbIuAAAAAAAAAAAgEdGdk52y16tc/JynRydNvyy1kpjfNIRn3j+iQFd5YC/fl3vXKq0HNm0ewutTuvo4Lh+4ZrESxeffL6b6C/jWmbtz6vk4Ny83GVr/1y9cXX8hfj0K+neXj4B5cq3bNiifYt2sobKmEljV6xfKQcfj42u2a62fHtElRqmjEuU5bm17tMuOTXZxdllw8K1a/9et3LDqgPHDvp6+jSq2+jZ7s/Y2drd+tLcXNzeffXt2DOxB48dEqtLVi01Z1w6DeiSkJggGr9M/zkkMER2Ho4+snT10iPRR88nxoudB/gFhASEdG3bpUJQiOVu9xzYs3j10j3795RxK1uneq1BfZ8J9zo6AAAQAElEQVSfNP2zP9YtF5tmfvaduBDReP6NF/Yd3i/3/8UPUw8eO+hgZ9/ziR4Dez8nOsW1rN20LvbsqYSLF9zdypT3LV85tFKvzj3FCctDfPB/H4ozEY25X87Oz8//5c9f9xzY6+7mXrtGrWd7PCOGrd64Zs3mtXsPRvn7+okjDn7mRXt7hxvehJvd8CLDdu7btWjF4r2H9pb38a8bWffZbk8X2eH5C/EL/1i479D+hEsXKoaE16oW+XS3vjbWt6oANPTdV7ft3S4aS39YvPfgno3bNx08fiTA179B7QZ9n3zK4boT3rzzb3FRR6OPXk5JqlihYpWwys907ePmWsZyTEpq8uzf5u45EHXhcqJOp/Xx8A4NqtC5befIqjXF1rizcd1f7GUe/NaHo8Vy1Ctv9X6ipwIAAG6EjAsAAAAAAAAAAHhk2NvZN6jdYMPWvzIyM/YfOVCrWqRijHHsNQ/YGbWzTdPWorEjaqdWpxWNhrUb3DDckJOXO/TdYVGH9pl74s7Giddf2zYePnH0rSGv3+I0IqpGiOXZ+HMJifE+101XNHPBD9NmTZft1LRUYxhl1bKZk7/zcvdUbkmtVvft2vfgsbdF+8DRg/nafGsr6xuO3LF354gPXs/Ny5Wr4m4kpSQZ4yyrlsz5vx/NMZfPv/9yzm9zZftyStLxmOObd21xc3G92QmM/+KjQ8cPi8bVjKvlvP1E47v5M6fP+cY84PyFePHaumfbms1r502dKz4Oy7f/8sevKzas1Ol0oi3O51jMsS27t1YNq7J0zTI5QNwK8Tp19vSX4/7vP8/E9NPv85et/UO2xe3df/TAll1bf5j8nfle/fLnb5O/mSLunlzdvneHeK3auHriu58ElCv/r/v/es701RvXyPb+dOP+l6xe+sUH/xdcPkh26vX6j7/65PeVi81vEXdevMRlvjN0dMtGLWSn+G4MGDlI3AfzsOiMq9GnTvy5fsWE0R/JbykAALgjagUAAAAAAAAAAODR0bhOQ9nYGbVTNvYe/Keeyr4j+2VjR+HWxnUa3XA/m7dvlgGXpvWbvP/62K8+/GLEC685OTqJngVLFxw5cVQ0mtVv2qVtFzne3a3s4Gdfeqbb06IdGlhBVjHZYxGRkdLS06bNmt4gsn7/nv2b1mssOy9curBpx2blNoQWlmnJys46G3/uZsO+/HGqDLjUqFRdHKhLm86+pqhNbm7O4tUFExsdPXnMHHAJDw7r1/3puhF1Tp87HXXdOZvJgEtIYLC1lXWj2g2SUpK+m/e93NSyUYuBvQe0a97W0cFRrJ4+f2bL7q1F3v7H2j9DA0PFgRrXKbjwU2dOLV2zLCzI2Fknorbs3Lp7qywbc72b3XBLy9b+IXYlrrpFw+YyKHMk+siaTWvl1oTEeHPAJdJYvqVPlbDKon0yLmbitE+V27B645qybmV7d+ndsUUHOxtb0z4TPpk60Tzgh4WzzAGXRnUa9e/xbKUKFRVT4Gb0hHdi4mLkprm/z5cBF3EOE0Z/9H/vT362+zNi1WAwTJ4xJTsn28XZRVygv6+fHC/urVitHFpRAQAAN0EdFwAAAAAAAAAA8ChpWq+pSvWRwWDYsW/XKwNeFj27D+wxb406VJB32bbHOO+Mlcaqab0mN9zPuQsFCZKwwNA2TdvY2dg2rNUgNLBC2pW0QP/AoPKBYlOrRi1dSjnLiXjKuJZ5se8g+Ra1Wl2zSoRpuqL9nVt3KrLnJ9t1GfvaGNn+36fvLd+wwni4hLPKbXAu7WxuizO54Zh8bX7fJ/vEnYtLSUsd8+rbGo1GdP61bePr494UjQsX4+Ww2b/OkY22zdp89NZ4cc6ivfCPX28R9XBxdv3u02+CywddTLrkYO+QnZ391stvnok/XcalzIBe/eWYyd9Omff7z4ox+XGhyNu9PX1mTvlO5kKGvP3Kzn27jJ0e3j9M+V5WfBn4+qD9Rw6IxvnE8zVNtXCKuNkNt9SyUYtJYwoSJx9MGS+LxByLOdaxZQfFWERnlgy4vDJgyPNPDZTDPvzi499XLhbns2vfrjoRdZRb8vMpN/fL2aWdjDNePdujX99hz+h0ur2HovYc2FOreq20K+nm3M9bQ15/qstToiEGjJk0dvXGNaIx8etJ302aoRjL/BR84nVq1G5Yq6G4/+KrGBQQ7ObiGuQXIG6IeIkL3HdonwwztWjYXFy+AgAAbo6MCwAAAAAAAAAAeJS4OLvUrBKx91DUkegjySnJVzKuXEy6pJiqj8TExZ6Mi0lJTU69kh6faIx61KoeKUuzXC/Iv2DqmW/nfz/nt7nVK1evWbVmjUrVmjVoamtKadxaRJUapoxL1PWbmjdo9s9RTFkZ4erVq8ptUKn+qcGvzdfecIy1lXWnVh1k22AwHD15bNeB3Tv27pA9mdnZsnHy1EnZ6NPlKRlwEXp16jF99jfipt1wz+2bt5Ez8niW9RDLMm5lenTsJjfl5uXuP3xg76G95gI52dlZRd7euE5Du8Jb51HGXTYa1KpnntLI29NbZlyys7KU/8pylp+QgIKyN5mZBTs8HhMtG3Vq1DYPqx9ZT1Ze+Xv3ln/NuHTt0FUGXIQKQSGN6zTauH2TYpyn6Xyt6rU2bd8oMzRVwirLgIug0WhGDXlzw5a/xCbxzUxLTxPfUvHRbzd9KMPHjnRxdq1VtWbNqjXE1ywsKMz8cdwmuU/lLnh5eFUOraQAAPCII+MCAAAAAAAAAAAeMY3qNNhrqteyY9/OrJyCSMfzvZ97+xNj9ZQ9h/ZdvHxRdjap2+hmO2lct1HrJq3Wbl4n2jl5uTv37ZJ1R1xdXN8fOfZmMxyZRZjKkJyNP5eQGO9jmifIzL0w3iE42DvIhs6gV25DVlaGuV2qVKlbjPxr28Zf/vj1yImjGZkZlv2m2XuMlUVOnz8jezxMgZXCrSpvD6+bZVz8fcsX6cnLz/vtz0UrN64+EXtCZjssd1VksKfFgWxsbGTD29P7n07rggSM3mBQ/isfT59/dmhbcJR8XcG5nToXJxv9Xxt4/XtTbyMp4uPubbnq7eklGxcuJYpl7JlTcjUsONRymIuzi5+v3ynT1uMx0fUi6w7o0V98o2LiYhXjDFap67asFy/FNG/Ux6M/DPALUG7b9/Nnyi/nf/Zkuy5kXAAAJcCdpUQBAAAAAAAAAAAeusZ1G8vGzqidcnIiz7IebZq2KeVkDIXsO7J/R1RBUZMmhSOvZ6Wx+uTtj78YN6VhrQZ2FoVbUtNSh48dsevfIgWhgRXcXNwUU6SmyCYba+t/jmJlrdyJ04UT3Gg0moBy5W82bOL0z14f9+bOfbsyMjPCgkK7d+j6Qt/n5Sa1qRKMQTGYMyiGa+M1Wr32Zrt1KeVsuZqTmzPojRc/mzHlSPQRg8FQs2rEsz36dWjZXm5VaYo+ZrrhxVpb2Sj3lK31PztUq645B3GSep3uFu9NTklW/k12Tta1+7wmymOu8XOLlI5eMd7wMm5l5nw+a8zwd6qGV7Hcejw2+sVRQ1LSUhQAAHCHqOMCAAAAAAAAAAAeMUH+QYH+gXFn43bu2yWTBnVq1FapVHVr1Fm3Zf2ufbsSEhMU02wyRSqsFCHe0rhOY/HKy887eOzQ3oNRS1cvTTTVgFmw7JeCSW2uq1YiqdXqmlUiTNMV7e/cutM1u1VUyn+1fe922ahZNcJcA6aIIyeOLly6UDEle6ZPmCYrgoir/k6ZKU9MMSV4vD295X04e/6ct0dBbZLMrMz4hPibHd3a+pqQyq9/LjocfUQxzfUz4e2P5Aw+M376Tm7VqO/Pf0qt+u93T3yg5mIqP389Lywo9D/s5Ez8OcvVxEsXZMPX2/hdKudd8I06ceqE5bC09LQzhYVzQgMryIadrV239l3FKyMzQ3y7duzbuWT1stzcnKSUpOXrV/br/rRye8SnrAAAAOq4AAAAAAAAAACAR1Hj2g3F8nJKUlJKkmJKhJiWNcQy7mxcbl6uaDSs0/AWe/hu/sxX3h3WoV+nTTs221jb1KoW+dIzL7w7/B25Nf1qumxYaQr+g2HzbDhmEVWMh9t3OEq5R7bs3vrbn7/L9tNd+95s2LGTx2UjvEK4ecobOXmTYpGwqVOjtmwsWlGwT4PB8Nk3U3JMN+eGrK2v+a+jj8cWHKhuRF0ZcBF7+OdAdxFGuYVb3PDb0ahWA9nYsmuLufP9yeN6vNT7zQ9Hbd+741/3sHTNsqsZV2U79nSs+S1+3n5iWb9w/4ejjyxYukC2dTrdxOmTdKYSMk3qNirrVjYzK3P85x+98OZLrfu0S0lLcXJ0alq/yaiX3+z75FPyLelX0opcr06rVQAAwC1RxwUAAAAAAAAAADx6GtVtNGfRT+bVyGq1jMuqtSzHNKnb6BZ7yM/Pk/GFD/5vfJc2XWpUrhZ7JnblX6vk1mrh1WRDzn8knDl39uOvJlhbW785+A3ZE2EK1pyNP5eQGH/rgjE38/aEd62srPQGfeKlxISLF3SF8+w0iKx/i1mWPN3dZWPT9s2fzZjcuE7jQ8cPf//zD7IzT1sQDenarsuSVUtFY92W9WMmjfX19Nl9YM/+IweU2+bh5iEbs36dYzDoKlWo9PuqJXsO7Ck4UG6ech/c4obfjp5PdJ/7+zyDwTBt1nRxV+tH1t++d/uytX8Yd3j+zLDnhv7rHlLTUgePfqVpgybxCefXbd0g81KVKlSsEl5ZNDzKuHdo2X7F+pWi/en0ydv37gryD9x9YPfRk8dEj52N7ZtDXhcNRwfH0+dP7zu8X7RfeGvIE606BPoFipu/bN0f8ijVKxd+wUoVXO+sX+acOhsXHhLevEEzBQAA3AgZFwAAAAAAAAAA8OiJqFzDpbRz2hVjtRXPsh5yBpkKQSGuLq6paami7e3hXTGk4i328FzvASfjTm7a8XdaetrsX2fP/vWfTYH+gQOfGiDb/r5+bi5uKWkpWp32t+XGgiiDn3lJ5jBCAyvITXsO7ev8nzIu5poolny9fN8ZNuoW76pXs171StUOHD0o2vMXLxAv0bC3t8/OzhaN+AsFUxFVDa867LlXvvrROM2NzGQInVs/cTzm+Im4k6JtZaVRbqlHp65L1/6Rlp4qXl/MnCo7HewdsrKzRONC4SQ+99Ytbvjt8PUqN2XsZ2Mmjc3Myly0YrF4mTeNefVtsfN/3UPzBs02bt90LOaYuUecz/sjx1pbFUzkNPrlt5JTknfu2yXaf+/6W7xkv4uz67vDRosTkKvvj3zvtfdHxp2Nizt76ssfploeok3T1o3rFGSYKleovOqv1aIRfeqEePXr/jQZFwAAboa5igAAAAAAAAAAwKNHo9E0Lqx0Ui+yvrm/Xs26stG8YdNb78Hezn7Ke5P/773Jjeo08vf1s7Ox9XL3jKhSY8QLr82aMtMcqrC2sh735vuhgRUUY/YlqGOLDjq9Xm5Sq9U1qxhLuchyHXfJSmNVJazy0Odenjd1zq2rwohT+mr8F8906xvoBclJkgAAEABJREFUHyjug6ODY4uGzb/+aGpD0zQ6Fy5dOHLiqBz5XO8BH48a37hOYxdn1xqVqoudvzfyf+b9ONg7Krfk61Vuzuc/tm3WxtvDW6y6u5V9sl2XX6bPd3J0Eqvb9u7Iyc1R7rVb3PDb1LR+kx8nf9+jY7fqlarZ2tqJHm9Pn3FvfNClbZfbeXubJq1nf/6DuGoXZxdx4WJvP301JyQwxDxAXP70CdO+HP9559ZPiI9A3P9a1Ws9/9Rzv81Y0LJRC/MwP59y876a8/aw0ZFVa3qW9RBfMPE1qx9Zb8LoDz98a5x5WI9O3bq06SzOU3zl6kbUqRAYqgAAgJtQGQwGBQAAAAAAAABKFoOJXq/X6XT5+fl5eXkX1zTW5yZ7VBvqXnWYAsCCfFJg+vOi12p1efn57y6bsCXOOIlPr7o9BzUfqODRtGHrX0mpyc5OpcqWcY+sWlN2ig+67dMdklOTNRrN5t822Ns7KDAZ+u6r2/ZuF40Joz9q26yNgnvtpZkvx12OE40XIvu3Dm1mZ2drZ2tja2ttY21tZSW+j2pBpVIpJY78jdUZFfzGRo8Ylhsb49myXejQNxUAuBe2Pd1Zl5Vp36136Q5d7O2L7w/skXnh4ndRV26Ybbkedia2trY2NjZWhSf6r+fJXEUAAAAAAAAAAAAlUMyZ2G/mzJDtUS+/GegXcCzm2NY9O5JTk0VPjUrVCbgAwEORn529c+FCg6I0HjBAuddmPv/8mX37hsyf7x0ergAlDhkXAAAAAAAAAACAEqhnx+5rNq09deaUaE/8epLlJhdnl1cGvKwAAB6GfcuWrfnyy0b9+ysA7hAZFwAAAAAAAAAAgBLI1dl17hez/ly/Ys3GNZeSL11Kupybl+vi7NqkTqPBz77k5e6pAAAAPFLIuAAAAAAAAAAAAJRM9nb2PTt2Fy8F/2bqR18qAACgeCPjAgAAAAAAAAAAAABAAW1OzrgGDSo0aPDEu+9unzfvdFRUakKCf7Vqtbp3D2/aNCst7a8ZM07v3XslKck3PLz1q696h4dbvj0zJWX7/Pln9+9PjInxCQsLrF27Xp8+to6OcutX3btfjosTjS2zZ4tXsxdfbDF4sFjNuXJlz++/xx85ciE6OiMlxdnT0z0wsNXQoWUDAuQbT27bNnfoUDE+tFGjnQsXxu3Zo9Fo/CMi6vbuXa5Kleuv4tDq1UfWrInbt8/Nx6dc1apimHlXUuKJExumT78UG5uZmir2EFCzZt2nnrIrVco84LsBAxKjo99au3btV18dWbfOKzRUHL18RIQCPDxkXAAAAAAAAAAAAAAAuEZeVtbM559PT0x0DwzUaDQntmyJ2b6996RJG77+OunMGe+wMJWixOzYcf7IkeGLFzu6ucl3HV6zZun48bmZmbZOTp4hIQnR0ad2797166+9J070r1FDDKjTq1fsjh3HN20KiIwMql1bdp7dv3/Bm29mJCeLtjExo1JdjosTr9NRUYPnzXPx9jaflRi5+YcfvENDq7Vrlxoff3DFiqPr1vX9/PPgunUtT/7PCRPOHTpk6+hYtnz5hGPH4o8ePbx2rThPc4RFvHHR//5nMBgcXFw8K1QQA2J37tz5yy9dP/igQoMGcoxKUKt/Hzv22MaNYlUM6DR6tAI8VGRcAAAAAAAAAAAAAAC4xpn9+z2Cgl6aO9e3cmVdXt5vY8YcWbfu55Ejw5s2fW7GDAdXV4PB8Nu77x5atWrvkiVNBg4Ub8lOT18+cWJeVlbnd9+t+eSTao1GjNk+b96qKVNWTJokdqVSq+v27q1SlOObNpWrUqXZiy/KY6387LOM5OSaXbq0HT7c3sVFMRWDWThq1Om9ew+uXCl3Lp3atSu8SZPekyZprK3FatTSpUs++GDpuHHDFi2ytrMzD0s8caL7uHFV2rTR2NgknT49a8iQKxcvHl6zplZ34+x1ov3np5+KTU+8/XZE586iR6/Vbpo5868ZMxa///6wX3+1d3YWneLk87KzT27f3uV//xNXHbdnT5ny5RXgoVIrAAAAAAAAAAAAAADgWm1HjPCtXFk0NDY29fr2lZ2dx4xxcHVVTGVOwho3Fo2Uc+fkph0LFmSmptbr06dW9+5qjUaOafDMM5VbtUo4duzIunU3PIpeq/WrVk2M6ThqlAy4CI5ublVatRKNq5cvWw7WWFt3GDVKBlyEml26iHNIu3Dh2F9/WQ6r07t39U6dxGmLdtmAgFpPPikaiSdPyq1bZs/OuXKlft++MuAiqK2smr/0UuWWLTOSknYvWmS5q/p9+kR27Wo8nzZtFOBhI+MCAAAAAAAAAAAAAEBRAZGR5napMmXEsrSHh5OpIcmwS3Z6uly9cPy4WAbWrl1kP0F16pi3Xk9tZdXhrbd6f/qpuRBLVlra8c2bzx46JNravDzLwaENG1pOXSRUbNFCLOP27r3miNeeg0doqFjmXL0qVy+dOiWWVVq3LnImlU2pmkuxsZadgaaTB4oJ5ioCAAAAAAAAAAAAAOAato6OlrP/qEx1WRzd3CzHqFQqy9Xks2fFcv6IETfcYcr588rNxR85Ertz59XLl8/s358YHW3uN+j1lsNcfH2LvLG0h4dYpickWHYWOU+NlTEYoC/c1eW4OOOurs3KCM6mHnNZmoJdFZaWAYoDMi4AAAAAAAAAAAAAAFzDPB/QnQqoWfOG73X28rrZW1Z//vnWOXNEw8bBwa9q1do9eniGhOi02pWffVZkpJwC6XoGg8FytUj4pgi9Tnf9W252CLUVoQIUI3wdAQAAAAAAAAAAAAC4W27lyl2Oi2s+eHBgrVq3/66k06e3zpljY2//4pw5HsHB5v4dCxZcP/jq5ctFeq5cuiSWpT09ldvmHhiYmZKSnpjocG2NlvQLF8TScjImoLhRKwAAAAAAAAAAAAAA4O6ENWkilsc3bSrSv3zixCkdO+7+9deC9WuLrJzdv18sg+vWtQy4CCe3bFEsJhiSYnfuzM3IsOw5tGqVWFZo0EC5ba6mCY8OrV5dpP/wmjViGXAnAR3gASPjAgAAAAAAAAAAAADA3Yp44glnL6+dCxac3LbN3Hl49epdv/xyNSkpuF492WNtayuWqQkJcrWUu7tYJp05o8vLM79r8w8/yJ3k5+RYHiIzJWXxe+/lZmYqpimHNsyYEbtzp2+lSpVatFBuW63u3VUq1Y4FC/YsWiR79Frt+unTj/71l13p0tXatlWA4oq5igAAAAAAAAAAAAAAuFsaG5s2r766aOzYuUOHBkZGqq2s8nNzZZmWbuPGufn5yWFu/v5ieWTt2q/PnAmqW7f10KEBNWuejoqaOWhQaKNGVy5fPhMVdTkuzq9atXMHD2alploewq1cuRPbt3/aqpV3ePjlM2ey09JKubt3/eADcSzltvlVrdrhrbdWfvbZso8+WjdtWtmAgEuxsTlXr9o6OvYYP97B1VUBiisyLgAAAAAAAAAAALgzefl5KpXK2spaeTxkZWc52DsoAPBvqrZrVzYgYO2XX6acP3/l8uXSHh6VW7du2K9fuSpVzGPKR0Q06Ndv54IFiSdOeIaGaqytn/7ii43ffXdyy5ZNM2ca9Hq/atV6TZhQsXnzia1bnz90KOfKFbvSpeV7vcPDew8c+Pfs2ad27nRyda3RoUP9p5928fZW7lDd3r3FrjZMn55y7tyFY8c8Q0KC69ev1a2bs5eXAhRjZFwAAAAAAAAAAADui04DuiQkGqei+GX6zyGBIcq99t5n7/+xbrlojHrlrd5P9LzFyL6vPHM8Nlo0vp04vVb1WsrdOXjs0LjPP/zu029cnQv+W/8xk8auWL/yds7kkZOTmzNj7ndaff7rL45UADwerOzsxkVFFel09fG5vjO4bt3rO73Dw5/9+mvlltqNGCFe5lVbR8e2r70mXkWGvbNp0/XvFfvvNWGCchPPz5x5fWdY48bXn6d/9eoDvvlGubkXZs1SgGJGrQAAAAAAAAAAAAC3Z/K3UwaMGHjqzCnlMXDkxNG+Q/vN/m2OXq9XAADAw0YdFwAAAAAAAAAAANyueb//rDw2tu7ZdvrcaQUAABQPZFwAAAAAAAAAAADuiz9nLVXupw/eeF+8FAAAgMcDGRcAAAAAAAAAAID7otOALgmJCaLxy/SfQwJDRKN1n3bJqckuzi4bFq5d+/e6lRtWHTh20NfTp1HdRs92f8bO1s783pTU5Nm/zd1zIOrC5USdTuvj4R0aVKFz286RVWuax7z32ft/rFsuGqNeeav3Ez3N/Tv37VqyemnUwSgvD68m9Rr37/nsDU8vMyvz56UL9xzcc/xkdKB/QLWKVft1f6asW9mbXc6iFYs/+vJj82rL3m0sL80sPvH8rF/m7Nq/29rapnb1Wv269fXx8r2b4wo/LPxx6o9fi8b7r7/nWdbjj3V/7j9ywMbapl7Nek937e3rVa7I+OhTJ5au/uPgsYNx5+KC/IPCg0O7dehaMaSi5ZjcvNxla/9cvXF1/IX49Cvp3l4+AeXKt2zYon2LdiqVSgxo/0zHi0mX5OCflywUr7bN2kwY/ZECAA9DhQYNxkVFKcDjjYwLAAAAAAAAAADAgzZzwQ/TZk2X7dS01MPRR5auWjZz8nde7p6iJyExfsDIQUkpSebx0RlXo0+d+HP9igmjP2rTtPUt9jz52ynm6YQupyQdOn54577dmdmZRYbtO7z/rY9GJ6cmy9UDRw+K1x/rln/w+nuN6zRS/qs9B/bM+OnbtPQ0uXrqzKnVm9bOmjLT39fvnhx3R9SOVX+tNq+ePnd66Zql740Y26ZJK3Pn0tVLP/ryE61OK1ePRB8Rr99XLhnYe8DL/YfI/EpOXu7Qd4dFHdpnflfc2Tjx+mvbxsMnjr415HUFAAAUP2oFAAAAAAAAAAAAD1Baetq0WdMbRNbv37N/03qNZeeFSxc27dgs23N/ny8DLk936zNh9Ef/9/7kZ7s/I1YNBsPkGVOyc7Jvtufte3eYAy6hgRWe7dGvXs26ew7sOZdw3nKYVqf9ZNpEGTQJKh8kjtKwVgONRiNO7L3J465mXL3hzsNDwgY/+5J5dUCv/mLVzcXVcsz6LRvKupURO+zSprNLaWfTxabO+W3u3RzX0qq/VltbWbdu0uqpLk95lvUQPdnZ2R99+XFKYWhm76GoD/7vQxlwqRhSUdyBxnUay1s3c8GPv69cIodt3r5ZBlya1m/y/utjv/rwixEvvObk6CR6FixdcOTEUdHo27Vv3Yg6cnyNStXFxTZv0FwBAAAPD3VcAAAAAAAAAAAAHrQn23UZ+9oY2f7fp+8t37BCNM4lnJU9Z+MLGnVq1G5Yq6FarW5ar0lQQLCbi2uQX4C9nf3NdmtOk7Rr3vbDN8eJN5o6f/r8+y8sh636a83JuBjRqBtRZ/qEabJz+foV/5v0Xlp66vzFP7/U78Xrd145tJJ4fTNnhlzt1/1pV2fXImO8PX1mT/nB3t5BtJetrfH+5HGicfTksbMFIQYAABAASURBVLs5riWNRvPj/82sVME469DLz7707GvPnT53+mrG1d9WLn6x7yDR+dUPU+XIts3ajH/zAyuN8VnYwqULJ07/TDS+mPll8wZN3Vzczl04J4eFBYa2adrGzsa2Ya0GoYEV0q6kBfoHBpUPlBeYnZu9c98u0a4YGi73DwAAHiLquAAAAAAAAAAAADxozRs0M7dlokK4evVqkZ7hY0e26tPurQ9HL1i6oEJgcIPI+j5evrfY7bkLBfVanun2tAy4CN07dC0yLPrUcdmoG1nX3NmwVgPZ+HvXFuW/alqviQy4CBUCQ2QjMyvjXh23Ya36MuAiODk6dW33pGyfjzdmVs5fiD947JBoWFtZjxrypgy4CL279K4SVlk0MjIz9hyMEo0g/yC56dv537fo0XLI2698N3+mWq1q1qBpaFAF8xsBAECxwv9CAwAAAAAAAAAAPGjuZdzNbYfCUIjOoJeNAT3679y3KyYuVjHN9bNuy3rxEu3w4LCPR38Y4Bdww33ma/MvXLwg2z4e3uZ+RwdHf1+/s/HnzD1nzxdEYb78/ivxKrKf5MJ5f/4Dbw8vc9vG2lY28vLy7tVxvT19rl0tONyFyxfFMuZ0jFwt51POxdnFcmTFkPDD0UeMY+JOtmnSqnHdRq2btFq7eZ3oycnLFXdb1mtxdXF9f+TYxnUaKQAAoPihjgsAAAAAAAAAAMCDZmNtbW5bWVkX2VrGrcycz2eNGf5O1fAqlv3HY6NfHDUkJS3lhvtUqVTmdm5+nnJzer3uFlsvJV82GAzKf2JjY2Nuqy3O514dNysr03K1yHhbG9sb9l97DsYgkZXG6pO3P/5i3JSGtRrYFb5LSE1LHT52xC5T3gUAABQ31HEBAAAAAAAAAAB40FSK6tYD7GzturXvKl4ZmRl7D0bt2Ldzyeplubk5SSlJy9ev7Nf96evfYqWx8vfxOxN/VrTPxZ/1LOsh+8UeEhIvWI708Syo8vLWkNef6vKU8qDc/XHPJZy3XE28dFE2ypmmcPItnMgp/kL8lYwrpZ1Km0cejj4qGxUCK8iGSqVqXKexeOXl5x08dkjc5KWrlyaa6sEsWPZLnYg6ym18TAAA4EGijgsAAAAAAAAAAEAxkpmVOf7zj15486XWfdqlpKU4OTo1rd9k1Mtv9n2yIBSSfiXtZu81hzz+WPunufO3lb9rdVrLYQ1qN5CNv3dtNXcuWbWk04Auw8YMX7B0gXJz1oVVZ7S6WxVluaG7Oa60/+iB/UcOyHZWdtaS1ctk28+3nFj6+/oF+gcqpmmbJkydaL7qhUsXHos5Jhpe7p6N6jQUje/mz3zl3WEd+nXatGOzjbVNrWqRLz3zwrvD35Hj06+my4ZGU/AoTau944sFAAD3HHVcAAAAAAAAAAAAihFHB8fT50/vO7xftF94a8gTrToE+gXuP3Jg2bo/5IDqlavd7L1d2nXetne7aPyxbrm1tY2Hu0dmZsZPv88vMqxxnUaB/oFxZ+O2793x8jtDu7TpfDbh3NxFP5kqviS0btr6FqfnUtr5ckqSaHz0xUeBfkFd2j4R4Beg3J67Oa7ZyHFv9H6i19XMK39t23zhYoLosbW1a9esrdza98k+H335sWis3rjm7PlztWvUijt7+u9df8utw54bKm6vaOTn54lzEI0P/m98lzZdalSuFnsmduVfq+SwauEFd7hUYSWYDVv/crB3FNfev2c/BQAAPCRkXAAAAAAAAAAAAIqX90e+99r7I+POxsWdPfXlD1MtN7Vp2rpxncY3e2Prxq32dNzz6/JFov37ysWys3qlal4eXqs3rjEPU6vVn42ZOPKDN87En90RtVO8zJtaNmrxRKuOys1VrVh1w9a/RGPzzi3iVaNy9dvPuNzNcaVa1WudOnNqxk/fmns0Gs17r73r4+kjV7t36Hr6fNy8338W7WMxx2T5Fjns+d7PtW/RTq4+13vAybiTm3b8nZaeNvvX2bN//ecQgf6BA58aUHCx4VVkIzk1WQyrHFaZjAsAAA8RGRcAAAAAAAAAAIDixc+n3Lyv5vyxbvmajWvOXziffiXdw93D18u3c+tOLRu3vPV73x42uny58n+s/fN8YnygX0CdGrUHPT1o8jeTiwwL9A+c/cWPPy6cczzmWPSpk2npqQ72Dn2ffGpgn4EqleoW+x/+/KtZ2Vk7onZ6lvWoFFqpjJubcif+83GlIP/Aj0eNn/3bnL93brmamVHex/+V516OrFrTcszrL47s3Krz8vXL9xyKijsXF+QfVCW8ypNtO4cFhZrH2NvZT3lv8uYdfy9aufhs/JlLly+5OLt4e3o3q99MjCzlVEoOCw8Oe23Q8PmL56dfvRIaVKF29VoKAAB4eFQGg0EBAAAAAAAAgJLFYKLX63U6XX5+fl5e3sU1jfW5yR7VhrpXHaYAsCCfFJj+vOi1Wl1efv67yyZsiTNO49Krbs9BzQcqwMP2w8Ifp/74tWj0eqLn6FfeUvAIemnmy3GX40Tjhcj+rUOb2dnZ2tna2Npa21hbW1lpNBq1cDs5p0eO/I3VGRX8xkaPGJYbG+PZsl3o0DcVALgXtj3dWZeVad+td+kOXezti+8P7JF54eJ3UVdumG25HnYmtra2NjY2VoUn+q/nSR0XAAAAAAAAAAAAAAAAFHdkXAAAAAAAAAAAAAAAAFDckXEBAAAAAAAAAAAAAABAcUfGBQAAAAAAAAAAAMXawN7PiZcCAAAeb2RcAAAAAAAAAAAAAAAAUNyRcQEAAAAAAAAAAAAAAEBxR8YFAAAAAAAAAAAAAAAAxR0ZFwAAAAAAAAAAAAAAABR3ZFwAAAAAAAAAAAAA4AFRqVQKANwfJf4HhowLAAAAAAAAAAAAANxHKhMFAO6/kv1jQ8YFAAAAAAAAAAAAAO47y6RL0taNaQejFAC4F3TZWaZ/GuSPTAnO1ZFxAQAAAAAAAAAAAIAHwfzUWZeTI14KANw7apVakr80JTLpQsYFAAAAAAAAAAAAAO4L8YDZYDAohQ+bBbdWbbOr1tBqdYLeYBBLsd1gogDAHZI/LGpTvMUmJFSjMSZcjDEXRaUoJfBXhYwLAAAAAAAAAAAAANx3KtMz5zLtO+bl5efl5+flafPzC7IuAjEXAHfKHHDRaDRWGo2NjbVGoxZt2Wmet0gpQci4AAAAAAAAAAAAAMB9ZHoMbTA9dRb04iG0lV5jsDb2q7Uq0dSLv0zVXBQAuD2FERbjFEWmaIva2lpjbWUl22oZcilpUxWRcQEAAAAAAAAAAACA+6yw3IJaPHo2WGlkp6n6gtpUxIXpigDcscI50BTjb4tGbaXRWFlpTCkXtfzBKXkhFzIuAAAAAAAAAAAAAHAfGau4GAziebNYajQa84Np4yxFGouAi4pSLgDugEr5J+MiYy7Gl1wx5VtUJa6WCxkXAAAAAAAAAAAAALi/TI+ZjTGXwlVjj5WVwVjDpZACAHeosJSLSq1WqU2lWzSmMi4lsoiLQsYFAAAAAAAAAAAAAO4fWcRFPmw2RVxMf4sn0Hq1RbpFRcYFwH8g83Pm2dBkTRcZeTEXcSlJYRcyLgAAAAAAAAAAAABw35ljLuLps8GgqNX/lG8pDLiUwKILAO4ng2WKpbCkyz/FXZQSh4wLAAAAAAAAAAAAANxHspSLYvEc2qJ2CxVcANyVwixL0bzLtVtLCDIuAAAAAAAAAAAAAHB/ycfM5kmLLCcwonwLgHuh6LRE1HEBAAAAAAAAAAAAgIcgOzs77vS5M2fPi6VWq331leeVR5D5kbNFwAUA7rES/PNCxgUAAAAAAAAAAABAsZOXl3f2XPyZs/Fxp8+ePnPu8uVk86YZ0z5VHnEEXADgPyDjAgAAAAAAAAAAAODh0+v1589fMFZqOXP29JnzCQmJBoNBAQCgEBkXAAAAAAAAAAAAAA+IjK3IIiZ5uXmLl6xwc3PJzc07febcufMJeXl5/7qHwAB/BQDwWCLjAgAAAAAAAAAArmGeQeNo/NG5W+YpAHDXUjNTZUNlIhsJFxIPHTmen5+v0+n0ev1tVm0Z/eZQBQDwWCLjAgAAAAAAAAAArmF+zHz4/BHxUgDg3lEVEj82gQH+r77y/NczZmVkZN7m2zUajQIAeFypFQAAAAAAAAAAgMLyLeYSCwBwP4hfGLVarSrMunh6uA95ob+V1e3+l/lhocEKAOBxRR0XAAAAAAAAAAAea+IZs7lwiyneogrzDM7V5ukLGMTfirG4i7G+S4mJv4irydPm6fQ6c4+4NHtrewXAPSV/XmR2ToZa3J3KqNUq08uYdBFDypXz7te3x8xZ829nh8OHDlIAAI8rMi4AAAAAAAAAAEAWcTGIhXjo/HStHj2r5efl5+flafPy8rU6oSDvoljMZPToSs5IOZ92wRxwkQ/dfVy8xDN3BcC9U1gdqqB2i0ajtraysra2Eg1jwMUUfJGNyJpVz55rumbdxlvv0NbWVgEAPMbIuAAAAAAAAAAAACNzlQXx+Fm8rPTiL2OcRa1V6zQ6g0GRBV0eaTn5OYfijydnpJp7HGzsq/tWcnYorQC4P+QPi7Fwi0ptZaWxthYLjfFvU9LFNET81Ki6dmkXn3DhyNHoW+yqapXw2T/9kpWVHVG9SkSNKkReAOBxQ8YFAAAAAAAAAAAYFT6HVqv1evH42VSvxUo8lhbPoUWHsYrLI17BJfpi7N4zB/N1+XJVXGwl79AIvyoatUYBcD8V/LaoVVamGi6ylIvGVMFF1nGRY14Y2HfCpKkXL16+2X5eGPj09G9n7z9wRLy0Wl2jhnUUAMDjhIwLAAAAAAAAAAAwPl02GAziYbNYajQaY5rF2jiHiEan0elMRVwMj3DGJT376vKD686lxpt7XB1dOldr4+XsrgC4z2SExVjGRaVojEyVojRWavOERXLWIkWxt7d/+cX+n3w2LTs7+/r9yKotQ17sn5ycunHztqpVwmX/31t25ublRUZUdXV1UQAAJRoZFwAAAAAAAAAAHncy4GJ6xmwonDpEUelMGReNXq831nSRRLfySBHn/HfMzuUH1+YVlm8RD9pbhDVsW6W5lZqnJMCDYTAHWYwzFqnVpkmK1HKuItW1PypeXh6DnuszdfqP14fqakZUlY0yZVy7d+1o7t+6fXfc6bO/Lvqj/zO9GtSvpQAASi7+7Q0AAAAAAAAAABgVThdSEHMRa8byLaYpikTD+NejJjH98ozNc05eOmXu8XXxernZc+XLlFMAPFgq02+MedIiy4Z5riI5skrl8Cc7t1u8dGWRPQzo1+uGex795tCY2Lg9ew+GVgiSPVu37c7Kzo6MqOrm5qoAAEoQMi4AAAAAAAAAAKCAfOpsqulifPhsLOGiURcUcDF5VKYr0hv0Sw6smrv9tzxtnuyxUmt61ur8VO0ulG8BHjBzeEVmXMxzE1nOUlREuzbNz51P2LP3gLmnVCmnWxwiJDhQvMyrW7fvjj11+rff/+zT+8lmTRooAIBtIo7MAAAQAElEQVSSgn+NAwAAAAAAAAAABdMVKf9Uc5GzF6lF81HJtZidTY7/aNXnxy/EmHuC3cuP6TgyqKy/AuChkoGW62u3XJ906f9Mz7S0KzGxcXK1dmQN5ba99frLO3dFbdy83d/PV/bEnT4rloEB/AgAwKONjAsAAAAAAAAAADC6YcxFblEekQoueoN+7o5F3/09N1+nlT1WGs3zDZ9+tn4PyrcAD1eRFMst0i2SjY3N4Bf6fTTxy9TUNLHau2dn5U7UrVNTvMyrS5atOh4d4+rq0rNbp8ia1RQAwKOJf58DAAAAAAAAAAAFzA+bLcMuRTYVWzGXTo9dNvF44j/lW8K9Qj5+8p2Asn4KgOLnX39VSpVyevnF/p9O+drNzUW5O8/06b5330HxsrOzlT1nzp7X6XRBgeUVAMCjg4wLAAAAAAAAAAAoqvgnWixp9dqZW+Z/+/dP2sLyLTZWNi83G9C/fi+1cbolAI8qf3/fAf161Yqsrtwdd/cy7do0Fy9zzx/L1x46fMzFxblbl/aWFV8AAMUZGRcAAAAAAAAAAPAIi06MHbN0womLp8w9VXzDP+ryNuVbgJLh7gMuN9Sja0c3V5cdu6LMPVevZpQq5aQAAIoxMi4AAAAAAAAAAOCRpNVpZ2ye+8PWn7X6gvIttla2w1o8/3TdbpRvAXBrXl4efZ/q2r1rB3PPH8vXbt+5t1rVis2bNggJDlQAAMUPGRcAAAAAAAAAAPDoOZpwYszSCbGXz5h7avhVHt9ltL+brwIAt8fW1tbcrhheISU1bc/eAxVCAmXGJSMj08nJUQEAFBtkXAAAAAAAAAAAwKMkX5f/9cZZs7Yt1Bv0ssfe2m54qxeeqvWkSqVSAOA/iahRRbxyc3P1+oLflhWr1v+9dVfVKuHNmtQPrRCsAAAeNjIuAAAAAAAAAADgkXHo/LF3l044k3ze3FOrfPVxXUb5ungpAHDXLCu7hIeFXE5K2Rt1MKC8HxkXACgOyLgAAAAAAAAAAIBHQK42d+qGH+bu/M1gMMgeBxuHka1f6hn5hAIA90G1qpXEy7Kyy4aNW/YfOBJRo0qtmtVLlXJSAAAPFhkXAAAAAAAAAABQ3O07e/h/Sz85l5pg7qkbWHNc57e8nD0UALifLCu76HT68/EXok/EJiZe7tP7SQUA8GCRcQEAAAAAAAAAAMVXTn7OF+u/n7/rd3OPk63TG22GdI1orwDAg9W6ZRPxOh4d4+JcWvb8vWXnjl1RkTWr1o6sQWUXALjfyLgAAAAAAAAAAIBiavfp/WOXTkxIv2juaRhc5/3Ob3iUKqsAwEMSHhZibuv0uguJFxf+GhefkNivbw8FAHA/kXEBAAAAAAAAAADFTnZe9pS1M37Zu8zcU9q+1FttXnmiehsFAIqNZk0aiNfx6JjShUVcTpyMPXY8pmaNqn5+PgoA4J4i4wIAAAAAAAAAAIqXHaf2jl326cUrl809TUPrv9fp9TJObgoAFD+WlV2OHD2xas1fK1atr18vckC/3goA4N4h4wIAAAAAAAAAAIqLzNzMSWu+XrxvpbnHxcH57XavtqvSXAGAR0HXLu3r143cE3XA389X9pyKO7P/wJFaNav7+/sqAIC7QMYFAAAAAAAAAAAUC1tidr6/7LPLGcnmnjaVm73d7lU3RxcFAB4dXl4enTq0Nq8ePXZi9dqN4lUrsvoLA59WAAD/FRkXAAAAAAAAAADwkF3NyZi4euofB9aYe1wdnN9/4s1mYQ0UAHjEderQum7tmrv37vf0cJc9KSmpCRcuVqkcrgAA7gQZFwAAAAAAAAAA8DBtjN72wZ+TUzJTzT0dqrYa3W6os31pBQBKBHf3Mh3atTSvbt+5d9mfa+zs7Fo0a9jlibYKAOD2kHEBAAAAAAAAAAAPR3r2lQkrv1x5eIO5x83RdXyXtxqF1FUAoORq3rShi7PznqgDKpVK9qSnXzl7Lr5qlYoKAODmyLgAAAAAAAAAAICHYNOJbWOXTUrLSjf3dI1o/3rrIaXsnBQAKNEcHOwbNqgtXuaenbv3LVq83NbWtmnjet27dlQAADdCxgUAAAAAAAAAADxQWp32szXTf9692Nzj7lTmwydH1wuKVADgsdS4YZ1STo679x4w9+QbaR0c7BUAQCEyLgAAAAAAAAAA4ME5l5Iw8texJy6eMvd0q9nxjdaDHW0dFQB4XNnb29evV0u8zD0HDh797od5FcMr1K8bWbdOTQUAQMYFAAAAAAAAAAA8MAfPHx0yb3RGboZcdbYv/Um3dxsE11YAANfycC/boH6tffsP29vbmTMumZlZjo4OCgA8rsi4AAAAAAAAAACAByHqzMHB897K1ebJ1drla0zsPqaMk5sCALiOv79v/2d6iVd6+hXZc+Dgka9nzA4PC6lbu2aD+rUUAHj8kHEBAAAAAAAAAAD33ZaYna8tHJuvyxdtjVrzcrMBzzfsq1KpFADALTk7l5aNsmXcGjWsE7XvkLW1NRkXAI8nMi4AAAAAAAAAAOD+OhR/bPiCMVq9TrQ1KvWUnh80C2ugAADuhK+vd7++PcTLXNnl0qWk73+c36FdyxrVKysA8BhQKwAAAAAAAAAAAPfN5avJw35+RwZc1Cr1lF7jCLgAwN0wV3ZJTUvPzMqa/u3sd8ZOUADgMUAdFwAAAAAAAAAAcL/kafOG/vx2ala6XH27/TACLgBwr4SFBn/0wehDh49dvZqpAMBjgIwLAAAAAAAAAAC4X2Zsnns8MUa2O1Zt1atWFwUAcE9VrVLR3F60eLmtrU3H9q1UKpUCACUOGRcAAAAAAAAAAHBfnE9NmLVtgWzX8Kv8Qee3FADA/RR3+tzJmFO5uXndu3ZUAKDEUSsAAAAAAAAAAAD3wfvLPtPqdaJha2UzuecH1hr+y1sAuL/eGDG4SuXwNes2paWlKwBQ4vBvkwAAAAAAAAAA4N7bfXr/7jP7ZfvFJv3KOrkpAID778Xnn76QeMnFxVkBgBKHjAsAAAAAAAAAALj35u74VTZ8Xbz71++tAAAeCFtb24DyfgoAlETMVQQAAAAAAAAAAO6x+NQLm05sl+0hTZ9lliIAePDmL1i8eOlKBQBKEDIuAAAAAAAAAADgHpu1/RfZKG1Xqm3l5goA4IHLyMxct+HvjIxMBQBKCjIuAAAAAAAAAADgXjIYDCsOrZPtnpFP2FjZKACAB65D2xZarXbT39sVACgpqA0IAAAAAAAAAADupaMXTmTkFpQN6FClhQIAeBjKlfMZ9FzfShVDFQAoKci4AAAAAAAAAACAe2lH3F7ZcHVwDvEMUgAAD0ntWjUUAChByLgAAAAAAAAAAIB76dD5Y7LRNKy+AgAAANwjagUAAAAAAAAAAODeOZV0Vjaq+VRSAAAP1fwFi9f/tUUBgBKBjAsAAAAAAAAAALhn9Ab92eTzsh3o7q8AAB6qo8dP7D9wWAGAEoG5igAAAAAAAAAAwD1z6vIZg2KQ7YpeFRQAwEPl4uycln5FAYASgYwLAAAAAAAAAAC4Zy5nJMuGm6OLvY29AgB4qJo2rpealq4AQIlAxgUAAAAAAAAAANwz2Xk5slHGqYwCAHjYateqoQBASUHGBQAAAAAAAAAA3DPZedmyYaPhGQQAAADuJbUCAAAAAAAAAABwj2Tn58qGjcZGAQA8bImJl07GnFIAoEQg4wIAAAAAAAAAAO6ZXG3BXEXW1HEBgGJgxeoNn3/1vQIAJQL/fgkAAAAAAAAAAO4Zg6KSDa1eV2TTzK3z9Xq9zqDrUr2dt7OnAgAAANwJMi4AAAAAAAAAAOCOfbpq2rxdi24xIOrswerjWlzfX9W34uAm/RUAAADgDjFXEQAAAAAAAAAAuGNDWzznUdpduXOj2r2iAAAelIH9n5r2xccKAJQIZFwAAAAAAAAAAMAdc7BxeLvdMOUOPVG9bVXfSgoAAABw58i4AAAAAAAAAACA/6JFeKNmYQ1vf7yDjcPIVi8pAAAAwH9CxgUAAAAAAAAAAPxH77QfZm9jf5uDBzXu6+boogAAHqCVqzd8MfV7BQBKBDIuAAAAAAAAAADgP/Is7TG0+cDbGenl7Nmvbg8FAPBgXUi8dOLkKQUASgQyLgAAAAAAAAAA4L/rU/vJit4V/nXYqLav2FjZKAAAAMB/RcYFAAAAAAAAAAD8dxq15r2Or6tVt3ri0CC4dovwRgoA4IGLqF6lY/uWCgCUCGRcAAAAAAAAAADAXanoE9qndtebbVWr1G+0HqIAAB6GiBpVOrQj4wKghCDjAgAAAAAAAAAA7tbQFs95lHa/4aY+tbsGewQoAAAAwN0h4wIAAAAAAAAAAO6Wg43D2+2GXd/v6uD8SvMBCgDgIUlMvHQy5pQCACUCGRcAAAAAAAAAAHAPtAhv1CysYZHOl5s/52jrqAAAHpIVqzd8/tX3CgCUCGRcAAAAAAAAAADAvfFO+2H2Nvbm1aq+FbtHdFQAAACAe4GMCwAAAAAAAAAAuDc8S3uMbP2SeXVUu1c0ao0CAHh4vL08QisEKQBQIpBxAQAAAAAAAAAA90yvyM6R5auLRtvKzav6VlIAAA9V+7Ythg8dpABAiUDGBQAAAAAAAAAA3EvvdRrp4uA8otWLCgAAAHDvWCkAAAAAAAAAANw2g8GgALfk71Zu4+u/K3xbcNtUKpUCAADwb8i4AAAAAAAAAAD+xfVJBbILAO6eOdpi/kkh7ALccz/MXrA36uC0Lz5WAODRR8YFAAAAAAAAAHAr5mfPslFkFQD+M5loMedaREP+sJB0AQAAN0TGBQAAAAAAAABwY5ZxFkk8ei5skHEBcLfMGRcT46+KbMmGAgAAcC0yLgAAAAAAAACAG7AMsuj1+qtnV+WkxxTmWwoGmIsuAMAdsQyylPJvb1s6qDDpYlCr1cRcgHuoQ9sWjRvWUQCgRCDjAgAAAAAAAAC4MXP5lryMhIQdoxSDVgGAey378m6vRt+rjVTib0XRE3MB7iEvLw8vxUMBgBJBrQAAAAAAAAAAcC3LWYr0esOl/RMJuAC4T3KT916N36DV6nQ6vfFvvfjZ0TMnGgAAuB51XAAAAAAAAAAA1zA/WtYbGTIv7cmMXyc3uQZ1s3JwVwDgXsi4sDU7+bBopB2ZbOPeWG9QW2k0pi0aczUXBcDd2bf/8IXEix3atVQA4NFHxgUAAAAAAAAAUFThJEWKTqe9HDVOdtqXrepTZ6wCAPeIS0DHk8ufVAx6fXbClZi5pYKfkf0qI425iAtJF+Bu7DtweG/UQTIuAEoG5ioCAAAAAAAAAPzD/FBZThdyJe73/KunZI9P5DsKANw7Nk7+biG9ZTvr1MzczEvGGYv0euPfhdMVAQAAmJFxAQAAAAAAAABcQ85SJJb5OVdSjnwlO50DOti5VlQA4J7yqDpYbVPa2NJlZZz4Jj9fa4y5GDMuBtPvUGFRKQD/lbeXR2iFIAUASgQyLgAAAAAAAACAAvJBsnygLJ4wpx6foc9LGKHOcgAAEABJREFUFT0qtY1XtdcUALjXNDbOHlVeku38xD9z02NMpVx0Muei1xekW4i5AP9Z+7Ythg8dpABAiUDGBQAAAAAAAABgZBFwMdZxyc2IT4+ZJzeVrfSclYOHAgD3QZkKT9k4+YmGSqXKPjlZq9XJGYtkHRcmLQIAAGZkXAAAAAAAAAAABcyzgohnyskHJ6oUnei0snd3rzRQAYD7RKXxjhwlm/r0g9kXN8jpigqmLDL8k8BTANy5xMRLJ2NOKQBQIpBxAQAAAAAAAAD88/BYzlKUdWlX9oWNsser+nCV2lYBgPvGybuRk1d92c6LnabV5spSLv+UcyHgAvxXK1Zv+Pyr7xUAKBHIuAAAAAAAAAAAjMyzFOl0uuQDH8tOO9dw54BOCgDcZ9613lZUxudWhtyL2WcWaAvmKzLIqYoM5jJTAADgMUbGBQAAAAAAAAAed+bHxqbHyforcb/lXy2Y1MAn8h0FAO4/Gyd/t+Dusp1/dk5+dpIp5WIq5GKasQgAAICMCwAAAAAAAABAkRVcxFKbm5Fy5EvZ6Vy+vX3ZagoAPBAe1YaqrR2NLX1OzqnvtFpdQTEXvcE8YxGlXIA7NbD/U9O++FgBgBKBjAsAAAAAAAAAPNbkA2P54Fin06Ucn27IvyJ6VGobr+ojFAB4UDQ2zh6VB8t2fuKfeVdiCmIuMuiiL0i3EHMBAOCxRcYFAAAAAAAAAB5fFgEXY5mEvIyzV2Lmy01lK/a3cvBQAOABcgt9ysbJTzRUKlX2ySky4CJLuZjLTSkAAOBxRcYFAAAAAAAAAB5r5tk/xLPjpP2TVIpOdFrZu7tXfE4BgAdLpbb2inhdtg1XDuZc3GCKuehl0EX8UpmTeQqA27Ny9YYvpn6vAECJQMYFAAAAAAAAAB5T5ofEpoCLPuvSrpxLm2WPZ7XhKisHBQAeuFK+zRw8ImU779TXWm2uMeai1/9TzoWAC3AnLiReOnHylAIAJQIZFwAAAAAAAAB4fJlnKdJp85MPfCw77VzDXQI7KQDwkPhEviMbhtyLOWd+1sqQi94gpyoymMtPAQCAxwwZFwAAAAAAAAB4HJkfD5seG+vTT/2af7XgP/I2P10GgIfC1jnYNbi7bOednZufnWRKuZgKuZhmLAJw+yKqV+nYvqUCACUCGRcAAAAAAAAAeEzJCi5iqc3NSD02TXY6l29nX7aaAgAPlWf1V9XWjsaWPic7doZWqyso5qI3mGcsopQLcDsialTp0I6MC4ASgowLAAAAAAAAADx25INh+YBYp9OlHp9myL8ielRqG6/qIxUAeNg0Ns7ulV+Ube3FFXnpxwtiLjLooi9ItxBzAQDgsULGBQAAAAAAAAAeLxYBF2M5hLyMs1dif5abylZ81srBQwGAYqBMaF9rR2/RUKlU2Scmy4CLLOViLkOlAPg3+/YfXrFqvQIAJQIZFwAAAAAAAAB47Jhn+RDPiJMOfKoY9KJTY+vqXnGgAgDFg0pt7R3xpmwbMo7lJK4zxVz0pqiLTvyCmRN7CoCb23fg8PKVZFwAlBBkXAAAAAAAAADgMWJ+GGwKuOgzLmzNufi37PGqMUJl5aAAQLFRqlwLB49I2c6L+yY/P8sYczGVciko50LABQCAxwkZFwAAAAAAAAB4vJhnKdJp81MOfiw77VzDXQI7KwBQzPhEviMbhtyLOWcWagtCLgY5VZHBXJYKwE14e3mEVghSAKBEIOMCAAAAAAAAAI8L87wesgRC+qmF2sxzcpP5KTIAFCu2zsGuQd1kO//cT9qcZK1WJ/7SmxBuAf5V+7Ythg8dpABAiUDGBQAAAAAAAAAeI+aaB9rc9NRj02Vnaf829mWrKQBQLHlWG6rS2Blb+pys2K+NlVx0ep1eXzBrEaVcAAB4bJBxAQAAAAAAAIDHgrmIi/ineD6ccmy6If+K6FGpbbyqv6YAQHGlsXPzqPKibOsurs5LP24s5aLV6QsUpFuIuQAAUOKRcQEAAAAAAACAks8i4GKcpSj36pmrpxbITWXC+1k7+igAUIyVCRO/VN6ynX1isqmUyz9lXOQ/FAA38sPsBa8MZ0ZCACUEGRcAAAAAAAAAeCyYZ/MQz4KT9n2kGPSiU2Pr6lHpeQUAijeV2tqrxuuybcg4lntxXcGMRSbil82c5FMAAEDJRcYFAAAAAAAAAEo480NfU8BFfzXhr9yknbLHq8ZwlZWDAgDFXmm/Vg4eNWU7J+ar/PwsY8zFVMqloJwLARcAAEo6Mi4AAAAAAAAAUPLJuTwEnTY/9dBnstPONcwlsIsCAI8In8h3C1r5KTmnf9IWhFwMcqoig7lcFQALHdq2eG3YIAUASgQyLgAAAAAAAABQkpnn75BFXNJi5mszz8lNPrXGKIpKAYBHhK1zsGtwN9nOPzc/P/uSVqsz/iWjLoXhFmIugCUvL48KIUEKAJQIZFwAAAAAAAAAoISThQ3EA2BtXnrasa9lZ2m/1vZlqioA8EjxrDpULWdYM+Rnx36tNeVbdHp9waxF1HEBAKBEI+MCAAAAAAAAACWW4R/GIi7Jh7406LJEv0pt41VjhAIAjxqNnZt75RdlW3dpXV7aYW1BGRfJYC5epQAw2bf/8IpV6xUAKBHIuAAAAAAAAABAyWR+xCuLuOSmx2ScWSR7yoT3s3b0UQDgEVQm7GlrRy/Zzj4xyRhx0VmWcaGUC3CNfQcOL19JxgVACUHGBQAAAAAAAABKrMJZioyvpAMfKQa96NTYunpUel4BgEeTSm3tHfGWbBsyY3MSVmm1Om1B1EVnMCiUcgEAoKQi4wIAAAAAAAAAJZBFERdj+2rChtykKNnjVeM1lZWDAgCPrFLlWjh41JTt3FPT8/OzdDq9LOViLueiADCJqF6lY/uWCgCUCGRcAAAAAAAAAKBkklMUCdr83NRDk2WnnWuYS2AXBQAecT6R7xa08lNyTv+kNRZy0ZumLDLIbB9JF0CKqFGlQzsyLgBKCDIuAAAAAAAAAFDSmOfpEP8Uz3vTY3/WZp6Tm3xqjVEA4NFn6xzsGtxdtvPPzc/PvlSQcinIuRQMI+YCAEBJQsYFAAAAAAAAAEogWcDAWMQlLz3t2HTZWdq/jX2ZqgoAlAie1V9Vy5nXDPnZMdOMGRfTjEU6OWsRdVwAk8TESydjTikAUCKQcQEAAAAAAACAEsXwD2MRl5TDXxp0WaJfpbbxqv6aAgAlhcbG2b3KS7Ktu7w+L+2wjLkUMpiLWinAY2zF6g2ff/W9AgAlAhkXAAAAAAAAACg5zI9yZRGX3PSYq6cXyZ6yFftZO/ooAFCClAnta+3oJdvZJyYZIy46yzIulHIBAKBEIeMCAAAAAAAAACVK4SxFxlfSgY8Ug150amxd3Ss+rwBAyaJSW3vXHCXbhszY3AurtFqdtiDqojMYFEq5AABQkpBxAQAAAAAAAIASwqKIi7F9NX5DblKU7PGqMUJl5aAAQIlTyre5g0dN2c6JnZ6fn6XT6WUpF3M5FwV4jA3s/9S0Lz5WAKBEIOMCAAAAAAAAACWHnKJI0Obnph6eLDvtXMNcAjsrAFBC+US+W9DKT8k5PddUx0VvmrLIIDN/JF0AACgZyLgAAAAAAAAAQElgno9D/FM8102Pma/NPCc3+dQaowBAyWXrHOwa0kO288/9nJ990Rhz0RunKzLlXAqGEXMBAOBRR8YFAAAAAAAAAEoIWajAWMQlLz3t+Deys7R/W/syVRUAKNE8qw1TyxnZDPnZMdMKSrnoZTUXZizCY23l6g1fTP1eAYASgYwLAAAAAAAAADzyDP8wFnFJOfylQZcl+lVqG++INxQAKOk0Ns4eVQbLtu7y+ry0wzLmUshgLnalAI+ZC4mXTpw8pQBAiUDGBQAAAAAAAAAebeZHtrKIS256zNW4X2VP2YrPWtm7KwDwGHAL7WPj5Cfb2ScmGSMuOssyLpRyAQDgkUfGBQAAAAAAAAAeeYWzFBlfSQc+kp1W9mXdKw5UAODxoFJbe0W8LtuGzNjcC6u0Wp22IOqiMxgUSrng8RRRvUrH9i0VACgRyLgAAAAAAAAAwCPMooiLsZ2RsCE3KUr2eFYbrrJyUADgsVHKt5mDR03Zzomdrs3L1On0spSLuZyLAjxmImpU6dCOjAuAEoKMCwAAAAAAAAA82uQURYI2Pzfl0GTZaeca5hL4hAIAjxmfyHcLWvkp2Wd+MtVx0ZumLDLILCBJFwAAHl1kXAAAAAAAAADgUWWed0P8Uzy/TY+Zr808Jzf51BqjAMDjx9Y52C2kp2znn/s5P/uiMeaiN05XZMq5FAwj5oLHx779h1esWq8AQIlAxgUAAAAAAAAAHmGyIIGxiEteetrxb2Snc/l29mWqKgDwWPKoNlQtZ2oz5GfHTCso5aKX1VyYsQiPnX0HDi9fScYFQAlBxgUAAAAAAAAAHkmGfxiLuCQf/sKgyxL9KrWNV43XFQB4XGlsnD2qDJFt3eX1eWmHZcylkMFcBEsBAACPFDIuAAAAAAAAAPDoMT+alUVcctNjMuJ+kz1lK/a3sndXAOAx5hb6lI2Tn2xnn5hkjLjoLMu4UMoFjxFvL4/QCkEKAJQIZFwAAAAAAAAA4JFUOEuR8ZV04CPZaWVf1r3icwoAPN5UamuviDdk25AZmx2/QqvVaQuiLjqDQaGUCx4f7du2GD50kAIAJQIZFwAAAAAAAAB4xFgUcTG2MxI25CZFyR7Paq+prBwUAHjslfJt6uBRU7bz4mZo8zJ1Or0s5WIu56IAAIBHChkXAAAAAAAAAHj0yCmKBG1+bvKBT2SnnWuYS2AnBQBg4hP5rqIyPQvLT8k+85OpjoveNGWRQWYESboAAPBoIeMCAAAAAAAAAI8S8/wa4p/iOW16zDxddqLc5FNrjAIAKGTrHOwW3EO288/9nJ990Rhz0RunKzLlXAqGEXNByfbD7AWvDH9HAYASgYwLAAAAAAAAADxiZOEBYxGXvPS04zNkp3P59vZlqioAAAse1V5RyxncDPnZMdMKSrnoZTUXZiwCAOARQ8YFAAAAAAAAAB4Zhn8Yi7gkH/rcoMsS/Sq1jVeNkQoA4FoaG2ePqi/Ltu7y+ry0wzLmUshgLo6lAACAYo+MCwAAAAAAAAA8GsyPYGURl9z0mIzTi2RP2UoDrOzdFQDAdcqE9rFx8pPt7BOTjBEXnWUZF0q5oITr0LbFa8MGKQBQIpBxAQAAAAAAAIBHRuEsRcZX0oGPZKeVfVn38AEKCmnz88RLeRge4qEB3JRK41XzDdk0ZMZmx6/QanXagqiLzmBQKOWCks3Ly6NCSJACACUCGRcAAAAAAAAAeARYFHExtjMS1ucmRcker+qvqawclEfcsUN7Ojb0fvqJasrd2bjm96H9W6k1Vuaet15+Uuz5xNH9t3jX1EmjxJjVf8xX7umhH65Pxg4WF7V14wqlOBHnM+KFDj1aV3j2yZofvj1wxeI5Wm2+3PTT95M6NfLNyc5S7tDp2IgceKMAABAASURBVGPiSsV7r9+UcTW9Z9swsXXezM+u3zp+9HNi0/yZk9NSkkRjQPdasv/c6ZNiVXyaN1wtPmKjD4kTE/dTwb8p5dPUwaOmbOfFzdDmZep0elnKxVzORQEAAMUeGRcAAAAAAAAAeDTIKYoEbX5u8oGJstPONcw5oJPy6Dt+xBjZCQqprNyFowd2TfrglVIubmp1wf/3W9yuk8cPaqysg0JvteeTx4wJmPBKNZX/6vpDP3TRR/aKZcUqkUqxMff7Tz9+9/nEhDPN2nSrXqvRgait0z4b9cUnr8ut5fyDxXc8/myscoccHUsrxj8g+tycovmY3+ZNy8q4IhqZpqWl2OhDO/5e5eBUulvfIcdN9yq0YoTcdOzwHrEMq3Tj1eLj+FHjn5rQ8BoKboNP5LuKyvTHMz8lK26OqY6L3jRlkUFmB0m6oKTat//wilXrFQAoEYpLnBwAAAAAAAAAcDPmeTTEP8Xz2LSYn3TZiXKTT60xSokQbXpaH1b5v6dMhJPRB8QyJPSfYjBnTh3Py80OqxxpZWV9ize+OHycTqf1CwxV7t2hH66UpIuXEs97eJVzK+upFA97d/y14Mf/8/Ip/+m0xWU8vBXTSY54seOGlb927fViUGiV4NCqovPcmZPBYVXvaM9OpV1kIysz09bun5pGqUmXliz8rnBTRpF3zf3+U7Hs0fdlO3uHkNCqE776zd2zoBJM9JFrvo1FVosPGc2pULG6gttg6xzsFtIz5eRC0dbGL8z366bReKvVKrVOJZYqlUalMg4Tv7Mq2QJKin0HDu+NOtihXUsFAB591HEBAAAAAAAAgEeALDBgLOKSk5x+/FvZ6Vy+vX2ZO0sDFFunTh5RjKUy7i7jctwYNKkQ/k/QpCA6828VOCpXr1utZsO7KcFy/aEfrtgThxVjLKMYFXFZMOcLsRz65kQZcBHcynq2f+IZ0di1dZ1Y+voHq1TqUzFHlTtk7+CoVmtEo0gdF3HE/LwcX79g0c7OvibjcuLo/t3b1pV2cXuy9wtitaynj/gCePsGyK1xscZzqFil1g1Xi4/oI/uUu/5T81jxqPqyWs7sZsjPjplaUMpFL6u5MGMRAACPAOq4AAAAAAAAAECxZviHsYhL8pGvDDrjg3yV2sarxkilREhLSUo4d0o0gkOrmDtPHjvw08xJsScOZWZc9fT2q1W/Re9+r5Zydr3hHlYumTt10luyPXn8MPGa/+dhZ9cyMccPKqaMy4mj+1ct++nQvu0ZGWk16zR/bvA7ZT195Pi533+64Mf/GzD43Z79ht7DQ8vr+v3n6ceP7I2JPuhUyiWoQuUXXv3A1y+oyB42rV2yddPy2OhDqSmXPL39W7br2a3vkH8N3KSnJv86b+qebesTL5xzdXOvVrPhgMHvuJZxl1tluCcopJJ5fGrSpZXLftqzY8PZuGhrG1v/gAoDXx4bVrkg/XPuzMnBfZtUql530tdLLI8ivnKiP/5c7GfTl1WsVlv07Nyy5q81v584ui8l+ZKHp2+9Ju2efeEtK2sb81uW/TpzxudjRo//Vhz9+68+OBC1tUnLLq+8MUGcpLi6GrWbXHMV6Sli6VjKONmQuGQfv6AicxWdjj32yrMt2j7x9CtvfLJk4be7tq09efyAX/kKXZ96qVmbbuZhjqWcr6anZGdnmnsSE86uWDLH1s6ha5+Xpn76lvgoLXf7U0ERl1fEAK02v1vLYI3GatG6GHEOuTnZcTHHbGztff2N4Zgiqzf08buDtm5c/vPyw7EnDs+aMUFcwqBh77Xr/Iw2P2/t8oVbN62IizmSk50lrq5Lz0GtOvQq8vZjh/b8Nv/r2BMHU5Mui69lWOWafQa8Jq7Rcow4SXFj1/wxPykpsWr1et2ffrl8YFj82Rh7B6dy5UPMw/7bp/PaO1OSLyfOmfHJof3bRaOMu1dopYhnnn/Dcs8lg8bG2aPaK4lRk0Rbd3lDXlovTZlq4kPXqMU3XSWIP3ZiSSkXlDAR1at4eborAFAikHEBAAAAAAAAgOLLXFRAFnHJTY/JOP277Clb6Tkr+xLyyOrk8QPi+iwn1tm3a9OYEX1s7exq1mnm7FJm57a1i3/+Zve2dV/9uNbG1u76Pbh7+nZ96qXFC2Y4Ojl37vm8nZ2DTJnI8irRR/dP+uAVjZV1QHDF1JRLG9csyria9sFnP8n3yhyMecKXe3XorRtXfDnxjYwrqYEhlds+8fTp2ONiJ/t2//3ptN/Ns95kXEn7fMLI7ZtX2to5RNZt5uzadOvG5T9O//D4kb1jJvyg3NzZuBOjhna7kpYs3uhXPiQu5ui6FQsO7ds2/aeNtnb2SuH0OuFVCuq4nDi6/4NRz6alXPbyKd+yfa/0tOTtm1e9/lKnsRNn1WnYWgzwLRckHvSfP3OyyIHWLl8Qfy62XpP2FavVFl/Crya+ufqPeYqiqtOgVYOm7cXlLJo37eih3ZO+XmLOBJw8vl8s9Trd8EHtszONyZKKVSOtbWzf+fC7IjsXp712xQI7e8eGzTrKnqAKlWVFH7MTx4x7E1+MkS91io0+5FMusKyHb0z0QfGBlvMPDgkv+NQcnUpfTU/Jyfon4zJv5iS9TvtEn8Fl3Y1hpqzMK+ZNxw7u3rvzLxc39yd6DBSrsdGHddr88Mo1Za5InEBebnaViPo3XL2hE8f3u5X12v73qi8/eUP2VI9slJ6aLO65+CDEF6NOw1aOjqW3bl7xfx8NP382ZsDgd8zvnT1jwi9zvhQNp1Iu5YPDxT1JjD+9dcOfU7790zxnU2rSpQ9G9z95bL/YlbgDe3dtPLhvW69+w8Sm0IoR8s7fzaeTdDFh2MDWV9PTKlWrXbdRm4NR2/5ev1R8Q6bNXlfyYi5lKjyVcmJBXsY50c4+Mcm6ziyNTq3TqNV68Qkbf3EJuKDkiahRJUKpogBAiUDGBQAAAAAAAACKtcJZioyvpAMfyU4r+7LulQYqJUVcjGmiIouJdX6a+Zl4zPz13I1ePv5i9cWcrDEj+x49sHPVsnmdez5//R5q1W9hY2u3eMGM8Mo1nxn0puzMz8uVE9+IB/9vjJ3aoGkHWzv7q+mpz3SJiNq5UWy1trFVCnMwIWHV7uGhE+PPfPreELVG88Fn88SAgj1/P+nnH6d8OfHNaXPWy54fvv5w++aVdRq2eev9r+0dHEXPU88Of31IZ9G5ZcOfjVp0Um4k40raO6/1upKW/Mygt3o+84qVtU3G1fTxowcc3r9j7YqFnboNEGNOxRxRqdRyFhttft7E9wanpVxu06nvK29MkFU9LsSffrlfi2mT365Zp6noEafq6xd07szJ7MwMe0cneSCtNn/ezM/Uas3AIe+K1TV//izuZClnt/c/nSPTM+KbOfXTt1Yt+2nFkjkdu/aX74o9cVi8RbzxiW7PPdFjYF5erqvbDcJYe7Zv+OS9wdr8/PcnzTFnm8r5B2/Z8EdOdpadvUPB3qIPieWvP02rVa/5/z7+QVbf+faLsUt/+W7n1rXmjItTKWexzM4pyLiciT2+YdUie8dSPZ9+5bypMEyWRR2XeT9OEcuezwyVoaWT0dd8AU7FXDNtVpHV64kP4nJivKe3/9zvPh3+9hTxNUtNueTtGzB5/LDoI1GhlSLGfPxDGXcvMXLgK2PefLnrbz9Na9a6a0BwRdGzYdVvv8z50sXNXYypWNU4F1JuTtbsGZ+Iq/t13rTR475RTHmU99/qFxN9sGPXAYNHfqRWq9NSksaN7j/n208Ui2zW3Xw6P8/6vytpKSPe/ULWmBFv/O7L98Q5iEO889H3Sgmj0njVfPPs5ldF05AZm5OwQlOuk7iramMZF0WlspIZF5IuAAAUT/99blEAAAAAAAAAwH1lUcTFOGVMRvy63KQo2eNVfYRKbauUFNFH9ynXTqxzKfG8Sq22trKWq7Z2Dv1fHF0lon52VsbNdhITfU05FsX0OF+v04rG+5PmNG/bXRY4KeXsam1trbGyllGPy4nx6alJ3r6BMiRxrw799eS3tdq8l14bZw64CH2fG+nlU/507FFxCMVUamX1H/M8vf3fHj9DBlyEsp4+Tw98XTR2b19/s8PN/vaT1KSLLdr16PPcCHkV4uTbdX5GMc3so5im6UlLuezjFyQv+Y/ffkxMOBNZr8Wroz8zT1vj7RvQtNWTSRfjz5yKlj1+ARXMe5CW/Toz+fKFDk8+6+sfnJebM3vGBNH53sTZ5vIwKpXqqf6viUbUzo2yJzcn+2zcCb1eV69x2/6D33Yr6+nl4y9Pw0x8sefPnPzeG8+It3/4fz/XqNXYvKmcf7DBoI8zJZOkk6Z76x9Q4Z0PvzNPL1XWw9iwKvyMBAeHUooxyFLwGc0xTkVk6Pn0K06lXewdjJGdjMI6LscP7923a6NrGQ8ZBlIKC/mEhBZkXI4f2atYfBuLrF4v+qixMsrFC2dfHT25Tac+4rPwK19BfCU2rPrNrazXB5N+kgEXxfRd6tJjkLjAfbv/lj1ZmVcbNO3wxtipMuAixzRp2UUxRmdSZM/yxbPF3hq37PLyGxNkLRkXt7KDXnlPbq0QZvzW3eWnI7+QtoVlisQb+70wylS6RqOURKV8mjh61pPt3FMztHmZOp1eJ35kjVFCfcHMcEAJkph46WTMKQUASgQyLgAAAAAAAABQfMkpigSdNi/54Key075MVeeAjkoJImME5mfzQuXqdcU1D32ulXhyn3w5UfRUqVFv4tTfe/cffrOdyHIs8pG/FH3UGAmq07BNtZoNzZ2XE+OzszJ8/YJkkYYTsohLeLV7eOjkSxf27vyrrKdvm059LYepNRo5+8y508YpgVb/MV8se/YbWmQKpLCKEWJ5/mzMDY+Vl5uzbsUviqLqN2iUZX/ztt2Xb70w9M2JijHGsce4n8oRctPKZcZZmfr0f61IXQpv3/KmA8XK1XL+xllpzhZOV5SVcXXhnC/tHUs9/bxx/p1tm1akpyZF1GlmTmNI7l6+ao1VfOFOYqIPiu+sUymXPgNGKDcxffI78374zMOr3JQZf4p7a7kpONR0fwrPQXzz5dRFLw0fr7H6pzL9qZOHxdLT28/c4+hkzLjk5mQrpomZdmxe6eLm3vWpl4ybHGX8paCOy6xvPhbLp/q/Zo77FESUKhV8fNFHjImr8Cq1brh6PVlpplrNRnUatDJ3rlwyVyw7dRtQ2sXNcrBPuQCxjD9XcLs6dX/u3Y9nRtRuYh6gzc87GLVVMc2BJXuW/z5LLLs9NdhyP8FhBdOOhFUyfsp3+elUqW78FCaNGzr5w1dPnTDeW3sHR/GdHz1+hlJC+dR+R1GZnpHlp2TFzdFqdcaYi05GXAqqZ5F0wf2kepCvvzZvnzlr4QM+qAIA9wdzFQEAAAAAAABAcSQfr8rHrOK5a9rJubrsRLnJp9a7SgmSknQxLeWyeWIdaegbn4iH/ds3r/plzpe//TStXuO2z78y1suUybgZGTWwzCJEHzMW2GjY7JrlgQrzAAAQAElEQVQ8UMwJY6AhqEJBWY4Y0zw1FcKr38NDx5oSGI2adZRVNyzl5+WJpZwjSU4n1LTlk0XH5OcaxxQmMIo4sHdrXm52YEhlD+9yyk3IGZrCTXM/xZ87FW+Ky7wxpLNySzLjIsbL1V/nTc24ktp/8DsypbHLVFdm366NHRt632InJ44Z72fdxm3MEx4VsWLxnOWLZwWHVftwyvzSLmWKbPX1Dxb3xBy7iTt5JD8vx6m0a+Uada8/ipzuR3J0LC2W+Vrjrftx+odi2ee5kTI85FTaRTHNAST+HB09uOvQvm1lPHzadX5avlGrzT8de8zG1t6vfAXTsOyEc6dc3NzlTFVFVm9ITnXUol13y05ZhmfOt5/IGYVuRnxzvvvq/SMHdur1OnOnnb2xqE9AULhiLA9z7tyZk+5evqGVali+8fLFBMVY0MVdbFLu+tNp/2S/yxfjl/763YaVv4pXWOWa/V4YZZm8KXlsnPzdQnqlnFwg2tr4hfl+3TQab7VapdapTLMWaWQejBmLcH9oFCsn5QHq0/fZPn2VB017RfwZUgDgXiPjAgAAAAAAAADFlCwkIB7Ma3OS06O/k53OAR3sXMOVEuTYYWMRl4DgipYz2jiVdhkz4YezcSe++/K9qF0bt21asW/35v/7foUMIlwvNyc7/lxsGQ8fF7ey5s4Y0xP9KtWLxCOMwRdzqEXGUypY1HG5+0OfOmmMmASFVLl+sCwZUsbdS6/TxcUc8/TxdzAVILEkZ+dxK5zgpojLF+PFMrRiDeXmZAGboJDK5vF+AaGNmne64WDzFEvlg0LFMsGUcUlNuvT7zzPKevo+2esFuTXJtJ8OXfs7XxdMUYyTB3lbXmDtei1veCw5pY61jd17E2eXvtF+1Gq1j19QnKl2i1IYH2nQpL1lziA7KzP+bIytnYN/YJi507FUabn//Xv+Phi11d3L15xiMX2vxNsNudlZv8z5UjFOGjXinyIux42lTcwJEnHrxKq8ddev3pDp81LVadDa3KPTapMvXxDH7dZnyA3fUtn0nTy8f8c7w3uJb0KNWo2rVK8XEBzuF1DB2zfguZ51c7IzZYEW+fEFV6haZA/nzxhzS6EVC0r13OWnI25v/8Fvd33qpVnffLx+5a/RR6LGvNZ75LtftuzQUym5PKoOSYtbptdmKYb87JipVlXGaTTiC6hX6/QqI2NAjYALAADFDRkXAAAAAAAAACh2DP8wFnFJOvSFQZcl+lVqG6/qI5SSRQYy5BN9IeF8XNKlBN9yQWU8vP0DQ8f/38+iZ8pHrx07uGv2NxPGTPjhFjsJtSjHkpVxNf5cbGmXMkVKsJw8Jgu3FGQajpmmSZIlZO7VoRPijTERK6ui/x/4Q1HbU5ISvXzK+/oFXbxwTpufe/0YYfO6pWIZWbvZDQ+XkZEulkWiDOJiV//5s69/UJ0GrcQX5sTR/Ta29kEVjMmM7KwMxTStzzOD3rR8S1pK0tUrqV4+/rKojGLMwRhDPDJUMX/WFHF6/V8cbZ5HKTvb+A1s1b63eQokKS7mqItLWdeyHnJV1sWJrNv8hid/4tj+jKtp9Zu0L3OTBI9iLLFTOdr0oSimAIpiMemSdPK4KaVUsbplmRwnJ2fFmHHJnfOtcbamfs+PsrKylptUKpWDU6msjCvHj0bt3fmXh5dfm459LPYm55kqCDkdNyWuwirXvOHq9VKTLydfSggKrers+s8nIqdMEorcc71OdyrmiI9voAw2/fD1hzpt/htjpzZv+08NmLNxJ5IuxqvVGjl/Vn7ejYv6bFpv/JKEFWZc/vOncyUt+fSp484uZcsHhZV2cXt19GcDX/nf7BkTViye/e1X75XsjIvGxtmj2iuJUZNEW3d5Q15aL02ZauJLpVGLP0OmkIva+OWhlAsAAMWKWgEAAAAAAAAAFCdyliLZEM9ac9NjMs8ukT3ulQZa2bsrJYss2hEUWlD1ZOtfy98e1mPN8gXmAT7lAoe9+alSWLvihk6awhDBof+Uu5DRk/BKRdMJx49GiYfXsnjJxQvnsjKu+PqHyBIy9+rQbmU8jTtPPGc5THyUc783xi/aPmGcMcLF1Vj05fLFBL1OZzlsz/YNB6O2OpVyadCsww0PV7assSZHUtIFy84lC7/9/qv3dm1ZI9rxZ2NNkxkV1MXx8Q0UyzNxx83fK8X01fps3NDBTzdZ9utMc6etnYO7l29yUuKF+NOrls0LCa/eol0P81ZvU1QoLvaI5XEP798xtH/Ll/s3l6kOsRQ3ytcv+PriNFKVGvWWb71ws7SQVM4/WNyWHFNoQ5a0CQ2/pmjNiaPGjIs53iHJOi5RuzZFH9lbPrhi82tnDnI0nc8fvxmP23fgSLVGY94kS8WEFGZc5DRP5mmziqxe78SxfYoxIlPdslNcvlNpV1OBn1OW/b/M+Wr4wLaffvCyXI2JPqhWaywDLsKy34yfSEBIJZku8vD2UywmkCp44/EDm9cZfxNCKxfcmf/86VyIPyO+8zM+/5+5x6mU88uvT3B2LZtxJTU1+bJSopWp8JSNk59sZ5+YpNWZiD+reouYIQAAKE7IuAAAAAAAAABAsVM4S5HxlXTgI9lpZV+2bKXnlJJFPEyOOWGcLcgcRikfZJyAZuPa3y2fr8eaxgSHVbvZfk6ZgjJuZT3NPdFHZbWPa+IR8WdjszOvBoZUkkU+ZE2XkLCq9/bQTVp2Ecs/Fv2Ynpps7vzh6/FHDuz0Cwjt1mewYppAp0HTDrk5Wb/M+co8JjH+zP99/JpovDR8vL2D4w0PZ0rnqLb+tTz5UkHM5VDU9p9nf+7o5NxngLHGz7HDe8QyMLhSwUUFh/uUC7qcGD/rm49lnkan1c74/H/7dm/y8CrX4clnLXfu519BXPuvc6fqddrBw8dbbqrfuJ1YLpj9+bnTJ2XPmdjjH77zvGg81f81maeR6ZOQitWVm4g+su9g1Nbky4nKzZXzDxbf/biYo1ptvlhqrKwDQipZDpAT7hT5ZB2djBmXA3v/FstnB71lWeJFcHAwpjp2b1vn6xfcsn2va/cmJ6uqXniGxsItwYWJqyKr15NzXYVWKnrJDZt2FMvpU969mp4qezatWTz3+0/F5ciPSShT1kuv1x3et8P8rmW/fr9yyRzRKB8YKnt8ygWK78ypk4f37d4se8RtH2+67YpFtuY/fzq+/sEqlfrIwV1yq3TxwrmrV9LKevpazvxVMqk03jXfkk1DZmxOwgqtVvz5kFEXncFQkDgk6QIAQPHBXEUAAAAAAAAAUIxYFHEx5j+uxq/NTYqSPV7VR6rUtkrJEn829kpaso2tfaBpYh2hTsPWTVo9uXndkmefjKge2SisckRaStKaP3+2s3fs9czQm+0nK/OqWM765uMNq38bOOR/4l2yPkeF8Gue6Ecf2WfZGXPClJYoDArcq0MHVajcu//whbO/GPRUgzoNWnt6l9u5Ze3p2KMVq9V5+4NvrArnnXlp+PjDB3bO/X7izm1rqtaon56WsmndEoNe//Ibn7Ro3+Nmh/MLqPDsi6PmfPvJy/1bNm3ZJfHC2b07Nohn9aPHf1PGw9t0jaa5nyym13n5jQljR/b97aepq5b+FBAcfjHx3OXEeE9v/4+//NXe0cly5+XKh0Tt2rh2xcJ6TdpXrFbbclOzNt3W/LngYNSWwU83DQypZOfgePzQHoNBL660S68X5Bh5z0PDb5xxEd/n0cO65+Vmf/j5wlvMVSQr4pw7c9La2lqnzQ+vUqtIYEXOLmSe3EpycCyoTRISXr1ek3ZF9im36vW6p/q/Zrm33Jzss6eiHZxK+/oHi9WUpIuXEs97eJWTiaUiqzd0w0ozQr9Bb+7atmbfro3PdIkIDq0iDiS+AOJ7PnrcN+aPpsczr3z92egP332+w5P91GpNTPTB3dvWBQRXEiNLlXaVY1QqVb9Bb308ZtD/RvSpXb+lrb3Dtk0r6jdpt/XSBS+f8qWcC4b950/HqZTzsFGffvnJGyNeaB8SVk187VVq9apl8/Q67bODRj0Oc/Q4+TR29KyXedGYNMo9NcPWo7lGU1qn0av1csoiNXMVAQBQrJBxAQAAAAAAAIDiRU5RpNcbdNq8lIOTZKd9marOAR2UEkdWSQkMqWiZPHjzvWmRdZut/vPnUzFHjh3eExJWtWufwZ27Dyzr6XOz/fR6ZmhM9MGUpMTTMcc8TdO7nDhqjLNUrlbHctiJ46biLuaMi2maIcsczD05tPDsi6PdPXx/mfvVxjWL7OwdxX5GvPt5i3Y9LS9T7POrH9Z8P/WDrRuXnzx2wNPHv2W7Hr2fHe7hXU65pd79h3t5+/82/+s1yxeUdnFr2KzjUwNGBBWGhOJijdPrVKxSyzw+onaTiVN///ar904e239CHMirXPenX3nm+TfkbDiWypUPMf7DYBg45N0im8Rj/vFT5s365uMVS+bGxRxxLetZNaL+M4PerFy9rnmMTJ9cH/iQzpw6npdrnDSnyDRDRfj6B9vaOZw/G6vTahWLWYSkjKvpiQlnSruU8fC65i45lXKRjReGvX/9Ph0cnOTVNWvbzbI/NvqQ+NMWElpwiNgTh42nVznyhqs3dDL6gI2tfZFKM4JrWY8vZq6e8fmYrRtXiNvu7unbpNWTg14ZK3NIUseu/Z0cS4vP8defponVStVqT/hqUVbm1fGjByQn/VPqpmHzjqPHzfh59ucHoraKj3X4qMmBFSpt2fBHBYuKLHfz6bR94mn/gDBxGrEnDi777YfygaGNWzzRpmOf0Eo1lMeDT+13Ti5/UjHolfyU7NNzNBWGaDRqtUqvNvond0jSBQCA4kBFgTUAAAAAAAAAJU/hXD96nU6Xn5+fl5d3cU1jfW6yR7Wh7lWHKcWV/H/YFgRcdLrkY9+nHf1Sbgpuu8DONVwBANxrF/ZOTDn5s7Glsnaqt9DOydvGxsraysra2kpjCrzIgAsxF9wjGsXKSSnxtFfEv9coAHCtI/PE/0Vj0JUbZluuh52Jra2tjfjfXSv5v7nqf/1fW7UCAAAAAAAAACg2zOkcbU5yevT3stM5oAMBFwC4TzyqDlbblDa2DPlZJ7/SanU6nV5nTEmaIocmClCc/Prrr126dClbtmxwcPAvv/yiAMBjg4wLAAAAAAAAABQLhn8YS7kkHfrCoMsS/SqNnVf1EQoA4P7Q2Dh7Vhks2/qkv/LSDsuYS6GCjAtJFxQT69ev79Wr17Jlyzw8PEqXLl2qVCkFAB4bZFwAAAAAAAAA4OEzPzqVRVxy02Myzy6RPe4Vn7Oyd1cAAPeNW4XeNk5+sp19YpIx4qKzLONCKRcUIxs3bhTLt99+++jRo/v27Wvfvr0CAI8NMi4AAAAAAAAAUCwUzlJkfCUd+Eh2WtmXLVtpgAIAuK9UGu9a78imITM2J2G5VqvTFkRddAaDQikXFB9ZWcYybwEBAQoAPH7IuAAAAAAAAADAQ2ZRxMXYvnp+TW5SlOzxqvG6Rit9WAAAEABJREFUSm2rAADuMyev+k7eDWU7N/YbbV6mTqeXpVzM5Vz+n737AGyq6vs4frK7J50USnfZU8AFgihDARcOHKAiooC490IFxS2KioPXhYqKjwNBFAFlyB4CLd2s7tI9M9+T3BJr2btNv58nz/Xk5tybNG0u4/z4/wVwKlRWVqpUquHDhyclJY0cOTIsLGzUqFEFBQXKo1u3bp00aVK3bt1CQkKuvPLKOXPmyJ9A5aFffvlFHvj666/L8Z133inHN998sxyfd955np6e5eXlEydOlEddcsklK1euVA5ZunSpPNuFF17o4+MTERHRp0+fV199teEPc79+/fR6fXV19Ysvvjhw4EB/f//+/fvLOfIh+bxyp3KsPHDevHmNvhD5mp944gk5PyAg4OKLL542bVpFRYUAgNNJKwAAAAAAAAAAZ9uBIi5Ws6mueNuryk73wM6+kTQgAIAzJKznI2m/XCFsVmEurc76VBN/l0aj1qjt5bXUavuFWqVSKVsBnATlR6iiouLyyy/PysqS4zVr1gQF2fsSPvroozNmzJCD8PDw2NjYxYsX//DDD++9997ChQvlhLi4uOeee+73339fsWLFFVdc0aNHjw4dOignVKvVY8aMkZPl3SVLlrz77rvyZ3Xs2LGfffaZ3OPr69uxY8ft27dnZ2evW7cuPz//lVdeafiSRo8e/eOPPwYHB4eEhPzlIH9PsmXLlq+++qpr166hoaHyqOuvv97Hx8fZGunbb78dN25ceXm5PHmnTp02b968dOlS+bxy/3nnnScA4PSgjgsAAAAAAAAAnE0Ni7jI9aSy9M8tNXnKnvBeTwgAwJmi92obEHe9MjZnf2OqKbC3K1KKuVDKBaeO8oP0559/ajSaxYsXZ2VlffTRRyqVSu6ZMWNGZGTk0qVLs7OzV61aVVBQcMstt2zYsGHaNHsTw/j4+Keeeuqcc86R46FDh8rx1VdfrZywsrLy119//fDDD/Pz8+fNmxcXF/fjjz9+9tlnvr6+y5YtKy4u/vvvv0tLS+fOnSvnv//++yaTyfl65Fg+43fffZeTk7Nz587XXntN7nzkkUc2bdq0bdu2LVu2pKamvvfee3LnzJkzlUNKSkomTZokn3T27Nn79+9fuXKl3L7++uvyDPfcc4+z8AwAnHJkXAAAAAAAAADgLLMdYK7dX7rzA2WnX9Tlbv6JAgBwBoV0mqDWe9tHNlNN+jsWO2e7ovpoAkkXnCozZ8689NJL27VrN3jwYHn3+eefl9vXX399wIABygQvL68PP/wwIiJi1qxZubm5Rz7bvffeO27cuODg4GuvvVbedXNzu+WWW958882LLrpIrbYvCms0mtGjR8sJlZWVxcXFDY+dNGnS1VdfLSfI8ZQpU9zd3ZXX06lTJ2XC8OHD5TYjI8P5ygsKCu65557x48crR6lUqvvuu++aa67ZuHHj/PnzBQCcHmRcAAAAAAAAAODsUxoVle/+yWapUfa0SrxVAADOLLXeJyD2WmVsKVxqriu2h1xsBFxw6qnVameWRfH333/L7aBBgxru1Ov1/fv3N5vNW7ZsOfIJBw4c2PDukCFDPv3007Fjxyp35U/yhg0bPv74Y+VnuK6uruHkfv36OccajSYsLEwOnAEXSWmlVFBQoNzdtGnTwc/ofPHKowBwOmgFAAAAAAAAAODsU8k1J682l5cmz7ZZquX9op2ftO7zvAAAnEEWY1lJ+nfKWBXY36r2UYq4OOq4qOWFWqVSCeBUCAgIcHNzc97dt29fdbX9NwC+vr6HnJ+WljZ06NAjnFCJoTRUWVk5f/78zMzMjRs3rly5sqyszPlQo3ZCgYGBDe8qpVkanlCpBNPwxcjtiBEjxKGkp6cLADg9yLgAAAAAAAAAwNmn/KNqlS7AK35cRfJMOS7N+jkwfrSbf3sBADhTCrbPthgdOQCVThVxu1JkSynd4rhQE3DBKaPV/mehVolPeXl59e3b95DzD5d9OdwJMzIyLrjggry8PDnu2rXrkCFDYmNj5fa2225TEioN6XQ6cTyUV9uvXz+9Xn/wo23bthUAcHqQcQEAAAAAAACAs+xA/wv7wL3NtVVZ31hr7StSORunRw/6XAAAzghj5Z7itK+VsbnVFTptsLM/ES2KcLq1bt3aw8PDbDYvXLjweBMnhzR16tS8vLw77rjj/fffb1iFpaSkRJy06OjopKSk5557rn///oeeYS4XAHAaqAUAAAAAAAAA4Kw60PnCUcpFrXOPvUfZX1O0rWz3IgEAOCNyN84QNnsDF3uLoqBRtCXCGXbVVVfV1tb+8ssvDXdardZzzjknISFh7dq14nisWLFCbsePH98w4LJq1aqioiI5sFgs4iQMHz5cbn/88cdG+ydPntyuXbv3339fAMDpQcYFAAAAAAAAAJoElZ19qw/up/btquzM2/K6zVonAACnWWXe35W5q5SxKeRmtc5DXpDVarWqASWMCJwmDz74oLLNyMhQ9lgslvvvv3/Dhg1arfacc845npOJiIgIud2+fbtzT3Z29u23366Mq6qqxEkYO3ZsmzZt3n777cWLFzt3zps37913383Nzb3kkksEAJwe9CoCAAAAAAAAgLNPSbc41lPtS6qGmHurN46Vd801hUVJnwZ1Gi8AAKePzZK7YboyNOvbWf0H6dRqxwXZfk1Wgi4COM26du06efLkt99+u3v37n369JF7cnJykpKS/P39v/vuu4blWI7F448/PmzYsDvvvHPr1q2enp7r169fuXKlwWDo2LHjjh07CgsLxUnQ6/UzZswYM2bMkCFDLrroIq1WW1NTs2qVPSX26aefxsTE0KsIwGlCHRcAAAAAAAAAOPsOBFzsNBq1zidGG3qZ8lBh8hxzdYEAAJw2xenfGCv3KmNT2ASNRisvxfab3GgOBF0O1HQRwGkzc+bMr776qkuXLsnJyatXr5Y/f5MnT/7nn3/at28vjtPQoUOXLVvWv39/ecJp06Zt3bp17Nix27Ztu+WWW+SjS5YsESfnhhtuWLt27aWXXrp3796VK1fm5+dfe+2169atu/766wUAnDYqm42iagAAAAAAAABcjc3BarVaLBaTyWQ0GvN/u9Batz+4y6SgzpNFU6L8Ja3VzuZ4tWaT2VJXZ6ypyK/ZeJOwVMtH/aIub93nBYEmr7qywsPL+7gOqamucvfwFC0bbwLOLouxLHXBcKvRXnbC6NnXEvmoXq8z6HVubga5lWO9TqvVauT/nQVdSLrgJGiE1ku4PHsdF5ahATS2Y26ivXhaxGRDxDVuDgb5i61eb/+F1p4qVR/1V1jquAAAAAAAAADA2eRcLlXaFSkVA+ylXDxaaVqPVuaUZi2oLUkWaMIyUrbdP/6y3VkpR5jz5+8/XHZ+2GvP16esjHW1X/3fG6+/cI9whJwuv6D1nHebfZLppacnyK9x1fKFh7x7sIZvgsJsNo3o3/bKgdHyPREnp9Eb3nxZzOav/+/NCaP7ybdlwo395Ve0ZsVigVOnYPtsJeBitanNYWPlddiRaLHXclGquRwo4lI/n4ALAABnCxkXAAAAAAAAADj7GvQqUsnlVK3jXzK6tb1e6EOUCTkbpws0VVar9cG7RqYmbYlr3/UI09J2bpHb+PbdlbvffzX7i49ebtMuTo7lNz68TXT2ngzRzKXs2Ci37Tv1POTdgzV8ExRpyVstZlNixx7yPREnp9Eb3kxZzOYn77v+849mWG22YVfcHNa63dJf5z//6NjfFnwlcCoYK/cUp32tjE2BV6j0oUq6xXEZVjs2ziZFNCoCAOAs0woAAAAAAAAAwFklF01tNptj8dQml1I1Go1czJYLqxaLQRd1lynlWTmnpmhb2e5FvpFDBZqeXRnJxrqa6LhOWq3uCNMuGXZ97/MvaRfdXrmbnrJVbmMTuih3o+M6ZqbtEM1ZcVF+Qd6+4NCIgFYhB989pEZvgnAGUzqcgmBKoze8mfrio1f+2bSq74VDHnt+tlanl3vk3ccmj/q/914YOPhqZQ9ORu7GGcJmLxpkVftYWo1ydCXSHIi5aBRKAFGZT8wFAICziDouAAAAAAAAANAkKHVcHFt7KRelWYYhZIDwrl/+z9vyus1aJ9D0KLGMuMSuR54WGZPYpcf5Pn4B9Uel/CO3HTr3Vu5GtI3J2ZtZW1Mtmq2M1O1ym9Cx5yHvHlKjN0FKSTplxVcaveHNUXVlxfdfve/u4XXvY6874yzyi+rW68Ly0uKUpM0CJ6cy7+/K3FXKuC7oJrXOo75L0YGb2nFNdhZyEQAA4KyijgsAAAAAAAAAnH1KKRfHQDgKBtjruFitVovF6hZ7X82msXKCuaawKOnToE7jBU6Rwrzsn+fP2bh2eW72rsSOPYeOvOnCi0c8eNfIlO0b5y9J1xvc5Byzyfj7L/NW/bkwK31HbU11eJvokaPGDRp2rXKGfbvT7xx9oTJe/PNceXv0udnyJAc/19aNKx+/Z1TPvgOfe23ujGfu+mvJD8r+G4d3bhuV8N4XyyPaxths1uw9GTEJnZ1HTX9i3Krlv3z2v00lJYXzv3xv5/YNtbXVvc69+NYJTzQsjmI2m36c9+HWTauU0EPrNlHXj72v93mDGr6A64d1DAgMfvfzZT99+9H3X79vMhqff+3L6PhOjV7nrozkibcMvPyqW8fc+dic9174a8mPgUGh73yyRK72lxYXff/Vezt3bExP+cfL2y86ruMd90xt3SbaeWxK0ia5jY7tcMi7jRzyTRAHKru079RzxdKfVyz96Z9Nqz09vS8YOPzmcQ81rFlSUlSw6KcvNqxZuicrRac3tG0Xd9vdTyd07H7IN/zIX9fBr+2oJx97dS/5w/Pdb2nunl4ND7zntsEZKf+8+Pb8Lj3Ok3cz03Ys/mnutq1rcvZm+QUExrfvfueU5+XzNjwkLXnrFx+/kpG6raqyIiSsTa9zB1538z3evv7KowX5+zp16+vt4+fcoygtKZJbLy9fgZNhs+RuqG8DZzFEWf0HGQ6Ub6kv4qKuL+LiDLcQcwEA4Owi4wIAAAAAAAAATYVSykWuu2o0NqvVKpdW5SKrzifaGDLMWrBITihMnuMffYXWI1jgpCX/s/7ZR8ZUlpdERMYOHn7j9q1rXnp6gruH166M5Ki4jkrApaxk/9RHbknZscnTy7f3+YM8PX1W/bXwjWlT9u1JHzvhcTnBJmw33Hr/gu8/qSgrHjHqDk8v787dzzvk06Ul26MbcYn2qjydu51rMZtWLf8lOq5TnwsubdsuXu6MibdHW/buTmuYcUnbudXbN2D9mj9mvfqYwc09om1M+a60pYu+ra6seOql/1Pm7M7Y+dIzE/ZkpQQGhZ3f/7Lq6gp55qkP3XznvS+MGHW7Micve7d8hT1693cmS1qFtJZf5sGvU0nJhIS3ffCuEbszd8qx/MLlav+q5QtnznhQvl1RsR3l27UrY+f61Us2r1/x8qzvEzr2qD92hz3Uktip5zjOXHUAABAASURBVCHvNnLIN0F+Xft2p/u3CvngradXLP1JfjvCWrfbnZXy3RfveHv7XXPTROXY1KQt8vtSWlwYGh558dBry0r3//3Xrw/cefnTMz7pff4lB7/hR/i6Dn5hx3LyyKjEwrzsPbvSGgZfli76LiPlnz4XDFYCLot//vKdlx+2Wi3y/bn8qjHyHVu1bMHWjave/fSPwOAw5ZDN6/588r4bDG5uPXpf5OsXuHb17//76n35xr79f78rP4HtYtpPe2teo1e4ZOE3uzKS5GkjYxIFTkJx2jxj5V5lXBcyXmvnrOCiVcItjgIugiIuAAA0EWRcAAAAAAAAAKBJaFTKRaPRWK02rdZmsWgM7e6oLlyqstXZLLX522a27vOCwMmpKCuZ9uS4yvKScZOevfKGO+Ueq8Xy8tSJLzx+u8lYG3+g69BH7zybsmNTfIfuT06fo5TfuG3ikw/dfeV3X8y66JIr28W0bxMZd/3Ye7/5/G29wf2Oe551RJQOLd3RlCc2wR65GHblLSXFBauW/3LhxSOuvXmyMqF12xiVSp2ZnnTRpVcpe8pL9xfk7dPqDHNmvXDfY28MHHqNcMRubhrZbd3qJWazSavVye30p+7Ytzv9xtsevOG2+5Vl+C0bVjx57/Vz3n3hvH5DW4WEiwMtgTJSt8ntC298ndipV1lJ0SHX7DMdDYYW/zy3dZuYB59+Jyg43Gwy5WXvfvmZu+QP5dRX5/Y6d6Ay84uPXvnq/16fOeOhWZ/9UX9s+g75JSR06HHIu40c8k1IcxRxKSnKly/4lXd/TOzcS76l8oud+tDNa1f/rmRczCbjjGcmlBYXXnr56IkPvqgUd8nN3nX3zQNnvfZYj979lT0N3/DDfV0Hv6pjPHlkVMKGv//I3pPhzLgY62r/7/1pGq3u9klPC0eBn1mvPmq1Wu9+8KXLrhyjzPnzt/+9PPXuD9+Z+uhz79e/hx+/Kr8L736+PDS8rbw7vrb6yftHJ21d++tPc535pEa+/r83v/j4leDQNo8994HASbAYy/K3138jTF59hWd7beMiLmpHzOXfLkXEXAAAOOvUAgAAAAAAAADQZKjqCbmu6uiTodZqtTqPVro2NykTSrMW1JYkC5ycLz5+tWR/wYUXj1QCLpJ8r+++f7rVapHjuPbdhCMksfTX7wJahU595QtnfxmDm8fIa8bZbNbN61coe3alJ1nMprjELkcIuIgDKZO4hPr0THqKPW4S73ii+hegVoe3ic5K2+Hck+qoRGI21U1+5BUl4CL5+gfq9QZHCMr+r1h/+PqDfbvT+1961ejbH3AuwHfrdeGAIVebjLVbNq6sf/ad9lMV5mfPeOd/3Xv3d/fwDG0deZjXaZ+pN7g/PeOT6LiO3r7+/q2C333tMbPZeOe9zzkDLtLoW+8PDY/clZFUkLdP3s3L2VNaXCi/BIOb+8F3D+ngN0GpthIYFPbquz926NpbeUsDAu2FiwyG+vP8/N3/5eXs7tl34D2PvursXhTWul3/QVcU5Wfvzkw55Bt+yK/r4Jd0jCdvG5Ugt9nZmc4Dv/9qdnFR3uVXjVWaN8159wX5UzFmwmPOgIvU/9IrQ8Larl+9xLlHvnUqtVqn1Sl35U/XmPGPdup+bk115cGvrbqyYupDt3z+0YyIyNhX3v0hKLS1wEko2D7baiyXA6tNbQod6yzfUh9wcbQpUroUEW0BAKDpIOMCAAAAAAAAAE2Fs1SA0rTIHnNRq5WiAoa2Nwh9iDItZ+N0gZNQV1uzZKG9/8v1Y6Y03O/jFxAabk9+JDpKjyz64XO5vfyqsXJ/w2nhEe3kNntvhnI3bacjS3Gg9MshVVaU5WXv8vVvpVRVEfYwh72PT/tOvRpOi47ruG9PuvNuuuPMXXpccOHA4c6dudm7amuqQsLaKD8ti3/+Um5vvPX+Rs8Yn2gPjjjPluFIk4y6abJfQCtxeFaLJSPVHrK5c8pzzp37C3I3rl3WKqT1pZePbjhZrdEobZX27kqT253bN8its65Jo7uHdPCbkOrIuFxx3fiGAZTdGfZkSUTbGOXuop++kNsbxtzbKHkQ5kjt7Ntj/740esMP+XUd0rGcXNhbCNmbBGXvqc+4lOwv/Obzt7y8/W66/SHheMfWrvzN08t35EG1WMLbRMtvn5yv3O3YtY/VYp5066BPZ7+4vzBP7unUre+Md76/7r8/mcL+Q1v9+L3Xrlv9e4/eF73x4ULnDxJOjLFyT3Ha18rYHDhSpQ/9t4iLPeDybwEX5T+CIi44lSzCXH4mb/O+nvvkk0+e4Se1d/MDgNOAXkUAAAAAAAAA0IQoHYscKRebXGa12YTVZpNrrhaLQRc1wZQyVc6pKdpWtnuRb+RQgROStnNrbU1V6zYx7WLaN3pI7je4ebSJipfj9X/bW/B89sFL8nbEsx0945KWvEVuE9rXBz72F+aVlRS1bhvbqMZJRNuYlUt/rq2pdnP3EAdKj5w/4LKGc1J22HMh7aLtdUTqamty9mXFJHRpfSD/4WQyGeVWd6ASSepO+wu49LLrxRFlpSeZTXUBrUI7devr3JmRZu/yc8FFlx1cqMZkdDyL3iDsnYmS5DaxY0/loUZ3D3bINyHV8Ub1v3hkw5kZafaATlRsB2GPFmVmO4I7D941Qhxeozf8kF/XwY7x5MLRq0ilUsv5yt25H78ivxe33f2Uh5e3vLt+jfzJsVVVll11ccyRzzPpwZfMJuPff/36zWczv/tiVt8LB98+8elDlth5Y/r98osaNPS6KY+9ptZoBE5O7sYZwmaVA6vax9zqWt2B8i0NYy5K0FCZT8AFp9oZzX9cd83l8kboBIBrIOMCAAAAAAAAAE2OUjzAZrMqpVzsbWm0VkPIQFP2PFG5U07I2/K6T5uBKrVB4PgV5mfLbWxil0b79xfm7S/M7dLjfPnmW8xmOTa4uV91w12HPEnHrn2UQXqqPeMS3+FIBUuUvjlK1RNxIIFxcCwmom2M/KZnpSe179zLeVTf8y9tOCc9dZvjWHuZFkd1Flt0bMeDnzHdcazSYilnX1Z1ZXnbqITA4DBxREqq5twLhzTcmZlmT6tEx3Y68rMoRVmcL6bR3UM810FvQmlxkXzPg0JbN3qdqY5GS0pLI+V716Zd/AUDLj/kaePadxUHv+GH+roOdownF45YT3hE1L7d9kDM7oydv/40N6x11LArbml4nl7nXny45JPvgcpAXj5+T744Z09W6oczn9m0bvnqPxduXv/XGx8tbBMZ13B+yo5NK/74MSahy5THXz9ySywci8q8vytzVynjuqAb1TqPA42K6m9q+xW4voIL6RYAAJoUMi4AAAAAAAAA0LQopVwcA+EoJGCv42K1Wi0WqyHmvtot4+UEc01hUdKnQZ3GCxw/jebQfze++s+Fwp5jsGcp6mprlJ03jXuo4Rz5bchM3xHeOkqp2GE2m3ZlJHt4+YRHRInDU7IgsQn1qRolpxLfvnEAIibe0fpnd1r7zr1K9hfuL8gJDA5v1JUmzRH4UHoAZe+z1xHRaht/OXW11etW/S4HPXsPsB+SZE+TdD+nnzgapTtS997/mZmTfehn2bbp7+KivNDwyNZtouXPZ2rSFr3BPTrOHmppdPfQz3XQm5C0bZ2wN4r6T+kXeaqMlG3yVJHR9vZANdWVchsS1qbR96W0uKiivCQ0vK1SVKbxG36or+tgx3hyRWR0QvbejPLS4tlvPW2zWSfc94KzvEpNdZXcdu527jU3TWx4ntzsXSqVOjiktZyZsy+rqCCndUR0YHBY26j459/4Su55fdq9yf+s+/T9F598cU7DAzet+1NuLx5yDQGXU8Bmyd1Q3+7Noouw+l9icJZvcWw16voiLs5wCzEXAACaDn4zBAAAAAAAAABNkVLKRW0v4mJfa5Vbufiq90vUhAxTJhQmzzFXFwgcv9ZtooWjMU3DnTXVVV9/+qY40ODGw8vby8e/rram0bRvPnt7ym2DX556t3I3Ky3JYjbFJXQ98jOmJTuCKR16KHcd9VfqEy3/eWFtY+S3fd+eDDlOTd4sDlXrJTVpi5yjnCogMERu83P3Nprz1Sdv1lRX9uh9UVBoa/uzpx69m1L963REQ9p3OqfhzvpnyfvPs1it1s8/miEHg4ePltvsPRnGupqo2PZK46FGdw/p4DdBie8oGSOnrLQd8lQxCZ2VeEd4a3uWaHfWTiUHppDjV5+bNOHGfj99+3H9qf77hh/y6zrYMZ5coWRuFv34+daNK3qde3Gvcwc6Hwpr3U5uMzOSGs4vL93/4IQRt4/qk5Fq7/20atkvj02+5rdfvv732SOiJj/0shwo5WEauuHW+35ZlTvy2jsETlpx2jxjZf0PszFsvNbOWcFFq4RbHAVcBEVc4DIWLV761jsfCQBwCWRcAAAAAAAAAKDJcS6sKqVcHFUF6ssMGNrdYVPZi0nYLLX522YKHL+ouI7hEdHpO7duXLNM2VNTXTX9iXGlxYXiQE8c6fz+l8nte68/UVFWouz587f/ff7Ryxqt7oax9yl7MtLsQY3AoJAjPF1lRVlB3t6AVqH+gUH1R6XvkNtWQY07B8nvdXib6Kw0+6NKBKRRemZPVqqxrqZtVLySHenS4zz/wOBN65Zv37LGOWfdqt+//fxtnd5twv3T6p/Ocaojd1MSjpo0WelJgUFhfgGtGu7vd/FIuf15/v+Vlex37pzz7vM7tq5t0y7+qhsmyLvJ2zfIbVRMB+XRRncP6eA3oT6Y0v4/rzN155aG70NkTKL83hXmZX/y/nSrxSL3WMzm2W8+tXn9n8GhEUq3oEZv+OG+roMdy8n/nRyVILdfznldpVLfMfnZhg/1ueBS+dn96/cf1q78Tdkjf4See/RW+QN2br+hSsOjyGj74ct//75kf+G/74mjtk1Mwn+6aMnX/8+mVfLmrC2EE2YxluVvf18Zmzz72Dy72K+t6oZFXByxwgZdioi5wAXk5hWkpmUKAHAJ9CoCAAAAAAAAgCbqwAqrTa63ymVXq02t1Wp1Hq20EaMte/9PPlSatSAw/kY3//YCx0MuYN98x8Mznpnw9AM3JnTsodPr92SluLt7yYf8A4OV2ifSzeMeWrf6t83rlt80sntMfKe62ppdGUl6g/ujz70vj1LmVFfZu9ss//2Hgvzsiy65cujImw9+upQdm8R/y6hUV5bL7VP3jw4ICpn25jz5XXU+FB3XMWXHRnGg9Ehc4n/iDqnJjsBHYn0KR6c33PvYG88+dPMjE68657yL5bHpO//ZuHZZQKvQx56brZSrkXbu2OTh5eO8ezi70h01af5bRkV5SdeNmTLv07fGXX9e7/MuCQmLWLvyd/lWtO/S+7Gp72t1eufX6HxbGt09pIPfhJ1Jm1Qqddx/WzilJm1p9D7c/eCLT98/+rsv3vn1xy/axSTm5+0tzMsOCWs7fea37p5e4qA3/HBf1yEd9eROSh0Xs9l4+VW3RkTGNnwoODRZgaaJAAAQAElEQVTixtsemDvn1eceGSOPlT9RGSnblMo6Dz/7rjKn9/mX9Bt0xV9Lfrjliu5de16Q0LF7aXHRbwu+cnP3vPamSQ3Plpa89bHJ18h35ofluwROTsG2961G+w+evJyawm5TyrfodNr6gIujTZHSpYhoCwAATRN1XAAAAAAAAACgKXKWEDjQtEgll16VYgNukTcIfX3hkJyN0wWOX79BI5955fPYhM4Zqdtzs3f36jvwtrufkvu79LzAOce/VfBbHy8+/6LLzCZjWvKWmurKfoOu+OjrVY4qHfUGDr4moWMPq8W8c9vGVkHhh3yutJ32tEpsg+Ic8rm0OkPOPvu/qm8YcJGiYzsU5ufU1lSnpTiKmvw3JpLuCL4kNKjI0uvcgS/P+l/7zr3Wr17y3dx3S0v33zzukQ++XNGha29lwr7d6ca6mkbFUY7wOg/Zd+mW8Y9OeuhlLy/f5b/N//Gbj7y8fe574k35vIHB9VVYshx9edp36nXIu4fU6E3I3pNRU1XRNjqhUXsjJdYT3yCh0v2cfjPe+T6ufbfKitLU5K1uBo+rb5z4/tw/Q8PbNvxCnG/4Eb6ugx315E4Wi1lu3T28brz9gYPPM/r2ByY/8kqrkNb5uXuy0pJat4mWd59/4yu9wc0556FnZsm3MbFzr8z0HT/M+3DfnvQrb5gwe+5fkTGJDU+V5qhkExXXsdGPCo6XsXJPcfo8ZWwKGK7Sh2g0at2BXkUazb8FXJT/CIq4wFUMGzzw3snjBAC4BFXDppIAAAAAAAAA4BpsDlar1WKxmEwmo9GY/9uF1rr9wV0mBXWeLJoP5xditdrMZovJbDYaTXV1puqc30ypzytzIs590TdyqMAxy0zbERAY0qhzzTuvPLLoh88ee/7DCwZeLoCjeebBmzb8/ce4yVOvvH68QHOw+8+Jlbmr5MCq9qmJeVfn5utm0BsMOoPevtXrdc5qLqoDBAAAOKV2zE2091yNmGyIuMbNwWCQvxTrtcqvwQdipkdAHRcAAAAAAAAAaNKcRQWUUi4axyqsIXSQ8Kov9pC35XWbtU7gmL3w2G03Du+ctHWdctdqtf752/9+X/B1cGib8/qTFsJR2Gy2uR+/uuHvP2ITuoy45jaB5qAy728l4CLVtRqt0XvbWxQ5KrjUr6mpVP8WciHdAgBAU6UVAAAAAAAAAICmSi61KtW45ZKro2ORTS7HOurTWA0x99VtvVM+ZK4pLEr6NKgTxSSOVb9BI7/9/O2pj45tF5NYV1uzd1dabU2VVqt/4KmZao1GAId34/AupcWFcmBwc3/gqbc1WtZZmgObJXdDfVs3iy7CGnCpQatxdn9zbJ3/drz+CGIucCWbt2zPzcsfNuRiAQDNH3VcAAAAAAAAAKCpU0q5qO1FXOqLDchFWb1fojp4sDKhMHmOubpA4NiMnfD4XfdP9/dvtX3z32nJW2prqrr16vfGh7906tZXAEckP4VyGxgc/uwrn7eNihdoDorT5hkr9ypjY9h4rZ3mQB0XrRJuUXojUMQFLmnz1u2/LPpDAIBLIF8MAAAAAAAAAE1ao1IuGo3GarVptTaLReMWNaGqcLnKVmez1OZvm9m6zwsCx+byq2+VNwEcp89/3CzQrFiMZfnb31fGRs9zbJ5dNBq1/J+ziIvSoahhlyJiLgAANFnUcQEAAAAAAACAZkBVT8h1WPsCrb2Ui1brHqhpPVqZUJq1oLYkWQAAGijY9r7VWC4HVpvaHDbOUbvFUcRFCbjYL6d2ShEXAbiisNDg+LhoAQAugYwLAAAAAAAAADR1ztICB5oWqTSOvkVyfda93Q1CF6hMy9k4XQAADjBW7ilOn6eMzQHDVfoQeeXUaZUuRY5si9pZwIUiLnBZQwcPnDJpnAAAl0DGBQAAAAAAAACagQYxF6FUHVDWaLVad130XcqcmqJtZbsXCQCAQ8766cJmlQOr2sfUapS8ctYHXA5cQtX1CLgAANA8kHEBAAAAAAAAgGZDqePi2CqlXOxrtIaQS4RXojIhb8vrNmudAIAWrzJ3ZVX+GmVsDBqt0XvbWxTVpwMdJVxUqoaFXAQAAGjyyLgAAAAAAAAAQPPgXIKV/1UqD9jbFTkKEhhi7lMeMtcUFiV9KgCghbNZcjfOUIYWXYTF/1J7rkWt/reIi0bJuaid4RZiLnBVcz79euKUxwUAuAQyLgAAAAAAAADQnCilXJSAi+ZAzEXvl6gOulSZUJg8x1xdIACgBStOm2es3KuMjWHjtY4WRQfquGiVcIujgIugiAsAAM0IGRcAAAAAAAAAaDYalXLR2KsQKAUJNG7Rd9lUBmEvXlCbv22mAICWymIsy9/+vjI2eZ5j8+ziCAVqnEVclA5FDbsUEXMBAKBZIOMCAAAAAAAAAM2Mqp6Q67P2hVt7KRet1j1QGzFamVCataC2JFkAQItUsO19q7FcDqw2tSlsnKN2i6OIixJw0TgCghqNUsRFAK7utjHXz3prugAAl0DGBQAAAAAAAACaE2fJgQNNi1T1HYs0GrfIG4QuUJmWs5HVLAAtkbFyT3H6PGVsCrhMpQ+RV0idVulS5Mi2qJ0FXCjiAgBAM0PGBQAAAAAAAACamQYxF6FUI1DWbrVad13UBGVOTdG2st2LBAC0MDnrpwubVQ6sak9zq+vkFbI+4HKgiMsBBFwAAGh+yLgAAAAAAAAAQLOk1HFxbJVSLvblW0PopcIrUZmQt+V1m7VOAECLUZm7sip/jTI2Bt2k0XvbWxTVpwAdXYocha+chVwE0AIsWrz0rXc+EgDgEsi4AAAAAAAAAEDz41yalf9VKhLY2xU5ChUYYu5THjLXFBYlfSoAoIWwWXI3zlCGFl2ExX+wPdeiVv9bxEVd36rIGW4h5oKWIDevIDUtUwCASyDjAgAAAAAAAADNlVLKRQm4aA7EXPR+iapWg5QJhclzzNUFAgBagP1pXxsr9ypjY9h4rSPVcqCOi5JwUQq4CIq4AADQTJFxAQAAAAAAAIBmqVEpF0d1Ao1SrsAt6k6byiDsRQ1q87fNFADg6izGsoLts5WxybOXzbOLPfbnCLccKOJiD7g07FJEzAUtRPeunS4berEAAJdAxgUAAAAAAAAAmjFVPSHXbZUqBXJFV+cZom19vTKhNGtBbUmyAACXVrDtfauxXA6sNrUp9DZH7RaNvYiLEnBR2hRpNEoRFwG0JN27dRo2hIwLABdBxgUAAAAAAAAAmitnKYIDTYtU9R2LNBq3djcKXaAyLWfjdAEArstYuac4fZ4yNgdcpjKE27sUaZUuRY5si9pZwIUiLgAANGNkXAAAAAAAAACgGWsQc6nvWKSs6Wp17trI8cqcmqJtZbsXCQBwUTnrpwubVQ6sak9Tq+vsV0KN5t8uRY6Ei/pAzEUQcEELk5dXkJaeKQDAJZBxAQAAAAAAAIBm76BSLvaVXbfwIcIrUZmQt+V1m7VOAIDLqcxdWZW/RhnXtRqt0XvrdFp7lyLtgS5FjgJXzkIuAmhhFi5e+ubbHwkAcAlkXAAAAAAAAACgeWtUysVRzaW+Y5Eh5j5ljrmmsCj5MwEALsZmyd04QxladBG2gCFKqOXfIi7q+lZFznALMRcAAJovMi4AAAAAAAAA4AoO1HGpL+WiFDDQ+yWqWg1UJhQmfWyuLhAA4EL2p31trNyrjI1h4zVanbz0HSjioiRclAIugiIuAAC4ADIuAAAAAAAAANDsORdulVIujqoFGqWMgVvUXUKlE/ZiB7X522YKAHAVFmNZwfbZytjk0cvm2cVRwkrboIiLPeDSsEsRMRe0QLeNuX7WW9MFALgEMi4AAAAAAAAA4CKURVzHgq6qvl2RVqvzDFGHX69MKM1aUFuSLADAJRRse89qLJcDq01tCrtNqV9lL+KiBFyUNkUajVLERQAAgOaPjAsAAAAAAAAAuAJniYIDTYvsHYscJQ007lE3C12gMi1nI/+SG4ArMFbuKU7/Rhmb/IeqDOHyimdvUqRVAi71RVycBEVcAABo/si4AAAAAAAAAICLaBBzqe9YpKz1anXuunbjlTk1RdvKdi8SANDM5ayfLmxWObCqPc1BN9iveBrNv12KHAkX9YGYiyDgghZszqdfT5zyuAAAl0DGBQAAAAAAAABcykGlXOwrvvrQwcIjRpmQt+V1m7VOAECzVZmzoip/jTKuC7xBo/fW6bT2LkXaA12KHIWsnIVcBAAAcAlkXAAAAAAAAADAdTQq5eKo5qJW+ncYYu9T5phrCouSPxMA0EzZLLmbXlaGFl2ELXCoEmr5t4iLur5VkTPcQswFAADXQMYFAAAAAAAAAFyNUsfFsVXVr/tqNXr/zqrAAcqEwqSPzdUFAgCaof1pXxsr9ypjY9h4jVYnL3EHirgoCRflEigo4gJIwwYPvHfyOAEALoGMCwAAAAAAAAC4FOeCrlziddRxUUoaqOXir1v03UKlE/YiCLX522YKAGhuLMaygu2zlbHJs6fNs4tyfVOKuCgFXZSrnzPgQswFLVxoaHBcbLQAAJdAxgUAAAAAAAAAXJCyuOtY6FXZF4AdpVx0niGa1tcrE0qzFtSWJAsAaFYKtr1nNZbLgU2oTKG311/c7JVcNMpYoRRxEQAAwLWQcQEAAAAAAAAAV+MsXaA0LXJ0LFJKuWjc2o4WukBlWs7G6QIAmg9j5Z7i9G+UsclvmMoQLq9s9iZFznSL2lnAhSIuQL3NW7Yv/PUPAQAugYwLAAAAAAAAALigBjEX4ehYVF/KRWvw0kaOU+bUFG0r271IAEAzkbN+urBZ5cCq9jQF3aDRaOrLt2iUjIv6AAIuwL82b93+yyIyLgBcBBkXAAAAAAAAAHBZ/y3lolbWgw1hQ1WescqEvC2v26x1AgCavMqcFVX5a5SxsdUNGr23vUWR1tmiSO24yv1byEUAAACXQ8YFAAAAAAAAAFxTo1IuSjUXpa+HPuZeZY65prAo+TMBAE2czZK76WVlaNGGWAOGKqEWe8xFKeKirm9V5Ay3EHMBFGGhwfFx0QIAXAIZFwAAAAAAAABwZUodF8fWXspFKXig9++sbjVAmVCY9LG5ukAAQBO2P+1rY+VeZWwMu1Ot+beCi7Y+4aJc6gRFXIBGhg4eOGXSOAEALoGMCwAAAAAAAAC4LOdCr1z6ddRxUUodqOWisCHqbqHSCXtxhNr8bTMFADRVFmNZwT+zlLHJo4fNq4c92qLRKkVclIIuylXOGXAh5gIAgEsi4wIAAAAAAAAALk5Z9HUsAKvsARf7mrBa5xmiCb9WmVCataC2JFkAQJNUsO09q7laDmxCZQobp5RvsQdcDpRyUShFXAQAAHBdZFwAAAAAAAAAwJU5SxooTYscHYscq8IajaHtjULrp0zL2ThdAEDTY6zcU5z+jTKu8x2iMoQ7ilHVX8ccZVycBVwo4gIcwpxPv5445XEBAC6BjAsAAAAAAAAAuLgGMRfh6Fikrq+C4Oati7pTmVNTvjFWvQAAEABJREFUtK1s9yIBAE1MzvrpwmaVA6va0xJ8g0Zjj7YoXYqUqlQHEHABAMD1kXEBAAAAAAAAgBbhv6Vc1Mo6sT50qMozVpmQt+V1m7VOAECTUZmzoip/jTI2tbpeo/d19idSAi6Oq9m/hVwEAABwaWRcAAAAAAAAAMD1NSrlolRzkTedVquPuVeZY64pLEr+TABAE2Gz5G56WRlatCGWgGFKlyJHERetPeOirm9V5Ay3EHMBDnbbmOtnvUVHQgAugowLAAAAAAAAALQUSh0Xx9ZeykUphKD376wKvEiZUJj0sbm6QABAE7A/7Wtj5V5lbAy7U+3ItfyniIuSb1EJirgAANBCkHEBAAAAAAAAgBbBuQAsl4QddVyUEghquVhsiLpbqHTCXjShNn/bTAEAZ5vFWFbwzyxlbPLobvPqYY+2aLSOIi71XYqUq5kz4ELMBQAAl0fGBQAAAAAAAABaEGUx2LEwrLIHXBy1EPReoZrwUcqE0qwFtSXJAgDOqoJt71nN1XJgEypT2B1K7RZ7wOXfOi52ShEXAeDwFi1e+tY7HwkAcAlkXAAAAAAAAACgpXCWOlCaFjk6FjlWizUaQ9ubhNZPmZazcboAgLPHWLmnOP2b+rHvEJUh3FF0qv565Sjj4izgQhEX4Chy8wpS0zIFALgEMi4AAAAAAAAA0II0iLkIR8cidX11BDdvbeQdypyaom1luxcJADhLctZPFzarHFjVnubgGzQae7RF6VKkVJ9SOIu4EHABAKCFIOMCAAAAAAAAAC3Of0u5qJX1Y0P4ZSrPWGVC3pbXbdY6AQBnXGXOiqr8Ncq4LvBajd7X2Z9ICbg4rlrOmAvpFuAounftdNnQiwUAuAQyLgAAAAAAAADQsjQq5aJUc5E3nVarj7lXmWOuKSxK/kwAwBlms+RuelkZWrQhtsDLlS5FjiIuWnvGRV3fqsgZbiHmAhxZ926dhg0h4wLARZBxAQAAAAAAAICWSKnj4tjaS7ko1RH0/p1VAf2UCYVJH5urCwQAnEH70742Vu5VxsaQ29WOXMt/irho6qu3KPWoBAAAaEnIuAAAAAAAAABAi+NcGJZLxY46LvaFY/sSskZriJ4gVDphL6ZQm79tpgCAM8ViLCv4Z5YyNrl3sfn0Vq5LjiIu9V2KlKuWM+BCzAU4qry8grT0TAEALoGMCwAAAAAAAAC0UMoisWPBWGXvBqKUcvGK0ISPUiaUZi2oLUkWAHBGFGx712qulgObUJnCJyi1W+wBl3/ruNR3KSLaAhy7hYuXvvn2RwIAXAIZFwAAAAAAAABoiZwlEJSmRY6ORY4lZLXa0PYmofVTpuVsnC4A4PSrK8soTv9WGRt9B6sM4fbsnUYpMaWpj7dQxAUAgJaNjAsAAAAAAAAAtFANYi7C0bFIrZRM0Ll5ayPHKXNqiraV7V4kAOA0y9k4TdiscmBTu5uDR2s0GmfARakypXAWcSHgAgBAC0TGBQAAAAAAAABatP+WclEr68qG8MtUnrHKhLwtr9usdQIATpuKnL+qCzYp47pWN2j0vg0bFWk0asfVyRlzId0CHIfbxlw/6y2qsgFwEWRcAAAAAAAAAKDlalTKRanmIm86rU4XPUWZY64pLEr+TADAaWKz5G16RRlatCHWgMuULkX2gIvGkXFR17cqcoZbiLkAANAykXEBAAAAAAAAgJZOqePi2NpLuShVEwwBXVQBFygTCpM+NlcXCAA4DfanfmWs3KuMjaG3qx25FudNCd4p1VuUulMCAAC0VGRcAAAAAAAAAKBFcy4YyyVkRx0X+4KyfWlZozVE320TGmEvslCbv22mAIBTzWIsK9j2rjI2uXWwefdWrj+OIi5KlyKNcnVyBlyIuQDHZc6nX0+c8rgAAJdAxgUAAAAAAAAAUF8dwbGQrLJ3CXHUTtB5ttaEj1ImlGYtqC1JFgBwShX8M8tqrpYDm1AZQ8cr159GdVyULkVEWwAAABkXAAAAAAAAAGjpnKURlKZFjo5F9qVlnVbrFnmL0Pop03I2ThcAcOrUlWUUZ3ynjE2+l6o92jmKuCilpBwcVySKuAAAAIVWAAAAAAAAAABaPLlsbLPZHIvINkfHIqG1aaxWq87NWxt5uznjNTmnpmhbzvrntO5BAgBOhcqclcJmlQObys0cPFqntddt0em0jj5FaiXh0rCICwEX4AQMGzzwwvN7CwBwCWRcAAAAAAAAAAD1nKVcbDabxp500Wg1VrfWIypzfxDVGXJCScb3AgBOtbqg0RqDv718lCPnUt+l6EARF6WMiwBwQkJDg0NFsAAAl0CvIgAAAAAAAACAXYOORUKpnSBXmJWOIW6xkwQAnB5WXagqaHjDLkX1ZVwcnOEWYi4AAIA6LgAAAAAAAACAfx2o42KVK8xWq9rqiLnoA3qaw682V6TZ6on6/+AUslmtRqN9IL8FOr1gOR+njdVYJw58flVarUpzFlaLnP3R7K8neJRWp9dptXq9vUuRTudsVKRSuhSRbgFOxuYt23Pz8ocNuVgAQPNHxgUAAAAAAAAAUE9ZdZYDubQsNxqNxh5n0dkTLe5x9xiNZpPJbLZYLGaL1Wp1hl0ETprNYq5MTbWZzXKs1uu9IuPk2y+A00D+sFXv2mWprq6/bxRqNzf3iAiNu4c4g5Tgivy/vV6URuOIttgbFdX3KrIXcDnQo+hAiSkB4IRs3rp946Z/yLgAcA1kXAAAAAAAAAAA/3FgRdkm15ft1Vxsarnq7My+aMz2BWlLfcaFai6ngs1WumWbrbTUPlap/c45R+PuJoDTRefWvn1N9t6qjEyb1SLvWyvKqgoLPNq29YyKkh9ycfo5YyvykiL/J68zSrTFvnHUcFHapSkhGAEAAHAAGRcAAAAAAAAAwL+cDUSUpkXCHsDQOB9yrEZrLJZ/Iy6OCcRcTkrZP1vNu3cpK/kBffp6BPgL4DRzi4nxCQ0rXremrqBA2VOzrcS0K6PV+RdqfX3FaebMuCh1XBypFo29fIvWXsrFWcRFKeMiKOICnJyw0OD4uGgBAC6BjAsAAAAAAAAA4D+cMRdHxEUuP9tEg9Voe77FqrX3KhIUcTkFqnfvrlz7t7KA79OxY2D7BAGcGe4Gr2FDy3fs2L9yhaWuTu6w1dZ4+vqo3Q3ijFC6FdlLuajtMRelgkuDLkX/ThMATsLQwQPlTQCASyDjAgAAAAAAAAA4BGfHIrngLOpXo4WScbHZbFarVdgruFDE5aSYSkvy530lamvl2BAaGnHJpSotf2+PMyqoe3f/+Njs77+vTEkJu/Jqd18fcfoduLzYx0q9FnvMxTFqWMGFdAsAAGiE3ysDAAAAAAAAABprUMpFbbVaNRqNSmWVy802m9ColTZFwv4/nASbyZT14WxbUYFaLvMbDPG3jtV7eQjgzHMLTLjjjvLt23w6dRZnlsoRd1EuNUrSxTH+N+BCzAU4eXl5BRWVlXGxtCsC4ArIuAAAAAAAAAAADktZe3bkXdTKwGZTtvZHKeJyMjLnfFibulMZx9x9t2dIqADOnsBu3Q/eWbJpg63OGHDueeJUc4ZXlIzLAf+OBQEX4BRZuHjpxk3/zHprugCA5o+MCwAAAAAAAADgEJRSLuLfriKqA9EWVaNkC0mXE1CwbGnRr4uUcfiVVwX17iOAJsZUWpr55uuWykq/XufE3TNF5+cvTpGG4RXHuP5S07A/EQEXAABwMDIuAAAAAAAAAIBDU9aYlaZFokHqRdFgzFL08anKyMh441VhMsuxT/sO0bfeqtKoBdDEpM/5yFJSIgelf6/evO2fmImTgi8eJE6pA0GWxlVbCLgAAIBDIuMCAAAAAAAAADgS52KzM+zSaD+Oi7miYsdTj4vaWvn2abx9Ok19TqPTC6Dpibt7ojAZC/9YIseWstLU6S/kL/wl8bHHDcEh4vTgqgKcDreNuV7eBAC4BDIuAAAAAAAAAIBjwvLzKZE89Rljbq59pFJ1eu55fWCgAJoknY9Ph6eeKRk8ZOeL04z798s9ZZs2bhhzc/SdE8KvuEpwQQAAAGccxQ8BAAAAAAAAADhD9nzxecn6dco46vZxft17CKBp8+/dp/fcr8IuH67ctVRXp73x+s4XpwsAAIAzjowLAAAAAAAAAABnQunmTVkfzlbG/uf0bnvzGAE0BxoPz/iHH+329ixDaKj9vkoVPmK4ANBMLFq89K13PhIA4BLoVQQAAAAAAAAAwGlnKi7e8dQTwmaTY32roA7PPkerFzQvvl279f58bubs2Rp3d59OXQSAZiI3ryA1LVMAgEsg4wIAAAAAAAAAwOlls5i3P/GYubxcjlUabefpL2m9vQXQ3KgNbrH3TDnkQ+aKCn6qAQDA6UavIgAAAAAAAAAATq/Md98t37FdGcfec49XYqIAXEhlSsqaa67c+9VcYbUKAE1M966dLht6sQAAl0DGBQAAAAAAAACA02j/qpX7vp2njIMuuij8yqsF4EosluTpz1tqajLfe3fjHbdW79olADQl3bt1GjaEjAsAF0HGBQAAAAAAAACA06Vm377k555Vxu6tWyc+/qQAXEtFWmp1VpYyrkxLX3/Ljbs++lAAAACcBmRcAAAAAAAAAAA4Lay1Ndsfe8RSUyPHaoNbpxdfVru5C8C1eCe27/PVNz4dOjr37P7sk/U331iZmiYANAF5eQVp6ZkCAFwCGRcAAAAAAAAAAE6LndNfqN69SxknPv6kR7t2AnBFbq1bd39vduy992nc61Nc8id/4/jbMt+dZTMaBYCzauHipW++/ZEAAJdAxgUAAAAAAAAAgFMv54fvC5cvV8bhI68MGjBAAC5MpWp91TXnfD7Xr3uP+j1Wa87PPyl1jAAAAE4JMi4AAAAAAAAAAJxilTt3pr/1ljL2jImNnXKvAFoAQ3BI17feTnjkca2Xl7wbc/dEra+vAHBWhYUGx8dFCwBwCVoBAAAAAAAAAABOHXNFxbbHH7VZzHIsV/o7v/iSSsvfxqMFCb3ssoC+fbPnfxc2fIQAcLYNHTxQ3gQAuATquAAAAAAAAAAAcOrYbEnPPm0sKlTudXj2OUNomABaGH1gYNT4Ow/eX7Ez2VxRIQAAAE4IGRcAAAAAAAAAAE6Z3Z/MKVm/Thm3vekW/959BAAHa13tjiceX3fTDYXLlgoAAIDjR8YFAAAAAAAAAIBTo3Tzpl3/N0cZ+3XrHjXuDgHggKyPPqwrLDCVlCQ989S2Rx4ylRQLAKffnE+/njjlcQEALoGMCwAAAAAAAAAAp4CxsGDHU08oY51/QMfnpwk1fwkP/MtmNDnHxX+vXnfT6LxffhEAAADHjN9eAwAAAAAAAABwsmxm87bHHjWXl8uxSqPpNG261tdXAGgg9r77u7832y08XLlrrqhImTF965TJdQX5AgAA4BiQcQEAAAAAAAAA4GSlvz2zMjVFGUeNv9OnU2cB4CA+HTv1+frbNtff4NxTunnT+ptvLFjyuwBwegwbPCbLN0MAABAASURBVPDeyeMEALgEMi4AAAAAAAAAAJyUwmXLcv43XxkHnndBmxtuFAAOL/ruST0/+sQjsp1y11JTo/PxEQBOj9DQ4LjYaAEALoGMCwAAAAAAAAAAJ656166d019QxobQ0PZPPyMAHI1XfFyv//s0csytKo02aMAA/959BAAAwNFoBQAAAAAAAAAAOCGW6urtjz1srauVY5VO13n6SxoPDwHgGKi02na3jwsaMEDn4ysAnDabt2zPzcsfNuRiAQDNH3VcAAAAAAAAAAA4QcnPTa3JzlbGcVPu94yNEwCOh2d0jL5Vq0Y7TSXFuz7+SAA4FTZv3f7Loj8EALgEMi4AAAAAAAAAAJyIfd/O2796pTIOuXRw2IgRAsCpkP72zN2f/t+60ddV7EwWAAAAB5BxAQAAAAAAAADguFVlZmS+O0sZe0S2S3j4UQHgVCjbsqlgye9yULNv36Y778h4e6bSDgzAiQkLDY6PixYA4BLIuAAAAAAAAAAAcHysxrodTz1hs1jkWOPu3unFGSq9XgA4Fdwj2rTq17/+js2279t5626+sWzrFgHghAwdPHDKpHECAFwCGRcAAAAAAAAAAI5Pxjvv1Ozdq4zj7rvfPSJCADhF9K2COr4wvcurr+tbtVL21OXlbZk8MfWVGZbqKgEAAFowMi4AAAAAAAAAAByHkg3rc374Xhm36n9RyJBhAsCp5t+7T58vv4647nrnntyff1p302gB4Djl5RWkpWcKAHAJWgEAAAAAAAAAQNOh9RVNm3+fi/uv2lZ/R6USp5y5TAAth8ogNG6HfETt5Rsz5Ul5Ezbbgcmn4RN3hpnLhbAJ4AxauHjpxk3/zHprugCA5o+MCwAAAAAAAAAAx8MFVtmB5oUPHQAAcCDjAgAAAAAAAAAAAAAAgKaOjAsAAAAAAAAAAAAAuKbbxlwvbwIAXAIZFwAAAAAAAAAAAAAAADR1ZFwAAAAAAAAAAAAAAADQ1KkFAAAAAAAAAAAAAMAVLVq89K13PhIA4BKo4wIAAAAAAAAAAAAArik3ryA1LVMAgEugjgsAAAAAAAAAAKfSrl27VCpVjx49jjBn4MCBcs6GDRuUu9XV1a+88sqMGTME0CJlZ2dPmjTpt99+E82K/AgPHz68srJSAACAM4KMCwAAAAAAAAAAZ9knn3zy8MMPFxcXC6BFevDBB2fNmmUymUSzMnz48AULFgigaevetdNlQy8WAOAS6FUEAAAAAAAAAMCZ9tprr5WVlSUkJAgAAE6n7t06dRedBAC4BDIuAAAAAAAAAACcad27dxcAAAAAjge9igAAAAAAAAAATdF333134403RkdHx8XFjRkzZunSpQfPkTsnTZp04YUX+vj4RERE9OnT59VXX7XZbM4J5513nqenZ3l5+cSJE0NCQi655JKVK1c+8cQTKpVq+fLlq1atGj16dLt27Tp27DhlypTdu3c3On9dXd1bb701fPjw4ODgXr163X///ZmZmY3mWCyWd999d8CAAb6+vv3793/llVeMRqM4moEDB8rXsGHDBjnu0KGDfHly8PLLL8udVVVVAmgxSkpK5I/9119/LceXX365HP/xxx/KQ4WFhePHj+/UqZO3t3ffvn3lBzAtLe3gM8hj+/Xr17p1a/kZv+qqqz788EP5qTzq85rN5k8++WTYsGFBQUHy2CFDhjifV3rggQfkK5kzZ07DQ3bt2iV3dunSRY7nzp0rx3l5eXIsX54cyxMq047lugGcSZu3bF/46x8CAFwCGRcAAAAAAAAAQNNSU1NzySWXjBo16ssvv3R3d/f19f3iiy8uvvji22+/3TnHZrONGTNG7pw1a9a2bds6duxYVla2bt26hx566OGHH3ZOkwvParVaznz33XcLCgqWLFkiV8GVh5YvXy5XtRcsWBAREZGfnz9z5syePXsmJyc7j92xY4dcXL/33nt/++23mJgYuRL/xhtvyD2zZ89u+GpvueWWiRMn/vXXX/Hx8dnZ2fLZ5Sq7OB533333iBEj5KB///7PPfecTqcTQIvh5uYmf+y7du0qxzfffLMcR0VFyfHOnTs7dOjw4YcfZmVldenSRX645AdQftJnzJjR8HD56bvhhhtWrFjh4eHRrl27RYsWjR8/vlevXrt27TrCk5aWlvbr1+/WW29dvHhxZGSkvErIwaBBgxqFWo6gc+fO8qV6e3vL8ZNPPinH8iTimK8bwJm0eev2XxaRcQHgIsi4AAAAAAAAAACaltdee23JkiUDBw7MzMyUC8YbNmxIS0vr27evXH6eP3++MufHH3/87LPPfH19ly1bVlxc/Pfff8tF67lz58qH3n//fZPJpEyz2WyVlZW//vqrXCnPz8+fN29eXFyc8tDUqVMfffTRwsLClStXyu1NN920f//+F1980fky5Cp1enr6pEmTCgoK5PkzMjJ+//13+Yz333+/XG5X5nzxxRdffvmlXHdPSkpav369nL9gwYK9e/eK4yGfYvDgwXLQp0+fp556Sq/XC6DFcHd3lz/27du3l+PrrrtOjqOjo61W67hx44qKiiZPniw/mKtWrZIfq++//97Dw0N+bOVnVjn2l19+effdd9u1a7d69Wp5lVi7du2+fftGjhy5ZcuWu+666whP+swzz8gPde/eveVnVl5h5MmXLl3q7e0tn05eDcQx6NKli3ypnp6ecvzII4/IsZJxOZbrBgAAOGFkXAAAAAAAAAAATUhlZeXLL7+s1+u/+OILpZyDJNe833vvPTl4/vnnlT1ubm633HLLm2++edFFFylLyxqNZvTo0cHBwfIMxcXFDc8pV53lerl86Nprr3XulMvbTzzxhMFgEI5yLw899JAcKM2DhKML0pIlS3r27PnWW2/J9Wll56BBgx577LHq6mpnJYlZs2bJ7cyZMxMSEpQ9l1122YQJEwSAk/D999+vWrXqggsukB8u+WFXdl555ZVTp06Vg2nTpil7nnzySbmdPXv2ueeeq+wJDAycO3duZGTkr7/+6ozCNFJXV/fpp5/Ki4zcOi8yAwYMGD9+fGho6OrVq8WJOsbrBnCGhYUGx8dFCwBwCWRcAAAAAAAAAABNSFJSUkVFRffu3cPCwhru79atW1BQ0NatW+X6tLw7ZMgQuT49duxY5VGLxbJhw4aPP/7YZrMJxxp2w2MHDhx48BP179+/4d3w8HDhaJOk3N20aZNwLHsrARqnSy65xPlocXHxmjVr5Jp6o/PfeOONAsBJ2LFjh9yOGjWq0f7rrrtObrdt2ya3Vqt1+/btrVq1uvTSSxvO8fT0vPzyy50nOdjGjRvLysp69OiRmJjYcP+rr76akZExcuRIcaKO5boBnHlDBw+cMmmcAACXoBUAAAAAAAAAADQZaWlpcrt27VqVSnXICcnJyd26dROOii/z58/PzMyUK9YrV66Ui9bOOXLxu+EhQUFBB5+nUYZGq7X/hbnZbFbupqenC8eat3TwsTt37pTbPXv2yG1ERESjR2NjYwWAk5Camiq3bdu2bbQ/JCTEzc0tOzu7vLx837598gPbrl27gw9XDlQ+xQfLzc0VB2Jtp9axXDcAAMDJIOMCAAAAAAAAAGhClGhLmzZtnN1/DikjI+OCCy7Iy8uT465duw4ZMiQ2NlZub7vtNiUl05CSX2lEo9GIo72MLl26BAcHH3nOwVkcvV7fqIoDgONisVjEQWE1hU6nq62tlZ/fI8xRHO4zrnQoOwHODNzhHMt1AwAAnAwyLgAAAAAAAACAJiQ6OlpuExMTf/vttyNMmzp1al5e3h133PH+++83DJSUlJSIUyEqKko4WqU8+eSTh5uj1IHIyspqtH/v3r1HWHcHcFRxcXFyu2/fvkb78/PzKyoq/Pz8PD095Rz52VfKKTWi7AwNDT3kyZVKSzk5OY32Z2RkLFmypGfPnr169VLyMY1CLfLZxREdy3UDOPPmfPr1xk3/zHprugCA5o8gOQAAAAAAAACgCZELzHKd+O+//87Ozm64f/fu3UFBQfLR6upqeXfFihVyO378+IYBl1WrVhUVFYkDRSBOxvDhw+X2559/ttlsDffPmzcvJCTkjjvuEI4WSF27di0rK1u4cGHDOd9++604TodrzAS0EI0+AkrW7bvvvms07auvvpLbSy65RG7d3NzktUJ+5Bt9AOUlYsGCBXIwYMCAQz5XbGysVqvdtGlTo2ZG8uQTJkz4/ffflZPL7a5duxpOWL58+ZFf9rFcNwAAwMkg4wIAAAAAAAAAaEJ0Ot39999fWVk5fvz4iooKZWdpaenNN98sF7PPOeccDw8PuSciIkJut2/f7jwwOzv79ttvV8ZVVVXi5LRv3/7aa69dt27dM88841yu3rFjx5QpUwoKCi666CJlj7Jofc8992zcuFHZs3jx4pdeekkcp0MuqAMth/IRcFZFuvLKK6OiolasWDFp0qTa2lpl5/z586dOnSoHEydOVPbcddddyt1Vq1Ype4qLi2+88cbdu3dffPHFXbt2PeRzabVaea0wGo233XabM0snn/r111+Xl5fRo0fLu/Hx8XL7ySefbNq0STgKunz33XevvPJKo1Mpl6PMzEzl7jFeNwAAwAkj4wIAAAAAAAAAaFrk8nPfvn0XLlzYpUuXSxw6dOggV7t79+792muvKXMef/xxub3zzjvvu+++J598cvDgwXJNWq4id+zYUe4vLCwUJ+2pp54KDQ19/vnne/ToobwMOcjPz58wYYJcRFfmyPHw4cMzMjJ69erVs2fPhISEIUOGDBw4UBwnpTPLN998061bt8rKSgG0MMpHYMqUKfJz9O233/r5+X322WdBQUGzZs0KDAy84IIL2rRpc80115SVlcmPZP/+/ZWj7r//fvlh3LVrl5wgz9CnT5/WrVv/8MMPcvzBBx8c4eleeeWVc889V15VoqKizjnnHPnp7tq1a0lJyfTp0yMjI+UE+Vz9+vXLzc2Vr0d+KoODg0eNGnX33Xc36n+kvOwLL7ywU6dOeXl54tiuG8AZNmzwwHsnjxMA4BLIuAAAAAAAAAAAmhZ3d/e//vrrySef9Pf337Jly4YNG+Sq82uvvbZs2TJPT09lztChQ+VdudT91VdfTZs2bevWrWPHjt22bdstt9wiH12yZIk4aXLRWp5WLksbjcY1a9YkJSXJNW+5+v7uu+8652g0mh9//PHzzz+XK9lZWVkBAQHyxXzzzTfiOMkV+gceeECv18tntFqtAmhhJk2aJD/U8odffuRLS0uF40OxefPmUaNGtWnTRg68vLxuu+02eTWQVwbnUSqV6osvvvjggw969+5dUVGRmpp6/vnnv//++/JzpHQ7Ohxvb+8///zzkUcead++fVpa2o4dO/r27fvzzz9PmTJFmeDm5vb777+//PLL8iKze/fuPn36fPjhh9OnT290HnldkmcoLy/fs2dPfn6+OLbrBnCGhYYGx8VGCwBwCapGHQEBAAAAAAAAwAXYHORyqcXeO+KqAAAQAElEQVRiMZlMcq0x/7cLrXX7g7tMCuo8WaAp0/qKFs5cJoCWQ2UQGjfRcpjL5a9RAgCAFmnH3ET566AlYrIh4ho3B4PBoNfrtVqtRqNRq9UqlerIZ6COCwAAAAAAAAAAAAC4ps1bti/89Q8BAC6BjAsAAAAAAAAAAAAAuKbNW7f/soiMCwAXoRUAAAAAAAAAAAAAAABA00bGBQAAAAAAAAAAAABcU/eunUJDggQAuAQyLgAAAAAAAAAAAADgmrp369RddBIA4BLIuAAAAAAAAAAAAAAAAKCpUwsAAAAAAAAAAAAAgCvKyytIS88UAOASyLgAAAAAAAAAAAAAgGtauHjpm29/JADAJdCrCAAAAAAAAADQlFhqxNmz65M5xsJCOQgZMtS3cxcB4HSzGYXFJs6g0q1bCn5bLAeG0LDIm28RZ9oZ/WIBAHAxZFwAAAAAAAAAAE2JXPA+e/Z+PsdqrJODoIsuOLuvBGgxbGf4s1azKz33p+/kwCs+PvKm6wUAAGg+yLgAAAAAAAAAAGBnM5mUgIvkFhwiAABo/m4bc728CQBwCWRcAAAAAAAAAACws9TWOsc6X18BAAAAoCkh4wIAAAAAAAAAgJ2lpto5Vuv1AgAAAEBTQsYFAAAAAAAAAAA7a22dc6x2dxcAXFHYiBHyJoAWY9HipalpmVMmjRMA0PyRcQEAAAAAAAAAwM7Zq0il4S/PAQAuIjevIDUtUwCAS+C36QAAAAAAAAAA2Flqa5SB2kCjIgAAAKDJIeMCAAAAAAAAAICdta6+V5HaYBAAALiE7l07hYYECQBwCWRcAAAAAAAAAACws1mtB0Y2AQCAS+jerVN30UkAgEsg4wIAAAAAAAAAAAAAAICmjowLAAAAAAAAAAAAWori1av2fPWVHHi0bRP/0CMCcHWbt2zPzcsfNuRiAQDNHxkXAAAAAAAAAAAAtBR1RfvLtm6WA0tNlQBagM1bt2/c9A8ZFwCugYwLAAAAAAAAAAAAAAAAmjoyLgAAAAAAAAAAAADgmsJCg+PjogUAuAQyLgAAAAAAAAAAAADgmoYOHihvAgBcAhkXAAAAAAAAAAAAAAAANHVkXAAAAAAAAAAAAAAAANDUqQUAAAAAAAAAAAAAwBW998GnDzwyVQCAS6COCwAAAAAAAAAAAAC4JqPRpNfrBQC4BDIuAAAAAAAAAAAAAOCaamvr3NwMAgBcAhkXAAAAAAAAAAAAtBRhI0bImwBajOtHjVSpVAIAXAIZFwAAAAAAAAAAAABwTZGREQIAXAUZFwAAAAAAAAAAAAAAADR1agEAAAAAAAAAAAAAcDklJaUfzpmbmpYhAMAlkHEBAAAAAAAAAAAAABeUX1C0YePWkpIyAQAugV5FAAAAAAAAAAAAAOCCioqK5TYoKFAAgEsg4wIAAAAAAAAAAICWwlRSvOeLz01lZabS0s6vvi4Al9aqVUDPHl2CWpFxAeAiyLgAAAAAAAAAAGBnM5mUgUqrEwBclEqt2fftN8q4Zt8+94gIAbiuxIRYeRMA4CrUAgAAAAAAAAAACGGuqlIGGg93AcBFaX191XqDMq7NyRYAAKD5IOMCAAAAAAAAAICdcX+RMtD7+gkArssrtr6sRWVGugBcV3V1zZ8r/i4qKhYA4CrIuAAAAAAAAAAAYFe8dq0ycG9D7xLAlfl1764MiteuEYDrSs/I+vLr/+3dlyMAwFWQcQEAAAAAAAAAQNgs5vId25Wxe0RbAcB1+XTurAzKt2+Xn30BuKjMrD1yGxvTTgCAqyDjAgAAAAAAAACAqEhKshqNytj3wPo3AJfk17WbMpCf+pL16wXgompr68LCQry9vQQAuAqtAAAAAAAAAACgxdv37TxloPX29u3SVQBwXRpPL9/OXcq2/SPH+b8tDuh7rgBc0fXXjhQA4FrIuAAAAAA4QTabTQAAAJweKpVKAGdQyfp1hcuXK+PwkVcIfgIBVxcyeKiScSn66y9rXa3a4CYAAECTR8YFAAAAwPFpFG0h6QIAAE4tJd2i/B6DpAvODEt19c4Xpytjtd4Qce31AoCrCx40KH3mm77dukVcdbX84AvA5RQXlwQE+AsAcC1kXAAAAAAcB2W1qeFWEHMBAACnjkqlkr+1UKItyliQdMHpl/XhB8aiQmUcdvlwnZ+fAODqNB4efb+dr/MnAQCX9dpbs0OCg+6ZeLsAABdCxgUAAADAMWmYaHFy3hUAAACnguqAhmNn6gU45SyVFemz3sn7ZYFy1xASEjVunADQMhBwgQvbuzenqKj4vL69BAC4FjIuAAAAAI6DXGGqrq1bl5QlqOMCAABOj4hg/6iwViqVSq1WK3uIueA0KVz6R9pbb5pKipW7ajf3ztNnaLy8BQAAzVzmrt1ye07PbgIAXAsZFwAAAABH5yzZYrVa64ym3Xn7BQAAwOnh4aZvE+SnVqvl7z3UDoJ2RTh1bCZTyaaNxX//vX/N6tqcHOd+Q2hol5de8YiOFgAANH/9Lzy3a+cOfn6+AgBcCxkXAAAAAMekUYsiyc/LXa/jzxQAAOCU2V9WabHaLBaL2WzWaDTivxVcKOWCE1abnV2RmlKZlia3ZVu2WI11jSYED7ok7r4HtN5UcAFatOK1a4z7i0OHDROASyDgAsAl8ffRAAAAAI6iYU8ipZSLcrdbXJsQf5YBAADAKbNg9baqWqP8zYbJZFJ+B6JycI4FcGyq0tMq5c0eapHbFEt19eFmGkJCYu+5t9WF/QSAFsxaU5P+zszcn38SarUhqJX/Ob0F0Jxt257cuVN7AQCuiIwLAAAAgGPiDLg4My4AAACng1LHRUm3qNVq1QGCUi44DKuxriojw16pJTXVnmvZmXzUQzSeXgG9zwkbPtK/1zkCQItnqasrWb/OPrJatz/xeI933/OMjRNA85SfX/jOe/938YALrr1mhAAAl0PGBQAAAMDRNSzlQsYFcA02uX6sVgt5A4AmRqnjogRc5Fhunb8VARSWqsqK1FR7pZaUlIq01OqsrGM5yr1NG+/4BO/2Hfy6dvNKSBAAcIDOz6/La29umnCHuaLCWlvzz4P39/jgI0NwiACaoeV//S23fXr3EADgisi4AAAAADgmtgPIuADNnsWiW7dO9efy2toa1R3jVa0jBAA0JfI3G2azWaPRKAXkCLhAMpUUV6SkVKalyltFWlptdvZRD1FptZ7R0V5x8d7x8V5xcV4xcWp3dwEAh+Hepk3nGa9smTLZZjIZi4s33zWh07QXvRITBdDcFO0vjo6KjGzLH/QAuCYyLgAAAACOlZJxEQCataoqw9Kl6pSUupISc36ueO0V7T332dq21VDQBUCTYbFYrAc4f/tBl6KWpjYnxx5nsfcest+M+/cf9RCNh4dXTKxXXLxy84yOUmn5C3AAx8GnU+cOTz274+kn5LiusGDT3XfG3ftA2Ai6vaCZmThhbEVFpQAAF8Vv8QEAAAAcB2IuQLOmqqrS//WXOjXVXFFuLC4SVqsoKiqdP79w3F3hHgZvnUYAQNPgjLk4Ay4Crs1qrd61qyJNSbSkya258uiLczo/vwNlWuw394gIQRAKwMlpddFFHZ+blvzCc1Zjnc1sTn11hvxFKGzkSAE0K97eXgIAXBQZFwAAAADHgV5FQLOmSUnRZGYay0pq8/KsdXVyj0Wj3dWjT3aVsdRk7eTn7qkl5gLg7HN2SBRwXTajsTIzozI1rTI1pSIttSojQy4nH/Uot9BQe5zF0XvIOy5eHxQsAOBUa3XRRT3attn28EN1BfnurVuHDL5UAM3EXyvXBAe1SkyIFQDgusi4AAAAADhWylITbQKA5spqtchFxNSdprIyYbXIHfIjvXfwZQUJHWvN1jybKajaFu3jLU4dedFYtWbjwsXLU9KzCgr3e3l5hIcGD73koiuGX6LVnLIwTUlp2UeffrNxy/a8vMKE+OjZb72QtDN99pyvXnz2QQ8PdwGgebL9l0DzZ6mustdoSU2tSEuvTE2p3r3LZrEc5Ri12qNtW3ulFqX9UHy81vtU/joFAIfjGR3T86M5yVOfib3nXrUbv6VE81BRUfnt/AVt27Qm4wLAtZFxAQAAAACgZVCrTd5etro6YbXI5WKrRpN7Xr99519UXGfxd9fVVex2r/xC5Xm/TR1ySho9FJeUPf7sK1u2Jcuxn69PfGy73LzCHclp8jb/x1/fee2ZwAB/cSo8/NSMbTtS3N0MUe3aaBzRmfsefaGsvEIAaLYItbgGU0lJZVpqRWqKEm2pyc4+6iFqvd4zKtpepiXenmvxjIlRG9wEAJwNOj+/Lm+8JYDmY/4PC41G41VXDBUA4NLIuAAAAAAA0FJoB11qMZksixaWu3vt6XVezjnnFtepPPTqysqSqJKfQvw36fOnmAIesRq6CtVJ1VkpKS27feKjuXkFHRJj77371i6dEpX9GVl73n7/0zXrt0x5+PkPZk47+TorRqNp244UrUbz47wPfGg5D7gKisY1U7W5ufY4S1qakmsxFhUd9RCNp5dXbJx3fJxXnLzFe7aLEhq65gFo0vIX/1q8dk3cvfdrfXwE0JR079rRYrHERLcTAODSyLgAAAAAANBi6PXqoZcVaAxb9D6FbaMtap3cV11b3bZsYVz5LzqVWuWWryt9x+h7l829h1x5FCfq6Wlv5uYV9OnV7ZUXHtXrdc79MVFt5Z7b7n40LWPX1/MX3HbzKHFyamvr5Nbbx4uACwCcaVZr9Z49lakpFfZciz3aYq44eg0tfUCAl9J4KC7eOz7erXVrAQDNh7msLP3tt8zl5SUbN8Tde3/QgIECaDK6dukobwIAXB0ZFwAAAAAAWhCVXm8YNKiuoNJitNjvW80Rud/11Hwc5JlnqfQz5Ybpwnbpyj82CY3NvbucLo5f0s709Rv/0et1Tz48sWHARaHT6cbeePUH//d1ZVW1suevVesffuqlu8bdGBUZMXvOV1XVNReed84Dk2+XD+3dl/u/Bb+lpmWlpmdZrdagVoFdOyfefcdNSqJl7ISHdqZmykFJSVnfgVfLwV3jRr/30ZfKaQdefpPcrvz9Gy0lAQDgVLCZTFUZGY5ES1plakplRoa1rvaoR7mFh9vjLHFxXvEJcqAPDBQA0Gzt+uT/zOXlwtGOLemZp1ot+S3+wYd1/gECOKuqq2tOvkYmADQXZFwAAAAAAGhZAtz05wd7ryqoNBXt6JT5cmDhTq+YCk2ARa3dbyyzGC0R+ogUfelrdZppQt9OHL/fl66U2/P79gxqdei/7r/4ovPkzXlX6UmSnJI+e85XVqtVjotLSuX22x8WvfHOHLlHrVbHx7bLyS3I2r1X3namZnw8a4ZGox552SW9uud9Me9HdzfDDaNGyEM6to+/7eZRc7/5sa7OePMNV+q0WjUdTwDgRFmqqyvra7SkVqSlV2dl2SzmIx+i0mg8IiMdcZY4b0f7IY0ndbYAuI6oO+6wGutyf/5JuVu0YkXpli2x99wbM5a88QAAEABJREFUMniIAM6SoqLi519885orL7vwgj4CAFoAMi4AAAAAALQ4QW66ISEGVeFSX/V6m39l8T5/tdrm7ms0+JUay9Wm/FBt0D7D/sfrAqcLfeTxVnPJyNott507JBzjfJvNvl2+Ym3P7p3um3hbbW2dVqvdX1yiBFwevOeO4UMHGgx6OSc1PWv85Cd2pmZuS0rp1rn9lcMvLS+v/GLej27ubuNvvV45W6/unef/+GtdnfHWG6/m3zICwHExl5VVpOysTEurSE2pTEut2bfvqIeo9QbPmBhvpf1QQrxXdIxKrxcA4KI0Hp7xDz0SPOiSlBen1eblyT3mioqd054vWPJ7wiOP6lsFCeCM+/iTr2pra0ND+fED0FKQcQEAAAAAoCVyM3iIbg9bPNx1KW/4WcsqcryFTXj4G3VeJaZKlUUEaYKyDfufMPo9YHPvKv8+/9jPXFBULLetWh1fzXadTjft6Qf8fH2Uu7v3Zg+9tL+Pl9c1V/z7j2LjY6PO7dN92V9r8guKBADgpNXl5dl7D6WmKrkWY1HhUQ/Rent7xcZ5OWq0eMcneERGCrVaAEBL4te9xzmfz82cPTv7u2+UPcVr1+x8cXqX194QwJm1f39xQWHR0MED42KjBQC0DGRcAAAAAABoqTRupvh7hFqr2/m6V2WFPeaiEh5+Rq1biblSmEWILiRHV/6BSdxuc+8pxLEuYdqUwizHKSEuyhlwkSLbtH7q4UkNJ9i7FKVk5uYVyLHZZBYAgONltVbv3VOZllaZmqJEW8wVFUc9SN+qlbe991C8kmtxCwsTANDiqQ1usfdMCR4wYOf0F2qys1UaTezEyQI44wIDA55/5mEKWAJoUci4AAAAAADQgmkMppg7bRpP/fapvjVl+zMDre1UXgF1Oo9iU7nNaArXR6Tqy94zaR606toL1TE1LWoV6L97T3ZZWbk4HgH+vo32WCzWNes370hO27V73+Z/kkpKy5wPWW1WAQA4GpvJVJWZWZmWWpGWJreV6enW2pqjHuUeEeFItMR7x9u3On9/AQA4FJ/OXXp9+vmujz9W6/Ue0VTRwNlBwAVAS0PGBQAAAACAlk3rYY4eqzLu16W8GaItyN8VrFbbPPyMep/iulKrKTdCF5apK3reGPKGTRN6LOdLjIvZuHn71u07R1057JATzBbLCzPeSYiLvmzwAB8fL2WnRvOfdkgmk2nCvU/tSE6TYz9fn/aJsa3Dgjt3TFz594bfl64UAIBDsdbUVKbbuw7ZEy1pqVWZu2yWoxS+Umm0HlFR3nGxSq5F3jQeHgIAcGzUekP0XXcf8iFzRYXW21sAp8dX834IDQ0a0P98AQAtDBkXAAAAAABaPLXelHCfXOjUpbwR6L2/LNtX2IS7n1HvW2qq1JjzgzWtcvT5U0ytnrHqEuRy6JFPNqB/37nf/Lhy9Yai/SWtAg/xr/9Xr9n065K/Vq/ddNWIwYc7yYJfl+1ITouNjnz/rRe8PP9dbf1j+WoBADjAXFZ2INFij7bU7NsnjtYwTu3m7hUT4xWf4O3oPeQZHa3S6QQA4JSqTE3dcs/E6DsnhF95tQBOtZWr1i3/a3XPHl3IuABogci4AAAAAAAAITRupoR7hbDpUt/xtlZU5noJlfDwM2o9SsyVwqIK1gTl6YrfMPpNtBm6HrlpUaf28T26ddq0ZfuMN2bPeO5htVrd8NHq6ppZH34uB5cPHWgw6A93ks1bd8jtkEv6Nwy4VFZVb9mWJBxtjMThqY6tpxIANEd1+fn23kOpqUqupa4g/6iHaH18vJUaLfbeQ3EebdqK/16ZAQCnmMWSPO05S3V12huvF/71Z/vHn9QHBQvgFDGZTP/7aVF4eOjYm68VANDykHEBAAAAAAAOGjdT4gM2faB+x/PeVeWle3xtVpVnQJ3OvcRULszmUF14pq56idHQQQj9kc/04D3jxtz50IrV6+9/bNq4sdd1ah+v7N+RnPba2x/t3pPdJiJs7Ogj/ZPWoFaBcpueucu5x2w2P/nca+XllXJcW1d3hGP1entBguzc/LiYdgIAmjWbrWbPngpHnKUyNUUOzOXlRz3IEBzi5ajRolRqMYQeU6c5AMCpUp6cVJ2VpYxLN25cd/ONcffeHzJkqABOBZ1O9/jDk202+QcfvQCAloeMCwAAAAAAOECtN7e7SWWp0iW/EqAuKdrVSqiEp3+dzrPYWGG1VF+i8W+ntlZbNUf5u9Todm3ee/O5+x+btmb9Fnnz9vJs2yY8N6+guKRMPhoY4Pfa9Md9fLyOcIZrrhj64y+///r7XzU1dTFRbdIz92z5J6m8ojIxPnpnamaJ4zyHE9mmdUHh/jsmPR4UFPDeG88fsl8SADRNNrO5KjOrMi2lMjW1Ii2tKiPNUlNzlGNUKvc2bbzry7TEe8cnaH18BADg7PHp1Ln3518mT3+hItlRg7C6euf0F4pWrkh45DGtt7cATlpgYIAAgJaKjAsAAAAAAGhA62GKvVtYzbqU14NUhfv3BqiEcPerM/iW2QJ7qDQBamu5VeMr11SPfJpO7eO/+3zW4j9WLFm2KjevICU108fHq31C7MUXnXfNFUPcDIYjHx4WGvTp7Ffe/XDuth0pf65cq9frzunR5dabr7FZbXdMfnzdxn/uGnfj4Y69d+KtDz81Izsnr6Bwf0lpGRkXAE2ZtbamMj2tMi2tIjWlMi21KjPLZjYf+RCVVusZHe2Is9h7D3nFxKnd3QUAoClxj4zs8d7sfd9+k/XhB1ajvQZh0V9/lm/flvDYEwF9+grghHzz3U++vj6DL7lIAEALprLZbAIAAAAADs/mYLVazWazyWQqKa/8Y3O63H9R9/gQf/4JGuCiLLW6pJd0GbON1dVVqiCvuACtX1sRdodKras2+9g8Oqk0bgIATrUFq7dV1RpDfAzRwT5uDgaDQa/X63Q6jUajVquFvWqJ6hjP5vw9jMVikb+HMRqN+b9daK3bH9xlUlDnyeIsMZeXK3EWe/uhtNTqPXvE0f6GVuPh4RUT6xUXr9w8o6NUWv7tIgA0D7XZ2TtfnFb2z1bnnvN/Xqj19RXAcdq8Zfv7H37WuVP7SXfdKgCg2doxN1H+Wc0SMdkQcU3DP/RptVrlD31H/RMffxYCAAAAAAAH0biZOjxmcwvWZbzn7R2rbjtceLZWqXXykYyMTI+gVmGt2wkAwDGoK8hX4iwVqalyW5eff9RDdH5+SpzFUakl3j0iQhxzsgcA0KS4tW7d7e1ZOT98n/n+e5aamrgHHiTgghPzzfyfg4IC77httACAlo2MCwAAAAAAOBSNwRx9my2ot0ZdrdYLYbP3ziivqF21PsMnSHcFGRcAOCSbrWbfvsrUlApHrkXeTKWlRz3IEBrqHRfv5eg9JAf6oGABAHAZKlX4lVcHnnt+7i8LwkdeKYAT8uiDE6urawxH6/oKAC6PjAsAAAAAADgMjZvFr5dFCKPVpLUWpiRt+GHRuqy9pZ6epSNHXqGiqAAA2Ktsm6szs+yJFqUDUUa6pbr6KMeo1R5t29rLtCjth+Ljtd70fwQAF2cIDW13+7iD95tKSnT+/gI4Gl9fH3kTANDikXEBAAAAAABHo9aZ1eFt2w+9TB+/bt266qMu3wKA67LW1lSmpztqtKRVpKZUZWXZTKYjH6LW6z2jouvLtMQneMbEqA1uAgDQ4llrajbdNV7+GpHw8KMkXXBICxb+bjZbRg4fzL8xAAAFGRcAAAAAAHBMdDpdYmJiQkKCsBdc5y9YAbQU5oqKytTUirQUua1MS6ves1vYbEc+ROPp5RUb6+0ItXjFxXu2ixIajQAA4L/S336rNidH3tbddEPsPfeGDB4igAaSd6b9/MvvcbHRNpuNP4IBgIKMCwAAAAAAOA781SoAl2csLKhwlGlxRFtS6/LyjnqIPiDAS2k8FBfvHR/v1rq1AADgaIylpcrAXFGxc9rzBUv/SHjoYX2rIAE4zPvuJz8/37vG36JWqwUAwIGMCwAAAAAAAIAWzGaryc629x5KTalIS5MDU0nJUQ9yCw+3x1kcZVq84hP0gYECAIDj1Gn6S3kLF6bPfNNSXSXvFv+9et3NN8VOnBR6+XABCPHgvRNKSso8PT0EAOAAMi4AAAAAAAAAWhCbxVKVnlaZlmZPtKSmVKanKyuLR6DSaDwiIx1xlvpci8bTSwAAcNJChw0LOKdX0nNTy7ZukXctVZUpL79U8MeShEcfN4SECLRsXl6e8iYAAA2QcQEAAAAAAADgyqx1tVUpyeU7d1T8JUwFvvs/nm8zf3vkQ9R6g2dMjLfSfigh3is6RqXXCwAATgN9UHC3me/s++6brNnvW41Guadk44bKjDQyLi3WipVrc3LzR119OS2KAOBgZFwAAAAAAKeAzWYTAHAaqFQqARwnS2VFRUpyRUqSvFWl7azes0tYrY5H5I+TTgjrwYdovb29YuO8HDVavOPiPSIjhUYjAAA4M1SqiFHXBfY9L2nqU5WpaUEDBgaed4FAi5SfX/j1tz+Gh4dYrVYyLgBwMDIuAAAAAICT0jDdQtIFwCmkpFucFxbCLjgCY1FhZUpSRWpyZerOytTk2tzsox6ib9VKibN4xduLtbiFhQkAAM4q9zZten70ye5P/y98xEhxovZ++UWb0TcJNFufzf1Or9fdPX6MVssyLgAcAhdHAAAAAMAJci48K4OGWwA4SSqVSl5PlFyLM+xCzAX1bLbanH0VKcmVqUmVKckVqTtNJfuPepAhPEJ47NUEVAedM6z1pQ/p/P0FAABNT+SYWw/eaSwqNJdXeERHH/nYbY88VL59W9jwkVpvb4HmafztNxaXlPr7+wkAwKGQcQEAAAAAnIhGuRang+cAwLFrmGJxBlyciLm0XBZL1a6M6vSUqrQUe7QlbaelqvLIR6g0Wo+oGK+4BM+4RLfoOH27GItWm//bhda6Gs8OYQRcAADNS+qrrxSvWxs5Zmzbm26Wv8Ydblrx36vlNufHH+Q0gebJ19dH3gQA4DDIuAAAAAAAjlvDaMuegpI9+cXiQIkF51YAwPFrGGTx9XDr0C5UuatWqxs9CtdmKcirytlXmbPXuCvDWl5WlZp81EPUBjev2HjvxI6ecQne8e29Ejsqv05ZrVaLxWIymSxGowAAoBkq+nP5/tWr5GDXxx8V/vln+8ee8IyLO3jaqsuGKIPs77+LGDVK/soo0Hzs2ZOdnZN7bt9eAgBwRGRcAAAAAAAnSFk7LK+sySuuEABwqpnN9lyCRqNRq9VWq5WYiyuzWmv27KpK2+m1YpXvvt1uBfuKaquPepDWx9eeZZG3BLlN9GjTTjh+SAAAcDHmyn+rl1Wlp224fWzbm8dE3TG+4Zztjz9qrqj/c5mxqCjv10XhI68UaCaqqqrf+/CzysqqLp07eHp6CADA4ZFxAQAAAAAcn4ZFXKwO8q5GrQryp5wygFOjtKKm1miUFxmLxSIcFxyNRqPEXEi3uAabyTo75JUAABAASURBVFSdmVadnupoP7SzJjPdaqyT+z2PeJQhONQrPtErvr0SbTGEhgkAAFqA0Msu9+3abef0aeXb/1H27Pn808I/l3V48hmvxERlz/6VKxoesu+beWGXDz9CVyM0KZ9/+V1xccnECWMJuADAUfFrGwAAAADgRNgOUO4adPrzuiQIADgV1m5Pzy4sllcYs9msBFyUdkXKZYeYS3Nkqa6uTt9ZnZ5alZZSnZ5Sk5V+1EPUXt7u0XEesQmGgADvhA6+HTrr/fyFo5aPAACghXGPiOj+7ns5/5uf+f57lpoauadmz56N42+PHHNru9vHObsUOdXs3Zu/+LfQYcMEmoMrhg+Jj4vu0rmDAAAcDRkXAAAAAMBxszWg1HEBgFNOybgIR6bB2avI+RBBhybOXFZaneYItaSnyEFt9t6jHqIPDikPCKsJau0eFR3RuaNn6wg3NzeDwaDX63U6nUajEQAAtGzhV14deN4FKS9NL9m4QdmjNugbdilqaM/cz0KHDhX8lqk5CA0NljcBADgGZFwAAAAAACdOrjo7S7kAwKklrzBms1nloPQqkgPSLU2WsSC/Om2nI9Fir9RiLCo4ygEqlXubSI/YBI/YePeYeM+4RK2P74LV26pqjXofgyaQ/ncAAByCISSkyxtv5S34OX3WO4bgoLY33PjngH6HnFmzd2/RyhWtLuwn0FTl5xdu27Fz0MALBQDgmJFxAQAAAACciEa9igDglJNXGIvFotFolJJRSq8igSbCZqvdu9ueaElPrUlPkQNzedmRj1Bpte7tYjxiEzzjEuzRlpg4tZu7AAAAxy/08uEBffuayytWjbjsCNP2fPE5GZcmy2g0vvvBp3l5Bd27dgwMDBAAgGNDxgUAAAAAcBwaLjCTcQFwWikZF2fMReCsspnNNbsyq+2hlpSqtJSazFRLTc2RD9F4eHhEx9njLHGJnrEJbpFRKi1/GwkAwKmhbxWU/s7bh+xS5FSRnFS6eZNf9x4CTc+8737Kyyu4bcz1BFwA4Ljwp0oAAAAAwHFrlHQRAHB6KBVcGhaOUga0KzoDrLU11RlpSqJFbmt2ZdjM5iMfovPzd3QdcpRpiU1wa91G8J0CAOC0KVz6x1Hn7Jn7BRmXpumyIReHBAf16c13BwCODxkXAAAAAMCJo5QLgNPKarUKmqOdKeaK8mpHnKVa6UC0d5c42nuuDwn1jE30sIda4j1jE3StggUAADgjVl025FimlaxbW7Ez2TuxvUATExDgf+mg/gIAcJzIuAAAAAAATpCy3kw1BQBopkz7C6vTUqrSU5RoS11+7lEOUKvd20Taa7TExDs6ECVovX0EAAA445KeffrIXYoa2vv1Vx2efU6gaSguLlm7fvPQwQMFAOCEkHEBAAAAAJwUKisAOH2c/YkEToW6nH1K46HqtJ1V6anm0uIjz1fpdB5RsY7GQ45QS0yc2uAmAADA2XYsXYqcipYtLb9mlE+nzgJNwHsffLZnb3bXzh3Cw0MFAOD4kXEBAAAAAABA00XA5cRZLNV7sqrTUmoyUu3RloxUS1XlkY/QeHgqcRbP2AR3OYiMFhqNAAAATcnfV11xXPPl76a2TJl07vwfdX5+AmfV/P/9smdv9nWjRhBwAYATRsYFAAAAAAAAcAU2o7E6K93RfminPdqSlW41Go98iNYvwDM23iMuwSM20TMuwRDWWtCBDgDQfLTALGzS1Gfq9hcd96/XFpvVZCQ6fNYNGnihXq8b0P98vhfNAq2ZgaaJjAsAAAAAAADQLFmqqxyNh1Kq0lNq0lNr9mTZLJYjH2IIDbeXabGHWuw3XWArAQBAM9QwItCi4gKJTzwZ/8CDllqjta7WUldrNZqstTWWujprbZ2ytZpqrbW19ROqq8q2b6/LzfXp1rVk69bggRcLnFXe3l6XDR1EwKVZUKlUzu8UYRegSSHjAgAAAAAAADQPppLi+sZDjkottTn7jnKAWu3etp0SZ/GIjfeMTdB4eQsAAJoz56qzMvjvVrQAauHmoZE3IXTHdoC5skLr+A2AxWIVOBuqqqtXrV536aCLBJo2R5bFJg4EXJRoS8MxgKaAjAsAAAAAAADQRBnzc6sclVqq01Oq0lJM+wuPPF+t17tHxXrEJXg6ci3u0bFqvUEAAOAqGgZcDqgfi//mXfAvN3ez2Sxw9nz2xbeZWXtiY6Latmkt0FQ5Ey3K1oGYC9AUkXEBAAAAAAAAmgartWbf7ur01Oq0ndUZcptirig/8hFaL2+PmHh7nCUmziMuwaNtlNBoBAAALk0uNlut1i133lFXWNBwJyvQaIJMJlOi0dRFryt6cEORQJPmvIy0mzQlsF9/td0hKrsAOLvIuAAAAAAAAABnh81kqtmdqdRokdvqjDRrbc2RD9EFBCq9h+yVWuISDGH8a2AAQEvhLNNitVrl0FRaai4tFUDTphLCXlXPZKSWTjNiqq42my0ajf2C40i62HcScAGaCDIuAAAAAAAAwBlira2pzkitT7Skp9TsyrQdrXeAITzCM9ZeqcUjLtEjNl7nHygAAGjBlMZEVqtVuevbsatfl+4CAE6azWLZ883ncmCxWM0Wi2OfxlHApT7gQikXoCkg4wIAAAAAAACcLuaKcnvjIXuiJdUeatm7Wzj+DfrhqDQa97ZR7rHxSpkWj9gEjYenAAAADrYDrNb6X0992ndqe+3NAgBOmtVYp2RczGaLvCk7VSp50yh1pAi4AE0BGRcAAAAAAAC4lPLNG3y69xJniamooCo9pdpRqUUOjPl5R56vNrh5RMcq7Yc8YuM9omJVer0AAAD/Zfs3JKpydCuyCgA4PSxWq8lkr7aoUqnUVrVa/W8pFwBnHRkXAAAAAAAAuI7SNSvSpz7qf/5FMU9OE2eAzVabs89epiVtZ1V6ak16iqm05MhHaL19PJTeQzH2rXvbdkKtFgAA4BgcKOIi2WxHLI0GACfMYrGYLRa1Wq3RKJcb+dt1fscONBVkXAAAAAAAAOAiCn/5YffMGTaLpTojVZwm8uS7M2vSU+3FWhwdiCzVVUc+QhcY5Bl3oExLbIIhNFwAAIAT5Ui5CKvNSsYFwGlisVjtN7XFatU4W6QJQR0XoEkg4wIAAAAAAABXkPvN5/s+eFsZ1+7bI04Rq7GuJjO9Km2nkmipyUq3Go1HPsStdRul95BnXIJ7TLzOP0AAAIBTSq430zcEwGlitVotFovVUcXFZhNKoI7LDtBEkHEBAAAAAABAM2ez7f1gZt63cxvuESfKUlVZnZ5SlaaUaUmp2bNL/iX3EearNFq3yChPpf1QXKJHTLzGw0MAAIBTTSncYmtAAMBpYC8W5Qi32MeCSw3QtJBxAQAAAAAAQDNmMxqzXnlu/7LfxIkyleyvTk+tdlRqqUpLqcvNPvJ8tZu7R3SsR1yikmtxbxej0ukEAAA4/ci1ADgDGkXp6FUENClkXAAAAAAAANBcWWtq0p56oHzLhoMf2vXmi+3ufeyQR9Xl5TgSLalV6SlyYCreL45I6+PrGWvvOuQRl+ARG+8eESnUagEAAM4SargAODMoGQU0QWRcAAAAAAAA0CyZSvanPflAVUrSIR+tTk+tH1mtNXt320MtGamO9kOp5oryI59ZHxTi4ajR4hmbILf6kFABAAAAoGUg2gI0ZWRcAAAAAACuprau7tfFy5b+uTJ7X15xSUlgYECbiLBRV484r2+vhtPunPRwUnLqx++/Hh8XLZqz3/748/npb8iBwaBf8L/P3QyGg+eUl1cMv3qM1Wr18vRY9NOX4uTk5OZfd9OdUZFtPpvztrxrtlgGXHq1u5vht1/midNJ+Urfm/lSp46J4jjlFxRec8MdcrDst/lajeZw0+6e8ti27ckfzHqlfWKcODbrN265/+Fnz+3T8+XpT4lT7ZdFS1569Z0rRwy9f8qdyp5nnn916fKVd9855oZrrxQtm7EgP+XBu2pz9h1uQnV66u6ZL9ujLZnp1rraI51LpXKLaOuIs8S7x8R7xiVqff0EAAAAAABoYsi4AAAAAABcSkpqxuNPvVhQVCTHIcFBcXHRu/fs27DpH3kbeNEFTz9+v0bjsh1G6uqMf634+9JBFx380O/LVlitVtHMndu7p9yuWLX2BDIucDHVmWnpTz5gLMw/whyb2VTw03eHfEil1bq3i/Zw1GixR1ti4tXu7gIAAAAAADRtZFwAAAAAAK5jyz877nvoGbPZPGjAhePH3RwWGiwcRYbXb9zy+szZS5evdHd3e/TBScIVuRkMtXV1y/46dMZl+Z+r3d0MNbV14jTQqNVvvfa8WqUSp5m3t1eH9vHr1m++a/wYcXpMmTiuqrq6bdvWAk1Y+ZaNmc89aqmsOPZDNO7u7tHxnrHxHnEJHrGJ7u2iVVr+WgwAAAAAgGaGP8wDAAAAAFxEaWnZs8+/ajabx9587e1jRzv3q1Sq3r26v/7Ss7eMu+eXRUuGDR7YpXMH4UJUjnCJ/KK2J+1cs2ZDVXW1p4dHwwn7i0u2bN0+aMCFS5atEKchiSJfQI9uncUZccF5vT/4+IuCwqLgoFbiNEiIjxFo2srWr8584QlbXd2x/Ch7xCeGjbrJIzbBLaKtOP0xLAAAAAAAcFqRcQEAAAAAuIiFi5fuLy6JiW7XMODiFB4eOnzYpdt27MzOzmuUcfltyfI/lq3c+k9SaGhwp44Jo64cHhkZ0XBCWkbWBx99npm1p7y8IjEhtnu3zqOuutzb26vhHJPJ9PmX8/9a8XdufoGPj3fH9gnDhgzs3at7wzkZmbu++uaHHckphYX720W2bZ8YO+KyS+NioxvOKS4pmfftT/LFZO3eExsT1bN7l+tGjWiUWTkkrVZzUb/zFv76x18r1wy9dGDDh/5YvlJuBw64wJ5xOcgfy1b8+dea7Uk71Wp1546Jlw27pFePLg0nWCzW//20UL5F6elZ8u294Lze/S7o23CC2WIZcOnV7m6G336ZJ+9WlFcOu/KmoFaB38/7uOG0aS+99evvy556/L5LL+4v7773wadfzvvf26+/kJ2Tt/yv1dt37AwOatW1S8c777hZfr2/L/1r0a9L5Xvl7+97ycD+Y24apXVU3ehzTo8PPv5i/YYtlw0d5DzznZMeTkpOXfHHD78sWiJfZ3JKWkTr8L69e4y+7kp3dzdxPO6e8ti27ckfzHqlfWLcCZ85I2v3pHsfr6ysum/ynVddMVTZeSzf2ZKSsnnf/bhm3aac3LwundoPvnTAUV9wXZ1x0LBru3Xt9MbLz8759OuNm//ZvXtf+/ZxA/qdP/yyS1Qul+rYv+TXfe+9bjOZjnG+Sq0JGHCpAAAAAAAALoGMCwAAAADARfzhCHBcPmzQ4SZMmTTu4J0zXnsnNS3TzWCIaB2WnrkrI3PX0j9XzfvsfWeEZdFvS6fPmCkHXp4e7dq1TUnL2PLPjvk//PLko/ee26enMqeuznjnxIcysnarVKroqMia2lr5YuTtgvP7PP8T1OoiAAAQAElEQVT0Q0o4Iyc3f8KkR2rr6vz9/aLaRe7dm52Smv7DT78+9tDkYUMuVs6zZNmKGa+8I+e4uxkiI9umZ2T9sy3pfz8umjb1kWOpPTNo4IULf/1j+Z+rG2Vcli5dGRzUqkP7+Ebz5RM99NjzW7Zul+PWrUPd9Ab5AuRt8CUXya/OOW3qC68t+2uVHMREtyss2j/7489/WbxEnCLfzP9pxap18i2KbNNavoGZu/bk5Rf06tn17XfnyDcqPCxUvgmffD5PvtSJd46V8+Nio4JaBa77b8ZF8dncbz+cM9fbx6t1eJg8amdK2l8r/v7wvdf0ep04Ocd15uzsvPsefLpRwOVYvrMlJWWT7n98z55snU4nf4p2JKeuXb85IiLsWF6hyWh6/OkX/167MTwsJDQkaMPGrfKWnJL6yAOu1pnLWFSgC2xlzNl3jPPrsvcKAAAAAADgKsi4AAAAAABcgc1my8zcLQedO7Y/rgOzdu19/KF7Bl18oU6n27173+QHniwpKV2ydMWVI+3phILCojff/lCr0Txw711KesZssXzy2bxPv/hm2oy3vvxklo+Pt9z5wcdfZGTt7tQxcepTDyo9dNIzdz01dcbKVWu/+Or7sTdfK/d89/2C2rq6h++fOPyyS4SjOMri35e9+Mrb78z+vyGXDlCr1eXlFa+/NVvOuf+eO0dcPlijUcsv6utvf3h39qdy/5wP3pBzjvy19OjWxdvba936zQ3bFeXlF+xITrnxhqvl2ZR3yjn/y6//t2Xr9i6dOzzx8D3h4aHCkc94+vmXF/++/Ly+vQZedIFwVMdZ9teqiIiwl557Qilvs2LVuuemvSZOEXk2+f6Mvu4qd3e37Tt2Trrv8b/Xbly/Ycu0Zx/td6G9Wox8Y8eOmzL/f7/cOe5m+Y1QqVQ9u3dZuXqtyWSS37KGp/rk82+mP/fYhef3EY5aMhPueSRz155Fi5eOHD5YnJxjP3NxSck98keotKxhwOUYv7PvffTpnj3Z5/bp+fQTD3h5elit1v/7bN4nn887llcov8Vt27T+vw/fjI1uJ++mpWfeOemRBQuXXH/NFY2KEjW0YdM/8uchPi5a+TFuFsKuv6X1DWMqt23Z//vC0hVLrbU1R55vrigXAAAAAADAVagFAAAAAADNX0lpqdlikYOgoIDjOvCK4UOGDhmopCUiIyNGXm5va5KemaU8+vmX31VX14y6eoSzPIxWoxl36+gLzutdVlb+/Y8L5Z79xSXfzP/J3d3thWcfUQIuUmx0u2efeEA4SoCYzWY5yM3Ll1s3d4MyQaNRDxty8UP33XX/PXdaHK/8m/k/V1RUXjVy6JUjh8pH5R6VSnXDtVdeeH7vjKzdS/9cdbgvQQmvyK08atCAC+X78Odffzsf/WOZvVHRxQMuaHSU/Lq+nPe9POTZJx9QAi7CUc1Fqfwx57OvlT3z/7dAbh+4Z4IzKiFfz4iTTo04JcTH3j52tNL3p1PHxO5dO8nBZcMGKQEXKSYqUr4qk8lUUFCk7DnnnG6VVdXbduxsdKorRwxVYiiSt4/XyBFD5CBpZ6o4aUc+s0rY+wHJb1ZFeeW9DzxdUFg0+a7bnAEXcWzfWTlh8W/LvTw9nnrsPrmVe9Rq9e1jb4hxZFaOxYQ7bok9MDkuNrqvo8hQUsqRvvz7Hnr6voefSU3LFM2LSuXTrWf0w093//bX6Mef9+nVV7hcSyYAAAAAAHBIZFwAAAAAAK6gQXWS49OrZ9eGd5VIQUVFlXI3K2uPcPQAanTUgIvOl9tMx6NZu+zNUHr16BIY4N9wTkJ8bNs2rU0m0959ufJu717d5XbaS2+++Mrby/5cVVJSJu+OuHzwoAEXKgmblNR0x3m6Nn6FPbo7Hs0Qx2CgI8uyrEEgRo7Dw0PjYqIazczavaeuzhgd1S6oVWDD/fFx0V5enrt37zMaTWVl5alpmZ4eHo3epSGXDhCnSI9unRveDfC3v4fR7do13Onn6yu38sUod8/t3VOr1a5dt6nRqbp17djwbivHt8NYZxQn7chntgn7D191Te0Dj03N2r33on7nXXvNiIbzj+U7u3HzP1artVvXTs4mWYphQy8Wx6ZH984Hv0iT0SRcl9rdPXDg4ISXZnabt7DNuEnubaMOOW3vh+8IAAAAAADgEuhVBAAAAABwBf5+viqVymazlZSWKzmJYxQY4NfwrkZj/5Oy1WZV7u7eky23oSFBjY4KDw2R233Z9vDK7r375DY4KOjgk4eGBO/Zm71vX3ZUuzYjhw/etGXb8r9WL/z1D3mTj7ZPjBtx2eBhQwYqrWr27MuR28efeUkcSnZ2jjgGXTt38Pf3W7dhi9KuKC+/ICU147Yx1x88U74w4Whqc+HFVxzyVLt271UGrQ4qjRPROlycIr6+/+mSo7wVfn6H2Onk7e3VqWPiytXr7ho/puH+oFb/eZ0atUbYv5Unmn46zjNv2bpdbg0G/eo16/fty42ICHM+dCzfWaVKTWBg4x/dsOAgcQzc3d2c3anqX6TG/iItFusRjlrxxw/CJegCAkOvv0XeqnbuKPrtl+JlvzVsUVSdcQpq+QAAAAAAgKaAjAsAAAAAwBWo1erEhNjknWn//JMUExV5yDkZmbvmzf+pa6cOlw0d5NypUh2pxKnFZu8iZLVaD/ek9kcdMQKb7bBhApVjmpz8/DMPb92W9NfKNTk5eVm798hXK2+Lf1/28otPu7sZlHYrHdsn6PS6g08SEhwsjoFKpbrk4n7ffPfTH0tXjrj80sW/L5c7LxnY/5AzhaNuStu2rQ9/NsfW1rgRjE53In+foLRkanwq7Ymcqnevbh98/EVObn54WIhzp9oRPTkdjnxmpVeR9OiDkyoqKmfN/uT5l96Y/c7L/044lu+s8lYf1HPHw9NDHAONmkq9dp6JHeWt7V33lf69oui3X8rWr7ZZLNXpZFwAAAAAAHARZFwAAAAAAC6i/wV9k3em/fLrkitHDj3khIWLly76dWlJcWnDjMuRtY1ovSMppaBwv5+fb8P9OXn5ctvKUXWjTYS9qElh0f6DD8/LLxD/rQLStXMHeVPGKakZ9z/y7JZ/dvy6eKl8za3DwrKz8+4cd3P3bp3ESbhk4IXffPfTilVrRlx+6bI/VyfExzSsKeIUEW7f2bZt67dff+FwpyopKZXb/IKCRvsL8gvF4am19ryF+aBES0lpqThFLjy/zwcff7F23abDfa/PJKVXUa8eXeTPlcVi/fX35UnJqfN/XHj1yGHKhGP5zgY4WgvlH/TG5uYWCBwnlU7n32+gvJlKS/YvWVT02y8CAAAAAAC4BP6VDwAAAADARYy4bLCPj3dKasbX3xyiA0taeuYPPy2Sg5HDh4hj1toRBPntjz8b7f9j6Qq57dG9s9y2cTTu2bh5m5II+fcZM7L27M329vaKjYm22Wx3T3ls6IjRlVXVzgkJ8TEjLx8sB7l59hzDBef1lts/V/zd6LleeeO9K0bdOv/HheLYJCbEhYeHbtj0j3wrMjJ3XTzggsNMiw1qFZiUnFJQWNRwv3wx8nWOuf2emto6f3+/yMgIOVi5el3DOX8sX3mEF2DQ6+W2tLSsqvrfL1aeJGlnmjhF2kW2CQ0JbvSqzi6dzl6jRaNRP/LARDmY/eFnzjf2WL6zvbp3EY6GR8UlJQ3nLPtzlcCJ0vn5h14zutMHcwUAAAAAAHAJZFwAAAAAAC7C28fr7vFj5GDW7E9mzvpYCY4Iexch2+Lflz/46PNGo2lAv/OVwMExuspRJmT+9wv+9+MiZY/ZYpn98eer12zw8HBXegC1bh3at3eP6uqaJ6e+7Iw1pKVnPjV1hhxcfcUwjUatUqnaRUZUVlW/894ci6W+q1FJSekqR0qjXbs2cnv5sEEB/v7f/7jw77UbnS/gtz/+/GnB4tKysv9n7z7gqiofP44f7gUuoCAoe8gSBPfee++dppmaVmbuyiwzM0stLXdmjqwsy5U5c6Q4caHiAtmgIktliOx7+T/c8/N2AzVc/a/6eb/u7/md+5znnPOcIXG9X5+nYd3aUqm1b9OioKDgy6+/EcttWt0742JsbPzygF7imsyeu1gXRrmdkTn9869EP/38fMzNVKKmZ7eiSND8Rcsvh/0voSK69/Ovmx5wdLFnZycHcdmXr1yTk5sracezmf7ZXHGJpCenQf1aZ4Iv5OfnSwbG38+nS6e22dk54sLKNaW5s9bW5Vo0b5Sdkzv9869TU9Ml7XP7w5p1J4POSgAAAAAAANBiriIAAAAAwPOja+d2BQXqrxZ8u+H3beLlYG9Xvrx1TMwVOWlRvZr/lA/GPdQOq1apPHb0iCVLv5+36Lvlq9a4urrEXbmanZ1jplJ9/OFEG5v/TWD0waSx70z65PyFkH4D3/D2dM/Kybl+PVHSzl8z5JWX5DZvvT7k1OlzO/7862zwBXt7O1ETFR17+3Zm3do1OrQrysqYmJi8PXLorDmL3p/yWbWqfsbGxjk5uXKyZMr74+4539D9tG7Z5Mef10dERotTdtAe6556dO2we09A0Olzg4eNcdXOuBQTeyU9PaOSt+eEMW/Ibfr07HLi5OkTp86+8fYkL4+K4tQSE5ObNWnw4DFURr059JPPvvp9y587du1zcXKMjr1S3samT8/Ov9+NCj2+Zk0abt2+J+jM+cYN6z7Uhq079C1ZaWdb4fd1q6QnZMzI1w4dOS4u7J+79nfu1KaUd3bc2yPCw6PPBl/sM2C4t7dH/PXEzMw7zZs2OHzUgIarAQAAAAAA+H9ExgUAAAAA8Fzp2b1jvTo1t2zffSb4QnLKjYjImPI21n7OPr17dGrdsqmRkZH0kPr36e7vW+m7lWvirydGRce6V3Rt2KCO2Jt+dqRCeZsV3369bMVPJ4LOxF9PMDM3b9KoXueObVq1aKJrY2VluXLpV2t+3XTy5JmwsAhLS8ua1as0rF+nW5d2xkql3KZj+1Ye7m7ffLc6Pj7x1q3UChXKN2/WaPDLfar4+0oPw9vLw8XFUeykTaumD2hmplJ9t2TOyh9+DQw8GRkZrdZo3FydBw3o3btnF3kQF0k7+c7c2dP+3BPw5+794RFRri5OXTq2GTq4f8v2fR6wZ3HiyxZ/uW7jVnEX1IUacY5ikyc7tVC9OjWMjY2PBJ542IzLf0A7pNCwOfO+WbR0ZeNGda2ty5XmzoonavWKBb//sePAoWNXrsb7V/bp2qWdbYXyZFwAAAAAAABkRoWFhRIAAAAA3F+hlkajKSgoyM/PT83I3Hc2UtS3qu3rYGMp4QUjf4rUaBVohcYlxSSnW6hUnZrUlADgSThxMTI+5ZalSunrUFalUpmamorSREuhZaQl4bmzPfDCnZw8ByuVl72VmZb8AIhbr1Qqxa0XbUp/63W/w6jVavE7TF5eXtKe5prcm/Y1xthVHysBAJ4pej/VNfn5BXn5BaHDXy24ecOt3yserwyX/nN/LVly6Pvv9WtUZcqUbp5vMwAAEABJREFUtbW1srPzatCgQb9+5tbW+mv3L1t2YPnyThMnNnn1Val0Qg8e/HXixFrdu/f59NN7NhAfyaY3aKAqW/ajQ4fkmoykpEOrV/u1bFmpcWPpgT3vMmlSo4EDpafswWe9/YsvLu7ZM2nXLqWpqfSQzu/cuXHqVM969V5bvlz6/7OwV6+bV658sG+fhY2N9CQUu2Limb+0d2/40aO6ZyAiMHDNmDFV27UbMGeO9BTEX7okOvDS7NmmFhZSiWcs5/btWS1b2ri4TNy2TXrUJ9CQafJyjw7oIhYshrxh1bK1uXnRb6Lig4j4ZdTYWP5tVMHHEOAxXfrFT/x4U7uOVbn20//QZ3z3j9m//ilTSAAAAAAAAAAAAAAeQ+6dOzfj4mKCgvYtXfrNwIHXLl6U/nO7Fiw4uX69uqBAehZ4N2qUlZYWHRQk4T6So6LWf/CBeK6k/8ovEyaEHT4sPapn6wkE8IxiriIAAAAAAAAAAADgoTXo37/bBx/Iy7l37mTeuJGenLz/22+vBAf/MmHCG6tXl3dzk9fW7t7ds1698q6u0pNjpFS+tny5keJZ/QftnnXrGpuZRR0/7tOkiQStp/GcPI4HP2PP+hMI4BlFxgUAAAAAAAAAAAB4LKoyZcSrgru7R+3aP48fH3ns2B8zZgxfsUJea+PiIl7SE2VkZORZr570zDKztPSuXz/q+HEJdz2N5+RxPPgZe9afQADPKDIuAAAAAAAAAAAAwJOhMDbu+fHHX3fpEnv69JXg4Iq1aonK/cuWHVi+vNPEiU1efVVuplGrz+/cGXXqVFJExM3Y2LK2ttZOTk2HDPFt1qyUB9IUFExv0EBVtuxHhw6lJyaKI8r1v4wfL8qh337r3bDhAzaPPnXq1IYN0UFBDl5envXrNxowwNzaWr/BratXT2/enBAWlnD5cmFhoZWDQ8WaNduNHm1maanfh3M7d17cuzf+0iWliYlDpUriFB5w3Au7d2+cMkX0+dUlS9yqV/du1Gjn3Lmp16/bODvLDQpycmY0aSL2MHjRooOrVsWcOpUcE+NWtWqVdu1q9+hhZGQkPaQ7t24dW7tW3IjEyEjnypWLznTgQFWZMvptcjIygn7/XZyCONnMW7fKOTjYeXq2GzPG1sNDv1n4kSOnN22KO3fOyt7eq2HDZndv5f2sHD5cHPf11avFdZNr8rKzZzZrJi7mGz/+KE7/f0e/fXt2q1YOvr5v//qr/nOydebMoE2bRIOr589Pq1PHs16915Yv1z+vwz/+GBsUlJqQULF6dfHY1O3TR6FU3q8zu+bNC/z5516ffFKnZ09dpbjy87t1E3dt9Pr14mncOHWqXP+59iGcfvJkUXn3GSu5z399AoM2bry0b1+3Dz5o0L+//obivMTZNR82rP24cRIAPCQyLgAAAAAAAAAAAMATU87R0aNOndgzZ8RLzrgUc+fWrZ/HjYsPCRHLlnZ2tp6eSRERqfHxMUFBA+fP92/ZUnpIZmXLtnnrrZD9+xPDw2t27VrBze3Bw4Gc3bYt4fJlMysre0/P+EuXRD8v7N49YuXKMuXLyw1ObdiwY+5cTUGBwtjYpUqVW1evJoaFJWrzLiNWrZKzFDkZGWvGjbt6/ryRkZGTn1/mrVuRx46JV7EghU7Y4cObPv5YF3ARNd6NGoky6tixen376rdU5+evnzw59MABWw8PGyeniMDA8KNHxeXq/uGH0sO4uGfPls8+y71zRxzUoVKl62Fh0adOndywYcCXX+ruy5Xg4N8mTcq8eVMsi7OQjIxSYmLES1yTt375xdrJSW52+vfft3z+uVgo7+YmTv/Yzz9f2LWrID//AUf3adJE7Dw2KEiXcYk8frywsFAsxJ0+rcu4iLMTlb5Nmxbb3LdZM6Wx8Yl160QfxPUs5+CgW5UYEbHkpZfupKY6Vq5spL2w4pV9+3aL4cOlR2VfqZJ4hI789FNeVlbL118XhzZSKAo1mlJufs8nsGb37pf27Tu/a1exjEvwjh2irN2jhwQAD4+MCwAAAAAAAAAAAPAkVfDwiD1zJvX69XuuPbR6dXxIiLO/f9/PP7fz9JS0I3zs++abY2vXBm3c+AgZF1XZsq3efDM5JiYxPLxahw6Vmzd/cPuEy5ebDhnSfswYhbFx7p07f0yffmnfvq2ffTZw/nxJG8GRAy7dp0yp3a2bsZmZqEwMC1v1+utXz5+/euGC+93BacRb16pVX/riCzlSE33q1NqJE3d88YXogC4uI7sSHLxu8mQTlUoXcBHEuVeoWDHs0KFiGRdx6YoGF1m3zsHHRz70imHDTm3Y0HjgwGJjqzxAdnr6ji+/zMvK6vHRR3V69VIolYWFhcd++WXXvHk7584duWaNkUIhmv351VeZN2/W6dmz4/jx8kg24vRFV2NPnz7/559yauTWtWs7vvpKVaZMv1mz5Gt7Izb213ffTYmJeUAHfJs127d0aUxQUIsRI+SauNOnRSl6cvXcOV2zSO1sTb4lbplfy5biqp5Yt87Szk7cXP1VN+PifJo27fbBB6JBoUaze+HCwDVrTm3c2Py11x5hqBuZo6+veJ3csEFcsebDhplaWIjK0mdc7vkE2jg7Wzs5iVsvLpT8nEvaSydqPOrWLf2tBAB9CgkAAAAAAAAAAADAk2NpaytpRzq551obF5eq7dv3mDpV98W/qbl5nV69xEJGcrL09LnXrt1xwgSFcdE/hleVKdNz2rQy5cuHHjx46+pVSTt7Tu0ePZoOGVK/Xz854CI4Vq7so53C5ra2hwW5uWe3b1eamPSeMUM3ZoxX/fr1+vYta2t75fz5ovdy3sLIKDEs7OcJE5RK5eBFi3QBF5l3o0ZRp06p8/KK9bDtmDFywEU+tG+LFmLhunbkm1I6/ttvd1JTGw0cKLokDzxjZGTUZPDgqu3aXQ8NvfTXX5J2th23GjVETdfJk3VTNYlLUa1du6IzTUmRa05t3FiQk9N48GBdeMjWw6PDhAkP7oCTn5+4FLFnzohrJddEnzrl7O/vVLlyzJkz8oAuoowMDBTNRDekUhM3ru/dy26kULQdNcrUwiI9MfGOdjQawyH6VrNbN7FwbudOXeXpP/4QZS1tPQA8AjIuAAAAAAAAAAAAwJOkUDzoO7hGL7884Msvnf395bf5OTnRp06F7t8vaafpkZ6+qtoMh46ZpaU8bdCVs2dFWcHdvefUqR31MhwpMTEXdu1KT0go6qE2j3I9NDQ3M9PZz08X05F1mjhx4rZt/q1aFb3RxjhuXrny4+jRORkZ7ceOda9du1hPKrdoUSBOPyioWL1n3br6b+XMUEGJKMwDJFy+XLSf+vWL1Xs1aKBbqzA27vL++wPmzDG5G+XJSku7fOjQlQsX9A8Xq+1esfF1fJs1K2NjIz1QldatxQ2N1V7VjOTkpIgI9zp13GrUyLl9O/7SJUmb2rmdklK5efOHGn/FrVo1C71Di87bacdEyb5Ppur/Ud2ePcWpXfjzTznTI67GuZ07Tc3Nq3XoIAHAI2GuIgAAAAAAAAAAAOBJyr59W9JmR+7XID0xMWT//tspKdcuXLhy/rymoECuL/3sMI/DytGxWE05B4eiXt0dRUajVkcdPx5/6VJKTEzsmTO6EU10Pbx944YoLe3spH9zauNG+TqIhTo9exqrVPprverVMzYzCzt0yKdJE12laK8qU0a/mTwQi+iVVGo3r1wR5dqJE++59ta1a7plcZpRJ06Ic4wLDk4MC9PV6+6FPOeUlb29/h6MjIxsXFzupKZK9+fdpMnJDRtiTp6s1KiRKEWNe506mvz847/9FhsU5FqtWuSxY6LSp2lT6WEUmwdK0oZ1RKn5Tx6eh2Lt7FypceOIwMDokye9GzYMO3w488YN8RiYmptLAPBIyLgAAAAAAAAAAAAAT5IclbD38rrn2pCAgPXvv69RqxVKpWu1ajU6d7Z1d3etXv2HkSOl/0TJYWbkPIe5Noyizsv7YdSoOO3oI0XT6FStau3i4lajRtjhw+d27JDbK01N//Uo8lxFZlZWw7/7bv+yZZcPHjz0ww9t/nmOYj/e9etHHT/+j+5pEy1PhEedOkoTk5L15e6mfHYvWHD0p5/EgqmFhVv16vX79XOoVEldUPDnV1/9686LBXFKqtSggbGZWYx2GBh5rBrPOnXkVVeCg0UpTlw08GncWHoYRoonM1OHLln1VNXu0SMiMPDczp3eDRue105aVKt7dwkAHhUZFwAAAAAAAAAAAOCJyUhKitMmGCrpjU2io1Grd8+bJ8o+06fX6tFDV68/gsjTlpWWVqwmQztSS3l3d1EG79gRd/ass7//a999pypbVtfm0l9/6ZYruLmJUn98F9mtq1ejTpwQ27pUrSrPVdRsyBDHypW7vP9+9MmTh1atqtKqlXirv0nlFi3CZs5MiYkpNu3RYyrv6ir22fqttzzr1btfmxuxsUd/+snU3PzNn36y9/bW1R//7Tf9Zlb29uKKpSUkFBtARR7f5QFMzM0rNWgQdvhwTkaGOH3XatXMy5UT9U5+frFnz4p9iussTt/k6Q9qIsdiioVaMm/dkp4+/1atytjYXD5wIPPGDXEpxF32uBv0AYBH8GRSfgAAAAAAAAAAAACEvUuWaAoKPOvVu2doI/XatdT4eDNLy5r/HM0i/OhR6SGn4ynGqNQto0+d0n+bnZ4edexYGRsb91q1xNtY7QguNTp10g+45GZmxp45U9RDbXKlgpubQqm8fvmyPCWQzoVdu7bNmhV14oSuxlg7jIq1k1OrN98Ul2XrzJnFztFbO4pJ2KFD0hNVuUULUV4+eLBY/Y4vv5zXteupDRuku4OpeDdsqB9wESKOHJH0pv5xr11b+mfER7geGnrr6lXp31Rq3LiwsPDUpk3piYnud7MdHnXr5ty+fWD5crHqARMVGRmV/pb+C3mKqGKhnFjt0DLFDik9hnturDQ1rdW9e9H5rlihzs9nEBcAj4mMCwAAAAAAAAAAAPC4CnJyok+eXP/BB+d27FCVKdP53Xfv2czS3l7SRkZS4+N1lWLDgytWiIW8rCzpUck5hrR/G1xEuPDnn2e2bJGXs9PTf5827U5qasMBA0zMzESNlZ2dKJOio3Xt1fn5m6ZOvaMd9iM/J0eUCmPjOr16ifo/Pv00IylJbibO6Ogvv5ioVDU6dSp50MaDBjlUqnTt4sXANWv0622cnUV9semKHl/t7t3LOTqe+O23iMBAXeXF3btPrl9/+8YN70aNxFtL7ZneiItT5+Xp2hz6/nt5E/lMhTo9e4ry+Lp1F3btkmtuXb36x4wZpemGb/Pmogz8+WdJG22RK+WwS9DmzdLdLM49yTc0PSmp4G5PHpltxYqiPLtt2/XQUEk7oMvFvXuPaCdp0meqfQBuXbsmPZL7PYF1tOMVnf7jDyMjo5pduujqEy5fjgkKKs0TCwA6zFUEAAAAAAAAAAAAPLST69eLV8l6E5Vq4NdfF5uRR8fU3J/4GkcAABAASURBVLzZ0KFHfvxx1YgRdXv3zsvOvhocfO3iRVsPj4yUlOyMjILcXDkr8LAqaHMMO+fMObNlS/Nhw6p16HC/llXatv3j008PLF9uaWeXEBYmjljB3b1B//7y2vr9+p3evPnsli15WVkOXl5JUVGxp09npaW51ahx9fz5O6mpcrOOEyYkRUTEnT07r3t3J19fM0vLqxcuiE06v/eetbNzyYMqTUy6T5mycvjw/cuX+7duXUE7L5KscosWgWvX5ty+LQ/6UkoxQUHT7jXrTa3u3ft8+qnS1LTDuHGbpk1bM2aMZ926CmPj/NxceeCWPjNmlNfOteTVoIFHnTqxZ86sev1132bNxPWPO3MmJSZGPtOsu2fq5OfXfty4vYsWbZgyZe/ixWXLl48PCbHz9HTw8RFX4MGdFJdCPAmJYWFGRkaedzMuntpui8vuWrWqlTbzdE9WtramFhYZSUmL+/UT+3lt+XLpUVVt21bcU3Gmy155xdHXNy0xMScjo/lrr53dulW/mXiEbl27Jp7Mcg4Ow5Yts7C2lh7G/Z5AOy8v+Tr7tWypf7675s0TN7HdmDEthg+XAKB0GMcFAAAAAAAAAAAAeFwKpdK1atXGr7zy9m+/eTVo8ICW7ceN6zl1qrWjY+CaNeKVl50takb98otH7doatbrYREKl13DAAJ+mTQsLCxPDwnIzMx/Qsk6vXgPnzbPz8kqOji7n6Fi7Z8+3fv5ZF2iwdnIauWZN9U6droeE7P/uu4ijR91r1Xrjxx87vfOOpB1yRm6mKlNm+IoVzYYOtfP0vHHlSlJUlFv16oMWLGg8aND9jluxVq3aPXoU5OQUGwTFu1EjURmpN+DKEyFOYeRPP1Vq1Cg9KSkuODjz5s2q7du/+dNP1Tt2lBsoTUxeWbiw6ZAheVlZB1etOvPHH+Ii9J89e/jy5WaWltcuXMjJyJBbNh82bMSqVWKH6oKC3KysBv37v7Z8edny5UvTDZ8mTUTpWr26qYWFXGNerpxLlSpFq5o1e8CGxmZmPT/+2NzaOvX6df1Rfx6B2NXQpUs7jBvnUbduWkKCW7VqYs/tx44t1qzjxInibubeuZOWmCgul/SQHvAEyrNB1dIO6AIAj8OoUDtnHgAAAADcT6GWRqMpKCjIz89PzcjcdzZS1Leq7etgYynhBSN/itRoFWiFxiXFJKdbqFSdmtSUAOBJOHExMj7llqVK6etQVqVSmZqaitJES6FlpCXhubM98MKdnDwHK5WXvZWZlvwAiFuvVCrFrRdtSn/rdb/DqNVq8TtMXl5e0p7mmtyb9jXG2FUfKwEAnil6P9U1+fkFefkFocNfLbh5w63fKx6vMAIEYNDEr2Jfd+1qbGIyYetWhVKpv+q3997zqFu30cCBkgHQ5OUeHVA0lZLFkDesWrY2Ny/6TVR8EBG/jBoby7+NKvgYAjymS7/4if+qq13Hqlz76X/oM777x+xf/5QxVxEAAAAA4LmVeSdr7W+/Hz5yIiEpycnBwdfXu0/PzlWrVP7XDdPTM1b/+NuxU2du3UytVMmzds1q/ft2t7YuV6zZ4SPH123cGh4ZbWVp6e/n065185YtGj/arh7Kt8t/XLtu89hRw/v349/APUiBWt26Q19zM9WeHeuk593yVT+vWbtx1JtDBw3oLQEAAACAYcjPydmzcGHmjRvtxowpFnDJSkuLO3u24csvSwBQamRcAAAAAADPp8w7WW+8/e61awliuZKXR2JySuxfV//af2j6R++2btX0ARsmJCaPGT8l+caNsmXLuLu7hkdEXbx0eV/A4R9WLDQ3N9M1kyMFYsHb010c68ChQPF6d/xbvXp0ethdAQAAAADwnFHn5X3aqJG8XKZ8+TolJira8eWXvs2be9arJwFAqZFxAQAAAAA8n75d/sO1awkd2rUaP3qElZVlYWHhiZNnJk+dOXvuonp1alpalb3fhp9/sSD5xo3+/XqMHjlMoVDczsh854NPL4dFrPrx1zFvvSa3OX32/Jq1G+1tbed88bG3p7uo+XPP/llfLlr63ermzRpWKG9T+l3h6VEqFAu//kzxYgwl3a1zu3p1azo7OUgAAAAAYACUpqYuVarcuHKlUuPGrd98s6ytbbEGXSdPtrC2lgDgYSgkAAAAAACeO2q1JuBgoFiYMOZ1KytLsWBkZNSoYd16dWpm5+SeCb5wvw0vhYSdvxBiXa6cnEoRNZZWZT+Z8o5Y2LxlZ3Z2jtzs13WbRTlgQE854CJ07tCmbevmYud/bN31ULvC0yNuep1a1WvVrCa9AJydHcXJOjrYSwAAAABgGEb+/PNHhw4N+PJLe2/vkmsJuAB4BIzjAgAAAAB4DimVil9Wf3Pj1i1Ly3+M16Ip1Dx4w7PBF0XZoX1LOZUic3V1quzrHRYeFXTmXPOmDTUazfkLIeIQHdu21N+2bevm+wIOBx4/NWLYwFLu6n7dKFCrd+0O2Bdw6HJYpLGxiZdnxcGD+tavW6tYs8thEes3bjsTfMHY2Njfz6dLp7aNG9bVb3DtWsKWHbvDw6MiomIKNRrbChVq1PB/6/Uhusuy+Nvv12/cunTh7HPnQzZu3m5jXa53zy49unUodqDc3Lx2XfrXrV1j8ntjflu/OfjcpcTklKr+lXv36NS8WaO0tPQVq9cGn7t482aqr6/XmLeG+/p46W8edPpcwKGjEZEx0TFxFubmFSqUb9e62aCX+xhpR1gRx124ZKWVleUvq5dYW5eTN7kUEjZq3AcmJsbfL5vv7u4qPRJxGVt36GtuptqzY93TPgtZZHTs+g1bz56/eCcrq26tGoMG9I69cnXWl4tGvTlULOuaRURG/7Ft17kLIbdupVWrUrlZk4bdurTTf05SU9N/Xf/H6bPn4q5cc3S09/HybNG8UeuWD5pjS548S3egkWPeDwkNP7zvjx1//rUv4EhoWISri3OjBnXEWubJAgAAAAAAzygyLgAAAACA55ONTTnx0q+5HBZx4WKojY11/Xq17rdVeES0KKv4+RSrr+LnGxYeFR0T17xpw9gr17Jzcj0qupUrZ6XfplqVyqKMib2q0WgUCkVpdnXPPtzOyJw4+RPRRix7e7rfSks/E3xBvCZNfFs/ffLn7v2Lv/3eyMjI28sjNu7qgUOB4rV4/sxaNarKDTZt2bloyUq5Mz6VPK8nJMVeuSpeYs/fLZmrVBYlKuR8xoZN2wMOHRULN2+lFhSopfvIys5+a8zkW6mpzs6OSqXy1OngoDPnPpv2/vLvf46/nuDl6WGkMDobfHHMxCnr1iwT11lsUlhYOGPmvL8CDotlczOVe0VX0dXUtPTIqJibt9LGjR4h6vv17nbw8PHgcxfnL17x6cfviZo7WVnTZswV2749ctgjB1z+47MQLl66/M77n4hno4yFhaur89Fjp44cPdGoUfGp5ZcsW71uwxaxYF2unLOT46nT546dOP37lp3z50yXD1egVk+cNC0qJq5sGYuKbq5paeni0OLVudPpKZPGSQ/jp182rPj+F0ursi7OTqK34o/AocPHVnz7tampiQQAAAAAAPCsIeMCAAAAAHjOXU9I+nP3/uSUG3v+OlimjMVXs6dZWJjfr3FaRrooy1hYFKuXJzxKT88oKtOKSrGrYm3KlStqk5+ff+dOlqVl2dLs6p6Wr/45LDyqkrfnzOmTnZ0dRc3ps+cnf/T5giUrmjdtIMcgJO2QIQNe6jlkUD+xw9sZmVM+mR18/tLmLX/KGZdbqalywGXi2JFdO7dVqUwl7fAhb4/7UOz8YsjlmtWrSNr0higDDh3t3aPz4EF9w8Kjq1XxvV/HQi9HuLo6ffH5XH8/H3Ga0z776sjRE1M//bJRgzpL5s+ysSkn9vbJjK/E3rZs3z3s1QFik4OHj/0VcNjcTPXFzKmiYwqFQq3W7N1/cOYXC7ds3/X2yKHGxkV/NTH1g/FDRozbf+BIuzYtxDl+MXeJuF8N6tXu26urdH9BZ86LE/D18ZIvaSk9pbPIy8ufMWtedk7u0MH9hw99WbS5k5U188tFh48c1z/62eCL6zZsqVDe5uMpE+vWriFqsrKy585bKva/+qd174wfKWqOHTsVFRPXoV2rjz+cIG914WLoBx/P+nPX/gF9e3h7eUil9sOa9bNmfCinqcRD8ta4ydGxV8Qfh57dO0oAAAAAAADPGoUEAAAAAMBz7WLI5R/WrNu5a19BQYGfr7fexDL3kJWVLcqyZcsUq7fS5leyc3JEmXknS7pXxkWhUMhzAGXn5pRyVyXl5eXv3hOgVCo++egdOeAi1K1do0fXDjblyp2/EKprWcnLY8xbr8nxDkurssOGFKUxIqNi5LWZmVkdO7Tq37dHn16d5YCL4FPJq2HDOmIhOeWG/kH9Kvu8M36kvZ2tfobmnsaOGuGvHZnGxMTk5Zd6ypUfTBorD5ljZGTUpEnRsCXx8YnyKlNT03atm48b/UadWtXluXjEqXVq31pcKHGm6Rm35WYO9nYTRr8hFhYuWbFtx94DhwJFgw8mjZEeaOKkaRPf/0QeL+ehPI2zOHT0eEJicq2a1V5/bZDcpoyFxSdT3rGzraB/6FU/rBXl+NGvywEXwcLCfMrkceKy/7FtV8qNm5I2lSVKMzOVbqvq1fw/nDR2yqRxxYYO+le9e3TWDRckHpKePTqJhZDL4RIAAAAAAMAziHFcAAAAAADPuTq1qu/YvCYrO3vPXwdXrl576vS5zz95v3mzRvdsLA8rUqAuPl+PkVQUjVEolFJRMKKojVp9rzl9tAEapbZZaXZV0uWwiOycXF8fLw93N/36caNfFy/9mvr1auu/9fH2FOXt25ny24puLsXmtYmNK5qlKDExuahXeQX6q+rWqSGVTp3a1XXLFWxsRGljXa5CeRtdpXW5ophIesb/Rqlp0qheE73JetRqTXhEVERktDx+TF5evm5V505tDhwODDweNH/xcvF28juji6VDnqCncRYng86KsnWLpvoHUqlMmzVpsHnrn7qakMsRoqxf/x/3zsTEpFaNqgEHj4ZHRIuzLlq7bPXW7buTkpJbNGtcs3oVd3dXsR/p4dWqWVX/ra32HPNy8yQAAAAAAIBnEBkXAAAAAMBzzrZCeUk7Q9CQV15SGCm+W7Vm2co198u42NoWNb59d3wRnQxtjaV2UBY7bZuMu2kSncLCwtsZRZXltUOhlGZXJd24eUt7iH+Pd5TXDjqiI0dq1BqNrkat1pw4dSb0ckRs3NXgc5fS0tN1qzSFmn/syrqcVApmKpV46d4qlEWjlVj/c2QRpbL4kLFZWdkBB4/GX0+8HBZ58VJodk6ubpWcEdH54L0xfQaMyM/Pb92iacsWjaV/c3jfH9LDe0pnkZxUNDSOnV35Yhs6OtrrlpOSU8TZiYXOPQZJ9xIfnyBKL4+Ko0cO++a7H06cOiteosbZyaFj+9Yv9ekmDxRUevKz+vd5aZNVmn9edgAAAAAAgGcFGRcAAAA97RT3AAAQAElEQVQAwAvkpb7dV/7wy5Wr8TdvpeqP26Fjqx3V43bmnWL1GdohPRzs7aS7oZnbmcUzLunpRW1sbKyNtPMhlWZXJZmYmEilI0+Icz/5+fljJn4UElo0K025clb+fj7OjvbVqvkfDTy1L+Bw8V0pSzWXsbGxUnpI164ljBz7vhzrcXd3rV+/tpuLc6OGdWd+sTAxKblY45NBwfKwN2fPXRSbyNMwPXFP6SxMTLU3rkR8RH9uLPnBMDU1qeJf+Z4H0k2A9XL/Xi2aNdq190DclWtXr12PiYlb/dNv23funTdnerEBfh7sfsMFAQAAAAAAPIvIuAAAAAAAnkMJick//rzewtx83OgR+vVGdxMHJsb3/kRsqx1AJTQsokuntvr1IZcjRent5S5pIyPGSmViYnKxoMwlbaBEblPKXZXk5uosypQbN4vVX7uWcDIo2N+vkr+fj1QKO3ftDwkN9/Z0X7Jwdtm7yQlh/4Gj0n9o5Q9rMzJud+7Y5oP3xuiHcjJLJISSb9xYsGSFuEHt27TYs+/gl/O+mTn9A8kwlOYsXJ2dRJmsHYZHX5J2fBeZvZ2tiYmJRq2ZP2e6sfG//J2Ms7Pj8KEvy8tpaekfTpt98dLl1T+t+/Tj9yQAAAAAAIAXUqn+nRYAAAAAAM8W63JWu/cEbN6y8/Y/ZxQ6fuK0Wq1xdLS/3xghjRvVFWXAwUDRTFd57VrC5bAIU1MTn0pe/2vWuL4oiw2I8te+Q6KsVqXyQ+2qGFdXZyMjo6jo2KvXruvX79l3cP7i706cOiOVTvC5i6Ls0L6VfsAl807WuQuXJO00RtJ/4tz5osP17tFZPxpy7kKI6IlY0Oh1Y85X32Rm3nn5pV4fTBrj7u566PDx3XsPSIahNGfRpHE9UR48FKi/YUFBwdFjp/RrmjdtWKBWHwk8qV+p0WiGvTHhpVfevBQSJt4u/vb7rr1f1d/Q2rqcnHdJSEySAAAAAAAAXlRkXAAAAAAAzyFzc7MO7VsVqNVfL/xOnv5G0g7u8s3yH8TCqwP7yTWFhYVngi+Ily4K4+3l0ahBnfT0jNlzF8lBkMw7WZ/OmicWenbrJHYrNxv8ch9R/rBmvTwZkKTNoOw/eFSlMu3Ts+tD7aoYY6Wyc8c2ov3nXyxITvnfECDXryeu27jFxMSkY/vWUunY2dmKMjomTldTUFAw/bO5tzOKzjQnL1f6T9jZFQ1mExX9dzfESc38YoG8nJ2bIy9s3b7nxKmzjo72w4e9LE7zg3fHiMr5i5aXHM/m/0VpzqJ+3VqVvDzOBl9cuXqtRlN0u7Ozc2bPWSxPZqSbsWjwwKInZ/HS769dS5BrxL1esHhFVHSsUqmQB+mp7OOVkXF71Q+/yrMjCeIZ3rU7QCx4eDzEREUAAAAAAADPGeYqAgAAAAA8nyaMeePy5Yh9AYdDQsMcHOxFTWRk9J2s7EEDevfo1kFuo9Zoxr/7sVhYPH9mrRpV5crXX3vl/MXQ3XsPHD12ysXZKSY2Li8vv3o1/9dfG6TbeRV/3w5tW+7Zd3DkmPe9PCpm5eQkJiYrFIop74+zsSmna1aaXZU0bvSIqOjYkNDwlwa96elR0dKybOjl8NzcvDFvvebkaC+VTu+enbft2C0OnZWd4+1ZMTI67tz5S7dvZ1b29Q4Lj0pLTZf+E0MH9/9g6syvFiyNiIwyNzcPuRx+8VKYiYmxq6vTtWsJaWlF3UhITF7y7SqxMGXSODOVSixUq+rXo1vHrdt3z5g1f/G8z6X/b6U5C+G9d0ZN/mjmjz+v3/j7djc3F3G7xV1zcXGMj080NzOX2/hU8urZveOWbbuHvTne389XKpqX6oZoYGFhPnvGR/I4MR3atTpwKPDw0ZMvDx3l7ekhFU14lCyuUoXyNiOGDpQAAAAAAABeVIzjAgAAAAB4Ppmbm6349utXXu5jqjK9fDkiIz2jbZvmP61aNOrNoQ/esLKv98pvv65bu4aZShUTG+fi5DhyxKsL5s6wsDDXb/bxlIkjhg3yqOiWkJiUm5PbpFG9FUu/atOq2SPsqpgyFhbLFn854KWerq5O168nxMRe8ffznTXjQ1EjlZqTo/2qZfNat2gadjnyhzXrT546U72q37IlX04Y84ZYe+r0Oek/0bRx/YVff1a9WpW9AYd/+e33yOjYTh1arfl+cZeObcXak0HBovxs9vzsnNzOHdvUrlVNt+HokcNsbKyDz11cv2mr9P+tNGchVPWvvHr5/F49Ojk62Inb7ebqMmPapPp1a4lVZcr+PWPUexNGffzhBE8P97i4q5dCwpQKZc/uHcWT6ak3RsuMae9PGPuGi5NTdExcZFSMk6PDa0Ne/nHlQgd7OwkAAAAAAOBFZVRYWCgBAAAAwP0Vamk0moKCgvz8/NSMzH1nI0V9q9q+DjaWEl4w8qdIjVaBVmhcUkxyuoVK1alJTenZ1LH7wMXzZvr6eEnAo7qVmpp1J8fRyd5YqdSvn/DetNNnz/+0arEn0ww9jBMXI+NTblmqlL4OZVUqlampqShNtBRaRloSnjvbAy/cyclzsFJ52VuZackPgLj1SqVSHuuo9Lde9zuMWq0Wv8Pk5eUl7Wmuyb1pX2OMXfWxEgDgmaL3U12Tn1+Ql18QOvzVgps33Pq94vHKcAkAHpsmL/fogC5iwWLIG1YtW5ubF/0mKj6IiF9GjY3l30YVfAwBHtOlX/zEf9XVrmNVrv30P/QZ3/1j9q9/yhjHBQAAAADwQjt1Olh89+nq4iQBjyEuLn7g0FGjx39YUFCgqzx67NTps+c9KroRcAEAAMCLKSMpafsXX0QeOyY9hl3z50+rU+fMli0SAOCFZywBAAAAAPCiUqs1n89eOH70Gw+ePAj4V/7+PpW8PUNCw/sMGOHuXpRoyc7OCQuPtLEuN23qOxIAAADwQtq1YMHF3bt9mjaVAAB4Esi4AAAAAABeXEqlYs33i6ysmHULj8tMpVr41YzNW/88GRQcF3f1TlaWt5fHa0Ne7t2js41NOQkAAAAAAACPjYwLAAAAAOCFRsAFT4p4loYO7i9eEgAAAAAAAJ4CMi4AAAAAAAAAAAAAihTk5Mxo0sS7YcPBixYdXLUq5tSp5JgYt6pVq7RrV7tHDyMjI/3GF3bvPrl+/a1r1zQFBe61avk0bVq7Z0+FUilWpScmft2li9zsl/HjRTn022/Fbu933OiTJ89s2XL1/PmstDSHSpVqd++u29U9JYaFBW3efCU4+HZKSsWaNSu3bCk2MVIoxKqcjIw5HTuKhcl//aUqU0Z/q9VvvBFz+vTwlSs96tSRay7u3RsaEHDt/HkjpdKtZs3a3bp5NWigax92+LDofIfx4209PQOWLcvLyvJt3rz96NGlv0QP6KcsKzX16M8/xwYFJUVFlXd1dfD19W/VqkqbNroGGrX65IYNlw8cSIqMFBfEtWpVr4YN6/XurTQ1lQDgxUPGBQAAAAAAAAAAAMDf1Pn56ydPDj1wwNbDw8bJKSIwMPzo0fiQkO4ffqhrs3327JMbNoiF8m5uFlZW4YGBIQEBJzZsGPj11zbOzmZly7Z5662Q/fsTw8Nrdu1awc3NxsXlfofb8vnnp3//XSyINhUqVrxy7px4xQYH950x457t9yxceOTHH8WCpZ2daB9x/Ljo6qkNGwYvWlSmfHkzKyv/1q0v7NoVun9/re7ddVulJybGnD4t+iYHXPJzctZOnBh14oRYtvP0NDEzO79jx7nt22v37Nn7k0/kTeS4yvXQ0L+++UZTUCCW79y6VfpL9OB+inqxz5/GjBH7t7C2tvfyEjsXHRCvun369Jw6Vd7Jn199dWLdOlNzcxtXVyOFQuxBvM5u3Tpi5UoTc3MJAF4wZFwAAAAAAAAAAAAA/C32zBmHSpVGr1vn4OMjaQcjWTFs2KkNGxoPHGjr4SFpBzg5uWGDtZNTv1mzKtasKWqy0tK2fPpp6MGD22fNenXJElXZsq3efDM5JiYxPLxahw6Vmze/37Eu7t17+vffy1ao0G/mTHkMlbTr138eN+7c9u1V27b1a9myWPuYoKAjP/4oDt1r+nSv+vVFTV5W1rYvvhDtD65a1WXSJFFTo3PnC7t2hezbp59xObdzpyhr360JXLMm6sQJsYee06bJ+Ztb165t+uijs1u2+DZtWrVdO1FTKPdwz55KjRp1evfd3KwsYxOTUl6i0vQz/OjR66GhtXv06D19urzbK+fO/fbee+KCNHr5ZbF/cVWDfv/d3tt75Jo1JmZmokFGUtLGjz4SRz+zdWvDAQMkAHjBKCQAAAAAAAAAAAAA0NN2zBg5vSE4Vq7s26KFWLgeEiLX7Fu6VJQ9pk6VAy6ChbV131mzrLUjmsSdPVvq40hnt24VZbsxY3STBFk7O7cZPbpshQrxdw+n7+DKlaLs+M47cnBEMLWw6DV1qpWDw8n162+npIganyZNLO3swgMDs9PTdRsGb98uyprduknauMnhH39Umpj0/fxz3QAz5V1du2lHYZEPoWOiUr00a5a9t7db9epOfn6lvESl6WdqfHxRvd5wLOJ69po2re+MGWWsrSXt2DPq/HzRT+XdbI3YvMv77/f8+GOPunUlAHjxkHEBAAAAAAAAAAAA8A+e/4xQWNrairIgL0+UhRpNcmSkhbV1pcaN9duYmpv7asdrSY6KkkqnsLAw5vRpsSCPm6JTpXXr9/fubTtqVMlNrp47J8pKDRvqVypNTT3q1NGo1QlhYeKtQqms3qmTpqAgZP9+uUHC5cs3YmM96taVEy3J0dF5WVlOlStb2tnp78fJz0+cV2J4eEFurq7SpVo1c23ipJgHXKJS9tNbu/bEunVrJ0w4s2WL6KF4K65hzW7dymr3Zu/tbePsLDq/bPDgoz/9dPXCBXHxHX196/bu7VCpkgQALx7mKgIAAAAAAAAAAADwNzNLS1WZMvo1CqVSlBq1WpQpMTFiwcbZueSG1k5OknbSH6l0stPSCnJyzKysih3uftITE/O16ZOZ2kFTSrp19aq8ULNz58A1ay7t3Vu3d2/x9sLu3aKs0anT/5pduSLKaxcvTqtT5577EeeoG7KljI1NyQYPvkSl7Ke9t3fnd9/dNW/e5UOHxEvU2Hp41OzSpeGAAWL/4q3SxKTX9OnrJ09ODAtL1MZiRGeqtmvX+JVXKlSsKAHAi4eMCwAAAAAAAAAAAIC/yXGN+ynUaESp0Zb3ZGRkJJWObgqeUpL3bGpu7lajxj0bmN3NnTj5+Tn4+ESdOJF582aZ8uXP//mnsUpVrX173Y5EUc7R0dbdXfrXg97rajz4EpW+n41fecWvVavzO3emxMXdunIlMSJi39KlZ/74Y/DixXaenqKBZ716E7ZsObdjx/WwsLT4+OuXL5/csOHs1q19Pvus2OA3APAiIOMCAAAAAAAAAAAAoLQquLkZGRmlJyaWXJWWkCDdnbWnNFRly1o5OGQkJeXeuaM/LIpGrT7x228VKlaUFgik+QAAEABJREFUJz/SEY1NVCqNRjN40aJ/zcfU7t5917x5ofv323p6ZiQnV+vQwczKSl4lz1hk6+4+9NtvpafgofopOtPyjTfk5ay0tHWTJsWcPn1w1ap+n38uV4qr1GDAAHlZU1Dw59dfn1i3bufcuWRcALyAFBIAAAAAAAAAAAAAlI6xmZmNi0tWWlr44cP69fnZ2XKNZ716ck1phnOx1c65E7pvn35l3NmzcpKjZHv/tm0LcnPDjhzRryzUaL4bPHhh795XL1zQVdbo3FmhVF4+eDBEu/PqnTvrVjn7+9s4O189fz4jKUl/P2nXr3/Rps23gwaJc5EeT2n6uWfhwjnt24frtbGwtm7x+utiIf36dVFe3LNnfvfufy1ZomugMDbuNHGiWLidkpKfkyMBwAuGjAsAAAAAAAAAAACAh1C/Xz9Rbv/ii7jgYLkmOy1t40cfpSUkeDVo4Fi5slxprFJJ2uDIA3ZVp2dPUf61dOmVu7vKz84OWLZMLNTq3r1k+2avvirKPfPn37p6Va7RqNV/fv11fEiIQqFwrVpV17JshQq+zZpFBAZe+uuvMuXL+zZpolulNDFp8uqrednZWz//PPfOHbkyJyNj08cfZ6WluVStamJuLj2e0vTTyc8v8+bNA8uXZ6en/69NQcG5nTvFgq2Xlyhdq1dPT0w89fvvSRERuj2f2bKlqIGHh4mZmQQALxjmKgIAAAAAAAAAAADwEJq8+mpCWNj5P/9cNXx4eTc3CyurxMjIgtzcChUr9pg6VdesgnaMlp1z5pzZsqX5sGHVOnQouasaXbrEBQef2rhx5fDhFdzdrR0db165kpaQUKVNm+odO5Zs71i5csMBA06sW7d04EC36tVFTUZyckpMjJmV1ctz5xop/vEv/Kt36nT54MHMmzcbDRxYbM6gOj17nt+5M/zo0W/695f7mRQVlXnjhmvVqp3eeUd6bKXppzjBkH37Lv3116K+fR19fERNelLSjdhYayenVtrRXMSC6MzOuXO/feUVjzp1jIyMcu/cuXbxosLYuOvkyRIAvHjIuAAAAAAAAAAAAAB4CEZGRv1mzvSsW/f05s2pCQlZaWkVa9as2q5drW7d9AcXaThgQNzZsxFHjyaGheVmZt5vb92nTHGpWjVo40axq2s3bth7ezcbMqROr173a9918uSKtWqdWLcuJSYmOz29vJubOFCzoUPLOToWa+nfsqWZpWXO7ds19CYqkol+Dl+58sCKFeFHjiSEhWnUajsPj2avvlq/X7/HH8Sl9P0suoz16p3ftSspMlL0wdnfv2aXLg369TO3tpYbNBo40MbV9eS6dTdiY++kpTn5+jYZPLhenz62Hh4SALx4jAoLCyUAAAAAuL9CLY1GU1BQkJ+fn5qRue9spKhvVdvXwcZSwgtG/hSp0SrQCo1LiklOt1CpOjWpKQHAk3DiYmR8yi1LldLXoaxKpTI1NRWliZZCy0hLwnNne+CFOzl5DlYqL3srMy35ARC3XqlUKrT/3Ln0t173O4xarRa/w+Tl5SXtaa7JvWlfY4xd9bESAOCZovdTXZOfX5CXXxA6/NWCmzfc+r3i8cpwCQAemyYv9+iALmLBYsgbVi1bm5sX/SYqPoiIX0aNjeXfRhV8DAEe06Vf/MR/1dWuY1Wu/fQ/9Bnf/WP2r3/KFBIAAAAAAPhvib+d37v/0Gez5kuGbeYXC5u37bX/wBHpMRSo1WInHboOkPB4npXHBgAAAAAA4Ckh4wIAAAAAwH8tOiZuxsx5cVevSUCp8dgAAAAAAIAXnLEEAAAAAADw1CgVioVff6ZgPGcAAAAAAAA8HjIuAAAAAADgKTIyMqpTq7oEAAAAAAAAPB4yLgAAAAAAFBk55v2Q0PA923/buHl74PGgyMgYD4+KbVo16dOzq0plqt8yIipm+co10TFXMjJu+1WuVLtW9Zf6dLO0LKtroFZrNv2x/dDh49FxV5RGSn+/SvXq1erdvZOJiYlYO3vu4p279omFsPCo5m17Va/mv3ThbOkxFKjVu3YH7As4dDks0tjYxMuz4uBBfevXraXfZs9fBzb9sfP69SS1Rl29ql/jhvW6d+2gVP5jCuOomLh167ecCb6Qk5tbt3aNl1/qec/D7Qs4fPDQ8YshlxUKhdhV1y7t69Wp8eDute7Q19xMtWfHOvE2NzevXZf+tWpWmz9n+vc//nb67Pm4uGv+/j6tWzTt3rW90b8N9yIa/75lR9CZ84lJyY4O9o0a1h36yktWVpa6Bv96d8SNFhdq17Zf123YcjLobGRUjJeHe/OmDV4Z2Fej0fz0ywZx96Nj4txcXQYO6NWhbUt5K7nb4rJMfm/Mb+s3B5+7lJicUtW/cu8enZo3a5SWlr5i9drgcxdv3kz19fUa89ZwXx8v/W5HREb/sW3XuQsht26lVatSuVmTht26tBMXUH/nD74m93tsoqJjf13/x6XQsJSUmx7uFcXD1qNrB59KXhIAAAAAAMBzh4wLAAAAAAB/mzz180shYc2aNPSv7HP02Mml3/0YdPr8l7OmGiuVcoM/9+yf9eUisVC2jIWHR8WwiKjg85c2/bFj6gcTGjesK7eZv/i7Ldt2m5qaODraKyTFsROnxWvnzr++XTLH3EzVrHF9ExNj0aBCeZvuXTvY29lKj+F2RubEyZ+EhUeJZW9P91tp6WeCL4jXpIlv9+jWQW4zZ94323bsFQsO9naWlmVPnjobeDxo0+Yd4rycnRzkNpdCwya+Ny07J7ds2TIuzk6Hj544cCjQwf4ffcvJzZ304WfB5y6KZRcXRzNT1V8Bh8WrY/tW4vSlh5Gflz9l2mxxWUQHHB3sgk6fE6/QsPDJ7455wFbiLL5e+K1arSljYeHpUTEiMmb9xq3HT5xesfQrCwtzqXR3RzZtxhyxobga1uWsxLmLl6awMDwiWpy1u7urjbV1ZFTMZ7PmiwM1bVxft1VWdvZbYybfSk11dnZUKpWnTgcHnTn32bT3l3//c/z1BC9PDyOF0dngi2MmTlm3ZpmNjbW81ZJlq9dt2CIWrMuVc3ZyPHX6nDjx37fsnD9nuq7Nv16Tez421xOSRH/EfRH78fRwv3o1Piw88o+tuz6cNLZLp7YSAAAAAADA84WMCwAAAAAAf7twIXTuF5/IA5MMHfzS+PemnQw6u3nLny/16SZqklNuLFi8wlipfHfCqG5d2knaQUp++Gndjz+vn/nlwrU/fGNlZZmWlr595143V+fvl883U6nkraZ9OvdSaJioF/tp3qyRs7Pjlm27bW3Ljxg28AGdCQuPun0708nRwcXF8X5tlq/+WTSr5O05c/pksVtRc/rs+ckffb5gyYrmTRvY2FgfPnpy2469thXKz5g2qXo1f9FA9HDmnEXHT5ye8/U3C76aUXQWBQUzZs3Pzskd9uqA4UNfNjIyEsedMXu+aKN/rLW/bQ4+d7FG9SofvT9OPlZ8fOK0z+bs3nugSaN6bVo1k0pNXI2Kbi6rVyyo5OUhaYc5GTlm8vadf73cr5e7u+s9N0lITF6wZLlarRnz1mv9+/UQncy8kzV33tL9B46sXL123OgRpbk78q40Gs3Z4Auffvxey+ZNlErF2nWbv13+4/JVPzs52v+wYoG3tkubtuxcsGj5hk3b9DMuoZcjXF2dvvh8rr+fT35+/rTPvjpy9MTUT79s1KDOkvmzbGzKFRYWfjLjq4BDR7ds3y0uptjkbPDFdRu2VChv8/GUiXVrFz1XWVnZott/BRxe/dO6d8aPLOU1uedjs/H37Tm5ue+/M7p71/aSdgCh3XsDZs9dvOS71Z06tNaNEwMAAAAAAPB84C87AAAAAAD4W+dObXQz75QrZzX53dFiYdMf2+WaNWs3ZmVlv9S3hxyhEIyVytdfG9SsSYP09Izft+wUNUnJN9Rqjag3MTaR29jb2b478a33JoyqU6ua9DCWrfhx4vuf7Ny9734N8vLyd+8JUCoVn3z0jhw6EerWrtGjawebcuXOXwgVb5evXCNKcSJywEWwti434+NJFcrbnD57Pvj8JVFz7MTp69cTa1SvMmLYQHlmHEvLsh9/MMHY+O9/GyNOfO2638Wxpk99V3csFxdHeZSR73/6TXpIb70xRA5zCD6VvBppx1kJCQu/X/vdew+I8+3QtuWAl3rKnSxbxmLCmNdFGREZLZXu7uj06dm1Tatm8mxNA/r1lM/0zddf9b7bpeZNGogy/npisW6MHTXC389HLJiYmOimc/pg0lgbm3JiQXSsSZN6kjb9I69a9cNaUY4f/boccBEsLMynTB5nY2P9x7ZdKTduPs41SUhMEqWZuUp+K06nS6e2kyaOemfcSLVaLQEAAAAAADxfyLgAAAAAAPC37l066L/19/Oxs60QH5+YlJwi3sbEXBFluzbNi23VulVTUUZr13p7uYtNYuKuDnt9/C+//X4pJEyj0fh4e/bs3lGXn3hSLodFZOfkit16uLvp148b/fqmdStbtmgsDh139VrZMhaN/jlTj7m5WdMmRcOTREcX9fn0mfOibNG0oX4bKyvLxo3q6d7GxF3Jzc3z8vQQZ6ffzNfHq2zZMnFx1/Ly8qWHUad2df23tuVtJO18Pfdrf+5CURynVcsm+pU2NtZ/bl27eP5MqXR3R6dWzaq6ZaVSUd66aM4gb0+Pv/dsXZRZSU9Pl+7f7Qo2NnLLCtrOy6zLaTfMyJDfhlyOEGX9+rX1d2JiYlKrRtVC7exI99u5VIpr0qBe0W5nfrFg9tzFAQePpqYW9bZHt47tWjcXh5AAAAAAAACeL8xVBAAAAADA39zcXIrV2NvZpty4ef16koO9XdyVeFHj6GBXrI2zo4Mor8UniNLY2HjqhxOmTv8y9srVZSt+krRjorRq0Xhg/95urs7Sw5g/d8aDG9y4eUuUxUIn+mKvXCssLHRwsC+5ylFbeS3+ulQ0m1JRgqeCbfnibez/PtMrV4vOPSIyunnbXvc+VtxVXx8vqXTMzc3KWFjo1yiVSkk72879Nrl5o+hk7e3ue7KluTs61uWs9N8qtAO66Fca3WuiHzOVSp5/6n5baU/k7w2TklPy84sSKp17DJLuJV6vV49wTXp273gm+MKBQ4E7d+0TL0mbyurRtWOXTm2YqAgAAAAAADx/yLgAAAAAAFBa6sKi+V80mntnDnSpgjq1qq//ZfmuPfvDw6PjExIjIqO37di7a8+BqR+Mb9OqmfTk/OtYHXJXCzX3DUnIKY1CqWjqH6MSa8uUMdcty9MDlbexqVjRRXpsyodPYJiY/svJlvLuyPSnYSo9Y2PlQ7WXL5qpqUkV/8r3bFCmzN+hlke4JuKkPvvk/XMXQg4dOX79emJM3JXQyxHitXtvwJzZ08zNVBIAAAAAAMBzhIwLAAAAAAB/S0m5WbbMP8bSSE65IWlHcxFlRVeXSyFhySk3rbUT2ehcT0wSpW2FvyesETvp17ubvFygVi9YvHzLtt3zF614ss6vu2YAABAASURBVBkXeWCYlBs3i9Vfu5ZwMijY36+Sl6e77hSKSUxKlu7OhlOhfNFMPUnJxZslJCbrll2dnURZsaLL4nmfS/8fXF2cwyOixcWv7FtJv37X3gCFkVGzJg1Lf3f+M+KxMTEx0ag18+dMf7RUTWnUrF5FvOTlsPCodyZPDz5/adfu/b17dpYAAAAAAACeI4xbCwAAAADA3wIOHtV/e/HS5ZQbNytWdHFxcRRvXbQ5jz37Dhbbat/+w6KsU7u6KPfuP9R3wOvfLv9Rt9ZYqRw/+nWxkJaenpObW1RlZCQ9Ca6uzkZGRlHRsVevXdevFz2cv/i7E6fOqFSm9na2mXeyjgSe1G+QnZN7NPCUWKhbp4Yoa9WsVnQWAYf/0SY7J/BEkO6tX+VKdrYVQkLDiiVmEhKTO/cYNHTEOLFP6WlydSm6+IcOH9evFAedO2/pV/O/VSqVpbk7/73mTRsWqNXFrr9Goxn2xoSXXnnzUkhY6XdV7LEpLCx8e/yH4uKL+6urrOzr3bNbR+mf+SQAAAAAAIDnAxkXAAAAAAD+9uu6zYePnpCXo6JjZ85ZKBZGDB0o1/TRDoyx6fftm7f8KdcUqNXfrVoTeDzIwsK8fZuWoqZaFb+Umze3bNsdGR2r2+3WnXtF6ezkYKYqmj7GzLSoTE65mZubJz0GY6Wyc8c2arXm8y8W6KIn168nrtu4xcTEpGP71kV97tVFlF8vWHbuQojcID0945MZc27eSq1ZvYpPJS9R06xJAzvbCuER0QuXrBRnJGqysrI/+2LB7YzMv49lbPzygF55efmz5y6+k/W/UIVoMP3zrzLvZPn5+TztmXE6dWhtamqya2/AH1t3yTWFhYXLV64RXWrXtoVKZVqau/PfGzywjygXL/3+2rUEuUbcrwWLV4inS6lU+Pv5lH5XxR4bIyMjD3dXcfGXfPu92KfcJjU17ag2T+Ph4SYBAAAAAAA8X5irCAAAAACAv5WvYDNl2mwHe7uyZSyiYuJETe8enXUTDFWtUnns6BFLln4/b9F3y1etcXV1ibtyNTs7x0yl+vjDiTY2RVPkODnaj3nrtcXffj9i5DvVq/oZKRR37mRFREYrFIr3Jo6S92NrW16lMk1NTRs4ZJSjo/3ShbOlRzVu9Iio6NiQ0PCXBr3p6VHR0rJs6OXw3Nw80QfRE9Fg0IDeYeFRAQePjpkwRZyXaBAbe6VArXZ0sP9w0jh5J6L/H74/9sOPZ23cvH3Hrr/cK7oVJTAUirq1a5w+e153rB5dO+zeExB0+tzgYWNctdMkxcReSU/PqOTtOWHMG9JT5ubq/O74t778+puvFy5b+cNaj4quaRkZcXHX7O1s3x75mlS6u/Pf86nk1bN7xy3bdg97c7y/n69UNLfUjfj4RAsL89kzPhJPRel3VfKxeev1IadOn9vx519ngy/Y29tJ2mDW7duZ4sZ1aPf/k+kBAAAAAAB4esi4AAAAAADwt0+mvHPm7IWAQ0evxSfUqVW9U8fWnTu00W/Qv093f99K361cE389MSo61r2ia8MGdXr36OSgTRj8r02/Hk5Ojps2b79yNT7j9m0vT/d+vbv16t7J3d1VbqBSmb7/ztvzFi5PuXFTo9FIj6GMhcWyxV8uW7nm2Img69cTTFUqfz/f/n27N2/aUG5gZGQ0Y9qkP7ZW37J9d1JKiuhP1SqV27Rq3qVzG3lQGVn9urV+XLFo/aYtx0+djU9IaNSw7qsD+wYeD9LPuIj23y2Zs/KHXwMDT0ZGRqs1GjdX50EDevfu2eVpD+Ii69KprYe729LvfhB3J+RyhJOjfZ+enYe+2r9sGQu5QWnuzn/vvQmjalTz3/D7jri4q5l3skS3e3bv+Oqgfg/bq5KPjZWV5cqlX635ddPJk2fCwiIsLS1rVq/SsH6dbl3aGSuVEgAAAAAAwPPFqLCwUAIAAACA+yvUEt+nFhQU5Ofnp2Zk7jsbKepb1fZ1sLGU8IKRP0VqtAq0QuOSYpLTLVSqTk1qSs+ykWPeDwkNX7Vsnq+PlwTg/9WJi5HxKbcsVUpfh7IqlcrU1FSUJloKLSMtCc+d7YEX7uTkOVipvOytzLTkB0DceqVSKQ99VPpbr/sdRq1Wi99h8vLykvY01+TetK8xxq76WAkA8EzR+6muyc8vyMsvCB3+asHNG279XvF4ZbgEAI9Nk5d7dEDRbL8WQ96watna3LzoN1HxQUT8MmpsLP82quBjCPCYLv3iJ/6rrnYdq3Ltp/+hz/juH7N//VPGOC4AAAAAAAAAAAAAAAAwdGRcAAAAAAAAAAAAAAAAYOjIuAAAAAAAAAAAAAAAAMDQkXEBAAAAAKDId0vmSAAAAAAAAAAMFRkXAAAAAAAAAAAAAAAAGDoyLgAAAAAAAAAAAAAAADB0ZFwAAAAAAAAAAAAAAABg6Mi4AAAAAAAAAAAAAADwP0ZGRhIAg0TGBQAAAAAAAAAAAM8MvnsG8FTpfsgYaUkADAkZFwAAAAAAAAAAADxLdF8634mOSNi1VQKAx1aoVuuWi6VbSLoAhoOMCwAAAAAAAAAAAJ4Bum+ddQu3zpwULwkAnhyFQmFk9HfKhYALYFDIuAAAAAAAAAAAAMDQia+ZCwsLJV3ARby9+92zXA8AT4SRwqgo5SL972eN+BkjkXQBDAYZFwAAAAAAAAAAADwb7o6tYOS7fHVeXkFunpCfX6Au+p9ardEUkncB8AgURYyMjZXiZWpioiyikCtJtwAGhYwLAAAAAAAAAAAAngHab5oLRaEoGmVBIb6BFt9G3x3cRdJolBo55ELKBUCpyT9Y5DyLUlH0U8XERBRyxsVIf9IiAIaAjAsAAAAAAAAAAAAMmt5ERUXLcsClsPB/AZeitwVqXcCFkAuA0pMDLNrwnDyUS1HARQ65KBV/51wkAIaBjAsAAAAAAAAAAACeDXLApbCwUHzzLH/NJWrUCrX4QlqbcSHgAuBRyDkWhVFRfk47RtQ/hnKR7kZhAPy/I+MCAAAAAAAAAACAZ8Ddb5oLteO4aGtMjMQ30PIsRRpNUbqFjAuAR6Cbk0geJko7gkvRjxd5cBcCLoDhIOMCAAAAAAAAAAAAQ6c3XVHRF8/aBUmjKVQU1UuaQo28lowLgEegm5BIG2v5X7RFG2/5exVJF8AQkHEBAAAAAAAAAADAs+Hud8yF2pEVlApFoUZjpJ2iSCE3IOMC4BHoUiy6UItuWBcJgCEh4wIAAAAAAAAAAIBngDyUi+6r6MIi4htoY0ZwAfBE3P3x8r9l3QguEoO4AAaDjAsAAAAAAAAAAACeDSVjLlJRuuV/KyUAeDz3DLUQcAEMBxkXAAAAAAAAAAAAPDPkL5vldIsu7CIBwFPAjxfA0JBxAQAAAAAAAAAAwDOm5BfPzFUE4PERagEMHBkXAAAAAAAAAAAAPPP4ZhoAgOceGRcAAAAAAAAYLiMtCQAAAAAAvPDIuAAAAAAAHhEz3wN42vgJAwAAAAAAdMi4AAAAAACegLyC/KDQaAkAnoTU25nygtE/SQAAAAAA4AVGxgUAAAAA8NB03zTrFgrUmiuJNyQAeKJ040URcAEAAAAAAGRcAAAAAAAPQXzNXFhYqFsWzFQmVhamGo1Gri+8S16WgLvUGnWBpkAsKIwUJkoTCShBfwY0UVqojBVa+uO4kHcBAAAAAOCFRcYFAAAAAPAodF8zV7Qr52RtkZeXl5+fX6ClVqvlyAsZF+hLvp2cmJ4kFizNLD1tPCSgBN0PFmNjY6VSaawlForFXAAAAAAAwIuJjAsAAAAA4NHJQyzIX0XLiRbxDbSo0R/NBZDlFxak56aLBWMTY1NTUwkoQZdikXMtJiYm8oIu4yIBAAAAAIAXGBkXAAAAAMCj0I2pIH/9bGxsLFeKL6Q1WgRcUEyBUUF6XoZYKKMpo1KpJKAEeTY0xV3yIC4yhnIBAAAAAABkXAAAAAAAD03+jlk3ZIsu4CJ/P60/URFJF+gUSAWpuWliwVptzTguuCf9ny1yZk4XcCk2lAtJFwAAAAAAXkBkXAAAAAAAD0cOskh3Qy3i62fp7sQicuRFN4gLARfoK5AK0rUZl2x1NuO44H6M9OgGdBE/YfTrJQAAAAAA8EIi4wIAAAAAeBTy18ziu2eNRiN//SynWyRttEWXbiHmAp2ijIt2rqJsdQ7juOCeig3Tosu46CIvEgAAAAAAeIGRcQEAAAAAPDQ50aL7ElpeFqVSqZRjLhLpFpSgltR38u+IhTxNromJiQTci37MRTd1kS7goquRAAAAAADAi4eMCwAAAADg0em+b9aN3aL/3TMxF+hTS5qcghyxkK8pkKe4AkoqNpSLfsylWAMAAAAAAPCiIeMCAAAAAHgUcq5F+mfMRV5FtAX3VCgV5mvyJe2ALmRc8GD6QZb7LQMAAAAAgBcNGRcAAAAAwCPSfdlcbAQXvoTGPRUaFRYUqsWCplAjzzsDlB4/WAAAAAAAABkXAAAAAMDj4rtnlJKmUCNpB3ThmQEAAAAAAMDDIu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P8Fo7ukh0fGBQAAAAAAAMBzTv/vT9Ov7M5Jj5IAAAAAAP+1Qv03uk9qpc+7kHEBAAAAAAAA8NzS/zvTwsKiv07NTYsQLwkAAAAA8P9BfDpTaD1swEUi4wIAAAAAAADgeaXLtchJF9MK9Qtybmo0GlEpl2KVfgkAAAAAeOL0sywKhUJp7qBUKhV3PdSuyLgAAAAAAAAAeJ7p5nq3qTsvNzc3Tys/P7+goECtVsthFzIuAAAAAPCU6AZuUQomReSMi9E/lWZXZFwAAAAAAAAAPLd0/15Q/htVY2NjOdQi12i0CLgAAAAAwFMlJ1qUSqX4UGZiYiJKpZZuxqJSIuMCAAAAAAAA4DmkP1GR7p8MykO2yDXirf4gLiRdAAAAAODJ0uVX9D+XGd8lB1weKuZCxgUAAAAAAABEEXZZAAAQAElEQVTA80we9VqXcZHkCeCVSrVaXXiXBAAAAAB4anSfy/RjLsVmLCrNfsi4AAAAAAAAAHhu6c9VJNfo/lKVQVwAAAAA4GnTfSiT7n4c030oY64iAAAAAAAAAPgf3XRFcsBF/qeBGo1GvBX1YkEi3QIAAAAA/wndeC26KYqKDeJSmrALGRcAAAAAAAAAzzM56SL+8lROt8h/l6o/RRExFwAAAAB4enThFf2BNo30lH5XZFwAAAAAAAAAPLfkgItuWGz9mYmKRVtIugAAAADAE1cswqKLuRQbu6WUSRcyLgAAAAAAAACeZ7oZi+S/RdVFXiRyLQAAAADwH9IPsjxsukVGxgUAAAAAAADAc04/1HLPv1QFAAAAAPzHHuETGRkXAAAAAAAAAC8KQi0AAAAA8Owi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DgiVFr1J/vmJV8O6XkqoT0xMLCQrFwMf7S6LXjSjZQKBQzeky3sbCWAAAAAAAAgBLIuAAAAAAAgCdGqVA29m78ydZP77nWyMhIlBk5GWeunC25dkC9lwi4AAAAAAAA4H4UEgAAAAAAwJPToUq7uu51pIdkb2n/RvMREgAAAAAAAHAfZFwAAAAAAMATNqnDOyZKk4faZHTrUWVUZSQAAAAAAADgPsi4AAAAAACAJ8y9gvuAei+Vvn1d9zodqrSTAAAAAAAAgPsj4wIAAAAAAJ68YU2G2Fval6alidJkUod3JAAAAAAAAOCByLgAAAAAAIAnr4yqzDvtx5em5YB6L7lXcJcAAAAAAACAByLjAgAAAAAAnoqWvi2a+zR7cBt7S/thTYZIAAAAAAAAwL8h4wIAAAAAAJ6Wd9tPMFGaPKDBO+3Hl1GVkQAAAAAAAIB/Q8YFAAAAAAA8LQ5WDkMaDb7f2uY+zVr6tpAAAAAAAACAUiDjAgAAAAAAnqIhjQdXLF+xZL2J0uTd9hMkAAAAAAAAoHTIuAAAAAAAgKfI1Nh0YrtxJeuHNBrsYOUgAQAAAAAAAKVDxgUAAAAAADxdjbwaNvdppl9TsXzFIY0HSwAAAAAAAECpkXEBAAAAAABP3bvtJ1iYWujeTur4jqmxqQQAAAAAAACUGhkXAAAAAADw1DlYObzRfIS83M6/bT33uhIAAAAAAADwMMi4AAAAAACA/8JLdftWLF/RwtRiTOtREgAAAAAAAPCQjCUAAAAAAICnT6lQTur4TmRylIOVgwQAAAAAAAA8JDIuAAAAAADgP1LPvS6zFAEAAAAAAODRkHEBAAAAADwBhYWFEgA8BUZGRhIAAAAAAAAZFwAAAADA4ygWbSHpAuAJktMtuh8shF0AAAAAAHjBkXEBAAAAADwi3RfP8oJ+CQCPz0hLtyx+vBBzAQAAAADgRUbGBQAAAADwKIrlWnT01wLAI9DPtUh6SRdiLgAAAAAAvODIuAAAAAAAHpp+tCUm4eaVpFsS8xYBeEJ0iZZyZc2reTjKGReFQiERcwEAAAAA4MVGxgUAAAAA8IjkjMud7NyU9DsSADxp4idMQUGBUqlUKBQajYaYCwAAAAAALzgyLgAAAACAh6M/iIv41ll+K76DdixvLQHAk5CacScrN1f8eFGr1ZL2B45SqZRjLqRbAAAAAAB4YZFxAQAAAAA8ikI94q3K2KRhtUoSADwJJy5GZqXkyuO4iNLY2Fierkj+mUPMBQAAAACAFxMZFwAAAADAQ9OlWzRaEgA8BeLHS0FBgaSdn0jOuOhWkXQBAAAAAOAFRMYFAAAAAPDodOO4AMATJ4/jIgdc5LmKxALpFgAAAAAAXlgKCQAAAACAh6cbx0UCgKdD/JBRq9Xi54z804ZQHQAAAAAALzgyLgAAAACAh6D/BTNfNgN4quSMiy7mIgEAAAAAgBcbGRcAAAAAwEPTfdnMsAoAnir9EVzknzb82AEAAAAA4IVlLAEAAAAA8Bj4shnA0yNPiKafcQEAAAAAAC8sMi4AAAAAgEfE980AAAAAAAAA/jNkXAAAAAAAAGCgdPMTSQAAAAAA4IVHxgUAAAAAAACGi4ALAAAAAACQkXEBAAAAAAAAAAAAAACAoSPjAgAAAAAAAAAAAAAAAENHxgUAAAAAAAAAAAAAAACGjowLAAAAAAAAAAAAAAAADB0ZFwAAAAAAAAAAAAAAABg6Mi4AAAAAAAAAAAAAAAAwdGRcAAAAAAAAAAAAAAAAYOjIuAAAAAAAAAAAAAAAAMDQkXEBAAAAAAAAAAAAAACAoSPjAgAAAAAAAAAAAAAAAENHxgUAAAAAAAAAAAAAAACGjowLAAAAAAAAAAAAAAAADB0ZFwAAAAAAAAAAAAAAABg6Mi4AAAAAAAAAAAAAAAAwdGRcAAAAAAAAAAAAAAAAYOjIuAAAAAAAAAAAAAAAAMDQkXEBAAAAADwDomOvbNq848KFkMTkFKVCYW9nW79+7SGD+llZWera5ObmtevSv2wZiz+3rpWeWRcvXR417oN/bfbmiMGvDuonPbZDh49/NP2LDm1bfjxl4tz5S/cHHNm66UcTExPpIe3Zd/CzWfPFgkplun3zGjOVqmSbjIzb3fsO1Wg0z8Q9env8hxcuhi7/Zq6/n8/92sz8YuGuvQGffvxem1bNpP/Q7LmLd+7aJx4A8Rjcr01Sckq/gW+IhYA9m4yVyvs1Ezd96/Y9YqFG9SrfLJh1zzYBB45O+2yuWGjetMGsGVMkAAAAAACA/ycKCQAAAAAAA6ZWaxYuWTl0xLit23dfT0yq6OZiVc4qOvbKug1bBrz61oWLoRKekAZ1a2feyQo6c156DLm5eYcOH7vnqr0BhzUajQSDdP5CyM1bqfdcFXAwUAIAAAAAADAAjOMCAAAAADBchYWFU6bNCjweVKG8zcg3Xu3UvrWRkZGov5Wa+suvm9dv2vr+lM+WLJjl7eUhPS+qVfU7vO8P/ZoOXQdk5+T+sGLB0z7NOrWrGxsbnzx1tnHDutIjMVOpcnJzAw4d69CuVcm1Bw4GmpupxLlIz4Lxo1+/k5VVsaKL9AKQb9y+gMP9+/Yotio7O+fo8ZPP0I0DAAAAAADPMcZxAQAAAAAYrjVrNwYeD3J0tP928ZedO7SRAy5CeRubsW8P79m9Y+adrMVLv5fwJFhalq1Tq/rJoLPSw5NvTY3qVSwszI8fD7qTlVWswc1bqcHnLjZt3EBuLRm8yr7e4mqUsbCQnnNF96Jpk6L7cs/xWo4cO5mXly/fuELpGbhxAAAAAADgOcY4LgAAAAAAA1VQUPDr+qIRTca+NdzJ0b5kg6GD+x8+ctLcwvxOVpZ+FiE/P3/dhq3HTp6OiIjy9vasXbPawJd6WVqV1d92z18HNv2x8/r1JLVGXb2qX+OG9bp37aBU/uOfgqSmpn274qcLl0KTk2+4V3SrUdWvT++uFd3+HthDrdZs+mP7ocPHo+OuKI2U/n6V6tWr1bt7JxMTE/39RERG/7Ft17kLIbdupVWrUrlZk4bdurRTKB73n538a/dKf6Y6DevXXvzt99cTkpydHOSa3Ny8dl3616pZbf6c6d//+Nvps+fj4q75+/u0btG0e9f2Rv9MqxgbK1u1aLJz175DR4537tBGf9W+A0dE2aZ1s78CDpc87r6AwwcPHb8YcllcFtHJrl3a16tTQ7dWdGn9xq1LF84+dz5k4+btNtblevfs0rF9K9GxurVrTH5vzG/rNwefu5SYnFLVv3LvHp2aN2uUlpa+YvXa4HMXb95M9fX1GvPWcF8fL/0jBp0+F3DoaERkTHRMnIW5eYUK5du1bjbo5T66M3p7/IcXLoYu/2auv5+PXBMVE7du/ZYzwRdycnPFcV9+qaf0vKjs6yVO9uKlyzdvpVYob6O/KuBgoLm5WYMGte954wAAAAAAAP5LZFwAAAAAAAbq2InTmZl3ypWzatG80T0b2NlW2LJxdbHK3Lz8YW9OuHIl3sa6XAXb8uJr+6JXyOVFX3+uazNn3jfbduwVCw72dpaWZU+eOht4PGjT5h1fzpqqy3bExl0dNXZy5p0sExMTL0/35JQbm7bs3Lxt14hhA4e88pLcZv7i77Zs221qauLoaK+QFKLD4rVz51/fLpljbqaS2yxZtnrdhi1iwbpcOWcnx1Onz4k2v2/ZOX/OdBsba+lRlaZ7pTxTfQ3q15a+lU6cPNO7Z2f9+vy8/CnTZouei60cHeyCTp8Tr9Cw8Mnvjim2h3Ztmu/cte/AwcBiGZf9+4/Y29lW8fct1j4nN3fSh58Fn7soll1cHM1MVX8FHBavju1bTf1ggtxGzp1s2LQ94NBRSTskTEGBWl6VlZ391pjJt1JTnZ0dlUrlqdPBQWfOfTbt/eXf/xx/PcHL08NIYXQ2+OKYiVPWrVkmX/DCwsIZM+fJiQ1xm9wruoqLmZqWHhkVc/NW2rjRI6R7uRQaNvG9adk5uWXLlnFxdjp89MSBQ4EO9rbS80Jc8DVrN+7568DA/r11lXeyso4dO9W+bUtxbaWiIV8KJQAAAAAAgP8/ZFwAAAAAAAYqKjpOlNWr+j3UVvn5+bk5eYu+/rxWzapGRkYHLPtVGAAAEABJREFUDgV+/Omcs8EXY+Oueri7iQaHj57ctmOvbYXyM6ZNql7NX9SkpaXPnLPo+InTc77+ZsFXM0SNRqOZ+eWizDtZPbt3HDtqhEplKhUNaHF09pxFK77/pUb1KrVqVBVbbd+5183V+fvl881URYmW5JQb0z6deyk0TNS/1KebqBHHXbdhS4XyNh9PmVi3dtHAJFlZ2XPnLf0r4PDqn9a9M36k9EhK071Snmkx4hI5OtgfCTxZLOMiTqqim8vqFQsqeXlI2pFpRo6ZvH3nXy/36+Xu7qrfsk6tGnKYRn9wncSkZLGHVwb2LSzUhiQK/45KrP1tc/C5i6LPH70/ztnZUdTExydO+2zO7r0HmjSq16ZVM23zovYBh4727tF58KC+YeHR1ar8LysTejnC1dXpi8+LRlsRt37aZ18dOXpi6qdfNmpQZ8n8WTY25cS2n8z4Smy7ZfvuYa8OEJscPHxMXH9zM9UXM6eKC6VQKNRqzd79B2d+sXDL9l1vjxxqbFz8b0sKCgpmzJqfnZMr9jB86Mviubp9O3PG7PniSkrPi7atm61ZuzHgYKB+xuXQoeMFanWb1s0ybt+WAAAAAAAA/r897sDIAAAAAAA8JTdu3hRlhQo2D7vh+NEjateqJg/+0apFEznwER4ZLa9dvnKNKCe/O1qOfQjW1uVmfDypQnmb02fPB5+/JGnzIpfDIvz9fN6bMEpOkAitWzYdMWyQWPjhp3WiTEq+oVZrjJVKE+P/zUxkb2f77sS3xCZ1alWTa1b9sFbbn9flgItgYWE+ZfI4GxvrP7btSrlxU3okpeleKc+0pAb1a50JvpCfn1+s/q03hsgBF8GnklejhnXFQkhYuFwjx1BEqVQq2rVuXqBWHzx0TLftvoCiiYratm5WbJ9ZWdlr1/0uNpk+9V054CJpR3ORh4f5/qff9Bv7VfZ5Z/xIcZGbN22gPwTO2FEj5OmETExMdPMHfTBprI1NOUk7BkyTJvUkbXRGXmVqaip6OG70G3VqVZdnjBId6NS+taVl2by8/PSMe4Q5jp04ff16Yo3qVUYMGyg/V6Lxxx9MKJmGeQbJN07y9vIQVz70ckRiUrJu3f5DR8WZ1q9bSwIAAAAAADAAZFwAAAAAAAaq8FHnRalXr7b+W29tMiPzdpakHQEl7uq1smUs5IiGjrm5WdMm9cVCdPQVUcbEXhVlu9bNi+25bZuimuiYOO1u3e1sK8TEXR32+vhffvv9UkiY2LmPt2fP7h2972ZBQi5HiLJ+/X/0x8TEpFaNqoWFheER0dIjKU33SnmmJTVr0rCgoCDozPli9XVqV9d/a1u+KHuUn5dfcg9ttFmWgINHdTVi2dnZUVycYi1j4q7k5uZ5eXqIK6lf7+vjVbZsmbi4a3l6+69bp4Z0L/odq2BT1KuiaarK/x2Nsi5XFHZJz8iQ3zZpVO+Tqe9269JOfqtWa0IvR2zdvluO6eTd64xOa69Gi6YN9SutrCwbN6onPUc6tW8tyn37D8tv72RlnTx1tk2rpkolf30EAAAAAAAMAnMVAQAAAAAMlBxTSE9/uElSLCzMzc1U+jVKY6UoNYVqUcZeuVZYWOjgYF9yQ0dt5bX466K8ciVelPb2tiW7ZKxUpqalZ97JKlvGYuqHE6ZO/zL2ytVlK36StGN7tGrReGD/3m6uzlLRQC8p8mgonXsMumdX4+MTpEdSmu4lp9wozZmWVK9ODWNj4yOBJxrrhWPENdVNPCRTKouuqlqtKbmHmtWr2NhYnwwKlqcrSkxKDguPGj705ZItr1wtOpGIyOjmbXtJ9xIbd9XXx0teLm9drmQDM5VKnihKptCmMazLWf2zq8UjGllZ2QEHj8ZfT7wcFnnxUmh2Tq5uVeG9olXJKSmirGBbvli9o72ddH9r122WT/CRVavip8vi/Afatm6+6odfAw4FvjKwr1QUdjmi0WhKRqmE10e9FxYeqV+z6OvPa98dvggAAAAAAOApIeMCAAAAADBQfpUrifL8hdDCwkJ5gpiSVq5eq1Ao2rVpXtHNRa5R3KelTHxnL8pCjeZ+DeSQhFobiCnU3CPuoDRWFqjVSu0cN3VqVV//y/Jde/aHh0fHJyRGREZv27F3154DUz8Y36ZVM7nPpqYmVfwr3/NYZcpYSI+kNN0r5ZmWZGJiIs7r5Kngf+xW8RAjeYgTb9+2xfqNW/ftP9KjW4fdew+IyvZtWt6zpSjL29hUrOjyr7u9Z4eNtQGmh3LtWsLIse9naOckcnd3rV+/tpuLc6OGdWd+sVB/mh59hVJRP0s+WGXKmD/gQMdOnA4+d1F6DBq15r/MuLi5Olf29Q4LjxLXwdHBPuDQURsb65raqb4AAAAAAAAMARkXAAAAAICBalCvVhkLi1upqUePnWrWpEHJBunpGb/8uqlArW7YoHYp9+nmUjTCSnLKjZKr5HyDPAWPm2tR5CLlxs1ibW7eSs3NzTM3NxMvuaZsGYt+vbvJy6InCxYv37Jt9/xFK9q0amZvZ2tiYqJRa+bPmW5s/CQ/gJeme6U803sSV3veou9i4656uLtJj6R9m+brN249fPR4j24dAg4GVvb1dnV1KtnM1bmosmJFl8XzPpf+Kyt/WJuRcbtzxzYfvDdGoZfdyczMvN8mFcpbS0UD8xS/mAmJydL9/Zcn9aS0bd0sLDxq3/7DXTq1PXP2Qr8+3e4ZL1v57VcSAAAAAADAf44JlQEAAAAABsrY2Lh/vx5iYfHSVWlp6SUbzFu0vECt9qnkVfU+A6WUpFKZ2tvZZt7JOhJ4Ur8+Oyf3aOApsVC3Tg1Rujg5inLfgSPFNt+776C2Tc2i5f2H+g54/dvlP/7dYaVy/OjXxUJaenpObtH0N82bNhQ9LHYsjUYz7I0JL73y5qWQMOmRlKZ7pTzTe2rYoI4oDx89IT0qv8o+zs6OQWfOh4VHRUXHtm3d7D7NKtnZVggJDSuWxUlITO7cY9DQEeP0ZxF6Us6dvyTK3j066wdczl0IEddK0g6dUnKTWjWLZuHZF3BYvzI7OyfwRJD0fGndsqkoA0+cDjh4TDyo7ds0lwAAAAAAAAwGGRcAAAAAgOEaPLCvm6vz9YSkUeM/OHz0hPpu/iA55cann3+9/8ARlcp08rtvP8wupT69uojy6wXLzl0IkWvS0zM+mTHn5q3UmtWr+FTyEjWtmjfWZi/C585fmpubJzcTh1v9429ioX+f7qKsVsUv5ebNLdt2R0bH6na+dedeUTo7OZipVNr+95GKMjrfX7uWIDcQp7Bg8Yqo6FilUuHv5yM9ktJ0r5Rnek+i/xXdXE4GBUuPoX2bFgUFBV9+/Y1YbtPq3hkXY2Pjlwf0ysvLnz138Z2sLLnydkbm9M+/yryT5efnY26mkp40O7sKooyKjtPViMdp5hcL5OXs3JySmzRr0kBc8PCI6IVLVhaoiyaKysrK/uyLBaKr0vPF0cFePBsXLoZu27HbxcXRr/IjPqIAAAAAAABPA3MVAQAAAAAMl6mpyZIFM9+dPCMyKmbKtNniraeHe3pGRqJ2jhhjY+Mp74+r7FvpofY5aEDvsPCogINHx0yY4mBvZ2lZNjb2SoFaLb7d/3DSOLmNpVXZaR+98+HHs7Zu3/Pn7gBvL4+k5JTU1DSx6rUhL9euVTSqh5Oj/Zi3Xlv87fcjRr5TvaqfkUJx505WRGS0QqF4b+IoeT8+lbx6du+4ZdvuYW+O9/fzlYomGLoRH59oYWE+e8ZH+uOIPJTSdK+UZ3o/zZo0WL9p2+3bmaamptIjad2yyY8/rxcXpHo1f3H0+zXr0bXD7j0BQafPDR42xtW1aH6lmNgr6ekZlbw9J4x5Q3oKhg7u/8HUmV8tWBoRGWVubh5yOfzipTATE2NXV6dr1xLuOWKQmUr14ftjxQXfuHn7jl1/uVd0K0opKRR1a9c4ffa89P9kzdqN4lWyftLEt3t066B727pD35Jt7Gwr/L5ulXQvrVo2OXchJDI69tVB/SQAAAAAAABDQsYFAAAAAGDQytvYrPj2q8OHj+/cve9q/PXYuCsmxsae7m41alQZMvgle1tb6SEZGRnNmDbpj63Vt2zfnZSSknH7dtUqldu0at6lcxt58BVZrRpVf1y5cP7iFVFRMVHRsXa25Ru0b9Wvd1f9kS369+vh5OS4afP2K1fjxX68PN379e7Wq3snd3dXXZv3JoyqUc1/w+874uKuZt7JcnK079m946uD+j0g9lEapeleKc/0nho2qLN23eZjJ0+3bNZYeiTeXh4uLo7x8YltWjV9QDPRk++WzFn5w6+BgScjI6PVGo2bq/OgAb179+zyNAZxEZo2rr/w689W/7Rub8Dh2xmZllZlO3VoNezVAbv3Hli+6ueTQcH169YquZWo/HHFovWbthw/dTY+IaFRw7qvDuwbeDzo/zHj8pS0btl04ZKVYuF+M0wBAAAAAAD8fzEqLCyUAAAAAOD+CrU0Gk1BQUF+fn5qRua+s5GivlVtXwcbSwkvGPlTpEarQCs0LikmOd1CperUpKYEAE/CiYuR8Sm3LFVKX4eyKpXK1NRUlCZaCi0jLQnPne2BF+7k5DlYqbzsrcy05AdA3HqlUikPf8WtBwAAAIAXFuO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BQSAAAAAAAotcLCwr37D302a76uZvmqn5u37bV23WbJMKjVmh9/Xv/W2Mntuwx4echbV69dl15UJW9WaeTm5okb2rnHoAc3W/TNStFs6/Y9EgAAAAAAAP4TjOMCAAAAAMBDiI6JmzFzXmVfb8lQrfzhl5/XblIqFV6eHikpN21tK0gvKsO/WQAAAAAAACg9Mi4AAAAAADyWbp3b1atb09nJQTIMZ4MvinLWjClNGtWTAAAAAAAAgOcFGRcAAAAAAB6Ls7OjeEkGIzcnV5SGk7kBAAAAAAAAnggyLgAAAACA59+3y39cu27zwq8/UyqVG3/ffuFiqJm5qn7dWoMG9HFytNdvee1awpYdu8PDoyKiYgo1GtsKFWrU8H/r9SGWlmXF2tlzF+/ctU8shIVHNW/bq3o1/6ULZy9f9fOatRtHvTl00IDe8oFeebnPW28M0d/tyaCz707+tE6t6qIPcs2t1NR1G7aeOx8SE3elkrdn3do1BrzUo4yFhfQYFn/7/fqNW5mfNiwAABAASURBVOXlV4ePFeU740Z2bN+qY/eBDerVHj3qtW+/+yHkckTN6v7vTRxV3sZGNIiIjP5j265zF0Ju3UqrVqVysyYNu3Vpp1Ao9Hebl5e/ecvOk0HBIZfDHexsa9Wo+lLfHi4ujxvryc3Na9elv7iGM6ZN+nntptNnzqfcuOnv79O9S/s2rZoVa7znrwOb/th5/XqSWqOuXtWvccN63bt2UCr/18+srOyS52hqqtoXcFj6582S2wedPhdw6GhEZEx0TJyFuXmFCuXbtW426OU+RkZG+gfNzsn96Zf1gYGnbqam1a5ZrXPHNv86NE5prucjKP0DnJqa9u2Kny5cCk1OvuFe0a1GVb8+vbtWdHORAAAAAAAAnn1kXAAAAAAAL4rTZ87/tuEPIyMjTw/3q1fj/9i6a+9fh75d/KWnh5vcYNOWnYuWrNRoNAqFwqeS5/WEpNgrV8UrLDzquyVzlUpFs8b1TUyMt2zbXaG8TfeuHeztbIsdonPHNmvXbd6771CxjIs4kCg7tm8lv/0r4PCXc5fk5Oaam6nc3StGRsWcvxCyecufMz+dXKN6FelR1a9by8LcfMv23ampab17dC5XzsqvciU5t3EnK+u9yZ+m3Lgpli+GhNtYW4uFJctWr9uwRSxYlyvn7OR46vS5YydO/75l5/w5021srOV9RsXETZ7yeVJyijh9by+PtNQMcZW27NgzdtSIPr06S48tNS3t9bfeFQvNmzXMzc07fOR40OlzV67GD3t1gK7NnHnfbNuxVyw42NtZWpY9eeps4PGgTZt3fDlrqjxczT3P8b0JI8uWtSh2swoLC2fMnPeXNvtSdPErusbGXU1NSxe34OattHGjR+gOmpuXP3TE2ITEZI+KbubmZgcOBYqXnGS637mU5no+jn99gMW5jBo7OfNOlomJiZene3LKDXGzNm/bNWLYwCGvvCQBAAAAAAA848i4AAAAAABeFD/9suG1IS8PHtjX1NSksLBw+udf7z9w5Mef10+fWpSxuJWaKgdcJo4d2bVzW5XKVNIOy/H2uA/DwqMuhlyuWb1K82aNnJ0dt2zbbWtbfsSwgSUP4eHuVtnXW7S/FBJWtUpluTI3N+/gkWPioK1aNBFvMzJuz1v4XU5u7jvjRvbo1lGpVIjO/Lbhj6Xf/Sjqv18+/wHDfgSdOS8VFvr6eFlZWZZc26hBHfE6cvREampan15dRGck7RgnohT9cbC3mzvr44oVXeOuXDMyMjobfHHdhi0Vytt8PGVi3do15JZz5y39K+Dw6p/WvTN+pLzPBYuWJyWniH6+9fqr8mA2J4POfjpz3pJl3zdrWr9kykdHXITbtzOdHB0ePOLLtWsJomPfLJwlyqKtenUZ/+60VT/82qRRfXGaoubw0ZPbduy1rVB+xrRJ1av5i5q0tPSZcxYdP3F6ztffLPhqhqRNrpQ8x8YN67o4OxW7WQcPHxMnaG6m+mLm1Fo1qopLrVZr9u4/OPOLhVu273p75FBj4//9VUl+fr5GU7hq2Ty5G0cCT86Y+fW3y38UW1Xx9y15IqW8niWJqySulVioV7em9EAPfoDFozvzy0WZd7J6du84dtQI+QEOOHh09pxFK77/pUb1KqLnEgAAAAAAwLPscQfLBQAAAADgWVHJ23P40JdNTU0k7cgfgwf1FQuhYRHy2szMrI4dWvXv26NPr85yPkDwqeTVsGEdsZCccqOUR+nYvrUo5VlyZIcDT2Rn57Rs1tjCwly8Xb9p2+3bmX16du7ds7M8247ozMD+vZs3bRAVE7f/4NEH7HzipGkT3/8kPCJaengTx73ZqGFdZyeHxg3rirerflgryvGjX5cDGYLo3pTJ42xsrP/YtkseDSXozPng85e8Pd3fHT9SDrgIDerVHvrKS/n5+T/9suEBh1u24kfR1Z2790n/5s0Rr8gBF6Gyb6VXBvYRC79v2SnXLF+5RpST3x0tB1wEa+tyMz6eVKG8zemzRd17wDmWZGpq2q5183Gj36hTq7qcJRK3oFP71uLs8vLy0zNu6zd+d8JbcsBFaNakwaCXizq28fft99xzaa7nPUXHXhEXSrykf/PgBzjg4NHLYRH+fj7vTRile4Bbt2w6YtggsfDDT+skAAAAAACAZxwZFwAAAADAi6JOrer6b23LlxdlXm6e/Laim8uUSePGvj1c1yA27uruvQcSE5PFckFegVQ6ndq1UigUfwUckQcXEfbtL8q7dLg7UVFYeKQo69UpPmhHvTq1tWujpKej2BFDLhdlI+rXr61faWJiUqtGVdFzOUYTps1P1Kldo9jQMvXryV19lKhNMRYW5u3atNCvkUe7ORt8QdKOTRJ39VrZMhaN/plZMTc3a9qkvliIjr6iX1/yqhbTpFG9T6a+261LO/mtWq0JvRyxdftu+Wbl5eXrWoqDFgvKyB27cOnyPfdcmuv5mB78AMfEXhVlu9bNi23Vtk1RTXRMnAQAAAAAAPCMY64iAAAAAMCLwtbWRv+tsVIpSrVGo6tRqzUnTp0JvRwRG3c1+NyltPR03SpNoUYqHUursk0a1TsSeFLsoXatahkZt4+fOG1drlzDu+mHK9eui3LKJ1/cc/P4+OsP2PnhfX9Ij6RsGQvd2B5CUnJKfn5RnqNzj0HSvbuRoOvqht+3iVfJNlevxkv3N3/uDKkUnBwdigVonJwcRHk9IamwsDD2yjVROjjYl9zQUVt5Te9yFTvH+8nKyg44eDT+euLlsMiLl0Kzc3J1q3SxJKHkQeWaxKTkkvss5fW8p5rVq5Tytj74Ab5ypeh22NsXnz2qQnkb0TI1LT3zTpa4RBIAAAAAAMAzi4wLAAAAAOBFoVQoH7A2Pz9/zMSPQkLDxXK5clb+fj7OjvbVqvkfDTylP/FQaXRo1/JI4Ml9Bw7XrlVt/4GjBWp1xw6tjIyM5LXy/1f1r2yinXSmGAd7e+kpUCj/ce5yZ0xNTar4V75n+zLaMITcrGJFl/I2NtLTUSzgUoxGG+Ao1Nw3YKRQKvSWH3R/ZdeuJYwc+36Gdk4id3fX+vVru7k4N2pYd+YXC4uFV0p2TL5xVlaWJXdbyuv5mB78AKsL1VLRtSq8x4bGSvEQKhWM5gsAAAAAAJ5tZFwAAAAAACiyc9f+kNBwb0/3JQtn6w93sf/AUekhNW/a0NKy7MFDx98d/9a+A0dETZdObXVrXZyc4uMTR77+au1a1aT/J/Z2tiYmJhq1Zv6c6cbG9/3LARdnR1G2bdV8+NCXpafjxo2bxWoSEpLkHhoZGbm5OIvl5JQbJTeUIym25R8ufLPyh7UZGbc7d2zzwXtj9FMsmZmZxVqmp2UUP6J21io3V+eSuy3l9Xyq3FxdRJlS4nrevJWam5tnbm4mXhIAAAAAAMCzjH/BAwAAAABAkeBzF0XZoX0r/YBL5p2scxcuSdppjP5XdXc4lgcwNjZu27pZWnr6/gNHxG4reXt6eVTUrW3WpIEoDx4+VmyrufO/7fXSa5u27JT+E82bNixQq48EntSv1Gg0w96Y8NIrb14KCdN2taEoDx89oT+Jj7Bn38EuvQbP+nKR9NhS09LPXwjRr5FHzWnUsK4oVSpTeztbcReK9TM7J/do4CmxULdOjQftvcTNOne+6G727tFZP+By7kKIOIRY0Kj/HjAm+caNK/+cjGlfQFFcqUmjevc8VGmu51Pl4lQUSJIzVfr27jsoFV2omhIAAAAAAMAzjowLAAAAAABF7OxsRRkdE6erKSgomP7Z3NsZRSN85OTlypVmpiqpaGSRm7m5eQ/YW6cOrUW5cMnKouX2rfRXdevSrryNze9bdh47cVpXuWffwa3bd6elpzesW1v6Twwe2EeUi5d+f+1aglyjVmsWLF4RFR2rVCr8/XxEjaeHW/NmjSKjYpZ//7Mu5hIVE7dgyYrbtzNr134y49B88dUSXZrkwKHAX3793dTUZPDAvnJNn15dRPn1gmXn7kZh0tMzPpkx5+at1JrVq/hU8nrAnkveLDu7CkWnEP33XU5OuTHziwXycnZujv7mM2bNT0tLl5cDDhz9df1mc3Oz3j063/NYpbmeT1Wr5o3tbCuEhIbPnb9Ud777DxxZ/eNvYqF/n+4SAAAAAADAM465igAAAAAAKNK7Z+dtO3bv3nsgKzvH27NiZHTcufOXbt/OrOzrHRYelZb6v6yDrW15lco0NTVt4JBRjo72SxfOvufeqvpXdnK0T0hMVigUHdq11F9lYmLy9sihs+Ysen/KZ9Wq+hkbG+fk5F4OixCrprw/ztXVSfpP+FTy6tm945Ztu4e9Od7fz1cqmubmRnx8ooWF+ewZH+mGORkx9GVxHX5eu+nIkZPWNuWkwsILl0LVak3Xzu06d2gjPTZxNcTpvzJstLeXx+2MzOQbN8Shp02ZKK6e3GDQgN7i+gccPDpmwhQHeztLy7KxsVcK1GpHB/sPJ4178M5L3qyhg/t/MHXmVwuWRkRGmZubh1wOv3gpzMTEWFz2a9cSdIkWwcXFMS83t3f/4Z6e7ulpGaJjonLs6BGiA9JjXM+nx9Kq7LSP3vnw41lbt+/5c3eAuJ5JySni3MWq14a8/P84MRYAAAAAAMCTwjguAAAAAAAUcXK0X7VsXusWTcMuR/6wZv3JU2eqV/VbtuTLCWPeEGtPnT4nN1OpTN9/5+0yFhYpN25ev574gB126dROlA3q1bKxsS62qmP7Vsu/mVu7VrXk5BsXL4ampqY1b9bouyVzOrRrJf2H3psw6uMPJ3h6uMfFXb0UEqZUKHt27/jTqkWeHm66Nt5eHmu+X9S6ZdN8dX5IaFhs3LXq1apMn/ru5HdHS0+CytRk1bKv+/bqeicrq0CtbtOq2TcLZrVt3VzXwMjIaMa0Se+Of6uSt2dWTnb89YSqVSpPHDtyzerFLi6O/7LzEjeraeP6C7/+TJzC3oDDv/z2e2R0bKcOrdZ8v7hLx7Zi7cmgYN225aysvlk4u0e3Dtk52aJvvj5es2Z8+ODRUEpzPZ+qWjWq/rhyYbOmDW0r2ERFx5qbqcSTtmLp3OFDX5YAAAAAAACefUbFZtQGAAAAgGIKtTQaTUFBQX5+fmpG5r6zkaK+VW1fBxtLCS8Y+VOkRqtAKzQuKSY53UKl6tSkpgSUWm5uXrsu/cuWsfhz61oJ+KcTFyPjU25ZqpS+DmVVKpWpqakoTbQUWkZaEp472wMv3MnJc7BSedlbmWnJD4C49UqlUh4SiVsPAAAAAC8s5ioCAAAAAAAAAAAAAACAoSPjAgAAAAAAAAAAAAAAAENHxgUAAAAAAAAAAAAAAACGjowLAAAAAAD4f6BSmR7e94cEAAAAAAAAlA4ZFwAAAAAAAAAAAAAAABg6Mi4AAAAAAAAAAAAAAAAwdGRcAAAAAAAAAAAAAAAAYOjIuAAAAAAAAAAAAAAAAMDQkXEBAAAAAAAAAAAAAACAoSPjAgAAAAAAAAAAAAAAAENHxgUAAAAAAADRsprfAAAQAElEQVT/x959gEdV5X0AvjNJSKEGQq+iKEWaYK+4NhSxrX3tq66961rXFbura+9rX9vaxYKuvawNQUB6FYhUKQklZZLvkqvzRUClBJmQ933mufzvuWfu3LnJzPPA+XEOAAAAQKqTcQEAAAAAAAAAINXJuAAAAAAAAAAAkOpkXAAAAAAAAAAASHUyLgAAAAAAAAAApDoZFwAAAAAAAAAAUp2MCwAAAAAAAAAAqS4eAAAAANXNwUectOMf9p83b0FQdb4cPDQ854WXDAjWn3XxvgAAAADYMJjHBQAAAAAAAACAVCfjAgAAACyzWYeNb7t5QL16dQMAAAAASD0yLgAAAMAy9erV3aJH1wAAAAAAUpKMCwAAAKS6T/735UuvvjlixKhGeQ236tXjiMMOXLFPcXHJiy+//sVXQ0eOHtu0cV6Pbl0OPqh/y5bNKvf56JMvXnlt0MQJUwoWFW626Sabd9nsjwf0a9QwNzr65eCh51545bZb97rx2st/9pSBb44cPa5O7Zyttux53NGH3vfgE6+/+c79d93UqWOHsMPJp184ctTYj9556bU3/vvOex+PGjOuVcsW22y1xRGHHpCdnbX27yv0znsfffDhZyNGjo7H4127dNxn7917b9FtuT6/eZ1/PuW8iZO+e+X5R+++7+H3P/zfxu3bnXDs4eFdCg/9MG/eM/955ZthIydN+W6TjTfq1bPboQf3r52Ts7q3FwAAAIB1SsYFAAAAUtpLr7x58233hkXTJo3T42n/eWHg2+98VFJSUrnPhElTLrrk6pmzZqelxTdu327+vIXPv/z6y6+9dcYpJxy4f9+oz3/f++jvV98cj8ebNMlr3arFiBGjhn4zIjz57bdc3WHjjVb60s++8Oodd/0rLJo0zsvOzg47f/rpV82aN1mx52P//s8DD/27br06LVs0Hz9h0ugx4z786H8P3HNzrVoZa/O+lhYVXXDxgPA6w7ply2ZZtTLDdxE+9tx9l8v+evZqXmcsFguuuubm/30+ONwJz9kwt0F0W2646c7whbKzMtu2bRNe/LDhI198+Y1r/n5Rt66dV/32AgAAALCuybgAAABA6po+fcZtdz2YlZl5xaXn7bj9VmHLlCnTLrr86unTF1Tuduvt98+cNbt/vz3/8uej6tatE7Z88dWQv19zy533PrTD9ls2aZwXtjz59IuxWOzxh+5o07pluLt48ZJ7Hnj0pVfefOTxZ6658q8rvnT4Qnff+3DFS5+74/Zbhy1Tp+Vfcvl1w4aPXLHzI48/e+1VF0fdChYW/uXMiyZO/u6NQe/ut++ea/O+wmse+s2Ibl07X3rhmS1aNIueeMWAGwe9/f522/TedZcdVuc6y4uLS778auj5Z5+y4w5bDR4yPLwPCxcW3HLbfUuLis498+Tw7qWlxcvLy5/+z0t33/do2P7Q/f+Mx+OreHsBAAAAWNfiAQAAAJCqXnj59dLS0kP+2D8KgoTatm112snHV+7z1dfDhg77duON2p531slRAiO0Ve+exxx5cElJyWP//k/Ukp8/IxaLZWVlRrs5OdknHf+nM049/oD+e6/0pf/z4quJRNnhhx4QBUdCrVu1uPLy85ZNh7KCA/r3TXarW6/Ofv33CouRo8cGa/G+Fi9e8uQzL6Slxa+87Lwo4BJUzOZy0Xmnh8VDjz29Btf5x4P23W/fPRvm5u6+607h7rPPv1pQUHjgfn0P2K9v+EJBxWQvhx8SnmqrCZOmvPvBJ6t+ewEAAABY12RcAAAAIHUNHjIs3O60wzaVG3fYbstk2CI0Zsy4cLtFz27RpCNJW/buuezo2InR7tZbbVFWVnb8yefe96/Hv/hqyNKiovAkhxzUv/cW3Vb60l9+NTTc9tl5+8qNG7dv165NqxU79+jepfJuXsPccFtcVBysxfuaNOW7oqLi9hu1a5zXqHK3TTu0r1On9pQp04qLS1b3Onv1/NmbHTN2fLjtvUX35br13iK6dROCVb69AAAAAKxr1ioCAACA1DVz5qxw27hxw8qNsVisWdMmBQWF0e530/LD7X9eeDV8rHiGqVOnR8Vppxw7YdLkKVOmPfHk8+EjPT19m622OOSg/j17bL7is8rLy/O/nxkWzZo1We5Q2DJpytTlGhvn/ewK0+Jp4basvDxYm/dVceXjxk/c8Q/7r/Qkk6dM7bDJRqt1nQ1zG1TejW7dJX+7fqXnnz49P1jl2wsAAADAuibjAgAAACmsYsGdWLD8sju1c7IrdVl2tE2blg1zc3/lTE3y8h554Lb3P/x06Dcj8vNnTpg45eNPvwgfhx2y/2knH7vCy8YyMjJKSkoSicSKh1Y8ebwi1LIaVvl9hW8qfGu/fJrVu85oQaKfX0XQpdNmGbUyVuzctEmTYJVvLwAAAADrmowLAAAApK5GjXILCxfNmDk79+cTkHw/Y1aybtmiWbj9wy47Hn/MYb9+tvS0tN367Bg+ot033nr32htuf/rZl/btu/uKOZK2rVuOnzh51uw5dWq3qdw+c9acYK2tyvtq1aJ5UBEuueOWq3/lVGtznS2bN58+fcbJfz5qpZPZ/NhnlW8vAAAAAOtUPAAAAABSVY9uXcLtO+9/XLlxzNjxM2fNTu7usN3W4fajTz4v//naQG+988He+//p2htuD+tp074/7Oi/nHrWxZU79N1j166bd1p2NP/7FV962216h9v3P/i0cuPUafmTJn8XrLVVeV8dN9ukcV6jkaPGzJr9s7TK9zNm9e1/xDEnnLlkadFaXucO220Vbj/46H/Ltd/0z3v2P/i4519+PVi12wsAAADA70DGBQAAAFJX/332DLfPv/jaoLffj1qmTfv+6utuq9xno3atd9xhm/ETJt3/0BPJHMaESVNuvfOBgoLCnj2XzVDSqlXzeCw+fMSoN958N/nEUaPHjRs3MSzatW294ksffGC/9PT0p5558aNPPo9a8r+f+bcB/ygrKwt+WuVnnb6v8NUPO3T/4uKS6266Y9HixVFjwcLCK6/+R+GixR07dsjOylzL6+y3924Nc3NfePn1/30+ONn41jsfvDJw0PwFC7bu1TNYtdsLAAAAwO/AWkUAAACQujbt0P7E44984KF/X339rffc/2huboPxEya1atW8TZuW3303PdnthGMO+2bYt088+fzHH3/RILd+UF4+/NtRiUTZPn1367vHrlGfS/961mlnXXztTbc/99LAnJyc8rKyYSNGlZeXH3vUoS2aN13xpcPXOueMk26+7d5LrriuSV5evfp1J0ycnJOd3aB+/fkLFmRnZQdrYRXfV/999hj01ntfDf7mT8ee3qpVi7Bl0uTvFixYuMnGG519+olrf50ZGRmnnnzMtTfefuElAzbv0jE9PX3p0qLRY8aFhy658Mzwelb99gIAAACwrpnHBQAAAFLa0UcefMc/r+mz0/aJRNniJUv699vz7luva5ibW7nPxu3bPf7Q7X123r4kUTJy1JjJU6Z13bzzlZedd9F5pyX7dOm02aMP3L5bnx0LFy3+duSYBQsK9tht52uvuuSEYw//pZfu32+PO265etlLlyVmzprdbfNOd99xfYP69cJDderWDtbOqryvrMzM++688cjDD6pbp/b48RPHjB3ftEneKScdc/ft12dnZ1XJde65+y7333VTzx6bz5o1Z8SIUfPmzd9xh23CF91jt12SfVbl9gIAAACwrsWWW0waAABgOeUVysrKSktLS0pK5i0sfGfI+LB9l56bNs2tG1DDRH+LLKtQWmHUlJmTZi3Iyczca7vuARuQ6dNnZNRKb5zXKFZpvZ+iouJ9DzwqMzPrlecfia3lekVVpLpcJ6vl8xHjp8/+oW5m2qZN62RmZtaqVSvcZlSIV4hVCNjgDPx0+KKlxU3rZbZvUi+rQvQLEP7o09LSwh99sGwNMj96AACAGso8LgAAAMBKDPrv+wcd9uc773m4cuODjzy5ZGlRn523S50x5upynQAAAACspfQAAAAAYAW77rL9s8+98uzzr3zx5ZAGufXDlnnz50+ZMq3jZh1OPvGoIGVUl+sEAAAAYC3JuAAAAAAr0a5t6/vuvPHlgW8OHTZy7LgJGRkZm7Rvd8iB/ffu+4f0tLQgZVSX6wQAAABgLcm4AAAAACvXtm2rM0/7c5Dyqst1AgAAALA2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CAtRKLxQKAdSZWIQAAAABqPBkXAAAA1lA06lxeXh4ArBvSLQAAAECSjAsAAABrJRqBLiot+fzb8QFAVfhhYWFUxH4uAAAAAGowGRcAAABWW3KkOTnqnEiUTZ/1QwBQpaJvGAEXAAAAIJBxAQAAYLWEw8zJxYmiUefszPSGdbLKfhIdKv9JAD8pLy0tLy1ZVsXT4rVqBbCCyomWUE5merxC5Xlc5F0AAACgxpJxAQAAYE0kh5lb5dVvWj+n5CelpaWJRKK8vLysrEzGhcqKZ80rnjsjLNLq1s1u2j6AFSSzLGkV0itEteWKAAAAABkXAAAA1lw0xUI4/JxIJMJteXl5NDgt4MKKyhKlJQULwiKtVkZmZmYAKxMFWaIvlpUGXMRcAAAAoMaScQEAAGBNJIeco5hLRkZGUBF5SSQS0aJFUcbFaDRJJYnS2IL5YRHPqS3jwkpFObnkF0sy4xJKrlgUAAAAADWVjAsAAACrLTmbQjjqHI5Jh+PQ0dhzcjYX87iworTSkmDBvGVFg9xatWoFsDKV83NRtCXaLpdxEXYBAACAGkjGBQAAgNUTDi0n52iJViZKtoeD0GVlZUHFZAxRH0kXktJKSoKKeVxiSxfLuLCiyvmVyjGX6HsmVkkAAAAA1EgyLgAAAKyJaJg5CrVEw88rBlygsoyyRLxwYVikFS21VhG/IhlkSS5alIy8BAAAAEANJuMCAADAaoumcknGXKI63EYLFSUDLpIuVBZPlJYvKgyLWFFRerp/kWDllpvNJVlEAZdkSwAAAADUPP5FCQAAgDWXHG+2OBG/KV5eFi9aGlSEXWRc+E2V4yyVlygScAEAAIAay78oAQAAsCaiXEvw85hLdEjMhZWKlZWVFxcvq0pLLTrDr6scZPmlGgAAAKhpZFwAAABYQ8nB5sphl8AgNL8gVl4eK0tUFGUyLqwW3yoAAABAIOMCAADA2jP8zKpY9ltSVhZEYRe/MwAAAACsJhkXwsnbzQAAEABJREFU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KpOIjHxpqtKZs9a8UjRjO+D8vKwWDRy+JjzTlnJc9Pi7S+5OqNBbgAAAAAAK5BxAQAAAKpOWlr9rbabeO3lKz8ai4Wb0oKFC78ZvOLBpgceJuACAAAAwC+JBwAAAABVp9Gue9br0TtYTRn1G7Q89uQAAAAAAH6BjAsAAABQxdqeeWEsI2O1ntLqpDPTcmoHAAAAAPALZFwAAACAKpbVpl3TAw9f9f71evTO27NfAAAAAAC/TMYFAAAAqHotjjyuVuOmq9IzlpHR9swLAwAAAAD4VTIuAAAAQNVLy6nd5vTzVqVn0wMPz2rTLgAAAACAXyXjAgAAAKwTudvvUq/3Nr/ep1bjpi2OPC4AAAAAgN8i4wIAAACsK21PPTeWkfErHdqcfl5aTu0AAAAAAH6LjAsAAACwrmS1adf8sGN+6WiD7XbK3X6XAAAAAABWgYwLAAAAsA61OPzYrNZtV2yPZWS0Pf2CAAAAAABWjYwLAAAAsA7FatVqc+q5K7Y3P+yYWk2aBgAAAACwamRcAAAAgHWr/pbbNthup8otWa3btjj82AAAAAAAVpmMCwAAALDOtT39grScnP/fPfOiWK1aAQAAAACsMhkXAAAAYJ2r1aRpi2NOiuqGu+xer2fvAAAAAABWh4wLAAAA8Htotv+hWa3bpuXktD7pzAAAAAAAVlN6AAAAAPA7SEtre+ZFiyeOrdWkaQAAAAAAq0nGBQAAAPid1OvZ2ypFAAAAAKwZGRcAAACqQHl5eQCwDsRisQAAAABAxgUAAIC1sVy0RdIFqEJRuiX5xSLsAgAAADWcjAsAAABrKDnwHBWVtwBrL1YhWYdfL2IuAAAAUJPJuAAAALAmlsu1JFU+CrAGKudagkpJFzEXAAAAqOFkXAAAAFhtlaMtk76fO2XmD5XbAdZeLBarn5PVtX3zKOMSj8cDMRcAAACo2WRcAAAAWENRxmXRkqI5CxYFAFWuvLy0tDQtLS0ej5eVlYm5AAAAQA0n4wIAAMDqqTyJSzjqHO2GY9AtGuUGAFVh7sLCxUuLwq+XRCIRVHzhpKWlRTEX6RYAAACosWRcAAAAWBPllYS7mekZW3bZOACoCp+PGB9lXEpLS8Ntenp6tFxR9J0j5gIAAAA1k4wLAAAAqy2ZbimrEACsA+HXS2lpaVCxPlGUcUkeknQBAACAGkjGBQAAgDWXnMcFoMpF87hEAZdoraKwkG4BAACAGiseAAAAwOpLzuMSAKwb4ZdMIpEIv2eibxuhOgAAAKjhZFwAAABYDZUHmA02A+tUlHFJxlwCAAAAoGaTcQEAAGC1JQebTasArFOVZ3CJvm187QAAAECNlR4AAADAWjDYDKw70YJolTMuAAAAQI0l4wIAAMAaMt4MAAAAAPxuZFwAAAAASFHJ9YkCAAAAoMaTcQEAAAAgdQm4AAAAABEZFwAAAAAAAAAAUp2MCwAAAAAAAAAAqU7GBQAAAAAAAACAVCfjAgAAAAAAAABAqpNxAQAAAAAAAAAg1cm4AAAAAAAAAACQ6mRcAAAAAAAAAABIdTIuAAAAAAAAAACkOhkXAAAAAAAAAABSnYwLAAAAAAAAAACpTsYFAAAAAAAAAIBUJ+MCAAAAAAAAAECqk3EBAAAAAAAAACDVybgAAAAAAAAAAJDqZFwAAAAAAAAAAEh1Mi4AAAAAAAAAAKQ6GRcAAABqonvuf/TJZ16s3JKVmdkgt37jvEa9t+h+0P57169fL6g68+cveOjRp7/+ZvjMGbM33XTjO/95zX/f++izzwZffsk54dGb/nn3u+99/Mrzj2ZkZASradTocSeddkFuboNXnntkpR1OPevi4SNGXXLRmX332DWoUvf/64nHn3zulJOOOeLQA4L157yL/v7FV0N+vU94Y9998z//+3zwhZcM2HH7ra696pJgHStNJPrscVB2VuZbrz0TAAAAAFAV4gEAAAAQBEuLimbMmDV8xKiHH3v6qBPO/HbUmKDqXHzFdS++8sasmbPbtWsTj8cnTppy1TW3TJk6LTq6Va+ehYsWf/X1sAAAAAAA+AXmcQEAAKDm6t9vjwvOOTWqFy1ePHfuvNlz5t77wOOjx4y74JIB999xU6tWzYO1VlxcMuLb0elpac8//a+6deuELRMmTq7cYYueXdPT07/4csi2W/cKWE033/C3yrtPPvPiPfc/uvNO2179t4uC9SctHr/t5gHxWCwAAAAAoIqYxwUAAACWqZ2T06Z1y149u91zx/Vb9OhasLDw6htuDapC0dKicFu3Xt0o4LKisD18xd9ccIdqJBaLhT/THt03DwAAAACoIuZxAQAAgJ9JT0u7+MIzDj7ipG9Hjhk2fGS3rp3DxjvueejZ5165+7brvhk28rkXB+Y2qH/Afnv377dHeGjatO9ffm3Q2LETxk2YVF5WlteoUbdunf7y56OjRMufTzlvzNgJYTFv3vwd/7B/WOy0wzYffvxZWITtYUvXzTuFp916y57hS+R/P7NF86bRZRQVFe+29yE9um/+zxuvfOjRpwcPGTZlyrROnTr02Wn7fffZPbZ2E4SEl3r/g49PnPTdwoUFHTfbpGePrgcf2G+5CE54wfc88Njwb0fNmjWnbZvW3bp0PPCAfdq0bvkrp33rv+8PuO7W7Oysf9749y6dNwtS1Q/z5j3x5PNfDxk+Y+bs8Dq3227L/fvtlZb2s/8I9M57H33w4WcjRo6Ox+Ndu3TcZ+/de2/RrXKHCRMnP/XsS9+OGjN79tx2bdt06rhJ/3326LBJ++hoaSLRZ4+DsrMy33rtmVXpDwAAAMBvknEBAACA5TVr2qRLp82+HTXm66HDo4xLlCn5z/MD3/vwk7CY+8O80tJEWDz/8uu33/lgWVlZPB7vsMlG+d/PnPzd1PAxZuyE++68KS0tvu/ee/TqOePJZ17Mzso89OBlGZcWzZvm5tZ/+dVBjRrm7rvPHk0a54WNW23ZM7gn+PyLrw/Yr2/lKykpLrnkiuv+9/ng8FnNmjb+avA34WPUmLEXnXd6sKbeeOvda2+4PSzq1M5p167NmHEThg779vmXXrvsr2cnF0uaPGXqKWdcVLhocUZGRvuN2s6aPSd8py+++uYJxx5+9JEHr/S0H33yxTU33J76AZdxEyb/6bgzCgoK27VpHYvHvvhqSPgoWFhw7FGHRh2WFhVdcPGAod+MCOuWLZtl1cr873sfhY89d98lvEVRn/AH/ZfTLwp75uY22Khd26lTp48ZO/6lV968+IIz9t7rDyu+6Or2BwAAAGBFMi4AAACwEm3atvx21Jj8GTOj3fLy8nD73oefHNC/75+OOGjM2Imbd970h3nzooDLOWecvE/fP2Rm1gr7jBs/8dQzLx4zdsKIkaO7d+283757FiwsfPKZF7Oys0849vDobJt2aP/yq4Py8homW9q1bd2saZOPP/1iuYxLeA1tWrd8+IFbN2nfLjr5yadfNPD1/x72x/3btm2V7JacJOY3zZo959Y7HkhPSzvv7FP67b1bUDHjyCOPPfPoE89ec8NtTz5yV716dcN3dM0NtxcuWhxe/BmnnBC9r/c++OS6G29/4KF/d+vauUe3LsuddtjwkVdcdWOtjIwqDLgsWLDww48/33ef3YMqNWPGrN5bdLvgnFNbtGgWvtM773noPy8MfPHlN4/50yFRkunJp18c+s2I8G1eeuGZYZ+wZfr0GVcMuHHQ2+9vt03vXXfZIWx57oWBS4uKLjz3tOjyEomyQW+/d91Nd9x538N77dEnHl9+bejV7b8Gnn3h1QP23SsjIyMAAAAA2EBVwb+hAAAAwIYnr2HDcFtQsKhyY8fNOpx71slNGuftuP1WubkNCgsX77nHLocc1P/A/ftGQZBQh03ab731FkFFmiRYHVtt2eProcNLSkqWa//LiUdHAZfo5NtUTLUycszYYI08/uRzixcvOfig/lHAJahYm+nPxx2xw3ZbLViw8IWXXw8q4iyjx4zr1LHD+WefknxffXbe/oRjjwiLRx77cfGdKBESbsaNn3jBJQPC89x0/RVVOINL/fr13v/w02effyWoUvF4/IpLzovCK2F90p+PCt/jD/Pmzf1hXtgS3pwnn3khLS1+5WU/9gkqZnOJJs556LGno5bvK8JPWdmZ0W7Yf++9/nDBOaece+bJiURixRdd3f5roGhp0d8G3FRWVhYAAAAAbKDM4wIAAAArkZaWFm5jQXnlxl5bdKu826Z1y0suOLNyy+Qpy1YpmjFjVliXFpcGq2OH7bZ+ZeBbX309LLlgUGSLnl0r7+Y1zA0q1jCq3Jib2+CV5x5Z6WlPPevi4SNGJXcnTfou3O62647Ldeuzy/Yff/rFxIqjkyZPXdanz/J9/rDrjnfe+/DESVOi3WhumynfTX/8qecXL15y9hknrji/y1o69eRjjjvpnPDkyYWE1t5mm26cm1s/uZuVmdmqZYsJEycXFCzKa9Rw0pTvioqKO2zSvnFeo8rP2rRD+zp1ak+ZMq24uKRWrYytevcMb9c119/61eBvttlqix7dNg/P2b/fnr/0oqvbfw0cclD/I4897dK/XX/lZecnk0kAAAAAGxIZFwAAAFiJgoLCcFunTp3KjQ0b1F+uWyJR9vmXX48aPW7ylKlDv/l2/oIFyUNl5as3o0bvLbqlp6d//OnnlTMu2dlZtXNyKneLwjfh6wZrZMp308Nts6aNl2tv0axpuJ02/ftw+11FnyZN8pbr06hhbnpa2rz5CwoXLa5T+8ereu2N/4YXGRYvvPT6vmo4lfwAABAASURBVHvvUavWr62V893U6XPm/hCsjj122/lfjzw1dvykC87+S25ug2CtNVzhJOnpy25pWVkiusKgYk2oX1r7KfxBb9qh/X777vn10OHvf/jp62++Ez7C9k4dO/TfZ8+999p1pQsPrW7/oGL9qUlTpgar448H7HPXfY+ceMp5V1x2XnLuHwAAAIANhowLAAAArMTY8RPDbft2bSo3xtN+FkcoKSk5/ZxLR45atmxQ/fr1OnXs0KJZk8037/TJp1++895HwWrKyMjYokfXL74cWrkxLV7FqwwnypclOX5pRZsobxH1KS8rX7FDWnpaaSIRXVW0VlFOTvad/7zm/n898dkXXz/6xLMnHn9k8Muee2Hgi6+8Eay+jz7+bOmSpTded3l6RcRnbcTjsV85Gr2phrm5bdq0/NWTxAf87cJvho/88OPP8vNnTJry3ajR48LHoLffu/G6K7KzMteyf2jINyP+NuAfweqbNGXqxZdde/stVzdv1iQAAAAA2IDIuAAAAMDyZs2e8+3IMWGxzc+XDVrO62++O3LU2I03anvnbdcl5zUJvfv+J8Ea2WG7rW65/b7JU6a2a9s6WDfatGoZvrVZs+c2+PmcNPkzZobbvEbLFkJq3WpZvGP2nLnLPXfuD/OKioqzs7OiiVuitYoOP+SADpu0P/esv/zpuNOeeOr5XXbaNtz9pVc/96yTw0ewOu598PF/P/X8KScdc8ShBwTrXqsWzcNtmzYt77jl6t/s3L1r5/AR1WPGTjj3oiuHDvv2zUHvHrBf37Xvv+suO4SPYHUMHjLs7POv2HbrXtdedXF6un/zAQAAADY0Vfy/wQAAAGADcPd9j5aVlXXdvNOvZ02GfjMi3O6x+y6VAy6FixZ/M/zb4NeXE4qtfCqRrbfaItx+9MnnwTrTsiLD8dY7HyzX/s67yyae2aJn12V9mjdb1vL+x8v1ebviWb226F65MVqcqHmzJscedWh406676c41XkdpRUOGjnjy6RcuOOeU3yfgEuq42SaN8xqNHDVm1uw5ldu/nzGrb/8jjjnhzCVLi8rLy0896+JwN/xZJztstunG+/XbM+q53DlXt/+amTdvweVX3bjn7rtcN+BSARcAAABggyTjAgAAAD8qKir+6uthl155/TvvfZSVmXnOGSf+ev/GjfPC7cRJU5ItpaWlVw64qWBhYVgvLS76pSdm1Vq2Ns2s2XPDV6zc3qJ50zatW37x1dBgnTmwYsqQ518Y+OLLP64ZVJpI3Pevxz/97KucnOzdd905bNllx20rch5jb/rn3ckrfPf9jx9+9OmwOOTAfVd65sMP2T+8+HHjJz71zItBVUgkym694/6r/3ZR/4osyO8jPT39sEP3Ly4uue6mOxYt/jGSEv5Ar7z6H4WLFnfs2CE7KzMWi7Vr2yrcvfOeh5KBnnnz5n/y6Rdh0a7d8rmo1e2/Zu5/6PFdd97+sr+enZbmX3sAAACADZP/1gMAAEDN9crAt8LHiu0ZGRnXDbjkV9bciRywX99XXxs06O33Fy9ZuvFGbcZPnPLNsG8LCgo323TjMWMnzJ+34JeemJfXMDOz1rx58w8/+pRmzZrcfdt1yUM7bLfVs8+/Gp6kVq1awTrQpfNmZ5x2wp13P3TL7ffd/6/HW7VqOeW7qUuWLM3KzLz84nNyc5ctYFS3Xp0rLj334suvDW/OG4Pe27h9u5mzZodXGx467ujDevbYfKVnTk9Pv+i80047+5J/PfrUTjtu06Z1y2DtLFm69G+Xn9++XZvg99V/nz0GvfXeV4O/+dOxp7dq1SJsmTT5uwULFm6y8UZnn/5j7Okvfz76y8HfvPbGf4cMHd6kSeOwZcLEyeFPrVfPbnvstvOK51zd/mug7x67dvtpISQAAACADZL/2QMAAAA/isVim2y80UH77f3IA7f27tX9N/s3b9bkX/fe0men7ceMHv/I489+8eXXXbt0vPfOG6IkxJeDv/mlJ2Zm1rrw3FNr5+TMnjM3P39G5UNbb7VFaWnp/74YHKwzhxy47123Xtu9a+esrKwJEye3bNH8yMMPeuKRO3fYbqtknx7dujz64G07bL91XqPcsE92Vuaeu+/ywN03HX/MYb9y5m5dO++x2y7h9V9zw23BWqtTO+f3D7iEsjIz77vzxvCe1K1Te/z4iWPGjm/aJO+Uk465+/brs7Ozoj716tV98O5/HHrwfpm1ao0ZMy78IYb387yz/vKP669IT0tb8Zyr238NCLgAAAAAG7xYeXl5AAAA8MvKK5SVlYXj1iUlJfMWFr4zZHzYvkvPTZvm1g2oYaK/RZZVKK0wasrMSbMW5GRm7rXdb4dCAFbF5yPGT5/9Q93MtE2b1snMzKxVq1a4zagQrxCrELDBGfjp8EVLi5vWy2zfpF5WhegXIPzRp6WlhT/6oCKPGAAAAFAjWasIAAAAAAAAAIBUJ+MCAAAAAAAAAECqk3EBAAAAAAAAACDVybgAAAAAAAAAAJDqZFwAAAAAAAAAAEh1Mi4AAAAAAAAAAKQ6GRcAAAAAAAAAAFKdjAsAAAAAAAAAAKlOxgUAAAAAAAAAgFQn4wIAAAAAAAAAQKqTcQEAAAAAAAAAINXJuAAAAAAAAAAAkOpkXAAAAAAAAAAASHUyLgAAAAAAAAAApDoZFwAAAAAAAAAAUp2MCwAAAAAAAAAAqU7GBQAAgJrrnvsfffKZFyu3ZGVmNsit3zivUe8tuh+0/97169erfPTUsy4ePmLU/Xfd1Kljh4BV87/PB194yYDlGuvWq9O4YcMWLZt337zTnrv3yc2tH/xeEomyJ556LryqCRMmN8rLvenaK1q3ahH8vn6YN++lVwZ9/uXX0/NnLFmypEmTvM06bHL80Ye1adMy2WfXvQ4uKSn59fNs1bvnzTf8Lbl76x0PPP/Sa7FY7Jkn7mverEkAAAAAsGGJBwAAAMBPlhYVzZgxa/iIUQ8/9vRRJ5z57agxAetAwcLCiZO/+/iTz++675GzzrtsydKi4Pfy4CP/fvDhJ0ePGde6dctFhUvy8hoFv6/XB7170GEnhr9gY8dOqF+vbpvWrWbMmP3Oex/96fjTn33+lWBNlZSUvPXOB2lp8fLy8ldfeysAAAAA2OCYxwUAAICarn+/PS4459SoXrR48dy582bPmXvvA4+PHjPugksG3H/HTa1aNY+OnnXan8MOlSfbYBW1ad3y34/ctVzj10OHn3fR3ydNmfrQo0+ddvKxwe9iyNAR4fbaqy7Zbpvewe/uqWdfvPu+R9PS4scdfdjhh+yfnZ0VNhYVFQ96+/3b737wjrsfqlu3Tt89dg0b333zP5WfeOElA/73+eCzTv/zHw/ot9Izf/jxZwUFhf377fnKwEEvDxx0/LGHp6elBQAAAAAbEPO4AAAAwP+rnZPTpnXLXj273XPH9Vv06FqwsPDqG25NHt1s043DxrBPQFUIb+aRhx0YFp9+9mXweymqmDOmRfOmwe9u2PCRd9/3aHp6+o3XXn78MYdFAZdQZmat/v32+OsFZ4T1HXc/tGjx4mD1vTHo3XC7W58dt+zVY+HCgg8+/DQAAAAA2LCYxwUAAABWIj0t7eILzzj4iJO+HTlm2PCR3bp2DhtPPevi4SNG3X/XTZ06doi6FSwsfHngoG9HjRk7buKChQsbNWq4UdvWp5x4TNu2rSqf7aNPvnhl4JsjR4+rUztnqy17Hnf0ofc9+MTrb76TPNWfTzlv4qTvXnn+0bvve/j9D/+3cft2Jxx7eI9uXcJDXw3+5r0PPxk3ftLESVNysrPDl9itzw5HHHZgLBaLTn7y6ReOHjP+zVefeuY/L3/x1ZDxEya1b9d2x+23OvLwg8rKyh77938+/eyr8LmtW7U8/ND99/jDzkEq6dxp03C7cEFhtHvHPQ89+9wrd9923TfDRj734sDcBvUP2G/v/v32CA/Nmzf/ngceG/7tqFmz5rRt07pbl44HHrBPm9bLz6nz1n/ff/6l1/PzZybKEl27dNx269777rNHWlo8efKo21HHLwuUnHvmyQfs1zf4vTzx1PPh9oD+e23Vu+eKR3frs+PTz76Uk5M9ecrULp02C1bHjJmzPv9ySHi7unfrPHtuny8HDw1/Lf/QZ8cAAAAAYAMi4wIAAAAr16xpky6dNvt21Jivhw6PMi7LGTZ85MVXXLdwYUFYt2/XJhaL5efPCB/fDPv2oftvbd6sSdTt2RdeveOuf4VFk8Z52dnZL73y5qefftWseZOfn2xZZOWqa27+3+eDw52h34xomNugvLz8qmtu+e97H4Ut2VmZbdu0mjxl6rz5C8ZPmDT3h/lnnnZC5edfcdWNn30+uG7dOg3q1wuvOXyUlZePHTfx/Q8/bdu2VW6DBuGzBlz7z9o5Odtvu2WQMkaNHhtuW7duEe1GwZ3/PD/wvQ8/CYu5P8wrLU2ERfjGTznjosJFizMyMtpv1HbW7DnPv/z6i6++ecKxhx995MHJs914y12vvvZ2WDRt0ji8FV98OeTTz756/sXXbrj2shbNm27Zq0dOdvbLAwfNmzf/gP5969ev13GzTYLfy4IFC7/4akhY7NN3t1/q8+A9NwdrJJrEZfc/7ByPx3fZcbt/1r5vyNARU6flt27VIgAAAADYUMi4AAAAwC9q07blt6PG5M+YudKjt9x+/8KFBXvt3uf0U46rX79e2PLDvHmXXHH9tyPHDHr7/WOPOiRsmTJl2t33PpyVmXnFpefuuP3WYcvUafmXXH7dsOEjf36y8uLiki+/Gnr+2afsuMNWg4cMb9O65fsffvrf9z7Kzsq8/prLenTrEo/HE4myt9/94Jrrb3t54JunnnxMevqPf68vKysbMnT43y8/f+cdt0tLiz/5zIv33P/o/f96onmzJo88cOvG7duFfZ5/+fVbb7//P8+/WiUZlwULFn748ef77rN7sKbC9/LuBx8/9exLYb3zDttEjeXl5eH2vQ8/OaB/3z8dcdCYsRM377xp+O6uueH2wkWL99t3zzNOOSEzs9ayPh98ct2Ntz/w0L+7de0cTXjz0SdfvPra23mNGl51xQVdN+8Utsyfv+CaG2//7PPBN958163/uGqbrbYIHx9/8vm8efMP3H/vdm1bB1Xh2RdePWDfvTIyMn692+TvpoVvuXZOTvTjqELhTXu9IuOyX789w22tWhl77bHrcy8OfOGl1886/c8BAAAAwIYiHgAAAAC/IK9hw3BbULBoxUOliUTXzTvusP3W553zlyjgEmqYm7vbrssWiJk9Z27U8p8XX00kyg4/9IAo4BJq3arFlZefl1xpqLI/HrTvfvvuGZ5k9113CpaFFWrt1mfHM087cYseXePxZX+FT0uL77V7n7p16xQXlyyomD8m6cD99tl1lx2iRXkO/eN+UfzlpD8flUxU7LjdVuF2ev6MoCqEb/n9Dz999vlXVrH/d1On7/iH/Ss/dtnjwKuuuaWoqLhHty5/PHAgCZLOAAAQAElEQVTfyp07btbh3LNObtI4b8ftt8rNbfDeB5+MHjOuU8cO5599ShRwCfXZefsTjj0iLB557Jmo5f4HHw+3F513WhRwCTVoUP+qyy9o1DB38JBhQ4d9G6wbRUuL/jbgprKysl/vFv1K5DVuGFS1wUOGz5gxq0vnzdq0+XHlpgP6L1uA6Y1B74a/JwEAAADAhkLGBQAAAH5RWlpauI0F5SseSk9LO++sv1x31cVZmZlRy/z5Cz765PPhI0aHdUnJj9mCL78aGlQEMio/d+P27dq1abXiOXv17FZ5d7ttev/tsvP67f3j0jaJRNmo0eNeGTgomuxkufhCj+5dKl12vGGDBsteaKN2ycbcBvWDZfOvLAiqyKknH3PnPQ8/8vgzwerLzsps3qxJt66dL77gjNtvuTqK5iT12uJn92HS5Knhdrc+Oy53kj9UxIkmTpoSVMxkM2XqtDq1c7bZutfPXig7a/vtls1bM3Hid8G6cchB/ceOm3Tp364vKir+lW7RT21deO31Zcsz7bPX/y+B1KZNyy6dNlu0ePGgt98PAAAAADYU1ioCAACAX1RQUBhu69Sp80sdRo0e9/mXQ+bMnfvNNyMnfzc12V5etizQUF5env/9snWOmjVrstwTw5ZJU6Yu19gwt8FyLYsXL3nvg0+m588YPWb8iG9HLVla9P8v8fPMRIOf5pKJxCtSI5UbY/Hf+I8u302dPmfuD8Hq2GO3nf/1yFNjx0+64Oy/5K5w8ZW1ad3y34/cFayahhVxnP+/sO+mh9smTfKW69aoYW56Wtq8+QsKFy2eNXtOeEOaNm2y4tmaVTROm54frJp58+av+KP5dX88YJ+77nvkxFPOu+Ky8zb5haWIojmB5s2rsoxRpGBh4YeffBYWr77+1lvvfJBsj6aNCRvXZj0pAAAAgJQi4wIAAAC/aOz4ieG2fbs2Kz16x90PRYv1ZGbW6tRx0326bNZhk41KS0rvvPfhqEMsFsvIyCgpKUkkEss9d6VrFS03ncm0ad+ffMaFCyvWJGrbttWWW/Zs3bLFNlv3uub622bMnLXcc6PFidbGcy8MfPGVN4LV99HHny1dsvTG6y5Pr5j2Zu3Ff34fEuXL7l4UG1pOWnpaaSKRFo9HSwWV//KCQcud81cM+WbE3wb8I1h9k6ZMvfiya2+/5ermzVYStdl00/bh/Ql/mpOnTG3XtvVKz/DWf98fPWbCjttv3bPH5sGqeeu9D6MZfUaNHrfi0bBx9JhxHTfrEAAAAABUfzIuAAAAsHKzZs/5duSYsFhu+ZvIlCnTnn3+lVq1Mh645+bKIZgo9ZLUtnXL8RMnh6eqU/tnQZmZs+YEv+XBR55cuLCg7567/vX80+OVZmEpLCwM1oFzzzo5fKzWU+598PF/P/X8KScdc8ShBwTrTOtWLYOfJiapbO4P84qKirOzs8JH65Ytgoof2YpPj/JAeQ1zg1Wz6y47hI9gdQweMuzs86/Ydute11518S+FjWrn5PTu1f2zL74e+MZ/T//LcSvt8+zzr44ZO6FRwwarnnF54813wu21f//rjjtss9yhq6655e13P3zxlTcvvkDGBQAAANgQrOr/YQIAAICa5u77Hi0rK+u6eaeVzrrxzfBvw22vnt2Wm+Xl0/99FW7LfppQZNtteofb9z/4tHKfqdPyJ03+Lvgt3wxb9hIH9O9bOeDyzfCRhYsWL3uJRFmwXg0ZOuLJp1+44JxT1mnAJdSyebNw+877Hy/X/nbF0jy9tugeVEyl06RxXnhnPv70i8p9liwt+uTTLyu6dQvWjXnzFlx+1Y177r7LdQMu/fXZdI48/KBg2Xw5r0bZqeW8+trbY8ZOCM+wT9/dglUzbsKk8Cl169aJfs2W03evXYNld+nD6BcGAAAAoLqTcQEAAICfKSoq/urrYZdeef07732UlZl5zhknrrRbXl6jcPvdtOklJSXJxkcef3bwkGFhsaSoKGo5+MB+6enpTz3z4keffB615H8/828D/hGFYFa2YNH/a9x42UtMmDgl2TJr9pxrrr81qpcULQ3Wn0Si7NY77r/6bxf177dnsI7tsuO2jfMajRw19qZ/3h3+dKLGd9//+OFHnw6LQw7cN2o5cP+9w+3Nt977zfCRUcuCBQv/dtWNc3+Y171r5w6btA/WjfsfenzXnbe/7K9np/3Wckg9unXpu8eu4a0754IrXnjpjUWLf4yeLC0qeuTxZ26+7Z6wPvPUExo0qB+smtde/2+43WWnbVearem9Rfe8Rg3D38/XB70TAAAAAFR/1ioCAACgpntl4FvhY8X2jIyM6wZc8kvZiK169+jSabNvR405+fSLtt92y1mz5wwd9m1+/ozNNt14zNgJ8+cviLrl5jY454yTbr7t3kuuuK5JXl69+nUnTJyck53doH79+QsWZGdlB7/smD8d8tfLrvnHrXePGz8hOzt75OixI74dk5GR3qpV82nTvk++xHqxZOnSv11+/nJz2KwjdevVueLScy++/Nrwx/TGoPc2bt9u5qzZ8+bNDw8dd/RhyWV9jjj0gPDOv/fBJ6effUnTJo3r1q0zefJ3pYlEs6ZNLr7gzGCd6bvHrt26dl7Fzhedf3p5efmbb7/3zzvuu/XO+8MbmEiUTcv/vrS0NDx6yB/7H7Bf31U8VfiUQW+/Fxa777rzSjvEYrG+e+76+JPPvfDSa8kkEAAAAED1JeMCAAAAPxOLxTZu36775p0OPGCfNq1b/lK39PT0m2/8278efup/X3z1+JP/KSsr79SxwwnHHt5np+32OeCo0WPGFywsrFuvTtizf7892rVt9dwLrw0bMXLmrNndNu907tl/+dvfb5q/YEGdurV/5Uq233bL224e8PBjz7z93kfR2fbaY5djjzp00Nvv3/+vJ774auiWvXoE60md2jl1av8eAZdIj25dHn3wtn/e8cCECZMmTJzcOK/hVrvv8scD9um4WYdkn/AHd9UVF7z0SteXBw6aOXv2woKCLp0323WXHffuu2tWZmawzqx6wCWUlha/9K9n7bP3bi+/8mb4RmbOnlNSUtK0aV77jdodfcRBld/Ob3r/o/8VLlrcJC+vR/cuv9SnX9/dHn/yuenTZwwZOiIZBgIAAACopmLl5eUBAADALyuvUFZWVlpaGo7FzltY+M6Q8WH7Lj03bZpbN6CGif4WWVahtMKoKTMnzVqQk5m513bdA1YwffqMjFrpjfMaxSqtS1RUVLzvgUdlZma98vwjsV9frwhqpM9HjJ8++4e6mWmbNq2TmZlZq1atcJtRIV4hViFggzPw0+GLlhY3rZfZvkm9rArRL0D4o09LSwt/9EFFoC0AAACgRooHAAAAwDoz6L/vH3TYn++85+HKjQ8+8uSSpUV9dt7OSC0AAAAArCJrFQEAAMA6tOsu2z/73CvPPv/KF18OaZBbP2yZN3/+lCnTOm7W4eQTjwoAAAAAgFUj4wIAAADrULu2re+788aXB745dNjIseMmZGRkbNK+3SEH9t+77x/S09ICAAAAAGDVyLgAAADAutW2baszT/tzAAAAAACsBR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sFZisVgAsG7EfhIAAAAANZ6MCwAAAGuo8qhzoqxs9vyFAUBVKCopiQrpFgAAACBJxgUAAIDVlhx1ThbhgPRHQ0YHAFWnvLw89nMBAAAAUIPJuAAAALDmjDoD604y2hKPxyt/2/jaAQAAgJpJxgUAAIDVEA4tl5eXB5XSLW2bNGhSP7u4uDiRSJSWlpaUlJRViPpHnVktiSVLimfPDBKJaDeWnl6rWYt4RkYA615R/rTysrKMhnnlZYny4uKykuJwW15a+uvPyt5o46AqRN8waWlp8Xg83Gakp6dVEHABAAAAAhkXAAAA1lg06pxZKz0tHpSkx0uWiSXS42U/CWRcVl/R9Kkl075L/nU9vUFuzkYbxdLSAmqqskoyMjLKVhB+yhKJROU63NaqVatJkybBaipbsrhkVv6yYs6MqCW+Cs+KZ2bmZFZNBqvyrC3pFaK8S5KACwAAANRkMi4AAACsiWikOZprIRxZD7fhsHrYWFpaGg20RwJWWVlx0cKvvyyZM/vHMfx4rPZmXXI27hBQg82YMWPSpEnB6tt2222D1bf4u8mxhfPDD3ZQthof3rx+BwRVJPnFEmVcwiKZdIlVEgAAAAA1kowLAAAAqy1aTySabiEKuESN0UQLlWdwEXNZdTNe+U9pQUFUp+XkNOqzZ62mzQJqtjZt2kyaNGnRokWr9awWLVpkZmYGqy9z8245eXnFc2Yv+OLT1XjWGr3WSiXzK1F+Lsq4JKdysWIRAAAA1HAyLgAAAKyeZMAlGmNOBlyijEs0oYt5XNZAo97bzHrp2bDIbtu+yf4Hx7OyAwiCrl27vvvuu6veP/wMbr311sGaqtWmXdCmXdn30wtHDF2V/tkbbVKrVq2gikTfKtH3STR3SxRwibbJowEAAABQI8m4AAAAsIaiKVuSQ9FR9kXAZY1ldutZMmFcRv16DXfdK4CftGvXrnHjxlOnTl3F/j179lz7iVVa9jtgysSxRTO//82ebY86IahSlWMuydmhkpO4CLgAAABATSbjAgAAwJqovFxR5SKZbpFxWQOtDjkygBXstNNODz300Kp8pmrXrh12DtZeRkabY06acPWlZcVFv9atvHzKVRc32LFP7vY7p9WuE1SR2M8FFYm6yruSLgAAAFAzybgAAACw2pIBl2Qt2rK6CkZ8U3fz7gGsgubNm3ft2nXw4MG/2fOcc84JqkhG241aH3ncd3ff8mudyoOiiWNnThyblkg06X9QUNWWS7qItgAAAEANJ+MCAADAmqgccwl+GntOBlwkXX5NIpH/5MMz/vPvJvse2OrEMwJYBbvtttvQoUOLin5tVpXc3Nx4PB5Unbxd9ywcNuSHdwet/HD4Mf/pGyBv1z2ilw47l5clGu22d7B2lvtuWW4XAAAAqJlkXAAAAFhDyVzLikkX49C/pOSHuRMGXFw4akRYz3rxmTqduzbccdcAfku9evV22223V1555Vf6/PWvfw2qWrtTz1ky+tsl301a8VC9Xls3P/zYuW8NDD/ztRrkRo35j91fPGvm9AfubHfeZQ222SFYUyt+h/hWAQAAAGRcAAAAWCuVB56j6VsMCk9qpwAAEABJREFURf+Shd98PWHAxaUL5ke7tZo0zWrRyu1iFe24446ff/75jBkzVnq0SZMm0e/SkiVLsrOzgyqSlp2z8aVXjzz9uLKipcsd2uzaW8Ntva49ki0LvvqseMb3YRH+kid/twuGD81q0TKjUeNgjfiAAAAAAEkyLgAAAFQZo9G/qKxs+uMP5j/xr6C8PLpH9bfctv2l16TXqRPAqklLS9tvv/3uu+++lR69+OKLo+KNN94YPXp03759e/bsWSUfyZyNNm535oWTbrqqcmNG/QYrnrxWo7zGe/Wf//F7OR275LRrHzV+d/sNSyZPzN2hT8tjTsreaOMAAAAAYE1V5SLNAAAAwIpK5s8bff4p+Y8/GETz3KSltz7pzE2vu03AhdXVsWPHzTbbbMX2nj17JuuGDRsWFBQ8/vjjn376aVBF8vbs12j3fSq3NNqr/4rdctp32Oj8y3q+9E77C66IWgq//WbJ5IlhMe/j9xKLCgMAAACAtSDjAgAAAOvWjGceKxg2JKozGuV1uvX+Zof8KYA1sv/++6en/2xe3nD36KOPTu726dPnsssu23nnnXv37h1UnXZnXZjddqPkbusTT/+VzuHveVQUz5mdVntZliu7Tbs6m3ePGicMuHjitZf/8ME7ZcVFAQAAAMAqk3EBAACAdavlcadkb7RJWNTrueXmDzxVu9PmAaypZs2a7bTTTpVbltsN1alTZ//998/MzAzr0tLSW2+99eOPP04kEsFaiGdlb3z5dfHMrLCu222LVXxWw5136/GfNzY6//LmfzohaimZO/uHD96Z++6gCQMuLvwp+wUAAACwKmRcAAAAYN2K16rV4aqbWp1w2mY33ZVer34Aa2f33Xev89NCV3Xr1t13331/pfOiRYtq1679/PPPX3/99cXFxcFayG7Xvu2ZF4ZFx1vuXfVnxWtl5u21b6Nd94x25wwaGBWZTZvX671NVH//1CPzPnw3AAAAAPhV6QEAAACwjmU2b9n88GMCqApZWVl77bXXc889F9ZXXXXVr3euX7/+iSeeOHHixClTptSqVStYO3l79lsyeUKwFhrve1B6/dwfPni7Xs8to5bSBfOn/evusKjVtFmHv/8jZ5NNAwAAAICVkXEBAACAqrTgy/+Vl5Q02G6nANaZbbfd9uOPP171eVnaV4jqCRMmvPHGG/vtt1/r1q2D1df65LOCtZBet17jffYPH8mWOW+9FhWl8+ZltmgV1cWzZtZq0jQAAAAAqETGBQAAAKpIIjHt4Xu+f/qxeFZ2l/ueyGq5JgECWBXxeHy//fbr2LFjsPomT548YcKEW265Zc8999xrr72C9S1no43rdOlW+O2whrvslpaTEzWOPPXoWGZmw53+0OzgP2U0bBQAAAAAyLgAAABAlSiZO2fC1ZcUDB8a1mVLl0wYcHGXe58IYJ1Zs4BL6A9/+EOnTp1effXVNm3aBCmgXu9twsfiieNiaT/+O9Wct18vmT8vLGb859/NDj06AAAAAKgg4wIAAABra8HXX0y85rLSBfOj3VpNmrY7//IAUlWLFi1OPvnk5O5TTz1Vr169XXfdNTs7O1hPctp3SNalc+dERcOdd8tokBvVI08/rn7vbZr0/6NpXQAAAKDGknEBAACAtVBWNv2xB/L//VBQXh41NNh2x40u+nt6nToBVBOTJk2aPXv2J598cvrpp7do0SJY35oddnRe3/6zX3+5zubdo5aFX3+5aPS34SP/iX91e/zFzOYtAwAAAKDmkXEBAACANVQyf96Eq/5aMGxItBtLS2914unN/nhEANXKX//61y+++OKzzz5r1qxZkBrS6zdofvgxyd05b74SFTkbd0gGXKbe888GO/Sp27VHAAAAANQMMi4AAACwhhKLCheNHR3VGY0ab/L3G+t07BJAdROPx7epEO0WFRW9+eabffr0qVevXpAaWhx9Ynr9BnPefKXxPgdELYUjh894/qnwkbPRxpvedHdySSMAAABgAxYPAAAAgDWS1bL1xpdeHRb1t9x28weeFHBhwzBhwoT3339/wIABr7/+epAaslq1aXPaeT2efTNv932iltmvvRgVZaWlyYBLyby5AQAAALDhknEBAACANddg2x03veGOTa+7Lb1e/QA2CJ07d77yyit79+6dSCSCVBLPzg4fUV138+5ZLVqFReO++0UtJT/MHXpw33GXnbvgs48DAAAAYENkrSIAAABYK/V7bR3AhqV+/fqHHnpocnfUqFEFBQVbbbVVkDLy+u4XPhYM/jynfYeoZc6gV8Pt/M8+Lvx2WPenXo1nZQcAAADAhsU8LgAAALBKFn79xZgLTg2g5vnvf//71FNP3XDDDZMnTw5SSf1eW2fkNozqBV98GhV5ffeLAi6lBQtH/PmwmS8+k1hUGAAAAADVn4wLAAAA/LY5b7025q9nLhzy1eRbrg2ghvnzn//cp0+fuXPnxuOp+09JHf95f8db7m3S/49N+h8Utcx9+/Ulkyd+d9fNw/60fwAAAABUf9YqAgAAgN8w7cE7v3/6saie/fpLzQ49Kqtl6wBqjOzs7P79+//hD3+oXbt21DJo0KDu3bs3a9YsSCV1u20RPpK7swe+GBX1t94+2Thn0MDcHXdNy8kJAAAAgOrGPC4AAADwaybdNCAZcEmrU7fTHQ8JuFAzJQMuM2fOfPPNN2+44YbnnnsuSGHtzru00e57h0XjvX+cx2XBZx9Puumqr/vvMu6K8wMAAACgupFxAQAAgF80+bbr5wx6NaozW7bufM9jdTptHkDN1rRp07PPPrtt27YjRowoLi4OUlWdLt3aX3Rlj2ffqNutZ9Qy+42XoyKe/v9zG5cumB8AAAAA1YG1igAAAGDlvrv7ltmvvhDVdTbv3uHqf6bXqRMAQdC2bduzzz573rx5tWrVilqWLFmSnZ0dpJ6Mho0q7cWiP5IzuxQM+3rc5ec37ndgs4MO/3lPAAAAIOXIuAAAAMBKzHz+qZkvPB3Vdbv22PSGO+K1MgOgktzc3Kh48803Bw8efMIJJzRr1ixIYZv8/cbEosL5n31cr/c2Ucvs114KW2Y889jsV5/r8Z8345lZAQAAAJCqrFUEAAAAK9Foz351e/QOi+x27Ttc808BF/gVrVu3LigouPXWWydMmBCktrTadRr9Ya/k7vz/fRgVjfc5IBlwKS1YGAAAAACpR8YFAAAAViK9Tt2O/7i75TEnbXbjXWk5tQPgl3Xp0uWss85q2bJl8+bNg2ql60PPNun/x4xGjZsdenTUMvedN4cfd8jCr78IAAAAgBQTKy8vDwAAAH5ZeYWysrLS0tKSkpJ5CwvfGTI+bN+l56ZNc+sGALChKF0wf/hxB5cuXBBLS9v48mtzd+gT8Psa+OnwRUuLm9bLbN+kXlaFzMzMWrVqZWRkpKWlxePL/sNeLBYLAAAAqJHM4wIAAABAVXr66adHjhwZVEPzP/+kdOGCsChPJMpLSwMAAAAglci4AAAAAFBl5s2b9/nnnz/22GMLFiwIqpu8PfbZ7Ka703JyNrroyoa77B4AAAAAqUTGBQAAAH60eOyoknlzA2At5Obm/ulPfyoqKnrzzTeDaqhez97d/v1K3u57R7sl835YOnVKAAAAAKSA9AAAAACoMPW+2wtHf9tk/0OaH3Z0et16AbBGevXqlZmZ2aFDh6B6Sn78F43+dtzl52U2b9nptgeDWCwAAAAA1ivzuAAAAMAyS/OnLfxmcFnR0hnPPFYw9KsAWAubb755ZmZmUJ0tmTBu5OnHlcz7oXDk8DlvvRYAAAAA65uMCwAAACwz66VnoyI9t2GD7XcJgLW2aNGiiRMnBtVT9sYd6nTuGtUL5d4AAAAgBci4AAAAQFBWXDz7zVejusk+B8Ti/r4MVeDWW2996qmngmqr7RkX1N60U8d/3t/+oisDAAAAYH3zb3YAAAAQLPz687LFi5ZVsViT/n8MgKrQo0ePOXPmTJo0Kaiecjp07Hz3o3W79ggAAACAFCDjAgAAAEHBsKFRUafT5hkNGwVAVejdu3e4nTp1alD9lS1ZUlqwMAAAAADWn/QAAAAAarzC4UOiom63ngFQRZo2bXrllVfWr18/qM7mf/LB7Ddfmf+/j9qcem7TAw8LAAAAgPXEPC4AAADUdGXFRYVjRkV13e69AqDqVPeAS2jeJ+/P/99HYVEwfGgAAAAArD8yLgAAANR0hSOGBWWJZVUsVmfz7gFAJXU6d4uKJRPHBQAAAMD6Y60iAAAAarp6W2zZ9dHnl06dXDp/flp2TgBUnYULF95xxx3bbbddnz59guqpXq+tNjrv0qzW7bLabhQAAAAA64+MCwAAAARZLVuHjwCoavXq1ZszZ86MGTOCaiuzecvwEQAAAADrm4wLAAAAAOtQgwYN5s+fHwAAAACsHRkXAAAAANah448/PhaLBdXZ908+XFZSEhaN9+pfq2mzAAAAAFgfZFwAAAAAWIdat672C4HlP/lI2dIlYVGv55YyLgAAALC+yLgAAAAAwK8qL09WAQAAALCeyLgAAABQ0y0a/W2iYoaG7LYbZeQ2CoAqNXjw4IULF/bp0yeotup27VFWXBwWabXrBAAAAMB6IuMCAABATTfpHwOWTJ4YlJfX32q7rJaty0pLyktKyktLy0uKy0qW1Vmt27Y57bwAWCODBw/Oz8+v1hmXTa+/PQAAAADWNxkXAAAAaoTSBfO/PflPxXNm/WKPWGzBl/8LHyseafrHIwIAAAAAYL2KBwAAAFADpNdv0OaM84PV13CX3ev33iYA1lSLFi3atWsXAAAAAKwd87gAAABQU+Ruv0uD7Xaa/+mHq/6UWEZG6xPPCIC10K9fv6CaG7zPTmVFS8Oi4y331u22RQAAAACsD+ZxAQAAoAZpe8YFadnZq96/6YGH12raLAAAAAAA1jcZFwAAAGqQWo2btjj25FXt3KRpiyOPC4C1k5+fP3ny5AAAAABg7VirCAAAgJql2f6Hzv/kw4JhX/9mz1Z/Pj0tp3YArJ2BAwfm5+dfeeWVQbXV67XVWOMMAAAAWEfM4wIAAEANk5bW7pyLYxkZv96rdscujXbdMwAAAAAAUoOMCwAAADVOVuu2zQ875td6xONtTzsvAAAAAABShrWKAAAAqIlaHH7sD++9tXTadys92njv/Wp32jwAqsJJJ50UVHNj/3pmWXFxWLQ57dycjTcNAAAAgPXBPC4AAADURLFatdqdc/FKD6Xl5LQ85uQA4CcFw4cWDPs6fCQWFQYAAADAeiLjAgAAQA1Vt3uvxv0OWLG9xTEnZeQ2DAAAAACAVGKtIgAAAGqu1iedteCzT4rnzEq2ZLfdqNn+hwZA1Rk4cOCcOXOOPfbYoNpqceRxZSUlYZHZtHkAAAAArCcyLgAAANRcaTk5bc44f/zfLky2tP7L2UFaWgBUnfwKQXXW/IjjAgAAAGB9s1YRAAAANVru9rs02G6nqK7Xe5v6W24bAAAAAEf5mDUAABAASURBVACpxzwuAAAA1HTNDjlq4eDPyhNlTfv/MQCqWq9evTp06BBUZwXDhpSXJcKi9iabpdWpGwAAAADrg4wLAAAANd2CLz4tW1oUBLE5b72WnNMFqCq9evUKqrmxF59VVrQ0LDrecm/dblsEAAAAwPog4wIAALAelJeXB6SMvL796/bsHRbp9Rv40aSgWCwWAAAAAFDjybgAAAD8fpbLT4hTpIhaTZuHj6j2Q0kpUbol+qFIulRf+fn5xcXF7dq1CwAAAADWgowLAADA7yQZnoiKyltgRbFYLPyARNGWqA4kXaqngQMH5ufnX3nllUG11eu1DwMAAABgfZNxAQAA+D0kEy1JwQqpFyCSDLIkAy5JydQLAAAAADWNjAsAAMA6VzngUrJo6g+D/2oSF/hN8fSshr1vi6XnJAMu8XhczKU6atGiRa1atQIAAACAtSPjAgAAsG4l4yxlZWXhdt6wG4rmfBEAq2DBmPvqbHZGPB5PS0sLd8MPkZhLddSvX7+gmhu8z05lRUvDouMt99bttkUAAAAArA/xAAAAgHVmuYDL0jlfLf1+UACsmsWTHikunJZIJEpLS6MPUbQNTIMEAAAAUPOYxwUAAGDdKv9JODY/f9iAqDE9u3HuxgcGwC+YPeK+ZX+UFS8ac2udbtdF87iE4vF4lG4xjwsAAABATSPjAgAAsK4k55mIMi6LpjxXunB01NKs+1n121X7xTtgHSpPzP72wfDPkpmDls45OLNRz6i58kJFViyqLu6///78/Pwrr7wyqLY2ve628rJEWOS07xAAAAAA64mMCwAAwDoUTd8SShQXFoz6Z9SYlbuZgAv8usadjv9h/POJonlhvXTsDfHej8cqJBKJqEM8Hhdw4XdTt1vPAAAAAFjf4gEAAADrQDSJS3KhooVj7ysr/iE61KL3ZQHwq2LpOc16nBvV5YvGFeUPLCkpKS0tTSQSyY9VUGm2JAAAAAA2eOZxAQAAqHrLBVyKC79bMunR6FD9tn2zG3UNgN/SYKN95459Yum8MWFdOvmesia7JuJ14/F4IpGIViyyVlF10a9fv+Li4qA6+/7Jh8tKSsKi8V771mraPAAAAADWBxkXAACAdSIZcCkrKysYeXN52bLx3Vi8VnJqCuA3teh92cS3j1pWlcwtmvJobONT0tLSovW/ophL1E3SJcW1aNEiqOby//1wWdHSsKjXs7eMCwAAAKwv1ioCAACoYslx9yjjUjR3SNGMt6KWvM7HpWc3DoBVk92oa/22e0V1YvqTpYtnRMsVJVcsig5ZsQgAAACgJpBxAQAAqHrJGVzCkfiFIwZEjenZeY07Hx8Aq6NZj/Ni8VrLqvKS4ol3hJ+paB6XqKicdCFlDR48+L333guqs7pde9TttkX4SKtdJwAAAADWE2sVAQAAVKXkcHs0+r5k6oulC0dHLc26nxOLZwbA6kjPbpzX6ZjZ3z4Q1uVz3ymZd3C8Uc9YLBavEH7Qwm20bpEVi1LW4MGD8/Pz+/TpE1Rbm15/ewAAAACsb+ZxAQAAqGLRDC7hNlFcWDDqlqhx2ZIr7fYJgNXXuNNx6dl5UV0y4R/JqVyS87iYygUAAACgJpBxAQAAqDLRQHty0L1g3P1lxT9Eh1r0vjQA1kgsPadpt7N/3Fk8vvj710orVI65BJVmUSLVtGjRol27dgEAAADA2rFWEQAAQNVYLuBSXPjdkkmPRofqt9s7K7djAKypBhv1mzv28aXzxoR1Ysq9icZ90tLqJxKJaNGi6ENnraKU1a9fv6CaG7zPTmVFS8Oi4y331u22RQAAAACsD+ZxAQAAqDLJgEtZWVnBqFvKy4rDxlhaVrPu5wTA2mnR+7Ifq5K5JdOeWOmKRaZyAQAAANiAybgAAABUgeTIejTKXjR3SNH3g6KWxp2OS89uHABrJ7tR1/pt+0Z1Ytq/SxfPKC0tTVSonG4Rc0lB+fn5kydPDgAAAADWjrWKAAAAqkZyBpdwxH3hiAFRY3p2Xl7nYwOgKjTrce7Cqe8smyGpvKR44h1pXa5OS0uLPnTh0WitIisWpaCBAwfm5+dfeeWVQbXV67UPAwAAAGB9M48LAADA2krOGxGtmbJk6oulC0dHLc16nBeLZwZAVUjPbpwMjZXPfadk3jfRVC7RRy/aBqZyAQAAANhAybgAAABUgeT4eqK4sGDULVFj5aVVgCrRuOOx6dl5UV0y4R9RwCVS/pMAAAAAgA2RtYoAAADWSnLeiEjh+PvLin+IDrXofWkAVKlYek6z7mdP++yyZTuLx5fOfCPefJ9YLBaPx2MVwo9hchuQGk466aSgmhv71zPLiovDos1p5+ZsvGkAAAAArA/mcQEAAFhzywVcigu/Wzzx0ehQg436ZeV2DICqVr9d+OHaLKpLJt1dWrK4rKwsuWKRqVxYFwqGDy0Y9nX4SCwqDAAAAID1RMYFAABgrSTH1MPx9YJRt5SXLfuP/rG0rKbdzgqAdaNF78t+rErmlnz36EpXLJJ0AQAAANjAWKsIAABgDSVH0KPR9KK5Q4q+HxS1NO58Qnp24wBYN7Ibda3ftu+CKW+Eddn0J0ubHxCPt4jWKorH48mFiqxYlCIGDhw4Z86cY489Nqi2Whx5XFlJSVhkNm0eAAAAAOuJjAsAAMCaS87gkkgkFo4YEDWmZ+fldTo6ANalZj3OXTj1nWUzJ5WXFE+8I63L1WlpadGHMTwaRVsEXFJEfoWgOmt+xHEBAAAAsL5ZqwgAAGBNJCdxidZGWTLtpdKFo6OWZj3Pj8UzA2BdSs9unNf5x9hB+dx3SuZ9U1paGi1aFCXPog+pFYsAAAAANhgyLgAAAGsoOY6eKC4sGHlz1LhsCZU2ewXAute48/Hp2XlRXTLhH1HAJVL+k4AU0KtXr5133jmozgqGDVk49KvwkSgsCAAAAID1xFpFAAAAqy05P0SkcPz9ZcU/RIda9L40AH4XsXhms+7nTPus4kO3eHzpzDfizfeJxWLxeDxWIfx4JrcB60+vXr2Cam7sxWeVFS0Ni4633Fu32xYBAAAAsD6YxwUAAGD1LBdwKVn0/eKJj0aHGmy0b1ZuxwD4vdRvt092o65RXTLp7tKSxWVlZckVi0zlAgAAALAhkXEBAABYbcmx83AcfeHIG8vLisPGWFpWs+7nBMDv6/8nTyqZWzr18ZWuWCTpsn7l5+dPnjw5AAAAAFg71ioCAABYDcmR8mjUvGjukKLv34xaGnf+c1pWwwD4fWXldqzfbu8Fk18P68S0J0qb7RePt4jWKorH48mFiqxYtB4NHDgwPz//yiuvDKqtXq99GAAAAADrm3lcAAAAVk9yBpdEIrFwxICoMaN2s7xORwXA+tCs+zmxeK1lVXlJ8aQ7k1O5VF60KAAAAACgmpNxAQAAWFXJYfJo1HzJtJdKF46OWiqG2DMDYH1Iz27cuPPxUV0+578l874pLS1NBlyibVDpI8zvrEWLFu3atQsAAAAA1o61igAAAFZDcrw8UVxYMPLmqDG7Udd6bfYMgPUnr/NxP0x4rnTJnLAumfCP9AaPpaWlRbO5xGKxaCoXaxWtL/369QuqucH77FRWtDQsOt5yb91uWwQAAADA+mAeFwAAgFWSnAciUjj+gbLiH6JDLXpfGgDrVSye2az7uT/uLB5fMuON0gpRzCW5XJGpXAAAAACqLxkXAACA37ZcwKVk0feLJz4SHWqw0X5ZuR0DYH2r327v7EZdo7p08t2lJYvLysqSKxYlYy4AAAAAVFPWKgIAAFglyTHycLx84cgby8uKw8ZYWlaz7mcFQGpo0fvSCYMOW1aVzE1MeyKx0UnLrVgUdbNo0e/s/vvvz8/Pv/LKK4Nqa9PrbisvS4RFTvsOAQAAALCeyLgAAAD8huS4eJRxKZo7pOj7N6OWJl3+nJbVMABSQ1Zux/rt9l4w+fWwLp36eFrT/vF4i1iFeDwefn6jdEuygFVUt1vPAAAAAFjfrFUEAADw25IzuCQSiYUjBkSNGbWbNep4VACkkmbdz4mlZS2rykuKJ90ZrVW03KJFAQAAAADVkHlcAAAAfk1yODwaHV8y7eXShaOjlmY9zovFMwMglaRnN27c6bhZI+4J6/I5/y1deES8QZdoHpdQ+EEOt9G6RaZy+d3069evuLg4qM6+f/LhspKSsGi81761mjYPAAAAgPVBxgUAAOA3RDO4hNtEcWHh6FujxuxGXeu13j0AUk9e52N/mPCf0iVzwrp4/E1pPf+VlpYWzeYSpVsEXH5nLVq0CKq5/H8/XFa0NCzq9ewt4wIAAADri7WKAAAAflE0iUv5TwrHP5BYOis61KL3pQGQkmLxzGY9zvtxp3BUyYw3SktLk4sWJZcrsmgRAAAAQPUi4wIAALByywVcShZ9v3jiI9GhBhvtn5XbMQBSVf22fbMbdY3q0sl3l5YsTlRIZlwEXH5PgwcPfu+994LqrG7XHnW7bRE+0mrXCQAAAID1xFpFAAAAvyg5Fh6Oiy8ceWN5WXHYGEvLatb9zABIbS16Xzph0GHLqpK5iWlPJDY6abkVi6JuFi36HQwePDg/P79Pnz5BtbXp9bcHAAAAwPpmHhcAAICVSI5/RxmXorlDir5/M2pp0uXEtKyGAZDasnI7NtioX1SXTn28dPGMaMWiUOV5XEzoAgAAAFBdyLgAAACsXHIGl3BEfOGIAVFjRu1mjToeHQDVQdNuZ8XSspZV5SXFk+6K1iqKPtTJRYsC1r1evXrtvPPOQXVWMGzIwqFfhY9EYUEAAAAArCfWKgIAAFhectg7GgVfMu3l0oWjo5ZmPc6PxTMCoDpIz27cuNPxs0bcHdblc94uXXh4vEGXWCwWrxB+wMNttG6RFYvWqV69egXV3NiLzyorWhoWHW+5t263LQIAAABgfTCPCwAAwEpEM7iE20RxYeHoW6PGnCZb1Gu9WwBUH3mdj0nPzovq4vE3JadySc7jYioXAAAAgOpCxgUAAOBnogHv5OB3wbgHEktnRYda9Lo0AKqVWDyzWY/zftwpHFU6c1BpaWky6ZLMuEi6rFP5+fmTJ08OAAAAANaOtYoAAAD+33IBl5JF3y+Z9Eh0KLf9gZn1Nw6A6qZ+275zxz65ZO7wsC6ZdGc8b+e0tLRolaJwG33YrVW0Tg0cODA/P//KK68Mqq1er30YAAAAAOubeVwAAAB+JhlwKSsrWzjypvKy4rAxnp7TtNvpAVA9tej90yRMJXNLpz4RzeOSXJLMokUAAAAA1YKMCwAAwI+SI9zRaPfS2Z8Xff9G1JLX6fi0rIYBUD1l5Xas327vqE5Me7xk0bTSColEonK6RcwFAAAAIJVZqwgAAOD/JWdwSSRKC0ZcHTWmZzfO63RUAFRnzbqdvfC7/y6bmam8pGTinembXxevkEgkwqPRWkVWLFpHTjrppKCaG/vXM8uKl03r1ea0c3M23jQAAAAA1gfzuAAAACyTnL8hWrtk8ZTnSgsnRC1Hn/fsAAAQAElEQVTNep4Xi2cGQHWWntMkr/NxUV3+w/ulC4YnKlRetCgwlQu/oGD40IJhX4ePxKLCAAAAAFhPZFwAAAB+lBznThQXFI65PWrMzutav81eAVD9Ne58fHp246guHndDIlFa9pPynwQAAAAApCprFQEAAATJ+RuimEvBmLvLin+IDrXodUkAbBBi8cxm3c+a9tlly3YWTyj5/tV4y/1jsVg8Ho9VCL8BktuAqjNw4MA5c+Yce+yxQbXV4sjjykpKwiKzafMAAAAAWE9kXAAAgJqucsAlVLJo2qJJj0fj2w026peV2ykANhT12/WbM+aJpfNGh3Xp5HvTG++WllY/kUhESZfoS0DApcrlVwiqs+ZHHBcAAAAA65u1igAAAP4/4LJsEpdvr4sFibAxlpbVtOuZAbBh+f/JmUrnl0x9JJFIrLhikUWLAAAAAFKQeVwAAIAaLTmSHY1qL539edHM96KWxp2OT89pEgAbluy8bvXb9l0w5Y2wLp32VGnzA+Lx1tFaRdFULtE8LiZ0qUK9evXq0KFDsC7l5OQEG4TFixcHAAAAwC8wjwsAAFDTJWdwSSRKC0ZcHTWmZzfO63xMAGyImnU/JxavFRaxIFE84bZEhYovgURyNpeAqtOrV68+ffoEAAAAAGtHxgUAAKi5ksPY0aj2osnPlBZOiFqa9Tg3Fs8MgA1Rek6TvE5HR3X5Dx8Wz/0yGXOJEm/Rl4OkCwAAAEBKkXEBAABqtOR4dqK4oHDMbVFjdl7X+m37BsCGq3Gn49Myc6M6MfGW0tKSsp+U/ySgigwePPi9994LAAAAANaOjAsAAFBDJedpiGIuBWPuKC9ZGB1q0euSANigxdJzmvU4J6rLl0wunfFqaYXKMZfAVC5VZPDgwR988EEAAAAAsHZkXAAAgJqocsAlVFI4edGkJ6ND9dvtnZXbKQA2dA026p+V2zGqSyfflyguqLxikalcAAAAAFKNjAsAAFBDJceww/HshSOujwWJsDEWr9Ws29kBUDP8/6RNpfNLvnu47OckXapKixYt2rVrFwAAAACsnfQAAACghkmOWEej10tnf148+8OopXHn49NzmgT8jkpLisNtekatAH532Xnd6rXZY+F3b4V16fRnSlscFI+3jlWIx+Ph90NYBBXfFVHBmunXr18AAAAAsNbM4wIAANREyRlcEqXFBSOujhrTsxvndT4uqM6+GfzxPts3r/w4tG/nU/60y7WXnTjymy+C1PP+Wy+cfsxu8bT//w8YF566f3jZY0cODdaBdXryFYX3PHy5y885fMVDw77+JDz05afvBGvk+iv+Ej79k/dfD34XE8YMD1/unBP3TrYkSkuffvjWvxyx0wG7tv/LkTvfPOCMzz4aFFRPzbqfHYsvi1jFgkTxhFuTyxVF22g2lwBWQWlpaSwWa9CgQbJl+vTpp59++ltvvRUAAAAAVUHGBQAAqFmSw9XR0PWiyU+XFk6IWiqGujOD6mzMyCHhtmFes817bhs+Onffuk6det9Pn/LJewMvOHW/Zx+7PUglI7/54qa/n1a3QcN4/Me/nIY/lHGjh6WlZ7TftEtQ1dbpyVdqzKhlYZpNO/dY8VCrNpuE22nfTQjWyJhvB4fbTpv3Cn4Xo0d+HW437fjjG0mUll52zmGPP3hD+BHae/+jmrds9+6bzw/467HvvvFcUA1l1G7RqONRUV3+w0fFc79Mxlwqr1Uk6cIaOP/88++6666SkpIAAAAAqArWKgIAAGqcaAaXcJsoLigce2fUmJXbsX67fYJqblxFqGL/Q0866IhTko3hO33njWdvu/78R++7rlXbTbbbee8gNYwb80243WTTbsmWKRNHFxct2axLr/T0jKCqrdOTr9TYUcsiRx06riTj0jCvaYOGjadNGResvh/mzJw1Y1qTZq3CkwS/i9EVkZoOnbpHu088eNOwrz/ZZse9Lh5wX7TIVLh78RkHP/Gvm3bt+8egGmrS+YR5E15IFM0L68TEW0pzn4jH42lpaeEXRSwWi2Iu1ipaG/fff39+fv6VV14ZbNDC35n33nsv3AYAAADAumEeFwAAoAZJzscQxVwWjr6tvGRhdKhFr0uC6i9KjWz681BFODa/296HHnXihWH9+AM3Bilj3OhlV9uh4/9nXMZUzBeyWeeewTqwTk++UmMrIkcdu6x8tpVWbTeZNGFksPomjB0Rbjfr8jtN4hIsmzZmWVhns85bhNvFhQUvPHVvdk6dsy++JQq4hLptsX2P3jsuXDgvqJ5i6TlNu58Z1eVLJpfkv1RaIblWkalcWBXhl+0uu+yy4447BgAAAMC6IeMCAADUFJUDLqGSwslLpjwVHarftm92Xregmps3Z9bsGdNjsfhKF8fZ98Dj0tNrfTdpzKzvp1Vu/+Dtl6697MQTDt7mwD+0P+VPuzz3xF3hoP5yz5047tt7br7k1KN33b/PRsce1DvsP3f2jOX6jBv1zd/O/9Of+nc/YNf2fzly5wfv/HvBgl9MPLzx0uP7bN/8vUHPh/XNA84I6wXz5ob1+NHDgooYytiRQ2+//vwTD93+8H263PT30+fMzK/89NKS4vAMl51z+JH7djtot03OOG6P/77+bPBbVvHkq3hP5v8w56G7Blx46v5hn6P33+LKC46aPnVi5Q6LCwtmTJ/cpFmrBg3zopbwhcJzhm82fPXwN7BV642nThm/3GkP27tLeGFh8dG7r/79gqMP3atT+JTHH7ghUVqa7BOFddpv0jnZsmTxomcfuz28D+HdOLRv53NO3PvV5x4qLS1Z3TMvu7elJS88de9fjtjpj3tsGnYbMfSz8Oc4/bvx2Tl1WrVdtr7SrJnTNu+xTe9tdq1bP/dnN2TenKA6y22/f1Zux6gunXJvWUnhSlcsIpVddNFFsVjsf//730033dSuXbutttrqoYceig4VFRXddttt++67b5MmTXr37n3uuedOnPj/H9gddtghemKyZdGiRWlpaWHj559/nmxcsGBB2NizZ89feq3S0tKwsUGDBmGHadOmhfXTTz8d1v369Qvrd955J3mq55577sgjj2zf/v/Yuw/4qKq0j+NnanpPZpJASCOhhxKq9CYgsXcRxIZdFPuKLpa197aIr4JiWzsYG72KIKH33jKk9zr1PcmF6xiKgQBpv+/O3s8zZ86UzCQRuX+fJy4hIeGGG25YsGCBAAAAAAAAtUDGBQAAAEDzojZxKdzwtHBVBRc0WmN45/tF47e9ejJOq9hED0+vY2/18vE1R7YSVb1eNigrJUUFzz5200tT7li9YkFcQochI68syM+Z/t9nn3v8Fvc7/vbj5xNvGpH63XRPT6+Uy25oGdV6+cLUO8cNyc06rO5Zu2rxfbeM2rj297YdkoeMuLykpPD7L6Y+eMdF1sqK477UMHOLS6+5TRY+vgHX3jjpxjsmBwSFiKOdXbZvWXf/raPm/fKVfM02q3XRnG/ffvlh9b6F+bkP33XpOy8/vGPL2q49BgwbdVV+Xtbr/5k4Y+pz4qRq8+C1fE+WL/r5tjEDvv38vbLSkhEXjmkRFf/n7/PuHDtk++Y16p4tG/+Ux8SjbWNyMi0P3XlxhmX/mJsfuvfRV+QJ77jEjmUlRXk5mepdMiwHigvzouPavPXCgy88MWH3zk2miKiszPQvZ7wx+5uP1G3Ks7TteKSPS/rBPXeOHfzx+8/v2bFJfsRarVa+M1Nff/zFJ28/1UfOz8l68PaLPnznqbzcrMiWsWmrFv37wet//uGTqi+kXVdlWE9MfLv/vPm/R5953/0NmffzV/t2b0lo01k0Yhq1mZPGUWLd/39ONy43AqcuJSVl/Pjx4ixTvkXfeeedhx9+eP/+/X/++afNVpX02rx5c8eOHe+77745c+bEx8fn5+e//vrrcuX99498G48aNUoeFy5cqD7U3LlzlWTbkiVL1MVffvlFLl5wwQUneS6Vv7//008/3blz1Q/F2LFjZR0bGyvr8vLy4cOHX3nllZ9//rmXl1dAQMCnn346dOjQm2++WQAAAAAAgH9CxgUAAABAM6Kepa7IXGzL/UNZDG13g97bJBq/HdUZl9ZtT9iQxr+68UZRYa5y9aP3nl2x5Jeefc//7McNjz/34d0Pvfj2R3NCzS3k4rIFqcqeQ/t3vfvKo/K07p0PvvDatJ9uuWfKs298+fC/3yspyv/gnafUR/70w6rQxnszF01+/qN7Hnn5w//93r5zL3nfX2d/dtxX0r3PEPm8omqOT7frb3noiuvvkrXNWrlnV9Xsnt9+/OzBJ9/5+rftb3302/RvVukNHmtWLpK3Kvf9v3embN+8JrF91/9+ukhuu+OB5+TTxbdJ+ubTd/ft3nqir72WD16b9yQjff9L/77DWlnx1CufvfPxvNvue+b5t7++9sZJdlvlWy8+5PZxVA0qUuZGKQGX7EzL3Q+/dN1Nk5QNUdVtUZTBQwolhfPnigVbNv756vupn/yw5u3pc/717DS5uHLZb+q2Pbs2azRaZXKQ/GiefuSGrIyDF1156zdzdrz3yYIvftr09ox5fgHBvy/++eC+nbV/ZKfDMeXhsTu3rht96fgvf9ki359Pvl8THdfmk2kvyFsT2p0wv/Ll9DfeeO5+U3jUg0+8JRozr9Ak/6ihSu2wfGMr2XfsuCKcnsjIyJiYGHGWKZ/R559/PnHixEOHDqWmpl522WVy5b777tu1a9fdd9+dlZW1YsWK3bt3z507NyAgYNKkSenp6XKDEltZtGiR+lCLFy+WR71ev3z5cnVR3ktU53VO8lwqf3//J554ol27drK++uqrZR0XFyfrV199dd68eUOGDNmzZ8/mzZtXr169c+fO3r17f/TRR99++60AAAAAAAAnRcYFAAAAQLPgPqhInrEu2vyisq73Cglrf5NoEnZsrcoxKKGK4yorK5FHHx9/Ud0L5LcfPzNHtHrsmfe9vH2UDaHmyDE3PSCqwhBHZmp89N6zDrvthtsfG33pDerjDDz/UnnHP3+fp65kZRzSaLUGvUG56uHpfcOERzt27VNe/YzHtau6nYx7cmL3jk1OR9XcnCkvfzJ4xOVKNxq/gCCDwaDTy8c2Kvda8Os3waHhT738aUhYuPp0F19xi/xg1/659ERPV5sHr+V78t6rj9nt1tvue7p7nyHq419346TwyOh9u7fIt0JZ2VmdcWnTvpsScMnLzZ78/EejLh6r3qVlq6qMy95dm2u8J/K0+pSXZ6ptWsJMkVWL1a9QVHdkKcjLjoyKU74E+XRtO3QfdsE18vV4+fgqe+ISOiS2rXpjCwtya//IP33/sdzWf+jFdz74vFZb9dcFgcGht9z1b+XW4/ZoKSspfuqhcTP/78WW0a1ffu+HEFOEaOTCuzygFBrhsO15Ww24uMdcCLs0cH379n3jjTdatGgxevTosLCwBQsWzJs3Lzk5+c033wwICFD2DBs27LHHHisrK3vxxap/FnTt2jUiImLxs1cKHgAAEABJREFU4sWVlUfibvJe8i5yXS6qn/uvv/4qt/Xu3ftEz/WPr62kpOSll14yGo2ffvqp0tZFiouL++9//yuLZ555RgAAAAAAgJMi4wIAAACguVDPU1ZmL3OU7lMWQ9vdpNF5iSZBCVUknCDj4nQ4lPhFZMsYUT2BSB6vHHu30cPTfVubdlWzdQ4d2CWPuVmHVy6b4+MbcPGVNYdoREbFVZSX5udmK1c7dO7ldNjvvnHYx+8/n5udIVc6dun94jvfXX3DRHGiV1vdWcQ9ObF9S9UInp59z0/q1lddzM5ILy8raREVp0wG+eWHmfKYctl4/8Dgv72e6i8q/eDuEz1dbR68lu9J2sqFoeYW56dc575Hq9PFt+kkC7V1yrYtaUJogkLCHrn7MvnO3/3QC737j3C/S3CoOTA47GD1wyp2batKolx+3Z3h1VOlFLt3VjV6MYe3PPKwm1ZXvaQOR0YgyZ33P/66vLg/snyRB/bvkIXp6L1q88g/fTdDHi+75nb3h4pv0/HIm3B06JKqsqLsX/ddter3ud16Dnr9g59DzZGi8TP4RAbFX67UrvzljvLDjmoEXOooLS3NfRLQWTV48GD3q2vWrFEWleSWavjw4eqt0qWXXmq1WpXJRBaLZcOGDQMGDOjTp09BQcHq1auVL0Gup6SkKL8ujvtc/2jLli3FxcVKpMZ9vUuXLmFhYevXr1dDNgAAAAAA4Lj0AgAAAACaDeX8tD64j84n1lG6V9YF+1JDEseIxs9yaG9JcYFWp49P7HDcDevTlpWXFnt6+cQlVkUxlHk3A4deUmObzVZ1htVQ3dvjzz/my/estKTwsqHxJ3/2ux98wW6zrljy61efvPXNp+/27j/i5rueDG8RfZK77N6+UR7bduyurmyvzuj0HTTafduuHVXhjLiE9spVpZnKJ9NeUAbo1F5tHrw274mSC+k3aHSN8+VV26zWqm1GD1GdnikqyAsKNT/54PX5eVVJoJ1b1w8ffU2Nu7SMbp1+4K9czo5tVS+y3+AU9z07tlQtRse1PfoiqyYute1wpBeLw27/Ysbrv8yaWZCXrd5FfsoV5aXevv5qxuUfHznz8MGD+3eGhbdIbP+3jFR2pkVUNXQJkzfVePGvPzdp59Z1w0ZdPfGxV7U6nWgSXPayYsuiI1cC+jh0IWofF51OJwv3fANqTwmInGoi5PTU6Keya1dVjOyVasdu3rZtm1KMGDHivffeW7BgwfDhw+fPr/o9M2DAAKvV+tZbby1atKhHjx6//VY11WvUqFEnea5/tHNnVQZu5cqVJ/pG2rp1a2JiogAAAAAAACdAxgUAAABA86LEXHzaPlCUdrcsKvK2FuydFRh7sWjkdmxZK4+t23RSR8/U8P3/pomqlMOFWq3W6XDs3bXVHNnK29evxrad1UNtgqvHAGVnpstj9z5DE9p2Pu5jBhxtpuLrHzj5+Y8O7N3xwVv/XrNq0e+Lf17755LX/+/nqOiE496xsqI8/eDuEFNkYHCouriretZSx869/vZ1HWlOU/UCHHZ7bvZhD0+vy66947gP2+Hv93X3jw9ey/dkz86qiElc647HeYrqbcoEpW2b0+QxPyczOr7dfz9ddNt1A+b98tWt905REjCqllHxC+d853Q65YdiObS3rKQovEVMq9i/neHetaMqDKS2UVEa0sS1PpJkevrR8atXzA8Jixh1yTj56UfHto2Kbv37kl/efH6S0n5GVOef/vGRlc86PqFTjS/q0P6qfEBiu5pNXLZvXrN0/qz4NkkT//XasXGfxitry//Zy6sHPGm0rqiqljY1BhWh4dPr//aXXUqaJCkpyWQyneRew4YN8/LyUprNKMeBAwcqNy1duvShhx6aM2eO3DBixIiTPNc/Ul5MVFRUmzZtBAAAAAAAOHVkXAAAAAA0O/JctTaojz64lz1vpbyase6NgKjhGr23aMyUuEbrNknHvXXd6qVpfyzQanVXjLlTXs3Osthtlcc9O7tk3ix5TO4xSB7Ly0rlsVOXPldcf5f7nsPp+zQarcncQqvTWQ7tzcmytGgZF2KKaBWb+MzrX8iV1/5z39YNqz6e+vzk5z867utRghqJbtGZspLi9IO7/QNDanR/2VmdTVEGMFVWlCuL19/ykPsep8OxZ9fmyBaxx8ZTav/gtXxPLOl7xPFObG9csyIvJyM8MrpFVJw4+nEktu/63Btfefn49hkwcsm8H+b/+vXIi653v1dcYsdfZ3+alXEoPLLVzuquKmqDFoXdbtu7a4tOb1AGITmdzh1b1hk9vOISqjIuq1csWL1ifmzrDq++/6OH518jt9asXFT97Ec6stTmkW3Wv3rVuFs8v+prb3NMxmXNqsXyOHTkFU0p4GIrteRs/USpHcEXCkOEkmvRVBMMKqqD5OTkhIQEUR9iY2Pl8corr5w8efJJtnl7ew8bNuynn34qKCiYN29er169goKC5Hq3bt2WLl2am5u7bNmylJQUuU3UQVxc1e+Htm3bzpkz50R7ysrKBAAAAAAAOIGm81dRAAAAAHBKDK0fFJqqfydyVOZnb/1QNHI7tilxjeM0XLEc2vvK01VNa8be+nBUTNVp5sCgqu4p2ZkWp8PhvnP1igUb1iz39Qs8b9AF8mpEixh53LN7i/ueooLcB2+/6OYre+3eUTW1Z/nCnx6754o5P32pbohsGXvPQy+Joy1AjmvntqqWJ/GJf3UNUVIvbdt3q7Fz25Y1Go02oV3V1+Xt6+frH1TdA2aP+56vPnl74k0jXnrqzhM9XW0evJbvSXCIWR4zMw6673E6nTP/70VZjLjwuqNfYNXHcdcDz3v5+IqqLMiV8vjbj5/XeAFR0a3l8eC+qvElO6sHJyW0/VtKaff2TQ67LT6xo15vkFfTD+y2VpbHtm6nJFp2VzdiOW/gBe4Bl6zDh1Ys+VW4fTPU5pFNEVFVj//3N3bXtvVL5v0gi8QOXWq88mtvvP+n5YcvvupW0YRkrHtNuOyycGp9rGHXqetqExcGFZ225OTkczOo6FgXXnihPP744481Ikr/+9//zGbzrbf+9T08cuRI+bM8derUgwcPDhgwQFkcOHBgQUHB008/LW+64IILxCmq8T0j34fY2NgVK1akp6e7r+/fvz8sLEzeSsAFAAAAAICTI+MCAAAAoHnRHKX1itKaL1EWc7bOtJdliUarqpFJddzBvVdHWUnxhjW/T3vzyXvGD8/Pzbrg0huuGnevcpOHp9d5Ay+orCj76pO31f0Z6ftff+4+Wdw28Rkvbx9Z9Op3vnzDlsz9YeWyIy0Higvzn370xoK87D4DRinRkOi4qokbi+Z+l5+brT6Ukr2IP0FTGVE18WezPAaHmtWV7dW9RhLa/S1LkX5gd3lpcWzr9koOQ+o7cLQ8/ve1x+UrUVYWz/l+5v+9pNMbrh1//4merjYPXsv3ZMDQqrFWP347vTA/V9320XvPbF6/Miom8bJrq6bbyHPh27eslS8ppnV7ZUO3ngP9A0N2bFm7b/dW99fQslVVxmXvrqp3Y/f2qjctse3fXuTO7evdF7duWi2PsfFHHlZ5A9evWabul5/Ckw+Osdutso6Jb6cs1uaRI1vGyte/Z+emtX8uUVb27972zL9uVuqENn/LTtnttg1rlsuL2lmnCSjP2VB0cJ5S28Ku0+h9tVqtElBQf2kINELt2rW76qqrVq1a9e9//1uNuWzevHnixIlZWVmDBg1Sd44eXfXr5fXXXxdug4qUsMu0aVWz3pS4zCnx9PSUx7179ypXDQbDpEmTSkpKJkyYUFxcrCwWFBSMHTs2JyenR48edewTAwAAAABAk8esIgAAAADNTlXApZoh5taKrF80znKX03p43atR570oGqf9e7craYN3Xn5Yfm1Op/Nw+r78nMyjt2suuvLWCROfcr/LbROf2bR+5cz/e3Hl73M6delTWJC3eN4PLqfzzgdfGDLqCmWPKbzlmJse+OyjV55+5AZzRKuw8Ba7t28sLyvp1nPQw1PeU/b07Dt8wLBLlsz7YdwlXTsn92vToWtBXs6c1C88vXyuuv7uE73gstKqk7szpj634LdvbrrjCXkvJXJRow/N9s1rayyOveWhVb/PWbtq0fUXd41P7Ci/6n27txg9vB59emqbDt1O9HS1fPDavCdxCR2uvmHi/z5+85Zrzut53nBzRMuVy+bK19AuqedjT03VV8/6Obh3h7WyvHWbJDWao9Xpho266rsv/pv63Yy7H/rr2yw41BwYHHbwQFXDm22bq5rKKJOD/nrlyjSlo+mc7ZurGtKoX2m/QSlffvzmprUrnn3sppj4dtbKit9Sv/D29vHw9K6sKPPzC1S21eaR5Q/F2Fsefm7yLU/cf22PPkM9vLx/X/xznwEjl2cdDo+M9gsIqnHfx+65Qj7mD4v2iSbCZUl7TqmchnBH8Gh9dcBFexQBlzqyWCxWqzUmJkbUhyeeeGLJkiXPPPPMjz/+GBpa1bFJXpWv5/bbbx8zZoy6LTo6ukuXLuvWrZOfuJpxUYqKioqePXtGRkaKU6RMaJo4ceL06dMfffTRK6+88uabb/7ss89+/vnnpKSk1q2rUm6bN28+fPiwfPxXX31VAAAAAACAk6KPCwAAAIDm4q8OLtV0kjFQ1+oW5daiA7+V52wQjZMyi0favH7lprUrtqxfqQRcouPbXTX23g+//uO2+56ucZI+1Bz59kdz+g+5aNe2Dd99MXXT+j+Gjrzigy+Xj770Bvdt1938wD2PvBxqbpF5+MDenVtaRMXJq8+8/oXRw1Pd89C/373/8Tfaduq+Z9fmH/73waEDuy699vb3P1sSHd/2RC/4quvvDg4NLyrI3bdrq7l6Ss6OLVWJkw5JPd237dhW3X/FLYYSFGp688Pf+g4abbdZd25dV15WMmDYJf/35fLqljMnVMsHr+V7Mm7Co3c/9JKvb8CiOd/O+ur/fP385Zf/0rvfh5gilA3bqj+O+MS/tbE5P+VaeVzw6zc2a6X7elzrDukHdh/av8taWd4qro371CFp1/aq78k2HboqV/dWz41q17G7ctXLx/eV/84eOPzSrZtWfzH9tQVzvh1+wVXvfbJQGYGUm50hqidG1eaRpb6DRz/69Pty5/o1y4sL8yc+8urV4ya6XE6lYY+7ndVvXWxCBzXE09jl7/mhIn+bUpebJgiNTvkVoXUjmFVUB6mpqTNmzBD1pGPHjuvXrx8zZozVav3jjz+2bNkyYMCAr7/++r333quxc9SoUfLYq1cvX19fZSUoKKhHjx6yOI1BRdLdd98tH9PpdK5bt66goECueHl5LVmyZPLkyfKR5eLq1aujo6NfffXVhQsX+vj4CAAAAAAAcFKaGtOIAQAAAKAGVzV5is5ut9tstvyikvlrq9pODOqaaA7yE42H+oU4HA7la6lirahMu1ZUWuQGz6C28SO+FACaE5e9bPuPox2VVdOvbN5dK1tNMVYzGAweHoz6GvAAABAASURBVB6Ganq9Xkm9qNOLBE7FtGnTLBbLlClTxFnTZKb8lJWVieYt9feNpRVWs79HnMnfs5r8SVR+JJXkmeBnEAAAAACaMfq4AAAAAGh2lFYuumpanUEbc4+yXpG/rWDvbAGgOcna8qEScHEJTaX5VuUkujzq9fojvyWqZxWp59Q5uQ4AAAAAAFBf9AIAAAAAmg0l3eJyuf4aVyTPZIf0s/p1FsXr5YaMda8HRA3T6JtIPwAAJ2crteRs/ViprQGjNJ4ta6RbFOqkM4HTMmHCBAEAAAAAAFBn9HEBAAAA0Fyo56eVM9Zqq4YqcZNcoupWR2V+9taPBIDmIWPda8Jll4VT62MNu/Zvvxaqky7qrwumFAEAAAAAANQ7Mi4AAAAAmhelGYNyJvuvoUW+8VrTRcqGnK2f2MuyBICmrjxnQ9HBeUpdEXyVzhiodnBRm7gcO6sIAAAAAAAA9YWMCwAAAIBmRD1LrZyxdm/YoI+ZIHRVI4pcTuvhda8KAE2cy5L2nFI59GZnyIVKosVgMKhNXJQknPvvDYHTkpqaOmPGDAEAAAAAAFA3ZFwAAAAANDuao9yHFumMgZoW45UNRQd+K8/ZIAA0Xfl7fqjI36bUlaZbNNq/OrioTVzUDi6kW+rIYrHs27dPAAAAAAAA1A0ZFwAAAADNi3KuWj1v7X5W29DiSo1nC2Wb2uABQNPjspdlrn9LqW1eSU7/nkrvFoPBoARc3EcUqb80BAAAAAAAAOoVGRcAAAAAzU6NmItyPrtqNIneQxt9l7KnIn9bwd4fBYCmKGvLh47KfFm4hKYy/HYl5abMJ1LCLu5NXATqLCUlZfz48QIAAAAAAKBu9AIAAAAAmiUl3eJyudShJFVnuUP6232TNCVVg4oyN7wVEDVUo/cWAJoQW6kld9vMI3XgSI1nSzXgcqIpRSRd6igyMlKcZeXl5Wf1Y9o5+UGXvVIWUbfd6xWbIAAAAAAAQH0g4wIAAACgOZKnQl0ulzjazUWez5ZnuOWKU4p/wLZunFy0l2dnb/3I1OluAaAJyVj3mstplYVL61UZep1eybcd7eDClKJGylVNnDUFaX84KytkYb7mBg+nUwAAAAAAgPrArCIAAAAAzZeSblE6uKhDi3S+8RrThcqGnK2f2MuyBICmojxnQ9HBeUfqoKt1xkB1RJHaxEUtSLecKWlpaQsXLhSNmV+nLn5J3eRF5+MrAAAAAABAPaGPCwAAAIBmqkYrF3lWW2kDUNXKJfYOW94C4ShzOa0Z619r2ecFAaApcFnSnlMqh97sDL1IaeJiMBjUJi5K4k1NtxBzOSPS0tIsFsvgwYNFo5X4wlsCAAAAAADUN/q4AAAAAGjW1Ikk2qOqTnEbAzUtxikbCvf/Wp6zQQBo/PL3/FCRv02pK0w3abRHQi0K9ZeA+6AiAAAAAAAANBxkXAAAAAA0X8o5bPV8tvvZbkOLq4XRrGxTGz8AaLxc9rLM9Udacdg827v8eyu9WwwGgxJwUY7uARdiLmdKZGRkTEyMAAAAAAAAqBtmFQEAAABo1pSJRe7dXOR5bnna2+n00MXc49gxWe6pyN9WsPfHwNgLBYBGK2vLh47KfFm4hKbSfNuRpk3VlLCLexMXgTMqJSVFNHJpowc4Kytk0fa1qX5J3QQAAAAAAKgP9HEBAAAAAKGkW2pOLAod6PJNUjZkbnjLZS8TABonW6kld9vMI3XA+RrvWCXXcpIpRSRdAAAAAAAAGhoyLgAAAACaO/VMttrKRX+UIf4Bl8slb7KXZ2dvnS4ANE4Z615zOa2ycGm9KsOuV5u4KIOKmFIEAAAAAADQKDCrCAAAAACqKOkWpXY6nUdOgfvG28NGi5yf5WLO1o+D46/Ue5sEgEalPGdD0cF5Sl0RdJXOGKh0cDm2j4uSdBE406ZNm2axWKZMmSIarcTn33Q5HbLwjksQAAAAAACgntDHBQAAAABqtnJRTnsf6eUSPUHovOVNLqc1Y/1rAkAj47KkPadUDr3ZHnKhkmAzGAxqxkXt46JsI+aCY/kldfXv0l1edL5+AgAAAAAA1BMyLgAAAABwhDqpRO3oUJV08QrTRF6vbCjc/2t5zgYBoPEo2DurIn+bUleabtLqjO65FrWJi/ugIgAAAAAAADRMzCoCAAAAgCry3LbL5VLPc8sz3/Kq0+ms6vfQ8lpr5ixhzZTbLGnPxY/4UgBoDFz2sox1byq1zbO907+3obo9k8FgqNHBRQ24EHM5G1JSUqxWq2jMDn8+3WmzySJs5IVGc4QAAAAAAAD1gYwLAAAAABxRI+ZypI+LXu90emij73Tu/LfcU5G/rWBvamBsigDQ4GVt+dBRma/UlebblB9q92Fk7k1cBM6ayMhI0chZPpvurKyQhX/X7mRcAAAAAACoL8wqAgAAAIC/UdItNScWhQ1x+bRVNmRueNNlLxMAGjZbqSV320ylrvQfrvGOVXItavuWY6cUkXQBAAAAAABoyOjjAgAAAAB/UVq5KIUSc5FnxJWhRY64B+wbbpGL9vLs7K3TTZ3uEgAasIx1r7ucVfNxXFovq2mc/mgTF3VQEQGXcyY1NTUnJ2f8+PGi0Yocc6Myq8iDJi4AAAAAANQfMi4AAAAAUJOSblFqp9N5pJWLfztH2AUi5xe5mLP14+D4K/XeJgGgQSrP2VB0cK5SVwRfqTMGKh1cju3joiRdBM4mSzXRmEVcd6MAAAAAAAD1jVlFAAAAAPA36tlupbuDcjpcGXGij77NpfGQN7mc1oz1rwsADZTLkvacUjl0ofbgi5SkmsFgUDMuah8XZRsxFwAAAAAAgIaPjAsAAAAAHIc6wUTt9FCVdPEK07a4XtlQuP+X8pwNAkDDU7B3VkX+NqW2mm/R6ozuuRa1iYv7oCKcVcnJyQMHDhSNWfGGtUXrVsuLo6RYAAAAAACAesKsIgAAAACoSZ7zdrlc7jEXeVLc6XRW9YGIus6alSqsmXKbJe25+BFfCgANictelrHuTaW2ebZ3+PcxVLdhMhgMNTq4qAEXYi5nW3Jysmjkdjw20VlZIYu2r031S+omAAAAAABAfaCPCwAAAAAch3rmW23lokws0um9tK1uV/ZU5G8r3JcqADQkWVs+dFTmK3Wl+Tblh9d96Jh7ExcBAAAAAACAxoOMCwAAAACckBJwqTmxyDTM5dNW2ZCx/k2XvUwAaBhspZbcbTOV2uo/TOMdq+Ra1PYtx04pIulyDlgsln379gkAAAAAAIC6IeMCAAAAAMennvlWu7noVXEPKDfZy7Ozt80QABqGjHWvu5xWWbi0Xtaw69UmLuqgIgIu9SI1NXXGjBmiMUv+aUmPeavkhUFFAAAAAADUIzIuAAAAAHAy7rOKlLqqlYt/O03YSGVDzpYZ9rIsAaC+ledsKDo4V6krgi7XGIOVDi7H9nFRki4CAAAAAAAAjQoZFwAAAAA4oRqtXJTT5EdauUTf4dJ4yJtcTmvG+tcFgHrmsqQ9p1QOXag95BK1g4uacVH7uCjbiLkAAAAAAAA0LnoBAAAAADgpdaaJ2gGi6lS5Z6gmcoxI/0jeVLj/l5CEa71CkwSAelKwd1ZF/jalrjTdpNUZ3XMtahMX90FFOGcmTJggGrkdj97rtFaNwWp11yTv+EQBAAAAAADqA31cAAAAAOBk1ICLQj1ZLo/GVmOEIUTZpjaQAHDuuexlGeveVGqbZ3tnQF/9UUdCaUc7uKgBF2IuOCXFG9cVb1gjL47SEgEAAAAAAOoJGRcAAAAA+AfuMRelFYRy7lyn99JG36nsqcjfVrgvVQCoD1lbPnRU5it1pfk2NdeiDhdzb+IiAAAAAAAA0DgxqwgAAAAAakUJuLhcLveJRXrT+ZWHv9aUVk1IyVj/pn+r4RqthwBwDtlKLbnbZiq11X+oxjv2SAqtOuBy3ClFJF3OsdTU1JycnPHjx4tGK3LMjU6bTRYe5ggBAAAAAADqCRkXAAAAAPhn8oy4y+USbt1c5IlzueJ0Oh1xDzg23ipvspdnZ2/5yNTxDgHgHMpY97rLaZWFUxitYWN1R5u4GAwGphQ1EJZqojGLuO5GAQAAAAAA6huzigAAAACgttRZRWpniKpGEf7tRMhwZUPOlun2siwB4Fwpz9lQdHCuUltDrtQYg907uKg/qmorFwEAAAAAAIBGiz4uAAAAAFArNVq5KH1cjrRyib7dlrdE46p0Oa0Z619v2ed5AeBccFnSnlMqhy7UFnKp4WgHFzXjIqkdXARNXOpJSkqK1WoVjdnhz6crs4rCRl5oZFwRAAAAAAD1hIwLAAAAAJwCddaJ2hmiqmOEd7gj8lpX+gx5U+H+X0ISrvUKTRIAzrKCvbMq8rcpdaVpvFZnVHMt7v2W1FlFAvUkMjJSNHKWz6Y7Kytk4d+1OxkXAAAAAADqC7OKAAAAAKC21ICLQj2JXtU3otVYYQhRtqmNJQCcPS57Wca6N5Xa7pngDOivP0r5qVR+PNUfWEETFwAAAAAAgEaOjAsAAAAAnAL3mIvSH0I5p67Te2miblf2VORvK9z3kwBwNmVt+dBRma/UFabb1FxLVWulo0kXOrg0EGlpaQsXLhSNmV+nLn5J3eRF5+MrAAAAAABAPWFWEQAAAACcMvdWLurEIkP4yMrMbzWlVZNTMta/4d9qmEbrIQCcBbZSS+62mUpt9R+i8Uk8kjarDrioU4po4tJApKWlWSyWwYMHi0Yr8YW3BAAAAAAAqG/0cQEAAACAU3PciUVHWkfEPaDssZdnZ2/5SAA4OzLWve5yWmXhFEZr2Dj1x9BgMDClCAAAAAAAoKki4wIAAAAAp8O9ictfMRf/diJkqLIhZ8t0e1mWAHCmledsKDo4V6mtIVdqjMFK7xYl2qI2cVFbuQjUt8jIyJiYGAEAAAAAAFA3zCoCAAAAgFMmz5q7XC5xtJuLPKfuquZ0Oh3Rd9rzlgiXzeW0Zmx4o2Xv5wSAM8qSduTHyqELtYdeolcbKR0dVySpHVwETVwagJSUFNHIpY0e4KyskEXb16b6JXUTAAAAAACgPtDHBQAAAABOkzqryL2bi947XERcq2wo3PdzRf5WAeDMKdg7qyJ/m1JXho3TaD10f+fewYV0CwAAAAAAQFNCxgUAAAAATody7lxzlDohRR6N0TcIQ4iyTW04AaDuXPayjHVvKLXdM8EZOLBG+xblx1D9wRQ0cQEAAAAAAGhCmFUEAAAAAKdJmVikZlxkLU+0V08s8tJETXDteV7uKc/ZWLjvp4CY0QJAnWVt+dBRma/UFabblFSZ7uisIrWJCx1cGppp06ZZLJYpU6aIRivx+TddTocsvOMSBAAAAAAAqCdkXAAAAACgTtxbufw1scg8ypbxtSjbJTdkrH/Dv9UwjdZDAKgDW6kld9tMpbb6DdL4JNbo4EITF5w9fkldBQAAAAAAqG/MKgIAAACA03fciUWSwWDQxU5S9tjLs3O2TBcA6iZj/Rsup1UWTmFWuwgyAAAQAElEQVS0msarP25q0oWACwAAAAAAQNNGHxcAAAAAqCt1VpHax8XpdOoDk5whQ1y5C+SG7C0fBcVdpvc2CQCnpTxnQ9GBOUpdGXyZxhh8bAcXFemWhiYlJcVqtYrG7PDn0502myzCRl5oNEcIAAAAAABQH8i4AAAAAECdyLPpLpdLFkrMRZ5rl8eqjIte74i+y563VLhsLqc1Y8MbLXs/JwCcFkvakR8fpy7IEXa53q2Dixp2UTu4CJq4NDCRkZGikbN8Nt1ZWSEL/67dybgAAAAAAFBfmFUEAAAAAGeAOqtIbeVSdQLeO1wTcbWyoXDfzxX5WwWAU1ewd1ZF/jalLg+9QaP10P2dewcX0i0AAAAAAABNFX1cAAAAAKCulFYumqOUjIvD4aiKubQca8tKFfYCUd2IIm7YTAHgVLjsZRnr3lBqu2eCK2iw4e/tW5SMi/oDKGji0vCkpqbm5OSMHz9eNFqRY25UZhV50MQFAAAAAID6Q8YFAAAAAM4A95iLMrRInoCvGlrk4eeIvt25+wW5pzxnY+G+nwNiLhAAai1ry4eOynylrjDdpvZJUmYVqU1c6ODSkFmqicYs4robBQAAAAAAqG/MKgIAAACAM8a9lctfQ4tMF2h8EpQNGetfdzkrBYDasZVacrcd6X5k9Rug8Uk8toMLTVwAAAAAAACaCTIuAAAAAHBmqOfX3ScWSQaDQRtzv7LHXp6ds2WGAFA7GevfcDmtsnAJvTXsBvXHyj3pQsCl4UtOTh44cKBozIo3rC1at1peHCXFAgAAAAAA1BNmFQEAAADAmaTOKlL7uDidTn1gkiN4kMhbJDdkb/kwKO5SvbdJADip8pwNRQfmKLU15HKNR5h7Bxf3Ji7KUaChSk5OFo3cjscmOisrZNH2tal+Sd0EAAAAAACoD/RxAQAAAIAzRj3LrpxxV8/EV52Yj75daAzyJpfTmrHhDQHgn1jSnlMKpy7IFnqFewcX9yYu8sdN2UbMBQAAAAAAoGkj4wIAAAAAZ5g6q0ht5SKPBp8oEX6VsqFw388V+VsFgBMr2DurIn+bUleG3aDReuj+Tv0RUwcVocGyWCz79u0TAAAAAAAAdcOsIgAAAAA4k+S5dpfLpTlKybgoE4uM0eMrs3/S2AtEdYMKc9K9AsAJZG54SynsHgmOwMGGv7dvUTIu7ukWYi4NWWpqqsVimTJlimi0kn9aIgAAAAAAQH0j4wIAAAAAZ5h7zEWehpe1PDEvj06nj67Vbc49L8o95Tkb9y24VQD4J9bwW93btygxF+WHSw2TCQAAAAAAADQDzCoCAAAAgLPCvZWLOrRIH57i8motANSOzX+gy7ut3o0adnEPuBBzAQAAAAAAaA7o4wIAAAAAZ96xE4uUVi5V3VziH7BvukMA+CcuobebbzQYquYUKUcl40IHl0ZnwoQJopHb8ei9TqtVFq3umuQdnygAAAAAAEB9IOMCAAAAAGeLkm5RapfLJc/NO51OQ1Bn0XuxzWaz2+0Oh8N5lGjq5Nd4+PBh+YaEh4c3+WhCbmleZlGmqP4eaGtuQxTjVKkNkJRcS42Ai/usIkETF5wTxRvXOSsrZOEoLREAAAAAAKCekHEBAAAAgLNCaeUijg4tUscVuS/Kqw6Hw+VGNF379u0rKyuLj483Go2iqQvxC96ZvVOp8ysKzP4mgdpRAitKfkX5kTEYDFVzvv4+pUhNjxFwAQAAAAAAaD7IuAAAAADAWaT2mVCbT6jrktPpVDMuorrXi2iiDh06lJ2dnZCQ4O/vL5oBD+Fh9PDILs6S9YHCA63CogRqR/2RUUJgSisXJeMiKVkxBhU1OtOmTbNYLFOmTBGNVuLzb7qcDll4xyUIAAAAAABQT8i4AAAAAMDZorRyUfu4KIsGg0Ft66JMKZJ75LEJn7DPz8/ftm2b2WyOjo4WzUZUaMsdOTtkUZBddF5iH2+jt0DtyJ8ItY+LEg5TMi5qUEwNuBBzwTnjl9RVAAAAAACA+kbGBQAAAADOIjXmotTyDL0s1HYUSgcXJeYimiibzbZs2TJZ9OzZ02AwiGajXYu232+YJT9eWW/L2t47rpdArSkBF/duLmrARVkXAAAAAAAAaH7IuAAAAADAWaecklcatygn7GWhdHZRAy5NNeYyb968vLy8K664wsfHRzQnRqMx1hSz5sBaWa/Y98eAtv0Fasd9XJHazUWtaeLSGKWkpFitVtGYHf58utNmk0XYyAuN5ggBAAAAAADqAxkXAAAAADi73Fu5qL1blLP1ykwWZVuTzLisW7duy5YtgwYNatmypWh+esR1X7xrqSw2Ht6cV5Fv9jMJ1IJ7hEVzPIKAS2MTGRkpGjnLZ9OdlRWy8O/anYwLAAAAAAD1hYwLAAAAAJx1NSYWKTEXcTTX0lQ7uOTm5v78888tW7bs37+ZtjDpGddDr9eVVJbKevHOJdf1vEag1o5NutRYBAAAAAAAQHNDxgUAAAAAzoVjYy7KelMNuNhsts8++0yr1V5zzTU6nU40S/IL7xPf56dNP8v6182/je0zRuBUuGdZ1JqAS2OUlpZWVFQ0ePBg0Wj5derirB63pPPxFQAAAAAAoJ6QcQEAAACAc0Q9N6+GXUTTPWE/e/bsw4cP33zzzQEBAaIZG9Z+yOwNP8riUEH69swd7SLaCpwu0i2NV1pamsViadQZl8QX3hIAAAAAAKC+aQUAAAAA4NzS/J1ocjZs2LBixYq+ffu2a9dONG9dojoH+wQ7XA55+W3zHIFT0eR/UgAAAAAAAHBK6OMCAAAAAPWsiZ28Lygo+OKLLyIiIi666CJyCfIdGNFh+KcrP5f13K3z7h16t07bTCc3oTmLjIw0Go0CAAAAAACgbujjAgAAAAA4YxwOx/Tp0+Vx/Pjxej3/WUWVER2GK0V+WcGf+9ME0PykpKTI3wmiMUsbPeDPYT3lpXjDGgEAAAAAAOoJGRcAAAAAwBnzyy+/HDhw4PLLLzeZTALVWptax4REK/Vvm34TAAAAAAAAAE4LGRcAAAAAwJmxY8eO+fPnJyUl9e7dW8DNBZ1GKcXiHUsr7ZUCAAAAAAAAwKkj4wIAAAAAOANKSkpmzpwZGBh47bXXCvzdiPZHxhWV28oX71gqgGZm2rRpU6ZMEY1Z4vNvtnnlPXnxjksQAAAAAACgnpBxAQAAAACcATNnziwtLR0/frynp6fA35n8TV2iOiv1nM1zBYDGxi+pq3+X7vKi8/UTAAAAAACgnpBxAQAAAADU1cKFC3fs2DFq1Kjo6GiB4xnR4XylWLHnj6KKYgEAAAAAAADgFOkFAAAAAAB1kJ6enpqaGh8fP2zYMIETGNJ28CtzXnM4HU6Xc96WeZd1u1QAzcaECRNEI7fj0XudVqssWt01yTs+UQAAAAAAgPpAHxcAAAAAwOmrqKj46KOPPD09x40bp9FoBE7A39PvvPg+Sv3bFsYVAY1M8cZ1xRvWyIujtEQAAAAAAIB6QsYFAAAAAHD6Pv/887y8vDFjxvj7+wuc1Ij2w5Viw6GNWUVZAgAAAAAAAMCpYFYRAAAAAOA0/fHHHxs3buzfv3/79u0F/snAxAFeBq9yW7msf9n82w19xgqgeUhNTc3JyRk/frxotCLH3Oi02WThYY4QAAAAAACgnpBxAQAAAACcjuzs7G+//TYiIuKiiy4SqAW9Tj+47aCfN/4i69nrfiTjgubDUk00ZhHX3SgAAAAAAEB9Y1YRAAAAAOCU2Wy2jz76SBbjx4/X6/nPJ2prZIfzlcJSeHhH5k4BAAAAAAAAoNb4i0gAAAAAwCmbNWtWRkbG1VdfbTKZBGqte3RykHdgflmBrH/bPCfRnCCAZiA5OTkhoXF/txdvWOtyOmTh07qNztdPAAAAAACA+kAfFwAAAADAqdmyZcvy5cuTkpJ69+4tcCo0Gs3IjiOU+pdNv7pcLgE0A8nJyYMHDxaN2Y7HJm5/8E55KdtDByYAAAAAAOoNGRcAAAAAwCkoKCj49NNPAwMDr732WoFTN6L9cKXILytI279GAAAAAAAAAKgdMi4AAAAAgNpyuVzTp0+vqKgYP368p6enwKlrE94mOiRaqedunSeAZsBisezbt08AAAAAAADUDRkXAAAAAEBt/fzzzwcOHBg5cmR0dLTA6RrR4Ugrl/nbFjKuCM1BamrqjBkzRGOW/NOSHvNWyYtfUjcBAAAAAADqCRkXAAAAAECt7NmzZ968efHx8cOHDxeoA3VcUWll6dqD6wQAAAAAAACAWiDjAgAAAAD4ZyUlJTNmzPD29h43bpxGoxGog8jASHVc0dKdywQAAAAAAACAWtALAAAAAAD+ycyZM4uLi2+99VZ/f3+BOhuQ0G9m7n5ZLN6xdOLQewTQpE2YMEE0cjsevddptcqi1V2TvOMTBQAAAAAAqA/0cQEAAAAA/IOFCxfu2LGjX79+7du3FzgTBiT0V4rDhYd3Z+0WABq24o3rijeskRdHaYkAAAAAAAD1hIwLAAAAAOBkLBbL7NmzIyIiLr/8coEzpENk+wCvAKVesotxRQAAAAAAAMA/I+MCAAAAADiZjz/+2GAwjB8/XuDM0Wg0AxMHKPWSHUsF0KRNmzZtypQpojFLfP7NNq+8Jy/ecQkCAAAAAADUEzIuAAAAAIATmj17dlZW1ujRo00mk8AZNSCxn1Jsy9ieXZwjADRgfkld/bt0lxedr58AAAAAAAD1hIwLAAAAAOD4Dh48uHDhwpiYmAEDBgicaT1jenjoPZR66U5auQAAAAAAAAD/QC8AAAAAADiGzWb75JNPjEbjuHHjNBqNwJlm0BnOi++9cPtiWS/ZueyybpcKoIlKSUmxWq2iMTv8+XSnzSaLsJEXGs0RAgAAAAAA1AcyLgAAAADQCOiqiXMoKyvr4osvbtWqVWho6D9ubuxnr2vJaDSKM2rSiPvP73S+LDQajc6g02nO6UescDqddrtdAGdTZGSkaOQsn013VlbIwr9rdzIuAAAAAADUFzIuAAAAANAIaLVavf6c/htcTLVabm4mGZcz/hG0Co2SF1GvHA4HGRcAAAAAAAA0CmRcAAAAAAAAcBalpaUVFRUNHjxYNFp+nbo4q8N8Oh9fAQAAAAAA6gkZFwAAAAAAAJxFaWlpFoulUWdcEl94SwAAAAAAgPpGxgUAAAAAAAAAAAAAAAANHRkXAAAAAAAAnEWRkZFGo1EAAAAAAADUDRkXAAAAAAAAnEUpKSmikUsbPcBZWSGLtq9N9UvqJgAAAAAAQH0g4wIAAAAAAAAAAAAAAICGTisAAAAAAI3B7NmzNRrNjTfeKM6VxMRE+Yw5OTkCR5WVlb388ssvvviiaDBWr1594YUXlpSUKFftdrv81AIDA933fP311xdffHFoaGh8fPxXX33lcDheeOGFQYMGBQQEjB07VgBnmcVi2bdvnwAAAAAAAKgb+rgAAAAAAFBbM2bMeLiaaDAuvPDCjIyMk2yYP3/+VVddUP/iVAAAEABJREFUJYt27dp5eHj4+fk99dRTzzzzjNFo7Nq1qxqOAc6e1NRUi8UyZcoU0Wgl/7REAAAAAACA+kbGBQAAAACApkOn0y1cuFAe1ZVFixbJ42OPPfbcc88pK0ofmlmzZo0cOdLhcFRWVgoAAAAAAACgwSPjAgAAAABA06HRaAYNGuS+UlZWJo8xMTEnWQEAAAAAAAAaPq0AAAAAADRaCxYsuPvuu/v37+/v79+yZctevXq98sorLpdL3TBgwACNRiOLjz/+OCUlxWQy9evX75lnniktLa3xUL/88ssll1wSFhbWpUuXBx988NjxNw6H4+233x42bFh4eHiLFi0uvfTSd955x2q1imajffv2d911lyxeeukl+a7++9//Vm/68ssv5Vst3xaz2XzZZZd98MEH8u2qcffs7OwJEyZ07NjRz8+vd+/ekyZN2rlz5z8+6aZNm26++WZ5L/kR9+3bd+LEievXr1du+uyzz+TLUD4p+ZiytleTRWBgoFz86aefZP3aa6/J+rbbbpN1hw4d5PHPP/8U1aOLZD179mwBnGXyO79RDyqSdjx677ZJt8tL2e4dAgAAAAAA1BP6uAAAAABAo+RyucaPH//JJ5/IOiAgoEOHDps2bUpPT1+1alVmZubLL7/svvnFF1989NFHzWZzQkLCmjVrli9f/sMPP/z+++8eHh7Khg8++ECehJZF69at9Xr966+//sUXX9QYYXP//fe//fbbvr6+cXFxWq32h2ozZsxYsmSJaB7uvPPOuXPnzp49e+DAgUOHDu3bt6+yftddd7333nui+t0LDg7+5Zdfvv/+e7kij2qvlG3btvXv3z8nJ8fb27tLly4HDhyQb/I777zzzDPPPPLIIyd6xn379slnKSoqatmyZVJSknwQ+anJe02fPn3cuHGdOnV6+umn5WddXFw8efJko9EoPxen06neXX7ccoN8zUuXLr3kkku6detms9muueaaadOmHTp0aOLEiSEhIYmJiQLAPyneuM5ZWSELR2mJAAAAAAAA9YQ+LgAAAADQKM2aNeuTTz4JCAhYuHBhXl7eihUrCgoKPvvsM3nT1KlTbTab++ann376xx9/zMjIWL58ucVi6dSp05o1a2bOnKncumfPnokTJ/r7+6empu7cuXP16tVbtmwJDAzMzc1VH0HW77//fseOHbOystavX7927dpDhw4NGDAgLS1t+vTponm4++67R4wYIYtevXo98cQTQ4YMEdW9Ut57772YmJjff/9dvnsrV66U78zFF1+8bt26O+64Q7mj0+m85ZZbcnJy7rnnHvlOyk/h4MGD3333nbe396OPPrps2bITPeO7775bVFT00Ucfyf1yW2Zm5scffywf7eGHH5bHpKQk+TJ8fHzkzkceeUTWWu3f/jU/MTFRLvbo0UPWo0aNkrX8TpDHiIgIuXL77bfLum3btgIAAAAAAABoDMi4AAAAAECj5OnpOW7cuDfeeGPQoEFKskGn01133XUmk6mkpCQvL89981133ZWSkqLUgYGBSsuW1atXKytTp04tLy+///77R48eray0adPmpZdecn+EAwcOWK1Wg8FgNBqVlRYtWrz99tsffPDBwIEDRTM2efJkeXz//ff79OmjrISEhHz22WfR0dG//vqrkl/57rvvli9f3q9fv7feekt+cMq2Sy+99KmnnpLFf/7znxM9+N69e+VRSbGI6o9Yfuj/93//J995u90ugEYiNTV1xowZojGLHHNj5Nhb5MXDHCEAAAAAAEA9YVYRAAAAADRKI6upVx0Ox9q1a9evX+9yueTVGmOGBgwY4H5VaeNRXl6uXF24cKE8Xnzxxe57LrjgApPJlJWVpVzt2LFjbGysfIru3btff/31/fr169GjR1I1eWtZWZlolpxO56ZNm0JDQ88//3z3dR8fn5SUlHfffXfz5s3yvZJHuXjllVfWuPvVV1993333bdy48USPLx/222+/HTt27IIFC0aMGNG/f3/5XDfffLMAGhVLNdGYRVx3owAAAAAAAPWNjAsAAAAANFYlJSXffvvtnj170tLSli1bVlhYqN7kdDrddyqhFpVer3ffs2/fPlHdl8V9j0ajiY2NVTMuBoPho48+uvrqq9dVkysmk+mKK664//77W7duLZqrbdu22e32mJiYY29q1aqVPO7atUsed+zYoa64M5vNnp6e6enpRUVF/v7+xz7ILbfcsmjRoi+++OL9anKlX79+N99887hx42qMJQIAAAAAAACaPDIuAAAAANAo7d69u1+/fhkZGbLu3LnzyJEjW7duLY833XTTzp07a2zW6XQneSiNRqMe3fn5+blfHTRokHzkTz/9dO3atXv27FmzZs177703Y8aMTz75ZNSoUaJZcjgc4phEkTvlnT/JNoPBUFFRcaIPSKvVfv7553fdddfs2bPlJ75169Zl1T777LNZs2Z5e3sLoDFITk5OSEgQjVnxhrUuZ9UPsk/rNjpfPwEAAAAAAOoDGRcAAAAAaJSeeuqpjIyMW2+9derUqe4tPfLz88UpioyMzM7O3r9/f1hYmPu60t/Fnb+//5133qnUdrt90qRJb7/99r333ntsqqaZkKft5Zt/4MCBY29SFsPDw5Vt8njo0KEaezIzM4uLiwMDA318fE7yLH2rKfXatWsvuOCCefPmffrppxMmTBBAY5CcnCwauR2PTXRWVsii7WtT/ZK6CQAAAAAAUB/obAwAAAAAjdLSpUvlccKECe4Bl+XLl+fk5IijjUNqacCAAfL4zTffuC+uWbNGmbOj+Oqrr+Lj4x9//HF1Ra/Xv/LKK7KwWCwul0s0DzW63Xh6esbGxsr3/Oeff3ZfLysrS01NlcXgwYPlMS4uThzzDktffPGFPA4fPvy4zyXf1SFDhoSFhRUVFamLXbt2VaItagLp2AY8AAAAAAAAQJNExgUAAAAAGqWWLVvK46ZNm9SV9PT0m2++WalLS0tFrd10003y+NZbbymRC1E9CEl9KEXv3r0PHDjw/vvvb9y4UV386KOP5LFt27bNJ2bh6ekp/t7h5o477pDHu+66a/ny5cpKXl7emDFj9u/fP3To0M6dO8uVSy+9NDY2dunSpXfffXdFRYWy7dtvv33qqaeU+x73ueS72q5du5ycnEceeUQNLWVnZyvpmfbt2ysrysSiPXv2CKChslgsx/aFAgAAAAAAOFVkXAAAAACgUfrXv/4lj7fddtv9998/efLkESNGJCYmZmVldejQQVQnIWr/UF26dHnhhRfKy8uvu+66mJiYXr16yYey2WxJSUnqnlatWr366qu5ubnJycnDhg0bPnx4796977jjDoPB8M4774hmQ5k69NVXX8k37cEHH5T1pEmTxowZI8/f9+vXT94q370WLVr88MMPsp42bZpyr8DAwE8++SQsLOzdd98NCQmRO6Oioq644orCwsJnnnlm4MCBJ3q6Z599Vn4WU6dO7dix4/BqslizZs3IkSOvueYa95fUv39/eVNGRoYAGp7U1NQZM2aIxiz5pyU95q2SFwYVAQAAAABQj8i4AAAAAECjNGrUqIULFw4cOPCLL774z3/+s379+vHjx2/cuHHcuHHy1nnz5p3Soz3yyCNLly697rrrbDZbcXHxnXfeKR/cZDK577n33nvlieqhQ4fu2bNn5cqVBoNh0qRJ8hnlimg2+vXr98ADDxiNRvmGK0EijUbz6aefTps2rWfPnvKt27FjR9++fadOnSo3KCOK1DuuXbv2yiuvjIqKkoWvr+9NN920evXqyZMnn+TpgoKCVqxYIT8dLy+vP//8c+/evf3795fPNXv2bL1er+x59dVX27VrV1RUdODAgczMTAEAAAAAAAA0UZrmMzQdAAAAwOlxVXM6nXa73Waz5ReVzF+7S64P6ppoDvITOCcM1URDVVZWJpoBZSpQE+NwOCorKwVwNqWmpubk5IwfP14A/yT1942lFVazv0ecyd+zmoeHh9FolP8Q1Ol0Wm3Vf7DXfAbkAQAAAABq0AsAAAAAAADgrElJSRGNXNroAc7KClm0fW0q44oAAAAAAKgvZFwAAAAAAAAAAAAAAADQ0JFxAQAAAAAAAAAAAAAAQENHxgUAAAAAAABn0bRp0ywWy5QpU0Sjlfj8my6nQxbecQkCAAAAAADUEzIuAAAAAAAAwMn4JXUVAAAAAACgvpFxAQAAAAAAAAAAAAAAQENHxgUAAAAAAABnUUpKitVqFY3Z4c+nO202WYSNvNBojhAAAAAAAKA+kHEBAAAAAADAWRQZGSkaOctn052VFbLw79qdjAsAAAAAAPWFjAsAAAAANALOauIMsdlsBw8eDKomUGtn8CM4kbzS/IN5B2ThZfRONCeIs+8cfFEAAAAAAADAGUHGBQAAAAAaAUc1cYbs3Lnzvffeu/baa3v27ClQaxUVFeIsW7lr1b++nyyL6JDoL2/9VABNQlpaWlFR0eDBg0Wj5depi7N63JLOx1cAAAAAAIB6QsYFAAAAAJqdgoICeQwMDBRoYLwMnkpRbi0XQFORlpZmsVgadcYl8YW3BAAAAAAAqG9kXAAAAACg2SktLZVHBhU1QJ5HMy4V9rPeMwYAAAAAAABoXMi4AAAAAECzY62euOHj4yPQwHjSxwVNUWRkpNFoFAAAAAAAAHVDxgUAAAAAmh0l42IwGAQaGA+9h1LYHDa7067X8q/taApSUlJEI5c2eoCzsqq7UtvXpvoldRMAAAAAAKA+aAUAAAAAoJmx2WyCjEuD5GX0UusKG+OKAAAAAAAAgL+QcQEAAACAZqeyslKvp0FIQ6T2cRFVGZdKATQJFotl3759AgAAAAAAoG74O00AAAAAaHZsNhtNXBomL4OnWpfbygXQJKSmploslilTpohGK/mnJQIAAAAAANQ3Mi4AAAAA0OxYrVYyLg2Tp1vGhVlFAAAAAAAAgDtmFQEAAABAs+N0OgUaKjXmUm6ljwsAAAAAAADwF/q4AAAAAADQgHgZPJUOLswqQpMxYcIE0cjtePRep9Uqi1Z3TfKOTxQAAAAAAKA+kHEBAAAAAKABMeo9lKLSXikANAzFG9c5K6vCZ47SEgEAAAAAAOoJGRcAAAAAABoQzdHCwUgpAAAAAAAAwA0ZFwAAAAAAAJxFqampOTk548ePF41W5JgbnTabLDzMEQIAAAAAANQTMi4AAAAAAAA4iyzVRGMWcd2NAgAAAAAA1DcyLgAAAAAAAAAAAAAAAGjoyLgAAAAAAADgLEpOTk5ISBCNWfGGtS6nQxY+rdvofP0EAAAAAACoD2RcAAAAAAAAcBYlJyeLRm7HYxOdlRWyaPvaVL+kbgIAAAAAANQHMi4AAAAAAAAAAAAAAABo6LQCAAAAAAAAOGssFsu+ffsEAAAAAABA3dDHBQAAAAAAAGdRamqqxWKZMmWKaLSSf1oiAAAAAABAfSPjAgAAAAAAAAAAAAAAgIaOjAsAAAAAAADOosjISG29YTwAABAASURBVKPRKAAAAAAAAOqGjAsAAAAAAADOopSUFNHIpY0e4KyskEXb16b6JXUTAAAAAACgPpBxAQAAAAAAAAAAAAAAQENHxgUAAAAAAAAAAAAAAAANHRkXAAAAAAAAnEXTpk2zWCxTpkwRjVbi82+6nA5ZeMclCAAAAAAAUE/IuAAAAABAs+N0OjUajQAA1I5fUlcBAAAAAADqGxkXAAAAAGh2KioqvLy8BAAAAAAAAAA0HmRcAAAAAKDZKS8v9/HxEQBwTqSkpFitVtFole3akfHVTM9WMd6xrQP7DhQAAAAAAKCekHEBAAAAgObF5XLl5eWFhoYKADgnIiMjRWNWum1z7oLfZOHVKoaMCwAAAAAA9YiMCwAAAAA0LxaLxWazmUwmAQCohZKtG5XCOz5RAAAAAACA+kPGBQAAAACal4MHD8pjYiJnagGcI2lpaUVFRYMHDxaNU8iwC/S+/kXrV/t17S4AAAAAAED9IeMCAAAAAM3LunXrPD09ExISBACcE2lpaRaLpfFmXPy7dvcn3QIAAAAAQANwahkXl8slAAAAcAyNRiMAoDGQp5m3b98+aNAgnU4nAAAAAAAAAKDx0P7jDpcbAQAAgOPhj0wAGgWHw/HFF1/I4rzzzhMAcK4kJycPHDhQNELl+/ZsvvW6nF9muaxWAQAAAAAA6ts/9HFRT9IcWwAAAECl9nGRhfLnJTq7AGiAvv7660OHDvXv3z8sLEwAwLmSnJwsGqe9Lz9dtnfX3lf/k7dkQeLzbwoAAAAAAFCvTphxcQ+1qP9FsvtRkHcBAADNmHuERak11dQV+SclYi4AGg75S2nmzJlr166NjIy8+OKLBQDgn1QcOmDNzlTqyLG3CAAAAAAAUN/+uY/Lvpx96w9scG+8XyPpAgAA0DypQRbJy+g1tN0QrVarJl2IuQBoODIyMj7//PODBw/GxcXdeOONOp1OAMA5ZLFYrFZrTEyMaFQ8W7bq8P5nu5580KdtB9/2nQQAAAAAAKhvx8+4qCkWaeXuVS/88rIAAADAiYX6hgxKHOh0OrVHCWIuABqAzMzMxYsXr1ixQtbnn3/+qFGjBACcc6mpqRaLZcqUKaKRSP94WosbJsjCEBTc7u2PnBXlAgAAAAAANADHybi4B1zkeRr6tQAAAPwj+Ucmm82mtkZQW7kIADi3rFZrRkZGZmZmenr6/v379+3bJxcjIyOvueaaqKgoAQA4qbLdO/a99lzp9i3WrIzYh55UFrWeXgIAAAAAADQAJ5tVpGRcJFF9hmbuE3MFAAAA/u6TxZ/IiyxsNpsaDpZ/dtJqtTRxAXC2ZWdn5+bmZmRkZGVl5eTkZGZmFhUVqbf6+/v36dOnV69e0dHRAgBQC4V/LCvdvkUWOb+l+ndODjl/tAAAAAAAAA3GCTMuLjfKilFvFAAAAPg7naaqd4vSx0VZUQIu6gaSLgDOiOLi4uzsbDXLImt5rLEnICAgISEhNDQ0KioqPj7eZDIJAGgAJkyYIBqwivSDlQf3B/TuJ+uIMTdl//pj5eH0sAsuCRo0TAAAAAAAgIbk+BkXNd3CrCIAAIDaUDIuSrpF6YRHHxcAp81ut2dlZWVXy6omi7KyMvc9Xl5erVq1CgsLM5lM6tFo5L9MAIBTULZrx96XnyrbvVPr4dn5y1S9n79cjJn4iNNmC+zTXwAAAAAAgAamtrOKAKAG+96v9LFXCQDAUfKctFar1VVzb4YHACchf1cUFBRkZmbm5OSocZb8/Hz33yF6vT40NDQ+Pj4sLMxsNstaFn5+fgIAcOpsBfllu3cEJPeStSEktGz3Tlk4KyuyU7+LuHa8rP279xYAAAAAAKBB+oeMixJzEQBwDM3ud40iw9pyvDD4CwBAdcZFnodWIsLuYx9p5QJAVVFRkZmZqfZoUaIt6qQzUT3sLDAwMCEhwb07S3BwML9JADRqqamp8tfd+PHjRb2qtBxK/3ha7vxfDUHBXb7+Va7IIrB3v4I/lvl26OyT0FYAAAAAAICG7YQZF/7jYwAnp9FqrIdmb98mWvUd4+UfIgCgeVMb4KkBFwGgeXM4HPKErpplUYri4mL3Pb6+vi1atFCzLEqh1+sFADQtlmqinthysgyhJlk4Kspz51dFW2z5eYWr/wio7tcSOfaWyDE3+bTrKAAAAAAAQIN3/L88Vc/KcIYGwAlpxL7DIjt9UXysVnheJ4zBAgCaNzXgIgA0P0VFRTXmDeXm5ro3xTQYDKGhoXFxcWqixWw2e3l5CQDA2VFpOZT5/f9yF841hoZ2mPqpXPGOS/BqFVt+YK/Ox9deWKBs82nTXgAAAAAAgEbin/8DQXpiAziRxDaOhNZ5Wbt+3LzG0e+6ieIsGHv32LQNae4rnkYPsyk83BTetnXbgX0G9k4+p4PSN2/fPPPrmavXr7barNNe/aBtfBsBANXUyUTiaFyYsAvQVFmtVjXIovZoqaysVDfIf4cKCQlJTEx0784SGBjIv1sBaLaSk5MTEhLEueUoLcn8/n+ysBfkVRzY59kqRtbh14wTTkfwkBFao4cAAAAAAACNzT9kXOjjAuAk5F8J5ubq5i718PX8xbjHVRF9l1ZnEGdZhbVy/6H98rJyzcqPv/r4hckvXHT+ReKcKCjMv+m+m4pLi00hYS0jWmo1WgEAR6mnrgm4AE2J/FnOzc3Nzs5WQy3yWFhY6L5HnTdkNptDQ0OVUItOpxMAgKOSk5PFWea0VhauXJ63cI7QaOOfeE6ueCe09WzZquLQAVkXrU9TMi6h548WAAAAAACg0WLQO4DTJ0/g5uToolra+/SoKNr53bb1ms4XjNV4nPmhRa/8+9ULho5yXyktL3361ad/nPOjPA7o1T8wIEicfVt2bC0uLe7Wsdun730qAABAk1NSUqIGWZRjTk6Ow+FQN3h4eKjzhpTuLGazWS4KAEB9K/rzj11PParU0fc9qvfzl0XENePsRYXBA4cZzRECAAAAAAA0fmRcAJw+rVa0jrfFxdmMBrFxs7dwzNMc0LmirtF4hoqzzMfL5/H7/rVo+aLi0uIVaStHDRkpzr7yynJ5bBHZQgAAgEbObrerw4bUHi1lZWXqBq1WGxIS0qZNG1O10NBQeQwICBAAgFOXlpZWVFQ0ePBgcYY4K8oL/liWv2S+xmCMe+xpuRLQq6/Oy8tRXvVvbfmL54WlXCaL0JHnqOsnAAAAAAA4N8i4AKgT/ZHZRJq27W3eHuU70uZmrjN0u3Cc0dNLnGX+vgEJcQlrNq4pLC4Q1Z1deozoMajPoEl3THrj/dc3bN3YrVPyE5MmhwSFyFt/nv/zF99/cTD9gN3h6Nqp24De/S674PIaQwTyCnLfmPbWuk1rLJmHW8e07tKpyzWXXBPTMkZ9cGXbj3N+lJfwMPOCbxcKAADQ4LlcroKCgszMzJycHDXOkp+f7z5TzN/fPzIyUu3OIo+hoaFaLXMJAeDMSEtLs1gsZzDjUrhqxe5nH1fq6Hsf1vn4avT6kOGjrVmZQQOGBPUdKAAAAAAAQFNExgXAmREc7Ny3z7BoqTgv+Tvv9Ap7/ERxlpWWl+7cu0sW0S2j5VEj/ycXy0rveOTO9MOHZL1hy7rgwKrBSc+89vQXP3wpi1YtWgX4ByxbuXT+0nlffP/l2/95q0VES+XR9uzfff3d4woK8z09PNsltDucafnkq08+//bze2+595Yxtxj0hrtvvnv/wf0/zvlR3jp0wFBvT28BAAAanoqKiszMTLVHixJtsdls6gYvL6/Q0NDY2Fg1ziKPRqNRAAAaMFtebt6iuUKjMV96tbwa0LuvztvbUd1/K3/pwtCRF4rqsIsAAAAAAABNGhkXAGdMXp6ue/fKzl0qDq79bssfhoHXjBe6sxUEOZx1+OV3XyouKYo0Rya1T5IrLlH1n2L/uf7PVi1affDKBzFR0XsP7tNoNItWLPrihy8jw1u8/ORLXTt2lXsKCvMnv/jEgmULnnr16WmvTJMrTqfzyRf/LdfHXD7mgTse9DR6yMV5S+Y+/vzk195/rWunrslJyXfecOf8ZfN/nPNj69jWshYAAKC+ORyOnJwcNcuiFMXFxeoGnU4XGhrapk0bNc4i+fv7CwDAuRUZGVmXNGHewjm7/zNZFvrAYCXjojV6BA8ZYcvNCRowNKjvIAEAAAAAAJoHMi4AzgyH3dGtm1UWdrt2yz6v+FbfiT2OcvO1Xv6hos4efOoBeTl23cPo8cSkJ3y8fNwX/zXxX3179pWF0qPlrQ/eksenHpyiBFykwICgl5546aJxFy1btSxtQ1pyUvLcJXPWbFrTrVO3xyc+rj7OsAHDLZkZL7z9/PufvK9EYQAAQD0qKiqqMW8oNzfX6XSqG4KCgiIiIpKSktRES0hIiEajEQCA+paSkiJOUe68X5wV5WEpl8nar3OysmgvyCtMWxmQ3EvWMfc9JgAAAAAAQDNDxgXAmZGT6fILqPD29dTrxeAhFR46x/L5C5wmY9fR1+g8AsSZU/UfZAeFBAeHtktod8e429RhQwp5Hqtnt17qVXnea+fenYEBQUrqReXt5T3ovIGff//Frr27kpOSd+3dLRdHDB5Z47lGDRn5wtvP79yzQwAAgHPIarWqQRa1R0tlZaW6wdvbOywsLDo62mw2h4aGyloWej3/dgMATUHhqt/3vvSUrSDfGGZWMi6G4JCAbj1Ld24LGjDEGBImAAAAAABAc8XfAgM4M7za3ZOx/qtwke7t6+nj41q00GvbNvsw8yzjoQpH3J1CYxB18Mq/X71g6Kja7AzwD1QmDSn2HNjjcDhahEceuzPCHCGPB9IPyOO+g/vkMdIcXmNPaHCoh9EjMyeruLTYz8dPAACAM83lcuXm5mZnZ6uhFnksLCxUN+j1epPJVGPekK+vrwAANCFlu7Y7ysv9OnWRtSEo2FaQLwtrdmbx+jSliUvsw08aQk0CAAAAAAA0b2RcAJwZBr9I/96vZK68N0Kb4+nt4efvHDmqvFWk7advftRH6/tdc5c4J/Q6nftVh6NqfoHT5TrRfq22ar/T6ag+Oo/3gPpKUanT6gQAAKizkpISNciiHHNychwOh3KrRqMJCgoKDw9PSkoymUyhoaHyKFeYNwQAjd20adMsFsuUKVOOvalw5fL9775aaTnk07ZD+3emyxXvhLaeLaIq0g8GDxyq9w9UthFwAQAAAAAAgowLgDPIIzDG3umJrB2vm8TB5Opp6fn5Om8/Q8+IL+1bnRUR1/sGBolzKzoqWp4VO5x5+NiblMWw4NCqbS1j5DEjO6vGnpy8nNLyUj9ff28vbwEAAE6F3W5Xhw2pPVrKysrUDb6+vmFhYcnJyWp3Fol5QwDQHFgzD9vycn3adZS1zs+/0nJIFqXbNsvCI7JqHG30/Y95RUUbGEsEAAAAAAD+jr9BBnAm+UT2cDnvydr+apjL4uXjERTkGjqkvLhAtzx1vn8bQ9eRVwljsDiHPI0eLSNaHrQcXLzT0P7RAAAQAElEQVRi8cA+A9X18oryRb8vlkWPbj3lsWX136LOWfTb2Cuud7/7z/N/lsfzuvcRAADgxFwuV0FBQWZmZk5Ojhpnyc/Pdx1tpWY0GkNDQxMTE9V5Q2az2dPTUwAAmpnSbZvTP55W+OeKgG49E196R674tu/kER5ZmWHxahVjzclSMi7+XboLAAAAAACAY5BxAXCG+bbsU26ccnjNk+GhFm8/L5tdk/qrj9Np6+kz27rLrosfp/PwF+fQNZdc8/J7Lz/z+rN+vn7dOnWTKwVFBZNfeMKSaemd3Ltd67ZyZdiAof/9eGrahrRnX3/mwbse9jR6yMU5i397b/p7srj2smsFAAA4qqKiIv3QoeyDeypKi37YvbYwPy8nJ8dmsym3arXa4OBgs9ncqVMnpTWLyWQKDAwUAIBmbOSA/k5PL1lUZh4u/HOFLArXrLIXFer9A2QdM+lfhtAwr1axAgAAAAAA4KTIuAA487xMHXV9Xs/8Y2K4JtPTx7NjR2tMjM1ld/301dyOA7Uxg+8U59D4q8dv3bk1dW7q9Xdd36pFqwD/gB27d1RaK6NbRj/10FPKHn/fgBcef/7ex+/9/Psvvvv5+/YJ7S2Z6RnZmfKme26+p2eXngIAgGbJ4XBkZ2dnZmZmVJNFVlZWcXGxusHXz89sMiUnJ6sNWkJDQ3U6nQAAQIjS7Vsyv/9fwe9LAnv3i/vXM3IlsE9/nZeXo7y86tYtGwN695OFfzf+nQsAAAAAANQKGRcAZ4bWekBbvkG96mFw+be9pnDPBwZPW6dOVSs5ubpuXUqjjZ8XrnfoEm/28PIW54RGo3npiZd6dOn+Teq3lgxLfmFB105dRwwacfHIiz09/hqRkJyU/O1H37349gs7du/YsnNLhDnysgsuu/bSazu06SAAAGgeCgsLMzIysrKylDiLMnvI6XQqt3p4eJhMpoSEhNDQUC8fv905ZV6+/kN7dDAH+QkAAI6n4tCB3Hm/yCJ/2SJnebnWy0tr9Ii8/madj29gv8GGwCABAAAAAABwKsi4ADgzPLI/8Pj7iq/8f6T8/5H/kjs0xBkc5Erfb/z+83m9L9K3G3y1MAb/48POfGemqB0fL58tS7ac6NYrL7xKXsRJhYeZX3/69ZNsGNpv6EmeAgCARsRqtapBFqVNizxWVlYqt+p0urCwsPDw8M6dO5urmUwmf39/p9Npt9ttNlt+UUnm2l0CAAA3jpLighVLcuf/5t06seUtd8uVoPMGao0eTmvlHi+/7G+/Gnn9DXIx/OpxAgAAAAAA4LSQcQFw7hQVaect9mnfztred3beRqex9bU+Af8ccwEAAHXhcrlycnLcsyxSQUGBuiEwMNBsNvfq1Ss8PNxkMsk6NDRUq9XWeBBJAABwYtk/fX/wg3dkUb5/r5Jx0Xp5RV5/kz4gaM1+y+Zde0cKAAAAAACAOiHjAuDc8fJyDR5UHhHuyM/TrJi3oMcIjU/PW4XWIAAAwBlSUlJSo0FLdna2w+FQbvXy8jKbzW3atDG7MRqNAgCAU1e8cV32j996tIhqccMEeTV4yAgl42LNzixat9q/S3dZR1x3ozxqpk0TAAAAAAAAdUbGBcC54+EhYmKqzrH5B4rBA/NDtJ/Z91mtcfcJAABwisrLyw8fPpyRkZGXl6fVajMzM7OystLT09V5Q1JERER4eHhSUpI8KnEWPz8/AQDAmWD59MP0Ge/LwiM8Usm4GMPMAT36GAICg/oPUQIuquTk5ISEBAEAAAAAAFA3ZFwAnKZiZ8uc7Rni9LmKCzxcB2fpS80hna4VAADgBBwOR1ZWltqdRRbyaklJibpBo9EEBQWZzeY+ffqo3VlCQkLkugAA4AyptBzKWzTXo0Wr4IFD5VX/bj2VjEtlhqVk8wbfDkmyTnz+zePeNzk5WQAAAAAAANQZGRcAp8m718tedquoM43BWwAAgKPy8/PVLItS5ObmulwudYNerzebzQkJCfKoNGiJi4sTAACcTWrXFr+krkrGxbd9J4+IFjpfP/MlV3kntBEAAAAAAABnHxkXAKfJ4BshAABAHVRWVh4+fDjzKKVBi9X6V4RUo9EEBwe3a9dOibOYTCZZyBUatAAAzjZHWWnOnJ+MYaagvoNEdbRFWS/esNaamWE0h8u63Zv/ZwgOqc2jWSwW+Q+4mJgYAQAAAAAAUAdkXAAAAICzzuFwZGdnu48ckoqKitz3+Pr6RkVFmd2YTCa9nj+xAwDOtazZ3xx8/y1nZYV/1+5HMy7djGFmodUEDxiq0euUbbUMuEipqakWi2XKlCkCAAAAAACgDvgbcwAAAOAMKywsdO/OIo85OTlOp1PdYDQaTSaTMm9IER4e7uXlJQAAqCfF69N0/gHesa1lrfPxdVZWyKJo7WpbbrYhJEzW7d74QGnfAgAAAAAAUF/IuAAAAACnz2q1KjOG3Bu0VFRUqBs0Gk1oaKg6b0jpzhIUFMS8IaCZ2521e+H2xce9qaSiRLiqivlbF8htx24w+Ydd1PlCAZwh2anfp38yzZaXGzJ8dNwj/5YrQecNVG4KG3WxcLmUmoALAAAAAACod2RcgDPJdfTv/gDgjON0OFDv5D/oc3JyajRoKSgocN/j5+fXsmVLJc5iMpmURItOpxMA8HdRwVFzt84/kHfg+DdX/2N//rYFx73xhcv+I4C6cVaUO61WvX+ArLVGoy0vVxYFyxc6rY9qjR5aL6/E597waddR7+cvzoQJEyYIAAAAAACAOiPjApwB7tEWYi4Azjgl3aL+eiHsApwbxcXFmW4yMjKys7MdDoe6wcPDw2QytW7dWp03FBERIRcFANSCUW98aMSke764T5yi/gn9BiYOEMDpKlz9R/ZPPxSuXG6+4rqWN90hVwL7Huna4hkVY83O8mwRJeuAnucJAAAAAACABoaMC1BX6llnpXBVU1Y4Cw2gLtTEnKaacAu7EHMBziy73a6kWNxHDpWVlakbtFptaGho+/btTSaTMm9ICgwMFABQB92jk4e1Gzpv6/za38WgMzww/JRjMYBkLy5SmrKUbtucv7SqRVDegt+UjIvOx7f1Uy/5JLQzmswCAAAAAACgASPjAtSJe66lqj5y9a91AQB1cCTdoqn+baL5CzEX4LTJH5+8vDy1NYsSapEr7nsCAgJatGihzBtShg2FhYUxbwjA2XD34Dt+372izFpWy/3jel9v9ieFgFNgzTycOfvb3N9+NF18ZeTYW+RKyJAR6TPel0VlhqXi4H7PqGhZB/UdJM6m1NTUnJyc8ePHCwAAAAAAgDog4wKcPveAy7R50/7ctepoqOWv08/EXACcHveWLWP7X9+vbX+NxqXRal1HbyXmAtRGeXl5RjV15FBWVpbNZlM3eHh4mM3m+Pj48PBwk8mkzBsyGo0CAM4Js7/51v43vzn/7dpsbhXcalyf6wVwKg5/8XFW6neyyJ33i5Jx8YhsGX7FdV7xiUF9B+m8vcU5YakmAAAAAAAA6oaMC1AnR/q3OJ2H8w/vytwtAOAsKCgpcNjtWq3W5RI63V8xFwHAjcPhyMrKUhu0KEVJSYm6QafThYaGtmvXzuwmICBAAEC9ujL58t82z9mWsf0fdz40YpJRTwgPJ2PLycpbPD9/6YLQkReGjrxIrgQPOV/JuFSkH6y0HPKIbCnrqNuZeAUAAAAAABolMi7AaVIbtFRHXFycagZw9sgz9w67w6UTOiGcGo1G+7cuLwJolgoKCty7s0g5OTnu7dMCAwNbtGhhMpmUeUNSaGioVqsVANDA6LS6h0c8eMsntzldzpNsG9VxZPfoZAGc1KGP/psz5ydZaAwGJePi16mrT5v2gb36hqVcZggOEfUkJSXFarUKAAAAAACAuiHjApw+pYfL0V4uR06qdY9N7t+2nwCAOvt8+ReZRVmycDqcdptdV/V7Ri80Gp1GS7oFzUplZaUSZ3EPtbifJ/Py8jKZTD169FDiLEquhXlDABqRdhFtr0y+/H+rvz7RhkDvwHuG3CWAGpzOglXLs374OnjIiNDzR4uqri0jlIxL0drVtvxcQ1CI/NNj+3dniPoWGRkpAAAAAAAA6oyMC1AnShOX6v8fybjEhsWM6jxSAECdpa75Scm4OOx2u81e1cBF63Q5NS6tVknXEXNB0+N0OnNyctQsiyyysrIKCwvVDTqdLiwsrMa8IX9/fwEAjdyt/W/+bcvcgrKCE90a5B0ogL/b8+KU3Pm/VlUajZJxCeje2ys61rdTl+ABQ6sCLgAAAAAAAE0LGRegbqpPM1dHXFwCAM4Op8PpsNu1Wo2m6qLVulxaQboFTUFRUZGaZVHnDTkcDnVDUFBQREREly5d1DhLaGgo6S4ATZKPh8/dg+949qfnj72pbXibiztfKAAhSjZvKFi5PLB3P9/2neRV/+ReSsal8M8Vtvw8Q1CwrDt++D/R8KSlpcl/7g8ePFgAAAAAAADUARkX4PQpuRZlXJEAgLPGKTmcDodT5/xrPhon+dG42Gw2dcyQ0p1FFmVlZeoGHx8fs9kcFxenDhuShV7PH1YBNCOjO13wy6bf0vavcV/UarQPj3hQp9UJNHt7/jM5d+EcWdjz85SMS1C/wfvfeN6vY5ewiy5XAi4NVlpamsViIeMCAAAAAADqiNMGwOlw79qiqT79LEi5ADhrqgMuDp1T51Qmox0N2NHNAg2T/ObMyclRUixqg5b8/Hx1g8FgMJlMbdq0UYIsSqjF19dXAECz99D5k8Z+dKPNYVNXrky+vF1EW4HmqnDlcq+YeKM5XNZ+nZOVjEv+0gUxDzwuC523d9Jnsxt4ugUAAAAAAOAMIuMC1InSTUH8PfUCAGdW9VA0lzsBNBjFxcWZf5ednW2325VbNRpNSEhIZGRk165d1XlDQUFBJLQA4LiiQ6Kv7n7lpys/V64Gegfe2v9mgWYpfcb7md996SgrbXHDhMixt8iVoIFD973xvHds68B+gxxlZTpvb7nYWAIu8g8DRqNRAAAAAAAA1A0ZF6COqk7Rcb4ZwFmlJls0bisEBHDu2e12tS+Lyn3ekJ+fnzpvSG3QotMxXwMATsH488bN2TIvqzhL1ncPvsPHw0eg2Shen+bZIsoQalKuOspK5TFn7s9KxkXv55/0yXcekS1FI5SSkiIAAAAAAADqjIwLAACNgNoyilAdzg35nZabm6ukWJRcS1ZWVl5enrrBaDSazeb27durcZbw8HBPT08BAKgbHw+fScMnPvrd48nR3UZ3ukCgecid89PhLz8pP7C35c13RVx7g1wJGTLC8umHsvAIj7AXF+n9/KvqxhlwAQAAAAAAOFPIuAAA0NAdybWQbsFZU1JSkpGRkZWVpbZpcZ83pNVqQ0NDW7Ro0a1bNzXREhgYKAAAZ8fAxAFD2w25td9NAk2ao6RYo9drPb1kXbRudfmBvbLInf+LknHxbBUT9+hTAT3P0/sHCAAAAAAAAFQj4wIAANCM/OO8oYCAALPZ3Lp16y/sGQAAEABJREFUazXOEhoayrwhADjHnr34KYGmK3fBbzm/pRalrYx9ZEro8KpuPcFDR+bM+UkWWk8vR1mpzrtqRlXIsFGiqZg2bZrFYpkyZYoAAAAAAACoAzIuAAAATZP7vCFl5FCNeUOenp5ms7ljx47u84aMRqMAcDYxdQ5onhxlpVVdW4wesi5c9XvhmlVCo8md/6sSZPHv1jPswsvDRl7ondhOnNYvCo1GIwAAAAAAAJo6Mi4AAABNgTpvSImz1Jg3pNPpwsLCoqKiunfvriZa/P39BYBzpcYZa5IuQPNRtndX9qxvchfNjZn0r+ABQ+VK0KDhOQvnyKJkx1ZHZYUSfGl1z0OiDukW9Y6EXQAAAAAAQBNGxgUAAKCRUecNZWVlqYOH3OcNBQUFmc3mxMRE93lDnPEC6pF67lkp3I8AmryD094u3rhOFrkL5wX2GywLv+69g4dfENRnQECvvvKq0+kUdaD8I149Kr9bGto/91NSUqxWqwAAAAAAAKgbMi4AAAANV415Qwr3eUPe3t5mszkpKcnsxmAwCAANhppoUai1ANAUVVoO5a9YWrhqecsb7/Rp216uBA4cVrxjmyxKdm5T4yyt7n1E1DndotIcpV6Vv2QaVMwlMjJSAAAAAAAA1BkZFwAAgIaipKTEPcuSkZHhPm9Ir9ebTKbo6OiePXuqcRZfX18BoAFzD7UcmvqGvbiYJi5A01a8Ya2juEgWB9560TsuQRYuu11vMBhN4UZz+P5XnhVniHuKJSzlUu+2HdyTLg0w5gIAAAAAAFB3ZFwAAADqgd1uV1Isx503JM9IBQcHm83mtm3bqnEWucKZKqBxcQ+4OJ3OvEVz7fl5AkDzYN23W17Uq+V5OeXbNomzw6drd4+EtlqtVv5RQTmKBiY1NTUnJ2f8+PECAAAAAACgDsi4AAAAnF3y3HZeXp4aZDl23pCvr6/ZbO7SpYsaZzGZTHo9f04Dmg4l5qKcdfYINXmEhAoAqDOXw1G8a7ssHA6H3W7XarU6nU65SUm6NJxWLpZqAgAAAAAAoG44dwIAAHAmlZWVZWZmFhQU5Obm5uTkyNp93pDRaDSZTLGxsb1791biLBEREZ6engJAE+U6yul0KivhQ0e2uuYGAQB15igv+/26C2Uhf8PIP2zo9XplVpF7rg4AAAAAAKApIeMCAABwmuTJpOzM7KKDhS1KI/xL/L766quCgoKKigrlVnliKTQ01Gw2t2/fXm3QEhQUJAA0MzUyLgBwxil9XET1Hz8aZswlOTk5ISFBAAAAAAAA1A0ZFwAAgH8mzxIV5OVnZWRlZ2bnZCrH7Py8fOXWKNHCrrPrAnWJiYkmkymiWnh4uIeHhzIpgP+QGmiG5O8N4dbHRSEA4CxwVJN/6nA6nfIoGp7k5GQBAAAAAABQZ2RcAAAAaiotKVFSLNnVl5zMrJysHHXekIeHR6g5LDo+pnvfnqGmsBUHVny17it/b/9JF0/yPMpoNOp0OgEA1ejjAuCsUjMu8o8f8rcNoToAAAAAANBUkXEBGhlXZaXGw0MAAM4QZd6Q2ppFHrMyssrLypRb5YmikLDQUFNoYoe2YeawUHNYmNnkH+Dv/gjrStY7tZxGAnAcx7ZyEQBwFjirqb9n1GPD6SRnsVisVmtMTIwAAAAAAACoAzIuQKNhsGT6z1ti27ylvEsH62UXknQBgFOlzBtSUixKa5bsjCx13pAUEBgQag7r3L2LKdwUYgoNM4cFh4Y0zIb/ABoL95gLY8sAnCVKs6iG3MElNTXVYrFMmTJFAAAAAAAA1AEZF6AxcDg8duzx+321yMmz5eVpFy7RazTWC0dpfbw5TwIAJ1JaUqKkWI47b8jTy8sUbopNiOtR3ZolLNwUago1Go0CAM4a+rgAOEuUjEuNPi4AAAAAAABNDxkXoBEwHsrw+321Jie33JLurKyQK64Vqw6376qLjw731vIfBAOAlJeTW5BfsG/X3uyMrNzs3Iz0wxUVFeqt5ghzqNnUtlN7dd6Qr5+vAIBzhUFFAAAAAAAAAFB3ZFyARsDnz7UiK7siK9NWUDVQw6XRFETHH/IKKst3OF2uSB8dMZe6KCsv8/byFgAaj9KSkuq+LNnHNmiRvw8Dg4PCzGHdeieHmk2yMIWb5Aq/JwEAQHPQYFu5TJgwQQAAAAAAANQZGRegoXNVVjpXr6nIz3dWlCt/T1ka0eLgwGF5Ru8Qo35HfmWwh9PLUNfhGpaM9JTxl5x8T6+uPf/7/Luibt6Z/u5H/5shixuuGDfxlnvE2fHy1Fe++OF/srh93G0TrrvlJDtn/TbrpwW/Tnvxv+rKqOtHZ+ZkyeKr/37ROra1ONPkMz71+rPuK/LUe3BgcHBgkCnENKz/kIvOv8j9ZLy6f8Sg859/9D+iqfj25+//89ZzrVpE/fDhd+IUrVy76o7H7vrHbfffet/Yy8coTyRq8Qb++5UpP877SRaP3PXw1RdeKdAw2Gw2JcXiHmopLytTbtXr9aGm0FCzqV1Sh7DwqkRLdFyMAAAAaGboFAUAAAAAAJoJMi5AQ6fx8Cj38dQcPhJwsXn77LnwssPmlj5abanN4V+0yM9wwGEa59J6CZyKvIK8yS89+cealW3j24h6JT/Y3Pxcedm5d9fy1b//sXbVMw89pdc18d/PHdq0l8cD6QctGemR4S0Ezo4Vi5f3GdhXNBLyZyEvJ1dtzaKEWgryC5Rb1QYtXXt2DQs3KyOHgmjQAgAAAAAAAAAA0GyQcQEaAevN4/Qff+48aMkKb7n3/JTsiCi7zWnUuUTBjk6VnwYEVFQUeZb5XerS+YszoVunrga94dj1hLPQ1KQe7dm/5481K0X98fby7tS2o93hyM3PzcrJKis/0pfit0VzoiNb3T7uNtGkJcYmBAcG5xXkrd649qJTzLj4+fr16tpTvWrJtBy0HJJFUGCQfFh13RxqEs2Y0+n84Yvv/ljye4PNuJQUl2RlZOYcSbRUHXOzcxwOh3Krt49PmDksvm2CMmwoxBQmC72eP7cAAAA0SqmpqTk5OePHjxcAAAAAAAB1wLkioDGIMJddeem+rYd2RCVW+PoLm1OuGUt3JOe8GKI56Cr289L85HI5ywKuFVpPUWfPPvxMeJhZ4CyLDI9wn/20fc+O599+YcPWjbKe/tXHl6dcHhYcKuuLR1wsL6LJ0Wq13Tp2nbds/tpN6y4annJK922f0M79rZv6yfvTPv8/WXRM7Pjm06+J0/XUg1PkRTQJpSUln30wc9e2nbKe/b/vL7r6UlGvrFZrdkZWTlZOdmaWLKriLFk55eXlyq16vb4qyBJh7ti1U6g5TKm9vOhNBQAA0HRYqgkAAAAAAIC6IeMCNAYajSY2xhrU0lbgEC6XcDl9i7Z1K30z0et3ndNgz3JptMJb/KQR9tKAsWck5nJys+emTnn1KVncf+t9wwcMm/HVx6s3pMnT1T279Lj64qvaxrfZtH3Ttz99/8eaPzw9PJPadbrxmhtjWkYf+zjZeTnvz5y2cu0qLy/P7kk9rr/s2khzpPsGp9P549wfl6xctn7LhqDAwI6JHS8ZeXHn9kk1HufQ4fRPv/tMvgabzdq3R79brr3xn74CMfnlJ3+e/4tSb9u9vdvIHiFBIXO/+LXGNvnavv35+7SNadGRrXol9xp32RgvL+8aT/2/H/+3duM6S9bhdq3bdk9KHnPZdUaDUZy6NnGJL01+8fJbrywtK7XZbbPnzL75mpvk+qzfZj31+rOyGDHo/Ocf/Y+yuaKyQr7Dy/5cdvDwodz8vJYRkTEtY7p37n7ZqEvce/C4XC75OPOWLdy8Y3NCbOv+PfuPufTaC2+8xJJh0ev0q35aUfVQ1srzLuonC/nBPXLXwy9PfXXvwb1hwaEP3/nQecl9MrIzv/v5uz/Xr5ZfqXzSuFaxMVExQ84bPLDPAOUpLBnpKeMvkcWgPgOff+w/n3zz6YrVK/al7+/aocvooRcM6Ts4Kzf78+8+/3N92uHsjK4dOl8++jL5sMp9u3bsUp1xWeP+Pjz2wuO/LZoji8/f/dTlcn7x/Zfrt26QX0i/nv3HXTEmPCxc1EF5edmHX05fte7Pw1kZ3TsnXz7qUvmmqbf++5UpP877SRbyfbj6wiuVxZ17dn387Sfbd28/nJnh5ekVFdkyqV3SZaMubdUiSjRUWRmZH771QX5u3tGrWeIckj+2yryhnMzsrKpcS1VRWFCo3KrOG4runRxqNjFvCAAAAAAAAAAAALVHxgVoHAw6TdsgndXh2ltQGX3oi/i9n4X45ehjHBq9Qy8O2yxafZTwdv2scVWUBN56DmIuivVb1s/4+uP8gnzl6qw5s+cunTf28uvf/3Saumd/+oHVG9fOfHN6cGCw+3137N0x5u6xOXk5ytVde3f/OPfHKZOeHNpviLKSm5d79+R7t+/ZoVzNK8jbvW9P6vyf7hh3201X/5Vi+WXBr8+88WyFtVK5+uWsLxf9vjD6eJGaU/Xpd5/PnvujUsuvcd2W9ctWLf/o1Q/UEMlXqd+8OvU1m92mXF2R9oe8/LrotxcffyHmtF6AKSQsZXjK/2b9T9brNq0/0Ta7w/7A0w/J51JX5DsjL/OXLdi0ddMzDz+lLMr35J7JE9M2pClX/1y3Wl5WrfvTarUe92GLSosf+c+jWbnZsj6QfjAxNiEjO/PWh25Lz0hX92zctklefpyb+sR9/7p05N9ag8iP8sZJt2zbtU25uvD3RfJyw5U3zJ47W/0OkStLVy5777m3lWRJ105dleeyZKRHHjOuaOWaVR9++VFJaYlyVX6ys+bMevFfz/frcZqTdzKyMsZPunnn3l3K1d8WzZGXlya/MKzf0BPdZfGKJZOeftDlcilXy8rLcvNz121enzrvpw9emhrbKlY0PDu37pg5dUZFRYW6kn02My5FhUXZmVnu84bycnJrzBtq3S7RFF4VZ2HeEAAAQLOVkpJyon8TAQAAAAAAqD3OMwGNhl6r7RJmaOuRG7brGx//nYWFvvkHfIOiSnUeVpfzsP1AC0OM8BSLXLqgMr9LXVofcbouGHv8wTHfTvuqxkn9BcsXhoeZrxh9mc3u+HXhr5XWyrLysvc/nWYKCRt03qDi0uJ5S+bb7LbDmZbvf/1B6UqiWpH2h6fRY+TgEQH+gfOXzs/JyyktK33h3Zd6dOnu7+svN7z/2TQl4BIUGDSg1wCrrXLpymUlpSXvTH+vW8duXTp0FtU5mBfee0kJuMgnHdJvaH5h3qLfF2dkZ4qTGtRnoEFvnPXbLFmHBYdennK5h8Gjxp7Zc3/s2bVHu9btD1oOLPx9kcvl2rx985zFc0cPvUBU9y9RAy7JScltWyeu37xh0/bNO/fuevHdl9wn6ZyShJh4pdhxNNxzrMUrligBF/lGyS8kOCh4556dy1f/Lld+WvDz/bfeGxwUIuuvZn+tBlz6dj8vLjr2jzUrl61adqKHtWRUdQ739vIODAiUH2tocBOfvKEAABAASURBVOgr77+qBFxatYjq17Ovw+GUX6B8E6of/JsaGRd5k4eH5wVDRwUFyA90gfIRfPz1xx7Kp+wXMHfJvLyCPLvDPv2rj5WMS2JsQnBgsFxcvXHtRcdkXN788K12rdt1S+pSVFS0cMVi+dGXl5f/NP/n0864rN+yQX5RF59/ka+vz7KVy/enH5CL73089SQZl/c++a/83H28fW6+7qb4VrElJaVzl85btGKxfM1vT3/3tX+/IhqYZQuW/vjVD2ooR1GQXyDOhMrKSmXMUHWW5UghF5VbDQZDqCnUHBneqVsS84YAAABQQ2RkpAAAAAAAAKgzMi5AY6LVaLwDIir7vGzc8Eyg9o/CQs+CA97+keV6rwohDtn2R+ojhJdmtnA5yvyvcmnPxdnlt55+o3Vsa1mEm8zvzzzSvuWNp15r27pt1WJY+PT/zZDFIUt6jTsa9IZP3/kkrlWcrG8bc+uVt12dm58rL7N++3Hs5WMsmZZvfvpO3hQaHPrV1C8D/QNkfdBy6Krbr6m0Vr73ydRpL/5Xrnz76/fFJcWyiG7R6pM3Z/j5+sl6844tY++94eQve1i/oYF+AUrGJSQoZMJ1txy7Z2i/IS9PflGpn3rtmVlzZsti666tSsblwy9nKAGXu8bfocZ3nn3zue9++X7l2lWr1q7q2bWnOHX+fv5KkVeYf6I98ou975aJe/bvGdp/cP+e/ZXFMXePk69NFpasw0rGZea3nyo3PXLnQ1dfdJWoHiIz+eUnf13424keuWvHLq/9+1V/Xz+lm4t88AC/wJ17d02aMFEZElRYXDT4yqpEyMHDh469+/23Trwq5QpZDOjZ/7ZH71QW773p7msvuUYW/Xr2vWfyRFE14OnIfbVabbeOXavHFa27aHjNZFV8TNyMNz5UuuZ0+fX7Z954Thb7Dx0QdfDW068r35nXXHTVheOrMjr7Du4rKCwIDAg87v59B/fLo5+P74Ce/ZTv1cH9Bn//8/etY+IT4hJFQ2K327/++Mu1q9Yce1ONyEttOByO3OwctTWLEmopLipWblXnDcXEx4SFm0NNocwbAgAAAAAAAAAAwDlAxgVofOyBnUo6Pea39skA55riMu9ii5dfi3K9V6WmwmLPDNcJ4SVS5bbSgKuF5nSGFnXr1FUdx+PO07Pmo7WOjVcCLlJ4qEkpYlvFKjECKcIUoRRlFWU17juk32AlNCAF+geMHHz+Z999IY4GILbt2q7c1D6hrRJwkaIiW8oH37Zr2+r1qwuLiwL8/NMtR9ISl4++XAm4SB0S23fp0Hnd5hPO+qml8wcOV+vWMUe+zNLSI1+I+gp7dumhbuuT3Pu7X76XxdI/l51exkWr0SqFw+GwO+x63XF+S8v3XH3bi0qK/khbuWHbhoycjCOvsKzqFR7OOpybnysLH2+fK6tzJ6I6UzLm0utOknG59pJrAqpDNubqT7NX1569jn4V8gGX/fn7pq0blatl5WXHvrwh5w1SCnN1IEYxuO9gpYgwHVksKStVb+3asUt1xuU4yYx+Pfqr34exR79V5NcrTlebuET1O7NFeEtfH19lEFJpecmJMi4Jsa237NyakZ15xYSrW0a06NG5R+cOnfv36i9r0ZCUlpTMePej/Xv2idNSkF/g3ppFmTekJmN8fH1DTaGJHdoq84ZCzSZ5lXlDAAAAOCVpaWlFRUWDBw8WAAAAAAAAdcA5KqAR0mhtwd0Ku78WuPIOX9fm0nKfonSvgJZlWo9KvTXDlqnRa4S3a5bWWVgSeOtpdHN59uFnwsPMtdlpDv0rymDQG5Uiwi3fYDQeWXQ5a3aSCA+LcL8a0/LIFKTDWVVZjYOWI+06lqxc1m1kD3GMvPzcAD//w0dnEqn5CUV0y5i6Z1wizX810zZ6HPlCbA6bUuw5uFcpbrjvpmPvm194mtNh1PyHn6/fcQMuipy8nA//N2PlmpX7Du6rcZPSSeNg+kHlqinUpNVq1VtrvFE1xLSIrrGybff2GV99vG7TOqWzy9+f6G9NOzyMHqHBoUqtfu46nU79XvI0HpkG5d5WpGunrvJ4IP2gJSM98u/jikwhoWrt43lk9pbDbhenK8L8t285Lw9PJeNitdpOdJcH73hg4pP3K72CDh1Ol5fvf/1B1sP6D3ti4r/UWFX9Sj9w6JOpM/Jz82qzuaKiIutwZk5WTk5mdlZGZnZmdm5WjtVqVW5V5g1FRrXo3L0L84YAAABwBqWlpVksFjIuAAAAAACgjsi4AI2UxhHQJm/QtyHzL/DV7Cks0hUc8gmJLdF5VArXYWu61hgnPMsWCI2uOPAWofEQZ4fheL0c1HzDyVVaK4+7rgQgHE7nSe8tcgvyYlvFarVHYhbqSfozyMPw1xeitldRyBfpdDhOct/cvFxxWg4c2q8Uca1iT7Rn38F9Nz04oaB6mJGvj2/n9p27dEhatGLJ5u2bRXWzlqpXqL7Uv7+TJ39ja7Qz+W3Rb/968QnlEwkLDu3aqWu3Tt1e/u8rjuqvXafTuW82GI7T+8fL8x/iEYmxCcGBwXkFeas3rr3o7xkXg9v7r9frRJ15ePztB8E9+nMiXdp3/mbaV59/98XCFQsPHI0NSfOWzisuKXrvuXfqfTrPpnUb//fR5//4/f/iE8/5+/tnZWSWlvzVRCcoJDjMHBaXEBdqNpnCTSGm0OCQYAEAAAAAAAAAAAA0VGRcgEbMZQzKP29GwNpHA7R/FhaIvL2+/i3K9J6VBle6dU9LQ5S3h1jg1PiW+V3i0gWIBmbn3p3uV/cdOtIWJSoySh4jjw45GtZ/2EuPP3+iB1FbrRzMOOS+vv+Y7ibHUYd0gkajiWoRtWf/Hll/8d5nbeISxRmy/M/flaJ3114n2vPWR+8oAZcbrx5/+9gJykCfP9evVm7VaqviIOqUqMNZGeUV5WrWZMeeHeLE9G4zqiqslS9NfVUJuLz65MuDq+cQORyOF955URwTcDltWq22W8eu1eOK1l00PMX9pnqPjyjCgkMn3nKPvGTlZq9cu2rJH0vmL1sg12W9ZefWDontRf1Z9NuCObN/de+LcyL5OXm+vr7tkjqEVXdnYd4QAAAAzrHIyMha/ucQAAAAAAAAJ/HP/xU7gIbM4Z9QnPSELTg5IKBMX2ItTveyW7V6r0qD4ZA9vcRZUuFV+pN38WxRi7Pg51jahrR5y+YrdWlZ6U/zf1XqFtWxlZ5deiijbTZsWZ9fnecQVTmY/UOuPn/CI3c8/86LdkfVzJqWEUc6f8xdMreiskKpN23fvG7LPw8qUicBqeOHTkm/7ucpxbJVy9TFKa8+fcVtVz/07CMr0v4Qp+69j/+7vTqD4uXldWXK5SfatmXHFqUYfN4gJeBSUFiwbed2ZVGJhkRFtmzVoiotVGmtnPXbLOWm4pLi92ZMPckLMLr1YrFkpOcXVL3zgf4B/Xv1UxZXr08TZ1rXjl3kce2mNaKB2bZr2+MvPXH9vTfc+tBtTqfTFBJ24bDRL09+sUuHzsqGwuJCUU9sNtt3n30zL3VOLfd7+3jf9ci9V91wzeCRQzt2TQqPDCfgAgAAgHMpJSVl/PjxAgAAAAAAoG44xQU0chqtLahLUZen/ddN9nOuKi33Lk738mtRrveq1FRa7JlmucXLlWr1v8Sm8avlQ05+6QmD3nDcm1598mVvL29xhvzr+ckLBiyMiYpZsXqF0pjE39d/+MBhsggOChk1ZNT3v/6QlZt984MTrrn4aqNe//HXM+W21etXtwhvoSRURg48/8Mvp5eXl+/et+eBpx/q3KGzy+X66seva/Psfr5H3pD9Bw889/bzBoPhodsfFLV25YWXz/zuM/l07874b0ZWRp/kPivSVsye+2PVAx7af8+Nd//jI1gyDt/x2F2ysNqs6YfT5Veq3nTzNTfKd+BEdww3hSubn3nj2esvvz7QP+D9Tz8oKilSbpWPJqqTLpeMuuSt/3tb1q9NezMzO9slXItXLN6ffkDUjinEpBQFRYUPPv3QZRdcVlRc/Mb/vaksOhwOu8Ou5oTqomunrvJ4IP2gJSM98u/jiupXhDly8YolZeVlsr7r8XuG9R8mv2fk9+r6LRtEdSeb9gn11sRl3ao1m9dtqv3+kuISAQAAAAAAAAAAADRyZFyAxk+jtQclFXZ/K2jZdT5iT3GptijdOyi6RGus1ItMR1GYCDzP25FVqK1txmXNxrUnuknpnnJG3HDFuFlzZ/+68Dd1xcPo8eT9k00hYcrV+2+dmJWTtXz17/sO7lPm4yhiW8Xef+u9Sh0Z3mLyPf968tUpDodjRdofSveUkKCQcVeM/eSbmSd/Aa1aRAUHBucV5Mkv6pufvpMrt19/mxp8+Uctwlu+9uQrk19+srSs9Nufv5cX9abJ9z6m9FA5ubLyspVrVx273ie5t3z9J7njjVeNv/+pB0TVvKdd/35lirLo7eWtpDEysg4rK9dedPWmrZsWLF8ov8CPv/lEWbz3lnuU4IvBaBAn5evjO/byMTO//UzWS1Yuk5caT2TJOFybL/MfJcYmKB/E6o1rL2pIGZcAP/8XH3/+0ef+JT9i+UnV+LAevP2BQP96GwHWo2+vDl2T0lb8uWrZH4UF9dZOBgAAAAAAAAAAADiXmFUENA0ah19s3sBv7cFd/X3LdUXWvAO+LqdG51FpCDFpfZI87Xlal1U0JB3atv/w5WkXDhsdGR4ZFBjUrVPXqS+8N6TvYHWDr4/vm0+//uBtkwafN0juURZThl7w7n/e9vf1V7eNGjJS3rFL+86BAUGtWkRdOvKSmW/NSIxN+McXYNAbnn5oirIztlXc6CEXOJxOcSoG9hkw/dX/u2L0ZZ3bJ3l4eIrqzh9PP/jUxSMuFqfOx9und7dezzz01NvPvHny/ijyeac+/26vrj3lWySvto1vc9uYW9+Y8qpy6+I/liqFh9HjhX89d9vYCfK9DfQP6Nuj7ytPvHTR0NHKrb5ePuKf3HfLxH/d81jHNh3kQ+l0uu6du8uv7qZrxh99oiXiTNBqtd06VrVyWbtpnWhg+nY/77v/+2bs5WPaJ7ST32DyM4qPiRsx6PwPXn7/6guvFPXKz993yAXDHvnP49fdMja2dZwAAAAAGrBp06ZNmTJFAAAAAAAA1I3G5XLVWJIrzmp2u91qtX6z+tu3Fr+r0WgWP7VYAKim/OBU/Zw4nA673Wa1vfDjC0t3VjW6uLLn5bcOuUXUE33hZv81jxny1hTke2lamPxjQkTIaOHbWaPRZtkjXH5noOsGGosvZ31pNHr4+/nHtoyJj4lXFnfs2XnNndfJomvHLh++8oFAw3bX9Ht2Zu6SxQ3dxg5rN8zD08PoaTR4GA1Gg06v0+p0Wq1W/gNabjicfnj5gqXrVq2R/+A+7kMNTxkx/MIRAmfH9AXTpy+aHugZ8N7Fb3seZTQaDQaDXq9XPiblkwIaL1c15d8RbDZbflHJ/LVVv6AGdU00B9W2C1pzo75pkq3anltXx6qTAAAQAElEQVSudhTkR189rtU1NwgAqDNHednv110oC8/xd/j2HeTh4WGsJv8Qoqum/nGx3k2bNs1isRBzQW2k/r6xtMJq9veIM/krf7RWvreVb2z5XS2q5/MKAAAAAECzxKwioEmx+7cr7vxv362vBnhttcVeISI7avR+QlP1F0Ab1m5s3T3Uy9tLoHlY/MdSZbxOSFDI5Hv/pdPr1mxcu2TlkS4vyZ26CTQhES0irhh71ejLU/5cvmrF4t9zs3NqbMjKyBQAANTa/rVrP7z55mPXA8LDQ6OjQ1q1ij/vvHYDB4r6sHvlyo/vuKPdoEHXvvaaspK+efOiadOufP55o7e3qJsaD2WvqHj6vPO8AwMfXbBANAOpL7ywac6ch379VWc0ilO04eefv5k8ObZ79xunTatxk3wbP3/ggV0rVvibTDe+/35IdPT0CRP2rl5928yZLTp0kBumjR17aPPm+2bNCo6KOvbqsVwu1+a5c3csX37ZU08pKzt//33m3Xd3GDbs6pdeEgAAAAAAAGi6yLgATYtGawvqWtTlec/KQx6e3hqNXf4NsFzeuTdn4dLN3ubE+DatBZqHO2+4ffOOLSWlJbn5ufc/9YD7TW3iEq++8CqBJsfL23vA8EH9hw3ctW3n74uWb1m/Se3Wlp2RJQAAOEUGD49WXbq4r5Tk5e1NS9u9cuWqr78eescdA2+9VTQAn913X0lurjgTzuBDNUbxvXuv+uqrPatXJ5x3njhD1IBLYETEjdOmBbVoIeosa/furx59NCopSaDxSElJOVHHQQAAAAAAgNoj4wI0ORqtwye6VF6ES+8st+XuXbRo1dwl27Va3Z6de8i4NB+d2nb6+v3/ff7952s3rcvOzc7KzXa5XK1aRI0aPOqGq8Z5Gj0EmiiNRpPQLlFe8vPy/1j8+6plK0tLSvJz8wUAAKfI32y+4b//rbFYUVy86IMPfv/00wVTp3a75BK/sDBxbkW2bXvjtGneAQECZ1pscrLe03P3H3+cqYyLGnAJjooaP3VqYESEsj5y0qSKkpLQmBiBZiMyMlIAAAAAAADUGRkXoAnT2LXemrAOXYZGGkI2b9+yLTA4UKA5MYea7r/1PoHmKig4aNSlo4dfOGLdn2t/X7hMAABwJnj6+Y2cNGn/mjXpW7ZsXbiw51XnujmcV0BAbPfuAmeB/HDje/TY/ccf4kxQAy6hMTHjp071N5nUmyLathUAAAAAAADAqSPjAjR98jx3vyH9+g7uKwA0P3q9vnufHvIiAAA4c4KjotK3bCkrKHBfLM3LW/H55wfWrcvYtSuyTZvYHj16X3uth4+PqO7+8sLQoQZPz8cWLNDqj/x76LYlSz6/7z5PP7/HFi3SaDTK4tZFi76YNKn3Nddc8PDDH4wfn7F9+8Nz5859++3N8+aFJyYOmjDBbrV+fMcd7QYNuva11zb8/PM3kycrd3y2Xz95nLJqlfL49srKP7/9ds/KlQc3bgyMiIju1q3X1VcHt2x5oq/ouA+l3uqwWuWXtmvFivStW+WXFp2cfN5113n6+7s/wqa5c7cuXHhowwaNThfVuXPXlJS4nj3FP5Fv2rx33z24fn3B4cOm+Hh5x55XXBESHa1umPfOO0s++uiG//63LD9/42+/7V+/3i8kpPV558kX4G82uz/UP37JH9588/61a59es2bd7Nmb5s07tGlTaExM6969zxs71ujlpeyJ793755dfzrdYgo523bBXVDx93nnxvXpd/9Zbiz/8cO+ff2bt3RvVoUP7YcO6XnSR+sHVoAZcTHFxN06b5hMc7H7r9AkT9q5efdvMmS06dBCnaPZ//rP6229lcXDDhie7dYvt3l0+vvv7ufTjj/etXp1/+HCrTp0S+/VLvuwyrU7n/gin90mhjlJTU3NycsaPHy8AAAAAAADqgIwL0Fyc6G+fAQAA/p+9+wCoqvz/OP7cwZQlIlMRkOVWcM+cmSNzlFqZNjRz1D+tbGc2/bXVhlpqlqW5zcyVOXLvDSIgCIgDQWVzx/+598ANcaFXE+H9+p//6TnPfe65Z1z5Uefj9wFuSn5OTvzu3bLhFRpq6Ty0evXS997Ly8qyc3LyCg5OiY6O27lzx/z5/SdO9G/Y0N7ZOahx4+PbtiUeOBAQEaG8JX7nTmGOvyQdOlS9Xj2lM3brVrkOMadM5G+wKrV60dtvH12/3vTS9u09Xn01IzXV8qGewcEdhg//Z/bs/Ozsds88o9Fq5XjZfyY29pcxY86fPKmxsfEND888f37rnDk7Fy58YMyYJv36XfWkrrUrqSAn57tBg07HxLh4erp6espzl0vSgQNPfPNN4YDc3F9efFEenmxXDQy0sbc/8Mcf+5cvb9SrV+933hHXdjY+/oenn87OyLCxs/MJD5enJo9z+7x5HUeMaHN5FGDzjz/KqxfaqlXjhx46eeDAlp9+it6wYch337l6eysDSn/Km2bNWjNpUiV3d48aNVKiohL37ZOXd+jMmVo701yWNZs3V+5C4759i79LX1Dw27hxcqRHQEBlH5+YLVuObd6cfORIz9deu/K89Pn5SsDFOyxsyLffOrrdznKSoa1by7sjr5Kbj09Er16uxYI+qTExUx5+OCs9XX6u/Jef6E2b5JJz6VLbp55SBtzynYL1UswEAAAAAACAdci4AAAAAABKxWgwJB0+/Ocnn2SeO1c1MDDMnESRci5c+GPixPzs7AffeCPioYfUGo3RaNw6Z87Kzz9f8cknz/70k0qtDmnd+vi2bQm7d1syLid279bY2OgLChL37rVkXI5v3Wrn5BTUxFSBTO4kPycnZuvWXm+9Fd6uXfyuXVVq1CiecfEODZXLjvnz5Ue3GTLE1tFR6f/z00/PnzzZrH//jiNG2Ds7C3M+ZuGbb6787LOwNm1KlD+5/q6kgry8gtzcp6ZPrxERoVKpjvz999yxY+W5nI2PlxdBDtjy009y//KYe739dmU/P9lzPilp4Rtv7F26NLRVqzqdOl3rYi59773sjAx5nPe/8ILW3l52Hlm3bvH48WsmTfJv0KBGo0aWwfLj5Lm0e+YZ5Y1L3ntP7nzVl18+8vHHN3vK66dOffTLL8PbtpXt3IsXf3jmmVNRUftXrIjs3VuYkx9V/P2jN24skXE5sWePV3DwyHnzvEJC5GZqdPT0IUN2zp/fYuBAj4CA4iP1+fnzXnlF3kf5NXhi8uTbG3CR5DdBXuTt8+Y5V61637BhxV9KS0gIadWqx6uvygHyKq366it5a3YuWNDmySeVxP+t3SkAAAAAAACUHWoBAAAAAMAV0hIT346IKL6807jx9MGDkw4dcq9eve/771tmHdo2d25WenrzgQMb9+2rzAujUqlaPv54nU6dUo4ePbx2rewJadlSruN37VLekpmWdioqqkH37rKdsHev0nkmNvZ8UpIcqbGxsRxGi4EDI3v3ruTuXrdLl9IcdtyOHbHbt/vWqtXt5ZeVtIdUs1mztk89VZCXt2nWLHHzuo4ZExAZqeQkardvL/cmG6ePHZPr/OzsTT/+KA9YXhAlNiG5V6vWw1zgZMP3319rn4f/+itx374aDRt2HzdOCbiYdt6hQ4fhw2Vj4w8/FB9cNTDQUoxEpVZ3f+UVeUEOrV6ddf78zZ5y0/79lYCLZO/iomRZko8csQyo2bx57M6d+vz8EgfccdQoJeAieYeFhZp3kmJ5o/niGHS6ea+8ErVxo6mt16+/9unfCfIL2XfCBOUuyKvU8bnnbB0dL6SmZqWlCSvuFG6LyMjIdu3aCQAAAAAAAOuQcQEAAAAAXIWNnV3NZs3k4t+woTKRjVSnY8eH3nnnuTlzfGvVsow8FRUl14Hm4ivFBTVtannVIyCgamBgwr59+dnZomiiotA2bbzDwk7s2WPQ6+Xm8S1b5NpSHkYRaN5J6Z06elQ5GMtkQwolmHIqOlrcvJqXH4NncLBc51y6JNdn4uLkGfmEhTlXrVp8jE94uKObW+qxY7q8vKvu82xcnFzX6dy5RH89c5Tn9PHjxTsjH3qo+OnYOjiEtGolzGVvxE2eco2iOjoKpypVhLlWjaUnrG1bXW5uXFEaySIwMrL4prOHh1zrLo/CyPsbtXFj9fr1+//vf3Jzx2+/Hfn7b/FfqV63rmPlypZNG3v7quYaMzkXLwor7hRui8jIyPbt2wsAAAAAAADrMFcRAAAAAOAqXLy8Bn/7rdLOvXTp6Lp1Sz/4IOXo0UYPPmjn5FR8ZFpiolz/8uKLV93P+aQkpRHSuvWWn346sWdPaOvWceaMS2BERHzDhqnR0clHjlSvV+/41q0qlUpJb1hUusnJbtLMH7d59my5XPnq2RMnxE2yd3GxcXAo3qMxF7AxmnM5583nnnTo0NuXZ0f+/cT4eJ/w8Cv7zyUkyLWLt3eJ/kpVqmjt7C6eOZOXmWm5zm7VqpUY5uLpKdcZp06JmzxlJZtioRTjMRoMlp6gxo219vbRGzcqpXcU9s7OdpUqXfZGc8EeJZxkYjQq/wyIiHh88mRbB4dWTzwhj2fJu+/6hIVV9vUVd14ld/cSPcrZGcxnd8t3CgAAAAAAAGUHGRcAAAAAwA3YOzs36tUrOyNj1VdfzX3llSHffeffoEGJMQEREcXnGLJwLYpxhLRsueWnn+J37Qpt3Tpmyxa/2rUdXF1rNGq0fd68hN27vYOD43btkjspXopDFMUUSk+ZUcgrJMTpisTDrVGr1df/PGE+R48aNcTNUGIlxcMl/36iMt+TeX2DYzAnS27qlG9wOkJobG1rNmkSu23blYd0Qx4BAYOmTLExT73UacSIE7t2JR85suD115/+/vubvY+3QHVn7hRui5SUlPz8/ABzZR0AAAAAAIBbRsYFAAAAAFAqLZ94ImbLlridOxePH//cL7/YFlU3ca9W7Wx8fPvhwwMbN77O2+WrdpUqxe/cmZaYePH06brmSXmU+XQS9+1zr1HDoNOVKOJyCyr7+cl13U6d2g0dKu485eM8atSw1LwppSr+/nJ96cyZEv1ZaWn52dn2zs62xYrHXDp7tsSwi+Y3KtVcbvsph7VtG/3BB/KeVg0MvKk3Ont4KAEXYc7K9H3//e8ee+zkgQNrpky5///+T9xVt3yncFssX748JSVl/PjxAgAAAAAAwApqAQAAAABAKahUql7vvGPn5JSWkLB2yhRLf1jbtnIdtWFDifF/TJz4effuO+fPVzbVGk1I69YpR48eXrtWbgZERsq1g6urb61acTt3Htu40bKrmz2s4lthbdrIdfTGjcai2XMUh1atmtix45IJE0q/q9KQB1/Z1/fkgQMXT58u3p+RkvJxhw7fPvpoQU7OVd/obo5cKJeiuAMrV4qi6I/F0XXrim/mZWbG/POPvJ6h5pO16pSvpmaLFsoOhXU8AgKUaMvm2bOP/fOPuE1UN3+bhBV3CgAAAAAAAGUHGRcAAAAAQGlV9vXtPGqUbGz79deEvXuVzkY9e7p6eJPwdQAAEABJREFUe2+fOzdmyxbLyEOrVu347bdL587VbN7c0hlqDk9snTNHrgMjIpTOGhER+Tk5B1au9AgIqBoUJG6SrblwyPmkJGVT7qFO585Jhw+v++47S+bjTGzsH598kpWeHnTdSjMldlUaGhubloMGyeNf9v77eVlZSmfuxYsL33orOyPDr04dm2LlWIqr1b69vJjyGi7/+GNdbq7SeXjt2r+nTZONpo88Unzw8W3b1k+dqpxOzoULi956S56LHFPJPDmRNad8VfLAvIKDS0xXdGuaPPywUptn0dtvZ547J24HrZ2dXF84fdpy3Urjlu8UAAAAAAAAyg7mKgIAAAAA3IQmDz98cNWqhL17l7z77oi5c23s7TW2tl2ef37h22//NGpUYGSkWqstyMtL3LdPDu4zYYJ79eqW94a2aaNSqbLS06vXq2fn5KR01oiI2Dpnji4vT6lKcrOq+PufT0r64emnXb28hnz3nZOHx31Dhybs2bNh+vTojRsrubnJMSf27NEXFDTp169+t26l35V90RFeX0SvXgdWrDi2efPXjzyizEB0OjY289y5anXqdB0z5lrvsndx6fPee7+OHbvjt9/2Ll3qU6tWxqlTSomRjs89V2LWp6qBgeumTt02b55HjRop0dG63NyAiIiOI0ZYBtzyKV9LWNu2W375JffSJa2NjbBO3wkTpvTvLy/IgjfeGPzttyq1tX/ZxsXDw9bRUV6ryf36ufn6PmlOBZXGrd0p3BbDhg0TAAAAAAAAVqOOCwAAAADgJqhUqofefltrb5+WmPj31KlKZ72uXZ+dPTu4efMLp08n7NuXmZZWp3PnYbNn17v//uLvdaxc2b9BA2HOtVg6LQVdQs0FP27W/S++WDUwMC8rKyM1VX6u7PEKDh45b179Bx7Q5+efPHDgTFxcQETEIxMn9njttZvdVWnY2Ns/9f337Z55xsHV9VR0dPKRI5V9fLq++OKT06bZXrc0SI1GjUb8+mudTp1cfXxOHT0qBzfq1evZn39uN3RoiZFN+vXr/8knfrVry3PxCQnp8sILj0+ebFepkmXALZ/ytdRs3lyXm3u8WGGeWyZvet/33pONuJ07N0yfLqwmv3u93nrLwc0tPSUlPTm59G+85TsFAAAAAACAMkJVYrpuSfYYzHQ6XX5+/oJdCydt+Fr+R8wN724QAMyUPzimPyd6g16nK8gv+Pj3jzfFmCaYf7hp36EdnhEoJjMr06lSqf4KLHBV+QX58n+GbLTW/h3ie87ImaNjTh+XjcERgzrV6mRnb2drb2tjZ2tja6PRatQajVqtlldG4G6buW7mzPUz3exdv+k12b6Ira2tjY2NVqtVbhN3Cvc6o5ny7wgFBQXpFzP/2mv6AXVfo1Cvys4CV2O5aFKBWdwz/fUZ6TX6P+E/YLAASmftlCkbZ8zo9vLLzQcOFMDl9DnZWx7tKRv2Q55zanWfnZ2drZn8JURjxq+LuBct33IwKzffy8UuyNNF+dVa+W4rX2y1uRYUX2wAAAAAqLCo4wLgDko9e/r5t1/ctne7pSeiaxNlWbV+tQBK4cDRg4+OGpSZlWnpefOTt5Vv0bzf5wsAAAAAZd60adPGjx8vAAAAAAAArKMVAHBn/PHXik++/exi5sUHu/QQwC35bNrncxb9KgAAAAAAAAAAAABUeGRcANwpy9f+cTHzogCsQMAFAAAAAAAAAAAAgIKMC4D/VHBgzePxsbLh4+UjAAAAAFxXp1Gj5CKAe1yPHj3y8/MFAAAAAACAdci4AOXfqDee37J7q2wsnbF494Fd67duOBB1OMDPv2WTlo8+NMDRwbH44PyC/OVr//h7y4bj8TH5uoK6oXWbNGz8SM9+tja2xYfFxB3/ceHs6NjoU6dTHewdqvtWq1+rfp8Hevv7VZevxifG9x32iGXwK++/KtfjRr7Sv+fDoUGhx+NjtRptcEBN5dXz6Wk/Lvhp1/49p86m6vU6X0+f0KCQB+9/MLJexA1P7dz5c0tWLdu2Z9uxuJgqbu5hwWEdW3fo3KaT8uqu/buGjXtONto2a/3lu18oncvW/D7+swmyERIYPO/bwhoh8vrIqyQbLSNbTPlg0rzf50/8+n9y8+XhYx/o8MAPc3/Yc2DfmbQzjRtEPty9X0S9Rtc5pBnzZk6Z+Y1sjB/7jpeH5+9rl+87vF9eveYRzR/r3d/Pu5oyLDc/r+WDrWUjvGaYvDKffPdZ/Mn4qu4er4x4WR5D6W+ElHo29bffFxyMOnQ05miVyu5hNcMHPzyoTmjt4mOysrN+XTpv14FdUTHRgf4B9WvVG9T3cQ93j+JjNm7fNP/3BYkpiWfOna3iXqW6T7Vmkc36du3t7ORsGXMLNyv9QnrH/l3EdS2ftcTX269E58IViz+Y9KFlU9nJb9/+GhwYXHxYcmrSrN9m79i308bGtkmDxoP6PFpiV0mnkuf9Pm/vwX0pZ07VCg5vXD/ysT6PXnkZAQAAANw5vr6+AgAAAAAAwGpkXIAK5JvZ365av1pp77uQvu/I/iWrln717hc1awQpneczzo+d8PL+Iwcsb9m0Y5Ncfl/z+3svTwgNClE6N2zdOGbCS0ajUdnMzslOS0/bd3j/8rV/TP/fd4H+gdc5hmaNmqWdT6viXkXJ1qSkJg8Z88y58+csA6IzL0XHHVv+14qPXv2gS7vO19nVoejDL014+UzaWWUzMyszITlx9YY1K1r8+c6Lb7u5uDaq20iuMy5e2L5vV15+np2tnRy2+8AeZXxM/PELly66OrvI9lZzBkhq06x18Y9IOZPy9EtD4xPjlU159eTy7KBhzz42VNzItj3bVv69yrJ54uSJpauXygPr0rZT8WEXsy6N++BV5SwSk0+GBpoucilvhDR36dyvfpgiz07ZlPfiZErS2k1r5dW7/77CZMneQ/te+eBVeY+UTblbufy+9o93x77Tpmnh+X75/aTZC37698RTU+Syfe+Ov//5+7uPv3GwdxDW3aw7ZNf+XVN/npZxIUPZjEuIW7VhzazPf1CyVtJvyxd89t3nBboCZXPr7m1yWbl+1cQ3Pg6oVkMAAAAAAAAAAAAAuHeoBYAKY9X61R7uHv179e/eoZu9OfCRkpry8ZSJyqtGo/GtT95RchV2tnZyzKO9B/h4mmYUiok//soH43LzcpWR38z+Vg6u5Fjp+WdGfzXh8w9eee++Fu2EOZkxeebXsuHm6jb8iWctOYOu7e+Xm3VCa8l2z07dv/3o6/dfnqC89NOiX5TMxGN9Bn706gdfjP/sib6PKwfz2dTPc3JzrnUu8rNefu8VJRriXdVrQK8B8oDt7OyFOYLz6dTPZEOj0SgZjry83D0H9ypv3LF3h2Un2/dsVxrbihodWnco/ilzFv2am5v7UNde8vD8iqqDLFi+UJTCyr9X2WhtOrftJI/Ny8NT9uTk5Hww6cPzRVkThbwF8iwcHRx9vX0j6jWSN6j0N+JEUoIl4FIruNbjfR4NDw5XXhr/xXunzpySDZ1e9/HXE5WAS1CNIHkirRq3lFcm40LGO59NuJR5SfannU9TAi4hgcGvjho35YNJb/3f60ra5mDUoQV/LBJW3CytRtusUdPrL7bmb2MJ4cFh8mtj2RzyyGC56e5WufiYv/5Z5+FeRR5Pry4Purm4yp6MC+mWsE5KarIl4BJpKt8ysG5YHeUyKnV6AAAAAPw3du/e/ffffwsAAAAAAADrUMcFqECq+1b7adKPLk6myiVP9Bv06OjH9Xr97oN7du3f1bhB4392/rN19zb5kp2d/fT/fVs3rK5sPzPg6aHjno09EZeYfHLG3JkjBpum/jlxMkGunSs5tW3aOsjfVAOmfev2i1csDg6oGRIUKjcru1Ye9ugzew/ule+Smx1ate/UuuNVDykxOVFpNG3YpFXjVmq1ul3ztkEBNd3dKgdVD1DKh1zVTwvmnD53RjZqBgRN/fhbdzd32e4f/cjQV4bn5eWu+OvPnh17NIto2rpZ69/X/iHMVVVaRDY/cfKE8i7F3sP7urTrnHr2tDxBuVk3rE7Vy6fv0Wq03338jbxust23W98+z/STjbT0tIwLGW6ubuK6NBrNzC9+qB1iSvaMeOLZJ/7vSfnplzIvLfhzsbw4xUc2qtvw83c+c3FyViI7pb8RM36doQRcHujQ9f2XJ6hUKtl+94v3l65aaqPVrt+yYeBDA1b+vTom/rgwVdBp+u1HXyuf+MdfK9765J2MC+m/LP712UHDEorugndVny5tOythkYa1Gx44eiCoRlBwQLA1N8vZydnyuTelTmhtuXw3e6qyOajvY/J7VWKMj5fvj5/PcDDXBFq2pqEyC9WRmKPKqz/MnaUEXEYOee7pAU8pne9/9eGiPxdv37tjx94dTRs1FQAAAADuvN27d6ekpLRv314AAAAAAABYgTouQAXSu1tvJeAihQQFW+apSTqVJNdrN/6lbPbv0U/JVQhzRZZRQ0Yq7Y3bNhW+N9AUekg9e7rfsP4PPvnQe19+sHrDmjbN2jRp2ESJR5ReUI3CiY1eeHtMp4FdX3n/1blL54YE1mwZ2cK3qG7KVa35Z63SkIenBFyEOaQiD15pr9++Ua7lfjQajTCVb9kp17uLqrkEB9aU632H9gnTNED/KJ1tm7ct8Sl1wmorARcpoFoNu6JyIxfN5U+ur1XjFkrARXKq5NS760NKO8mc+ylu4EMDXJ1dVCqVUu6l9DfiyPEopdGvW18l4CKNfnLE8h+Xblz4t9yt3IyOKxzTLLJZsWNrqTSUcw8qmqxq045NHR7p9Pjzg7+c/lVCcuJ9LdvXC69nCa/c8s26c9o1b6sEXETR11LKys5UGlHHo5VG04ZNLG9pEdlcaWza+Y8AAAAAAAAAAAAAcO+gjgtQgfhW9Sm+6ePlrTROnUmV69jEeGUz1FyLxaJWUVAjNjEuNz/P3tbupefGvvD2i8o0N0mnkuWyeOUS2e7UptNbL7zu7OQsSm1Iv8Hb9+44Hh8rzLPMrP3nL7nIdnjNsA9ffT+gesBV3yU/OiU1RWmH1Qwr/lJ4cOHm8bgYua7kWKllZMtNOzZFxx1LPXt698HdstPLw7Nnp55fTP9Sdl64dHHrrq3KW9o0a13ig6q6Vy2+Kfem1E3R63XiRny8fC/fLLraZ0+XGBngV6P4ZilvhI1Gm5hUWFjFq6qnZZgl8aNITEpSGpO+nywXcTllDiM3F9dxI1+xTN9z5NgRucxe+LNWox3+xLAhDw9Wq02ByFu7WekX0jv27yKua/msJbeWkvHx9La0bW0KE0j5+flKI+5k4ZUc/H9PiascWIYAAAAA8J/w9fW1tbUVAAAAAAAA1qGOC1CB5ORmF980GlXFN+3tCiMCRvl/V6PX640GgzDNYtNgwbTfBvd7wt+vevEBazetfeWDV43Gq7/9qqq4V5n95aw3X3i9Xnjd4v1RsdHDxj13PuP8Vd9lb29fbOvqH2cwGpSGJbmybVMADn0AABAASURBVPfW7Xt3CHNVj8YNIpTOf3b8s3XPdmFKS/iEXZ4pkWxsbS7b1N5ELjA7O6v45nUuS4lpj0p/IyxycnPFNRgMenFtZ9LOKgfWv+fDv34zp0fHbsUr8ej0uikzv5n+6w/K5q3drDuq+H8lV6su+z7L8zLor3fuaefTBAAAAID/RI8ePYYMGSIAAAAAAACsQx0XoAJJuHyWnNQzp5SGn4+phIafl+8e81Q+MXExouO/w47GHFUawYE1LdPWVHX3eOGZ0XI5k3Z2+94dG7dt/OufdbJfto/EHK0TWluUmr2dfZ8HesslMytz94E92/ZuX7JqWV5e7rnz5/74689BfR+78i02Whtfb1+llEt07DHvqv8W87BMTxMSGKI0TBkXc/mSecvmp2eky0ZEvUZhQWFurm4ZFzJ+XjhHfpbs7Nym45UfpLo8NnFTTqYkFd9MPVNYvqXaFQVLtNrLkjSlvxE1qvvHnoiTjZTTyTWL5hs6evzor4vnBvgH1A2t07RRU1+vwuI9rzw3dkCvAeLawoJCJ7z8rtFoPBYfs/fgnj/WrTwcfVj2z1n0y9CBTyulXG7hZmk12maNmorrsi2aBOo2kveuul/1uATT9fn1mzlXBpgAAAAAAAAAAAAA3FvIuAAVyNLVy558ZLAyl1Dsiditu7cp/dV9TOVYWjZu8fvaP2Tjt9/nd2rbsW6YqVZHxoWMKbO+Vob17NRTmEIkUT8tmpOQlOhgZz914reeVar27NRdLk+NfWbf4f1ywIVLF5TxWk3hTxi97uoz+2RlZ30+7cvE5MQTSQnzvv3F3c29XYu2cnF0cJw5b5ZpVxevOZtMq8Yt5y9fIBvy8OqF1XGvXEW2D0UflgdfeLSdeygNLw/PumF15EvRcceUnoh6kWq1unH9xms3rbV0tmrSUtxW+47slxekYZ0Gsp2dk71k1TKlv7pftRIjbW0uy7iU8kZI/r6FGZfFfy5t3aS1ksiZt3T+8r9WyMajvQc0bdS0ZZOW8/9YKDc37dhsybgsWbnk+7kzA6sFtGrSQnau3rBm1YbV8SdPtGvW9oVnRocFhcql1/29Wj3UVpiKxOTk5ecZDIZbu1ny+/btR1+LW2WjtSnQFQhTURn9zb63deOWSsblnx3/WDIu4z+bcOjY4cDqAX0e6N0isrkAAAAAAAAAAAAAcI8g4wJUIOkZ6cNfHdmuZdvklKS1m9fl5efJztohteqG15GNts3bBlSrcSIpITc/b+jLwzu17ujq6vL35g2nzOVeggNrDuj1iGz4ePlu2LoxO8c07dHIN0Z3atPJ2cl5666t+48ckD0ajaZ2SGERF2dnZ6Ux67fZcYnx4cHh7VveV/x4KjlWOpF0Yu+hfbI99JXnenbqFlg9cN/h/cvW/q4MaFCn/rXOpW+3PstW/y5PIfZE3OPPD76vZftLly5aTqpf9z7Fa8m0adbmkLkkiTBHXqr7mlImkfUard20Vul0c3GNqBchbrcxE17q3/ORS1kX/96y8dRpU9UZOzv7rvfdf/13lfJGSI/0fPjvLetlY/3WDY+NGtS0YZMDUQeVpJGN1qbvA31M5960daB/YHxi/Nbd20a8PqpXlwcTU07+tPDnzKzMlNSUzu06yzEuTi7Kfk6cPJF+Ib1V05bpFzL+3vy38inySiplY275ZllD3pqz58/JxgdffRBYPajX/T0DqgeU8r0P9+z706I5RqPx61nfpp5JbRHZYuvurcvWmA44ISlh9JOjBAAAAID/xLRp01JSUsaPHy8AAAAAAACsQMYFqEDat7xv/dYNR48ftfS4u7mPH/O2jXmuHAd7hw9f+2DcB6+eTEnKy8/7Y90Ky7CQwOD3X35PGebq7DLxjY9e/fD1rOys7Xt3yKX4R7w0fKybi6vSrhNSZ+Xfq2QjOu6YXAb1faxExkUaP+ad/xs/Jj4xPj4xbtKMKcVf6tKuc5umbcQ1hAaFvP1/b3445WN5GKlnT89dOtfyUsfWHUY9ObL44DZNW307+zul3TyisHRH4/qRlgFtm7XVaDTitmrcoHFcQtzUn6dZeuRHvPN/b/h6+V7/jaW8EVKzRk1HPzly8kxTlZSo2Gi5WEaOGfpCoH+gbKjV6k/fnDjm3ZcSkhO37dkuF8sYeaF6duouG80jm40Y/Nw3P34r28vW/K6kQBR2dvbjRr6stG/5ZlmjXq1668xpm43b/5FLwzoNSp9x8fOu9vnbn775ydvyS7JwxWK5WF568/nX/P2qCwAAAAAAAAAAAAD3DjIuQAXSpW3nJ/sPnrP41+17dzjYOYTWDBk34hXvql6WAeE1w377bu7K9av+3vx3THxsTl5uvbC6zRo1ebhnP0uuQpjnCVr0/YKfF/68+8CelDOpBQX53p5ewQHB/br3jSxWDaVfjz7HTxxfuWG1rY1N7ZBaIYGhVx5Sdd9qcybP/n3tH6vXr046lXTh4gXPqp5+3n4Pdu7RsU3H65/OAx26Nm3YZNma37fs3hZ74rirs2tYcFinNh07tS75xvDgcB8vX6WSSqN6jZTOmgE1K7tVTs9IF6ZCL63F7RbkH/jhuPd+XDB70/Z/LmVl1vD1H/nkiMjSVYsp5Y2Qnuw/pG5Ynem/zkhOTUlPT5NXL8g/qH/PR5pFNLWMCfQP/PGrmTPnzY46fjQ6LibjQrqjg+OjDw14auBTyvRG0jMDn2rdtNWchb9ExUWdOp1qZ2fn7eFdv079xx4aWM3HTxljzc26ZS88/Xx2Tva2Pdu9PDxrh9au4u5+U29v16LtzM++/235/Jj441Gxx/LycuU34blBz/bo1E0AAAAAAAAAAAAAuKeojEZjiS7ZYzDT6XT5+fkLdi2ctOFr+Rx0w7sbBAAz5Q+O6c+J3qDX6QryCz7+/eNNMf/Izoeb9h3a4RlRlox64/ktu7fKxkevfnD/fV0E7qQZ82ZOmfmNME8k9OrIVwRghZEzR8ecPi4bgyMGdarVyc7eztbe1sbO1sbWRqPVqDUatVptCSrhLpq5bubM9TPd7F2/6TXZvoitra2NjY1Wq1VuE3cK9zqjmfLvCAUFBekXM//aa/oBdV+jUK/KzgJXY7loUoFZ3DP99RnpNfo/4T9gsKiQjm7Y8OuLLzbs2bPPu++Ke9+h1asP/Plnwv799pUqdR49eueCBfG7dj37009+deoIK6SnpHzRo4dPePhzv/xyrTEFOTnb582T/07SZsgQpWftlCkbZ8zo9vLLzQcOFLfbHd35nSP/AB5es+bY5s3l4/t2Vfqc7C2P9pQN+yHPObW6z87OztZM/hKiMePXRdyLlm85mJWb7+ViF+TpovxqrXy3lS+2/FbLMXyxAQAAAKDCUgsAAAAAAHAzYrdv/+3VV6M2bHCqXNnOycnW0VH8h/YuW7Z60qScCxcEru1MbKy8R2kJCQIAAAAAAADlBXMVAQAAAABwc07s3i3XbZ58svPo0UqPs4dHbmamR0CAAAAAAAAAAHBnkHEBAAAAAODmFOTmynVlX19Lj094uABwDcuXLz937tyQotm1AAAAAAAAbg0ZF6D8m/LBJIH/ylP9n5SLAAAAqKjOnTixc8GCuB070pOTK/v5hbRq1WbIEAdX12uNzzp/fusvvyTu25d6/LhvWFhgkybNBw60q1RJefWHp59O2Lv3ia+/Dm7Rovi7/vr22w3Tp3caObLt008rPanR0bsWL5b7uXT2rH+DBmHt2jXq2VOlLpyfN3rTpjkvvNDlhRc8AgP//u67/Ozs0DZtHhg7Vtw8ZVdKe9kHH8ilfrdu/d5/f+awYfG7dj37009+depYjnzCnj37li07tHZt0qFDHgEBwc2btxw0yNbBwbI3g16/a8GCw2vXpkRF+YSFhbZuHX7ffdc/gMl9+56Nj5eNf378US73DRvWYfhwy6vJR45snzfvxK5daq3Wr3bthj17hrRsWfztury8nQsXxm3ffvLgQTcfnxoREc3693evVk2Uwg13Lu/m2q+/Prl/f8apU541a1Zv0KBpv35VatSwDFg7ZcrGGTOenDZN7mHHvHknDxywsbev2axZy8cfdysWGCrlccp7sWfRIvnNybl4UR5Ptfr1mz3yiFOVKsqt2bVwoWzIj3g7IiKwcWP5oQJ3T4qZAAAAAAAAsA4ZFwAAAADA7bF36dJlH36oLyhwcHPzCglJPnLk9PHjMZs3D501y9bR8crxh1avXvree3lZWXZOTl7BwSnR0XE7d+6YP7//xIn+DRvKAfW7dk3Yu/fQmjUlMi4HVqyQ64Y9eiibq7/66p8ff5QN56pVq/j7x2zbdnT9+p3z5z8+aVIld3fZrzIPSzl6dO3XXxt0OmFOY4hbUqV69Q7Dh8du3y4PrNZ99/mEh1cNCrrW4E2zZq0xH4NHjRopUVGJ+/bJAxs6c6bWzk4ZsPCttw6uXKlSqXxr1bp45szqSZP2LV9+/QNo+sgjsdu2RW3YEBAZGdSkiXKhFPv/+OPPTz9VqdW+4eGpsbHnV606uGrV0z/8UKNRI2XAmdjYX8aMOX/ypMbGRo7JPH9+65w5OxcufGDMmCb9+l3/c2+487Px8T88/XR2RoaNnZ28LBmpqXLn2+fN6zhiRJvLq3fE7969ZfZsoVJ5h4aePXFi29y5+1eufOb77y1XsjTHKb88v736qlqrreznVzUgIGHfPnlT5E0f8t13crehrVtrtFr56W4+PhG9erl6eQkAAAAAAADc+8i4AAAAAABug4xTp/743//0BQUPvPRS84EDVSpVXmbm7x9/fGDFir+nTbv///6vxPicCxf+mDgxPzv7wTfeiHjoIbVGYzQat86Zs/Lzz1d88smzP/2kUqvr3X//n59/fmTdup6vvaaxsVHemLBvX3pycs1mzVzMwYX4Xbv++fFHNx+fh8aPD2rSRPbIfcrP3b98+YYffuj28suyx2h+46HVq4ObN+86dmxedra2aG9XituxQ659wsKuWn7GIyDgvmHDcjMzE/buDWnVqnHfvuLa1k+d+uiXX4a3bSvbuRcv/vDMM6eiovavWBHZu7cwp0YOrlzpGRQ04NNP5W6FuTDJgtdfF9fVrH9/lRBRGzZUq1tXHknxl5KPHGk9eLBSOEd+3Lxx40yxj4ULLTGUPz/99PzJk3IPHUeMsHd2lj1ywMI331z52Wdhbdq4XDcIcv2dGw2Gpe+9l52RIXd+/wsvaO3tZae8cYvHj18zaZJ/gwaWY1AuizyAVoMGae3s5E1f+NZb8kuycebMvu+9V/rj3PLzz/I7M3r+fKVOjLzpa6dM2TZ37sYZMx75+OPwdu0q+/ltnzfPuWrVElcJd0VkZGRISIgAAAAAAACwjloAAAAAAGC1A3/+mZ+T07BnzxaPPqpSmSqn2Dk5PTBmjKObW2p09JXjt82dm5We3nzgwMZ9+6o1Gtkj39Xy8cfrdOqUcvTo4bVrZY+9i0t4u3a5Fy8e27LF8sZDq1bJdb2uXZXNDd+jHgmTAAAQAElEQVR/L9f3jxmjBFwkW0fHh95808XLa8dvv106e9byRhs7u4c//NA0h069ej7h4dc6kVnDh8vl1NWO+WY17d9fCbgo56IEYpKPHFF65OHJdbdXXlECLlJYmzY3rKdyHX61a3d54QUlmiM/rs1TT8nG6WPHlFfjduyI3b7dt1atbi+/rARHpJrNmrV96qmCvLxNs2ZZs/PDf/2VuG9fjYYNu48bpwRcpNodOijzKG384Yfiu6pWp067Z55RitnIm976iSdkI6XospTyONOSkuSbbYo+S970Ds89Jy9m4z59BMqeyMjI9u3bCwAAAAAAAOuQcQEAAAAA3AaJe/fKde2OHYt3VnJ3f3XdusHffnvl+FNRUXIdWBRMsQhq2tTyqlTvgQfk+og58iIZ9PpDq1fbOjjU7dxZ6Tm5f79cBzdrVnwnGlvbgIgIObh4VMWvbl0HNzfxH6oREVF806lKFbkuyMuT65yMjJMHD8rjUc7Xor75fG9N0OUXwSc01PRBFy8qm6eOHhXmC65SX/afAmqa33XDTM/1d342Lk6u6xTdFIt6XbrI9enjx4t31oiMLL7pUrWqXBfk5t7UcYa0bGnQ6b4bNOivb7+N3b5dvt3e2bn5gAElricAAAAAAADKE+YqAgAAAADcBpfS0kRRXqE00hIT5fqXF1+86qvnk5KURmjLlo5ubkf//rsgN9fG3j5my5as9PT63brZOjrKVy+kpiqRkQ+KyqWU3M/Jk5Z2pcqVRSlM2LNH3CbOHh7FN9Va07+DGw0Guc5ITZVrV0/PEm+pUr26uFVO7u7FN5XZnQx6vbKZZr6km2fPlsuV7z174oSwYufnEhLk2sXbu8S7KlWporWzu3jmTF5mpp2Tk9JZ8rKYq/gYzJel9MfZ5fnnzxw/nnrs2Ibp0zfI/7phbx/WqlXT/v0DGzcWKHtSUlLy8/MDikoWAQAAAAAA3BoyLgAAAACA20BrDj3crICICM3V3uhalJaQrzbo3n3rnDnRGzfW7dLloHmiovr336+8qkyKZOvgUL1+/avu375SJUtbZc5S/JfU6msWT1WOXCjrYuT5qq7oLCWV+nq1WpXdeoWElEir3JadK8EdY1FOpbjCiaiKXXz1dW9EKY/TxdNz+M8/H1m3LmHv3vTk5NPHjx/+6y+5tBkypPPzzwuUMcuXL09JSRk/frwAAAAAAACwAhkXAAAAAMBtULl69ZMHD148e9a3Vq3i/Qf+/FOlVoe1aVNivHu1amfj49sPH37Dwhv1H3hg65w5R9evD23TJurvv52rVg1u0UJ5ycXLy8bOzmAwPD5pkuaWQjZ3i7O54E16cnKJ/gunTxuNRnEHVPbzk+u6nTq1GzpU3G5V/P3l+tKZMyX6s9LS8rOz7Z2dbR0cROmU/jjVWm3dLl3qmqdDkg6sWLHwrbc2zZrV6MEHPagXAgAAAAAAUB6pBQAAAAAAVnM3T7IT9fffxTsLcnKWvf/+sg8+uLKiSZh5dqGoDRtK9P8xceLn3bvvnD/f0uNXu7ZXSEjM5s1H1q7Nz8mp17WrMumPolbHjrq8vOh//im+E6PBMPXxx7/q3fvkwYOiTKrk7u4dGpqXmXls06bi/YfXrr3xm2+p0IsSM4reuLFEhubQqlUTO3ZcMmGCsIK7OZhy5cEfWLlSrms2ayZKrTTHef7kycl9+84cNqz4gPrdugVERoqi5NAtl8MBAAAAAABAmUXGBQAAAABwGzR44AFbB4e9y5btXrRI6TEajX99+21+To58SWtvX2J8o549Xb29t8+dG7Nli6Xz0KpVO3777dK5czWbNy8+uGG3brmXLq39+mvlg4q/1HrQILle/cUX50+eVHoMev2fn32WfOSIWq2uVqeOKKsie/eW6xWffCIPVemRl2LjzJk3fKONnZ1cp6ekiJtRNSioTufOSYcPr/vuO0t85Exs7B+ffJKVnh50o2o611erffvKvr4Je/cu//hjXW6u0nl47dq/p02TjaaPPFL6XZXmON2rV1ep1fG7du1fvtzyxuTDh1OOHpUNj8BAudaar9KF06ctx4O7aNiwYUxUBAAAAAAArMdcRQAAAACA26CKv3+PV19d8t57S99//6/vvvMMCsrOyEg9dsy9WrXOo0dfOV5ja9vl+ecXvv32T6NGBUZGqrXagry8xH375Et9JkxQqsJY1OvadfWkSRfPnPEODfUJDy/+kndYWLP+/bfPm/fNwIHV69WTPXLY2fh4exeXAZ98olKX3b/a0aRfv9itW6M2bpz6+OPypPJzctISEup07Hj4r7+u/0Z388RAh9es+SYhIahZs64vvihK576hQxP27NkwfXr0xo2V3Nxkz4k9e/QFBfJI6nfrJqwgr3af9977dezYHb/9tnfpUp9atTJOnbp4+rR8qeNzzwXeZICmNMf50Dvv/PD00/L7s2P+fFtHR6PReGL3boNe32H48Mq+vnKAi4eH7JfHMLlfPzdf3yfNaRsAAAAAAADc06jjAgAAAAC4PRr27PnMjBlBTZtqbWxO7t9vNBhaPPro0Fmz7Jycrjq+Xteuz86eHdy8+YXTpxP27ctMS6vTufOw2bPr3X9/iZEuXl7BLVuKK4q4KLqPG/fwRx95h4aejY9P3LdPrdE0699/5Ny5VYOCRBkmj3PgF1/0fe+9ms2apaekOLq4dBo58pGJE2/4xhqNGrUcNEhjY5N67FhWerooNa/g4JHz5tV/4AF9fv7JAwfOxMUFRETIT+zx2mvCavKoRvz6a51OnVx9fE4dPWrr4NCoV69nf/653dCh4iaV5jir1a0rxzTo0SM3M1Pe9OwLF2T7sa++uq9oAiOtvX2vt95ycHOT11aZvQgAAAAAAAD3OlWJ+a2FuZq0wUyn0+Xn5y/YtXDShq9VKtWGdzcIAGbKHxzTnxO9Qa/TFeQXfPz7x5ti/pGdDzftO7TDMwIArDZy5uiY08dlY3DEoE61OtnZ29na29rY2drY2mi0GvlUTK1Wy/+BFrjbZq6bOXP9TDd71296TbYvYmtra2Njo9VqldvEncK9zmim/DtCQUFB+sXMv/aafkDd1yjUq7KzwNVYLppUYBb3TH99RnqN/k/4DxgsAMBq+pzsLY/2lA37Ic85tbrPzs7O1kz+EqIxKzu/Lk6bNi0lJYXpilAay7cczMrN93KxC/J0UX61Vr7byhdbba7OxW/XAAAAAFBhUccFAMqJnkMeiujaRC6xJ2IFAAAAAAAAAAAAAJQvWgEAAAAAAAAAAAAAAACUbWRcAAAAAAAAcAf16NEjPz9fAAAAAAAAWIeMCwAAAAAAAO4gX19fAQAAAAAAYDUyLgAqqKzsrF+Xztt1YFdUTHSgf0D9WvUG9X3cw91DeXX1xrWvfvia0n7v5Xe7d+wmG6fPnXlk+IBLmZdk+6n+Q0Y9OVIZsGbT2jUb1sYmxqWcPlXVvUoNvxp1Qms/8uDD7m7uyoB3v3h/6aqlsvHTpB8LCgp+Wz5/1/7dVd2rNmnY+Il+j8thq9avXr1xze4De/z9qjeq23D448McHByV94564/ktu7fKxtIZi3cf2LV+64YDUYcD/PxbNmn56EMDHIuGXYvBYPh9ze8bt/+z/8iBym5udUPrPtS1V4Pa9QUAAAAAAAAAAAAA3FPIuACoiPYe2vfKB6+mpacpm/uPHJDL72v/eHfsO22atpY9Xdp22rzjH9kj219+P6lV45Zurm7vffG+EnAJCQwe9vhQ5b3Tf/nh29nfWfacdCpZLpt3bVm9cc2cKT852DsU/9zffp+/Yt2fer1ets+dP3f0+NF/dm6uF1Z36eplyoBD0YflEpd4YtKEL1QqVfH3fjP721XrVyvtfRfS9x3Zv2TV0q/e/aJmjaBrnWba+bRRbz4fHXdM2TyfcT72RNzyv/547olnn+r/pAAAAACA/8Tu3bsvXrzYvn17AQAAAAAAYAW1AIAKRqfXffz1RCXgElQj6LE+A1s1bqnRaDIuZLzz2QQlxSK9/NxLPp4+siFHfvXD5KWrlir1VGy0Nu+9PMHWxlaYcyrT53yvjO/YusNT/Yd0bX9/JcdKcvNEUsI/OzeX+Ojf1ywPDQwd1PexNk3bKD1xCXFLVy8LCzJ1Nm3UROncvHPz3kP7Srx31frVHu4e/Xv1796hm72tnexJSU35eMrEa5+omDpnmhJwqexWudf9vR7o0NWpkpNer58y85t9h/cLAAAAAPhP7N69e8OGDQIAAAAAAMA61HEBUOGs/Ht1TPxx2WjWqOm3H32tdP7x14q3Pnkn40L6L4t/fXbQMNnjVMnp3bFvDxv3nGwvXb3sr83rlJHDBw0LDQpR2iqhemXEywnJJ6q4VRnyyGCl87Npn89Z9KswZVBOlfhoHy/fHz6friRUnntt5Pa9O0ydnj4zPv9eqfjy1NhnlPRJUmpSRL1Gxd9b3bfaT5N+dHFyke0n+g16dPTjer1+98E9u/bvatyg8ZWnmXI6ZcEfi2TDw93jt+/murm4yvbJlKRHhg/Iy8/7ZvZ30yZ+KwAAAAAAAAAAAADgHkEdFwAVTnRclNJoFtnM0tmqcUulsWnHP5bOxg0aP9H3caWdmZUp1/Vr1Rv88BOWAVXcq/Tr3mfssDFDHhmcl5+3fc+Ob378dtue7cqrOTnZJT66TdNWSsBF8qxSVWm0bNzcMqWRj5dP4XuzS763d7feSsBFCgkKVuZUEqbZkZLE1UQdj1YatUPClYCLMAdlAv0DZWPX/l0XLl0UAAAAAHDn+fr6BgQECAAAAAAAAOtQxwVAhZOYVBgKmfT9ZLmUeFWZw8jiucHD/9r8d3JqsrL53ssT1OrL0oH5BfkLli/8c/2qY7HHCnQFxV9SqVQldu7l4Wlp29raKg1LrsXUaVOYgDEYjSXe61vVp/imj5e30jh1JlVczcmURKWxcfs/EV2bXDngfHqaq7OLAAAAAIA7rEePHgIAAAAAAMBqZFwAVDgGg/46r55JO2s0Gi3xlBNJCaln/w2RbNi28fE+j1o2c/Nyh70y/FD0YdnWarQR9RrVDat7Lv3cir/+lD0qTclaWVqtzZWfaKO1FaWQk3tZZRd5jNcfrzcYrj8gLeO8UtMFAAAAAAAAAAAAAMo+Mi4AKhzforoprzw3dkCvAdcZmV+Q/84n4/X6fzMx38z6plXjFpZoyPzlC5WAS4vI5h+99oEyl9DUn6crr2rUt3M+uITkk8U3U8+cUhp+Pn5XHe/rWXiandp0+t8bHwkAAAAAuEtSUlLy8/OZrggAAAAAAFjpdj5/BYB7QssmLZXGph2bLZ1LVi7pMaTX6DdfmLt0rqXz+19+OBYfI0wTA/m2iGwuG7n5eW9/9q5Or1MGRMVGKY1mjZopARej0bj74B6l88q5iqyxdPWyS5mXlHbsiditu7cp7eo+1a86vmnDJva2ppmPDhzZn34hXek8kZTQoX+XYeOe+2jKRMtZAAAAAMAdtXz58lmzBi+XRAAAEABJREFUZgkAAAAAAADrUMcFQIXTpmnrQP/A+MT4rbu3jXh9VK8uDyamnPxp4c+ZWZkpqSmd23VWhh2KPjzztx+V9ivPjQ0OCOr37MC8vNzD0Yd/+GXGs4OGyX5Pd09lwKz5s41Gfe2Q2otWLtm1f5fSmZ+XL26f9Iz04a+ObNeybXJK0trN6/Ly82Rn7ZBadcPrXHW8e+UqD3R4YPHKJWfSzj790rABvfrbarU/zv8p40K6PEI/bz+thv8JAAAAAAAAAAAAAHDP4AEngApHrVZ/+ubEMe++lJCcuG3PdrlYXurYukPPTt2FMkvRZ+8qsxTdf1+Xds3bysazjz0zacYU2fh+7ow2zdvUDqnVr0fvpWt+z7iQLpevfpii7MTRwTE7J1s2ThVNJ3RbtG953/qtG44eP2rpcXdzHz/mbRutzbXe8uLQF86cO7N515YTJ098PGWipT/QP/DFoc8LAAAAAAAAAAAAALh3MFcRgIoo0D/wx69mDn54cLNGTd1cKwtzMOWZgU+998oEZYKh736aFp8YLxturm4vDRujvOvxvo/VDAiSDb1e/9Yn7+Tm5/l5V5v95cz77+vi4+kj+6u6ezzUtddv3/7iVMlJbm7ZvS03L1fcJl3adv7xyxnys+QhyY9r16Ltz5NnBwcGX+ct8jC+mvDFS8+Oad/yPl9vX6WzR8duX38wWZlZCQAAAAD+A8OGDRs/frwAAAAAAACwDnVcAFRQLk4uLzw96lqvPv/UKLmU6NRqtPO/m1eis5qP30evflCic+PCv4tvvvPim3IpMeaN51+XS4nOq460qBtW98rPsvh91pIrO9Vq9aO9B8pFAAAAAAAAAAAAAMC9jIwLAAAAAAAAAAAAAAAAyjrmKgIAAAAAAMAdtHz58lmzZgkAAAAAAADrUMcFAAAAAAAAd1CKmQAAAAAAALAOGRcAKNOmfDBJAAAAAAAAAAAAAECFR8YFAAAAAAAAd1BkZGRISIgAAAAAAACwDhkXAAAAAAAA3EGRkZECAAAAAADAamRcAAAAAAAAAAAAAAAAUNapBQAAAAAAAO5ZKpVKlG0pKSknTpwQAAAAAAAA1iHjAgAAAAAAUB6ozETZs3z58lmzZgkAAAAAAADrMFcRAAAAANxZxZ8667Kz8s6kCgCwmj4391ovlf3KLgAAAAAAALeAjAsAAAAA/BeUR87Jvy+UiwCA20dVjCiTARdfX19bW1sBAAAAAABgHTIuAAAAAHCnWJ43S0ajUQDAHaBWqzUajVwXrxpVppIuPXr0EAAAAAAAAFYj4wIAAAAAd4SSa7EUV/B+8XVdTk5+fr5er9fpdHItxxgMBssaAEqjeHhOibbYBtQs43VcAAAAAAAAbgsyLgAAAABwx8mH0I51GhQUFGgLTJSMi8HMaCYAoHSUCIu6iLaIkncpUc0FAAAAAACgPCHjAgAAAAC3X/EiLvKRs8FgkI+fZY9SskX26HQ6YzECAErN8rNFrpV0S/GAiyh7pk2blpKSMn78eAEAAAAAAGAFMi4AAAAAcAdZKi4oMRcbGxvlObQSeSHjAuAWWCq1KD9MJOq4AAAAAACAioCMCwAAAADcKUo1F/nIWbbl42e5ls+hZadsWyYqUsYIACgdS35FybLInyfKunjAhZgLAAAAAAAol8i4AAAAAMAdpDxmtjyHVqq5KOkWZd4iAi4AboHqckrGxTKBkShjevTokZ+fLwAAAAAAAKxDxgUAAAAA7gilQEvxuYqUKgtKo/gURcRcAJRe8TouyrpE+RZLEZeyE3bx9fUVAAAAAAAAViPjAgAAAAB3liXmomRZmJwIwO111WhLGazmAgAAAAAAYCUyLgAAAABwp1jiLMUfOSs9xFwA3BZXzbWUtYDL7t27L1682L59ewEAAAAAAGAFMi4AAAAAcAdZci3Fnz0X3wQAKxX/eVI2f7bs3r07JSWFjAsAAAAAALASGRcAAAAAuOOKP3Um4ALgtuOnCgAAAAAAqAjIuAAAAADAf4pH0QAqGl9fX1tbWwEAAAAAAGAdMi4AAAAAAAC4g3r06CEAAAAAAACsRsYFAICyrvCv+/OX/gEAAAAAAAAAAFCBkXEBbrMNUZtiTh8XAGC1pPRkS1uJuajMBAAAAHBPSUlJyc/PDwgIEAAAAAAAAFYg4wJYySguf+p85uIZuQgAuH1UqqIfMyRdAAAAcA9avnx5SkrK+PHjBQAAAAAAgBXIuABW4UkzgP+A2sxSykXp5IcPAAAAAAAAAAAAKhQyLsCtkI+WjUaj0jaaHz+3C78vwD1Ar9Mb9AadTmc0GA0G0/8XjikaXA4YcnMN2dn/bquExslJZWMrANwOyo+XwjiLEm1Rq2p6BKk1apUl6UK6BQAAAAAAAAAAABUPGRfg1ilPmpV1s5pNI6s3KsjX6fILdAUFep1ep9MbDQajmSgXjAUFuXGxel2mKAq0aFxd7QMCVDY2AsDtowRczOkWtUaj1mg1GhutWmNqq9SqYhMXAQAAAPeGYcOGCQAAAAAAAKuRcQGsYjQ/jVYr5RU0Go1WibQYTdsatRJxKR8PovOSk3OOHDbqdMrpqGxsHGvVtvPzE0AZkxsXl592Vsg/fXl5mkpOQmUqh2Jeq4oqoKiEkhQR5s2iRevibOvtI8qIohyL+QeLXLTKUlTJRWX64SMAAAAAAAAAAACACoSMC2AVJeBiMKhMz6GL6rWYevQGhSgvkxRlxR8XaWeVZ+q21f1dWrbUODgKoOxReXvm7NiqtA038TaV2+AnRZmiEmqFqZSLVqOV/zBl6Uw/dFSCOi4AAAAAAAAAAACoaMi4ALdOecZsNMVc1LJlNGqUToPeVMHFHHApPxMVeXTslPrDNGEwVu7cxbFWLQGUVba+PpmVHPNTkm/qXc6Nm9ja24oyozDCovx4Uas0pimLzEkXjSn0wnRFAAAAuLcsX7783LlzQ4YMEQAAAAAAAFYg4wLcItNcIeb8SmEpF6HWaoXeXHfBoFEbDYXplnKTcRH2dn4DBmorV1ZXqiSAsq1K27ap074r/Xitq5tn9+6ijFEiLKYkS+FsaOZpiijiAgAAgHtQipkAAAAAAACwDhkXwCqFT5pNdRUMRpVGbgujqYKL0WhKtyhPoe/FmEvmvn1ODRuW6LQJChTAvcC1Xt3M4ODMvXtKOb7m5CmijLHUcVFWSu0W88RFquJFXAi7AAAAAAAAAAAAoOIg4wLcOqWUiyXmYpqsSKU29ch2sWjLvZVxKTh7LmXSF1mHD/mNfsG1fQcB3Ju8+vTN3LKpNCOdmzTT2JS5/zW0hFeUhnk+NHPahYALAAAA7kGRkZEhISECAAAAAADAOmRcgNvA8rxZqd1SOIeR+aV7KeBiNKb9/vvpH6brc3PlwadO/sqpbj07H28B3IO0ocGuEZEXt265/jCNvX3gW2+JMkn5wWIsapNrAQAAwL0rMjJSAAAAAAAAWI2MC2CVwofQRdVcLJv/DhD3hvxTpxI/eC/70CFRdMyu7e6zdXVWazQCuDd5PzH40qaN1x9TZ8kyVdn+klt+hhRPt5B0AQAAAAAAAAAAQAVExgW4DSzPmwsruNxbj58NhrPzfzs1baohL1fp0Dg5VX/1dbf72gvgXuYYGurSosWFf645Y5HKxsao06ltbMQ9gmgLAAAA7lEpKSn5+fkBAQECAAAAAADACmRcgNvpnnsCrctIj3/5pazD/5ZvcW7azP/Nt208PARw7/N5eujFa5VyMRqDP/tS6+gom7rz5wvSzzvUDBYAAAAA7oDly5enpKSMHz9eAAAAAAAAWEEtAFRgGmcXQ36+0lbbO1R76eWaX04i4IJywyE01LVN26u+VLnrA06RkUo7edKX0YMeS502VQAAAAAAAAAAAAAoq8i4ABWaSqPxf+ddodE4hNcK+2mOR59+AihfvJ8eemWnXXX/GvKbb5a5a2f66lWykTprxplffhYAAAAAbjdfX18mKgIAAAAAANZjriKgonMICgqeNNmpUaQAyiOllMuFy2csqjVvvqWtv3RJ4+Cgz8mx9fb26EvMCwAAALj9evToIQAAAAAAAKxGHRegAsk9EX92wfwr+wm4oHwrUcrF/YHuxTdd23cIn7fApWWr6uNeU9vZyx5DXm7M0Kczd+8WAAAAAAAAAAAAAMoMMi5AxWA0np3767EhTyR//mn2sWgBVCRKKRelrXFx9X/r7RIDbDw8gj793LlZc2Uz9Ycfsg4fOj56RMI7bwkAAAAAAAAAAAAAZQMZF6D8yz97JmbE8ORJXxry8+Vm4rvvGHU6AVQkllIu9Vauvv7IgrNnzvw8W2mrtDYCAAAAgNWmTZs2fvx4AQAAAAAAYB0yLkA5d37FH9EDB2Tt36dsqu3sq/TspVLzZx8Vi1LKxalhxA1H2lT1rPnFVzYeVTWVnHxHjVI6c47H5J9KEQAAAAAAAAAAAADuHq0AUE7pLlxIfH/Cxc3/WHoq1atfY/y7tj6+Aqh4vJ8e6hAaWpqRzs2a15o3PyfmmLayu9w05OedeOP1vJOJVfsP9H7qKY2ziwAAAAAAAAAAAADwnyPjApRPWQf3x497RZeRoWxqHBx8Rozy6NtPABVVKQMuCrWDQ6X6DZT2qW+/yTuZKBtn5/1a+f77HcPJuAAAAAA3p0ePHvnmyXMBAAAAAACswXwlQPlk61vNqNcrbadGEWG/zCPgAtwa19ZtlepHVR9+xDG8ltKpv3RRAAAAACgdX1/fgIAAAQAAAAAAYB0yLkD5ZFOlSo23x2scK1Uf91rw19/aenkJALfEKTIy/JdfvQY/6f3scKUnc8/uIw89eG7hfAEAAAAAAAAAAADgv8JcRUC55dKqde3FSzTOzKsCWEttZ+9TFHCRTv5voj4nJ+mzT7MOHqwxfoIAAAAAcF27d+++ePFi+/btBQAAAAAAgBWo4wKUBxnr/rq0Y/uV/QRcgNsuc/++vMQEpV35/q4CAAAAwI3s3r17w4YNAgAAAAAAwDpkXIB7m/7ihRNvvi6XxPff02dnCwB3mFODhuG/zq1Up67rfR1cWrRUOs8tXJATHSUAAAAAAAAAAAAA3DHMVQTcwy5s2pj40Qf6jAzZLjh39tS3X1cb+7IAcIfZ1wgMmf6D/tJFZTM3Pi7ps09kw/PxJ3xHjBQAAAAALhcZGRkSEiIAAAAAAACsQ8YFuCfpL15I+uzT9DWrLT1aDw+39h0EgP+KZS6wxI8+UBppy5d5Pj5I68IcYQAAAMBlIiMjBQAAAAAAgNWYqwi492QdOXz00QHFAy7uPR6sNfc3pwj+oyFwF3gOGGjrV002arzxlhJw0Wdn6TLSBQAAAAAAAAAAAIDbhzouwD0mdcb3qd9Pt2zaeHj4v/m2c9NmAsBd4tahk1wubNzg0qq10nPqm68z/v67xvh3nZs0FQAAAECFl5KSkp+fHxAQIAAAAAAAAKxAHRfgHmNnLhehcO/WPfyXuQRcgLLAtW07pZF99OLWEToAABAASURBVMi5RQt16edjXxh96rtvBQAAAFDhLV++fNasWQIAAAAAAMA61HEB7jGV7++afeTwhU0bq7/2BiUigDLIkJNj6+WVf/q02t6hSs+eAgAAAAAAAAAAAMDtQMYFuPf4vTjW+9nhGsdKAkDZ4xQRGf7rvIR333Xv1s22qPCSPvOSxslZAAAAAAAAAAAAALhVZFyAexIBF6AsU9s7BH70sWUzY91fJyd+HPz1Nw7BIQIAAACoeIYNGyYAAAAAAACsphYAyrbMfXsFgHvWhU0bT7z9pv7SxZjnns06eFAAAAAAAAAAAAAAuCVkXIAyLXXG98dHPnfml58FgHuT2tFRpbUxtYySQQAAAAAAbkT+65MAAAAAAOAKZFyAsivrwP7U76fL/66TMmXyuUULBIB7kHNk48APPtS6uoVMne5Uv4EAAAAAKp7ly5fPmjVLAKWmUqkEAAAAAABX0AoAZZL+0qUTb72htG29fSrf/4AAcG9yadW61vwFGidnZVN/6aLG2UUAwL3M8lerU9MuZOfmCwAAris2PuHc2dPxp9IEcCN6g+nXDNUVBAAAAAAAZFyAMuvE+LcLzp41tTSawI//p6lUSQC4Z1kCLmlLl6RMnhT46adODSMEANyDlIdManVhPcioxNMCAIAbycjMzi/Q7zh6QgClJn/fIN0CAAAAACiBuYqAsujils2Xtm5R2r7PDncIDRUA7n1Jn31ycuJH+uys5E8/FQBwz+JREwDgZnlUC/QOChdAqSmZ2uIxF34DAQAAAAAI6rgAZdOpqd8pDVu/alUffVwAKBfcH+h2buEC2ciJi724dYtLi5YCAO4plskCnB3tH2gSWlBQkGemMzOYGc0EAADFefA3N3A9lhSLxkyr1drZ2cmGuggxFwAAAACAgowLUOZc2rkjJ+aY0vYZ9qxKTb0loJxwrF3HtXWb/DOnfYaPcGneQgDAPUU+VTIajZa5imy0WqPBYLSxEUajfAAlF0vAhYwLAAC4WZbfMZSMi/xNQ2Ep5ULABQAAAAAgyLgAZdDpmTOUhq1fNbeOnQSAcqT6629o3SoLALg3WR4+WZ4/KXEWZVO2lZiLAADgclFRUVlZWZGRkQK4BkuQxVLKxcbGRmkrv3sIAAAAAADIuABlkN//jTk7b27GX2so4gKUP8UDLrr089rK7gIA7gVKERdLW0m0KG0l4GKZqEgZQ9IFAFBcTEzMmTNnWrVqJYBrsGRclESLVqtVki5KxqV4HRcKugAAAABARUbGBShzHEJD/d9623fUKB5+A+VV5q6dZxcuvLBpQ625v9lVqy4A4N6hPHkyGo3ygZPlQZQl4ELGBQBwVUpGwd7eXgBXUzy/oi6iKcJ0RQAAAAAACzIuQBlFwAUox+JfHafPzpKNCxvWez42SADAPcLyYEmZL8AyoYAl4EK0BQBwVX5+fvZmArg25TcNJeZSPOxSoo4LAAAAAKAiI+MCAMB/zbVNm/OrVsrGpe3bybgAuFco0xUpj5csT55KpFvIuAAArurBBx8UQClYsizFa7cwUREAAAAAwIKMCwAA/7XK3bprnJycIiOdGkUIALjXWP6OtRJ5uWq6hbALAAC4KSVSLJZ1iU0BAAAAAKjYyLgAAPBfc27SVC4CAO41lkRLiadQJFoAAMDtdWXhFgIuAAAAAABBxgUoU9JXrVRXqmQfEGBXrboAAAAoeyyPlyzzFgmeOQEAbmTKlClJSUkff/yxAG4ev2kAAAAAACzIuABlSMrXkwvOnZONwI8+dm3XXgAov3KiozL37c09caJSnbruPXoKALjXlHjaRCkXAABwuxBqAQAAAABcCxkXoKww6vVKwEWy9fEVAMq1c0uXpC1ZLBvGggIyLgDKAZ5FAQBuiP+xAAAAAAAAViLjApQV+SnJlratj48AUK7ZeHgoDf2FCwIAAAAo1/r06ZOXlycAAAAAAACsQ8YFKCt0GRmWtsbZRQAo1+wDAp0aRsiGrS91mwAAAFDO+fn5CQAAAAAAAKuRcQHKCmNBgdLQODgIAOWdW4eOchEAAAAAAAAAAAAASkctAJQNloyLys5OAAAAAABQXuzYsWPNmjUCAAAAAADAOmRcgLLCaDAUtlQqAQAAAABAebF9+/a1a9cKAAAAAAAA65BxAQDgLji/4o99LZvJJeqxAQIAAAAAAAAAAADAjWgFAAAAAAAAcMc0a9YsPDxcAAAAAAAAWIeMC1BWVKpTJ3jKN7KhsuEPJgAAAACg/GjatKkAAAAAAACwGo/SgbJC4+LqFBEpAFQMLs1bKLE2tYODAAAAAAAAAAAAAHAjZFwAALgLtO7uTu7uAgAAAKgAkpOT8/LygoKCBAAAAAAAgBXUAgAAAAAAALhjFi1aNHXqVAEAAAAAAGAd6rgAAHAXXNq+7fSPP8qGra+P/5tvCwAAAAAAAAAAAADXRcYFAIC7oCAtLXPfHtmwvxAoAAAAAAAAAAAAANwIGRegrNBfupgTEyMbKhttpXoNBAAAAAAA5cLo0aMFAAAAAACA1ci4AGVF9pEjsS++IBtaN7e6K1YJAOWaQ0io91PPyIa2spsAAAAAAAAAAAAAcCNkXIAyQ6VS/mk0GAWA8s4hJEQuAgAAAAAAAAAAAEDpqAWAMqIo4yKMZFwAAAAAAOXH4sWLp06dKgAAAAAAAKxDHRegrFBZMi4AKgDd+fO5J+JlQ+3g4FirtgAAAADKryQzAQAAAAAAYB0yLkDZQR0XoAK5uG1r4vsTZMM+MDB8zlwBAAAAAAAAAAAA4LrIuABlhroo42IwCAAAAAAAyos+ffrk5eUJAAAAAAAA65BxAcqMf6cqoo4LAAAAAKD88PPzEwAAAAAAAFYj4wKUGSrmKgIqEPdu3eUiAAAAAAAAAAAAAJSOWgAoI1SFfx6NBjIuAAAAAIDyY8eOHWvWrBEAAAAAAADWoY4LUFY41KwZPOUbU0tN+AwAAAAAUH5s3749KSmpc+fOAgAAAAAAwApkXICyQuPk7BQRKQBUDJe2bzv944+yYevr4//m2wIAAAAAAAAAAADAdZFxAQDgLihIS8vct0c27C8ECgAAAKBcq1atmq2trQAAAAAAALAOGRcAAAAAAADcQb179xYAAAAAAABWI+MCAMBd4NK8RfCUb2RD7eAgAAAAAAAAAAAAANwIGRcAAO4Crbu7k7u7AAAAAAAAAAAAAFA6ZFyAssKQm5N95IjSdoqIFAAAAAAAlAuTJ09OSkqaOHGiAAAAAAAAsAIZF6CsyE9NPT5qhNKu//cGtZ29AFB+5cTEXNiwXja0ld08+j4sAAAAAAAAAAAAAFwXGRegrFCp1Za2UW8QAMq1nJhjqTO+lw37wEAyLgAAAAAAAAAAAMANkXEBygqVRvPvhl4nAAAAAAAoF/r06ZOXlycAAAAAAACsQ8YFKDOKZ1wM1HEByjmbKlWcGkbIhq2vjwAAAADKNT8/PwEAAAAAAGA1Mi5AmVF8riIyLkB559ysuVwEAAAAAAAAAAAAgNJRCwBlg1prY2kb9WRcAAAAAADlxOLFi6dOnSoAAAAAAACsQx0XoMxQ/ds06vUCAAAAAIByIclMAAAAAAAAWIc6LkBZodJo/t0wkHEByrnzK/7Y17KZXKIeGyAAAAAAAAAAAAAA3Ah1XIAyo1jGhTouAAAAAIByo1mzZuHh4QIAAAAAAMA6ZFyAskJTySl4yjdK26ZqVQEAAAAAQLnQtGlTAQAAAAAAYDUyLkAZ4hQRKQBUDC7NWyixNrWDgwAAAAAAAAAAAABwI2RcAAC4C7Tu7k7u7gIAAACoAJKTk/Py8oKCggQAAAAAAIAV1AIAAAAAAAC4YxYtWjR16lQBAAAAAABgHeq4AABwF1zavu30jz/Khq2vj/+bbwsAAAAAAAAAAAAA10XGBbhrUqZMNhr0wmAw6vVCbzDKhsHUEAa90dxpNLeVAcqrTg0aej89VAC49xWkpWXu2yMb9hcCBQAAAAAAAAAAAIAbIeMC/Nf02dnRA/vnnz0jbpZaXW3MSwIAAAAAgHvK6NGjBQAAAAAAgNXIuAD/NY2jo9/YsfGvjhM3qWq/h+0DqPcAlBMOIaHeTz0jG9rKbgIAAAAAAAAAAADAjZBxAe4C17b3ubZpe2HTxtK/Revm5j3sWQGgvHAICZGLAAAAAAAAAAAAAFA6agHgbvAb+5LGxbX0431HjtY4VhIAAAAAANxrFi9ePHXqVAEAAAAAAGAdMi7A3WHr6eU3+vlSDnasVdu9ew8BoBzRnT+fuWe3XLKPHhEAAABAuZaUlBQXFycAAAAAAACsw1xFwF3j3r3H+T/+yNy354Yjq419SQAoXy5u25r4/gTZsA8MDJ8zVwAAAAAAAAAAAAC4LjIuwN1U/dVXowY9ZiwouM4Y9we6O9auIwAAAAAAuDf16dMnLy9PAAAAAAAAWIe5ioC7yc6/htegwdcZoHF09B01SgAAAAAAcM/y8/MLCgoSAAAAAAAA1qGOC3CXeT0xOH3N6ryTiVd91fOJIdrK7gJAuePerbtcBAAAAAAAAAAAAIDSoY4LcJepbG2rv/rqVV+yrxHoOWCgAAAAAADgXrZjx441a9YIAAAAAAAA65BxAe4+p0aR7g9cpZyD7wsvqGxtBQAAAAAA97Lt27evXbtWAAAAAAAAWIe5ioAywe/55zN37cw/e8bS49ysuUvzFgJAOXVp+7bTP/4oG7a+Pv5vvi0AAAAAAAAAAAAAXBd1XIAyQePq5jd2rGVTZWPj98L/CQDlV0FaWua+PXLJPnpEAAAAAOVatWrVgoKCBAAAAAAAgHWo4wKUFa5t73Nt0/bCpo2yXbX/QPuAQAEAAAAAwL2vd+/eAgAAAAAAwGpkXIAyxG/sS5m7dqrs7LyGDBEAyjWX5i2Cp3wjG2oHBwEAAAAAAAAAAADgRsi4AGWIraeX97BnNU7OGsdKAkC5pnV3d3J3FwAAAAAAAAAAAABKh4zLf8RoNAqgFDweGSD4wuBmqFQqAQAAAABl2OTJk5OSkiZOnCgAAAAAAACsQMblziqRVCC4AOD2UqlUlh8shF3uLTkxMRc2rJcNbWU3j74PCwAAAAAAAAAAAADXRcblDrI8eFYaxdcSz6IB3ILiQTkl4KJEWyxhF5Iu94qcmGOpM76XDfvAQDIuAAAAAAAAAAAAwA2RcblTLIkWhSjcLJl0AYBbYMm1mP6pUhkL26riqRcAAAAAKCP69OmTl5cnAAAAAAAArEPG5Y6wBFkMBkPB+cOXdn9coqYLAFhP41DVpcWnKrXaFGpRGYVaLS4v7oKyzKZKFaeGEbJh6+sjAAAAgHLNz89PAAAAAAAAWI2My+1XPOAi///irg8Lzu4SAHC76YTIqtrcPrCPWq1SazRqYTCqVGpz5IWYS9nn3Ky5XAQAAAAAAAAAAACA0lEL3FYlAi45CSsJuAC4c3IOT9LnXtLr9Hqd/H+DZYI0AQAAAABlxuLFi6dOnSoAAACWyFX1AAAQAElEQVQAAACsQx2X26/wAbMp5mLM3Pep0unk3cKj9lMCAG4Hoz4vYcMoUyMvLevodIfaozRGjfKS6R/qwvwipVwAAAAAlAVJZgIAAAAAAMA6ZFxuJ0sRF1MVF4Mx6/BUQ3ay6QWV2qfxa7ZO/gIAbpOqdZ45e/h72dDF/1xQ/SHhXE2YQy0GlUqtKpyoiBmLyrLzK/5IfH+CbNgHBobPmSsAAAAAAAAAAAAAXBdzFd1mlnlCdFlnso8UluGtEjKQgAuA26tqrac0dpVNLWNB3pEvdAU6vU5v0JtmSTMtzFgEAAAAoMxo1qxZp06dBAAAAAAAgHXIuNw2Rku8xWjU6/WZB74UhlzZr7Z18aw3QgDAbaXSOno3fFFpG8+uL0jbr9eZ6PWmOlJKzEUU1ZcCAAAAgLuoadOmnTt3FgAAAAAAANZhrqLbw/IU2TxPkVF3/kh+wmKlx6veCLVNJQEAt5tb4INpx37JTY+SbX3U//TNf1SpFYUzFjFXUVnm3q27XAQAAAAAAAAAAACA0qGOy21TWMXFPEtI5u4JSqedS5B78MMCAO4M38jXlYYx83h+4hK9Tm9aTKVcDKJouiJKuQAAAAC4u5KTk+Pi4gQAAAAAAIB1yLjcBv8+PzZHXHIT/tSlH1Q6fBu/IVQaAQB3hoNHfZfqhRW/jXHT9XmZBr1eLkaDecaiopgLAAAAANxFixYtmjp1qgAAAAAAALAOGZfbw1zAxfRE2aDLyTrwqdLp5NvG0TNSAMCd5N3wRZXa1tTSZehiZ+h1eoPeIBdjUSkXki5l06Xt246PeE4uie9PEAAAAAAAAAAAAABuhIyLtf6dCsQcc8k+OsuQk2p6QaX2iXhZAMAdZlPJt0r4IKVtSJqny0rW60zzFZlnLDL9aFJeIuZS1hSkpWXu2yOX7KNHBAAAAAAAAAAAAIAb0QpYTamRYCriknMuJ2q60lkldICtk78AgDvPs/bT6bGL9HnpKqHXR3+lbzRRpTYxqFWSWmVKt8iGAAAAAIC7YfTo0QIAAAAAAMBqZFys8u8kIOYiLpn7PxOGXNmvtnXxrDtSAMB/QqV19GowOmWHacobY9qmgrM71d7NTTMWaYwqg8EUblGb0i7yhxVJl7LDISTU+6lnZENb2U0AAAAAAAAAAAAAuBEyLrfOWGwGEIPBqDt/JC9hqdLjVW+E2qaSAID/SuWg3mlRP+ddjJNtw7HPdVV+VmvUar1arVYZzKVcCLiUNQ4hIXIRAAAAAAAAAAAAAEpHLWAF47/TFBkyd09QOu1cgtyDHxYA8J9S+TZ+vbCZk6A7uUyv05sWvUFSflqJYuE8AAAAAPjPTJ48edy4cQIAAAAAAMA6ZFxu0b/Pic0Rl9yEFbr0g0qHb+M3hEojAOC/5ejZ2KVaB6VtjJ9uyMvU63QGvd40lZqhaGI1lBm68+cz9+yWS/bRIwIAAAAAAAAAAADAjZBxuXXmAi6mJ8cGXU7Wgc+UTiffNo6ekQIA7gbvRi8JlXkSOl1GQewMg96gLMaiUi4kXcqOi9u2Hh81Qi6J708QAAAAAAAAAAAAAG5EK3Dz/p3ywxxzyYmaZchJNb2gUvtEvCwA4C6xqeTrEfbYuagfZduQNE/n30etqa5Sq1RqtVw0KqNQqYT5x5fK3AAAAACA/0CfPn3y8vIEAAAAAACAdajjcouUWgimIi4557KPTlc6q4QOsHXyFwBw91StM1RjV1k2VEKvj/5Kr9PLxaA3L6Z6LgbquAAAAAD4j/n5+QUFBQkAAAAAAADrUMflpv072Yc55JK571NhyJX9alsXz7ojBQDcVWobJ6/6I1N2vi/bxrRNBWd3qr2bm2Ys0hhVcqVSK0VcKOVy17l36y4XAQAAAAAAAAAAAKB0qONyc/6tf2Au4lJw/khe4jKlw6veSLVNJQEAd1vlmn3tXAr/iqTh2Oe6gnydTmfQ601VXAxFKT0AAAAA+K/s2LFjzZo1AgAAAAAAwDpkXG5a0SxFpjk/MndPUDrl42T34H4CAMoElW/j1wubOQm6pN+LZiwyhVxEUcaFpAsAAACA/8b27dvXrl0rAAAAAAAArEPG5SZYngcrtRByTizXpR9UenwbvyFUGgEAZYOjZ2PXGl2VtjFumjE/U6/T6SnlUpacX/HHvpbN5BL12AABAAAAAAAAAAAA4EbIuNycwgouRmHQ5WTt/0TpdPZt6+gZKQCgLPFuMEaltjW1dBm6uJmmIi7mxWguQ2U0knQBAAAA8B+pVq1aUFCQAAAAAAAAsI5WoHT+ndrDHHPJPvKDMe+c6QWV2jviJQEAZYzW0dOj1uCzh6fLtv7kPF31PmpNdZVapVKr5SJ/lAmVSph/rKnMDQAAAAC4Q3r37i0AAAAAAACsRsalVCwBF3MdF6M++3RO9AzlpSqhA2yd/AUAlD1Vaz2ZHrdEl3NWJfS66K80jSaq1CYGtcpEGGSbgMvd4tK8RfCUb2RD7eAgAAAAAAAAAAAAANwIcxWVVuGkHuaQS9b+z4UhV3aqbV08644UAFAmqbSOXvWfL9xI21RwdmfhjEWm2YoMomiuImYsuiu07u5OEZFycaxVWwAAAAAAAAAAAAC4ETIuN/bv019zEZeC80fyEn9XOrzqjVTbVBIAUFa5Bfa0rxyutA3HPtcV5Ot0OoNebwq5GIzGopgLAAAAANw5kydPHjdunAAAAAAAALAOGZdSKZqlyFT6IHP3BKXTziXIPbifAICyzTfy9cJWToLu5DK9Ti8XczUXSrncTTkxManfT5fLuYXzBQAAAAAAAAAAAIAbIeNyA5bnvkrNg5wTy3XpB5Ue38ZvCJVGAEDZ5uBR37VGV6VtjJ9uzM/U63R6SrncbTkxx1JnfC+Xc4sWCgAAAAAAAAAAAAA3ohW4kcIKLkZh0OVk7f9E6XT2bevoGSkA4F7g3WDMxZPrjIZ8ocvQxc5Q13per9OrTQxGlTCqVMowVVEDAAAAAG6j0aNHCwAAAAAAAKtRx+V6/p3CwxxzyT7yvTHvnOkFldo74iUBAPcIraOnR63BSluf9JsuK9mgV5gCfMJSsIqCLv8hmypVnBpGyMWxVm0BAAAAAAAAAAAA4Eao43JNloCLuY6LUZeVmhv9g/JSldABtk7+AgDuHVVrPZket0SXc1Yl9LroLzWN/qdSCrmoVSbCINvUcfkvOTdrLhcBAAAAAAAAAAAAoHSo43I9SsBFmawo+8Dnpmk+5CWzdfGsO1IAwD1FpXX0qv984UbaPwVndxr0BtNiMNWpUn7eCUq5AAAAALgDFi9ePHXqVAEAAAAAAGAdMi5X9+9TXnMRl4LzR/ISlysdXvVGqm0qCQC417gF9rSvHK60Dcc+1xXk63Q6g15vCrkYjMaimAsAAAAA3F5JSUlxcXECAAAAAADAOmRcrqloliJTiYPM3ROUTjuXIPfgfgIA7k2+ka8XtnISdCeX6HV6uZiruVDK5b92fsUf+1o2k0vUYwMEAAAAAAAAAAAAgBsh43IVlue7Sm2DnPhluvSDSo9v4zeESiMA4N7k4FHftUZXpW2Im2rMz9TrdHpKuQAAAAC4k5o1a9apUycBAAAAAABgHTIuV1dYwcUoDLqcrAOfKZ3Ovm0dPSMFANzLvBuMUaltZUOlzyyI/d6gNyilXIzmslVGI0kXAAAAALdZ06ZNO3fuLAAAAAAAAKyjFbjcv1N1mGMuWYenG/POmV5Qab0jXhIAcI/TOnp61Bp89vB02TYkLdD5P6zWVNfr1Sq1aZE/+oRKJcw/BlXmBu4Q927d5SIAAAAAAAAAAAAAlA51XC5jCbiY67gYdVmpecdmKC9VCe1v6+QvAODeV7XWk1qHqrKhEnp99Bd6nd5cysW8GJQqVtRxAQAAAHDbJCcnx8XFCQAAAAAAAOuQcSmpcJIOc8gla98nRkO+7FTbunjWHSEAoFxQaR296j+vtI1pmwvO7jToDabFHHARRXMVkXQBAAAAcFssWrRo6tSpAgAAAAAAwDpkXP7179NccxGX/HP785P+VDq86o1U21QSAFBeuAX2tK8crrQNxz7XFeTrdDqDXm8KuRiMxqKYC+6cS9u3HR/xnFwS358gAAAAAAAAAAAAANwIGZfLFM1SZCplkLWn8KGjnUuQe3A/AQDli2/k64WtnATdySVFMxYZKOXy3yhIS8vct0cu2UePCAAAAAAAAAAAAAA3ohUwszzHVWoY5MQv1WVEKT2+jd8QKo0AgPLFwaO+a42uFxJWyrYhbqrRt6te46LWqFVqlcGgVqtMMReVSiUAAAAAwDqjR48WAAAAAAAAViPj8q/CCi5GYcjPyjrwudLp7NvW0TNSAEB55N1gzMWT64yGfJU+Mz9mmrrOGL1OrzYxGFXCWBRwIelyJziEhHo/9YxsaCu7CQAAAAAAAAAAAAA3QsbF5N8pOcwxl6yj3xvzzpleUGm9I14SAFBOaR09PWoNPnt4umwbUxbp/Puq3QL1erVKbVrkj0RhTrdQ0OVOcAgJkYsAAAAAAAAAAAAAUDpqUeFZAi7mOi5GXVZq3rGZyktVQvvbOvkLACi/qtZ6UutQVTZUQq+LnqTX6eVi0JsXg1LdyigAAAAAwAqTJ08eN26cAAAAAAAAsA4ZFxMl4KJMVpS17xOjIV92qm1dPOuOEABQrqm0jl71ny/cSN9ScHanQW8wLeaAi/LzURTFAXEb6c6fz9yzWy7ZR48IAAAAAAAAAAAAADdS0TMu/z61NRdxyT+3Pz/pT6XDq/4otU0lAQDlnVtgT/vK4UrbcOxzfUGeTqcz6PWmkIvBaCyKueD2urht6/FRI+SS+P4EAQAAAAAAAAAAAOBGqONimaXIVLIga0/hg0Y7lyD3mn0FAFQMvpGvF7ZyEvITFxfNWGSglAsAAAAA6/Xp0+fZZ58VAAAAAAAA1tGKCszyvFapVZATv0SXEaX0+DZ+Q6g0AgAqBgeP+q41ul5IWCnbxvjpBt8H9BpXtUatUqsMBrVaZYq5qFQqgdvHpkoVp4YRsmHr6yMAAACAcs3Pz08AAAAAAABYrUJnXIQ55mKeikMY8rOyDnyhdDr7tnP0jBQAUJF4Nxhz8eQ6oyFfpc/UxU5X13pRrdGrTQxGlTAWBVxIutwuzs2ay0UAAAAAAAAAAAAAKJ2KO1fRv1NvmGMu2UenG/POmV5Qab0jxgoAqGC0jp4etQYrbUPyIn1mokGvMAUBhaXwFTMWAQAAALhJO3bsWLNmjQAAAAAAALBOBc24WAIu5jouRl1Wau6xWcpLVUL72zr5CwCoeKrWelLrUFU2VEKvPzZJr9PLxaA3Lwal6hUBFwAAAAA3bfv27WvXrhUAAAAAAADWqdB1XJQiLvKxbda+/xkN+bJTbeviWXeEAIAKSaV19Kr/vNI2nt9ScHanQW8wLeaAi/JzU1DK5TY5v+KPfS2bySXqsQECAAAAAAAAAAAAwI1UxIzLv09nzUVc8s/tz09aqXR4IIUQAQAAEABJREFU1R+ltqkkAKCicgvsaV85XGkbjn2uL8jT6XQGvd4UcjEYjUUxFwAAAAAovWrVqgUFBQkAAAAAAADraEWFVDRLkak0QdaeCUqnnUuQe82+AgAqNt/I1+PWPmFq5SQUJC5WBT6i1+jVarVQqdRqlfzhqVIVrgUAAAAAlELv3r0FAAAAAACA1SpcxsVSgUCpSZATv1iXEaX0+DZ+Q6g0AgAqNgeP+q41ul5IMBW4MsRPN/g+oNe4qjVqlVplMCgpFwIut4FL8xbBU76RDbWDgwAAAAAAAAAAAABwIxWxjkthBRejMORnZe3/XOl09m3n6BkpAABCeDcYc/HkOqMhX6XP1MVOU9caozaXclGrDUaVMBYFXEi6WEPr7u7k7i4AAACACiA5OTkvL4/pigAAAAAAgJXUoiJRiriY1uaYS/bRacb886YXVFrviLECAGCmdfT0qDVYaRuSF+ozE/U6vZkpICgsBbGKGgAAAABwHYsWLZo6daoAAAAAAACwTgXKuFgCLuY6LkbdpaTcYz8qL1UJ7W/r5C8AAEWq1npS61BVNlTCqDv2lUGv1+v0cm1aDEo1LAIuVsmJiUn9frpczi2cLwAAAAAAAAAAAADcSIWr46IUcZGPZ7MOfGY05MtOta2LZ90RAgBQjErr6FX/+cKN81vzT2816A0GJeJiMCg/TwWlXKyQE3Msdcb3cjm3aKEAAAAAAAAAAAAAcCNaUTH8+xTWXMQl/9z+/KRVSodX/VFqm0oCAHA5t8Ceacfm5KZHybYx5nN91SYqtUouRo3aYP6npFKpBAAAAABc1+jRowUAAAAAAIDVKtZcRcosRQa9LmvPBKXTziXIvWZfAQC4Gt/I1wtbucm6xIXm6YpM1Vwo5WI9mypVnBpGyMWxVm0BAAAAAAAAAAAA4EYqRB0Xy/NXo+mxrCEnbpEuI0rp8W38hlBpBFA6OdlZDo5U/SnPsjMvOTo5CxRx8KjvWqPrhYSVsq2P/0Hj212vcVVr1Cq1ymBQU8rFGs7NmstFAAAAAAAAAAAAACidilLHxVzBxWA0CkN+VvbBr5ROZ992jp6RAkVGP9mleyufLRtWXPXV1ct/la++NPxBUSHl5+X+OvOLz99/3tKj0xU82M6/d4cgU0GLu+Tjt4fLm7J5/YrSv0Wv082d+eXwR9vKIx/+WLvP3hu9bVPhvF3yRHq09pvxzfvilhTk5/VsW10ej2Xp2yl4aP9Wb7zQf92fC0TZIy+CPMjU5ARlMzb64Jhh3RPiowUu591gjEptKxsqfWbB8al6nV6p5mKui2UwFhEAAAAAcA2LFy+eOnWqAAAAAAAAsE75r+Py71Qa5phL1pGpxvzzphdUWu+IsQJFdLqC+JjDslGnfrOrDog6tEeuQ8Ibigpp0a9Tf/7+f/0Hv2DpiTm6X68rqFO/qVp917Ji0Yd3y3WtuqWNaul1ujdfHHBgz2Y//+BuDw1KSTqxbuXCdSsXvPDa5116DJQn4ls9KDkxVtyS2GOHDHqdnb1DSC3zl8RovJCedu5cakpS3L5dGzetW/bGh99rbWxF2ZCXm3MyIcahkrO3Xw1hzve89Fyvgvy8kFoNBC6ndfT0qDX47OHpsm1MWaSr3k+tCTKXcjEt8kYLcx0XCrrcLN3587kn4mVD7eDAdEUAAAAo35LMBAAAAAAAgHXKecbFEnAx13Ex6i4l5cXMVl6qEjrA1slfoMixw3vlRfL2reFaucpVB0QdMcUpQsLriwrpePR+uQ4O+/f0Y6L2yXVo7UbiLjl/7vSZ1CRP72ruHl6lfMvP339yYM/m5m26vvbeVCVuIjdfG/3wzG/f73B/X9kTFFInzhx1ugXHju6V6wYRrd/5ZPZl/Uf2ffjWMzu2rPl+yoThL95ikZjbTv5M+GjyAkdHJ2XzROzR/LycoJC6Wq2NwBWq1noyPW6JLuesShh10V9qIj9Xa9SSQa0yEQbZJuBysy5u25r4/gTZsA8MDJ8zVwAAAAAAAAAAAAC4rvI/V1HhJBrmkEvmvv8ZDfmyU23r4ln3OYFioo+aEhth16gIkp+XmxhnmsMlrE6EqJBiog/Ide16TS090UfMGZdady3jEnvskDDdkdIWccnOvLTo1+8cHJ3+77XPLfVU6ke0ati4zcWM89FHTAmVav41U07G5eZki5sXE2WKAYWEl6yDElq74avvmkpS/7Fo1vlzp0XZYO/gKM89uOholcTSlQcPhUrr6FW/cKIuVcZ23dntynRFer3BNFdX0VxFzFgEAAAA4KqaNWvWqVMnAQAAAAAAYJ3yXMfl36et5iIu+ef2F6SsVTq86o9S21QSKEZ5xl/rGoGJw/u3y6voUMnZr3qQpfPowV0Lfvkm9tiB9HNnPbx8w+pEDBzyf9VrhFgGzJ311U/TPx7zxiQPL5/lC2fu2/2Pi6t7156PPTxolGWMfEDet1Owu4fXlJlrFv767bZNq1JPJYbXiRz9yv+8fKorY1b9/sukj8c++PDQZ/9vQvGj2v7P6gnjBofVifx82vIrj/nI/h0vj+jVufvA/oOfX/jLtzs2rzEYDZFN248Y+6GdvUPxkWdOJf328+QDe7acPnXS1c1dnkLPfk81b3O/8urEd57buHaJ0n6sZz3/wLBvf14viiq71KobuWnd75vWLZNvr1TJuXWHnoOeefn6M/LodAVL503fv2ezEivxqx44YMiLTVte9h/7BnSr4+zsNn3eZrnzdX/OP3Jwp5Oz631dej/65FiNtvCPbfQR0+xRQcG1S3mJzpxOqtuwubOLm7Nr5eJjMtLPybWTk6swZ1zkjU5OjK0ZVs8y4MM3ntm8/o/Zi/ekp5+VVzLq0K7c3OzGLTo+OfyN4iVklNBP4URFlwuvGymPIfrw7j071nfq1t/Sfzxq//JFP8YdP5wQF+3h6dMwsvUzo95xqORU/L3p5878ueznXdvWJcZH29ja+QeEPDXi7bA6l0WL0s6mzp768cF9W2WjSlXv0NqNHn/6pWo1gsW1jRvZ+9C+bZ9P+6OSk8uzj7ZROlf9Pkcur06Y2qbjgwKXcwvsmXZsTm56lGwbjn1m8GisM01XpDJq1AaV6Z/MVQQAAADgWpo2bSoAAAAAAACsVs7ruFhmKTLodVl7Cp/927kEudfsK3C5Y+aAQq1r1HE5esg0UVF4sQTMj1M/eml4z20b/8zJyqpRM/xMatKG1YtGPdEpNvqgZUyMOQVy5OCON18cqCsoaNnmgbSzqbO++2DuzC8tY04cP5Kfl+Pu4fXisO7rVi6o06CZj2+NvTvW/98zXS9dSFfGBATVkuuUpLjih2TQ67+f/K5sjBj74dXPyJzaycvLGTW4U1zMoRZtH1AJ1doVc999ZXDxYTs2rxn+eNs/l8w+fepkQFBY5qUL+3ZtfO/VIb8vmKEMqNewRav7ustGUEjdgU+OGTjkRWGuiZKUcLyyh9e0r97++K1he7avr+rpe/ZMyoKfpyyZN11cW0Js1OghnWd8896J2KOt2nVv1KRtTNSBd18etGz+D5YxqSmJly6crxEUNunjl+TOY2MOefpUP3M6ee6sL5cVHZUUfdiUcQk337LSXKKAmrU++Greq+9NLT5m7YrfTsQeCasTIW+i3KwZaoq2nEyIKT4mJmq/s6v7zm1/vTi0+86tf7lW9sjPy1v35/yvP33VMkZekOTE47IRdo3JmwJrmo5QqT2j+Gn6RLnDv/78rVIl524PDbKxsV257OcRT3TIycq0jJFfy1FPdprzwycX0s91fOCRBpGtow7vHftsD3nXLGPOnU4ZNaTjXyvne3j6dOv9hIOj06a/lo4c3EneIHFtx47uV6nUNcPqGYVR3lZ5grLzwYeHyna9Ri0FrsY38vXCVm6yLmGBUsrFUKyUi7GooAtKw71b94ZbtsuFiYoAAAAAAAAAAACA0ii3dVwsz1mNpsevhuzYhbqMKKXHt/EbQqURKObShfRTyfGyMXXSO2r1VZJPSlwgtFbhTC7rVi74bfYkN/eqb344o1a9xrInLzf7x6kfL/1t+vw5X7864TtlWPRhUzJmy8YVU2atrREUJtv3den95osDfvt50gMPDXKtXMU05qiplsmR/du79R48YuxHKpVKpyt48/8GHNy7Zf7PU54a+ZYwBS/qyHVy4mUBjhVLZqckxXV44OHgsPpXPalj5tmXNq5dMu7d79p26iXbjzw+6vmn79+/e9OOLWuVuilnTiW9//rTBr3+xTe+ksem1drIb8umv5b9b/xzc3/8sme/p+SYbr2fSD9/ZvP6P9p0fPCRQaOVnSvxnfRzp2OiD3zyzdLweo3ldZO7ffflQdu3rOn3+MirHpI8tQ/fGiov5mNPvTTwqTFK0Yt9uzbJ853xzfst2z7g4eUriib92bl1nY9fjc+mLldSLFs3/vn+a09t/2dV7wHDlL3FHT+sUqnDakfc8iWaO/PLn3/4xNO7+msTpik9fv415T7jjh+5r0sfpediRtqZ1CStjd2Mr99/8bUvOjzQT3ZeSE97vFdDeb7yjORFs9xHuSsXN/erfpaLOURyISNN2ZRfobmzvvStFjTh8zk+fgGmi1OQ/+4rg/fsWD9r6kfPjflA6Zn4zvCM82e79Hh05EsfKdVxTiWfGDGow9efvRbRtJ3Ss3zxrIsZ5+Ud7NTtEWH+sz990jvyqzh72sevf/D9VQ8mMf5Yfl5OUGg9efDVa4QMGPJ/v/002dbOYejz46/6/YfCwaO+a42uFxJWyrb+xAy1b1e9poraXM3FYFCrVdRxAQAAAHB1ycnJeXl5QUFBAgAAAAAAwArl+WmuuYKLwWgUhvysnEOTlE5n33aOnpECl1MmzRHmrMmhvVuvXDLOn5WvhoQXZlyysy61bNftpbenKAEXyc7esW1HU47kYsZ5pSftzKn0tDOyMeaNSUrARWrUtF3Dxm3zcnOOHtyp9MQcNeU5wus2fm7Mh8oDcq3WZtDQV2Rj3+5/lDFaG1tv3xqnTyUa9PrCA8i89NP3n9jZOzw94u1rnZSy576PjlACLlIVT5+efUyxlf27Nik9ySdjW7fv8fTItzt1e0TJaqjV6nadH7Kxtb94Id2SlDpuLk4TWmwWHuWKVanq8+k3S2s3aKoEI9yreJouhZ3DtQ5pydxpSQnH23Xp8+jTYy1pgIaN27Tv2rcgP9dyvsejD5ivg3b8Jz+FF1XWqerpq1wKZTM1JVHeFN/qQcq8Szd7ieSr7778xE/fT6xWI/iTb5ZU9fZT+uWJyH3Gxxy2jDxmvoy6grzR4z5RAi6Sa+UqtrZ2arVGoynMyR0zX5DQ2leZqKjwE7NN1VkqObnIdU5W5oxv3lOp1G//b5YScFFOYdQr/5ONXVv/Unp+XzAzNSUhsnmH51/91HLicny7Tg+dO52cEBet9JxJTTJfdntlU17YQUPH1W3UQh7etQ5G+W4EhxbOx3Ti+BG9riAkvD4BlxvybjBGpTbdC89gAEsAABAASURBVJU+Ux/7g16nV6q5mOtlGSjlAgAAAOCqFi1aNHXqVAEAAAAAAGCd8lnHRXnCalqbYy5ZR74z5puDFyqtd8RYgSsohUN69H1KqZ9RQnJi7LCBrYVpJqMmSk+Pvk/KpfgYXUH+gT2bZaOqV2FaIso8k079iFZNWnYsPjIwpPa+XRtPp55UNpWwyJBnXy8eL1BmzDmdkmjpqREUnpqSkHwyrnpAiNyc++OXmRfTH3v6ZTd3D3E1ly6kpyTFOTg6Pfb02BKfbtrzqcJPb9S0nVyKD5Bfm0N7txXk53r71rDEUKKP7DGffmPLMCXS8VD/YZU9PC2dCbGm1EU1/5riGlb9/otcP/bkmBL9oeEN1/05PymxcG6d41GmjEvfR0d4+/pbxsTGmGb58fKupmxGHdol12F1Gt3CJcrLzX79/x6JObovoul9r3/wvYNjpeKvBoXUUQrwFD+Y+hGt23Toaek8lXwiNyfLzz/YcomUr1BIWANxDadPme6mkmjZumlletqZdp17V68RUnyMl4+pDExqSmJBfp6Nrd2fy36WnQMH/1+J6iA+fjXkOikxtmaY6XtSt0HzDWsWfzJh1I6ta3s/MiwotK48o4lTFolrO37MdFKWzFZM1GWbuA6to6dHrSfOHjYVyDGkLNJV76fWBJlLuaiFSq6Mwnyz5J+j8lHTxUbcwaJfOcdjL/5jyttp3dyqPPSQuGMMwqAXBI8AAABwN4WFhVWtWlUAAAAAAABYpxxmXCwBF3MdF6PuUlJO9CzlWWuV0AG2Tv4CV1Cm9QkOq3fVV5WUQxVPX0taIjb64PTJ4w/v324w6C3D7B1MUYmAoPDCfUaZ9tm6WDBCkZ2ZaRmcl5uTEBfl4lalXkSL4mOyMi/KtUOlf7MXNYLCtv+zKinxePWAkDOpSUvn/yCPp99jI8Q1KNGZxi062tk7XvbpWZdMey5KdWScPydPZOvGP/Nys0ucSI2iE0k7m3oh/Zyff7BSMUUUu2LtOvYqvvPYGFO5l8Dg2lc9JHmyKUnxNcPq+10RgikoyJdrm6JSJYWXrn2P4mOOHdlX/Kjijh+R6/A6/xYlKv0l+uLDMTFH93V6oP8Lr32m1pR8hF/Nv+Y/637Pzcm2dzBdOmVWplbtuxcfE20OMAUUlecxH7NpWGjtRuJqsjMv7dmxQTbq1G8q1/Hmg2/b4cErR+bn5alUKo3WJvlkXLI59PPScw+K63rgoUFnTycvnT993Z/z5RJWJ2LQ0HGNmrS9zltiosm43LqqtZ5Kj1uqyzmrEkZ99Gf6yK/UGrWZacYilTCYWuUi4KIWKkdhL+4Yx+A6VYLriDtPJ/RZIlcAAAAAd0+XLl0EAAAAAACA1cptHReliIvRYMjcN1ElTDkMta2LZ93nBK4myly341rP+JUKIqFFrx7at+31Fx4x6PUNG7ep26B5QM3w6gEhPn4BTz7cLDcnK6wo5aBMBxNUs2TgIzUlQa79qpsm4Y6J2i9vUs3QktmaU8kn5NrX79+Juv0DQk3vTTbVApnx9Xu6grwhz75ma3fNx89KWZHAmrWu+HTTHnyrmfZ8MSPthWe6njudHBhcJ6LZfXJwjcCwajWCJ3/yyro/54fWspzIvhIXJ+P8ubSzp6p6+1Xx9Cm+88KcR62rz9cTa5rwyBh0tUfayuREVap6y3VKUnx25kVvvwD/wNDLxhwzBWgsl1cpLVN8b6W8RNGH92z6a2nNsPovvP75VafmqeZfU96U+ONHlImolDhI81ZdrjyYkPDCM00/dybtTIpKpb7WV+iPxT/qdQU+foEh5oujZFyuvO/JibHyK1Slqo88sLOnk2VP9YDQElkfi5BahZ+lUqkGD3+t94BnZ3334V9/zpcn+Ob/9R/zxqSO3R6+6hsNBoO8FxqtjVLURxSVdblWQAclqLSOXvWfT97+lmkjY5f+7Ba1dxuNRqNXG1Rqg0alVoq4lJtSLgAAAAAAAAAAAADKiPKWcVGKuCgtg8GYd3pHQcpfSodX/dFqm0oCVzhzKuliRpqdvYN/YNhVB8QeM2dciqIbM755X68reOntKe3v72sZkxh/7NzpZLVaExxeX+k5ap5Mp0SZkHOnUw7s2ay1sVPm/VGqrVyZtFi3cqFc123Y3NITYE6rpJ5KPHpw16Z1y4LDG3To2k9c27HCPV/26fLrseaPubJRr6GpbMzCX7+Tx3x/z8eff/UTyxiDXr9n+3pRbBogJc8RWuvf9MaRgzvkOrx2ZPGdK8kJWzsHS6mVEpKT4uRaqy35hy4vN3vH5jWyEdm0vVzHmOu1FC/QIul0BfHHj2i0NsrsPPKzjh3ZJz8rKKTOzV4ipZ5Kx679rhpwEUXRk5MJMbXqNU5PO5t2JqWKp6+Hl2/xMUqEyHKJoo6YMlLVagSXmPZIkXH+3Nwfv5SNfo+PUD40+aRyKWxKjNywZolcRzS9T65zsk31frx8qj/+zMsl9nbpYrq3r7+NrZ383p6Ii3J186gRFObi5v78q58+NfKtH6d+tGLxj9Mmv3OtjMvJ+GP5eTnBYfWVA5DX9kTsUUcnF99qgQKl4xbYM+3YnNz0KNnWH/tS49FMb5quSGXUqA0q0z8JuAAAAAAAAAAAAAC47dSi3LHMUmTQ67L2vK902rkEuQf3E7ia6KOmOEhgcJ1rhR6UqXNCijIux6MPqNWa4gEXadmCH+Q6ILi2UjjkZEJMfl6ObJxJTSo+bO7sr+TN6dJjgMYc9VCiEkrFDovTp06u/XOe1sauc7f+ls4aQeHy0bnc27dfvCE3R7/yP3FdyjGX2PPGtUtPn0r0Dwyr3cA0Y46S3elw+YlsWvd7xvmzoljhFnP9lcuKjiiHHXJ5vZb4mMPylGuG1bvWZXSv4qWcXYn+X2d9mZOdGdH0vqrefqadH1PmzalffExs9CG9rqBmaF0llpGcGCs/KzC4VvHpk0p5iQY++eIfm0/1emSouAY//5pyP0mJscI0JdNecbUCP8eO7JNjwmpHFG4qpW5qXaWIS25O9kdvDc3NyZIn2PXBxwsvhYfpUqSeSiw+8mxq8u+LZsjG/T0fFaYqPqbESUJ81L/BNfOf7k8njBr+WNtl803ft1PJCa+N7jf1y7csA5ycXUeM/ci1skfmxfT0tLPiapTvRnBY4RWOjzkir21IGBMV3RzfyNcLW7nJusQFOp3eoDfIRf7wLfwprNTTAgAAAAAAAAAAAIDbpFxlXCzPU+VDViknbqH+UqzS49tYPvWnqMDVKXPxBF8xcYzi9KmT2ZkXZSOsaO6eKh7e8lH2ob3bLGOWzf/+zyWzZaNG0fQ6xw6b9mlr5/D7whkF+XlK57qVC+SwKlV9BhVV5lDCIqkpiUohE2EuajJh3BC9ruDRJ19UMh8KtVpdPSBkz/b1sdEH7uvS1xJQuKqzqckZ58/KT9+4bpklZHPyRMzk/72sUqlHjv1YiaG4e3jK9YG9WyxvPLJ/x6SJL8mGh5efk7Or0hl7/LCpp6pPsSu2v/gFKTxlJQl07ahE/YiWlat47tmx/tC+fy+dPPH5P022sbUfPuaDwo8zR2pCwy8L0MRE7y/eqdTICbx8HqjSXCKdruDAns1yycvNEdcg9+NbPSg+5rDlYEqcVKK5Dop/YKglYXM8ypTLsUReJHnTj0ft/232pOcebyfPN6xOxOsffG95tV2nXnI998cv5fEoPfK+f/reqIsZ57v0eFSZI6lGzXDfakHyVs767kOD3jTdmF6nm/rlW3t3bvD0rtbtoSdEURzn8IEdx8zFbxTyG3vpYoa8g27uHlc9wePmk7IUHIqNMW1WqeolcDMcPOq71uiqtPXxM/S56fIG6fV6809f0i0AAAAAAAAAAAAAbr9yOFeR+fmqMORdyj44Sel09m3n6BkpcA1KEQ5lEpwrKfEFP/9gRydnpaff4yO/+fTV9994uttDg9RqzfHoAzu3rA2oWftE7BFnl8pF+zTV/3h65Fvb/ln95MPN/KoFpp46ee50smtlj/Gf/OTiVkW+ejEjLTX5hJt71bFvTRr/8hPBYfXkM/LEE6YCMN16D+4/+IUSR1IjMCwxPlprY/fUc2+I64o6skeum7e5v5p/zWED24TVbpiRfi7lZLxQqca8+VXdRoVTIPXq98zfqxb9OvPzixfOOzm7nj93es2KefJT4o8fdnZ2s+xNifi8NeZR96peH3w5T6u1kftXqdQlypYoMYsS9VeKs7G1+7/Xvhj/8qBxI/s0adkxKKSOvLa7t//t7uH92oSpftWDCg/+sGnnJW6HkqqxVI6JPmw6wbA6ETd7ieR+XhvdT+5/yfoT4trksUUfNk0/FBN9laIyhVVbiqVwjpmzSiuWzN60bplsnDtz6nRKovyzqLxaP6LVGx/+UHwaox59n9q8YcWurX8N7d+qactONra269cuST93+oGHnnj2hQmWYSNe+ujtMY8u+HnKyqU/B9QMP5168mxqspeP/4eT5jtUchLmqi2jx/1v0scvvTj0geCw+g0iW6vU6pXL5hj0uieeGXetuXKOF55U4e3LzjJNirR+zZIzp5Pv69z7gV6DBErHu8GYiyfXGQ35Kn2m7vh0TZ2X1Rq92sRgVAlj0fVn0iIAAAAAAAAAAAAAt0X5ybgoZQNMa6NRr9dnHfnOmH/e9IJK6x0xVuAaDAZD9JGrz0ejUKpchBbLc3TvPdipksuCX76Z//PXcrN2/SYfTV6YnXXpvVeHpJ1LVcYodUdq1W3cqVv/xXOnrl7+q4ure8eu/R56ZJiLm7syJtocCgmvExnR9L6PJy1Y8tu0/bs3Rza7r3P3Ac1ad7nySPR6nTAlbEZU8fQR16WUhwmt1aj3gGFePtVXLJmdl5dzf89Hez0ytHpAiGVYzbB6X05f8f2Ud+Xh5eVm+weGjXzpo9bte/bvGp527pRl2P+zdx+ATZT/H8efXJLukQ46aCm0lLI3AipLhjJcoKCAIEtBEf27NyIi/twDBzhAFBSV4UJFUUQZAmVvWsrqprulM8n9n+TaUItAtbS05f3yfvd7cvfkcknTeOb59PtMuPvpeW9OT4yP820QaDAYE44fLjiV27jp3+YJEmXJj6i/T2BUQZfL+770zor5783asmH1ts1rmzRtOWbSozeMmKQlNqT4Y7HFRQVnHlyLZTRvXVo55sjhfdrLK/7lSxRjLzYT3qy1NufR2UREtlr323eFBfnaz7FCmKb0ZFqVnkzCibi8nEzZOHZ4f/lufgENO3buKV92bWao8hRFmfXa55+8/+KP33z6/fIFPv6BLVp1umnU3VoFF4eOl/V68e3l7895Jmb/jkP7dwYGhd40euptEx/S5sPSXHPd6LAmzeW78fChXd8und84PKpn3+uuHjIyqtU//yDkG16+PfQGY0SzNtqWvtfcvG7Ndwf3bjuwe+vNo6YKVJrBLcC/5diTe20VetSkr81hIxR9hKJXdIoidHKlCnu6RX4sE3MBAACMgy7wAAAQAElEQVQAAAAAAAAAUHW6M2eU0EqhSGazubi4eGn0srfWviNHKNc+u1bUVo6Ai+28LdaSnBMZPwzSCdv8Jn7Nbwvq+JBADTKbS4b1ayobX685qs0K9I8Wf/TKZ/NfvW3SIyPH33++Q9oKkPzfpIE+/oEffbHB2cXt3J0fu+em3ds3vPjOijYduotLxr96iYALQjXnH1p5g7ngpO2GqYtT5zeNzk5GJ6PBaNAbDDpb3EXR2Yk6SBE6T/Hff5UKCwtdXV39/f1Pnjwpqkb+69hoNHp7e2dlZcmb2dnZJpMpIiLi8OHD57hXVFRUTEyMfHSTv88pUShQnRb8tmDB7wtMLt7v3jDHpYyTk5P8wRkMhjr9iwAAAOq0b7/99oYbbhg3btyCBQtE7dCrV68///xz+/btHTp0ENWsb9++a9as2bJlS5cuXQQAAAAAAKgXFFFfqHZaziV3+wtawEVx8gpoc5dAzTp8cI/FXNKsRftzBFxE5QqfaJISjs5+apJsTH3whfOmN7TKNLa5hM5SmaZe+lcvEXCh6Axuge3uLb2RFW1OWWcxW6zyH4stcKh9LouyGCIAAAAAAAAAAAAAVEV9mKvo9OipLd+iFqVsNiet0TYEtpumGN0Fatah/bbJj84bXtm7a7P4pwl3ylu5YuG7rzymtQcMGXl5r0HifE4cOVRcVBAe2brCdD/11X94iYALyBR+XfqhxYWZB2TbGvuWNeByi226Ip3VXrdCsRULY66iqtLr9WvWrJFrAQAAAAAAAAAAAFzC6kkdF62Ii9WqWi3mU9tmaRudvSJ8I28WqHFaxuXcZVSSE44VnMptGBrh5uF5jm5yqFxr9B90y7RHXhKVcGDfNlG58jD1w394iYALq2HnJ0pbhQnm40vN9lIuqtX2oVz66VxW0AX/jU6n69OnT8+ePQUAAAAAAAAAAABwCavzGRfHuKlqmxnDWnB4qSX3sLalYZcn5cigQI178Ok5K9cn9R14roBRUEhj2eeDL9aLcxp04xjZTS73P/WG3lCpskPXXDdK9r/3sVfEpeE/vETAheXq38678UCtbY37wFKYaTGbLdp8RdY6n2654oor3N3dc3Jypk6dGhgYOGDAgHXr1mm7du7cec8993To0EFuHzp06Pz5820zNJ0hPz9/+vTpnTt3btiw4ahRo3766afyex988EGdTifvW37j0aNH5cZ27dppN81ms7xpMpnOcZ4//vjjjTfe2KBBA3k+Dz30UHJysgAAAAD+ya5du2644YbIyEhvb295fTtr1qzs7OwKfU6ePHnnnXe2adPG09Oze/fuDzzwQExMTPkOTz75pLxG/fXXXz///HN5NH9//7Zt28oL0YSEhMqdhfjwww/79+/v6+t77bXXzp07V170Vujw22+/yevtnj17enl5hYaGduvW7ZVXXqnw3xcZGRkvvPBCjx49ZJ9mzZqNGTPm0KFD53jQO+64Q552+/bt5RMUAAAAAACgDqoPdVzsFVzkOKqwFuXm75mjbfQM6e0W0FkAAKpfUPsHdIqTrWUtsBz+wGK2WEqrudiXulzKxTbjkqLcfvvt7777bmpq6urVqwMDA+X2xx57rEOHDu+88478clwOD6xatWrixInya/cK35Xn5+d36tTpueeek/+eksMDcgBg0KBBr732mrigPvjgg8GDB3/zzTcmk8lgMLz++uudO3eWX/cLAAAA4O8WL17csWPHb7/9Njs7u23bttHR0U8//XSLFi3kBa2jz4EDB1q1aiUvMo8cOdKuXbuEhAR5hdm6desXX3yxwtFeeumlUaNGmc3mO+64w9fX99VXX73qqqvi4+PPexry4lne5fDhw82aNfvxxx/vuuuuW265xREZl//tIK/A+/XrJ6+3d+/eLR9anu3mzZsffvjhRx55xHEQefJt2rR54okntm3bJhvyUnzRokVdunSRd/nHB33wwQc//PBD+YzkVX2DBg0EAAAAAACog+p2xkUbMbWt7TGXU3vfU4vtQ3o6Q1DHBwUAoEYY3AL8W47V2tbEry05h62WUrbPaUfBrToYc5HnnJeX99NPP8mv+FNSUr744gv5LfzatWvl9/uNGzf+7bff5Df+69evT01NHTt2rPyS/fnnny9/9/z8fPkibLc7ePDgypUrvb295XfrW7ZsERdIXFzcfffd5+Xl9f3338fExMhz2Ldvn8lkSk9PFwAAAEA58tp12rRpTk5OCxYsOHny5Lp16+R6xowZycnJ48ePz8zMlH3ktyuTJk1KS0uTPeUlpbzWPXHixPLly93c3B577DFHUUPNzz//PGvWLHmV+8ILL6xZs2bChAnyivShhx4675kcOHBAXlofOXJk06ZNst2uXTv5EK+//rq295tvvvnkk0/klbM8ZkZGxsaNG7OyshYvXix3zZ07t6SkRDvPiRMnJiUljRkzRl6Nb9iwQZ6zPEJubq7cfuYjvvzyy6+99lqrVq0IuAAAAAAAUKfVh7mKtOoA5rz4gphPtY1+Ubc6eYQJAEBNadBygsHV9k2xTqjmAy+X1XFRVceURXV50qL/+7//k1/0BwQEjBgxQt587rnn5Fp+RX7VVVdpHTw8PD744IPQ0NB33nlHfs9e/r5vv/12hw4dtPbgwYMfffRR2ZDdxAUiv+UvKCi4//77hwwZom1p3rz5Sy+9JAAAAIC/k1eJmZmZ8tJx3Lhx2haDwfDMM8/cdNNN8iJWXljKLcuXL1+/fn2PHj3eeustFxcXrdvQoUOfffZZ2agQ6W7VqtXjjz+utRVFkXcJDAz84osvUlNTz30m8gJbu7SWmjVr9t5778nGnDmlpXnl444dO/aNN97o06ePPKzcotfrR40aJS/I8/LytIKFGzdu3LVrV4sWLT788EN5Na49F3nY7t27nzp16sSJE8JelFFbL1y48JFHHpFn++uvvxJwAQAAAACgTqvDGRfHcKnO/uc7edv/pxMWeVPv7BPQ5i4BAKhBOoNbYLv7Sm/k7LKkrtdKuWhzydXpgIvUt2/f8jfl9+ly3b9///IbnZycevfubTabd+zY4djo7+9/zTXXlO8mhwfkesOGDeICWbNmjVzfcMMN5TcOHjxYDgAIAAAAoJy9e/fKtSNc4jB8+HDHXm2tbSnvlltukesK0wBNnDhRy6Bo3N3dBw4cKOz1XcQ5VTj+FVdcERoaeuzYsaNHj8qb8iALFy50BHHkf1ZER0d/9NFH2n9WFBUVyfWff/4p19ddd528Di9/KHmtLp9Co0aNRNkXR8uXL58wYYJsLFu2LCgoSAAAAAAAgLrMIOq40toAqmpO36ltcfVpoRjdBQCgZnkEXqbTO6sW2zfO1sztlsAeelsdl9JPaa2PbGt/TFm3lP9bz/j4+Pz8fNnw9vb+x84xMTGDBg3S2k2aNKmwNyzMVmbs8OHD4gLRhgFCQkLKb5Qvcnh4+Hn/fBYAAACXlP3798t148aNK2zXtsTGxsr1oUOHRNlVa3mBgYEuLi4JCQk5OTleXl7axoiIiArdQkND5frYsWPinM48B3nlLK+0jx8/rl1C5+XlLVu2LC4ubuvWrevWrcvOznb0tFqtcp2cnCzXDRs2FOcze/Zsk8mUlZX1+uuvz5s3TwAAAAAAgLqsbmdctL/I0SoEuLa6J3+7rXBuXvLG/NRot4AuAgBQg5J3vakFXITiaml4i8FaSl/6WV0n0y0ag+H0vy61Z+Hh4dG9e/d/7Fw++6LX6yvs1e5+7iIrZrNZVJqjAHuF7Z6engIAAAAox2Kxlb/VMiJn0q5dz9HHaDQWFhaWv8Q983JXc946jmfeUXtEX19fYU+E9+jRQ0uxtG/ffuDAgZGRkXI9YcKEmJgYrX+F8i3/SLtI7tix4zfffHPllVe+//77o0eP7tWrlwAAAAAAAHVWPanjIhnDblAOfWI9dURuTIyeHTl4mX0WIwBATShI35199AetXRI8xqD3tH2tXZZukf9fbz6RQ0JC3NzczGbzDz/8IL/lP3fnkydPVtii/Ulr8+bNtZval/sVQi0pKSmi0ho2bCgfRR62fLEZUVbfBQAAAHBo0aKFvNQ8ceKEn59f+e3aNao2j0+zZs2EvXhhhfvKO+bm5ppMJnf306VzExMTK3TT7lihyuCZ5BWsoxiM5vjx44qiREZGyvazzz6bnJx8xx13zJ07t/xcSJmZmY621vPME/j999/llfBVV13VuHFjLWozZ86cRo0avfbaa8OHD580adLOnTtdXV0FAAAAAAComxRRX8gvLoytH9HaRTlxGbFfCQBATUmMnqU1VKdgS4PrSieSq8RfcNZFw4YNKywsXLlyZfmNVqv1sssua968+aZNmxwb4+LiHH9pqvnqK9u/nhyTGbm4uIgz8ijye3lRadrfoS5durT8xm3btmml5gEAAAAHbWqhJUuWVNj+xRdfyHWfPn0cfSpcXkqff/65XA8YMKD8xuXLl5e/mZOT8+OPPxoMhmuvvVac06+//lr+5tq1a+Pj4+VFsnZ5/Oeff8r1nXfeWT7gsn79+rS0NFFWaUbLuHz//fclJSXlDzV79uzx48efOHHCscXZ2Vmub7755quvvlpenD/55JMCAAAAAADUWfUn46LT6fS+nZQGvbWbKbvetpbkCQBA9cs+urIw86DWLgyaqFMMOjtxeg6depV0eeihh7T14cOHtS3ye/YHHnggOjpafqF/2WWXle88bty49PR0rS3HAF5++WWTyTRlyhRtS1RUlFx//PHH27ZtE/aCLnI4QfYRlTZhwgS5fuutt7RRB2Ev7T5x4kQBAAAA/N3kyZMVRXnzzTfff/99bYu8/pw+ffqKFSt8fHxGjhwptwwdOjQ8PPzPP/+85557CgsLtW7Lli179lnb9NBTp04tf8Cff/555syZWq49MzNz7Nixqampsk+FEoNneuaZZ+TFs9betWuXPDFRdpkthYaGyvWePXsc/RMSEhyXuKdOnZLrK6+8sn379vv377/33nuLioq0XV9//fUvv/zStm1buffMB33vvffc3Nzk0y+fSgcAAAAAAHVLnc+46P5OaTZNFbZ5H6zFOal75goAQDVTrUXJO1/X2iWu7SxeXXWKUhpxKff5LOoR+WX6tGnTDh8+3LFjxwF27dq1k9+Vy4GBpUuXlv9j01atWhUUFMjv6Lt37960adObbropNzf3ueee8/b21jrcfPPNvXr1SkpK6ty5c4cOHQICAoYPH3733XdrheIrQ97rf//7n3yUUaNGNWnSpFu3blFRUSUlJfKUBAAAAFCOvFaUV61ms3ny5MkNGjTo0aOHXMurUy8vr0WLFvn7+8s+JpPpk08+kdvfeecdPz8/2adRo0byqjU7O1v27N27d/kDtmzZ8plnngkMDLzyyitDQkK++eYbeXEru533THr27ClPpnXr1vIyWF5dHzx4UD6EVkhGeuKJJ4Q9kXP//fc/9dRT11xzjbzETU1Nlf1F2Xygzs7OTZs14AAAEABJREFUCxYskJfNc+fOlVfR8nHluQ0dOtRoNH700Uf/+B8gERERjz/+uNVqnThxYnFxsQAAAAAAAHVQ3c64lBUJKBtFVRS9W0Ol0a3a3vRDS4rzjgsAQHU6uW++ucBWM1wVuoLgyYperyg6RS//Z6N9RovTBV3qCa1uSrt27fbv379hwwa9Xj9t2rRdu3bJb/nLd5OjAmvWrJkyZUpeXp4cFejevft33313zz33ODq4uLj88ssvL730kvxG/tixY/KL/g8++GD27Nni33j00Uf//PPPUaNGlZSU5Obm3n333fJB5Rf9AgAAAPg7eS36xx9/9OvXz8PDY/v27VFRUU899dTevXsHDx7s6NOjRw+5a/jw4Y0aNZIN2XPChAnR0dGyZ4WjyQvdZcuWde7ced++fe3bt3/xxRd/+OEHT0/P857GwoULX3jhBR8fn9jYWHlR/fzzz3/55ZeOvYMGDZIXtPIKWV5yy107d+4cN27c7t27x44dK/euXr1a69axY0ftPIODg7du3ZqYmHjrrbfKRoXCiuU9/PDDLVq0kM9XHlYAAAAAAIA6SKdVlC1PbrHamc3m4uLipdHL3lr7jhybXPvsWlHLqBrbqVosZou5uKSkuKT4VJZ54widJVt28GzYO6zXmwI4J3OJ7e+3DEYngSoryD/l6uYucMkwF5w89N0Q1Wr7JSoyDSoOmeLk7GR0dnJycXZyNsqGwWjQGwyK3pZ3qVsFXRSh8xRuou4zC8spUShQnRb8tmDB7wtMLt7v3jDHpYyTk5PRaDTI939de/MDAACc15NPPjl79uw333zz3nvvFQAAAAAAADWlzs9VJGyVA4S9WICtbIBc9M4eSsRkbVdu4tr81GiBOig54djT94+87fr2N14VfsctV+7fteV/06cMuTJ4/e8/iAvq95+X33N7f0VvkO1H7xn2wJ1DRG01+rp21/YIycpIO1uHt19+VL5Eq7777BwHOXxwt+xz/x2DxYVWXFT4+YLXX5t1+vtNearyscbd1EVUA4vZvGTBG1NG9RraN2LK6N6vPjftrz9XCdS45J2vawEXVedSFDBKDufrbYveVsxFbw+2lIVbBAAAAAAAAAAAAABUQZ3PuNhnKFJsU2EotvFUG4NBaThEdYvQOiRGz7bHYFDHzH9v1rbNv5/Kyw2PbJmTk+kXEHxw71a5vWWbzuLC2bdz88vPTvU0+dpmVBEitFHTE8diRa2UnHg8K+Nkw0YRJl//s/WJ2b9Drlu06nSO4xzYt02uo1p0EBfa8s/nLfrwpUZNmp1+LPuPLKplR3GhWczmp+6/9dMPX7Sq6uAbxwSHNPntp2XPPTbu5+8/F6hBBem7s4+Wxs4K/EcqTt6lWUN7zMU+XZHtM1pXRgAAAAAAAAAAAADAf2UQdZkcMS2da8medFEVqza8ajAarVEPqzvuknuKcuIyYr/yjRwhUHdYrdZtm36XjbmL1wYGN5KNjLSU1OT4gKBQX/9AceHEHNwp15FR7bSbEVFtfvp2kXysC/soF8SBPbaKRM1bnysvcud9My0Wc6PwqHMdx547adayvbjQYrUXs3k7x5bIqLYvzFnaIDBEXGiLPnx517b13XsOfPy5edokU/Lm49OGL3hvVt9rbmLaqRqTGD1La1gMgRb/6+wpQ719ciJb3FCLHSqKTpSlW4i5AAAAAAAAAAAAAPjP6sNcRRVLudiKB+j1Pm2FX2+tQ8qut60leQJ1R9yh3QX5eRFRbbWAi3T40B5hS3hcyCIuUswBWyyjWYvSWEajxpGOx6pt4mL3yXWLc74Crdt3a9fpSq0mzdkc3Ltdrpufs9bLfxNzcJdct2rb1bHFP7ChPJ/gkCbigsrPy13++VxXN4//e/w1R5xFPlCHLj1zsjIO7tsuUCOyj64szDyotQsDJ+n0ZdEWg23CIi1xKD+WBUVcAAAAgHrn+eefV1X13nvvFQAAAAAAADWobtdxEeVKudgLuahCr6hWvdVgVa1WS9O71YwNQi2xFuek7pkb1PEhgRo0+8lJ639f+fnKPYcP7fl43gsJxw9PmvbMwOtvM5cU/7Lyi/VrfzgSu7ewIL9ho4gbhk/qP7i00E5czN5p4/qXtg/tHnJlcMu2l70y99uD9hl2IiJbOY6fmZb647eLov/67fiRg0Yn57AmzSbcPf3MMid//bnqu6XzjxzeJx+rSdOW1w4d13fQzXL7j19/+vbLj2h9Xn1umlw++35PaJgt4xJ//PBlV/RzHOHbrz6a98ZTDz49p1PXPl8tmrNr+8bEE3Et23QZe+djUa1Oz/hz6+DWvn4B73665tuvPly+ZG5JcfFzr34WEdVGPqNV3y7evfOvxBNHTL5+US07Tr7vOb8GQeVP0mq1/rH66x+/+fT40ZiiwvzA4LAu3fsOv+0eL5Ovo0/ZK9BanMWnH760ZMHr46Y8OXzMPdoWs7lEnvzP332Wlpbctn33m0bf3Ti8ecLxWFc3j1B7msfW55w/DofUpPgv5XPftiEl6YS3ybdR42bX3Tyhe89rtL0vPnOXPH+tPfq6tmHhzd9b9Lt89GH9mur1hmWrYx2xm9gDO79fvjAudu+xuIP+AcEdOveYdM8zru4e/+rVTk2Jb9Ohu6eXydPbp/xJZmWmybWHh7dA9VOtRck7X9faJa7trN5d7eGW0iIuit622D6WldMBF2IuAAAAAAAAAAAAAKqizmdcNKUDqHI0VRWKHFo16K0Wi8EjtCRkhIhfLHelH1ri22yEk0eYQE05dGCHr3/Qxj9/eut/pemi9p17ZGemP/vo2IN7t7l7eHe9sr+7u9f6P354/fn74o/HjpvyhOwjf3ojxz+w7rfvThyL6dnvhtCwpk2j2ghb9RFbwqNFm9IqJof27ZDHyco4GdSwcb9BI7Kz0jf+8dODk6+d/uLHXa8c4DiHd195fOWKj2UjJCxSVdWDe7fKpaioYNCNYxoEhgy9dfKKJfPkmVw/fKKLi5u3j5/safJtEH8spvwT0eYzMptL7h571ancnCZNW7i4um3fsvZo3P6PvvzL2cVV7k1OOJabndGpa29H2sM/MCS8WetV33329kuPWK2W5q07XTvs9qOHD6xf8/3OrevfXfirX0CwdvyC/FPPPzFRHlC2A4JCvU1+x48clMv631e+s/BXLf9htVrlU3Zydo1odtaMS+wBWxkVxyREmWmpzz52e8z+HfIJNgwN37r5913bN4wYM03uimrZUfuVOe+PQ7N5/S//mz65qLDAYHRuEtH8xLHYHdF/yGXK/c9fd/ME2aFth8st5hJ5whHN2nTrcXVYE9tkSYcP7pEbW7Tu5Ai4fPrBi19+Mkc22nToPvjGMdu3/PHTt4u2bV777ie/OWIulXm1mzRt+fybX1R4+qt/+PLo4X3ydW7ctIVA9Tu5b765wBYqUoWuqOEU+wevwWA02ku52Be9LeEiqOACAAAAAAAAAAAA4AKpDxkXrZSLVipAUXRW+4RFVoPBYrEqjcdYk1cKc5ZQzcnbXg3r9aZAjcjJSj+ZnBAYHPbpBy/d9/hrV/QenJmRGhzS5NXnph3cuy2qVcenZs/XaplMmPrUw3cPXbronT4DhjZp2rJx0xZy2bD2B7lr9IQHGzVpph0wLnav/PFqM+yYS4pffGZKVsbJq68dNfWhF7TZapISjt49pu87rz7eqWtvbcuXn85ZueLjRo2bPfbcPHlkueXPX7/93/TJn3zw4qAbx3S5vK+Ts8uKJfNatO5026SHHWce2jjyyOF95Z/L4YO75fqdVx6/efRdt4y9T95L3pw2bkBczJ6D+7a363SFKJum5/AhW89Zry9p0aZLdmZawvHD77zymNVqvfuh/w0Zert2tLU/r3jp2bs/ePvZx2bO1bZ88NYz27esbd2+20NPvx0QHCq3ZGWkvfD0HXt2/PXbz8u0O8pDFRcVNG/dSQt5/CNt3qXI5rZ5l6wWy4xHxsQe3DVk6LgpDzyvKIo85szHbv/k/f+JcjmYD9+ece4fh7BXcJn1xER5wPuffLPP1UMNBqN8RvKVfGnGXUsWvqFlXAYPHSt/vut/X9mz3/VajEaUpVW085F++2npko/faBgaMfO1xdrsRfLn+Owjt2/b/PvH816464HnK/9qn2nJgjcWffRyQFCjx2e+L1D9zAUn0/Yt0NpF3oNUlxCDI9pisMdbKOICAAAAAAAAAAAA4EJTRL1wegxVZx9XtZdysU2Z4eyhC79T65ObuDY/NVqgRhzct0OuU5KO3/vYq1dfO9LD07tR42axB3f99tNSX/+gZ19e5Jisx9nF7YabJ6mqdfuWP7UtRYUFx48ccnJ2dQRckhOPZ2WcbNgoQkt4fLd0QXLisc7d+9772CtanEUKDmnSu/+NaSkJx+IOCnsyY/GHr8g3wZMvfKRlNaSe/a4PadQ0Jys9M/2kvBl78G+FTzShjZoePXzAarWWnUy+dsCB140ac8ejWuRC8g9oKNdGg1G7qeVLTqYkvPj2io5de7u6uQeFNJ7/7iyLueT2KY87Ai5S76uHBgaHbdmwWrtptVjkk+rW45rHn/tAC7gIWy0Zf/nshC0qlKFt2b/H9tYNb9pKnMXJ5ITszLTgkHD5UsubK1cslM+uZ78b7n7oBa2MijzmpKnPaJ2bNW+vPf3K/DgSThzucdW1E6dO7z94hMH+fOUBew+40ejkkpOdqc0UZj+aLZsS1fL05E1aXZnIKFvGpeBU3vx3n5O/ndNf+lgLuEjyZ3fPIy/JRvTGX//Vq11efl7usw+P/fTDF0MbR7787tcNgkIEql/yjtdUa7FsWBX34sCRer3eXsTFoMVcFFsFF135Ii4EXAAAAAAAAAAAAABUXT2Zq0jjKOWiqvZaLnqrwWi0NhxiTliqy4+THRKjZ0cOXiY7ClQzrRpHu049ul7R37Hxx68/letrh43zMvmW79wwtImwZykc91VVa1S56MkBe8KjeeuOpcf5dpFcj7z9/yoMnAeHNJbr+OOHmzZv++tPX5nNxf0Gj2jUuFn5Pu8vWedoa8EULfDhEBHV5qdvF6Umxwc1tM1sZY9uqC6u7hOmPlW+W1zsXrkObBhW/vkOv22ayddf25KemrRp3c/uHt43DJ8o/q5ho4iUpOOZ6Sd9/BrIN+rk/3uuQof8vNxD+7bLRoPA0sSGNlVT89adxFkc0oq4tCgtmrJy+cdyPezWKeX7NG3eRms0b2V7JSv54+jYtbdcyndQVXXP9r9KiguDGjZ2/AgO7rOdYcs2XRzdSiNErWwv78Y/f8pMT+09YGiFH0dgcCP56MmJx0uKi4xOzpV8tR2KCvOf+L8RMft3dOra54nnP3R1cxeofgXpu7OP/ai1i/xvUZy8T1dw0QIutkVvK+JiL+QiAAAAAAAAAAAAAOBCqD8ZF8eMRaq9lIuqWLWhVlvMJephdcddsk9RTlxG7FLfyOEC1Uybp6bvwJvKb9xiL9fxyfv/02bMORo7p8kAABAASURBVJvYQ7ZsRNOoto4tcbG2yYNatO4sbNmLuITjsbLx0F3Xn+MgWzbaCqV0u/Kac/TRgiktysUypEaNI+X6xNEYLeNyaL/tiVx2eT9nFzdHn6yMtLSUBFd3T1//QG3LoQO2ujVXD7n19An8JZ+seiove1i/puKc/vz128XzXz1x9JBji5Oza3FRgWw0adpC26JNn9Ty76daXqz9BW/WwhYoSUk6ceJYTIOgkKhWHcr3OZmSKGwFXRpoxU4q+eOQT/aDOTM2/vFjUWG+Y6OLqy1N0jii9PTSTyZnZ6aFhEU6plIym0uOHt5vK8ZjD7Ucsf8Ee/X9hx9ZcVGR/LXV22u0VPLVdnh99gMx+3f0H3TLfY+/quj1AjUiMXqW1rAYAs1+19qLuNjqZhnKJirS2wMuoizdUndjLlahZotTotpk/LDy+KyZsuESHt5i8RIBAAAAAAAAAAAA4JzqVR0XYR9MVRTFqlps/2cbebWqVqvep22Jb29dxlrZIWXXHFPjQYrRQ6A6xdhqeOi6XjHAscViNqefTHJ2cR028q5/vEvr9t1K76uVJGnezrFLqxESEdla2OcDkutGTaJ6XHXtPx5Hm3soNTlerlu06ijOoqiwIOHEYb+Aho7KK5rQMFvG5Ujs3suu6CfKipGUfyKO82nV9jLtZmL8kfy8nLDw5n4BwY4+2nl2ubyfljs5k7e9esrSRe8seG+Ws4tbz343NG/VqUnTFo3CIs0W88Th3ZycXbXJieSpHom15UVCws4al9HyOs3sdVy0h27arG2FPvHHbNmgqJa216SSP46crPT7Jg1MS0kIj2zdqVuf8KYtG4c3D20cOeflR3778SvtUFLM/h2iLGGjiT2wy1aMpyxko2VcyueWNAnHDxcWnPJrEKxNqFSZV/v09r3b/vz1m6bN2933xGva3VEDso9+X5h5UGsXBE3R6Q1lFVxOF3HRlc1SRBGXc3NtFhU0YZJsGHxMAgAAAAAAAAAAAMD51Le5ilRVtTVshVxUoVdUq17+YzBYLZF3q1s2CLXEWpyTumduUMeHBKpNZvrJ9NTEiKi23j5+jo1FhQVa47ZJD5fvbLVY4mL3NgwJd/Pw1LbEanGNsrmKrFbroX07nJxdI5rZMi4F+XnCPsdNheNkZaTl5mQGNQwzOjnLm3m5OXLt4xdQvs+mdT9nZ6V36NIzIChUS05EnRFA8fUPNPk2OGEvFSPK6qO0aNu5fB8thRPVsjTAEbPPlvDoeFmv8n0K8m3lH9p2uPzm26aW356UcFSnUwICQxS9Pi8na9FHr8inNufjX0IaRTj6fG+faSiyRTu9wfYbGhezt7iooE3Hy8+R5Ni/d6uwTUJkm8yopLhIro1Gpwp91v76ja2PPZhSyR/Hss/npqUkXHPdbfc+9nL5Pts2/S7KzR4Ve2i3/QVpX+ElalYWVEo4YZsszGAv1vK3U/rla7nu1LVP6XEq8Wo7bNtsS631G3gzAZcao1qLkne+obVL3DqqXp1Kwy1GLeBiW2wfv8rpgAsxl3NwbdZMLgIAAAAAAAAAAABA5dTDseHSwVVFsZdyUbTSAgaPULXhCK1D+qElxXnHBarNof3bhS3f8Lf4iJuHp4eXj716Slz57V9+Mue+Cde89Ozd2k3Z4cTRGMccN8Je6qO4qCA8sqU2D07DkHC5PnbkgJZn0sj2KzPvmTK617dffaRt8W9gK6mSaq9oosnLzX71uXvfefkx7WbMgYozIjmENo6UD6qdTPyxWDcPr4ah4eU7lKYuyorExNgnV6pQryU4pIlcx9nnGHLIyUp/aMr1E4d3O3xoj7DPiFRSXNiidefyARezueSnbxaJcgGRuNi9oiy/8o9Skk7k5+U4pgoKCG4kymIlDrEHdv6x2hYoiWptC4tU8sehnWffa/4259Sfv32XlXGy/FPWqsiUfzG1yaocxXi0aYaSk/72e3cyOeG75fNl45rrRolKv9oOI8ffv3J90g0j7hCoKSf3zTcXpMmGKnRFwXdoFVwMRqO9YV/0toSLoIILAAAAgL+bM2fOo48+KgAAAAAAAKqmvmVcHJUDtJSLzj5hkTaJhr7JGGGwzwehmpO3vSpQbbTEQ1SriiVSruw9RK7fe+3J3OxMbcvan1d8+uFLeoNx5Lj7tS2xB/82x420f0+0XGuz9kiNm7ZoGBpxMjnh47mzrRaLsE+7M++Np7dvWRsQFDr4xrFatyh7iZFvvvxQu1lcVPjqc/eeysu+YcQk2U3Yi6OIsuxFBaGNmh49fECrHyPKCp+Ud8g+NU+bdt3+/nz/1q1bj6vlO/GPX77etO5nbYt81jMfG5+VcfLyXoO0KjW+DYLsZ7InPy9X6yOfy8vPTj1iD7U0jmiubTxgr9ESEdlKnEXMfi1QUhoxaRga3qhJlDzs9i1/aFuOHT7w3BMTtbYje1SZH4evv60Qzq7tGxyPtW/n5rdetJVB8g8M8fD0Ln0F7Ces5Yo0pcV4ykIwvfvfINdLFr5hNpdoW4oK81957p6crIyrrx3Vsm0X26tauVdbI4+za9t6uTgK0qC6mQtOpu1boLULvQepLiFaiLB0riKKuPx7BTExyR9+IJe0ZV8JAAAAAAAAAAAAAOdTr+Yq0mgzFtnWtoiLIvSqHIK1Wq16Zw9rkztF7EuyT27i2vzUaLeALgLVIOagra5JVIuKk8uMmfTw5g0/b9/8+203dGwa1aaosODo4X1Ozq6PzZzbvHVpkZJY+30jy1UEObjXNqmQo4N090MvTH9g1NJFb//0zaImTVukJJ84mZwQGBw2+62vXN09tD53TH1m17b13371weFDu8IjW2/886f01MR2na4cN+UJrUP+KVus5OO5s39btXTCXU87pt2RIqLa/PTtotTk+NJiJC3alX8WcntOVnpQw8aOyZUO7N3m5uFVvhaLFBAUOnrCg4vnvzLz0dvluTUICjl8cHdBfl6nrn0emfGu1icwuNGVfYas/33lo9Nu6nblAFWo6377LjU5ISikSXLCUQ9Pn7JXwFYXp0Wbs75dY7VCMmXhFfnmHzPpkdlPTXr6/pGXXd7P2dVtw9ofLu81cH1qkjxtT2+fyv84brh50ppVyz9f8FpOdoaHp3dGWsovP3zROLz5kdi9np4mxwnk59lmhnr6gVG+DQKff+MLi9l8PO6g7TUJa6p1uPamCevX/hC98dc7brmy6xX9jU5Ov6/+OjMtZdCNYyffN1PrU8lXu7Tz/p2PT7tZ/op//ftRgRqRvOM11VosG1bFvSRwpEGvFXExaDEXxVbBRVe+iAsBl/MqiDmUPN+Ww3MJD/e/abgAAAAAAAAAAAAAcE71cK4iTflSLvZaLnrbhBoh16pupUGExOjZtgk3UA1iDu50cnZtckbdER//gDc/WnVlnyHmkuKY/TsK8vN69b/xwyXr7SVPyu574G9z3EhH7NP9tCyX8Oh4Wa8X317erGWHvNysQ/t3uji73TR66tzFa4MahpV/rLcXrO7R97qkhGM/f/+5j4//5P+bNfPVxfLNoHUYcds9vv5BOVnpR2P3B9on93GIiGwt7BMJlZ5M1N9SF1rRFPno2s34Y7HFRQVnVh+RRk18cNqjL/sHhqQkHT8Ssy+kUYS8+dzrnzs5uzj6PDLj3VvH/V9+Xs7nC17/esn74ZGt3/30t8t7XiN3ZaQlC/sMPokn4ky+Dco/uwpiD1ScLOnKq4Y8NnNeWETzndvW52Zn3vfoq7eMvU9VrVr9mMr/OJo2b/vGBz+06dBdvoafL3ht/57oqQ+98L+3l8ld6WlJjm4T7n7aYHROjLdNe2QwGA8f3C0fq/zrJn8LZ732+bCRd+XmZH6/fMHvq79u0arTK3O/u+fhF41OzqUvbCVe7dPbD9iKu4Q3ay0fTqD6FaTvzj72o9Yu8r9VcfI+XcFFC7jYFr0WcyHdAgAAAKCCYcOGTZ48WQAAAAAAAFSNreRJhU1yi9XObDYXFxcvjV721tp35Jjl2mfXirpDtZPPQrWqFvlMSuQ4fom5uKQ4bae64y6tT3CXJ30j+dN5ADiPw6tuKcw8KBsWQ2B+s/f0Ts5OzkYnF7l2Mjo7GYylBV10jpmKiLlUQu6mv1IWLpQNp4bBYU9NF6jLFvy2YMHvC0wu3u/eMMeljJOTk9Eofz0Mjkm8BAAAAAAAAAAAAKqgHs5V5GCv46JYVUtpKReDVbVa9T5tS/yu0qWvkR1Sds0xNR6kGD0EAOAsso9+rwVcpIKgKTq9oayCy+kiLrqyWYoYxa88z27d5SIAAAAAAAAAAAAAVE59nquotKHY/nxar7elXBT7sKy+2TShs81vYi3OSd0zVwAAzkK1FiXvfENrl7h1Ur066bVwi1ELuNgW7WPWEXAh5gIAAACggs2bN//yyy8CAAAAAACgauptxkVTOuiqKPZSLopWckDvFihCbtE6pB9aUpx3XAAA/snJffPNBWmyoQpdUfAkrYKLwWi0N+yLPUEoqOACAAAA4Ow2bdq0evVqAQAAAAAAUDX1OePiqCigpVx09gmLSifXaHybMJhsnVRz8rZXBQDgDOaCk2n7FmjtYtMQ1SVECwuWzlVUVsRFftZSxOU/yPhh5Y4rusnlwOhbBQAAAAAAAAAAAIDzqf91XErXOvtkGmWjswYXT13EFK1PbuLa/NRoAQD4u+Qdr6nWYtmwKu5FAaO0mKA2S5FWFsteJEsnCLgAAAAAOKdu3br1799fAAAAAAAAVE09z7hoypdysddysQ3TKsGDVbcIrUNi9GzbRBwAgDIF6buzj/2otYv8RypOHmXpFkNpwMW22HIutqgL6RYAAAAAZ9e1a9cBAwYIAAAAAACAqjGI+k6OvKqqalvbIy6qYtWGZuVgrTXqYXXHXbJPUU5cRuxS38jhAgBglxg9S2tYjKFmv8H2mYmU0zEXO62Ii9aNmMu/5dX98si335UNxdVVAAAAAAAAAAAAADif+p9x0djruChW1VJaysVgVa1WvU9bs39fkfab7JCya46p8SDF6CEA4JKXffT7wsyDWrsweIpiMDoquBjKirjIj9PSMlmkW/4Tg6+vh6+vAAAAAC4BCQkJRUVFERERAgAAAAAAoAoulbmKShv2KTVsxQjs/7ON1EbeI3RGuctanJO6Z64AgEueas5P3vmG1i5x72z1aGur4GLQ24u4GBT756eudIai0oALMRcAAAAA57B8+fJ58+YJAAAAAACAqrlU6riIsiFYOS6rU4Ucr9Ub9FaLRe8WaA25VcR/KnelH1ri22yEk0eYAIBL2MkDH5sL0mRDFbqioIlaBReDUSvlYl/sSUFBBZeqKYiJyV77u2wYfEz+NzFZHgAAAAAAAAAAAHAel0QdF+EIuNjZag/YJyzS5t1QGo8WRvtsEao5efurAgAuYeaCk2n7PtbaxT5DVJcQWxEXWwUX+2dmWREX+ZlKEZcqKog5lDz/Q7mkLV8mAAAAAAAAAAAAAJyAVQTdAAAQAElEQVTPpVXHRVVV29oWcVGEXrWVcrFaDS6eRU0m62JekH1yE9bmp0a7BXQRAHBJSt7xmmotlg2r4l7UYJShLA6oLYreNkWRlhQk4AIAAACgkqZNmyYAAAAAAACq7BLKuGgcpVxUVavlYrUaDIaGg8wJX+jy42SHxOjZkYOXyY4CAC4xBem7s4/9qLUL/UYqTh4Go8FexMVQGnCxLfacCxMVVZlrs6igCZOEfa4iAQAAAAAAAAAAAOB8Lq2MS4VSLqpi1YZs5QiuNephdcddsk9RTlxG7FLfyOECAC4xidGztIbFGGrxH2wwGOQnZFkRF1tJF9tcRYptmiKtGzGXqnBt1kwuAgAAAAAAAAAAAEDlKOLSY6/josiRWdv/6Usn4ND7tBX+/bQOKbvmWEvyBABcSrKPfl+YeVBrFwZPUQxGewTQqLeXcdESgfJjs7QcFukWAAAAAJW2YsWKefPmCQAAAAAAgKq55DIujnFZW8BF0en1tpSLYq9QoEROFTqj3GUtzkndM1cAwCVDNecn73xDa5e4dbF6tLUFXMoquCj2z0ntY9MRcCHmUkXmjIy8bVvlkr9/nwAAAADqtfj4+Li4OAEAAAAAAFA1l2IdFyHKyhAoir2Ui20mDtvaLVCEjtQ6pB9aUpx3XADApeHkgY/NBWmyYVWVouAJWrRFK+JSutgTgYIKLhdOzl8bY++5Wy7HZ80UAAAAAAAAAAAAAM7nEp2rSJTFXGw1CewTFtkKuRj0StgoYfS1dVLNydtfFQBwCTAXnEzb97HWLvYZrLqE2GcpMmhJF31ZERfbFG8UcQEAAADw73Xr1q1///4CAAAAAACgai7dOi6la5198g17KRe5GFw8RfgUrU9uwtr81GgBAPVd8o7XVGuxbFgV9+KAUY7Yn7bIT0h70SstFUjABQAAAMC/1rVr1wEDBggAAAAAAICqMYhLmKOUi6pqtVysVjmsGzzQHL9El2+bJToxenbk4GWyowCAeqogfXf2sR+1dqH/KMXJw2A02Iu4GEoDLrbFnnNhoqILynfwELkIAAAAAAAAAAAAAJVzidZxEWeWclF02lCuHNlVoh7W+hTlxGXELhUAUH8lRs/SGhZjqNlvsN5gcJS20iYqss1VpNg+KrVuxFwAAAAA/FubN2/+5ZdfBAAAAAAAQNVcuhkXjb2Oi2ILuij2Ui7asK5PW9Wvr9YhZdcca0meAID6KOvI94WZB7V2YfAULeBiMBr19jIuWvJPfjyWlr0i3QIAAADgP9m0adPq1asFAAAAAABA1VzSGRfHeK29kItOr7elXBStckGze4TOKHdZi3NS98wVAFDvqOb8lF1vaO0S9y5Wj7a2gIujgost76LXPh4dARdiLhdQ7qa/Yu++Sy7HZ80UAAAAAAAAAAAAAM7nUq/jIkRZeQLbZEWKNkOHbe0WqIaM1DqkH1pSnHdcAED9cvLAx+aCNNmwqkpR0AQt2qIVcSn9JLQn/wQVXKpHSXp63o5tcsnfv08AAAAA9VpoaGhERIQAAAAAAACoGoO4tMmBW1VVHSkXq33CIqvBYLWqhoixlpTvRUmGUM3J218N6/mmAID6wlxwMm3fx1q72HeI6hJin6XIUFrExR5v0WlTuVHEBQAAAEDVDB06VAAAAAAAAFTZpZ5xEeViLqot5qIIvSqHeK2S0dUSfpc49Lzsk5uwNj812i2giwCAeiF5x2uqtVg2rIp7cYORtlSLQQu4lBZxsRe3sqf/CLhUD9dmUUETJsmGwcckAAAAAAAAAAAAAJwPGZdSjlIuqmqv5aK3WuVwb/A1lsTlIm+/7JAYPTty8DLZUQBAHVeQvjv72I9au6jBbYqTh8FosBdxMZQGXGyLPefCREXVxrVZM7kIAAAAAAAAAAAAAJWjCJTVJ9DZ5+RQFHv1AvsQrxzxFZEPaH2KcuIyYpcKAKj7EqNnaQ2LMbTEd6DeYJCfeGVFXGwlXWxzFSm2j0StGzEXAAAAAFUxZ86cRx99VAAAAAAAAFQNdVxOs9dxUayqxfZ/tmk7rKrVavBpWeLfT5f2q+yQsmuOqfEgxeghAKDOyjryfWHmQa1dGDxFq91iMBr19jIuWsJPfgyWlrci3VJtCmJistf+LuxzFfnfNFwAAAAAAAAAAAAAOCfquJRyjOPaC7no9Hr7hEX2oV995FShM8pd1uKc1D1zBQDUWao5P2XXG1q7xP0yq0dbWwWX0iIuBntBF732MegIuBBzqSYFMYeS538ol7TlywQAAAAAAAAAAACA86GOy9+UDujK0V1V2IoZWBU55mt1C7SGjhInFspd6YeW+DYb4eQRJgCgDjp54GNzQZpsWFWlMGiSFm3Rirjo7UVctISfoIILAAAAgAtn2LBhRUVFAgAAAAAAoGqo43Kao2KBfdIi2//02mCvHPoNHyOMvrZOqjl5+6sCAOogc8HJtH0fa+1i32uFS5CiVwxGQ2kRF/snnv3jT1DEpQYY/fw8OnSSi1vLVgIAAACo10JCQiIiIgQAAAAAAEDVUMflb+RorqqqtrUt4qIIvSqHfq2S0dXc5C5dzPOyT27C2vzUaLeALgIA6pTkHa+p1mLZsCpexQ1utSVbyiq4aEVcFKU04UfApQZ4dusuFwEAAAAAAAAAAACgcqjj8g/Kl3Kx1XGxlXIxGEMGCo+WWofE6NlCqAIA6o6C9N3Zx37U2kUNRilOHqcruGgBF9tiz7kwUREAAACAC2rz5s2//PKLAAAAAAAAqBoyLhWdrl5gj7jYqhrYh37lGLCIfEDrU5QTlxG7VABA3ZEYPUtrWIyhJb7X6A0G7ZPNMVGRba4ixfbRp3Uj5gIAAADgQtm0adPq1asFAAAAAABA1ZBx+We6soBLaSkX+zCwwael6t9f65Cya461JE8AQF2QdeT7wsyDWrsweIpWu0WbqMhQVsRFftyVlrEi3VIjMn5YueOKbnI5MPpWAQAAAAAAAAAAAOB8yLj8g9Pju/YZi/R6RZuuyJZ0ibxb1TnLPdbinNQ9cwUA1HqqOT9l1xtau9j9MqtHW1sFl9IiLgZ7QRe9TnFMUlRWywoAAAAALpBu3br1799fAAAAAAAAVA0Zl7MqHey1TVakaEUObLN5uAXqQkdpHdIPLSnOOy4AoHY7uX+BuSBNNqyqUhQ0SYu2aEVc9PYiLlqST1DBBQAAAED16Nq164ABAwQAAAAAAEDVGAT+iRzoVVXVkXKx2mcsUvRWvcFqDR9tSf5GlGQI1Zy8/dWwnm8KAKitzAUn0/Yv1NolvtcJlyBbYs9oKC3iYo+32D7mdIIiLjXMq/vlkW+/KxuKq6sAAAAAAAAAAAAAcD5kXM7KEXNRbTEXRehV1aC3SkZXc/jdukOzZJ/chLX5qdFuAV0EANRKyTteU63FsmFVvIoa3GJLtpRVcCmt46LYIy72mYoEAZcaZPD19fD1FQAAAMAlICEhoaioKCIiQgAAAAAAAFQBcxWdh6OUi33GIjuDwdjwGuHRUuuQGD1bCFUAQO1TkL47+9iPWrvQf5Ti5HG6got9liKd/EevV+wBF9ItAAAAAKrJ8uXL582bJwAAAAAAAKqGjMu5nK5qYI+42KodyLFgOS5s0IvIB7Q+RTlxGbFLBQDUPonRs7SGxRhq9rtGbzBon2BazMWgzVWk2D7itG7EXGpS7qa/Yu++Sy7HZ80UAAAAAAAAAAAAAM6HjMv56U4HXPSO4WGDT0vRYIDWIWXXHGtJngCA2iTryPeFmQe1dmHwFK12izZRkaGsiIv8dCstV0W6pcaVpKfn7dgml/z9+wQAAAAAAAAAAACA8zEInJMc91VVVWspik6v16tWVTWoeovV2vQuS9ofOrXIWpyTumduUMeHBADUDtaSvJRdb2jtEo9uVo+2tlhLaUrPYC/oorfH904HXIi5AAAAAKgm06ZNEwAAAAAAAFVGxqVStKFfVavoolcUqyLHiK1ugdZGo8Xx+XJX+qElvs1GOHmECQCoBU7u/cBckCYbVlUpCJxg0CYnshdx0duLuNjyLnq9oILLxePaLCpowiTZMPiYBAAAAAAAAAAAAIDzIeNyflopF63UgaLorLaYixwctuoNVmuTUZakr0VJhlDNydtfDev5pgCAi63kVGLawcVau9j3Op1LkKJXDEZDaREXe7zF9nGmExRxuYhcmzWTiwAAAAAAAAAAAABQOYpAJZweA9YquZTO96HXG11F03u0PrkJa/NTowUAXGxJ218Wqlk2rIpXScBIQ7kKLqV1XBR7xMU+U5Eg4AIAAACgmq1YsWLevHkCAAAAAACgasi4/AuOUi5azsVGjhwHDRAeLbUOidGzhVAFAFw8+anRufFrtHZhg9E6o1tZtMWgzVKkk//o9Yo94EK65SIyZ2Tkbdsql/z9+wQAAABQr8XHx8fFxQkAAAAAAICqIeNSWRVKudiqIJRVcxGRD2h9inLiMmKXCgC4aFR72M7GYgw1+16tNxgcH1a2WJ42V5Fi+yjTuhFzuVhy/toYe8/dcjk+a6YAAAAAAAAAAAAAcD4GgX/DXsdFUYVVlYPEVqtitY0cG3xamhtcLU7+LDuk7JpjajxIMXoIAKhxmXErinJK/ziyMHiKVrtFm6jIUFbERX6KlZalIt0CAAAAoEYMGzasqKhIAAAAAAAAVA11XP6F0+PB9hmL9GXTFdmqI0ROVXXOco+1OCd1z1wBADVONeen7JyjtUs8ulk92toquJQWcTHYC7ro7XWoTgdciLkAAAAAqAEhISERERECAAAAAACgaqjj8q9pQ8KqVtFFryhWRY4dW139ROhocWK+3JV+aIlvsxFOHmECAGpQ6t4PLEWZsmFVlcLACaWTE9mLuOjtRVxseRe9XlDBpXbwHTxELgIAAAAAAAAAAABA5VDH5d9xVD6wR1y0mIt90FgOJIePEk4Btk6qOXn7qwIAalDJqcS0A59q7WLf64RLkKJXDEZDaREX+yeV/WNLUMQFAAAAQA3bvHnzL7/8IgAAAAAAAKqGjMu/dnpsWKdNV6TNA6LXG111EXdpfXIT1uanRgsAqCnJO14Tqlk2rIpXScBIQ7kKLqV1XJTSZB4BFwAAAAA1bNOmTatXrxYAAAAAAABVQ8blP9KmKrIFXeylXPT2Ui76oP7Co6XWITF6thCqAIDqV5C2K+dE6ffFhQ1G64xuZdEWrY6LXqfobEWn7AEX0i21RO6mv2Lvvksux2fNFAAAAAAAAAAAAADOh4zLf3F6hNiedLFVRyir5iIiH9D2FOXEZcQuFQBQ7dTErbO1ltmpsdn3ake0xTFRka3klGKrPqV1I+ZSG5Skp+ft2CaX/P37BAAAAFCvhYaGRkRECAAAAAAAgKoxCPxXWikXVVhVOXhstSpWW8zF4NPSHHCNSF0lO6TsmmNqPEgxeggAqDZZR74pzDygtQuD7y4LuNjWcqXoFZ19iiKh01HEBQAAAMBFMXToUAEAAAAAAFBlZFz+vmAMEgAAEABJREFUIzlOrKqq1lIUnV6vV62qalD1Fqva9G7zyd91apG1OCd1z9ygjg8JAKgeqjk/ecebWrvE43LVvYWhfAUXg8E2RZG9iIsj4ELMpZbw6n555Nvvyobi6ioAAAAAAAAAAAAAnA8ZlyrRhopVraKLHES2KnJM2erqJxrdJo5/JHelH1ri22yEk0eYAIBqkLrvI0tRpmyowlAQOM5euEVvKJurSNHyLWVFXARqE4Ovr4evrwAAAAAAAAAAAABQOYrAf+WoiGCPuGgxF9t4sm14uclI4RRg66Sak7e/KgCgGpScSkw/8KnWLvK9XucSZJufyHh6riL5iWT/eBKKvZCLoIgLAAAAgIthzpw5jz76qAAAAAAAAKga6rhUiTZjkW2ts01XJOQNg94qGV0t4XeJg8/KPrkJa/NTo90CuggAuKCSd76hWotlw6p4lTQYYS/fYtA75iqyUbQEntafgEutUhATk732d9kw+Jj8bxouAAAAAAAAAAAAAJwTdVwuAG2qIjl2rJVy0WulXIL7C4+WWofE6Nm2iUQA4MIpSNuVc/xnrV3YYIzO6FaWbimNuei0+lL2Ci6kW2qhgphDyfM/lEva8mUCAAAAAAAAAAAAwPmQcamq0yPHZaPJjiIKumYPqKot2lKUE5cRu1QAwIWTuHW21rA4N7H4Xf23Ci4GRxUXnSj7jCLmAgAAAOBiGTZs2OTJkwUAAAAAAEDVMFfRhaGVclGFVdXb5ipS9IptmNnUUg0cLFJ/lB1Sdr6ZffwnAQAXgmouLMw8oLULgyaXr+AiV/IjSCviInQ6irjUWkY/P48OnWTDqWGwAAAAAOq1kJAQAQAAAAAAUGVkXC4AOX6s1Wuxl3LR6fV61aqqBlVvsVqbTrakrdFZC60lefmpWwUAXFDFnj1Vz9a2cIvRHnAxGvUGg6LXK/YiLo6ACzGXWsizW3e5CAAAAAAAAAAAAACVw1xFF0zpWLJW0UWvaKVcDG4NdI1uEwBQDVRhMIdMMhgNZQEXQ+mHj942cZqgggsAAACA2mHFihXz5s0TAAAAAAAAVUMdlwtDK+WixVwURafKEWarajCoqlxHjDN7tjKXmK1Wq8VsEapqsVjlXUpLv6Da5GRnlxSXeHl7GZ2cBC6E/KJTmaeytHaQKVCv8AFycTgCdTonk+LawBZwKYu56G0TFeltH0M6odgLuQiKuAAAAAC42OLtBAAAAAAAQNUwRH3BOGIuqlbJRa8IVa/aiQZddSVmc0mJaraoVqveqpZuJ+lSbbIys1Lykk2+Pk4BgQIXiJOlJClvh9X+ps0v8o4KjhKocY6SUYqikx80Wq7F6GQ0GO2LwWAv4mLb7egvUCtl/LDy+KyZsuESHt5i8RIBAAAAAAAAAAAA4JzIuFxg2lRFqrCqelvARa/qhaPogqLTG6wWiy3moiVbCLhUk6LCwhNHj8vx/pDGoYrChFwXjJNwbuAbcCjxkGxnF2UH+QX5ezUQqFk6XVnKxTYfkaJlXOxFXAz2Ii6KPfyi6JioCAAAAECt0a1btxYtWggAAAAAAICqIeNyIWmlXLSWNmNRuV1C0eutFovBarDaMi6l6RZiLheeKrZt3pqXl9e91+Uubi4CF1TLxi33Ju09VXhKtjcc3nhT95sIUtQwXXn2Ui620i1lARdbCSlF5wi48NMBAAAAUBt07dpVAAAAAAAAVBkZlwtPG1RWdTrbdEVlW2xFXKyqxWIRqr2Miz3awuBzddi3a19KUnLrDm0bBAUIVINuLbsv37RcNrKKs3cn7ukaeZlADdJicfaSUTqtlIuit81ZpFVw0TYSbakTvLpfHvn2u7KhuLoKAAAAAAAAAAAAAOdDxuUC00q5aDMWWa1WOe5sb1t1ik61qnqDbQIj2RBUcKke6SfTt2zY5Ovv16FrR4b5q0nb8LZr9q85knpEtr/b8V3HyI5uzm4CNai0Rou9Xost1aJo69MBF4q41AkGX18PX18BAAAAXAISEhKKiooiIiIEAAAAAABAFZBxufDKx1xkQxFWVaeXN0rrt6haERfGni88i9m86psfS0pKBt44yMnFWaDajOw98qnPn7IKNc986uutX99+1TiBmqXFV2wpFi3mohNy7ZjHSBBwAQAAAFCbLF++PD4+/sUXXxQAAAAAAABVQMalGpWOMcuBZ1vSRacqOlWlfEs1+n3Vb8lJSdfcMMgvsIFAdQoLbNynbe+V236Q7R92/nBNp2tC/RsJ1Cz7J4xaGmr5e7SFgEudkLvpr5SFC2XDqWFw2FPTBQAAAAAAAAAAAIBzIuNSLbQBZq2ai1bWRdhva8POxFyqw/Ejx9av+bNp88iuPbsLVL/Rvces2v3LqcJTsj1n1dsvj31ZoGY5giwVci0EXOqKkvT0vB3bZMMlO1wAAAAAAAAAAAAAOB8yLtWofNLlzJu4gIqKir5c8LnRyenmsSNsM7ag+rm7uo/vO/7171+X7R3Hdvyx/48+rfsI1KwKHyZ8tgAAAAConaZNmyYAAAAAAACqjIxLtSs/6kzApZp8+8XXGekZt989wdPLS6CmXNv52q83f3045bBsz/lxzpUtrnQyOAnUOD5V6ijXZlFBEybJhsHHJAAAAAAAAAAAAACcDxmXGsVQdHXYs2P31o1bOnfv0rp9G4EaJN/PD9/w8OT3J8t2el76Z+s+G3/VeAGgclybNZOLAAAAAAAAAAAAAFA5zOqCui0vN/erhV+YfEzX3zpUoMa1DG05oN0Arb3oj0XpuekCAAAAAIC/W7Fixbx58wQAAAAAAEDVkHFB3bZk/mcF+fmj7xzr6uoqcDHcfc3dzkZn2SixlMz5cY4AUDnmjIy8bVvlkr9/nwAAAADqtfj4+Li4OAEAAAAAAFA1ZFxQh21e99ehfQd7X31V44gmAheJn6ff2N5jtfZve37bF89oPVApOX9tjL3nbrkcnzVTAAAAAAAAAAAAADgfMi6oqzIzMr/94uvgkOBrbhgkcFGNvHJkgHeA1n7l21dUVRUAAAAAAJQZNmzY5MmTBQAAAAAAQNWQcUGdpKrqZx98arFYRt851mAwCFxUBr3h/mvv19qxybHfbf1OAAAAAABQJiQkJCIiQgAAAAAAAFQN4QDUSWt/XnMs7ui1N18fEBQoUAtc2fzKzhGdt8Ztle25P8/t37a/m7ObAHB2voOHyEUAAAAAAAAAAAAAqBzquKDuSU1OWfXNj2HhjXv27y1Qazx0/UN6RS8beYV5H/72kQAAAAAAwG7z5s2//PKLAAAAAAAAqBoyLqhjzGbz4vc/MRqNo+8cq9PpBGqNEN+Qm7vfrLWX/7UsPj1eAAAAAAAgxKZNm1avXi0AAAAAAACqhowL6phV3/yYlJB0w8hhPr4+ArXM+KvGe7t5y4ZVtb72/WsCwNnlbvor9u675HJ81kwBAAAAAAAAAAAA4HzIuKAuOXr4yNqf17Rq17pz9y4CtY+bs9tdV9+ltaMPR68/uEEAOIuS9PS8Hdvkkr9/nwAAAADqtdDQ0IiICAEAAAAAAFA1ZFxQZxQVFX3+4SIvb69bxo8UqK0GdxrcNLCp1n77xzlmi1kAAAAAAC5tQ4cOnTx5sgAAAAAAAKgaMi6oM7778pvMjMyRk25zdXMTqMUeueERrZGQkfDlxi8FgH/i1f3yyLfflUvYU9MFAAAAAAAAAAAAgPMh44K64eDeA5vX/XVFnyubRkUK1G4tQ1sO7DhIay9YsyDrVJYAcAaDr69Hp85ycWvZSgAAAAAAAAAAAAA4HzIuqAMK8vOXzF/s6+835ObrBeqCu6++y9XJVTaKSore/fk9AQAAAAC4hM2ZM+fRRx8VAAAAAAAAVUPGBXXAlx8vKcgvGDP5dqPRKFAXmNxN468ap7V/2v5jTFKMAPB3BTExyR9+IJe0ZV8JAAAAAAAAAAAAAOdDxgW1XfTGLXt37ul/7dUhYaECdcfN3Yc39GmotV/59hUB4O8KYg4lz/9QLmnLlwkAAAAAAAAAAAAA50PGBbVaZkbm158tCwkL7Td4gECdYtAbHrr+Ia29P2H/qp0/CwAAAADAJWnatGkvvviiAAAAAAAAqBoyLqi9VFX97INPZeO2O8fqdDqBuqZL0y5XRF2htd9b9W5hcaEAUMbo5+fRoZNc3Fq2EgAAAAAAAAAAAADOxyCA2urP1WuPxR296bbhfg38Beqm+4bcu+HQBtnIyMv4fN3n4/uOFwDsPLt1l4sAAAAAAAAAAAAAUDnUcUEtlZqc8uOKlVGtmnfreblAnRXs0/C2nrdp7S82fJFbkCMAAAAAAJeYFStWzJs3TwAAAAAAAFQNGRfURhaLZfH7nzg5O986YZRAHTeyx0gPFw/ZyC/OX/znZwIAAAAAcImJj4+Pi4sTAAAAAAAAVUPGBbXRmp9+TUpIGjHuVg9PT4E6ztPV89Yrb9XaS/9amnUqSwAQIuOHlTuu6CaXA6NvFQAAAAAAAAAAAADOh4wLap2MtPTffljdrnP71u3bCNQLN3e/2dvNWzaKzcWf/PGpAAAAAABcSrp169a/f38BAAAAAABQNWRcUOt8uXCJXq+//pahAvWFm7Pb6J6l0059vXlFem66AAAAAABcMrp27TpgwAABAAAAAABQNWRcULvs3rYz7tDhq68f6OXtJVCPDO06zNfDVzbMFvPC3xcK4JLnO3hIhw2b5NJi8RIBAAAAAAAAAAAA4HzIuKAWKS4u/vrz5UENg67s21OgfnE2Ot/Wa4zW/m7rdylZKQIAAAAAcGlISEiIi4sTAAAAAAAAVUPGpS7R1fflj1W/64Ru5MTb9Ipy0U+mwlJ7XPSX4j8vN3a5ITIw0t/D38fN56uNX13087mICwAAAABcUpYvXz5v3jwBAAAAAABQNQaBusNLuIt67abrhspF1EpWoeaKfHGxuQijs3ASdZRBLJv6hYAQ2eKUwCUvd9NfKQsXyoZTw+Cwp6YLAAAAAAAAAAAAAOdExgUAgIugJD09b8c22XDJDhcAAAAAAAAAAAAAzoeMCwAAAAAAAKrRtGnTBAAAAAAAQJWRcQEA4CJwbRYVNGGSbBh8TAIAAAAAAAAAAADA+ZBxAQDgInBt1kwuAgAAAAAAAAAAAEDlKAIAAAAAAACoNnPmzHn00UcFAAAAAABA1VDHBQCAi8CckVF49IhsKK6ubi1bCQAAAAAAAAAAAADnRMYFAICLIOevjcdnzZQNl/DwFouXCAAAAAAAAAAAAADnxFxFqO169eql0+l27Nhxjj6//vqr7DN06FBRNc8884w8zmuvvabdVFX1yy+/HD9+vEDV1PArmZ2dLX+OTZs21W6azWZ502QyCQAAAADAxTBs2LDJkycLAAAAAACAqiHjApzV3r17b7nlloMHDwpUDa8kAAAAAFzKQkJCIiIiBAAAAAAAQNUwVxHqg06dOq1Zs8bPz09Uzbhx46666ipH/Q/UD3q9Xr495FoAtYnv4CFyEQAAAAAAANK4BlYAABAASURBVAAAAAAqh4wL6gMfH58+ffqIKgu3E6hfdDrdBXl7AAAAAAD+m82bN2dnZw8YMEAAAAAAAABUAXMV1SVvvfWWHK0fNWpUhe0HDx6U23v06OHYkpqa+uSTT/bu3dvX17dfv37PP/98bm5u+btYLJY5c+b0798/KCgoJCRk6NChb7/9dnFxsahxlT+TJUuWDBs2zN/f/7LLLrv33nvLT3zz66+/yldA3le7uWrVKnnzmWeekV+ijR07tlGjRhEREbKxZcuWc5+MvIu842uvvSbbU6ZMadu2rWxs3LhRbhx560hROxQWFsrzkd8MlpSUyBPu1auXfE2GDBkyf/58VVXL95Qvo/zRd+nSRb4NmjdvLl+B1atXixpX4ZXs27evY9euXbtuuOGGyMhIb29v+YxmzZolv/SscPeqPwuz2Swf12QyaTe1t8dzzz2XkJBwzz33tG/fXr7xbrvttrVr155536VLl44ePVq+f5o1a3b77bf/9ttvZ/aRG+Vxevbs6eXlFRoa2q1bt1deeaX8z+KKK65wd3fPycmZOnVqYGCgfKayLQAAAADgkrFp06aL8h+kAAAAAACgniHjUpfIIXYXF5cVK1ZkZWWV3/7xxx/LtRz7125+9dVXcjx+9uzZO3fubNWq1fbt25966qkWLVps2LDBcZf777//3nvvld8xyRH3gICAr7/+etq0aXIkPj8/X9SsSp7JXXfdNXLkyF9//TUiImLbtm1z5szp3bv3mXmI8tavX9+jR4/9+/ePGjWqc+fOixcv7tOnjzyCqJwhQ4bIM5GNxo0bz5w5c9iwoaI2KS4uHjFihDyxkydPNmnS5Keffpo4ceLUqVMdHQoLC+XLKH/08m3QtGlTvV7/6aefDhgwQN6rpKRE1KAKr+SYMWO07fIn0rFjx2+//Vb+HNu2bRsdHf3000/LN+qqVatE9T+LhISE/v37z5s3z83NTf5aaW+Pzz77zNGhoKBAPtDw4cPlRldXV29v70WLFvXr10++zo4+qqrK30q58Z133tm9e3fr1q3lc9m8efPDDz/8yCOPOLrpdDpFUWTPd999NzU1VX6xazQaBS55GT+s3HFFN7kcGH2rAAAAAAAAAAAAAHA+ZFzqEjnKftNNN8lR/y+//NKx0Wq1Lly40MPDY/To0fJmZmbmPffck5eXJwfv09PT161bJ9evvfZaYmLivffeKzvLPnKL3NumTRs53L5z587t27fHx8f36tVr69atCxYsEDWo8meya9euTz755OTJk5s3b963b19oaGhKSsoXX3xxjoP/+uuvAwcO3LBhw4svvvjVV1998MEH+fn5EydOLCgoEJVw3XXX3XnnnbLRsGHDp59+eviIEaI2+eOPPw4fPixflv3790dHR2/bts3Nze29995zlLeZPn26fBn79Olz9OjRLVu2yBdNdm7durV8KV555RVRgyq8kuPHjxf2iMm0adOcnJzkD1r+WOUbVa5nzJiRnJwsO8i3cXU/C/nGa9u2rTyNjRs3yldS3pQbn3rqKYvFonV49dVXV69e3bdv37i4uL1798oXOSYmpnv37vPnz1+2bJnW55tvvpFvS/mLuWbNmoyMDHmorKysxYsXy11z5851pHBUVZW/kj/99JN8E2rvW1dXVwEAAAAAlwz5X/ERERECAAAAAACgasi41DHjxo0T9gIYji0rV65MSkq66aab3N3dhX0+o9TU1HvvvffOO+/U6/XCXkPi/vvvv/nmm7du3aqNzR8/fry4uNhoNDo5OWkHCQkJmTNnjhyA7927t6hBlT+Tu+++e8yYMVq35s2b33HHHcIefDnHwWXnt99+21EwY8KECddee+2xY8dWrFgh6oXZs2drcwBJ7du3l89ONqKjo+U6JSXl5ZdfNplMS5YskS+p1kd2/uSTT2Rj1qxZNVzK5UwvvfRSZmamfGdqb2nJYDA888wz8p0s389z584V1fwsPDw85DstICBAuyl/X2T7yJEj8tHlzby8PHmG8i20aNGi8PBwrY/8Qva9996Tjeeee07b4uLiMnbs2DfeeKNPnz6KYvs4lb90o0aNkoeSR8jIyCj/iP/3f/83adIkuWtELctLAQAAAEB1Gzp06OTJkwUAAAAAAEDVkHGpY/r169esWbM//vhDDsZrW7TxfsdERdu2bZPrvn37Vrhj//79HXvbtGkjh+23b9/epUuXV199ddOmTVartV27dnIAXu4SNajyZyKfePmbso9cV5izqYLBgweHhYWV3yK/U5PrtWvXinqhQgwoODhY2Cf3keu9e/cK+w89MDCwfJ9OnTq1bds2Pz8/NjZWXFTaGZ6Z9hg+fLhjb7U+C/kGq3BYLUajlfnZt29fbm5ux44dtVfVoUOHDg0aNNi5c2dRUZG8OXDgwIULFzpiOhaLJTo6+qOPPlJVVd7U+jic+VuJS5xX98sj335XLmFPTRcAAAAAAAAAAAAAzscgUKfodLrx48c/8cQTCxYsmDlzZlpa2tdffx0VFXXVVVdpHWJiYuT6+uuv/8e7a5kAo9E4f/78W265ZYed3BIQEHDzzTfff//9kZGR/3jHu+66S1TNmDFjrrjiigobK38mjnobjjsKe6Tg7A8oHOU3HEJDQ+X66NGjou4zmUyenp7lt2hle7TX5NChQ3LdqFGjM+/YuHHj3bt3y3dCy5YtK+z6/vvvV65cKarAz89v1qxZlem5f/9+7WTEGacnyt6o/+1ZVFKF8IqwF5IRZS+g9nu0adMm+RsnznL+HTp0EPaKL8uWLYuLi9u6deu6deuys7MdfbSpwRwaNGgggHIMvr4evr4CAAAAAAAAAAAAQOWQcal7br/99qeeemrx4sXPPvvsokWLzGaz3OIYidcavXr1csz+U56jrkmfPn3kKL68+/bt2+Xw/LZt2959992PP/74k08+uemmm868ozZ3TFVcfvnlZ2ZcKn8m2kQw/4qW+TiTVmOjrtMCGWejBTXO8Uz/8cXZsWNHFX/QUVFRlcy4aGdYIQXiUD6v82+fRSWd+77a71GjRo2aN29+jm6HDx/u0aNHcnKysE8XNXDgwMjISLmeMGGClpIp79w/MgAAAACox+bMmRMfH//iiy8KAAAAAACAKmDMte5p2LDhDTfcsGLFig0bNnz55Zdyy2233ebYGxERsW/fvpkzZ1aYyOZMXl5ed999t9Y2m80PPPCA/Mrp3nvv/ceMS7XmQv7VmVReUlJShS3yCzVRVs2lfouKihJlz7eCY8eOyXVQUNCZu56yEzWiRYsWKSkpJ06c8PPzE2c5vf/2LC4I+XukneTPP/98jm7PPvtscnLyHXfcMXfu3PIxrMzMTAGcT0FMTPba32XD4GPyv2m4AAAAAAAAAAAAAHBO/7o2BmqD8ePHy/Xnn3++cePGIUOGOKqzSNddd51cf/PNNxXuMm3atCZNmmhVOr788sumTZs++eSTjr0Gg+GVV16RjcTExIKCAlFTqvVMVq9enZOTU36LfMXkeuDAgZU8wtnmqan95Ksq17/++uvJkyfLb9+1a9fevXsDAgLat28vatCZr6QWIlmyZEmF7V988YWwV/cRF/VZdO7cOTw8XP5+JSQklN9+7NixBg0ayL35+fny5p9//inXd955Z/mAy/r169PS0sT55tICCmIOJc//UC5py5cJAAAAAAAAAAAAAOdDxqVOGjRoUGho6AcffCDbY8eOLb9r3LhxjRo1mjNnzqpVqxwbv/jii3fffTcpKWnAgAHyZvfu3Y8fPz5v3rzdu3c7+syfP1/YC1e4urqKmlKtZ5KSkiJfjdzcXGFPG8yYMWP16tWXXXbZsGHDKnkE7QROnDhRWFgo6pSIiIjrr78+MzPz1ltvdaQ0du7cOXLkSKvVOnXq1KrM8vMfnPlKTp48WVGUN9988/3339e2mM3m6dOnr1ixwsfHR57nxX0WRqPxgQceyMvLu/POO7W3kJSVlTVmzJi0tDT5LnJzcxNlNYH27NnjuKM8z4kTJ2rtU6dOCQAAAACA/Q9vmKgIAAAAAABUHXMV1UkGg+H2229//vnn/f39hw4dWn6Xk5OT/NpI7h04cGCfPn1kz4KCgvXr18tdCxcu1ApjhIWFvfrqq/fdd1/nzp179eql0+nkKP6mTZvkuP7bb78talC1nol8sj/99FNQUFCHDh0OHjyYnp7esGHDjz/+WL4mlTyC7O/p6RkfH9+qVavLunZ9f8lHou54//335Zn/9ttvTZo06dixY15e3v79+4U9IPXYY4+JmlX+lZTnI8+qW7dub7755v333z958uQnn3yyefPme/fuzcrK8vLyWrRokXxjX/RnMXHixMWLF//www/t2rWLjIyUW+QZJiUlde3aVb5ptT5PPPHE4MGD5VPYuXOnu7v7li1b1q1b5+zs3Lp1a9m5QvkZoAKjn59Hh06y4dQwWAAAAAAAAAAAAAA4H+q41FVt2rSR6zFjxhiNxgq7Ro4cuWnTpquvvvrEiRNyxD0lJWXEiBGbN2++9dZbHX3uvffe77//vl+/fnFxcVqm5IEHHti9e7fcImpW9Z1Jx44d169ff/3118fExAQGBv7f//3fxo0bW7VqVfkjuLi4vP/++35+fkeOHDl+7JioU+RT3rBhw0MPPSSf8qFDh3Jzc4cOHbpixYoffvjByclJ1Kzyr6T8QWsb77nnnj/++EP+oD08PLZv3x4VFfXUU0/t3bt38ODBohY8C1dXV3l68pR8fHx27NgRHR3duHHjV199dc2aNe7u7lqfQYMGyZu9e/f+/PPPn3/++Z07d44bN06+e7XqSqtXrxbA2Xl26x757ntyCXtqugAAAAAAAAAAAABwPjpVVStsklusdmazubi4eGn0srfWvqPT6dY+u1bgovIW7o728OHDly5devDgwaioKIG/W7Vq1cCBA2+++eavvvpKXCBWoeaKfHGxuQijs6jphAouuGzBNEZAvbLgtwULfl9gcvF+94Y5LmWcnJyMRqPBYFAURWcnAAAALlUrVqxITU2dPHmyAAAAAAAAqALmKqp7VFVduHDh8uXLBw4cSMAFAAAAAADUcvF2AgAAAAAAoGrIuNQxffv2XbNmjdZ+8MEHBQCgbsr4YeXxWTNlwyU8vMXiJQIAAAAAAAAAAADAOSkCdUrnzp2NRmP//v2/++47uRYAAAAAAAC1W7du3fgSAwAAAAAAVB11XOqYl+0Ezumaa65RVVUAAAAAAIBaoGvXrgIAAAAAAKDKyLgAAHAR+A4eIhcBAAAAAAAAAAAAoHKYqwgAAAAAAADVKCEhIS4uTgAAAAAAAFQNGRcAAAAAAABUo+XLl8+bN08AAAAAAABUDXMVAQBwEeRu+itl4ULZcGoYHPbUdAEAAAAAAAAAAADgnMi41CU54pSos7LSs959ec5V1/S9/KorRR2kilqhUJQUiRJRH1ms1lteu0Vrv3jb/5oGNRVAvVaSnp63Y5tsuGSHCwDd9AOVAAAQAElEQVQAAAAAAAAAAADnQ8alLqklMYv/JjExMTMz08PHq04/i9qgvr6AiqTXJ2UmynZc6pEIMi4AAAAAUF9MmzZNAAAAAAAAVBkZF9SQU7l5cu3p5SmAs/BxN2kZl6z8bAHUd67NooImTJINg49JAAAAAAAAAAAAADgfMi6oIbk5uYKMC87J5FY60p99KksA9Z1rs2ZyEQAAAAAAAAAAAAAqRxFAjciz13HxplwBzs7bvSzjQh0XAAAAAKhH5syZ8+ijjwoAAAAAAICqoY4LakhhQaFOp9Pr9QI4C5O7t9bIpI4LLgHmjIzCo0dkQ3F1dWvZSgAAAAAAAAAAAAA4JzIuqCHmkhKj0SiAs3N3dtcaBcX5Aqjvcv7aeHzWTNlwCQ9vsXiJAAAAAAAAAAAAAHBOZFxQQ8xmi97A+w3n4mQoTUEVm4sFAAAAAKC+GDZsWFFRkQAAAAAAAKgaMgeoIeaSEoOBiYpwLnp9acbFbDELoL4z+vl5dOgkG04NgwUAAABQr4WEhAgAAAAAAIAqI+OCGmI2mw3UccE5OZVlXIotJQKo7zy7dZeLAAAAAAAAAAAAAFA5igBqhKqqip46LjgXx1xFZuYqAgAAAIB6ZPPmzb/88osAAAAAAACoGjIuqCGqqgrgnAxldVxKmKsIAAAAAOqRTZs2rV69WgAAAAAAAFQNGRcAtYVBKa30YybjgktAxg8rd1zRTS4HRt8qAAAAAAAAAAAAAJyPQQAAAAAAAADVJjQ01MnJSQAAAAAAAFQNGRcAAAAAAABUo6FDhwoAAAAAAIAqI+MCAMBF4NX98si335UNxdVVAAAAAAAAAAAAADgfMi4AAFwEBl9fD19fAQAAAFwCEhISioqKIiIiBAAAAAAAQBUoAgAAAAAAAKg2y5cvnzdvngAAAAAAAKga6rgAAHAR5O/fl7N+vWw4BQb4XneDAAAAAAAAAAAAAHBOZFwAALgI8rZtTZ7/oWx4dOpMxgUAAAAAAAAAAAA4LzIuAABcBNZT+VpD7+EhAAAAgHpt2rRpAgAAAAAAoMrIuAAAcBG4tWnjP/Qmc3amW/OWAgAAAAAAAAAAAMD5kHEBAOAi8LriSrkIAAAAAAAAAAAAAJWjCACoHQz60tSdqloFAAAAAKC+WLFixbx58wQAAAAAAEDVUMcFQG3h6uSmNfKK8gVQ3xUcPKC4uRlMJr2nlwAAAADqtXg7AQAAAAAAUDVkXADUFm7OrlrjVFGeAOq7gxPHC6utZFGzee+7t20vAAAAAAAAAAAAAJwTGRcAtYWjjouqqoUlhS5GFwHUU8VJiVrARXIJaywAAACAeq1bt24tWrQQAAAAAAAAVUPGBUBt4ers5min5aaF+oYKoJ6yZGc7BQYWp6To3T303iYBAAAA1Gtdu3YVAAAAAAAAVUbGBTXEYDBYLRYBnF2AZwOdTqeqqmwfST1CxgX1mGuLlq1WfGstLChOShIAAAAAAAAAAAAAKkERQI1wdnEuLCgUwNkpihIREKG1j6YeFUB9p7i4uoRHCAAAAKC+S0hIiIuLEwAAAAAAAFVDxgU1xNXNraCgQCvRAZxNZFBTrUHGBfVb0fFjAgAAALhkLF++fN68eQIAAAAAAKBqyLighvg18JPrtNSTAji7pkGRWmPbkW0CqKfMWZn7bx2xZ/A1Rx5/TLYFAAAAAAAAAAAAgEog44Ia0qhJmFwfO3xUAGfXMbyj1kjPTY9NPiyA+ihvmy3CZc7Kyt30l8HkIwAAAID6LjQ0NCKCaToBAAAAAEBVGQRQIxqFh+l0uj3bd3e5oqsAzqJ5w+a+Hr4ZeRmyvf7gOsfURUB9UhQfrzXc27UTAAAAwCVg6NChAgAAAAAAoMqo44Ia4uTkFNWq+f7d+3KycwRwdle17qM1ftj2g6qqAqh3Asfe3mr51yH33OtzzTUCAAAAAAAAAAAAQOVQxwU1p2f/3gf3Hli59NuRE28TwFn0bNVr2ablspGUmbQxZuMVUVcIoN5xCgpuMGq0AP4NYn8AAADAv6XT6QQAAAAAoB4h44KaE9WqebOWUds3b2vXuX3rDm0F8E86NO4QZApKzkqW7a82fEXGBfVMyclUY4MAAVRa+WgLMRcAAFBHvfPOO/Hx8S+88IIAaoqWbtEuoUm6AAAAAEC9QcYFNWrEuJGvTP/f5x8tvuP+KY0jmgjgDIqijO099qVvXpLtrXFbj5482qRBEwHUF0eferI4Id6791X+I4a7NA4XwDlp38ifuRbkXQAAQJ2iXbpYLBYBVDNHnEVnpzVIugAAAABAvUHGBTXK2+R968TRC9+d//5r7w0ddVOXK7oK4AwDOwz86LeP0nPTZfutH9567fbXBFAvFKeknNq9SzbSViwz9esnyLjgnByhlgrEGXkXAACAWk67jDGbzQKoTo5QS3mOXfJNSMwFAAAAAOo6Mi6oaa3bt7n3ifs/eW/BlwuX/Pbjr32uuaptp3aubm4CKGPQG+7sf+cLK2xVrKMPR/+0Y9XADtcIoO7L2xatNYx+fh6dOgvg7MoHXH76+tTanwtEuULrpFsAAEDdYhF9hCiefl+2AGqEs4vuyRe9FLvyBV0EAAAAAKCOI+OCiyC0caOHn3v8959+++X7VUs//VIuEc2ahjQODQkLDQgKMPmaPDw9BS5tgzoO+jb6270n9sr2myvfuDyqu7ebtwDqON9BQ1yjmqd9+aXi5iqA89ECLlartbDAUpBfPtRCwAUAANQ5gfJ/JQKoIVarMJvNer1eXlE7ki7Cfo1N0gUAAAAA6jQyLrg4jEbjgOuuubJvj60bozev+ysu5rBcHHudnJxMvj4+fj7a2sfP1+RrkmtvkzffRFw6Hh/6+O1v326xWk4VnXrq86feGP+GXtELoI5zbRrZ6PEnBHBOjjItjsmJJDc3Xa8BHgIAAADA2R09XHxgT5G8ii4pKbFarQaD7ctPRylEvlYCAAAAgLqOjAsuJjd39579e8slJzsnJTE5OTE542RaVmZ2dmZWVkZmanLKmXfx8fP1sQdffP39vH28bTf9fPwDGgjUO2H+YVOunvLOT+/I9s5jO1/65qXHhz4ugDrLnJlh8PEVQOWoZax2couLq9J7gLsAAACog7Zt35yTm92n1wABVDNFLxwZF61qS3mCUi4AAAAAUMeRcUGt4OXtJZdmLaPKb7RYLDlZ2Vm2vEtWdqZt0eIvqckp5Yu+OI5wRukXH78Gfk5OTgJ11i1X3LL72O4/9v8h2z9u/9HF6HL/tfcLoA6y5GTvG3qDe/sO/iNGeF/RQ/CNKirBkXFxlHIBAACoo7Zt35SYFE/GBTWppMQ2O5YWbVEURbu6Jt0CAAAAAHUdGRfUXnq93l6m5Z/LHqSfTMvOyj4df8nIysrMij0QcyrvVPluLq6u3iZb/EUu3j7etgRMWUMrV4ta7qmbnpry/pS41DjZXrF5hVwTc0FddPKrL63FxblbNufv39/6m+8UV1cBVAIZFwCoMYX7thas/br4wDY1L1vpcWPA+IcEAKAuKykp0dIt8vsleVEtG4IiLgAAAABQ9zHGj7rKr4G/XP5xV7ptwiNb6iXHHoLJzcnNyshMPJEgG+W7uXt4mHxNJh+TNueRt72hhWAEag0XJ5cXb3tx3DvjThXZ0ksrNq8osZQ8fP3DfCeFuiUvOlpr+N04lIALKkktRwAAqkwObjq5iKICUf5j1ZJxsmjvlsKfv9QlJ+oUveXkEYu55MiST8m4ABdWcHCo0UiZVdQos9mspVvKX1fzZQIAAAAA1HVkXFAPnS3+ok1+lJmRqVV/ybI3MtMz4mLiCvLzHd3k9x3eJm9vH5PJ12Rf+/iUNTw8PQRqXKAp8M0Jbz7w8QM5BTny5vdbv0/PTZ8xYoarE0EB1BmR783L/vOP5PkfBYwaJYBz0hItjjUBFwC4UAxOQtELvUGYbZNXCIvVmpia6vHZq/qjMU7CUKKqBRknVEtJbpHIO1UkAFxQQwYNFUDNkt8CWctwUQ0AAAAA9QYZF1xCzjH5UUlJSWZ6Rmn2JTMrMz1TNpLik/bv2ldcXOzoZjAYtOyLyR550UIw2hZXCjNUp6jgqLl3zn1g4QPJWcny5sZDGye9N+mF0S+E+YcJoI7w7tlLLgL4l4i5AMCFUlIsLCXCarW1C4pL9iTEp2ZndTlV6GpR8zOPlpzKkh+6VlVkFgpjMBeZAFDnURYRAAAAAOolMi6AjdFoDAgKlMuZu/JPncrKzM7KyLSXfsmyN7LjYuJysrItFoujm4uLizbVkVxKG1oaxtfHYOAX7QII9Qv98K4PZnz5bPRh25wvJ9JPTHpv0kPXP3R1+6sFUIulLFzg2bWbW8tWAviXHF/H86U8AFwQqlVol+9Z+fnRR46ccjJ6NAxObNQkcPtq1VKaaz9VLLKKRMhlV5z3aEcPp3y7dEPswcS4w0kWs7VpVMNGTRr0vbrDZZc3L9/trrFv7twa9/GyR6JahJztUFv+OnTfxHd69m374pxJAqinkpISioqLmjSOEECNkJfQ5Su4kHQBAAAAgHqDoXfgPNzc3eXSMLRhhe3yy5HcnFxH9iXTnn2xV39JlNvLf3Xi7uGuZV9M9uyLYxYkb5O3oigClebl6v3q2FcXrl24YM0C+QoXlhTOWjZrzZ41jw993MvNSwC1T96ObUnz5srFdFXfRo88qvc2CQAAcFFl5xesPxxb5OLs5eOTlpiU4h5oCAjzSYrV2WYvEhmFokjVN7zqPCnqb5dufG320uIis2PLts0xcvnmyw2jx/ed+tANAsDfrfxxeWJS/PQnXxQAAAAAAABVQMYF+I90Op2Xt5dcRHjjCrssFktOVnZmRmbp5Ef2+EtmWnrcocMF+fkVjuCY80g2fMoaHp4eAv9Evmjj+ozr0KTD00uezs7PllvWH1w/+q3Rj974aI8WPQRQyyS89abWyN+/X3Hn9xr/BX9vCgD/gU6RH6DC8Qmq05W2U3Jythw7ZnZ19fZ0L0pJUk5li9Dw2CuHRq5b5pN8JKdIPXlKBF3R06tJ5DkOfmDvif89s0SvVybfO6R9p6Zh4QHOLk4xB+J//Wn7ss//XLzgtzYdwnv3bycqrXnL0LcX3OPt7S4AABeO40KaK2oAAAAAqE/IuAAXnl6v9/HzlcuZu0pKSjLTM0qzL2WTHyXFJ+3fta+4uNjRzWAwaOVeTD621IuPn636i7bF1dVVXPI6NOnw6bRPX/z6xfUH1wvbH+NmP/HZE33b9H3guvu9XL0FUGsEjRuf+PbbRfEnQu5/QMe0ZQAA1BRFsYVa1NMziwo5vJmUmbXp6BGdp6ebm4suMy1p/86c3NyGIaEiqt1+vTFo9x8nt+wweuob9h/kZPI5x8F/X71Trofe2uP2yafLvXTo0lQuBoPyxadrl33257/KuHh5u3Xq2kwAAAAAAAAAOB/G24AaZTQaA4IC5XLmroL8/MyMLMfkR1r1l7iYuJysbIvl9NfzxDzPYAAAEABJREFULi4u3uXmPLJPgVTaMFxKI+gmd9MLo1/4eefPb/7wVm5Bjtzy257ftsZtfXLYk92jugugdvDu1Ucu2ev+9O7RUwAAgJpiMf/tpqqKhIzM6KNH9CZvJ1fXooy0lKMxq9auzy8ojApP6dW7d25I5PY8c1aJ75XhjQOv6KMYjec4eH5eoVwHBP3DFIQjx/WNi0lycv6Hu//yw7Zff9q+Izq2Yahfmw7hN43s2Tg8QNu15a9D9018p2ffti/OmSRv/rVu/wOT546/65orerVe9vmf2zYfMuj17To3vXlUr1ZtwwRQN02aME0AAAAAAABUGRkXoLZwdXOTS8PQhhW2q6qam5OrZV+yM7Mz0jPkWraT4hPl9vIVd9093MtHXuylX+xpGJO3oiiiPrq6/dVdmnZ5YcULm2I2CXtBl0cWPTKg3YD7r/0/DxdPAVw8ORs3eF1+hdYm4AIAwMVktZ5MTvz5wMECVTQLaZgYd8RTL06dOmU224Iw+YWFZnNJSmb2oYxs/4io7kNvdPXzP/fxolo1kuuli/8Ibxp0Ze/W5XcFBJne/GjqmXd5ZeYXe3Yec/dwDmsSeGDvCbn8+tP2Jd8/6el11hqNu7cd+fSDXyKbhwwY3CUxPm3Vd9G//7zjxXfuvKx7lAAAAAAAAAAuVWRcgNpOp9N5eXvJRYQ3rrDLYrHkZGVn2iu+ZGVkaqVfMtIz4mLiCvLzKxzBFn/x1SY88jHZsy9y8fD0EHWcr4fvy2Ne/mnHT2/98FZeYZ7c8suuX6IPRz8+9HEKuuBiSVm4IGneXO9evRs9+pjBx1cAAICapKpF8ScKdm8riDmYf+hgwfHjhztcdqx9Z3cXl6P7Dsj92Youomlk0yPHUk6mtW3Z3Gxw2nf0gF5Rbr7iisjg4PMefsCgTt9+tWHPzqMP3/1+WHjAgEGde/ZrGxnVUFF0Z7tL7MHEp2ff1n9QJ6OT/tiR1PsmvZ2anP3bT9tvGHHF2e4SvelQjz6tZ78x0WDUy5vfLf/rhac/f+Hpzz777kkXF6MAAAAAAAAALklkXIA6TK/X+/j5yuXMXSUlJZn2ii+27It98iN76Zek/bv2FRcXO7oZDIbSOY98TN7lCsDIhqurq6g7BnYY2CWiy/PLn98at1XezDyV+ciiR+TG+4bc5+7sLoAalLdzR9K8ubKR/cdavadn2JNPCwAAUIPyNm2Mf/uVtNiDRVZLiWrNb9Yy96oBbvkFuQX5Hi6uBr3ebFWT8s3XDBosVEtaXuEfew6WmEuGdOnSr327yhzf2cX49oJp3y3fuOKL9XExSR+9+6NcPD1dO1wW2X9Qp/6DOup0FcMuw27tOeiGy7R24/CA62+64sN3fow9lHiORzEY9Q88OVwLuEjXDev+x+pd69fuXbt61zXXdhZAXbPyxxVpaam3j5ksAAAAAAAAqoCMC1A/GY3GgKBAuZy5qyA/PzMjS5v8SMu+yHVcTFxOVrbFYnF0c3Z2Lh95KT8LksFQGz86/L38Xx/3+sptK9/+8e1TRafklp92/LTl8JYnhz3ZpWkXAdQUp8BA18hmBbExTgGBIffeJwAAQE2xzfK5/s/Et185EXcw12rWJvUs7NHXu3FY/vETufn56bm5/l5eekUpMlvj0nNLzOZ9R46m5WT3ad3mpiu6KzqdoheqVZSbDvSfOTkbbhrZUy6HDyVt3XQo+q+D27bE/vnbbrks/eyPGS+ODQ75Wwy9898nGIpsbpufNC83/xwPcXnPVkENfcpv6dW/3fq1e3dEx5JxQV2UlBSfmBQvAAAAAAAAqoaMC3DJcXVzk0vD0IYVttuGBHJytexLdqZtCqSy6i+Jcrta7pt+dw93LfLi7ePt4+frbW/Y0jAmb0VRxEU1pNOQbpHdZi6duePoDnkzPTf9gYUPyI33DLqHgi6oGU5Bwc0++PD4rOf8b7hR7+klAABATcn9fXXC3Lfi4g4UqlbHxpLIlgV5p/SqCC3IO3HKelKoDby89Ypitlh2HT6cnp1zRYvmt/S40sPFRXa2BVz+xQOKplHBchkxpre5xLJj2+H33/x+9/Yj94ybs+jbx11dnRzdfPz+NkOo3mCrzmKxnOuhQkL9KmwJCDTJdVJCugAAAAAAAAAuVWRcAJTS6XRe3l5yEeGNK+yyWCw5WbbUS+nkR/ZGRnrGkdgj+adOVTiCvfSLLfJiz8GUNjw8PURN8ffyf2vCW99Gf/vuT+/mF9v+OnbltpV/xfw1/ebpHcM7CqDa5G7e5Nm1m2wozi5NnnteAACAmpW1a1vciVhHwEUxGPx79kszGC2JSY3X/uy5YW3xjbeccHa1WlWTm9vuuCPp2dmdI5veftVVfl6e2l3OW8ElN6dg0/r9JcUWx9xDGoNR36VbVPuP75s67s09O4+tW7NnwOBOjr3/IQh+truo/yqDA9QanTp2i4xsIQAAAAAAAKqGjAuA89Pr9T5+vnI5c1dJSUlmekZ2ZnZ2Zpaj9EtyQvLBPQeKiooc3QwGg1buxads8iP72kc2XF1dRTW4vsv13Zt1n7VslqOgy30L7pMbpw6c6upULY+IS1zmz6uOzZju3btP42efU5ycBAAAqHFB4++yRjQ9+s2XxVmZfm1aNBrSb+3RNJdjsWGb/3LdtSXR19eldYdgi+V4UuL+bdFmq7VTu/Z3DxzoCLhURk52/vSHFrq5O/e5un35Si0ao5O+TfvwPTuPpaZkiapJT8uusEU7plbNBahzOnXsKgAAAAAAAKqMjAuAKjEajQFBgXI5c1dBfn6mPfKSVZZ9keu4mLicrGyLxeLo5uzsbPI1mcqyL6ay7ItcGwxV+owK8A54a8JbKzYvn7tqbkFJodzybfS3Gw9tfOqmpyjoggurICbm2IzpspG99vdjz0wPf+F/AgAA1DgnL68m190c3LNf3tGdPiFxVutWp2hL4O+7nU8cTfbwyOl/rVlRMjIz0zKz1PxTV4YETRgyxPRvAi5ScIhvWJOA40dTV3yxbtS4vhX2lhRbdm6Lk42GIX6iajZvPJSXW+jh6eLYsnrlVrnu3rOlAAAAAAAAAC5VZFwAVBdXNze5NAxtWGG7qqq5Obla9iU7U5sCyRZ/SYpPlNvVcuXX3T08tNSLY/IjreFt8q58vfehXYd1b3b5c0uf23Nij7x5MufkfQvuu7HrjXdfc7eL0UUAF4Le29slMrIwNlbn5Bw06Q4BAAAuHmdvT9fIk3rzvsITnpF/bcs7fjzJoMu47PLEgJDjsbE5WVkBCUebHI+5rk8Pk5dX6X108iK1UgdXFN1d91/3xP/Nf+eVb3Oy868Z0iU8MkhuN5ute7Yfee+N7/bvOd44IrBHnzaiajLTc2c9ufjp2be5ezhbLNYFc1dt+etQyzZhvfu3F0AdtG37ZvlfgX16DRAAAAAAAABVQMYFQE3T6XRe3l5yadQkrMIuq9WaVZZ9ySrLvmSkZxyJPZJ/6lSFIzgiL7ZFy774mDz/6S9xg32C35n0ztJNyz745f1Ce0GXrzd//dehv56++em2YW0FUGVOAQFRH3x0bMYM30EDXZs2FQAA4OJRLWlK4W/F2Y2TFmwtjI1PEua85i3zg/yaluS5/bTUOzfbszDfUFLkHXw6iu3sIooLhVq5mEvv/u2enj36xWe/+OT9X+RSYW+DQO/Zr08wOulF1YQ08tu0fv91vZ9s1iL02JGUnOx8/wCvp54fbTBUNuoN1Crbtm9KTIon4wIAAAAAAKqIjAuAWkRRFF8/X7mcuctsNmekpWdnZmdnZmWWTX6UnJB8cM+BoqIiRzeDweCt1X0pm/PIu6wxvPvNPZpfOePLGfsT9sueyVnJUz+cenP3m+4cMJmCLvjPcjdv8uzaTTYUZxemKAIAoDYwFHxrLXJNXXo4adOhFL252S1XNhvZNjXdLeXbo24JRz0Ug4/BKcvg7BYc6rhLUYH4VwZef1mTyKDP5v+2ad3+3NzSOwcEeV997WW3Tezv5eUqqiyqZeis169e/NGv0X8d9PX3HHT9ZbeMvSqooY8AAAAAAAAALmFkXADUDQaDISAoUC5n7irIz8+0R16yyrIvcn308NHs6B0Wi8XRzdnZ2eRr6mzq4O/vtzHjL7PVLDcu/WvZn/vXPXvLs61CWwngX8pc/cux6U959+7T+NnnFCcnAQAALjbVki8K/rKa22YnrTsV6NHy+stajLpM5O0wlTQ9un1HhLOHQadYVKvRx6R3rlLKuUWrRjNfuf283d775L4zN17Zu/WGvW86bl7WPar8TYfmLUMr8xBAnRAcHGo0csEMAAAAAACqiowLgDrP1c1NLg1DG1bYrqpqbk5udmZp6iWzbPIj1wynNqdaxnrF5Rlt8x+lZKdMeX9KpBJxZYMr/Hz9tDmPTL626i/eJm9FoRo8/lnBwQPHpj8lG9lrfz/2zHSKuAAAUBsoJbt1OtXYwNTwtohAtaNfqyCRv91iaJa2r8QtPcugU+QlYqHV4hLRVO9CJT+g5gwZNFQAAAAAAABUGRkXAPWWTqfz8vaSS6MmYRV2Wa3WjIyML9Z9sWznMrPFVtAl1hqXlJLc4khzY66+whHsqRdvLfvio2VffEyeXp4Clza9j69LeHjhkSM6J+egSXcIAABw0VkL9AU/C2uemr/F1MQi1DRdQaLFuY/Vrb93yO5irx8s+QVmYS1u2DD8plFGdw8BAAAAAAAAoE4h4wLgUqQoir+//9Qbp17X47qZX808lHRIbjwl8re57xjRf8TQdjeeyj6VnamVfsnOyshMTkg+uOdAUVGR4wgGg8Hbx2TLvtiKvviYfE3eWsPH29XNTeAS4BQQEDX/42MzZvgOGujatKkAAAAXneJq8bpXVS2q4qoU79WJYrOxvaJ3l3tM3a481bRZbnJytqtz2Lg7g/sMEAAAAAAAAADqGjIuAC5pYf5h7095f/GfixesWWC2mFVV/WLDFxsObpg+fHqXll0rdC7Iz8/M0GY+Ks2+ZGVkHT18NDt6h8VicXRzdnY+HXnxNWkhGG/5j5+vwcCnbn2Qu+kvz27dZUNxdmGKIgAAahVV7y3XOtlw6aLKf1mXbdcZDV7XDk2OPeB39aCwIbV6zpTuPVpu2PumAOqXD+fPSUyKn/7kiwIAAAAAAKAKGG0FcKlTdMqYXmN6t+r9zBfPHE45LLecSD8xed7kUT1GTeg7waA//Tnp6uYml4ahDSscQVXV3Jzc7Mwse+kXLQEj11kH9+zPyc6Rex093T08ykq/lM55VNoweSuKIlAXZP686tiM6aZ+/cOefkZxchIAAKCO8Oh6edjDT/u266TjugsAAAAAAACom8i4AIBNmH/YB3d9sOiPRZ/8/onZaraq1kV/Llp3YN304dMjgyLPfV+dTufl7SWXRk3CKuyyWq1ZmVrpl9PZF7nl6OGj+adOVTiCd7nsi09Zw9PLU6DWKDh06NiM6bKR9etq+dNt8vwLAgAA1BGKs3NA94qVyksAABAASURBVB4CAAAAAAAAQJ1FxgUAShkUw7g+43q36j3zq5laQZejJ4/eMfeO23rednuf28sXdKk8RVF8/XzlcuYus9mcmZ6hzXmUWTb5UXJC8sE9B4qKik6flcHgZfIuP+eRfQokH5OPt6ubm0DN0ptMLuHhhUeO6JydAydMFAAAAAAqYcigYUXFRQIAAAAAAKBqyLgAwN+EB4R/cNcHn/7+6Sd/fGKxWuSycO3CtfvWPnvLs3KXuHAMBkODwAC5nLmrID8/yx55ySrLvmRl2Eq/ZEfvsFgsjm7Ozs4mX5N3WfbFx559sTX8fOXBBaqBU0BA1PyPj82Y4XvN1a5NIwUAAACASggODhEAAAAAAABVxiAoAFRkUAzj+47v2arnzK9mHj15VNgLukx8d+KYPmPG9Boj94pq5urmJpfgkOAzd+Vk59gnPLJlX7KzsjPSMuTNA7v3ye3lu7m5u3t6eZjKUi9y7VPWIP7y3+RFb/HocpmwTXPgEv7C/wQAAAAAAAAAAACAmsVIJwD8s8igyPl3z1+wZsFn6z6zWC1mq3nBbwv+2PvH9OHTL2xBl3/Fy9tLLo2ahJ25KzM9I8sWf8nSCsDsjN6ZkpRyZjd3Dw8fPx9vk7dj2iNHCEbgLDJ/XnVsxnRTv/5hTz+jODkJAPivVFUVAHCB6HQ6AdQR27ZvzsnN7tNrgAAAAAAAAKgCMi4AcFYGveGO/nf0atVr5lczT6SfkFsOpxye+N7E8VeNH91ztKJTKnmcpMzEYJ+Gopr5+PnKxXFz6KibzWZzZnqGNttRZtm0R9mZWSeTU+OPnahwdzlGYg++mBzzH/mUNTw8PcQlrODQwWMzpstG1q+rhdXa5PkXBABUGqEWANWn/CcMeRfUctu2b0pMiifjAgAAAAAAqoiMCwCcR/OGzT++5+OPfv1oyfolVtVqtpg/WP3B2r1rpw+fHuYfVpkjzPnx7dmjZosaZzAYGgQGyOXMXQX5+Vn2yEtWWfZFqwGTcDz+WNzRM4+jZV9M9siLFoLRtri6uor6Tu/l5RIeXnjkiM7ZOejOyQIAKs0x/HxmAwCqzpFrkQ3t44WkCwAAAAAAAOo3Mi4AcH5GvXHK1VOuanPVjC9nJGQkyC2Hkg6Nf2f8hL4TRvYYee6CLtc8d3VBSeGJ9OON/CoViKkZrm5ucgkOCT5zV25ObrYt75KZmZGlNbLsjbhDh88cmnVxcakw55FJS8P4+hgM9eRfMU5BwVHzPz42Y4bvNVe7NG4iAKBytM9Mx9pGqNqO8h0AoPL+FmGRbVXobNv+lnQh5oLaqVPHbpGRLQQAAAAAAEDVkHEBgMrSCrp8uPrDLzd+KccPSiwl836Zt2bPmhkjZoT6hf7jXaZ+OLWgpFA2vlj/5UPXPyTqAk8vT7mENm5UYbvVas3OynZEXrRGVqZsZ6ckpZx5HHcPdy37YrJnXxyzIHmbvBWlstM8XVy5WzZ7XtZVNhRnl/AX/icAoNIc0Za83OLov1K0tpZxKY22EHAB8N+UBVkkNzdDl+4B8spK2yCIuaAW69SxqwAAAAAAAKgyMi4A8C84G5ynDpx6VZurnlv6nKOgy7h3xk3qN2nEFSPOLOiy+/hurbFqx6rbrxrXwNNf1Fly+MTH10cuZ+4ym82Z6Rnl5zyyT4GUlZZyMuF4fIXOctDFy9vLMeeRyXbM0oaHp4eoNTJ/XnVsxnRTv/5hTz+jODkJAKi08rVbTqbkz3tzrwCAatAgyKVjVz+r1arX61Uhr0Rt16IEXAAAAAAAAFCPkXEBgH+tVWirj+/5eN4v7y/d+JW8WWwufnfVu2v2rHn65qfLF3Tp+2xfR7vIXLRs49IpV08R9ZHBYGgQGCCXM3cV5Odn2bMv2WXZF630S8Lx+GNxR888jlbuxeRjS734+Nmqv2hbXF1dRQ0qOHTw2IzpspH162qhWpvMekEAwL+hBVysqlUuAgCqh/ycMZtL9Ipe6ISiU1S9Tid02naSLqhtkpISioqLmjSOEAAAAAAAAFVAxgUA/gtng/O9g6Zd1brPc0ufS85Kllv2J+wf/874OwfceXP3m+WgwtQPp5ot5vJ3+Tb6u3FXjXMxuohLiaubm1yCQ4LP3JWbk6vNeZRZNvmRVgkm7tBh9YwpPFxcXLzLzXlknwKptGEwXPh/l+m9vFzCwwuPHNE5OQfdUT+TSQCqm31uIrX8B5pR/iuAQWcAVWa1WC2WYq1tNpeoetV2MaQXOqv8x1Z7j4ALaqGVPy5PTIqf/uSLAgAAAAAAoArIuADAf9c2rO0n0z6Z+/N7yzetEPZiLXN+nKMVdHHMUuSQV5j7XfR3wy8fLmDn6eUpl9DGjSpst1qt2Vn2aY/KZV8y7euUpJQzj+Pu4V4+8mIv/WJPw5i85RiP+E+cgoKj5n98bMYM30EDXRo3FgBQaY5QiypUq43FsSs0tCUDzwCqLi8vMzX1iCir4yLs8xNJqu70zJmUcgEAAAAAAEC9RMYFAKrExejyf0Pu79e2/4wvZ5zMOSm37DmxZ8TrI3T/9Kf6n6/7bGi3oQaFz95zURTFx9dHLmfuMpvNWvZFm/NIa2RnZqWlnEw4Hl+hsxzX8fL2ssVffLUJj3xM9uyLXDw8Pc726LlbNnte1tV2Gs4u4S/8TwDAv6dNVKSzx1zOLEwFABeMPeMir3nk5ZNVp+h0cqXITx7SLQAAAAAAAKivGGcFgAugbVjbT+/99L1V732z5RvbuMJZ5qJIy03/fe/a/m37CfwnBoPBP6CBXM7cVVBQ4Ii8OEIw2ZnZCcfjj8UdPfM4pXMe+Zi8yxWAUXZuS5o109Svf9jTzyhOTgIA/itVtRVx0dYCAKqHvOy0WMx6vd5isSiKXrEn65gTDbXTpAnTBAAAAAAAQJWRcQGAC8PNye3B6x7s26bvfQvuO0e3pRu/IuNSHVylENfgkOAzd+Xm5GpzHmVlalMg2aY9kuu4Q4fL11fwzc8deHiXbGT9ulruyrh2mJZ9ccyCZDDwL00A/45qtcoBZwEA1cZitUh6vdWWblFPo5QLAAAAAAAA6iWG6wDgQnrwkwfP3WFf/L7tR7Z3DO8oUFM8vTzlEtq4UYXtVqs1OyvbEXnJPXq0MO2ES3amWVE2uJhy1v1Vob+7h7sWefH28fbx8/W2N2wFYEzeiqIIAPgnDDIDqFZWq8Wq2qtG2dcCAAAAAAAAqNfIuADABTPh3fFmi/m83Rb/uZiMS22gKIqPr49cHFus40YdmzHD95qrO/ToZa/4UjrnkWxolWDSUk4mHI+vcBydTufl7WWf7cgWebHnYEobHp4eAsClSVdaT4G5igBUK9VevoWPGtR+K39ckZaWevuYyQIAAAAAAKAKyLgAwAUTm3y4Mt02x24+kX68kV+YQO2Qu2Wz52VdZUNxdgl/4X/aRv+ABnI5s3NBQYGWfckuy75k2ivBJByPPxZ3tEJng8GglXvxsSVgbHMe2dc+suHq6ioA1Hs6wXQhAKqPY2YirS2AWiwpKT4xKV4AAAAAAABUDRkXALgw+j7bt/KdP1276IlhTwjUApk/rzo2Y7qpX/+wp59RnJzO299VCnENDgk+c1debp69+ktmln3yI8csSEdi4uLOGHZydnY2+ZpMZdkXU1n2Ra4NBv7tDNQfjDoDqFalGRfSdAAAAAAAALg0MIoGABdAJWcpcvhl1y93DLizgae/wEVVcPDAsRnTZSPr19VyjKjJrNmiCjw8PeQS2rhRhe1WqzU7K1uLvNjqvqRn2LIv9smPUpJSzjyOu4eHlnpxTH6kNbxN3oqiCAAAgH9CqA61WaeO3SIjWwgAAAAAAICqIeMCoHpdIl+1V3KWIgeL1bJ0w1dTrp4icFEpXl7O4eGFR47onJ0DJ91RTW9XnU5nK9PiYzpzl9lstld8ydIiL9rkR3JJSzmZcDz+zON4eXt5l8u+mLTsi4/J08tT1DvM8AIAAFBvdOrYVQAAAAAAAFQZGRcAF8wl+5ej769+/8bLbsgvKsgvys8vzretiwoKik8VFBXml+Sf7V4ro1fe1mu0h0s9jCbUIU5BwVEfLTg2c6bv1QNcGjcRNc5gMPgHNJDLmbsKCgpKIy/2BIxs2NfZSfGJJ44eP/M43j4mL/mPNueRbJfmYEyurq6ibvrHjxSCLwAAAAAAAAAAAJcsMi4ALgDHUHT5MelLJ/Iyqe+kc+wtsKVeCm2Rl+LC/KL8guKC/OL8AnvDzcndarUKXAx50Vs8ulxmaxmdGj83S9hnFBK1ibOzc2BwoFzO3HUq91RWZqa94kuObORkZdsmP8rIPB537Jh69MzjePt4e5m0ii/e3rLhY2/4mgyG2n4ZUD7RorW1DxaSLgAAAHXLtu2bc3Kz+/QaIAAAAAAAAKqAjAuAqtKGnB1rSXephl3+kbPe2dnN2cfN+8xdVotF4GLIWrMm/uUXvXr2Cn3wYcXJKOoaVzcXV7fg4JDgCtutVjUnOycnKysnK9cWfJGNzJxsKTMr/WT6mcdxc3e3lX4xmTxNnt4m2fL29vGSt728vRTl4odIdDqdWtbSburKGrbPGWIuAAAAdce27ZsSk+LJuAAAAAAAgCoi4wKgShzRFkteXmF8vH2TbeUoiXGJB1xQCxUnxCe88YbQG3M2bDx26tmA28aIesQohJ9cXI3C1V8E+zu2Wy2WvNy8U3mnbEv5Rnx82pEjaX8/iE6nc3Vzdff0cJfkWv7j6e7u4eHm4S63i5riyLIoBr1L00ihs9/4f/buAzDKIu/j+GzfTe+NmgQIHRI6KEVAqiCCIp7Y+6nnWV/rIWc5zzs9e+/lRATUo1gA6b33AEkoKSSQXre/s/tsliW0wBLq93PrOjs7++w8z7MsyT0//0PMBQAAAAAAAAAA4FJFxgXA6fOt3VKxYf3e/3tcABcCbzKiasnCPUsWikuJ/Is/1H07JQ4hyt23c0JtMrX63xyV2kWlVnJ0xFwAAAAuJPHxjXU6vQAAAAAAAPAPGRcAflECLk6Hw1u4BQDOOLvNrlI7hEYjhEalFkRbAAAALiwjho0RAAAAAAAAfiPjAuA0eRchcodcXP9SHrZ7+kVdaJgAAL8VLJqXO3O6bNisNrVGLYRKftFohNohhKumC0kXAAAAAAAAAACASwkZFwB+ccVbPGVcPHVcgpJa6COiBAD4rWzbZqVhs9o0To3KRTjVanXtAJYrAgAAAAAAAAAAuHSoBQCcLqWUixJzqS3jAgBnmN1u37UtfV/m3oP5B6urqp0Oh9PJlw4AAMCF5ONP35r84hMCAAAAAADAP9RxAeAX5UKzQ15yrq3jAgBnlvyG2bphi8ViqampMZvNsicgKCAoJDgkLDQkLCQiMiIsIjxU/i8yQqvlBxsAAAAAAAAAAICLFpeCAJwBSiUXAQANQKPVdO6aWlNTU15eXlZaVlJcUnio8EDuAd9V0hQBgYEhocHuyEtYeKTrPiwiLNz9UKPRCAAAAAAAAAD7PO4BAAAQAElEQVQAAFzIyLgA8IvKU8qFdUMANBiniIqJ0hsNOoNeb9Br9TqtTut0OkpLSstKXJGXkqLi0uJSee9qlJQdyD1w9DaCQ4LDIyNCwkLDIsIiIiNCw0OVKExIaIgAAABAAxsx7BqzxSwAAAAAAAD8Q8YFgF+UdIuSdBEA0ABUKpV7PTSH04dGq42KiY6OjZHP1hlvs9mKC4tKikpKi0uKXcEXV0Pe5+ce2Je1t85grVbrLfeirHkU5mqEhUdG6PV6AQAAgDMhPr6RAAAAAAAA8BsZFwBngCvgQsQFQMM4XCzKJ0unOv54rVYbHRsjb0c/VV1VVVyk1H1xpV6UAjDFRcV7dmdl2HfXGWwKCAirjby4710NVyAmPEytVgsAAAAAAAAAAACcXWRcAPhLJQCgwanOxJeNKSBA3hIaJ9Tpdzqd5WXlntWO3KkXpfqLvOXl5NWdiUoVEhpyOPISEV6WXRpoDdDoCL4AOEuCQtQVZQ4BABeOdetXlZWX9u87WAAAAAAAAPiBjAsAADjfeVdDUxZHO+OU2Iq8NU1sVucpu92urHlUWlxacnjlo+L8vPy9mXu8wzqItqJIvPvuu8HBwWFhYREREZE+oqOjdTqdAM5Xtz8Y1rmb0bfHXOOsqZY3R0mxY9kfVetW1ohTZDSqXv0oVmk/cW9+VcVxC75dMSxwzA3BsrFto/m9fxXLRuNm2ideiBKu2kvOx+/OF/U2eGTgqPHuTW0yv/dq8THHNEvSPfp8pGy89OShvGybOHUvvBkTGn440ya/n5RjJWebn2ubP6dyT4ZVNJjYeM2E28NWLqlavqBanC29+ptuuD1UNvZmWP81qVD4cY4AXLLWrV+Zm5dNxgUAAAAAAPiJjAsAAMBxaTSaiKhIeTv6KYvFUlxYVFJUMnv5rFXbVgWLoA4R7SsqKvbv35+VlVVncGBgYIRbeHh4ZGSkvFcehoWFqVTUw8J5x2BUyVtouDo2QaS008cmVMyZUSEuCvv3WKurnKYAldyv08u41CH/BMutmQI04ZEioYm2farx4zeLt200iwbQb3DAqPHBeoNq5RIBAAAAAAAAAJcgMi4AAACnQ6/Xx8bHyduy/OU5+/LCjKHPjR5jdLPb7ZWVleVuxT5ycnIcjiOWF1Gr1UrdF2/qRWmEhobK7Qjg7KoodxQW2JW2Tq9KaOL5ZeHKUUErFlUVF14Mi+PIP4L7Mq0p7fXJKfoFv1YJPxwqsFeWe45JUIg6MlojXMdNjJkQ3EAZl259THrDqaXimiXplKozu3dYqiqdAgDOkbTUHi1atBYAAAAAAAD+IeMCAABwhgUGBoaHh+t0Oq1Wq1arVW7CvdZSSUlJUVFRcXFxkZvSOHDgwO7du+tsRK/Xy42EhoaWFwfbdaFVtrBdu5uFhUWEh0XIzQqgAezcZvns7RLvw7Sexlv/HCYb8hPX4/KAX348S6VcsvfaHph4QDSYzF2WlPb6xBZ64Z8/fqlc9PvhlMz4W0MuuyJANuIaaZNa6jJ3NeCKRfU3aGSgshDVa5MLs87clBr6HAG4+KSldhcAAAAAAAB+4wIJAADAWaJSqcLdjn7KZrMVHUmJv+zdu9dsNgudKLOK9z/0DA4KCg4LDXflXcIjlNSLvJc9ISGhrHyEM2jdipoho2xKNRelSIn0wJMRrdq60iFTvyzzJjzadNDf93iEbBQetE96+ODRmxowLLBLD2NsI23OXuvGNeYFv1Y6j19SpHEz7RMvRMlGdZXz8bvzlU69QdV/SEBqd1NYhNoUoC4rsR/Mt29cU7N4btUxNxUQqBp5bXDL1vrQcE3WLsvSP6o2rfXUVknfahk2RoSGq+Mba73LFQ0ZHTRyXJBszJlRIQePHBec1EofHKKWr100t2rrhpPXZfnf1HIl4yLFxGt9My7d+pjSehgbN9MFBqvzsq37sqy//6+y6JDd9+URUZqhVwclp+hDQtVqtSgtcci5rVhYtXm9662bJekeff7womk33B4qbzN/qPj1pzMfPAoKVsuZtGyjl1PK2m2dN+sYb3HMcyT17i/31BQTrwkO1VRWuMoC7d9jnTe7srjwiJ3t2MXQu39AYgt9RYUjY4fl56nlE24LlZ3yqff/XSyPttGoevWjWPnw4AH71K/Kxv4pODJaKzc4/dsy+bE0mlRXDAts09EQGaUxBapLi+2HCuy7tlvmz66w1h71F96MkafYahEP335gwFBX0KdRU21+nm3bRvNvP1doNKpBI11biG+ky822ys7Z0y+S1bgAAAAAAACAixsZFwAAgHNPq9XGuDndl+sdDofdbrfZbBaL5ecpJSuXlgaFlA+6ylFcUlTiuhWXlhbvSN8iB/huRKPRhIaEhYW7Ui+hoeFK9kW5N5lMAjh1NpsnP6JWi9N2411hHVINSjs5xbVIUJdexrdfLqqpqe/SOUaj6i/PRDZudviXl/BIjby1aqtvlqT76oPSOuPDwjWPTY6KivHkctp2Msjbt5+ULl9QLR9m7bJUVzlNAaqUdnpvxsV3y4/8LVLe+752wa9V074uO+Echc3qWghJOVCq2sMlH958X1haj8NLjzVN1Mlb116m6d+ULV9YrXTGN9Y+9ExkQODhjFp0rEbeOqQZpnxWtvQPv9ZUOiVJrXR3PhQeFOzZgTYd9CltI7ZvrtfSS9fcEDxgWKD3YWiYWt7kBjt1Nb705EF5zJX+CbeH9u7v+UYKCNLExJladzBUVhx7JSyjSXXzvWGBQa4jExqu3pdp1erEfY9FJLbUecdERmvkTZ7NZsm6D18r9n25SiUHh7fp6Pn4KQe/SXNdZIwmLsHzcZIfIXnT6VU/fVcuADSYvLwcs8XcvFmSAAAAAAAA8AMZFwAAgPOaVmtUO41GbUKvntF1niovLyspLS4pKSoudmdf3O1DhwqysnY7jyxtYTAYvHkXT92XsHClrdFoBHAsvQeYmiZ6kgQHcmzidHVINRQcsO/eYWnUVNssybVBeT90TNCP/61vpKBLL5MScNm13bJ5nbms1B6XoB04PEinF90vM61cXL1zm8V3fEITbVWlc+PqmupqZ+sOhrBwV2Jj2NXBSsbF4RD7Mq0p7V1pmwW/1o2P9OxrqihzrF9VY65xtu1oCAlzvbbH5aYTZ1x0OnHtTSHeJFDuPs/hGn19sDfgkpFuzc+1JbfWx8ZrjCbVhNtDD+TalPWDBl8VpARcViyq3pthtVicLVL0vfqbVCox6rrgdSur5S7/8UtlWg9TqHtftm4wFxyw7cmwiDPtuptDlYCLwy52bDFXlDvadTa262w46QujYjT9hngCLulbLXJ6EZGaVu0M8siERahTuxuXuQ9+q7Z6b8DloPxUpFsSGmubJevCI4+dogoOdfVbraKmylFa4jhUYO/Vz6QEXCxm5/bN5vIyR0JjXVIrV4/8pEVEaXwL5Gh1ok1HQ+ZOqzzU8nTLIy87ld3Zs9vVKecjXyIf9r8ycPa0cut5scAUcHGaNWd6bl72c0+/IgAAAAAAAPxAxgUAAOBCFRwcIm9NGjer0+9wOEpKir2pl+KSotJS19pH+/Zl7UjfevRGvHVfwiMiPasghUXIfoFLjLze/+gkz4I48sK/Ei+Q7HaxflWNOF2b1po/fqNYiV1dPSF44HBXEqLvoMCfvit31q+SS3ScJ4mVu9+2fEGVUgBGtgOD1LnupX+Ofol8x13bXRGQhCbaJ19yraoTHqkOi1CXFLnqhWTusqS01ye20B/9QodDvP1KUY47pNKkufbxv7teawpQeV/rNWBoYPc+rriGSi1i47UGo6cKS8EB+95M15RCw9X9a2Mfs6dXzJnhWg1HoxF3PRzetqNBpRLX3RT6yrOHZGdU7VJQO7ea166okXNYtaRa7lpFmSNnv626yilv078pT2qpVzIuG9fWKHmdY3ru1WjvEfN6+LnDSx1N+7rs6HCPcC8h1Kip6zdEeV7efLkwI921F8Eh5U/9I8pb2eV45Etm/lAeE6ctL3P8PMWTXvrTnaE9+7oOUUTtDg4aGaQ0tm00f/BascN9RL0LRR2TPBfvvVpUVuqIinVt5ECu7defKuIaaTeurlm9zPOxfPbV6Bj3Lssdr7MI1PZN5ndfdRV3MRpVr3wQq+SQ0rdY5FkWrkIyqpffcXVqdfK1WvmhEgAAAAAAAADOY2RcAAAALjZqtToiIlLejn7KarUWFRcq8ZfSkmLZLi0tlu0DO7daLEfUhNBqtUrexVvxRbkPD4/U6/UCF6OgYPXRUQaHQ8z6ofxQgV2crt9nVnizLH/8UqlkXHR6ERmjOZRfr816q8j0uzLgsoEB2XusmTstu9Mtq5ZWW8zHiMkczLcrARfhjsJYLa63kwICPTmV9K2WYWNcGZT4xto6yxXJ98qprcKyf4/NYRdqdzxDHpk6GZeoGI13OSSvqkrnD1961k7q2sukJCrkNpWAi3AHhv77Senzr8fIpxo31yrRmfw8m1Kb5KZ7w667xbk3w5ohd3CHJSPd4jj2Gj4NIjrW8+uhPHpKwEUqL3NsWFUjD/uJX1t40P77/yqVtt6gatfJ0KK1vmUbz3eF0ej5XMU38rzFgl8rvbv2288VV14VKF91zC0v/L2ytMQ19OAB16cla5dVKX4jhYSpO6Qa5aELqc1jmUx1P8Cb1noWWqqpcVaWO5Tk1qZ1nnBMVYUrP6SshWQ0HXsCAAAAAAAAAM4fZFwAAAAuITqdLjYmTt6OfqqySl5ILi4uKfItAFNYdDBrz267/YgggsloCguvXfOotu6L7JFttVotLjqz5sxQqVRDrxx1Ue7d8TidorjQVY9k3qxKpSrJCcjjc4JnC/IOh0hKix0V5Q4lSRMdq61nxmXN8uq0nqY2HVyBCY1GNEvWyduAYYE11c4pn5euWVa3xoycue9Dq8Wp07tmqNN55pm1y1Jd5TQFqFLa6etkXMpLjwiVmM2uYe73PdE+yj8icjd377D8+nOF3EelM642z5F75FuUFDnkDCPdpU0SW+rXr6z55ceKlm30So/RpEppr5c34U51fP5uyTEL1TSE8EhPZKfOAczPq1d1E71BNWhEYGoPY0yc9ph/VuS5C4vwPOFbbUV+2EpLHNGxx1437eh1sqJiNMOvCWrR2nD0CkdHJ55838hm8zxfeNCn0yo7XSf3xB9jAH6647YHBAAAAAAAgN/IuAAAAMAlMCBQ3hISGtfpdzqdZWWlngWPlASMeyGkffv3bNu+2XekvEIcEhJ6OPXiKvriWQUpKChYXLDKy0tXr1metWf3LTfdKw+RuHitW1nz2dsl9RzsG2LQGU4UDjAY1VWVx8iy1D9QYLOK914t6trLeNnAwGbJOk1tFsJoUt18b5jVUrJxzRExF2+UQeFwOuu8m8Mh9mVaU9rrk1P0dVbtqfNau915vJlO/bJs0e9V4vislpMvxaTEKgoP2v/x9KHLBgZ072OKb3z4d7ToOM2fn4iQT9UJnZzY5McOetu3BoNl0gAAEABJREFUPxjWuZtRNl6bXOgtf3I83nI73jBQ/clz8cjfIpVYjzy82Xtt+7KsIaHq9qkGd49r0yq16y2UXa4TKDlBfqxO6qhpou6BJyOUmitWi9i/x5q129KusyEuwb3KkqPuMa9zQhX1OTUAAAAAAAAAzkNkXAAAAHAi8lJ0aGiYvB39lN1u96ZeSksPr3y0c9e26upq35Farda72lFoWLjvykc6nU6c3wqLDsn7zMxdr7/xwsQ/3dWsaaK4hHljEFqfGERIyIkq3DRP1nkjGqHhh5dDysupV3UQ7/uuXlYjb3qDq/hKq7aGrr2Nyqb6Dg6ok3Gpj8xdlpT2+sQW+qPf6EzxFgtJaHzEr11hEeqIKE9OZ19tjZyaaufcmZXyFhSibtvR0LqDIbW7UasVAYGq3v1Ns6a5ljpq6FxG4UHPGVEqynjFJpz818aBwwOVgEvWLuvHbxaXuVcXGntjiPKssiyRzSoqyjyrBcU31h7I9bydPI9hEZrjbdlqPWK/R18frARclsyrmv5NmdV9/LyLItlPf00tAAAAAAAAABcAMi4AAAA4TRqNJioyWt6OfspisRQXFx6x8lGxq521Z7fNdkSyIcAUEOZe6uhwCMZd+iU0NOw8WRtI7khto+id914dfdV1fXr3F5eqmmpPUY3Y+MO/SrTtZDjBS4aOCdqxxVxd5Uoq9LvSUwjHYnbWvzbJNTcEN2+hj47TzPi2fNWS6s3rzPK2J8Nyy32u6FVg0Ol8TtK3WoaNcWVu4htr6yxXdKZsWltz9QRXBaO4RtphY4LmzHDlVDQaMeH2UKWIye4dlkMF9qBg9XU3h0THaiNjNC8/5SrZIvdR3szVIZcNDJDDAmtTQY7aA3bihZNO28HapaOaJukaN9Nm73UdFjm9tB6mk762SXNPWG3nNrMScJH7mNSqboJtd7oltburrkyfAQHrV9Uow66/NURz3IhL3YxLo6aebW5YXaMEXMIi1HEJ/GILnO9mzZlx6FDBzRPvFgAAAAAAAH7g/woEAADAmafX62Nj4+Xt6KcqKso9Kx8VH07A5OTs2759s9OnhoZSP8YVf3EvfhQRHunKvoS7cjBnecGg0tLDy/fY7fbpP/53d0b6hPG3yn0Ul57c/bZOXV2N7peZ1GqRudOa1tPYqu2JDkVCY+1jz0ft3G5Wq1U9+3rSEquWVIt602hViS1dyYZrbw5JaqWTbxrfWKtEJaS9GVZx6rJ2WaqrnKYAV1WYBsq4HMy3b1lvVhbrGX5NkHyj/Fx7cmt9bLwr0GG3u1Y7ko2KckdMvLZRU9evZg89E7F2Rc2BHFtyK708sJ6p7rQojeoqT8DoimGuoinZe6wrFp3CYTyp9K3m/Dy7nJ5KJe76a8SG1a6Nt+lgCAg8eaSmtNgzt35XBsoTvSfD0mdAQNNETx5Fq/VsYdkfVcqJS2mvv/vh8MJD9hYpemXf66m0xB4Y5Bp//W2hC3+rlEdv6Oggfe1qWaexyhKAsyMvLzs3L1sAAAAAAAD4h4wLAAAAzqqgoGB5a9K4WZ1+h8NRWlqixF9KXAmYQnkvO3bt3lFZWeE7Uq/Xe7Mv4UfWgNFqz/zPtw6Ho07Pps3rDh7Kv3niPdFRMeISs2huVa/+AWHhriI73S8zyZvsnD+n8ophxw4eHSqw5+XYOqQaouMCvJ3Ze2wz/lsu6m3mD+UJTbQtWuuNRlWfAQF9Bhx+qrjQLp8Vp06e1X2Z1pT2+uQU/YJfq0TD+Obj0nseCW+W5Ip6yDdKTvH011Q7p39Tlrvfk6356oOSux8OD4/URERpBo884khu32RevcyzEtO+LGu7zq7ETHSspt/ggOULq0+acfnkzRJRbzar+PajkrsfiQgIVIVHqgcMdc3E6RRzZ1UOGnGSYNnC3yvTehqNJpW8Db5KDnaNt1qFshaZ3DVl2I4tlrkzKwe591FJ/0gb19Q0aqKLinVHf2wnWZFp3qzKiXeHykZUjMa7FpL3jeqssgQAAAAAAADgIkPGBQAAAOcFtVodHh4hb0c/ZbPZlGWPXAmYkmLvEkh792WazWbfkYGBQZ68S7hnzSMl+xISEqpSnckCD3l5Oa+/8cL4a2/u1LGLuJRUlDnefLHwT3eGJqe4areUljhmTy9f9kf18TIuTof48LXi4dcEtetsiG+sqyizp2+1TP2yzGJ21v9Nq6ucb75U1K2PqXf/gKgYTVCIurrKUVrs2LyuZtHvVeVlDnFaMndZUtrrE1s0YD0eebj+9bfCrr2MnbsbmybqgkI0ednWvRnW32dW+i7VlLPP9tKTh/oODkjtZgqLVJsC1PKFRYfsq5ZWr1h0OH8zd1ZlQmNtu1Sjw+7My7bl7DudAjYnlrnL+trzh8bfGhrfSKvVqfZkWJfMqzqQYz1pxiV3v+0/LxSOGh/ctLncTXVVhTN9m3nOjIrHno/S6UXLNnqjSVVT7TrpP00pl7vWpZexUVOdbGzbZP55Svlzr3qWPFPGnIBrFaca5+CrAhMa6+SWDx5wbWHnNvOdD4UL97JZ82ZXCgDnnxHDrjFbzAIAAAAAAMA/Kt+C8ArZ43CT1xIsFssPa6a9ufAdeUlg4fMLBQDUcro57Ha7zW6z2kqXLC54YZLs7/HJFH1ElAAAv+X8NDXz8/eFwRD81idGk1Fv1OsMer1Br9FptVqNSq1WuYlz7bP5n3224LMwY+i7o98y1tLr9Tqda6LqU5yn8rOZ/EnM9f3q/mFs9rSa5QtERKTmseejBY5SVV3lTb14lkCS7eKi0rISeQy9wzQaTWhIWGjY4dSLpxJMeESAKeDEb/HI43ef4NnLL7ti1MhrXVVN3Dx/P8q/IeX5s1szdxW/8OQW5anExNTz4RMLnEM9+5pCwzSVlY7SIvvm9Z6r3fJPzz/eizUFyF9Oxf/dm19VeQr5p0tTRUVxQUGWbIRHaR6d1NigNxqMJvl3pE4r/+rRq9Ua9XnzVyQAnH2L51fOnl6u0TrueKTIZDLJn8wNbqf3wzkAAAAA4HxDHRcAF61J3bs7bLY6naawsOjmzSObNm3SoUPnkSO1BoM4FXPffnvRp58Of+yxnhMmCP98dtddWWvW3P3VV43atZMPP5w4MXvr1od++imiSZPjvWTDzz9PnzRJvrWcwMx//GPLb7899ssvGr1f//V5VXHxv4YPt5nNXceOHfX00/V8le9MTjDsjauvLty37//mzQsIDz/mgF9ef33ZV19d/be/pY0eLS4uVSUlCz76aM/atcU5OY3atr3lgw/E6cpYufKLe+9t07//hNdeEwCOEmAKkLf4+EZ1+p1OZ3l52eGVj4rcKx+VFu/OSJf9vjlvec3jiNSLuwaM0qPRnHzdk8VL5ufk7p94w50hIaECwAklNNEqSyBJs6ZV5OXYmiXqUtrrTQGua405e20EXAAAAAAAAACcABkXABe5ZqmpWp8UiKW6+sDOnfs2bFj/88/b5s+f+NZbqtr/8v7Cktyz56rvv89cs6Zl797CDxtnz7aZzRqdbtOcOUMeesgQGChwJkx57LGstWsNQUGxLVteoJ8x4EKnUqlCQkLduZPEo58tLDpUUlykpF6KiguV6i9792ZW11T7DgsKChb1uOCembnrtTdemHjDncnJrQSA4/vjl8qOXYyR0a702IixQb5P1dQ4//dDuQBwkVq3flVZeWn/voMFAAAAAACAH8i4ALjIXfP3v4cnJPj2OOz2jbNm/fzii7uXL986d277K68U58LQhx+uqaiIat5cnJbELl20RmPGihV+ZlzW/fSTRqfres01K6dM2ThzZvfx4wX8ZjObs9au1RoMj8yaZQwOFgDOP5ERUZHHWlnPYrEoax55Vj4qKd66fZOoh/Lysvc+fG340KsH9B8iABxHcaHjlWcOXT4oILWbKThUHRyiVmtETbUzfav5f9+X5+fZBYCL1Lr1K3Pzssm4AAAAAAAAP5FxAXDJUWs0qaNGFWRmLv3yy+1//HGuMi7xrVsLPxiDg5O7dctYsUL4Yf/mzfm7d7fo2bPD0KErp0xZM2MGGZczwmY2y/uAsDACLsAFR6/Xx8TEyZu35z9vvlRZWVGf1zqdzllzZhQczL9u3EQB4Diqq5y//VwpbwIAAAAAAAAAThEZFwCXKKW4S1VJiW+nzWxePW1a5sqV+zdvDouPb5aW1mP8+IjGjY9+eebq1aunTs1csyY2KSmxW7ee48ebwsKUp2rKyl7q319u/68zZ/q+5Mfnn1/300/Xvfxy+yGu/8T/s7vuylqz5u6vvmrUrt0xZ1hVXLzs228zli8v3L+/eWpqx+HD6wxI7tlz9quvFufmegvV2GpqJvfundyjx41vvrnwk0+yVq8uyMpq0q5d20GDUkeNUqlUdbawwT3DNgMGNO3UKSY5+cDOnXvWrm3epcupzkSxc8mStdOm7d24MSQmJqlHj8smnuYl3s2//rrq+++LsrMdNluzzp1b9umTOnq0WqPxHSOnOv+99woyMiqLixu3b99cnqnrr/cNlHxy++17169/ZulSualdS5bk7tgR27Jl2yuu6D5unNZo9A7L37172Tff5GzeXHLgQFzLlglt2qSNHh2XkiL88NEtt+zf5Kr6UJaf/1xammw8MG1adGJifaYtX3sgPf3x33///a23ts6dG9eqVf+77jr6LeQWPr3zTvnpveqpp7qNGyfc52jp11/vWbMmPyNDfmJjW7Vq07+/3F8BwG+HCgvqOTIoKLjvZQN79ewnAADAkeLjG+t0egEAAAAAAOAfMi4ALlG7ly+X97EtW3p7CjIyvn344aL9+zU6XULr1hVFRcu/+Wb1tGnDHn5YiRF4rf/f//J27DCGhMQkJuZs3bpn3brNv/56+8cfB0ZEiDOkqrj4s3vuyd+1S2cwxLduvW/Tph2LFsUkJfmOSe7ZU95nLF/edexY33671fr9E09sX7Agqnnz8Pj4XcuW7Vy6NGfbtquefNJ3mK2mZtOcOVqDocPQofJh6lVX/fqf/6yZMaNOxqU+M5HWTp/+0wsvyEZEkyZqjWb5119v/uUXm9UqTtHMl19eNXWqsp2AkJCdy5Zt++OPlVOnTvj3v71Rnk2zZ0979lmn0xkQFibPoNy1jJUrV37//Zjnn6+zctN3jzyyb+PG1gMGdG3XLn3Rol9eey1r9Wq5KbXW9ddfcW7ux7feaq6sDImNjWvV6uCePXLwyilTxkya1Pmqq8TpShs9OrFr10WffmoICupz442yJ9Cdf6rPtFWSWj39uefk6ZMP5YCR//d/JQcO+G6/KDv7yz//2Tfg4rDZvrz//tzt2+WW5ampLCraOHOmvHW55prRzzwjAPinurr6pGOio2MH9LuyS1pPrVbrdBMAAMDHiGFjBAAAAAAAgN/IuAC45BTu2/fHhx/uWLhQazB0v+46b/+cf/2raP/+HuPHD7zvPqW0RsbKldOeeeaXf/875fLLQ2JjvSPzduzoc9NNg++/X0DH9u8AABAASURBVK3Vmisrf5w0aeu8eT///e8TXn9dnCG/v/NO/q5dbfr3v2byZENQkNPhWPjxx/Pff993THRiYmTTpumLFtXJuOxZty62RYs/T5miJHgOpKd/dMstq6dO7TVhQlTz5t5hW377zVxR0XHYMGVnU6+6at577239/ffhjz4aUFuTpp4zKcrOnvWvfxkCA8e99JI8VrLn0J49/33kkYNZWeJUpC9evGrq1LD4eLmdpp06CXehnZ+ef377woUzX3pp4ttvC3dxlJn//KdGr7/qySdTR40S7oTHwk8++eODD2ZMmvTA1Kmm0NDDh2L9+hvfeCOpe3fZ7nvLLV/ef798i9XTpvVwL8m06vvv5ekb87e/pY4e7dqO3b5p9uzpf/vbr2+80WnECJVafcxJ1pSX527fLhvKZo/WZcyYmrIyV8YlMNBbhaWe05bXxS3V1buWLx/97LOt+/XLWrMmslkz34xLZVHRl/fdV1ZQ4A24SDuXLpVTkpsdM2mS0rNv48bvHn107fTpPa+/Xn4YTm9HANRHk8bNBvQf0rFD2tG1sgAAAAAAAAAAwJmlFgBwUXt95Mjn0tJ8b29cffWm2bP1AQFXP/usdx2izFWrMlauTGjTZvhjj3nXjknu0aPvbbdZzebFn3/uu81mqalDHnpIqQViCAwc/dxzgRER2xcuLNq/X5wJNeXl63/+OSAsbMzzzxuCgmSPSq3uf9ddjdq2rTMyuWfPjNWr7RZLnf6B99/vLVETl5LSqm9f2cjdts13zIbZs+W9t2BJQHh46/797Vbr2h9/PNWZrP7hB1tNTa8bb1QCLlJU8+ZXPvSQOEXz3n1X3o965hkl4OKaVVjY2JdeCnNXo9m7fr3sWfLFFzVlZb1uuEFJikjyRAy4++52AwdWHDq0eto03w2mjRrlDXCYwsJGuivZrPr+e6WnJCdH3utMJs92NBp5NK5+7rkRjz/usNmON8n8jIzP77lH3sSpOKVp95owocuYMfJD1f7KK4W7uItyL7fw5f33F2Vny0+pb22hYveO6Gt3RJIHUO7I2MmTA33iSmdkRwB4tU5pd9/djzz04FOdOnYh4AIAAAAAAAAAwFlAxgXARa5Zampyjx5J3bp5kyuN27Ub+vDDf/7++47Dh3uH5bkLWiR261aneod8revZ9HTfznaDBvk+lFtWlg3a5w5h+C9zzRqHzZbYpYt3zoqjF9BJ6dvXVlMjx9fpTzxyvaHgqCh5b/OJwhTn5mauWhUWH6/soCLNHb9YO2OGd5WNes5kj3sCbfr18+1sddllgeHhot6cDkfB7t0BYWEtevXy7debTK3c0ZmCjAzXfWamvG8/eHCdlysnRRnj5Q2UKBq1axeekHAwK6vUXRlFOWvTnn325xdf3DZ/flVxsesgXH11+yuv1Oj14ow6pWknHllYRTkd5qqqbx56KG/Hjg5DhvScMMF3gHISV06Z8u1DD6376adDe/bIh/KgdRo5Msh96gGcQRqNpluXXo8/MunO2x9MTm4lAABAPXz86VuTX3xCAAAAAAAA+Ie1igBc5K75+9/DExKEeyWarDVrfpo8OX/37tYDBiidXoXZ2fJ+6ZdfytvRGznoDg14hcTF1RkQ6l7JqLSgQJwJZe4ExtHphNCj3jepa1et0Zi+aFHL3r29ncbgYENgoO8wtUYj3EfA27POXaxF9nx53311tlm0f//uZcta9ulT/5kU5+bK+5CYGN9OlUoV3qhRpTs4Uh8Hs7LkfOqcF0VYfLxwr4ikDPP2HDElZcyRpXSimjUTR81czrY4J0c2uowZIz8Sm3/9dc20aWvclVSade6cdvXVnUeOPN5CRcqYyevWiVN0StM+ZvGVjJUr5SHVBwTI0y3HRzRp4n0qJjl52COP/PLaazsWLZI34a6j02n48B7jx9cJJ/m/I8Cl5tff/+dt6/X6Ht0vG9BvSGhomAAAAAAAAAAAAGcdGRcAlwq1RpPco8e1L7/88a23zn37ba1O13viRO+zyjITsS1bBkVEnHxTRwUgnA6HvDcdP08gOdxj6qV2bZo63fqAgDo9Gr0+uVu3jBUrfDuVRMsJyNkqCxKVFRSUHSuXs3b6dCXjUv+ZHFOdqM1JZyVOeJSUaShJHW+lmTpOuu+e93K/XKVWy89D9/Hj0xcuLM7OLsjM3Lthg7xtmjPnhtde0/ks/eO/U5q2sgyWl/f4j/nb36rLy+f8+98zJk26/ZNPfMf0+tOfWvfvv2n27IN79xbt23dg165577677scfb3zrrejERAHgdBUXF8r7oKDgvpcN7NWrX4CpXt9+AAAAAAAAAACgIZBxAXBpadKxY7+77lrwwQe/vfVWUvfucSkpSn94o0byvv2gQf3uvPOkG6kqKanTU3bwoLyPcFcNUbnzCnafoimKyqIiUT9KzkZZT8dXaV7e0YNT+vZNf/HFg1lZ9Y8y7Fy6tOLQocbt2991VNGa4pyc16+6avuCBSV5eWHx8fWcSUhMjDwm8iWBRyaElPou9RTZpIlKpTr6vaQS99spKy7J3ZRHUg4LOLLYiTKloMhI386ygoLooKAjhrm371uHplnnzvKmtPN27PjqgQcyVq7cOHt217FjxZlzStOuQ0nGtOzTp/OoUQ67fdOcOXvXr189dWq3a6/1HSY/w95PrzwdUx57LGvt2oWffDLuhRcEgNOl1erGjL6+Z4/LtVp+bAYA4PSNGHaN2WIWAAAAAAAA/lELALjE9LvttoQ2bRw2288vvCDvlc6Uyy+X9+mLFtWptLHl119fGTjwx8mTfTszV6/2fVhdWpqxfHlgeLgSldDq9fK+4tAhc2Wld4y1unr/5s2ifpK6d1epVJlr1tSJxWybN+/owcm9eikzF/W24X+upTfaDx589FPhjRoldu0qD4JS6KWeM2mWmirvt86d69uZu317nSV4TkxrNMp3ryop2bl4sW+/PHRKj5yYqE0jbf711zov3/Lbb/K+uXvM4XnOn+/7cP+mTcW5ubEtW0Y0biz38bO77vrHFVeYKyq8A+Jbt1aiLaeUzqmPU5r2MWl1OuGu+DLyySdl4/e33y7Lz1ee+u2NN/45ePDOJUu8gwPCwvrecYdslJ7pHQEuNeOu+dNlfQYQcAEAwE/x8Y2aN0sSAAAAAAAA/iHjAuCSo9Hprpk8Wa3VZm/duuSLL5TO6KSkdoMHy57577/vjbkUZGTMevXVyuLipCMjCJvnzFn3009Ku7q0dPpzz8kxPcaP1xmNyvajmjd32O3z33vPWlMj3LVDpj3zTE1ZWf0m6AooyMmYKyrkq6qKi4W7kseiTz9NPzL8oQhPSIht0aLOckUnIDe4/Y8/VCpVpxEjjjlA6V87fbrDZqvnTNJGj5b3K6ZM2fzLL0pP0f79dYJB9dFt3Dh5P/Mf/9i7YYPSU11S8sPTT5fk5XmL7nQdO1ZOfsV3362ZNk0ZI+c57733tv3xhzEkpOOQIb4blOd3R236J3/37p/cU+rvLnYiNxKdmFhVUvLbm286aovuVBYVKWmhmKQz/P+/n9K0T6xRu3ZyazXl5T/XFmiJb926orBwwYcfyk+jd+MbZ8+WjagkLiQAAAAAAAAAAADgIsF/kwrgUhSTnHz5rbcu/OijPz78sHX//vKhcEcf9q5bJzvTFy0KdC8os2fdOrvV2m3cuI7Dh/u+vO3AgT8+//yCDz8Mjo7OS0+3mc2RzZp1v+4674BBDzzw/RNPLP/227U//hjZtGnejh2hcXG9brhB9tRzhkMeeki+aveKFf8aPjw+JaVw376qkpJ2gwbVqZWiSOnbd9m339aUlyulPk5sw8yZDrs9uUePOusKebW/8srZ//xnRWHhtvnzZbs+M4lv3Xrwgw/+/uabU5966ve33gqKiMjZti06MTG2Zcv8XbtEvfWeOFEez01z5nxy220RTZoEhIQc2L3bdXibNh31zDPKmCYdOgx//PE5//rXzy++OPedd6KaNy/IyJD7bggMHPf3vweEh/tuMCQm5tuHHpKbMgYFyb1wOp09J0yQk1eeHXjffRmrVq3+4YesNWtCY2Nlz4GdOyuLi1v27t3hVEIn9XFK0z6pKx94YNu8eTuXLt04c2ankSPlbOVDeUbeHDs2rmVLOaA0P//Qnj1h8fH93dVcAAAAgHNr1pwZhw4V3DzxbgEAAAAAAOAH6rgAuET1v/32mKQku9X646RJSuGW2BYt/jxlSsdhw+wWy/5NmwoyM5unpV33yivK0jC+0q6+esJrr0UnJckxoXFxqaNH3/P11wHuWIyi7YABd372WacRI4zBwU6Ho9u1197x6aeRTZqIepObldsc/OCDcS1bHszKSmjT5rqXX/aN0fhK7tnTVlOze9my+mx5vXuhohNkOPQmU1t3CmTtjBn1n8nlt9xy+yefdBg61G6zmauq5IBbP/ww6DgxmuNRqVTjXnxx9DPPNG7XzlxZeWjfvqadOl311FP3ffddROPG3mE9xo+/7eOPk7p3l1PN2749qmnTfnfccf/Uqa3cC075GvP881c++GBgWFhRTo48SuNeeGH4Y495nzWFht712WeX3XyzzmjM3rq1OCdHnnH57je8/rq6AdYlqf+0T8oYEjLkL3+RjTmvvVZVUiIb8riN/L//i2zaNH/37rz09LD4+IH33XfvN9/I0ycAAACAcy0vL3vvvkwBAAAAAADgH5V3SQ4v2eNws9lsFovlhzXT3lz4jrzuuPD5hQIAajndHHa73Wa3WW2lSxYXvDBJ9vf4ZIo+IkoA59Qnt9++d/36e7/9Nr51a4ELVs5PUzM/f18YDMFvfWI0GfVGvc6g1xv0Gp1Wq9Wo1GqVmzjXPpv/2WcLPgszhr47+i1jLb1er9O5Jqo+xXkqP5vJn8Rc36/uH8ZmT6tZvkBERGoeez5a4Lzn+ftR/g0pz5/dmrmr+IUntyhPJSamng+fWOASFxCkqqpwigtZRUVxQUGWbIRHaR6d1NigNxqMJvl3pE4r/+rRq9Ua9XnzVyTg9fGnb+XmZT/39CsCaGCL51fOnl6u0TrueKTIZDLJn8wNbqf3wzkAAAAA4HzDWkUAAADAxWng8MCrJwTLxrZN5vdeLRZoeBPvDu1+mUk2/vilcvo35QKnpVmS7tHnI2Wjusr5+N354gwxmlRjJoSoNeKbj0oFgLMrLbVHixakzwEAAAAAgL/IuAAAAAAALnKt2upvvCssPFK9akm1AHDWpaV2FwAAAAAAAH4j4wIAAADggtSmg16nV9lsYttGswBOqH2qITxSfUovaZakCw13vWT3DktV5YW9vBEAAAAAAABwcSDjAgC4CN3+yScCAC5582ZXypu4eP3pzrDQcPWZXc4G8Bo0MrBzN6NsvDa5MGuXVQDwQ15ejtlibt4sSQAAAAAAAPiBjAsAAABwcRo4PPDqCcGysW2T+b1Xi2Wj/5CAsTeGyMYvP1asWVY99OrgxJY6g0GVkW7549cqeZ+OJxLyAAAQAElEQVTSXn/5FQHJrfU2m9iXaf3lx/L9e2zeDRpNqiuGBbbpaIiM0pgC1aXF9kMF9l3bLfNnV1h9AgABgaqhVweltDNERGn2ZVlXLKzKy7E98UKUfCpzl/X1yYXekY2aavsPCUxsqQ8NV+ftt8kJzPmxwmJuwIIZcm6DRgQltdI3bqaV+1h40LZiUfWSeVXOI98zOUXXu39AsyRdZLT20EFb7n6bHCP3tM7W5Pzl1uQx1GpV6VvNM3+oON77dupq7H6ZSW5QoxXZe21b1tUs/L1KnEy3PqbLrgiIjNYEh6grKxxFh+zpWy0Lfq0sL3PUf6eMRtWrH8XKxsED9qlflY39U7DcKbm16d+WrVtRI+p3FtRqMWBoYNtOhibNdVWVjuw91qULqrdvOlw+Rx6Eh5+LlI30LZZ3Xy266trgVu30MfFaeeg2rq6ZP6fyNPbLa8iooPZphrhG2tx9tk1rXVurc76iYjSXDwpo1dYQG6+trHTk7bduWF2zbMHhNYlefjcmKNhTxEWeCHnz/qEAcHbMmjM9Ny/7uadfEQAAAAAAAH4g4wIAAABcchJb6vsPCTSaVMrDTt2MbTsbl86v6j8kwDsmrIshsaXu1ecKiwvt8qFWJ+57LEL2eAdERmvkLaWdvlmy7sPXPHGB5sm6u/4aHhzqyRO0aquXt01rj7GW0JBRQcPHBqnV3inp5K1zd+OnbxX7BmvOoI5dDH+6Mywg0LPXBiECg3RNE3UtWus/e7vEO2zg8MBR44O9E4tL0MpbanfjknlVU78s86YrLh/kCgxpNJ6H3S8zte1kOFRgP/p97/hLWKeuRu/D1u318tY+zfjZ28UnWAFnwu2hvfubvA/lIZU3eag7pBle/3thdZXzlHZKuCNKN98bFhjkGhkart6X6col1ecsyLP85yciomM9u2oKcJ33jl2N8+dU/vjf8jrT1ulV9/9fRMs2euVhUkudvKX1MP77+ULl0NVzvxRyYnJr8jPm2VornbzFN9Z+/WGpd4x89tb7w5X9ksL06rBwQ5uOhq69TV+8V1JafOzcDAAAAAAAAIAL0amtRw4AAADgIpDSTm+zOdetqNmwusbhTmXodK4qL5UVzjXLarZuMDvcwYDgEHW/Kz2pl269TUrAxWJ2blxTs2R+VeZOT/GWDqmuki1Ke9T4YCXgYreLzevNq5dWV1U4O3Yx1JlAfGOtN1qxf4+r7siBHFeiIipGM/7WUNEA9AbVuIkhShakotyxakl15i6rkrpI62HsPcDk3ZerJ3gCLgUH7MsWVGeku8q3qFSuUMugEYHKsMhozdXXBysBF3nQ5Na2bTQHBKibJ+vqvK98lRJwkQdk5zaLPCBlJa6D27q9fujooOPNVm5fCYIcKrDPnFrx2TslP31XfijfdarkobtiWOAp7ZRCnpfAIJXVKspLHdl7bXLL9TwLo64LVgIuNdVO+YGRHw+rxXVABg53VXapM/OkVrrEFvptm8xL/6jKy/akZJol65q30NV/v7wMRlXLNvodWyxya7n7PVvrfplJDlba4ZGaW/7sCe4oR0B+6mzugfKF19fuxZJ5VXszPB9XuZ0/fqmUn2EBAAAAAAAA4EJDHRcAAADgUvTh68VZu1xX/cfeGOIt3/LJm8XKijzjbwm5bKCrMyraE145kGv79aeKuEbajatrVi/z5AOefTU6Js41IDpOU3TIntRKpxTwcDrFWy8XZqS7th8cUv74C1Fh4UfE64dd7YlWzJt9uBbIrfeHpfUwNkvSdepmlO9y9JzDI9WT/xNTp9MUoHrrqzjvw5eePOSNVvi6fGBAeKRrqiVFjleeOVRR7gqaKIs3ORyiQ6px2R+upW1GXhesjN+2yfzRf4pt7lzE0KuDRox15VGGjQles7ymuNDe78oAvcGVqygpdvzzmUPKIjut2uofeDKizvteeZUnyCK3tnWDq56NfOFTL0dFRmsuGxQ4b07lMQuNyOOsNEqL7SsWVylj5KlJTtHn7rfuzbSe0k555eyzvfdqUVmpI8qdWanPWZAzSevpyuhUVTpfevKgMpNGTbWPT45Sa4Q8LNs21i3S89OUsgW/ulZi0miEPF8hYa73iEvQys9bPffLl/zUzZ7uWgRKTvX5/8TID5JK5SoXpJzloaODlEWICg/a33ixSKk5lNJOf8+jEVqtaJ9qSO1uXL+qZta0CoNR1cydQMrea53+Tbk4judejY6O09TpVJZhUkz72rN3AE7JHbc9IAAAAAAAAPxGxgUAAAC45BQetCsBF+GKR3iW1ykutCsBF6mo0NOpN3qyKXK89yUhYeoOqcbElrqQ2jWJTCZXo0lzTxWTzJ0WJeAilZc5ViysGnr1ETVLGjXzjNyx+XBCQrbTerjiFO07G46ZcfGHd25rV1QrWRBp2YLqrN3W7D1Wu3t3GzXVJrgLhDgc4r+flNpqExe//FjRpacxrpFWpxdtOuqX/VEdGe35TUrumhJwkXZus+Tss8mNeN80IEgVFuE6MlarUAIuwl0IZ/cOS2S0SacTbToYViyqPnq22Xs9752con/hzZj8XFvmTmvGTsva5dWlJY5T2ilfC3+vVF5+8IDrufqcBW9lmtz9Vm8cR+7moYP2mDhN00RdaJjad0pOp1hTG4GSEzhUYFcyLgGB6vrvl69lCzyBEnlS5PiwcFeIymjyfPA6pHkKycyeXlFc+6FN32pZvaS6l7tgjBywfhUlWwAAAAAAAICLBBkXAAAA4JLjWzvEanUqjeIin06Lp1OtOvyqqBjN8GuCWrQ2hEfWXfPU6RlQW6XjyLyCN3zg5V3b6M9P1C18IimVOc6syBjPO3ozPcIdN/EuYSM1rs18lBbbS4qO2IWcfTalBkmjJnJMtZJckYoOHbFrB/OPyLg0S/RsUKcTvsVmvIJDjr2n8gTN/KFi5DhPMCg2QStvvfqbHA4xf07l/74vVxaTqs9O+VKWIvKqz1mIifPsTovW+mPuQliExvd0m81Ob9rG9bDG01YKxtRzv7ysFuF7Imy1n1Wte1Ly6AXXpqz2Zlh8X7h/j7WXcGVc4hvVXT0KAAAAAAAAwIWLjAsAAABwybHZnMfotDpP8JKmiboHnowwmlyZF6vFlSHI2m1p19kQl+D6ncLpcL1WVRuIUR35WrXmiA45TH3CEEvQcZIfxYWOByYe8D584c2Y0HB1dZXz8bvzxcl4Z6CsMXRM3mTPUXvgs50jp6bVHXeke/CJnhXHz7gI9xo9u3eYBw4PatVWbzB6tiOP26ARgVqtatrXZaJ+O+WrvPRwXqSeZ0F1sriRUqbFy37kOlFH15Kpz3551fmgOo/8hNZU+yRiVMc+AqpTjEtNfuygt337g2Gdu7lK2rw2udBbxAjA6Zk1Z8ahQwU3T7xbAAAAAAAA+IGMCwAAAICTG319sBJwWTKvavo3ZVb3Ff+WbfTKs0qUwVuvJSr2iF80GjU54qHT6RoZGe0qIvKfFwq9qxo1qIMF9mbuZXciow5PRm9Q3fFgWMEBe36ebfnCqoIDnoBGaLg6JExd5rsqUG1Fltx9rjGFB+1N3T3RsRrfd/FWPfG8ae0GzTXOR+88eRCnDnlkMtKLVSqR1ErXqq0hradRSRT1GRAw49syh6NeO+W7QatPjKmeZ6HooOec7thieeeVInEyTqfzpGNOul/1JD+E5aUOpZRLsyRdfu7hfI13Fae87NrOk88LQAPKy8vOzcsWAAAAAAAA/jnzNcABAAAAXHwaNfWEBjasrlECLmERaiWa4LV9s1lpNGmuTU7xjE9sqevRN6DO1nZu9aws0yHN6O284y9hk16Lvv//ItJ6GMWZdijfk3Xo3M3orRPT54qANh0N/a4MGDAk0GYV2XttSkxHrRZ/ujNUW7vKzdCrg2LiXFmQinKH3H3hs0RRxy5GJfojpbTTJxyZ5jmYbz/gDl4YjKp2nQ1Kp04n/vbv6Kf/EXXXw+G+Cxv56jMg4IEnIyb/J2bCbaFOpysUMmdGxWvPFyrPyokpFVDqs1O+rEeW6qnPWdi60awEmJo013nXqJLn99UPYx+bHHnzfWHaU1kLqJ77VX/p2zy7MPyaIO/SS/JEdL/cpLS9KR97bXSmTlUhAAAAAAAAABcQ6rgAAAAAOLnSEntgkOvXh+tvC134W2VFuWPo6CDvEjk695I9ufttu3dYWrR2FXe54y/hq5dWB4doOqQZdEfFIBb8Vtmzn0mlEgOHB4ZHarZvMrfpaOjU1RWqiIjS/PjfMnGmrVxS3X9IoNGkCghSPf2PqG0bzWERGmWq0pL5niTE4rlVo8YHy0bbjoYnX4qWuxMbr0lO8QybPb1C7rhra4ur+w0O1OpEZLTmvsci9mRYVCpVz76mo993ybyqcRNDZOO2+8OW/lF1INfWu19AVIwrjWE0qfPzbMecbVWVo1Vb15v2HmAKDFbJ2coj2T7Nk5LJy7FVVznrv1PHU5+zUHTIvmlNTWoPY2CQ6q/PRi2dX2WzOfsPdb1p00SdfNZ2KlV46rlf9bd4bmVad6Na4zoRj02OlBs0BarbdDBo3HGXdStqdtaGYKqrPCGXdp0M198WIs/jzKkVAsDZMmLYNWaLWQAAAAAAAPiHjAsAAACAk5s3q3Li3aGyERWjGXtjiNJptQolv6IseSN991nZfY+FR0RpgoLVA4YGyh6L2bl4XtXlA12lXBx2T4Ihd7/t6w9Lr78tVL48rYfRt3DLj/8tz95rq8+UnnmwQNTboXz7fz8pvfGuMJ1eyLl1v+xwHmXHFsv8OZVK+/eZlTHxWiWtEhOniYnzDHM6xaLfqxbP9aRG8rJt078tu/amEJXKVahG3oQrReFctqC6d/8jki7yVdGx2n5XBugNKuWAKGxW8eX7JccLiKxfWTM/ufKKYa7xnboaldyJ54U28cOXZae0U8dTz7Pw/ZdloeGapFauOi4jrw3yjikutE/98tTSSPXcr/rL3Gn94euyMTeEyF2ocwTSt1qmfXN4g97FmEwBqj4DAg7k2k6acfnkzRIB4AyJj28kAAAAAAAA/EbGBQAAAMDJrVpSba5xDr4qMKGxTqcXBw/Yt20y79xmvvOhcPls206GebNdiYr8XNsbLxaNHBeU2EIfEKjO2m35fWZFbO2SRnILvhs8mG/rf2VgXCNtTLxWqxXlZY5ff6pY+FuVaBjrVtbk5RwaNzEkJk4bFKKuqXYUFzpWL6teMveILMg3H5UuX1DVs29AUitdZLT20EHb/izr0j+qvCEJxeK5VSWF9pHXBkdEaeR+Ze60zJpekdJOL8QRGRenU/zwVdneTGtaD2N8Y60crFKJ3Gzbj/8t37XdcoLZzvi2fNNa88AR8oBrQ8I0dpuzrNSxN8Mij3POPtup7tTx1OcsVJQ53nixcOjVQckp+vhG2uBQ14pFm9eZf/qurKzEIU5RPfer/uSJ2LbRfNkVASntDTFxmupqZ95+6/rVNcsXVPsOy0i3yP26bGCg0d9xjwAAEABJREFUyaTKz7PtTrcIAAAAAAAAABcaMi4AAADAxWne7Eold+K14NcqeaszbNHvVfJWp/OYIzeuqZG3Op0PTDzgbUdEaXr1M1VVOdO3WmbPqDiUb1f6W7bxLEZTVGj3fW3WLmvWrrNaKiMv2/bWy0UnHZa5y5q5q/SkwzavN8ubb09+ru3ogymtXlotb+IUZaRbMuoRxTjxTtXUOH3P0dHqcxYcDtc6TSfeyDHf5YPXio/uPOl+7c08ha1JhQftP00pF/J2QjN/qJA3AeBcWLd+VVl5af++gwUAAAAAAIAf1AIALlg/Pv/8c2lpW+fOFWdFcW6ufLv3brhBnDtnbZc/uf12+UZ5O3aIC4q1unrJ558v/vxzcWnI2br1m7/8xVLVUAUPAOBUVVU4rrwq6Jobgm+8K/SOB8M7dzP27m+67f6wAUM8a/ScuHIJAOBitW79ykWLz9IvbgAAAAAA4CJGHRcAwMVj/c8///bmm5fdfLO4NHzz0EMVhYUCAM4bNTXO2dMrRl4bJNuNmmpvfzDM99ltG80bVtUIAAAAAAAAAABOCxkXAAAAAGfMrz9XZO6yDBgWGJegDQ5RG00qp1McyLEtnV+18HfqTgHAJSo+vrFOpxcAAAAAAAD+IeMCAAAA4Ezatd3CmkQAAF8jho0RAAAAAAAAfiPjAuCCUZCRseybb/asXWuprk7q3r3XhAnHHHYgPX3NjBn7NmwoP3iwaadOKf36pV51lUqt9h1TtH//2hkz8tLT83bscDqdIbGxcuSgP//ZGBzsHeOw29f88MPWuXNzd+yIT0lpddllrfv3F/VgM5tXT5uWuXLl/s2bw+Ljm6Wl9Rg/PqJxY++AuW+/vejTT2/98EO1VrtqypT9mzbpjMbkHj1633hjWELCqe5y+uLF66ZPP7B7d3VZWaO2bRt37NjjuuuCIiPFGbL511+3/vZb1vr1EQkJjTt0kPsS1by574ADO3fOf+89OdXK4uLG7ds3l/t7/fXeI2mrqZncu7fcuxvffHPhJ59krV5dkJXVpF27toMGpY4apVKpjtjUyc5dVXHx0q+/3rNmTX5Ghjyksa1atenfv+0VVyjPvjV27MGsLNlY8sUX8tb/rruuuOeeOrvz+5tvLv7888EPPnj5Lbd4Oz+6+WZ5sq588MHLfDo/uPHG3O3bn5g7d/+WLd/85S9X/uUvUYmJf7z/vqWqqtXllw975BE5xm6xLPnyy+1//FGUkxMYHi53v/PIkXJnvRvZtWzZV/ffL6eRNnr0os8+27t+fVVJSWLXrl3GjJH3vhOrLCpa/u23GStWFO7f36RjR7nj8v7fw4fLHZzw2mtHn5dNs2f/8MwzSvuFyy6T95NWrZJze6l///CEhL/OnOk7+Mfnn1/300/Xvfxy+yFD5MPf3nhDHp87Pvts3/r1q6ZOlTPvdu21HYcMqc+Zkn8u5Et2LFiQv3u3WqNp3K5dUo8eXceM0ej5r3IBAAAAAAAAAADQsMi4ALgwZG/Z8sV995krKgLCwqKaNds+b96W337zDY4olIv3shEcHR3ZtOmuFSu2L1iweupUedk+MCJCGSMfznr1VYfNptZqG7VtW7R//4H09APuvMvtn3wiL9srw6Y9++zmX36Rl/YT2rQpKyj47c03NxyZGzimgoyMbx9+WG5To9MltG5dUVS0/JtvVk+bNuzhh7uNG+c7Mmvt2mVffilUqrhWrQ7u2bPiu+82/vLLHR9/HJ2UVP9dlj3f/9//yR0Jb9QounnzvRs2ZKxcKXfwlvffl5sVfpv58sv7N282BAbKCeRu356zbduW33//y4wZ3gjLptmz5YFyOp1ykrEtW8oBcgIrv/9+zPPPt+zd27sdu9X6/RNPyHMR1bx5eHz8rmXLdi5dKgdf9eST3jEnPXfylH15//1yGvK9YpKSKouKNs6cKW9drrlmtDvt0f266zJWrNixcGHzLl2SunVr2rnz0XvUsk+fxZ9/nrV6tTfjUl1aKg+1bOzbsME7TG5cTq9ZampAeLgS7pDvO/edd+QclGeFO77z8e23y375mYlPSbFUV2+cNUve2g0aNO7FF+UHwLu1soMHP7/3XvmpkJ83i16/ac4ceZNjOg4b5n27T++882BWltZoTEhJydm6ddfSpZ1GjhTHF9OixRX33LPkyy8tVVX97rhDo9XWCXKd1MopU+QnXDZK8vLSrFZRvzM151//ki/Um0zhjRvLd5Qj5W39zz/f/vHHOpNJAAAAAAAAAAAAAA2GjAuAC4C87j7jb38zV1TIi/r97rxTpVLVlJfPeO657QsX+g7LWrNmyRdfhMXHXz1pUlK3brJHXv7/3z/+sXHmzIWffDL8sceEO0ygBFyueuqp1JEjtUajcJcP+eSOO/Zv2rR/8+Zm7mDExlmz5OX/mKSk6//1L6VsSfrixT889dRJpzrnX/8q2r+/x/jxA++7TwmCZKxcOe2ZZ375979TLr88JDbWO3LBBx/IMX0mTtQaDE6nc9qzz26aPXvRZ5+N/fvf67/Ly77+Wq3RPDB1amSzZsr+zn377RXffbfo00+v+8c/jjfJvB07qsvKwhISjg4J1XFg586xkye3v/JKjV5/aM+ez++9tyw/f8tvv3UdO1Y+K9sz//lP+dRVTz6ZOmqUcMdQ5KH+44MPZkyaJGdlCg1VtrNn3brYFi3+PGVKbMuWygH/6JZbVk+d2mvCBOXw1ufc7Vy6NHf7dvlGYyZNUja7b+PG7x59dO306T2vv15uXx52lRA7Fi5s3L59/7vuOuYeNe3cOSAsbO+6dTazWR552ZO5Zo08/hqdbs/69Q67XQk57VyyRN63uvxyee90v1DudYuePYc+8oi5qkrrzq/Me/99OZ/ELl3GvvCCcmbzd+2a+uSTW+fOjW/duu9tt3nfdM20ae0GDbr944+VsI58+POLL8575x15YJW3+/WNNw5mZbXp12/M888bQ0LkfJZ+8cVvb755glMT16qVvK2aOlUeqMtvuUUfECBOkfyE95ww4bKbbsrbubNxu3aiHmeqqqRkzfTpMcnJd3/1lc79Z0d+Bn54+mn5qnU//yyPvwAAAACO5eNP38rNy37u6VcEAAAAAACAH07tv/kGgHNi1/LlB7Oykrp163/XXcqaKcbg4KsnTVISKl4LP/5Y3g95+GElJCHJC/9XP/NMSGzsqu+/Lz94UPbUlJenjhrV56abuo0b5315XEpKS/dqL+UFBUqPHC/vhz/+uHddnpTLL69TiOVomatWZaxcmdCmzfDHHvNWOknu0aPvbbdZzebFn3/uO7hxu3b97rhDiVnInbrspptkI3fbtlPa5cLsbPliXW2n3N8r7r1XTrvrNdecYJ5z33nn83vu2TBrljiZ7uPHdxo5UlmGRh6KrldfLRsHdu1Snl3yxRc1ZWW9brhBCbhIaq12wN13txs4sOLQodXTpvluauD99yuxCeE+4K369vXd3/qcu+KcHFe/T7GQpp06Xf3cc2MnTw4MCxP1o9ZoWvTuLU/Hvo0blZ49a9bI+07Dh8vPRu727Urn7uXL5X2rPn28L9QZDNe+9FJMcnKTDh3iW7euKCxc+uWX8qRc+49/eKNLcgevcUeUFn70kb22Mooy5xFPPOGtJNR17NjA8PDi3Fxlv6pKSjbOnCl75GuNISFC+TzccouyrlDDadq5s/ygysnLz7Z3buKEZ6r0wAG5XxqdzlulRr5cft5GP/ts8y5dBAAAAAAAAAAAANCQyLgAuABkrV4t71P69fPtNIWGprjLbHjtd6cWWvTo4dup0eubp6U57Pa89HT5MLJZs9HPPDPkoYe8Aw5mZW3+5ZfSvDzZtlss8r66pGT/5s2msLCk7t19N+VdWeZ48twJicRu3eqsGpPsnpIyAa9mR2YCQqKj5b21puaUdrll794Om+39iRPnvfdexsqV8uXG4OCe119fZ+anzZs4UcS41z+qKS9XHhZkZsr79oMH13lVu0GDhHvZJt/OxCP3NzgqSt7b3Adc1O/cKYdx5ZQp3z700Lqffjq0Z49wl1rpNHJkkHtr9aQcwyx3tEW4D3Wjtm1buFdW2rtunXBXo9m1bJn8qHijHlKj9u1NPkkaZe/klIIiI303ntCmTWyLFlazuWj/fm+n7KkzTInF2Mxmeb9r6VKn05ncs6chKMh3TLuBA0VDSuza9dj9xz9TMcnJ4QkJeTt2vH/jjUu//FL+MXE6HHGtWnUZM0buowAAAAAAAAAAAAAaEmsVAbgAlOXni9pr7b7C4uO97dIDB6zuxMCL7rITR/NmDhx2e8aKFTlbtx7Mytqzbp1SS0MhL9jL+5IDB+R9aExMnS1ENmkiTshVVUUIee1f3o5+9qA7k+FVZ3eUNWsc7gmI+u2ydOWDDxbs3n1g586FH320UH6nG40pffp0Hz/+ePEFxcS33hL141veQ9Jotb6TlAfw6ClJoe4e35CHMTjYEBjoO8azv3a7qPe5i0lOHvbII7+89tqORYvkTbhLy3QaPrzH+PHeqjn10bJ3b5VKpWRcSvLyCjIze/3pT8nuVNDedev63HTTvo0blXo/vq8KDA/3fVi4d6+ojarUIQ9I/u7dhfv3RyclKT1Hn0e1OwWlHMlS5Vy7Q051tiMaUp09Upz4TGl0uqsnTfr+iScOpKcfcAeP5EbaDRokD2Bk06YCAAAAOI47bntAAAAAAAAA+I2MC4ALh3vJHl8Gn2VrlAV99CZTk44dj/lqo/vKvd1i+fzee/euXy/bQVFRTdq1C2vUSL4kffHijbVr9yibOvrt5AV+1VGdR07Q9Wxsy5ZBR0ZDjkmJDpzECXdZComJuefrr7fNny/3qDgnJ3/37q3z5snb5bfcMvjBB4XfTry/Su7B6XQe81nfHTzxztbz3Em9/vSn1v37b5o9++DevUX79h3YtWveu++u+/HHG996KzoxUdSPMTi4eZcue9autVRXZ61aJXvkQ1NoaFyrVnvWr5e7s3vFCtnZyr181eFJHrkLnqDPcfZd1KZYjvnaOpTk0DGc8OCfEm8syZdafYxabif9WCZ27frQTz/JPyy56eklOTm5O3asmjp1/c8/X/P3vyv1ewAAAAAAAAAAAIAGQsYFwAVAWeelzF1exVexT09IbKzOYJDX8m98802NTne8TW2YNWvv+vUJbdrc+sEHvkvDbJ0719tWKmoU5+TUeW1pfr7z+JkGKbxRI3nfftCgfnfeKfxTn11WqLXa9ldeKW/Kw02zZ0979tnFn3+eOmpUVPPmoiFFJyZWFhWVHjgQ4LOIj6Qs/FRndZ4TqOe5U8iD7D28VSUlUx57LGvt2oWffDLuhRdEvbXs3TtrzZrdy5dnrVunUqmap6YKd3pj+bffZm/ZkrF8uSEw8MS1cCKbNZP3ZQUFRz9Voux+vZdPinBXQDl6U0p9l1OihGns7uyRL3maxJkj/+B0Hz9eaTtstjn//vfKKVNmv/oqGRcAAKnL8fQAABAASURBVAAAAAAAAAA0KLUAgPNeM3cEwTeGIlmqq3cuXuzb02bgQJvZnL5kiW+n0+H44MYb3xgzZv/mzfLhHncFl45Dh/oGXMwVFXvWrZMNhzvCEhgREdeqleyss/06EzhayuWXy/v0RYvqRGG2/PrrKwMH/jh5sqi3+uxy0f79b40d+9ldd/mO6Th8ePMuXcSxMjpnnJLp2fzrr3X6t/z2m7xvfsKMSB31OXe/vfHGPwcP3ukzJiAsrO8dd8hGaW6up6t+tU9aumu0ZK1evWfNmsbt25tCQ+XDZmlprt2ZMydn27aUvn1PXNEkonFjeZ+xalWd+MiBnTsLMjICw8PlR0jUT1K3bobAwMxVq+RHzrd/+/z5J3/xkfur1evlfcWhQ+bKSm+ntbpaOYD+k2f29auumvv2294etVY79K9/lY3ygwetNTUCAAAAOJZZc2Z88dUHAgAAAAAAwD9kXABcAFL69g1PSJDX6X957TWHzSZ7LFVVMyZNqhMvuGziRHn/2+uvF+3fr/Q47PY5//53zrZtarW6cbt2sifEXaMlPzPT+yq71TrtmWeUTXkv0ncZM0bez371VflapWfXsmWLPvvsxPOMTkpqN3hw9tat899/3xtzKcjImPXqq5XFxUmnkvmozy5HNGmiUquz1qzZOHOmtzNn69bc7dtlI6rea/ectq5jx6pUqhXffbdm2jSlR0513nvvbfvjD2NISMchQ+q/qfqcu/jWrSsKCxd8+GF1aan37TbOni0bUUlJSo/OYJD3xd7Iy3HEtmghj96W334ryctToi1SojsbtGbGDHHUQkVHi2jcuHW/fjVlZVOffLKstuDKgfR0+VCe+h7XXVevtajcDIGBXa65Rp7Z6c8+KzeodMqjqiyedeLlovRGo7wvys5WHmp0uqjmzeWhm//ee8qHufTAAfnx9m7WT407dJAbXD19ev6uXd7OdT/9JO/l++rckwEAAACOlpeXvXdfpgAAAAAAAPAPaxUBuADIa+ejnn32v488suzrr+UF9Zjk5Lzt29VabcvevXctW+YdFpeS0mP8+JVTprw7YUKTDh2Ee/2Xg1lZxpCQ6199VaV2pfq6jRu3dsaM9T/9ZKmqik1Kys/I2LN2bVVJSZOOHfdv2lRZXKxsSg7LWL58x6JFH9x4Y3zr1pbq6sK9e9sNHLh13rwTT7X/nXfuXbdu4UcfpS9aFOhewWfPunV2q1VusOPw4aLe6rnLV//tb5/cfvu0555bNXWqPiDA6XTK3XHY7Vfcc094QoJoYPIgD3/88Tn/+tfPL7449513opo3L8jIqCkvNwQGjvv73wPCw+u/qfqcuw5DhmybN2/r3Llvjh0b17KlcK/mc2jPnrD4+P7uai6idt2frb///u7evUk9eiglRo6pVZ8+K777TjaaukvmSKbQ0EZt2+Zs26ZSqZSSPCc26pln5AQyV69+beTI+JQU+SGRE5b9Lfv0ufzWW8WpuPzmm7M3bdq+cOGuoUPjW7Uqys6uLCqKTkyUG9SaTCd4YWTTpnKw/AyExsbe8v77QVFRgx544Psnnlj+7bdrf/xRPpu3Y0doXFyvG26QPcJv8lAPffjh2a+++t6f/tQ8LU0eKHNlZfaWLfKTOeKJJwQAAAAAAAAAAADQkKjjAuDCkNyjx33ffScv1QdHRRXu29eqb195Rb9Jx451hskL7de+/HJcq1YHs7L2bdig1mh6jB//5+++i66t8yEv0t/91Vcdhg7N3bZt/gcf7Fq6tFnnznd+8YW8ci+fzVy1ShkmXzjh9dfH/v3v8n2Lc3MDQkIG/fnP173yyknnGduixZ+nTOk4bJjdYtm/aVNBZmbztDT5wpFPPilOUX12uXH79vLtOo0cWVNRIfe3qrRUtv/0xhv9j1zAqOHIw3vbxx8nde+uN5nytm+Patq03x133D91aqt6ZETqOOm5k8a9+OLI//u/yKZN83fvzktPl2dz4H333fvNN6FxccqAZqmpvSdO1Oh0B3bu9CaWjqllnz7CXSXFt76OUtMlsVs336WsjicoMvLOzz7rc9NNcoaH9u0zV1W1HTDg+n//e+Jbb2ncawbVX2BExK0ffDDw3nubtG8vdy0gNLTfnXcOuOce+ZQpOPgELxzy179GJyaaKytLDhyoKCyUPXIOcladRowwBgc7HY5u1157x6efRjZpIs6QnhMmyA9YcvfuxdnZ+zdv1mi1vW+88f7vv5cfVwEAAAAcR1pqj76XDxIAAAAAAAD+UXlX0/CSPQ43m81msVh+WDPtzYXvyKuAC59fKACgltPNYbfbbXab1Va6ZHHBC5Nkf49PpugjogSA+rHV1BTl5IQ3alRnrZ9Fn3469+23r3rqqW7jxolLVc5PUzM/f18YDMFvfWI0GfVGvc6g1xv0Gp1Wq9Wo1GqVmzjXPpv/2WcLPgszhr47+i1jLb1er9O5Jqo+xXkqP5vJn8Rc36/uH8ZmT6tZvkBERGoeez5a4Lzn+ftR/g0pz5/dmrmr+IUntyhPJSamng+fWOBiFRSirihziEtARUVxQYGrelx4lObRSY0NeqPBaJJ/R+q08q8evVqtUZ83f0UCwNm3eH7l7OnlGq3jjkeKTCaT/Mnc4HZ6P5wDAAAAAM43rFUEAMC5pNJo3rnuOmNo6H3ffustSFOSm7v82291BkPKqVfEAQD477lXo6PjNLLx0X+KN601Cz+89HZMcKirfOZrkwuzdlkFGkBsvGbC7WErl1QtX1AtAAAAAAAAAFy8yLgAAHAuaXS6btdeu+r779++9tpG7dqpVCqnw5G9ZYvdZhszaVJIbKwAAADH129wwKjxwXqDauUSAeC8lZeXY7aYmzdLEgAAAAAAAH4g4wIAwDk24vHHG7dtu23+/IN79pTl50c0bZo6alS3ceNikpMFAAA4oW59THoDS04A57tZc6bn5mU/9/QrAgAAAAAAwA9kXAAAOMdUanXnUaPkTQAALjpP3V8gAAAAAAAAAABnAhkXAAAAACeX1tN465/DZGPVkur8PNvlAwMDg9VlJfY3XyoqOmSPjdf0HRzYorU+PFKj1akO5dsO5ts3rqmRg+VLrvlT8IChgbLx28+V/5tarmzwjgfDOnUzysbqZTVfvleidF53S8jlAwNkY97syh//W368ycQmaPsPCWiWpI9rpK2qcOTl2H7/X8XObZY6w7r1MaX1MDZuppNTzcu27suy/v6/SjnbOsM6dzP26mdqnqwvLbFv22Se+cOx31etFnIv2nYyNGmuq6p0ZO+xLl1QvX2TWZzQS2/HBIeqZeO1yYVZu6yyce9j4W07GmTjPy8UKdtsmqgTKpG+xfzb/yrzc20n3qBKJfoODmjX2ZjQRGsyqeTubFkvX1hRXeX0HRYVo7l8UECrtobYeG1lpSNvv3XD6pplC6p9x7zwZkxouNpqEQ/ffkBOQx6HRk218uRu22j+7ecKjUY1aGRgm46G+Ea63Gyr7Jw9vUJ5YXxj7VMvR8mGPOYfvFY8cmxQSntDRLRmX6Z19dLqFYuqo2M1g0cGJbfWh4Sq5WFf+kfVuhU1vm8dFKwefJXrAxOXoD1UYN+baZXvKBveAUNGB40cFyQbc2ZUyJePHBec1EofHKLO2mVZNLdq6wbXYW+WpHv0+UjvS264PVTeZv5Q8etPrnkmtdQNvipITjUkTGOzOuWBku+yeG5l9t6THGEAAAAAAAAA5y0yLgAAAABOQdNEXffLTErb6RBKwOXBpyJDwtTeMfGNtfLWsYshJFQ9d1bl5nVmJePSqp1eTPWMSW6tVxqJLXTeF7Zqa1Aam9bUHG8Cw8YEDR0dpNZ4HoaGq0PD9a3bR0z5rGzJ/CqlU60WN98XltbD6DtteevayzT9m7LlCw9HPf50Z2jPvp7dCQhyTbtlG/3Ra99ERmv+/EREdKznXU0BGtnTsatx/pwTZXFOrE1H/RVDg3SewyDkUU3rYfrmo5I1y4+773IC9z4aER2n8fbENdLKW/s0w78nFdZUe2IuKe30t94fHhjk2YswvTos3NCmo6Frb9MX75WUFjt8t6lSifseC2/T0XPklQPVpLkuMkYTl+D5hbFZkk7edHrVT98dsbPy/D7xQlRM7XxatdXLW/MWui49TUaTytvZorXeZi3etNaTB2rX2XDzvWGmAM+AhCZaeUvtYZzyWemaZXX3PTxS88jfIuW98rBtJ4O8Lfi1atrXZeL45MG88a5QVe1p1OlUjZpq5S21u/GdV4r2ZloFgLPrjtseEAAAAAAAAH5TCwAAAACot7hGrtxDeZnDahHbN7tSC4OvClICLqXFjpWLq1cvqzlQW4yk9wBXUZZd2y1yvHDnJwICXbmDxs21QcGeX0aiYjSh7peHR2pi411RhpJiR+auY6cQmjTXegMuBQfsKxZVy3vlqbETQ7yZjNHXB3sDLhnp1mV/VOfnuYYZTaoJt4cmtvSkauQYb8DlUL592YLqPbutcpKh4XV/URp1XbAScKmpdm5YXbN1g1nuvkolBg53VXYRp2XIqKDiItcubFrr2pqk1YlutfmhYxo1PlgJuNjtYst6s+uF7uMkd/y6m0OUMfIw3vLnMCXgUlHuWLWkevN6s819Qlq20V9/a2idbco3bdPRkLnTKndfOUrCHUOR25RHQ07PW/mm/5WBOt0Rr5UfhogojZyJHCbfS+nsMyBAr1fJQyQ/CUp1GbVaDBoR5H27cRNDlIBL4UHX7su3djqF0agaf0tocEjdIy9PkE6nWr+qRo4sK/G8RY/LXUeprNT+xy+V3siOfEf5cE+G61AOGxMkz448OL/9XPnleyXff1GmlPmR7yuPoQAAAAAAAABwYaKOCwAAAIBTs2pJ9X8/LdVqVEZ3UmHLenNVhSO+ie6Hr8qUpXZCw9QvvBUjG2ERnvIb2zeZu19mUqtF+1SjfHnr9kfkQmTn0j+qOnf3pFK2bzzuAkDDxgQrAZetG8wfvFbsdBcuuf3BsM7djE6Ha0Gl2dMrQsPV/YcEKuPlwzkzXCvXaDTiroddiwSpVOK6m0JfefaQ7LximGeY3NqHrxc73GGJkeOChowO8n3TuEZauWXZqKp0vvTkQSVU0aip9vHJUXIyI8YGbdt4khWLjqnwoP0fTx1UQiqDRgSOvt6VvYiKOe7vaE2aazu7V3eSe/3mi4VKDKhxc+1jz0fJA5vUSh8QpKqqcA4dHaTkh+T233ixqLjQlVBJaae/59EIrVYeakNqd+P6VUeUS5Fn591Xi2XDaFS98kGs2p0zSd9iefuVIuEqb6N6+R1Xp1YnouO0ufuPWOvnlxkVv/7sOsIduxjufChc6ZQ9ysJGXXoZb7nPtcRVRJTnk9BnQEBUjKu9N8P6r0mFSme/wQHjbgoxmlTyyMtPke/25UmR08jZZ1OOwON/d62RZApQhUWoiwsd078pT2qpVzJJG9fWLK9djEl5O3ONY9O6GvlGsr16SfUVwwOz91op4gKVz4NsAAAQAElEQVQAAAAAAABcuMi4AAAAADg1/5tabrMKm9VZU+PKmGxYXSNvylNxCdqOXQ3NkjwL8Oh0rmCEHLxlg1lZ4SilnX7VkurkVq4BFWUOvUElb0mtdEv/ECltPa/avO64i/UkNPH8CrN4XpXTszKPmP5N+axpFQdyPNmLrr1MSkpD9igBF+EufPLfT0qffz1GPtW4uTYsQl1S5PAGL+bPqXTULuCz4NeqOhmX5sme6iW5+63eqiE5+2yHDtpj4jSuui9h6tIShzhFO7Z4qrC4t+yZvMmkOt745sme45O12+qtc5O9x/b65MIDuTbvQkUd0jz5odnTK5SAi5S+1bJ6SXWv/iZlQJ2Mi3cVIXlCK8sdwaGuw7ep9ixUVTirq5xKYRjjUdNbu8ITK/GWe3F1Lvd0HirwdBqMnhc2bqbzTsk7fuPamnE3uerQtO5QtyiOPIlKwEXav8fmsAsl5BQU7DqD4jgO5ruW0JJjHp0UKU9NZrolc5dl45oa76YAnGUff/pWbl72c0+/IgAAAAAAAPxAxgUAAADAKaiuch6dLUhO0Q8ZFdg0Sa8kIXw53WNdi/tYXZEXpYJLi9auuEbWbqvBqGrVVp/UUq/RiGR3p9z+lg3HLosix4RHelIphQcPJyq8SQ6FspqSlJt9RKBBTluOjIx2bSGxpX7Lupqg2pVxCg4cHllR7igtdvguVxQT59mgnPZbX8WJo4RFaE4j41Lm85Kaak9bdfzlZJXFkoRrTagj9ndPxuHCJMEhaiWhIlyFUiy+w/bvsfYSroxLfCNdnS37xlNsNk9WxvcI26yy03VmVaojzq/DfjjFYrV4Xuh0Cu+aRxZzbRBJVXcvrhwVKG91ZnL056e89IgDazY7lXWONJrjhoGk6V+X3f5gmN7gGhMapk7tYUx1r121Y4vly/dKlJWzAAAAAAAAAFxw1AIAAAAA6q2qsm4+4LKBAX95OqJNR0Oge62c7ZvMM6dWeIus2N1pB4vZuXOrK7kSEqbu2deklAPJSLfIm2xExWrSepqM7lIfO7aYva89AaPxuBEHb9jiBFQq4TtIpz9RYEJ1sl+b5E6JU2e1Hp6C3V6PF9TOUX/82XqzMu7xxx529O54cy1HTK8eh/GY07adcC0glepEhzowSF3n+Tpzs9vr8eEQYtsm88tPH1r2R7W37o6idXv93Q+Hn3AKAAAAAAAAAM5f1HEBAAAAcArqxBqMRtXo8cFKaOCbj0pXLHItUqPRiJHXupb78U2rbN1gbtfZVcTlylGelYDSt5oNRvWwMa72sDGezi3rzSd4a28hluhYjbd+Scs2+gFDA/PzbLJn4+oabwGShMZH/L4TFqH2Lk60L9Nqs4rSEkeYu15LfCPtwQOeVwX5lEJRFNVucMcWyzuvFIkzpV5pjcMKamcYXrsXiutvC1GrVAUHbOtW1hQdspeXehYbapaky889XJ+mSXNP+Za87HO5Xo+76I5rJrOnV3hXkjqBkwaejvf8oXz7fz8tFe6PivzgtU81prRzFQpqlqyTH5id2ywCwFk0Ytg1ZotZAAAAAAAA+Ic6LgAAAABOQZ26GrGNtEpRFnONc83yaqWzYxfj0S9cv7rG4a6poaxWU1HuyN5ry9xpqal2ejvtdrF5XY04Pm9+pWe/AG81jn5XBnRIMwwaEdgh1ZWh2bTWs4W4RlpvdEajERNuD1VesnuHRVlhx7tGT4/LA7xvMWBIoPrI35O2bjQryZ4mzXXhkZ7nmjTXvvph7GOTI2++L0yrE2dBQZ4nm5LQWKvENaSmibpe/QJ69TdddV2wEgdJr01vDL8myJvpkeO7X25S2ssXVolzZ9smz0XuNh0M3s6BwwNfejvmr89Ges9X/TlqQ1fe1YtattHf80j4M69EPfH3KHkqD+bbF/xa9fY/inL2eQ6gd40qAGdNfHyj5s2SBAAAAAAAgH+o4wIAAADg9HlDJwaj6s+PRyxbUB0QqBoxNljpVKmEVudZvKaizLEvy9o82ZMHUVYpcjpF1i5Lm46euMPuHZbqqhMV7lg8t6pVW1e8Q94/+89oOb5pkq5RU9fvNQ6H61nZOJhv37Le3N6ddxl+TVBKO31+rj25tT423hOjmfplmbK1lYuqklqGClcox3Dr/WGlxXajybWUUp03LTpk37SmJrWHMTBI9ddno5bOr7LZnP2HBhpNqqaJOvnsiVfnOVPkzsoDKN9Rtu99LGLHZrPF7GzbyaAkcuQuu0ukyINQmdbdqNaIyGjNY5Mjt200mwLVbToYNO64y7oVNee2hMmaZdUjxwWFR2oSW+oe+VvkysXVMXGaywYG6vQiOFS9flX1qW6wusqzGtEVwwLjGmmz91i3bzK3amfQuT9oD/8tcuPqmspKR9sOhoQmrs+J/Mgpnz0AAAAAAAAAFxz+8zUAAAAAp6+izLF8oSeX0KK1/qZ7QsdNDDEFqKy1sY+4hMPB+u2bDi9UkZFurdMQ7oop4oQ2rK6ZO7NSaUfHaXr1NykBF2nOjIq9mZ5NffNxqbednKLvPcCkBFxqqp1TPivN3e+p57FsQfXa5Z6iL2k9jAOGBvbqZ8rLtm3bVHca339ZlrnTtcHwSPXIa4OunhCsLHJUXGj3JmYamsMhvvqgtKTIFenQaES7zobUHkaD0VW8pKTY8d9PSpVhcp4/fF2mHP+gYHX3y0wdUg1a90FK32qZ9s1Zmu3xyL345M0SOWHZbt5CN/7WkAHDXAEXZXoLfzvlGjP7sjwnOjpW029wQFIrfWmJ45uPSpQj0CxJN2p88ITbQjt1MypVfGZNqygtdggAZ9e69asWLPpdAAAAAAAA+Ic6LgAAAAD88t9PSg/m27r3McXEaVVqsX+PddWS6rAIzaARgfLZTl2N2XsrlJHrV9V4F6PZscWTI9mx1TzyWlen0ynWrzx5GY+fppRn7bYMGe2qBRIQqK4oc+Tn2ZbMq5Ib946Rnf/6W2HXXsbO3Y1NE3VBIZq8bOveDOvvMyuVYiden79bUnAgqGtvk5xwYYFt1w7Lz9+VT7gjtM6byg2+8WLh0KuDklP08Y20waGugMvmdeafvisrKzl7gYkDObaXnzo47qbQxBa6kFC1wylKiuzpWyxzZ1VUlB+exuK5Vds2mi+7IiClvSEmTlNd7czbb12/umb5glOuktIQ9mZaX33u0PBrgho11cUluNa6slrF8gVV//u+3Ok85a3NnVWZ0FjbLtXosDvzsm05+1zZlrXLa/ZmHrzyqqCkVvrQMLVGqyorsbs+J3OrNq83CwBn3br1K3Pzsvv3HSwAAAAAAAD8oHIe9X8iyh6Hm81ms1gsP6yZ9ubCd1Qq1cLnFwoAqOV0c9jtdpvdZrWVLllc8MIk2d/jkyn6iCgBAH7L+Wlq5ufvC4Mh+K1PjCaj3qjXGfR6g16j02q1GpVarXIT59pn8z/7bMFnYcbQd0e/Zayl1+t1OtdE1ac4T+VnM/mTmOv71f3D2Oxp8rK0iIjUPPZ8tMB5z/P3o/wbUp4/uzVzV/ELT25RnkpMTD0fPrEALnQVFcUFBVmyER6leXRSY4PeaDCa5N+ROq38q0evVmvU581fkYDXx5++lZuX/dzTrwiggS2eXzl7erlG67jjkSKTySR/Mje4nd4P5wAAAACA8w11XAAAAAAAANCA4uMb65RlyQAAAAAAAPxAxgUAAAAAAAANaMSwMQIAAAAAAMBvZFwAAAAAAAAAAAAAAABwviPjAgAAAAAAAAAAAAAAgPOdWgAAAAAAAAAN5uNP35r84hMCAAAAAADAP9RxAQAAAAAAAAAAAAAAwPmOjAsAAAAAAAAAAAAAAADOd2RcAADA+U6lUtVpAAAA4AJyx20PCAAAAAAAAL+RcQHgL6cAgAbnrP2y4TsHAAAAAAAAAADg0kTGBcAZ4KqsUFtbYdfb/1Lr9QIA/FadlyPc3zAK4S7iopRycQpBRRcAAAAAAAAAAIBLChkXAP6S15udPguIFK1fLQDgzHE6nWq1Si3/UZIurFgEAABwoZk1Z8ahQwU3T7xbAAAAAAAA+IGMCwD/1NZX0IaFG1O7OB1Oh8Mhr0jb7Xan01VlQV6cFgBwirzFWlzJFoNRrdG4Qi5qV8ko8i0AAAAXnLy87Ny8bAEAAAAAAOAfMi4AzgB5ydnYuk3s3/5utVjlzSZvVpvD7nAnXZzyMjVJFwD1pyx/Ju/VGo1Wq9HotBp5r3HXcqmt5kIpFwAAAAAAAAAAgEsNGRcAflEuNKsV8hq01ulwOF2JFpXKYXdoHBqnmwCAU+GOuahcwRb5P638btG4vmHkQ7Va1OZbiLkAAABcKNJSe7Ro0VoAAAAAAAD4h4wLgNMnLzA7nU7lUrS8Dq12qDVOjbtfyEvRriIuDle6hYwLgFPlKdXiLt3izrhotTqt2lXKReUt5SIAAABwgUhL7S4AAAAAAAD8RsYFwGnyBlzkP67KCk6nvAgtaiu7OBxOrcOFfAuA06B8k7hjLmpX9RaNp5SLe7ki1xPeYQIAAAAAAAAAAACXBjIuAPzlvggtnE61q4SL0LgXLVI77A5nLS5BAzhVztpSLq5Ii7t2i1rjWROttsYLXy0AAAAXjLy8HLPF3LxZkgAAAAAAAPADGRcAflEuM8ur0RqN2uGuuuB0OFQOles6tJOFigCcPtXhWi6egi5K3oV0CwAAwAVn1pzpuXnZzz39igAAAAAAAPADGRcAp8+7XJFQii6ohUaldsqr0EdWcCHmAuBUHf5iOazOAxYqAgAAAAAAAAAAuLSQcQFwBnivN7viLK5oi0qQawFwJri+WGobvtEWAi4AAAAAAAAAAACXGjIuAPziqbVQW83FE3OpRQUXAP7wfLEc+VAQcAEAALjQ3HHbAwIAAAAAAMBvZFwAnAHepIs48toz16EBnFl8qwAAAAAAAAAAAFyyyLgAOGO49gwAAAAAAAAAAAAAaCBqAQAAAAAAADSYjz99a/KLTwgAAAAAAAD/UMcFAAAAAAAAAAAAAAAA5zsyLgAAAEDDcB6xkF9VVakQrOsHwF9mS5W3rXKT3zaClUMBAAAAAABwCSDjAgAAADQUp9PpbefnZwoAOHNUtQQBF5z3Rgy7xmwxCwAAAAAAAP+QcQEAAADONKfn2rNarRYA0GBc0Rb3V42KMlE4v8XHNxIAAAAAAAB+I+MCAAAANBSNRh0appWXnp215AVppbiLb4kXwMXhEMqnQq0W1OTAsfgWa5HtwCC1Wq1Rq9RK0kXU1nQBAAAAAAAALlZkXAAAAIAzT6niktAk4B9vd7baLFarRd7bbFa73Wa32x1Oh4qYC45UvS/DUVUpG/rYBF14pACOomRZ5D8aF61Wq9OoXS2VO+bCokU4n61bv6qsvLR/38ECAAAAAADAD2RcAAAAgDOp9kqz615ee3Y4NBqn1uFwOIXT/aza1edwCDIuOJK5uspRXiobmqhYnc4ggKOoDlNrNVol5qJ2x1xc1VyEShBzji5cnAAAEABJREFUwflq3fqVuXnZZFwAAAAAAICfyLgAAAAAZ55TCHnJ2alSuy8/e1Ypkj12jd3hXpJGibwAXlXVVaoyV8ZFa3cYDEYBHIsrxqJ2cwXm3KVcNFr5PaN0qliuCAAAAAAAABc1Mi4AAADAGSOvLitxFpXTvaSIvPKs1ihPuS9Aa7ROh7emC3Vc4EtdWSlKioQr42LT68m44Bg8qxEJlTvOolZWLHIF6dSuOi6uTqHyHQmcP+LjG+t0egEAAAAAAOAfMi4AAADAmee6wCwvOTudQqtV2d2hF4emdpUip5JuIeMCX+rqSlVpiXBlXOwGMi44FtXhpYiUSItaCdK50i6uOJ2KOi44b40YNkYAAAAAAAD4jYwLAAAAcIZ5rjE7XVehNU6VsraI012+xVXEhWgLjkVdXa0qL5MNrcNBHRecgPINo1RtcVd0UeIuh4u4AAAAAAAAABcrMi4AAADAmeRdrki21ULtFE6NRqVyqJwqtezXaCjfgmNTW8yqqgrZ0DicrOiBE3N9wzjdMRd3iM71j08RF0q54DyUl5djtpibN0sSAAAAAAAAfiDjAgAAADQI78Vmp9OpVFhwZV9YogjHobJYRE21bKgdDq2G39RwIq4vltqkS51oCwEXnJ9mzZmem5f93NOvCAAAAAAAAD/w/5wCAAAAZ5hyjdlbzeVwj3C62wI4Wqvn3xNAvamVrxLl7sivGgAAAAAAAOBiRcYFAAAAaBDHS7oAwBnH1wsAAAAAAAAuBWRcAAAAgAZ0zAvPLFcEwB8kWnDBueO2BwQAAAAAAIDfyLgAAAAAZxvXpwEAAAAAAAAAOFVkXAAAAAAAAAAAAAAAAHC+UwsAAAAAAACgwcyaM+OLrz4QAAAAAAAA/qGOCwAAAACce/vff7kqM102Yq66IfzyKwUAXETy8rJz87IFAAAAAACAf8i4AAAAAMC5V5WxvWLLOtkI632FAAAAAAAAAAAchYwLAAAAAAAAGlBaao8WLVoLAAAAAAAA/5BxAQAAAAAAQANKS+0uAAAAAAAA/EbGBQAAAAAAAAAAAAAAAOc7tQAAAAAAAAAaTF5ezp69mQIAAAAAAMA/ZFwAAAAAAADQgGbNmf7l1x8IAAAAAAAA/7BWEQAAAAAAAAAAAAAAAM53ZFwAAAAAAADQgOLjG+t0egEAAAAAAOAfMi4AAAAAcO4FJLcRKtdisvrIOAEAF5cRw8YIAAAAAAAAv5FxAQAAAIBzr8k9TwoAAAAAAAAAwPGRcQEAAAAAAAAAAAAAAMD5Ti0AAAAAAACABvPxp29NfvEJAQAAAAAA4B/quAAAAAAAAAAAAAAAAOB8R8YFAAAAAAAAAAAAAAAA5zsyLgAAAAAAAGhAI4ZdY7aYBQAAAAAAgH/IuAAAAADAubf//ZerMtNlI+aqG8Ivv1IAwEUkPr6RAAAAAAAA8BsZFwAAAAA496oytldsWScbYb2vEAAAAAAAAACAo6gFAAAAAAAA0GDWrV+1YNHvAgAAAAAAwD9kXAAAAAAAANCA1q1fuWjxXAEAAAAAAOAf1ioCAAAAAAAAAAAAAADA+e7kGReVSiUAAABwKvgJCgAAwCs+vrFOpxcAAAAAAAD+OUnGhcszAAAA9aSq5X0oAAAAIMSIYWMEAAAAAACA346dcTn6kozT6Rz+4nABAACAI5ltZqWh8iEAAAAAAAAAAABwRp2ojkudizQV5goBAACA41C7EXMBAACoIy8vx2wxN2+WJAAAAAAAAPxw3IyL9/JMu4R2d/S6zW6329wcDodsO2vJAfJeAAAAXEp8FySStFptgCFAo9EQcwFw2gKS2wiVWjb0kXECAC4us+ZMz83Lfu7pVwQAAAAAAIAftCd+Wl6baRXbsnl4M4ub1c1utzvchHsNIwEAAHDpUSIsarVa46bT6bRarW/MRdQmYAQA1EOTe54UAAAAAAAAAIDjO0kdF+UijbxaI6/ZKFVb5EMl46LUcREAAACXKu/PS1o335gL6RYAAAAAAAAAAIAz69gZF2UFIuXajLxO482yKHkX37WKBAAAwKXKNxOspFvqZFy81VwEAADAJeyO2x4QAAAAAAAAfjt5HRen0ykv1Sg9djeliItgoSIAAHBp8wZZvCsWKXyXKwIAAAAAAAAAAMAZcYyMi1LERWnIyzPeTuXijXeVIgIuAAAAvjEX5Yclb8CF5YoAAAAAAAAAAADOoBPVcVEaSsxF3ivpFnkvaiu4EHMBAACXLO8PSyof3oALdVwAAAC8Zs2ZcehQwc0T7xYAAAAAAAB+OHbGRSnlolyY8Q271KngQsYFAABcsnwzLuLIpItvuoWkC4B62v/+y1WZ6bIRc9UN4ZdfKQDgIpKXl52bly0AAAAAAAD8oz3x08pVGaWUS531iQi4AACAS9zRWZY6EWECLgDqrypje8WWdbIR1vsKAQAAAAAAAAA4yknWKlKCLN6rNeRaAAAAToB0CwAAwNHSUnu0aNFaAAAAAAAA+KdedVwU3tWLAAAAcDz8vAQAAFBHWmp3AQAAAAAA4Ddt/YdywQYAAAAAAAAAAAAAAADnhFoAAAAAAAAADWbd+lULFv0uAAAAAAAA/EPGBQAAAAAAAA1o3fqVixbPFQAAAAAAAP45hbWKAAAAAAAAAAAAAAAAgHOCjAsAAAAAAAAaUHx8Y51OLwAAAAAAAPxDxgUAAAAAzr2A5DZC5VpMVh8ZJwDg4jJi2BgBAAAAAADgNzIuAAAAAHDuNbnnSQEAAAAAAAAAOD4yLgAAAAAAAAAAAAAAADjfqQUAAAAAAADQYD7+9K3JLz4hAAAAAAAA/EMdFwAAAAAAAAAAAAAAAJzvyLgAAAAAAAAAAAAAAADgfEfGBQAAAAAAAA1oxLBrzBazAAAAAAAA8A8ZFwAAAAA49/Z/8I+qjB2yEXPVDeGXXykA4CISH99IAAAAAAAA+I2MCwAAAACce1UZOyo2r5GNsF5XCAAAAAAAAADAUdQCAAAAAAAAaDDr1q9asOh3AQAAAAAA4B8yLgAAAABw7qnk/xROpwCAi8u69SsXLZ4rAAAAAAAA/MNaRQAAAABwHlCRcQEAAAAAAACAEyHjAgAAAADnAW/ERZBxAXCxSUvt0aJFawEAAAAAAOAfMi4AAAAAcB6gjguAi1daancBAAAAAADgNzIuAAAAAHDuqQQZFwAAAAAAAAA4EbUAAAAAAAAAGkxeXs6evZkCAAAAAADAP9RxAQAAAIBzLyC5tcNukw19dLwAgIvLrDnTc/Oyn3v6FQEAAAAAAOAHMi4AAAAAcO41uuNRAQAAAAAAAAA4PjIuAAAAAAAAAAAAAAAAON+RcQEAAAAAAEADuuO2BwQAAAAAAIDfyLgAAAAAAAAAAAAAAADgfEfGBQAAAAAAAAAAAAAAAOc7tQAAAAAAAAAazKw5M7746gMBAAAAAADgH+q4AAAAAMC5l/v1O+WbVstG5BUjo4aOEwBwEcnLy87NyxYAAAAAAAD+IeMCAAAAAOdezb7Mis1rZCOwdScBAAAAAAAAADgKGRcAAAAAOPdUGo2n4bALALi4pKX2aNGitQAAAAAAAPAPGRcAAAAAOPdUarXScNodAgAuLmmp3QUAAAAAAIDfyLgAAAAAwHlA7anj4nRSxwUAAAAAAAAAjkEtAAAAAADnnLeOi4M6LgAuNuvWr1qw6HcBAAAAAADgHzIuAAAAAHDuqWrruAg7dVwAXGzWrV+5aPFcAQAAAAAA4B/WKgIAAACAc09FHRcAAAAAAAAAOCEyLgAAAABwHtB46rg4HdRxAXCxiY9vrNPpBQAAAAAAgH/IuAAAAADAuWdsnBjUoatsmBo1FwBwcRkxbIwAAAAAAADwGxkXAAAAADj3YkbdIG8CAAAAAAAAAHAcZFwAAAAAAAAAAAAAAABwvlMLAAAAAAAAoMF8/Olbk198QgAAAAAAAPiHOi4AAAAAAAAAAAAAAAA435FxAQAAAAAAAAAAAAAAwPmOjAsAAAAAAAAa0Ihh15gtZgEAAAAAAOAfMi4AAAAAcO4VL/6t4H/fykZAUkqTe54UAHARiY9vJAAAAAAAAPxGxgUAAAAAzj1bSWHF5jWult0mAAAAAAAAAABHIeMCAAAAAGfP7skPlC7/4wQDKrZtWDus/dH9xiZJbd/+QaXXCwC40Kxbv6qsvLR/38ECAAAAAADAD2oBAAAAADhbmt77tMZkEqeu8V2PE3ABcIFat37losVzBQAAAAAAgH/IuAAAAADA2aOPjou/6QFxikK69AntepkAAAAAAAAAgEsYGRcAAAAAOKtir/pTQHKb+o9X6XRN7npCAMAFKy21R9/LBwkAAAAAAAD/kHEBAAAAgLNLo2n20PMqna6ew2OuvsnYNEkAwAUrLbV7/76DBQAAAAAAgH/IuAAAAADA2RbQom3cdXfUZ6Q2NDz++rsEAAAAAAAAAFzyyLgAAAAAwDkQf92dxkbNTjqs0e2PaAICBQBcyPLycvbszRQAAAAAAAD+IeMCAAAAAOeASq9v9uCkE48JbNU+avDVAgAucLPmTP/y6w8EAAAAAACAf8i4AAAAAMC5EdSxW+Sg0cd9Wq1uct/TAgAAAAAAAADgRsYFAAAAAM6Zxnc+po+KPeZTUUPHBqZ0EAAAAAAAAAAAN60AAAAAAJwj2pCwJvc9lTH5L3X6NQEBjSY+IADgonDHbXyhAQAAAACAM4A6LgAAAABwLoX1Ghjaa0CdzviJ92vDIgQAAAAAAAAAoBYZFwAAAAA4x5re+7TGZPI+NDZJir3qTwIAAAAAAAAA4IOMCwAAAACcY/rouPibDi/k0fiux4VGIwDgYjFrzowvvvpAAAAAAAAA+IeMCwAAAACce5GXDdUEBMmGJjg0qG2qAICLSF5e9t59mQIAAAAAAMA/ZFwAAAAA4NxzCqe9slw4nfayEqelRgAAAAAAAAAAjqQVAAAAABqe0+kUwPGpA4LjbrzPVlqkDY0QOgMfGNSHSqUSwIVgxLBrzBazAAAAAAAA8A8ZFwAAAKChHDOmQHYBx6QyGuNvuNf7kM8JTsAbbfF+Tgi74DwXH99IAAAAAAAA+I2MCwAAANAgvNeelUadhwBw2ryJFqUh75UvFpIuAAAAAAAAuLiRcQEAAADOMN84i0Ko3J1Hhl0A4PR4siyuf7lu8ltF5aY0BHD+Wbd+VVl5af++gwUAAAAAAIAfyLgAAAAAZ5Jv1RaHw1GVO9NWvsPVdjq8A7xFFwDglPgGWUzxI3XBKUrQReVUqdVqYi44b61bvzI3L5uMCwAAAAAA8BMZFwAAAOAM8wZc7NV5JRsedDosAgDONEvhorBuP7izLfIftcMhiLkAAAAAAADg4qYWAAAAAM4Qb3UWh8PhdDpKtv+dgAuABmIt3lCdN8tutzkcdkl+57i/eVgTDeej+PjGzZomCQAAAAAAAP9QxwUAAAA4M7yXlpWAS03h6prcn5WnDKEtNIZQAQBngrksyztWu1oAABAASURBVF5TJBuVO1/WRA1yqB1ajeu3e41GeKu5COB8MmLYGAEAAAAAAOA3Mi4AAADAGeN0k/92OBxl255VOjWG8OTBX6q0AQIAzoSqgjVZ8++QDaf5QHXWe4Zmdwv3r/cqlUqtUXmLuJB0AQAAAAAAwEWGtYoAAACAM+DwKkXu5UIqs3+wlW1TeuI6P0TABcAZFBDTNTihn9K27PvYVp1vt9vsDru8OWuXKwIAAAAAAAAuPmRcAAAAgDPD6V6lSP7Lbimv3PlPpdMYnhKWOFoAwBkVl/aIULkrszpqzFlv2GxWu93mcNgdTtdaac5aAjg/fPzpW5NffEIAAAAAAAD4h4wLAAAA4C/lQrL7erIr5lKR9b7DXKA8ldD1GQEAZ5o+qGlkq+uVtr3gZ0vpZlfGxe4u5iI5HcpTxFwAAAAAAABwMSHjAgAAAPjlcMDFXcjFVpVbnfWh8lRI0ytNkR0EADSAmPb3qPUhsqFSqWxZ/7DbbTb3ikWugIu7rBQBFwAAAAAAAFxkyLgAAAAA/qpdE8QpLy2Xp7/kdFhkp0qtj+v0kACAhqHWBcV2vN/zoGKbpeBXz3JFdhencHoTeAI410YMu+amG+8WAAAAAAAA/iHjAgAAAJw+78VjZZUiS9Fa84GZSk9Um4m6wAQBAA0mInmsISRJaTv2vWm31dhrS7k43XVcCLjgPBEf36h5syQBAAAAAADgHzIuAAAAgF+8qxTJ68pl255VOjWG8Og2twsAaFAqTULXp5Sm03zAlvuVzeYq5eL6SnI6vN9PJF0AAAAAAABwcSDjAgAAAJwm72VjV8EEh6MmZ7q9fLvSE9f5ryptgACABhYQ0zU4oZ/Stmd/aq8pcJVysdncX0sOpyDdgvPCrDkzvvjqAwEAAAAAAOAfMi4AAADA6XMXcHHIfzns1RU7/6l0GsNTwhJHCQA4K+LSHhEqravlqLHte9fmXq6ozopFlHLBuZWXl713X6YAAAAAAADwDxkXAAAA4HQoF4zd141dMZfy3e84zAXKUwldnxEAcLbog5pGtrpeadsLfrKV73SVcrHbXEEXh7JokQsxFwAAAAAAAFzoyLgAAAAAp+xwwMVdyMVWlVuz50PlqZCmQ0yRHQQAnEUx7e9R60NkQ6VS2bJecWdcPKVchLvcFAEXnFtpqT36Xj5IAAAAAAAA+IeMCwAAAHA6ahf/cK0FUr7zZafDIjtVan186qMCAM4utS4otuP9ngflG6yH5rrquDjsSikXp3B6k3kCOBfSUrv37ztYAAAAAAAA+IeMCwAAAHBqvBeJne7yCNbSzea8/yk9UW0mak3RAgDOuojksYaQJKXt2Psfu63GVc3FFXKxO911XAi4AAAAAAAA4EJHxgUAAAA4Zd5VihxOR9m2Z5VOjSE8us3tAgDOCZUmoetTStNpPmDN+cpmc5VycX1VOR3e7y2SLjgn8vJy9uzNFAAAAAAAAP4h4wIAAACcAu/lYYcr4eKozvnRVrJR6Ynr/FeVNkAAwDkSENM1OKGf0nbkfm6vKXCtWGS3u7+uXCsWCeAcmTVn+pdffyAAAAAAAAD8Q8YFAAAAODVKARfXOkX26or0l5VOY3hKWOIoAQDnVFzaI0KldbXsVda979jsNpt7xSKH0+FdsYhSLgAAAAAAALhAkXEBAAAA6ku5MOy+PuyKuVRkvOswFyhPJXR9RgDAuaYPahrZ6nql7Tj4s618p91uU6q5uGu5OJSniLkAAAAAAADgQqQVAAAAAOrhcMDFXcjFVpVbneVZdiGk6RBTZAcBAOeBmPb3FGf97LCUqVQqW9Yr2g4fq9UatdquUqvVTrXD4ZD/lk8J4Cy647YHBAAAAAAAgN+o4wIAAADUV+0iH641Pyp2veJ0WGSnSq2PT31UAMD5Qa0Liu14v+dB+QbbwXmuOi4Ou1LKxSmc3sSeAAAAAAAAAC4oZFwAAACAk/NeDHZdHnY4rKWba3J/Unqi2kzUmqIFAJw3IpLHGkKSlLZ93+t2W41rxSJXyMUuv8E8aT0AAAAAAADgQkPGBQAAAKgX7ypFDqejbNuzSqfGEB7d5nYBAOcVlSah61NK02k+YM39xmZzlXJxfYU5Hd7vM5IuOGtmzZnxxVcfCAAAAAAAAP+QcQEAAABOwnsZ2OFKuDiqcn60lWxUeuI6/1WlDRAAcJ4JiOkanNBPaTtyPrVZilwrFtnt7q8x14pFAjiL8vKy9+7LFAAAAAAAAP4h4wIAAACcnFLAxbVOkb26Mv1lpdMYnhKWOEoAwHkpLu0RodK6WvYq2563bHabzb1ikcPp8K5YRCkXAAAAAAAAXEC0AgAAAMDxKReA3deBXTGXioz3HeYC5amErs8IADhf6YOaRra6vjD9a9l2FPxoi79eE9pGLanUKiH/p9KoNML9/aZSqQTQkEYMu8ZsMQsAAAAAAAD/UMcFAAAAOK7DARd3IRdbVW5V1gfKUyFNh5giOwgAOI/FtL9HrQ+RDZVKZct6xW632SV3KRfhLk9FHRecHfHxjZo3SxIAAAAAAAD+IeMCAAAAnEjtYh6utT0qdv1TOGpkp0qtj099VADA+U2tC4rteL/nQfkG26E/7Habw2F32O2ugItwepN8AgAAAAAAADjvkXEBAAAAjs170dfpLndgLd1ck/uj0hPV5iatKVoAwHkvInmsIcRTP8O+9z92W42rmosr5GJ3uuu4EHDBWbBu/aoFi34XAAAAAAAA/iHjAgAAAByXd5Uih9NRtu1ZpVNjCI9uc5sAgAuCSpPQ9Sml6TTn2HL/a7O5Srm4vtqcDu/3HEkXNKh161cuWjxXAAAAAAAA+IeMCwAAAHAM3su9DlfCxVGV86OtZKPSE9f5ryptgACAC0RATNfghH5K257zsc1S5FqxyG53f725ViwSAAAAAAAAwIWAjAsAAABwbEoBF9c6RfbqyvSXlU5jeEpY4igBABeUuLRHhErratmr7HvfsdltNveKRQ6nw7tiEaVc0HDi4xs3a5okAAAAAAAA/KMVAAAAAI6kXOh1X+91xVwqsz50mAuUpxK6PiMA4EKjD2oa2er6wvSvZdueP90Wd50mtI1GrXGo1Coh/6fSqDTC/b2nUqkE/p+9+wCMotjjOD5X0gvplVQCITTpIF0ElCYgqFiwIPYu+LBixY7YFVGxgA0QlaaCSJHeewKBECC993blzd4mR6QZTQLJ5fvx3Dc3N7d3u3e3T5yf/0FdGz50jAAAAAAAAKg16rgAAAAAZ1FZ08BkMpZlFB35SO10D73Cybu9AIBGyK/d3Vp7d9nQaDSGhNeM1Uq5CEvZKuq4AAAAAAAAoIEj4wIAAAD8jfnUoh3KGh4FsS8LU6ns12jtAztNEQDQOGntXP073F95p2BXRcafRqPBZDKajEYl4CLM1hJWAgAAAAAAAGiQyLgAAAAAp1gnd9UiLhV5e0uTF6k9PjE36518BQA0Wl4txjq4R6pt0/G3jYZSo6WUi7yZLXVcCLignnz6+XsvTJ8qAAAAAAAAaoeMCwAAAPA3ZusyRWZT/oFn1E6dg6dvzEQBAI2aRhfU9Um1aS5Lqkj+1mBQSrmoV7y/1bECAAAAAAAAGh4yLgAAAEClU0VchJzvNRUn/2zI3a32BHR8VKN3FgDQyDn7dXUL6q+2TUmfGsqzlRWLjEodF3XFIgEAAAAAAAA0VHoBAAAAoIqlfotJ2RhLimJfVjsdPaM9IkYKALAJAZ0nF6SsF2aDMBYbEz80tHxKq9VptFrlZtKYtRp1mEajEUAdmTTxAQEAAAAAAFBr1HEBAAAAFGoRF8sSHUrMpShhtqksXX0oqOvTAgBshb1rqHer69S2MX2RoeCQWspFuZnURYsUrFgEAAAAAACAhoaMCwAAAFDJrDKZjGUZRUc+VDvdQ69w8m4vAMCG+LW7R2vvLhsaYTYkvGY0GgxGg9FkVAIuleWsCLgAAAAAAACgwSHjAgAAAFSlW9QiLmZTftwrwlQq+zVa+8BOUwQA2Batnat/h/sr7xTsKs9crZRyMVWWcjGrNa0o5YK6s3T5oi+/niUAAAAAAABqh4wLAAAAmjrrJK5axKUib29Z0o9qj0/MzXonXwEANserxVgH90i1bU6caTKWGy2lXOTNbKnjQsAFdSgl5WTi8aMCAAAAAACgdsi4AAAAANY6LialiMuBZ9ROvZOPb8xEAQA2SaML6vqk2jSXJVWkfGcwKKVc1Cvh3+pbAQAAAAAAAA0DGRcAAAA0aaeKuAg5r2sqSV5syN2t9vh3eEijdxYAYKOc/bq6BfVX28YTswzl2cqKRUaljovJUspFAHWkc6ce/foOEgAAAAAAALVDxgUAAABNnaV+i0n521hSGPeq2unoGe0RMVIAgE0L6DxZaPRKy1hsPP6xwWgwWFYsktdEs9lEKRfUlc6dug/oN1gAAAAAAADUDhkXAAAANF3qxK1l/laJuBQlzDaVJqsPBXV9WgCArbN3DfVudZ3aNqYtNBQlqKVclJvJJK+N6kPEXAAAAAAAANAQkHEBAABAk1ZZo8BkMpZlFB35UO1sFnalk3d7AQBNgF+7e7T27rKhEWbj0deM1Uu5sGgR6khKStKxxKMCAAAAAACgdsi4AAAAoIkyn1qEQ5nGzY97VZhKZb9Gax/QcbIAgKZBa+fq3+F+tW3O32rIXqeUcjGdKuViLXklgP9q6fIfv5o7SwAAAAAAANQOGRcAAAA0RdbJWrWIS0X+3rKkhWqPT8zNeidfAQBNhleLsQ7ukWrbmPCmyVhurFbKpTINCAAAAAAAAFxsZFwAAADQRJmtyxSZTfkHnlE79U4+vjETBQA0KRpdUNcn1aa5LKk8+VuDwVLKRY25VK97BQAAAAAAAFw8egEAAAA0MaeKuFhWKSpJWWLI3a32+Hd4SKN3FgDQxDj7dXUL6l+QvEa2jSc/NfiN0Ol8dVqdVqM1a0xmrUYSwH81aeIDAgAAAAAAoNao4wIAAICmyFK/RVmDw2QsK4x9Re109Iz2iBgpAKBJCug8WWiU/xJGYyw0Hp9lMBoM1hWLzCZKuQAAAAAAAOCiI+MCAACApkWdoLXM0yoRl6KET0ylyepDQV2fFgDQVNm7hnq3uk5tG9MWGIoSjEaDyWhUbiZlxSL1IWIuAAAAAAAAuFjIuAAAAKDJqaxFoNRwySg68oHa2SzsSifv9gIAmjC/dvdo7d1lQyPMxoQ3jdVLuZgUBFzw33z6+XsvTJ8qAAAAAAAAaoeMCwAAAJoQ86nFNpTp2oK414WpVPZrtPYBHScLAGjatHau/h3uV9vmvE0V2euVUi6mU6VcrKWwBAAAAAAAAHDBkXEBAABAU2GdlFWLuFTk7y1Nmq/2+MTconfyFQDQ5Hm1GOvgHqm2TQmvm4zlSjGXqlIulSlBAAAAAAAA4GIg4wIAAIAmxGxdpshsyj/wjNqpd/LxjblNAAAkjS6o65Nq01yWVJ7yvUEt5aLGXCjlgv9zdqqNAAAQAElEQVRk+NCrb77pLgEAAAAAAFA7ZFwAAADQJJwq4mJZpag4eYkhd7fa49/hIY3eWQAALJz9uroF9VfbxhOfGMpzlRWLjEZLPpBSLvgvAgODw8MiBQAAAAAAQO2QcQEAAEBTYanfokzQmoxlRXGvqJ2OntEeESMFAKCagM6ThUYvGxpjofH4xwZlvaKqFYvMpqqaWCRdAAAAAAAAcEGRcQEAAIDts66soRZxKUqYbSpNVh8K6vq0AAD8nb1rqHer69S2MW2+oShBLeWiVHOxXEvVh4i5oIZ27Nyyeu0KAQAAAAAAUDtkXAAAANAkVNYcUGq4ZBQdeV/tbBZ2pZN3ewEAOINfu3u09u6yoRFm47G3jFWlXORNSQtaFi0SQM3s2Ll57bqVAgAAAAAAoHbIuAAAAMDGmU8tqqFMyxbEvSFMpbJfo7UP6DhZoHYMFeXyJoD/pKS4SNSn+t6/bdPaufp3uF9tm3M3GHK3mExGkzXgIszWElkCAAAAAAAAuCDIuAAAAMCWWSdf1SIuFQVxpUk/qD0+MbfonXyFTZh635jhvQOtt1EDwm8d23XyXSO///Kds87x331DPzksNSnxPPtc9N0ncsznH7x4njGrf//x/lsGaXV69a7BUHFV/9AxAyPl/Le4GN5/Y6p8z78t/kZccK9Ou1u+9PrVy841YOmiL+WAWW8/Iy6II3F75cs9cscw+VmM6BP8+Ycvif/EUFE+46UHJ47rMap/mPxS/TL/M1FHcjLT5Z4XL/xc1I/ystJv58x866UHrT0X/fvZGHm1GOvgHqm2K468ZjSUKcVcTEaTWf5lqkwPAjUQGNg8LDRSAAAAAAAA1A4ZFwAAANg4s3WZIrOp4MA0tVPv5OMbc5uwCSaj8XDsbtmIad+tXadL5S00vGVZaWnsvm1fffLq/bdcnpZyovr4stKSE4mHnVzcAoLDzrPbuAM75LZlTMdzDTiwe8sbz9/n5uGl1Vb+seLwwd1GQ0Xrtp2tPRfY4YO75LZ1m87igovbv11uY9p1OdeAWMuA6DadxAURa/n4WrXuKD+LoJDIpONHxH+y/Oe5q5bPl1+hsBat5U/IxcVd1JEZLz0o99yy9SWifvz47ay5n74eEt7S2nPRv5+NkkYX1PXJymZZYnnyfGW5IqPBUtCFUi74F4YPHXPLhLsEAAAAAABA7egFAAAAYKNOFXGxrFJUkrK8ImeL2uPf4SGN3lnYhMSEuLLSEkcnlzc//qV6f2Za8lvTH969fd2Lj9/27pzfrfP68rS88t4CZ2fX8+9WDW1Ex5wzk3E4TgnWRLXqcKonVomYtLpQMY4z3fnQC3L2PSSilbiwsjPT0lNP+gU09/LxP9eYuP075bZ1u67iglAjNS1jlARJZMu2Rw/vF//Jtk2r5PaRp2YOGnadqFNxB5UTUn8Zl3j1+xndgL6fjZSzX1e3oP4FyWtk23jyY4PfMJ3OW6vVaTVaJTqo1chLikajEQAAAAAAAED94z9fAwAAgC2z1G9R1tQwGcsKYyuXa3H0jPaIGClsxSFL8ZJWZxRc8fEPenL6bA8v34T4/RuqraHj6OTcoXPvqPNmC/JystJTT7p7ePsFNj/XGLV4TMvWpzIEcQfUd3LRMgRtL+khD+3CV+k4cmif3Ea3PWcRl7LSkuQTR+VnERAUKi4INVITbSlp0zy0hXz10pJi8S/J383+3ZuF0PTsc4WoUylJx4oL84OaR7q6NRP143DcHrlt0767teeifz8br4DOk4VG+S9kNMZC44mP1VIulSsWmU1VtbIo5QIAAAAAAIB6Rx0XAAAA2CbrChpqEZeihE9NpcnqQ0FdnxY25NABSz2Msy0q5OrWbNCw6xbMfX/rhpV9Bo5QO6feN2bfrk1vfbI0um3lmj55OVlzP3tj81+/yxnrTt363XrnE2qNjZhzFB1Z/tPX77/xP7U948UH5O2bJfuaeXqrlTNi2nVZt2rxulW/7NmxwcXFrc/AkRMmPaa3s7c+PSczffkvc7dtWnU8Ic7O3iE0vOXEe6dFtz1f8uCmqy6Rb/Ln1Ylana56/3uvPfbrL3NvvP2xGyY++vWnr383Z+atdz91zYT71UdXLV+wZNEX8lV0On1AcNjg4eOHXnWTTl/5h6Cff5j9yTvTxt5w78T7nrHuMCs95eYxnX38g7/8cZu18+DebQu++fDIoT05mRk+/kHyvF1/68MhYacWwVHXdYqManOu9y8HmM2myKi21p6S4qLFCz5b9+eS5BNH5ckJah4+8IpxQ0dP0OvtrGPGD2vr5uYx+/v18nyuWj7/wN6t8gMdMGTMDbdNth6FZDBU/DL/s98Xf5OZmdr+kp5jb7w3LCI66Xi8k7Nr87AoYcm4yFdPOn6kRXR767NefmrS+tVLv1q0IycnY+E3H8Xu21ZaWtz10stvu/sptRrNuCGtSooK1MHXDY3RaLQLV8Y7ODrJX9PalT8t//nr48cOl5UW+weGdu058Jqb7nf38Kp+yOc5+dcPb5efmyUbySePDu8dOHzMrfdOeUU5kIryFUu/X79mWUL8/tKS4qCQyFHXTBo07Nrqu1Xf9rdL9x05tO+LWa/Ig5r0wLNXXnVT9TGvPXuPfIdq+8aR7UMjoj+au1pUVXb5x+9nHX40NsPeNdS71XVZcfNk25g63xh4ndG1hU6rM2m0SjUXYdYIpY4LBV1wHp9+/l5yyslpT70mAAAAAAAAaoGMCwAAAGxWZW0BpYZLRnHCh2pns7ArnbzbCxsSb6lXca41XyJaxMjtkcP7rD2HDu7WaLTWuEPc/h3PT70lLyfT2y/I3c1TTtgfPrCr7SU9zrNPX//gMePvWvTdLBfXZlddc7ujo3MzT+/iwoKTifGePv6fvDNt3apfnJxdA4PDExPiFsx9383NY9xN91W++oFdz0+9OTc7IyAo7PKh1+blZm1c++vku0ZMe+2L7r0Hi3NoHhqVk5V+4tjhsBatrZ2pSYm/L/m2mafPuBvvVc5DrOU8xFS+568+efX7L9/x8PLtd/mo4uJC+SofzXhCHtojT79deeCW+jenHWOsGhiqtsDNl7Ne+eGrd4USGPKQr54QfyA16dj6VUve+mRJ9XMolHWIzlnHJXafZeGnqlBR0omjTz88Pj31hBAauU95aIcO7JS3PTvWP/XyZ5VHl3y8IC+73SU93n11ym+L53n7BvoFhhw7cvC7L952dfMcM/5OdVhOZvrzj99y+OAu+VkENY/YvmX1np0brp3wgLAULFEDBy1aKe/zROLh6hmXw7G73Zp5bd30xwdvPuHg6NQ8tEX+scPy05ef4zOvziktKR597R2HDu7avmlVdNsunbv3d3P3kMNKioumP3n7zq3KsjV+Ac2beXgfT4iTt/Wrl37w5R9OLq7/ePIrysuGj7ll64aV8nvbs99Q+f3sdukgYQlayS+GPJPyQLr3HuTi4r5+7bKZ0x86eTz+1ruftL7tQ7G7vHwCNq77VZ4WteeSLn1OO9vtO15qNFTItxTZsl2PPkNCw5W1q2r4/azDj8bG+LW7Jydhsak8XyPMhoS39G3fNRgNSsTFpJVfM5NGaLVaAi4AAAAAAACob2RcAAAAYIPMpxbPUIq45Me+bjYUyX6N1j6g42RhQ8rLSuPj9oqzrVWkUqtr5FnKZkjHEw6Vl5VEtmqvFqXISE164sFrDIaKKdPev+yKsbLn6OH9Tz507a+/zBXnzrh0vXSgvYPjou9mtW7b+aZJj6mdhy1FMnIy0w7H7Xnjw59bt+8q57y3bFj5/GMTNm9YoWYIDBXlrz17d252xpARN9w35RW1eEZK0rF7Jwz8YMYTnbv3r15Oo7rmYVF7d244kRhfPeMy5+PpJpPxlruekG9GVK2dFGWJp5SVFs//+v3g0KgPvlxpZ+8gLIGYBydesXL591dff7e6k/iDyvhWbf5WP+Zw7C7LTioPfNWvC3746l0PL9+nX/48pn1Xdc9fznr15x9mz5/3weMvfKwOOxq/X6PRqgsDndXR+AOiauUg+YV8Yeot6aknrrrmjpvv+J+aC1FP+4Y1y04cOxwS3tJ6OFs3rgoMDpsxa4kaoNm4dvlLT0zc/NdvapDCZDQ+978J8XF7ho+59e5Hp8sTnpud+cLjt3z1yauiWtwnOLSFfHvyPQwYcrXak5+rrEWlt3P4/IOXHnli5sCh44QlZXLTqI7yI5PfB0cnZ/nJfjRDCZdcPvSa4WNuUZ84+91nd25d0/aSHlOeeV9dx0q+4ivP3LFv16ZVvy9Uh/3jyZd7luNl/zU33mcNBn36/nNx+3fIj0Oeam/fANkz8b6nH7t3zIK5HwwYPCbcEtWSb1t+Y/0DQ7+e/fpDT7zVq/+wnOz0wODw0872sDE3y/71q5f2vfwqNe5Tw+9nHX40tkdr5+rf4f6UbS/Ltjl3fUXOZq13L/kDNJt0Jo1Jq9OoRVwo5QIAAAAAAIB6daEXqgcAAADqm7pKkdowm0wVBXFlyfPVHp+YW/ROvsKGHFECLmZnV3f/wJCzDiguLJRbF1d39e5hS7AjqlVlPY/Z7z9XVlp898MvqQEXKbJl29HXVk7St4q55FyvW1k8ptqAOEsFFG/fwDc//LnNJd21WuXPGl7efnLr4OCkjlm8YE5qcmKXngMffPxNa5wlMDi8/6DRmWlJiUfjzvVyoZZsQdKJI9aehPgDf61aHBoRPXj4eGEJ6+TlZAYGR7i6NZN3M9NT5Oy7nZ29rmp9mYDgsJsmPdau06VpaSctp6VA7u3M86aen5atK+u4FBcV9Oo/bMq099WAi3Isjs79Lh8llLxFttqTmnw8NzsjKCTSwdHpXO8/br9Sx6VFq3Zym556snXbroOGjb/r4ReshU/kaW9lSRRZ00jqGdbr9c+98bU1COLrF6R0Vp26pYu+lMP6Xj7q3imvqCfcw8tn0n3Pqo+2rErqyIfk20s4vN/6fg5ZDtNQUfbA1DfUgIvUzNPb3t5Bq9XpdJX/LUT8ISU+FdWq8myYjEZ5jD36XPHEi7PVgIv6ivIDrX5C/vHkC8u3RT4aVXWe5VGs+nWBl0/A82/MVQMu6qkeNW6S/A3v3Lqu6llKAikt5fiDj88YMuJ6+VlXXzGqujODXzX5ftbhR2OTvFqMdXCPVNuGo68bDWVGg8FoMprM8i9TZaoQOIdJEx9goSIAAAAAAFB71HEBAACADTJblykymwoOTFM79U4+vjG3CdtyyFJ3pE37bucakJZyXFhyJOrd+EOnFjbKyUxf/+dSF9dmQ0ZeX/0pkS3bCCWXEO7u4X2u3aqlLKwpCuWdWDIEo6+709PHz9qZeESJrTQPbaHeXW4pD3P9LQ+fVukhMDhMbk8eP1J9MZ3qmodFWQbEW3s+eUdJctxjKV5iOQ+W7E5VZiIgKMzLJ+DYkQP33NR/9LV3DrxynIOj01XX3C5v6oC4A8rqQjHtup72QnEHlaOwLio0Yuxt8lZ9gKGior6Y6gAAEABJREFUfM+O9cKyYJPaE7tvm+UpncQ5ZGempaee9Ato7uXjb3lvoY88NfO0MVnpKccTDwnLAkBqj7r00tgb7pXjrcPUNaf8q8Ys/fELub16/N3Vd9Uiup3aiK5WoiayZVs1Z1N95x069+k7cKS1MyXpWGlJUXBolPrpmEwm+SlblrWq3KFWp7vr4RdPe+fFhQXqR289If948k8mxpeXlbSI7qCvCsEs/+lruR1x9a1q2SGroObholq2yZLoUt52916DxHmd+fnW5PtZhx+NbdLogro+mbBqktIuPVaWPF/T/AatUaesUiTkN0VLKRcAAAAAAADUNzIuAAAAsCmnirhYgi6lKb9W5GxRe/w7PKzROwvbohbkONdCRdLGv34T1UIwh+NOZVy2bV4lz1OPvkOsUQNVVkbq+fcpqtIGratnCA4qaZv+lhonp4YdVoZFRCmhmaQTR5MsIZUp91wl/qWQULWOy1H17s4ta/bs+KtLj8s6dO6t9sTH7RbVFlfS6fUvvvXNmy88kBC///03/vfZBy8MHj7+5jsfd3J2qf5uW/69UE3i0biSogL/wFC1GIx6mLPfe27/7s0mk9E6zNFJ2Ul4ZOWqSeo6RK3bdjnXmz9ySEk/RFcNMBoM334xc/nPX+dmZ1TfZ2lJkbOruzVIoaaX+lw2ovquDlkKmYRZXjot5cSJxMO+AcGt2vztk8pISxZKeRVf+ZC1s3loi79WLS4tKXZ0Un4C6sI9vS8bXv2Jcft3WI4ruupsxBoNFdZlrVTr/vhl3uczThw7ZO2xd3AqLytRnli1jNQ/nvyqgFQH6062bvxDbr/65FV1laVzUd/2wCvHivOSX+C8nMzg0KjqlXX+8fsp6u6jsWHOfl3dgvoXJK+RbdPJjw1+w3Q6b61Wp9VolUihloALAAAAAAAA6hcZFwAAANgaS/0Wk9wYDaUFsZVlJxw9oz0iRgibUxkXOEceJW7/joN7tgihUct1yNNyJG6vTm8XYanUkpmeIreRUe1Oe5ZaLsWaFzlTWWlJ0okj3n5BHl4+ak9udmZWRopvQLC3X2D1kWp5FTUuk5GWJLch4a1OCwdYtTz30khyzw6OzknHKzMucz5+WR7U7fdNsw5QMzfWNYaEErmIef/LlVs3/PHZBy+cOHbol/mf7tq27u1Pl6u5h8q1lqL/9or7dm8S1cI9+3ZtevKha01GY8eufdtd0jO8ReuQ8JaBweG3XdOjtKTIWiVFLRkSGdX2XG++akBlkOKFx2/dtvEPb9/AoaNvjopuHxbROiQsasPa5e+88mh0TOU+k08mFBfmBwSHh0a0qr4rdfEg9aXV89mi5emVb04mxluO4m91ZZqHtpC/iIT4A+qiS2rUqWfvIWfuvGXrysOvjAFVS6IsmPvBnI9ekh9E38tHRbfprJyQ0CiD0XD7NT3sHZwiWrT5dye/6uM2GgzyyyMfuvr6e8TZtL2kh9qwvG1N916DxXkdVt95tS9wTb6fou4+GtsW0HlyQcp6YTZojIUVx2fpov6nZFy0Wo28mTVmc2XAhaQLTrN0+aLMzPRbJtwlAAAAAAAAaoGMCwAAAGyHWsRFqd8ilJhL0bHPTaXJ6kNBXZ8WNqe4sECtjNL6HDPrs997Tm4HDLk6wLIY0ImEQ+VlJVFVa8SUl5fKrZ29ffWnGAwVG9YsF+edrVdDG62qZQgO7N1ieRt/q2WiRmrsHZzU4hYlxYVy6x8YctOkx6oPy83OLMjPCQgKtbN3EOcWGtHq8MFdJcVFWzesPBK354qRN4a1OFUz46BlIZ7oNsoaQ4cP7i4pKZTv38HRuVuvy+Vt9/a/3nzhgeMJcb/+MnfUtXcIJWax1zreavM6peZNVFWq4/MPXzIaKqZMe/+yK04VDjmecCgzLUlO6qvrIsljPHRglzzGyJbnzrhY6qO0bqecnG0bV23b+EdEVNsZsxZXrzKyY/Nq5ZRWVWQ5bCkKclptGPnRJMQf0Ont1BWdKsrL5NbOzv60l1vzx8/Kof0949KilfKUE4mHY9p3zcnKyEpP9vYL8vEPqj5GzUtZF11SY0PWs1GYnzv3szflkb73xYrgkEjrs5ZY1kuSZ0OnV/50WaOTb4mDWFM4ZaUlauO0L4bJaDwavz8oOMLZ1U3eVd92ZKv2zTzPuYSWqmr//+77WYcfjW2zdw31bnVdVtw82TanLTAGXWtyi5IflkkJuWjltVcjlHQLBV1wmpSUk8kpJwUAAAAAAEDtaAUAAABgQ8wqk8lYkVN89H21s1nYUCdvG5x7VrMmfgHN3T3OMuv/+QcvHty71dPH/+6HK4vZqGusWFML/oEhcmstjqJaPP/z9NQTWq3uPHVcDscqdTjU2ERVz1nKySQc3l9eViJn/bVa5c8dQcERcpuYEGtdT0pYPq83X7j/7hv7/TL/M3FeIWFRcpuecuLLWa84ODpVz0OkpZwoLsy3rk3z9aevP/HAOPVNqi7p0ue6mx8USshDiQSVl5XKY3T38PL09rWO+WvVku2b/xTV6ovEx+2R56F6wEX6ZYHyPsOj2tg7OArl7B2RxxgRFVM9FXGao/H7NRqtmqc5Yolf9Oo/rPr49JSTG9f+KqqVHjl8SF1SqkP1/RyJ22c0VLRo1U6NKPmpH9+Jv3188bG71678STZatf3bZxEc2kK+h5PHjwilQMtOcbY6PYcO7LK+T1GVFLF+W04cO1xRXtq6bZfqAReDoeLXn+eKauVe/vHkW97kHr2dQ3iLGPWus6ubq7unpTjQ347lh6/ee2jiFa8/f2/l21PfdvQ5v5bVTpTyzv/t97MOPxqb59fuHq29u2xohNFwbKbRaDAYDUYl52JU0oVKGS2zAAAAAAAAAOoBGRcAAADYCLOVpYhLQeyrZkOR7Ndo7QM6PipsUWXhjWrFSOSBn0yM/23xN4/eOWLhNx+6e3i9/PYPbs081UfV4iVRVdPzXXsM1OntVq9YmJ2ZpvasW7X4i1mvCKVoSrSa4Tiro4f3y62Xj/+pd3LQ8k7+XjtEjdRYQwlhLVoHNY/MSE364uOX5Wy4sCxSM+vtZ3ZuXeMX0HzY6JvFeYWEtZTbxQs/T01OHHfDfWe+elRVCY2wiGi5XfbTV2qlk78du2WMOgFfUlxcmJ+rPrp00ZevPHOH2m5VtViPt0+AyWTct3OTdSe/zP90+U9fWV6icp2ag/u2yW31ZXpOk5p8PDc7IygkUk1OqG97946/rANysjKmTbnRYCgXliV+1E41pWF9J5WHGbe7emdQ84iQ8FZHD+/buXWt2pN4JPbFJ29X26dlQbRarXwPCZYPrnJdp78POG6p8RMa0Up9n/KLFB+3R349IltV1qfx8g0Qyke/r7iwQO2RH98bz9+XEK/sMywyWu38x5OffDKhtKTI09tHTZaoevcfLrcfvfVUQV6O2rPm90Vff/q6fAPX3/rI385JmxpkXCxvycf31LJENfl+1uFHY/O0dq7+He5X2+acvypyNstfiskacFFraVX90ABV5049+vUdJAAAAAAAAGqHtYoAAABgC6yTqWoRl4qCuNKT36s9PjG36J18hS1SMy4H92+fev/VslFcVJh4NNZoqFAf9QtoPu21L0Or0hjCUphEVKtI4eMfNGz0zYsXfHbH+N59BoxIST52cO+2XgOG/bVqcauY883WFxcpKYcvPn551W8LJt7zTHTbTrEHdmg02pYxf8sfHLKs6lK94sW9U16Z9ugNC+a+/+vPc8NbtE5LPZGRmuQfGPryu/OdXFzFeQWHKnVcflvyraeP/9gb763+ULxaWqMqrHD9rY9s2bBizYpFW9av6NLzspCwlvLAt25YGRbZesBg5UQ5ODp16j5g55bV9906KCAotCA/98Sxw7fd8/Q3c97y8Q20vpNxN9334ZuPv/TU7cNGT9BqdepOwlu0OXbkgJt7ZWxIXYcoum3nc73tWEsIxroAkDzP3335zr6dG196YmJ4i5jyslJ5RM7OLg6OzmWlxW5uHpXP2q+cz9MWvlGDGtZiJBqNZsKk/7389KRnHrm+26WXOzg5b1iz7NJ+V65PTwkICrMGm6wiW7aNs6zodDjuLJVIDh1UP6zKnR87clApTFK1rJWwVP3pPWD4+tVLpz4wtkfvwWZhlt+T9NSkgODw1KRjrm6eNTz5xYX5cis/94cnDZVfxfumvCrvTpj02JYNv8tP5KZRnVq0aldWWiJPsr2D0+MvfGw9t+rbrkmORH2JZx69wcvXf/rb38tDqMn3sw4/mqbAq8XY7EPfleUrpXcMR1/XNftBq9HKn4myYJFJY9ZqWKsIp+ncqbsAAAAAAACoNeq4AAAAwEaYrcsUmU0FB6apnXonH9+Y24SNijugrN6SmZYkJ+bl7eihvUZDhZOza/deg594cfZnP2yKiDpVX8RkMh2O3a1U5mjZztp550MvXDvhQfdmnhvX/erh5fvmx7+0ad9N9p8/43LtTfd7+QTk52Ydiz/oHxiSdPxISVFBaGT0aev1qLGJ6rvq1K3fa+//2DKmY2FB7qGDux0dnMfeeN/H89YEBIWKfxIartRxMRkNN90+5bQXio/9W3bH2dXt7dnLJ0yaGtg8YtvGVb8unieP/bZ7np45e6mjk7M65uHHZ/QfcnVpcVF2RlqLlm1nfrKkR98hZaXFUdViEMPH3PK/Zz/09QuaP/eD7796t6Sk6JX3Fk6443/yoazMVHVMwpEDchvTruu53vbReGVA67Zd1LtOLq5vfvRL/8FjDu7b9u2ct1b9vnDwsGs//OpPdSWmrAxltycT45WSKmecTzWiZI3LSL0vG/74C7PkyN071hfk5Tw0dcZ1Nz8kfwKnhTlUkVFtMtKSS0uK1aIjp+VyKnfepnLnh9VlrVr9LQfzv+c+HH/rw8WF+d/OmfnTd59ERLX98OtVl/a9Qj6UXXVC/vHkR7Zqf/mwa5WXOLjL3cNLfZanj987n/3We8BwQ0W57C8pLuw3aPSn363v0WeI9dXl27Z3cAqPOmfJHKuJ9z6jt3NIPqnEL/R6uxp+P+v2o7F9Gl1Q1ycr26XHKlIWKMsVGQ2Wgi6UcgEAAAAAAEB90fCvnAAAABoO9Z/N5AShUU4VGgzl5eXLFpZuXC28vHWPPW+blUjqhHUy1WRWzl1xyvK8nXerDwX3eMkjYoQAANS142sfKkheIxtmnat9518cnLzt7Bzs9HY6nV6r1Wm1Wo2FAIRISUkqKy8LD4sUQD1bt6po2Y8FOr1p0uRsJycnR0dHBws7Ozu9Xs+lCQAAAAAaO+q4AAAAwBZY6rdYIi6G0oKDL6idjp7RBFwAoJ4EdJ4sNMoKyBpjYcWJ2WopF6PJKK/FSuawigCEWLr8x6/mzhIAAAAAAAC1Q8YFAAAAjZu1iItZKDGX4mNzTKXJ6kNBXZ8WAID6Ye8a6t3qOrVtTv3BVHpSWavIqNzUa3LlQ8RcAAAAAAAAUEfIuAAAAKDRq6wVINl6bxsAABAASURBVCdXK3KKjr6ndjYLG+rk3V4AAOqNX7t7tPbusqERxvKjbyrr7FlKucibkjo0mQi4AAAAAAAAoA7pBQAAANBomU8thqFMpxbEvW42FMl+jdY+oOOjAgBQn7R2rv4d7k/Z9rJyJ2ddRc5mrXcvkxJw0Zk0Jq1OIy/PGk3lVqAJmzTxAQEAAAAAAFBr1HEBAABAY2UtD6AWcakoiCs98a3a49PmVr2TrwAA1DOvFmMd3CPVtuHo6wZDuVLMxWQ0meVfpsoUIgAAAAAAAFAXyLgAAACgEauaPVWmUgsOTFM79U4+vq1vFQCAC0CjC+r6ZGW79Jgh9UdlrSKjQVmwyGQyi8qMC0kXAAAAAAAA1B4ZFwAAADRK1Yu4yGnU0tTfK3K2qD3+HR7W6J0FAOCCcPbr6hbUT20bT3xsKM81KQkXSrnglE8/f++F6VMFAAAAAABA7ZBxAQAAQCOmFnExGssK46arPY6e0R4RIwQA4AIK6DxFaPRKy5BrOPGpwWAwmYyVARdKuQAAAAAAAKCOkHEBAABAY2WuUnpyvrH4uNoZ2OkxAQC4sOxdQ71bjVfbppR5xvIMk7JSkXITBFwAAAAAAABQR/QCAAAAaLw0wmwy6zy6WjsK07c4+3UVAIALqzB1U2XLqYW8Lqt1XKxpRI1GI9CEDR96dVl5mQAAAAAAAKgd6rgAAACgEVOnTnUukfbNb1B7Mg98YShOFwCACyjnyIKyvHi1bQp+wGyylHGpSrgI8i1NXmBgcHhYpAAAAAAAAKgdMi4AAABo3NQJVIfw+4TWSblrKk/dPVMAAC4UU0VR2p4P1LbB7VKTSwdz1fpELFEEAAAAAACAOkTGBQAAALZAo2+mD7tXbeclLi/J3CMAABdE+v5ZxrIc2TALXYX/XQI4w46dW1avXSEAAAAAAABqh4wLAAAAGjeNZNnYB1+vcWyudiZvf1kAAOpfRVFyVtw3arvc8yphH6D5OwEoGZfNa9etFAAAAAAAALVDxgUAAACNmJpuqaLXhj6i9pfmxOYmLBEAgHqWsuN1YTbIhknrXu49XqvV6rQ6jVZhvUQLFiwCAAAAAABAXSDjAgAAgMZNmT6VM6mWCVW9dz/h1lXtT9vzjtlQLAAA9aY4fXtB0mq1XeY7QWfnpgZclK1GKxuCai6wCAxsHhYaKQAAAAAAAGqHjAsAAAAaq8p5U8vfOp1OmVTV6vSRU81CmUw1lGRkHJwjAAD1xZy8bbraMtmHGDyusIRbJL3W8j9KyEVDzAWK4UPH3DLhLgEAAAAAAFA7ZFwAAADQKKnTpWrIxbIkRuXMqtYpTOM7Rh2TefBLQ3G6AC6sRd99Mrx34OcfvCjq2dJFX8oXmvX2M+LiWb962SN3DBs3uOXNozu/9MTEZYu+MhgqBJqGnCMLy/KPqu0Sv7t1Wr1ep9fJm7waW+q4yP9Vr9LqGGIuAAAAAAAAqCUyLgAAAGjcLEsVKcUC1OIByi30LrPOVT5kNpWn7p4pgAsr7sAOuW0Z01HUs9j92+U2uk0ncZF8/enrLz91e2py4oAhV1/Stc/uHes/eHPqO69OFmgCTBVFqbvfVdsVLj1MLh2U8i3W67BeSbpoLcsVUcQFUkpK0rHEowIAAAAAAKB2yLgAAACgEauaOlXmUS1ZFzmvqtfbe2mCJqoD8hKXl2TuEcAFFKdGT2LqPXoSt3+n3LZu11VcDNs3/fndnJkBQWHvz1l5/2OvTX763Vnz1vr4B69aPv/ooX0Cti59/yxTeb5smMzaUt9Jesv6RHq9nVrKRV20SAkgCgIuUCxd/uNXc2cJAAAAAACA2iHjAgAAgMbq1HJFllou6uoYagkBu6DxGodgdVjy9pcFcKHk5WSlp5509/D2C2wu6lNZaUnyiaMeXr4BQaHiYvjuq3fk9v7HXpOHqvZ4+fgPHXmTbGxZv1LAplUUJWfFfaO2yz2v0jgEymuwnd6usoiLsm6cUsSl6gJdea0WAAAAAAAAQO3oBQAAANBoyUlTs9mszKCalSouSsrFbJIzrCaTvTHsEfOhKXJMaU5sbsISj4gRArZuZL8QJyeXH36LtfZ8O2fm3E9fd2vm9d2y/dbOj956asnCzx+Y+saVVymBDIOh4ufvZ+/esT7ugFIWJTgkYvytj3TvNaj6nscPa+vl7ffh13/+Mv/TH7/7uKK8/MUZ30S2apeXkzX3szc2//W7yWzq1K3frXc+EXdQ2UlMtdoqWRmpX816de+ujbLh7RvQqk2nm26f0jws6vzHkp5y8oe57+3ZsSEt5UQzD6+QsJYjx03s2fcK64C4AzvMZlNkVFtrTw0PxM3NY/b369etWrxq+fwDe7e6ujUbMGTMDbdN1ulP/fEwJzN9+S9zt21adTwhzs7eITS85cR7p0W3PVWZpqK8zNPL1z8wtGO3ftX3n5eXLbcubu4CNi1lx+vCbJANk9bd4HODpYKWNeCi3CxXZK2lwhYBFwAAAAAAANQZMi4AAABo9CxlXLRGk1nOp+q0OrOScTHqvPoa3bpoCpRVY9L2vNMsZKBG7yxg0/z8g1OTEw2GCjndLu8aDYbFCz+XjYK8HOsY2f59ybdePgGDh42XdxOPxL767N3HE+K8fQN79x9eXFywfvXS5x+bcNfDL111ze3qU1KTEgvysjt37//as/esXfmT7PHxD45o2TZu/47np96Sl5Pp7Rfk7ua5avn8wwd2tb2khxzQsvUl6nMz05IfmDi4IC+3TYduPfoM2bNjw7o/ft649tcPvlx5npjLlvUrXp12V1lpid7OITwy+kRi/K5ta+Xt7kemjxxXuQ5X7D7LikhtO6t3a3QgycflgbS7pMe7r075bfE8OdIvMOTYkYPfffG2q5vnmPF3qsMOHdj1/NSbc7MzAoLCLh96bV5ulnzDk+8aMe21L7r3HqyOsbN3ePKl2ae97YT4AyuWfefo5NJ7wHAB21Wcvr0gabXaLvW5SaN30VdFW5SGpYKL3MrrsrWICzBp4gMCAAAAAACg1si4AAAAoHFTS7nIhrIuhtZsMivVXHQmvc5k1EdMNey5TiPMhpKMjINz/NrfJ2DTvH0DUpMTszPS1HWC/vx9YV5OppOza0lxYUlxkZOzi+xc9tNX5WUlY+74n5yONxgqXn7mjpOJ8TdOnHL9xEfVyfhd29Y9/fD4zz98qVe/oT7+QbLncNweuT1yaK/cvjTzu9btusrdZqYlP/HgNXIPU6a9f9kVY+VDRw/vf/Kha3/9Za6olnFZsuiL/NzsR556Z9Cwa+Vd+V2d/e6zP/8w+6tPXn1y+qdnPYr0lJMvPXm7yWiUzxowZIxeb2cymdb98cvrz93z3ZdvWzMuR+MPyG10GyXjUtMDid0tt1s3rgoMDpsxa0nrdl3k3Y1rl7/0xMTNf/2mZlwMFeWvPXt3bnbGkBE33DflFb2dvexMSTp274SBH8x4onP3/mrPmbZtXPXqs3cbKiqee+MrLx9/AZtlTt42XW0Z7ZobPK6w1+nlZdcac5G/LKWkllarEZXpFmIuAAAAAAAAqCtaAQAAADR+arUAjVYpHqCzzLYqE67O4Rrfq9UBmQe/NBSnC9g0L58Auc3Jrvygf/p+toOj86X9h4qqUi6GivKffpjt4tps+JiblQHffXIyMb7/kKtvuH2ydRq+Y9e+l105tqK8dNf2v9QeNRqSkZb02vuLOnXv7+TsEhAcNvv958pKi+9++CU14CJFtmw7+trKUiitYiozLumpJ+XWwcFRvStfZcIdU9t1ulR+Vc91FEknjvS5bMTt900bNOxatSCNVqvtP3i0nb1jfl6OmuiS4vYrdVxatGpX8wOJt4R19Hr9c298rQZcJF8/Jf5iTa4sXjAnNTmxS8+BDz7+prUzMDi8/6DRmWlJiUfjznzD8i1989mMZ6fcJF/6pZnfytcVsF05RxaW5R9V26X+9+h1dsr11rJQkSS/2MqFWKO1XpUFAAAAAAAAUHfIuAAAAKDRs06jaoSyaJHyt05XWVEg9E6zzlU+ZDaVp+6eKWDTPL385DYrM1Vud2//KyF+/5AR17u5eci7hYV5crty+Q/5uVkjr5no4KgsXPXb4m/k9sbbHj1tP61ad5Tbk8fj1btH4pQKLtfc9ICHl4/ak5OZvv7PpS6uzYaMvL76EyNbtpHbgOBwdw9vtafdJT3l9o0X7p/x0oNHD+2TbSdnl9fe//HxF2ed6yg6de//v+c+HHP9XdYes9m8d8fGivJSP/9g9duenZmWnnrSL6C5WjGlhgcSH6tkXMbecG9AUKh1zJHDyrvyD2iu3l1uqUNz/S0Pn5ZOCAwOs+zqyJlv+KMZT877/E35Zt6ataRdx54CtstUUZS6+121XeHSw+TSQQ0W6qxFXCwLFVVfpYiYC1RLly/68utZAgAAAAAAoHZYqwgAAAA2Qp1JNZuV+VWTJeei1+tN9l7m4Emm42/Lh/ISl3u3vN7Jp4OAjfLxVeq45OVkCUsRF/mlGHXtpD+Wz5d3iwryzWbzou9m2dk7jhp3u+wpKy1JPpnQIrpDcGiL0/ZTUVEut3ZVVUwOxe6S2yHDx1sHbNu8Sn7XevQdotZZscrKUOI1rWI6WnuGjp6QkZb08/zZq5bPl7fotp0n3DG1U7d+4txyszNnv/fcxrXLy0qLrZ2OTspCS2GRrdW7Ryxxmei2Xf7DgfS5bET1MYcO7LLuOenE0SRLIGbKPVeJmlm26Kuli76Qr/7SW99Ykz2wVen7Z5nK82XDZNaW+k5S1yeSvwK1UZV30WkEFVxwupSUk8kpJwUAAAAAAEDtkHEBAACALZDzqWaz+dSKRWadWWsyK9OuRlPgtea0+eayJDksefvLLa74TsBGeXordVzy87KTjh/Zsv73nv2GBgaHu7o1k53FxQXbNq46mRg/6to71CiGpTqLOTKq7Zn7Udf08bYkZpJPJhQX5odGRHv7BVoHZKanyG1kVLvTnqhWTGnZ+hJrj/w+3nL3E2PG3/XFxy//sXx+3P4dTz983aNPvXv5sGvOegj5uVkPTboyMy0pIqpt5x4DIlrEhEVENw+Leu+N/61aPr9VTCd1WNyBHZY30ObfHkhAcHhoRKu/jTmkVKmJbqPsOSNN+ZmEhLc6LQdj1TLmkup3y8tKv5z1ip2947OvfUnAxeZVFCVnxX1T2fYarXEIlNdaO8sqRZabTi3iUrVIEUVcAAAAAAAAUPfIuAAAAMBGnIq5mJUqLlo532o2yZlXk8neEDZFHHpEjinNic1NWOIRMULAFvlYYigFBblLfvxCNkZdM0luXVzdhaXYyW+Lv5Ffi6vH360OTjp5VG71+tP/TFRWWrxl/QrZ6NL9Mrk9bClzclrllfLyUrm1s7ev3mkwVGxYs1xU5UXyc7OOHY1t5uETFhnt7uH14ONvTrzvmS9nvbJs0ZefvPfsuTIuC7/9ODMt6YqRNz34+BvWTpPRuGPzamXPbasyLvuVjEu29thuAAAQAElEQVTrdl3+7YG0tpR+qf6eE+IP6PR2LaLby7slxYVy6x8YctOkx6oPy83OLMjPCQgKtbN3qN5/6OCuwoLcS/sNVWM0sG0pO14XZoNsmLTuFd7jlQIupwIuys1y5VWWiyPggjN17tQjKqq1AAAAAAAAqB2tAAAAAGyIpYyLUkhAzrPqtLrKpTS8egn3HuqAtD3vmA3FArbI28eyVlFu1uoVP0a2bNehcy9RlXE5mRi/a9vagVde4+MfpA728vaX27SUE6ft5Nsv3i4pLuzcfYBvQLC8e/iQUgqlemkWYUmByG3S8aPVOxfP/zw99YRWq1MHpyQlPvHAuFlvP2Md4OrW7N7JrzTz9CnMz8nJyjjrIaiLEA28Ymz1znWrFudmZ1R/G0fj98vveHSbzv/+QP62VteRuH1GQ0WLVu3URZeCgiPkNjEh1mw2W8fI9psv3H/3jf1+mf/ZaS/RrmPPpetTnn7lcwFbV5y+vSBptdou9blJo3fRV0VblIalgovcyuuvtYgLUF3nTt0H9BssAAAAAAAAaoeMCwAAAGyHdWJVq1GrCSjVXCprDIRPNgvlUUNJRsbBOQK2yNtXqeOye9tf+bnZV11zu9rp6uYht78uUdZYueam+6yDO3Tu5entt2PL6n27Nlk7t6xfMf/r9+zsHe9+dLraY1kJSLRq06n6C3XtMVCnt1u9YmF2Zpras27V4i9mvSIboRHR9g6OshEc2kKj0e7fs+WQpYCKKi3lREF+ro9/sIeXz1kPwctHWW5pz84N1p4Du7e8+9oU2ZDPUtddSk0+npudERQS6eDo9K8PpHXH6i93OG539c6wFq2DmkdmpCZ98fHLJqNR9hgNhllvP7Nz6xq/gObDRt982ruN279zz471WRmpAjbOnLyt8otktGtu8LhCXlS1VSFC5abXK6Wz5FVXVF6EibkAAAAAAACgPrBWEQAAAGxN5TIZcgLWrFNqUCjLFRlNzuFGv7EifYF8KPPgl14trtE7+wnYFkcnZwdH56yMFA8v3wGDx6idLi5ucpuVntyr/7DmYVHWwXb2Dg8/MfO5xyZMve/qbr0uj2zZNj52z/bNf3r5BDzxwqzgkEh1WOz+Hc6u7ta7Kh//oGGjb1684LM7xvfuM2BESvKxg3u39Row7K9Vi1vFVOZFXN2aPTD19XdfnfLIHUOjojtc0qWP/E7++ss8k9Fw86Sp50oAjBo36c/ffvx2zlv5edlyD9mZaSuWfR8WEZ0Qv9/NEtZR3tK+baLaukU1PxCNRquuSWR1+KCScWkZcyr4cu+UV6Y9esOCue//+vPc8Bat01JPZKQm+QeGvvzufCcX1+rPNZlMjz8wtrys5KW3v2etItuWc2RhWX5l1aJS/3v0Ojsl1WJZqEiS11qlfpZGa7n6UsQFZ5eSklRWXhYeFikAAAAAAABqgTouAAAAsCnW6VWNUGddq5VyCbnDrFMm6c2m8tTdMwVskY+llMvQURPs7B3UHhdL7RPp2gkPnja466UDX/9gUUz7rls3rFww78Pc3KwJk6Z+8s26Npd0VwecTIwvLyuJjul05gvd+dALcofuzTw3rvvVw8v3zY9/adO+m+xvVS0vcsXIG9/8eHHPfkPz8rJ+WfD5rq1r+w4cOXP28suHXSPOoUV0+7dnL2vXsefvS779ds5bB/dtu2/KK6++v1A+lJWZoo45Gn9Ablu37fJvDyQ0Mlot/WIVH6csYGSNy0iduvV77f0fW8Z0LCzIPXRwt6OD89gb7/t43pqAoNDT3mri0Vi5T+XpZzs/sBmmiqLU3e+q7QrXniaXDlplVaKq62rVQkXVVyki5oIzLV3+41dzZwkAAAAAAIDa0VRfZx0AAAAXl/rPZiaTyWg0GgyG8vLyZQtLN64WXt66x573FagZ9TTKrUlhNCjnssJyOssqkuaZjr+tDosc9JWTTwcBADi31F0zsmK/lg2TWVsUMUvv3Fyvt3dwcLS3c7BTbvZ6vVLWRaOuEEfGBefw6efvJaecnPbUawKoZ+tWFS37sUCnN02anO3k5OTo6OhgYWdnZyk9paXiFAAAAAA0atRxAQAAgK2xTrIq1IID2qqSA4HXahyC1WHJ218WAIBzqyhKzor7Vm2Xe43WOATKa6qdZZUiy02nFnGpuuAScME5BQY2DwtloSIAAAAAAFBbegEAAADYHDnJajablRlXs6W2gJyHNZvkjKzJZG8ImyIOPSLHlObE5iYs8YgYIQAAZ5Oy43VhNsiGSetu8B6v00t2p1Yp0uktV1hlWTgCLji/4UPHCAAAAAAAgFqjjgsAAABslqWMi1JgQM6/6rRyPlaZkdV79RLuPdQBaXveMRuKBQDgDMXp2wuSVqvtUp+bNHoXfVW0RW+5qZdWDQt/AAAAAAAA4EIh4wIAAADbZJ1w1ap1BtQFi9QJ2vDJZqE8aijJyDg4RwAATmdO3jZdbRnswwweV1jTLWpDvagqNVxE5cWWmAsAAAAAAADqGxkXAAAA2DK1uoDGspSGWspFmaB1Dtf4jVUHZB780lCcLgAA1eQcWViWf1Rtl/rfp9fZnSriotdrtTrlwqrRWq+yAjivTz9/74XpUwUAAAAAAEDtkHEBAACAzbJOu2qEOhurPVXKJeQOs85VPmQ2lafunikAAFVMFUWpu99V2xWul5qdY3RVAZfKm6WKS/VVioi5AAAAAAAA4AIg4wIAAAAbV1VkQKOVf1lyLkoVAnsvbfAkdUBe4vKSzD0CAGCRvv9jU3m+bJjM2lKfiXqdUrhFuXSqqxRpT61SRLQFAAAAAAAAFxIZFwAAANgya4EBdcUitfZA5XIbgddqHILVYcnbXxYAACEqipKz4r5V2+VeozUOgfKCaae3qyriolxFlVWK1FXgKOKCmhk+9Oqbb7pLAAAAAAAA1A4ZFwAAANi4UzEXoczIWsoPqDEXexE2RR1TmhObm7BEAECTl7LjNWE2yIZJ627wHq/T609bqEgt4qLEXCwIuKAmAgODw8MiBQAAAAAAQO2QcQEAAECTYCnjYik8oFGquagrbui9egn3nuqAtD3vmA3FAgCasOL07QVJa9R2qc8Ejd5FXxVt0Vtu8hKqrPtmqeBCugUAAAAAAAAXGBkXAAAA2D7rRKzWUsmlcsEideI2/FGzUB41lGRkHJwjAKDpMidvm662DPZhBo8h1nTLqQouliIuGlF5USXmghrasXPL6rUrBAAAAAAAQO2QcQEAAEBToVYd0FiW2FBLuSgTt87hGt+x6oDMg18aitMFADRJ2fELyvKPqu1S//v0OrtTRVz0eq1Wp9GoSxRpKOKCf2vHzs1r160UAAAAAAAAtUPGBQAAAE2CdTpWI9RZWq21lIs+9B6zzlU+ZDaVp+6eKQCg6TFVFKXteU9tV7heanaO0VUFXCpvliou1VcpIuYCAAAAAACAC4yMCwAAAJqQquIDGq38y5Jz0ev1Ont3bfAd6oC8xOUlmXsEADQx6fs/NpXny4ZZ6Et9Jup1SuEWyyXSskqR9tQqRURb8B8EBjYPC40UAAAAAAAAtUPGBQAAAE2FtfCAumKRWpOgspRL4DUah2B1WPL2lwUANCXlhcez4r5V22WeozQOgfLCaKe3q7xCWoq4KKsUqau9UcQF/97woWNumXCXAAAAAAAAqB0yLgAAAGhCTsVchDJTaylLoMZc7EXYFHVMaU5sbsISAQBNRurOGcJskA2T1t3gfZ0Sa6m2SpEaCFSumZrKf4dAwAUAAAAAAAAXBRkXAAAANDmWMi6WggQapZqLuhKH3quX2b2nOiBtzztmQ7EAgCagOH17QdIatV3me7NG76KvSrfoLTd5qVTWd7NUcCHdgv8mJSXpWOJRAQAAAAAAUDtkXAAAANC0WCdotZZKLpULFqmzueGPmoXyqKEkI+PgHAEAts+cvG262jLYh1U0G3xqfaK/F3HRiMqLJzEX/AdLl//41dxZAgAAAAAAoHbIuAAAAKApUqsRaCxLb6ilXJQJXedwje9YdUDmwS8NxekCAGxadvyCsvzK6hql/vfpdXanirjo9VqtTqNRlyjSUMQFAAAAAAAAFx0ZFwAAADQ51mlajVBnb7WnSrmE3mPWucqHzKby1N0zBQDYLlNFUdqe99R2uculZucYXVXApfJmqeJSfZUiYi4AAAAAAAC4iPQCAAAAaJIq52vNGq1Ga7LkXPQ6vcne3Rh8h/m4km7JS1zu3fJ6J58OAgBsUfr+j03l+bJhFvoy34nyGqgk/vSVCxVptadWKSLaglqaNPEBAQAAAAAAUGvUcQEAAEBTZC1IoK5YpNYqUBYskn8HXiMcwtRhydtfFgBgi8oLj2fFfau2yzxHaxwC5QXQTm9XWdTKUsRFWaVIXdWNIi4AAAAAAABoAMi4AAAAoIk6FXMRygyupVyBumKRvTb8MXVMaU5sbsISAQA2J3XnDGE2yIZJ627wvlYN+VlvavBPuTZqKv+9AQEXAAAAAAAAXHRkXAAAANCkWcq4WAoVaJRqLuoKHTrPbmb3nuqAtD3vmA3FAgBsSHH69oKkNWq7zPdmjd5FX5Vu0Vtu8pKo1Vg2GhYqQh1YunzRl1/PEgAAAAAAALVDxgUAAABNl3XiVmup5KLWLaic5Q1/1CyURw0lGRmxXwgAsB3m5G3T1ZbRIbyi2eBT6xP9vYiLRlReJIm5oJZSUk4mHj8qAAAAAAAAaoeMCwAAAJo6tUqBxrIkh1rKRZnodQ7X+o9TB2Qe+MJQnC4AwCZkxy8oy69MG5T43avX2Z0q4qLXa7U6jUZdokhDERcAAAAAAAA0KGRcAAAA0KRZp281Qp3V1VpLueia323WucqHzKby1N0zBQA0fqaKorQ976ntcpdLzc4xuqqAS+XNUsWl+ipFxFxQe5079ejXd5AAAAAAAACoHTIuAAAAgLVYgUYNuWgt1Vx09u7a4DvVAXmJy0sy9wgAaOTS931kKs+XDbPQl/lOlNc6Jdmnr1yoSLkAVq1SRLQFdahzp+4D+g0WAAAAAAAAtUPGBQAAAE2dtVBB9RWLlAWL5N+B44RDmDosefvLAgAas/LC41mHvlPbZZ6jNQ6B8kJnp7erXKjIUsRFWaVIvRZSxAUAAAAAAAANDBkXAAAAoFrMRSgzu5YyBjpLZQMHbfhj6pjSnNjchCUCABqt1J0zhNkgGyatu8H7WjXMZ71ZFilSirgoMRcLAi6oKzt2blm9doUAAAAAAACoHTIuAAAAQCW1jItSwMBSyqVyCQ/PbppmvdQBaXveMRuKBQA0QsXp2wuS1qjtUp+bNXoXfVW6RW+5KYu1WVZsq1y9Dag7O3ZuXrtupQAAAAAAAKgdMi4AAACAwjqhq7VUclHrGVTWNgh72CyURw0lGRmxXwgAaHzMydumqy2jQ7jBY8ip9Yn+XsRFIyovhsRcAAAAAAAA0NCQcQEAAABOUasXaCxLdailXJQJYOdwjd84dUDmgS8MxekCloBvDgAAEABJREFUABqV7PgFZflH1XaJ3736aukWSavVaTTqEkUairigPgQGNg8LjRQAAAAAAAC1Q8YFAAAAqGSd1tUIdbZXay3log+526xzlQ+ZTeWpu2cKAGg8TBVFaXveU9vlrr3MzjG6qoBL5c1SxaX6KkXEXFC3hg8dc8uEuwQAAAAAAEDtkHEBAAAA/qaqiIFGDbloLdVcdPbu2uA71QF5ictLMvcIAGgk0vd9ZCrPlw2z0Jf53FZZwUVfWcpFudBVrVJEtAUAAAAAAAANGRkXAAAA4BRrAYPqKxYpa3rIvwPHCYcwdVjy9pcFADQG5YXHsw59p7bLPEdpHAJ11RcqshRxUVYpUq95FHEBAAAAAABAA0bGBQAAAPibUzEXocz4WsobKCsW6fUO2vDH1DGlObG5CUsEADR4qTtmCLNBNkxad4P3dWpoz3qzLFKkFHFRYi4WBFxQHz79/L0Xpk8VAAAAAAAAtUPGBQAAADgLtYyLUtjAUspFb1nOQ+fZTbj3Ugek7XnHbCgWANCAFadvL0heo7ZLfW/R6F2qV3BRrmwaJd2isVRwId0CAAAAAACABo6MCwAAAHA660Sv1lLJRa1zUFn2IPxhs9DJhwwlGRmxXwgAaLjMydumqy2jQ7ih2eBT6xP9vYiLRlRe9Ii5AAAAAAAAoCHTCwAAAABnU7lokZz+NZvlPLBZpzeZjCbncKPf1SJ9vnwo88AXXpHj9M5+AgAanuz4BWX5R9V2id+9+mrpFkmr1Wk06hJFGoq4oL4NH3p1WXmZAAAAAAAAqB3quAAAAABnYZ3u1Qh1FlhrLeWiD7nbrHOVD5lN5am7ZwoAaHhMFUVpe95T2+Wuvc3OMbqqgEvlzVLFpfoqRcRcUH8CA4PDwyIFAAAAAABA7ZBxAQAAAM6pqriBRg25yJtSBcHeXdv8LnVAXuLyksw9AgAamPR9H5nK82XDLPRlvpMqK7joK0u5KBe0qlWKiLYAAAAAAACgsSDjAgAAAJydtbCBQpkKtswJ6y2lXALGCocwdVjy9pcFADQk5YXHsw59p7bLPEdp7H111RcqshRxUVYpUq9tFHFB/duxc8vqtSsEAAAAAABA7ZBxAQAAAM7pVMxFKDPBlrIHyopFer2DNvwxdUxpTmxuwhIBAA1G6o4ZwmyQDZPW3eB9nRrOs94sixQpRVyUmIsFARfUtx07N69dt1IAAAAAAADUDhkXAAAA4B+oZVyUggeWUi56yzIfOs9uwr2XOiBtzztmQ7EAgAagOH17QfIatV3qe4tG71K9gou1iIvGUsGFdAsAAAAAAAAaETIuAAAAwPlYJ4C1lkouav2DynII4Q+bhU4+ZCjJyIj9QgDARWc2Jm+brjaNDuGGZoNPrU9UVcRFvZhpROXFjZgLLoDOnXr06ztIAAAAAAAA1A4ZFwAAAOCfqdUONJalPdRSLsqEsXO41n+cOiDzwBeG4nQBABdV9pGFZflH1XaJ3736aukWSavVKRcyZYkiDUVccCF17tR9QL/BAgAAAAAAoHbIuAAAAAD/wDoNrBHq7LD2VCmX5neada7yIbOpPHX3TAEAF4+poihtz/tqu9y1t9k5RlcVcKm8WUpRVV+liJgLAAAAAAAAGhEyLgAAAECNVBU90KghF62lmovO3l3b/G51QF7i8pLMPQIALpL0fR+ZyvNlwyz0Zb6TKiu46CtLuSgXLp1OXaWIaAsusJSUpGOJRwUAAAAAAEDtkHEBAAAA/pm14EH1FYuUNUDkzHHAWOEQpg5L3v6yAICLobzweNah79R2medojb2vrvpCRZYiLsoqReo1jCIuuLCWLv/xq7mzBAAAAAAAQO2QcQEAAABq5FTMRSgzxJZyCMqKRXZ6e234Y+qY0pzY3IQlAgAuuNQdM4TZIBtGbTOD97WVIbyqm2WRIqWIixJzsSDgAgAAAAAAgEaHjAsAAADwL6hlXJRCCJZSLnrL8h86z24aj97qgLQ975gNxQIALqDi9O0FyWvUdpnvLRq9S/UKLtYiLhpLBRfSLQAAAAAAAGik9AIAAABAzciJYbPZLBtKIQStbOm0ZpPOpNeZjKbQhwy5mzTCaCjJyIj9wq/dvQIALgyzMXnbdLVpdAg3NBtkb12fqKqIi6X8lFYjKtMtxFxwgU2a+IAAAAAAAACoNeq4AAAAAP+OWgVBY1nyQy3lokwkO4dr/MepAzIPfGEoThcAcEFkH1lYln9UbZf43auvlm6RtFqdcsFSlijSUMQFAAAAAAAAjRoZFwAAAOBfsE4Pa4Q6a6wsVVQ5l9z8TrPOVT5kNpWn7p4pAKD+mSqK0va8r7Yr3PqYnWN0VQGXypu8SGl11VcpIuYCAAAAAACARoqMCwAAAPCvVRVD0KghF62lmovO3l0bcp86IC9xeUnmHgEA9Sxt7wem8nzZMAn7Mt87T1VwUVcp0loiLpZVigi44CJaunzRl1/PEgAAAAAAALVDxgUAAAD4d6zzxNYVi/TqgkVy6z/a7NRCHZa8/WUhzAIA6k154fHsw9+p7TKvccLOqzLdoq+KuWh1yipF6rWKdAsunpSUk4nHjwoAAAAAAIDaIeMCAAAA/GunYi5CTbmoSxbp7fT2uojH1TGlObE5R38SAFBvUra/Lswm2TDpfYw+Y09bpciySJFSxEWJuVgQcwEAAAAAAECjRsYFAAAA+I/UMi5KgQSNshyI3rIsiN79EuE5QB2Qtvtds6FYAEA9KE7fVpjyl9ou9b5Fo3XU6/+2UJFaxEW5RGk0pFtwcXXu1KNf30ECAAAAAACgdsi4AAAAAP+FdcJYreKi1kvQqUuEhD4oNHbyIWNZTvqBzwQA1DmzMXnby2rT4NDS6DHgb+kW5aZTL07WgAsxF1xEnTt1H9BvsAAAAAAAAKgdMi4AAADAf6eppFVLuaiFE/TOIZqA8eqArNivK4qSBQDUqez4BWX5R9V2qf+9ldefqpiLVl6QLEVcKhdVAwAAAAAAAGwCGRcAAADgP7KWRqhMuWgslVzUaeag24TeQz5qNpWn7n5bAEDdMVUUpu39QG2Xuw0UTi3/VsFFb4m5KKuoUcQFDcWOnVtWr10hAAAAAAAAakcvAAAAAPxXctrYbDYrc8hmZVUQs1AyLiaTSe/gbmh+jzj2ihyTf/z3NOdAjd5RAEBdKMk+YCrPlw2zxr7c9xZtVbrOTm+nsxRxqVylSBBwQUOxY+fm5JSTLFcEAAAAAABqiYwLAAAAUFvWUi5as1mn1Zl0OpNJbxcwuiJ9oSg+JAdkxn4pAKCulXlfp7H3UaMtenVrWTFNLeKibEm3AAAAAAAAwIawVhEAAABQK6dWLBLqnLJUtWJR+BQBAPXDqPc1+oxXoy1qzEUp4qLTKTdLERd1GDEXNASBgc3DQiMFAAAAAABA7VDHBQAAAKgDahkXo0mp42LWmuRNr9Obm3UyBYw3FR40m82i8m+FQEMlP52Kigq9Xi8/TQH8ncFgNJmMlhSb/uLmRtTSURVeY/V6O+WmU7fKKkWVRVwsFVxIt6DhGD50jAAAAAAAAKg1Mi4AAABAbcmJZDW5IqeWzVqhlHERVYmW8EcrDOUGQ4XRKOfHDWaTyVwVdhFoeNLSUkpFaWhImIaMC85gMpmyszMLCvI1Zo1HM0+PZl7igmdI1JJRllCdTikYZQm42NnZK9Vc9MoqRRrLKkXWgAsxFwAAAAAAANgSMi4AAABA3VDnks1mjSXpotNqTXLW2Zp9MVoWMDKZjGYz1VwaqNLSkuzsLH//QAcHJwGcTVBgSKFbwfETx1JSkrOzs0NDwp2dXcSFYo2taC1BFp3lqqKWcrEuVCSpIRgBAAAAAAAA2BwyLgAAAEAdUEu5qLUTlLln2aUzWx/SWlY30RmNJrNJLeMiLMviCDQk8fFxZWVlwYGhej1/UMI5OXg5enh4JSTEJyWfyM3NCQ4KiYiI0ll+9PWtMrliucwoaxKpkRZLuqUy5qLVKUVcBEVc0OB8+vl7ySknpz31mgAAAAAAAKgF/tUtAAAAUDesMRetUFYsMpt1+srJaMuqIiajSW+qXKuIdEvDU1RUcPxEYsuo1i4ubgL4J23bdAwOCt2+c/Ph+LikpBOdO/Xw8fETF4TGGqazpOf0leVbCLgAAAAAAADA9pFxAQAAAOqSdcUiOedcdV/JuKirFJlMJssoYi4NzsZN68rKymJad7C3dxBADfj5BV4x+Ko9e3fI2+8rl0ZFRnfv3tve3l7Um6rYirJV8i1VKxZZt0qPhoWKAAAAAAAAYLPIuAAAAAB15lQpF61WNrQ6oTFZMi7CbDbpzOoyRaRbGp683JzYuP2XdOji7u4hgH+je7c+US1a/75yyb4Du48eOzyg35CoqNainlliLFXFXCwFXeS96gEXYi5oaIYPvbqsvEwAAAAAAADUDhkXAAAAoO6pE8yWRYuUSWgl2aJV1yhSAi7EXBqaTVvWVVRUdO/WR6+3E8C/5OcXeOP1k7Zt27hm3YpFP3/fokWrYVeOcXWtl0WvrOEVTdWaRcKadyHgggYsMDBYAAAAAAAA1BoZFwAAAKAuqaVcRNU0s3rXLMzynhpwEepCIyRdGozc3Jydu7Z17tTdo5mnAP6rS3v2a9263aKfv4uN3X/s2JEhg0Z27dJT1KnKpdCsbXNlo/r6RARcAAAAAAAAYMPIuAAAAAB1rHIe2rJokaiWelFZ28xENxCr164wGo0D+g3RanUCqAVvL99Jtz2wfcfmZct/XPTzdzt3bb1m7I1eXr6iTmmsQRZ1U+1SQsAFDdaOnVvyC/IG9BssAAAAAAAAaoGMCwAAAFAvrJPN1rDLaf1oCPLz87Zu29C5U3cvLx8B1IVuXS9tE9P+x5++3bN3x1vvTB8yeGT/voPq9YfPVQUN346dm5NTTpJxAQAAAAAAtUTGBQAAAKhfTD83ZCtXLTOZTIMGDuNjQh1ydXW7+aY7Dxzc+8OCr5YsXbhjx+Ybxk8MDAwWAAAAAAAAAGpBKwAAAACgScrPz9u85a9LOnTx8fETQF1rE9P+8cde7NG9T3LKybfeeWnZrz8ZDAYBNEmdO/Xo13eQAAAAAAAAqB3quAAAAABoov5c/ZvRaBw8aLgA6oejo+O14yZ07dLz2++/+GPV8t27t98w/rawsEgBNDGdO3UXAAAAAAAAtUYdFwAAAABNUWFR4YZNa9u17RjgHySA+hQZ0XLqlOcH9B+SlZ3x7gevLVz0TVlZmQAAAAAAAADwL5FxAQAAANAU/bn6N4OhYghFXHBB6PX6kcPHPvLQUwEBQRs2rnntzWlxhw4IoMlISUk6lnhUAAAAAAAA1A4ZFwAAAABNTklJ8V/r/2wd3TY4OFQAF0pwUMjkh58ZduXooqLCTz59Z963n8mGAJqApct//GruLAEAAAAAAFA7egEAAAAATczqtSsMhorBFHHBBafVai8fOLRDh87ffDdnx84tcYcOjBp5bZfOPQQAAAAAAACAf7LsGQAAABAASURBVEIdFwAAAABNS1lZ6dp1f0S1iA4PayGAi8HXx//B+6aOHXODwVDxzXefz5r9dm5ujgAAAAAAAABwXtRxAQAAANC0rF33R3l52aDLhwng4tFoNL0u7d+ubcdvv59z6PDB12c8O3zo1bJH9gvA5kya+IAAAAAAAACoNeq4AAAAAGhCyspKV69dERQU0jKqtQAuNnf3Znfd8fCN19+u19v9+NO3737wWkZmmgAAAAAAAABwNmRcAAAAADQh6zesLi0tGXrFKAE0GJ07dX/8fy/K7fHjCW++9cLKP5aZTCYBAAAAAAAA4O/IuAAAAABoKioqylev+T0oKKRNTHsBNCTOTs43Xn/7nZMecnFxXf7bzzPefjEp+YQAbMXS5Yu+/HqWAAAAAAAAqB0yLgAAAACaivUb1xQVFw0ZNFwADVJ0qzZTp7zQu9eA1NTkme9MX7xkgcFgEEDjl5JyMvH4UQEAAAAAAFA7ZFwAAAAANAkGg2HVquX+foHt2nYUQEPl4OBw9ejrH7xvqreX7+q1K15789mjCYcFAAAAAAAAADIuAAAAAJqITZvXFRUXDbp8mEajEUDDFhYW+djkZ+XXNS8v54OP3vxhwdclJSUCaLSGD7365pvuEgAAAAAAALWjFwAAAABg6wwGw8pVy7y9fTte0lUAjYFerx96xajOHbvP/ebTzVv+2r9/93XX3tImpr0AGqHAwGABAAAAAABQa9RxAQAAAGD7tm3fWFCQP+jyYVotfwhCY+LvH/jow0+PHDGuvKLssznvf/n1rMLCAgEAAAAAAAA0SdRxAQAAAGDjjEbjij+Wenh4dunUQwCNjUajGdBvcIf2nb/59vM9e3fEx8eOHHlN9669BNB4bN+xuaiosF/fywUAAAAAAEAt8J8wAgAAALBx23duzs3NufyyoTqdTgCNk5en9/33PnbtuAlms/n7H778cNaM7JwsATQSW7auX7/hTwEAAAAAAFA7ZFwAAAAA2DKTybTyj2Vubu7du/UWQCPXo3ufqf97IaZ1uyNHDr0x47m1f/1hNpsF0OAZTUYtKUMAAAAAAFBrZFwAAAAA2LKdu7ZmZWUMvOxKvZ6lWmEL3FzdJ018YMKNd9jbO/z8yw/vf/h6Rma6ABq2oMDmYaGRAgAAAAAAoHb4l7wAAAAAbJbZbP5txWIXZ5dLe/QVgA3peEnXVq3a/PzL99u2b3rzreevGHLVZf2HaDQaATRIV4++XgAAAAAAANQadVwAAAAA2KzYuP1ZWRkD+g+xs7MXgG1xdnK+/rrbJk18wNnZZemyH99+9+XU1GQBAAAAAAAA2C4yLgAAAABs1l/rV+l0+p4UcYHtimndbuqUF3p073My6fhb77y0YuVSo9EoAAAAAAAAAFtExgUAAACAbcrKyoiN29+5YzdnZxcB2C5HR8drx024565HXV3df/39l5nvvpycfEIADcm05yd/8dXHAgAAAAAAoHbIuAAAAACwTX+t/1Nu+/YZKIAmIKpF9NQpz/fuNSAl5eTMd19e/tvPFHRBw1FUVOjo4CgAAAAAAABqh4wLAAAAABtUXl6+eetfYaERwcGhAmgaHBwcrh59/f33Pubp6b3yj2Uz3n7xxMlEAVxs8oIstw6OZFwAAAAAAEBtkXEBAAAAYIN27NxcVlbWu9dlAmhiIsKjHnv02f59B6Wnp77z3iuLly6sqKgQwMVjb2//3DNvDOg3RAAAAAAAANSOXgAAAABoSjQa4egsbF5Ei+DJkydHRrSUx9uIlBQJ4D9wcvn7XWF33fhrRo0ekZqWUlFRnp13PMA/yNHRSTQe/BZsjJubuwAAAAAAAKg1Mi4AAABA06LVCl0T+HNAixaRAmgyzvqjdnF1auHKDwEAAAAAAAC2g7WKAAAAAAAAUF+OJsR/+/2ctPRUAQAAAAAAUDtkXAAAAAAAAFBfMjJSt23fVFJSLAAAAAAAAGqHtYoAAAAAAABQX4qKCuXW1dVNAAAAAAAA1A4ZFwAAAAAAANSXkJDwIYNHNHP3EAAAAAAAALVDxgUAAAAAAAD1pWVUa3kTAAAAAAAAtUbGBQAAAAAAAAAAAAAAAA2dVgAAAABoYkpLSzUaja+v7/mHPfvss3LYW2+9Jep6zxfYL7/8It/VbbfdZu3Ztm3byJEjCwsL1bsGg0EO8PD4d+to9OjRQz7ryJEj6t2BAwfKu3LPAmg8/tuXv/60atVKvp/MzEwBG7J5y1+JxxMEAAAAAABArVHHBQAAAECTM3LkyNTUVAEAqGdms3nBj/M6dewWFhohAAAAAAAAaoeMCwAAAICzu/XWWy+77LIWLVoIW6fT6f7880+5FbUwY8aMvLy86OhoATQedfLlB86joCDfZDJ5efkIAAAAAACAWiPjAgAAAODsIixEE6DRaAYMGCBqp1OnTgJobOrkyw+cR1l5mZent0czTwEAAAAAAFBrWgEAAACgqSovL3/jjTcuv/xyDw+Pyy677Nlnn83NzbU+Ku/K+e+33nrL2mMwGD788EM5I+7p6dmnT59XXnlF9rRp00Y+/V/t+UxPPfWUfK1169Z9+eWXo0aN8vX17dKly8MPP1xQUCAf/eGHH0aMGOHl5dW2bdsXX3yxoqLC+sTu3bvLJ8bHx1ffm9yJ7Lz//vvPfKF58+bJh9SFitzc3GTbYCEb1qP47bff5F35nrds2XLzzTeHhIRERkbKxtatW8W5DRw4UD5r27Zt1TsXLFhw4403yqe3bNnylltuWbVqVfVHly5dKp/y+uuvL1myRB5vq1at5HkTwH/Sr18/e3v74uJi+cOU30b5I+3fv/+bb74pHzKZTLKzb9++7u7uPXr0+P77763POu3LL2VmZj755JOXXnqpHNyxY0f5vV20aFH1F/rHAarzf/lVy5cvHz16tPy9y/1MmTKFFcRskq+P31NPvNyzR18BAAAAAABQa9RxAQAAAJooORferVu3PXv2BAcHN2/efLXFpk2bfvvtt7OON5vNN910k5wd12q1nTp1SktLk/Pcct5a7qeWe7Z699135by4k5NTmzZtdu7cuWPHjsTERDlb/+CDD8r9yJnybdu2TZs2TZ3FF/9J+/btX3jhhTfeeKOgoODpp5+2t7eXh2Mymc4cuX79evkql1xyyQ033HD06NF58+YtXLjwl19+ufzyy2vyQiUlJVddddXKlStlWx6OPKi5c+d+9dVXEydO/Oyzz9QxGo1GbuVhyneiBnfkSRZALciv688//+zn5+fv77/WQn69d+3a9e2338ovc0BAwJYtW8aPH+/u7j506NAzn24wGK688srt27f7+PjI7216evpXFnfeeeesWbNqMkDU7MsvzZ49Wz5LNqKiovR6/cyZM+WbLCsrEwAAAAAAAMA5UMcFAAAAaKKKLdasWXPixIl9+/aplRh+//332NjYs46fM2fO999/L2es9+/fv23btsOHD8vBcu48MTGxlnu2WrBgwfPPP5+RkSH3v379ent7+59++ul///ufnLOXu9q8efOePXuEJQojJ9rFf9KhQ4dnnnnGxcVFtqdOnSrbWu3Z/1j0xx9/yLn8DRs2vPbaa/Pnz5fz8fKgbr/9djl/X5MXmjFjhpzjHzhw4NGjR61nrGfPnp9//vnChQvVMWqiRZ7Vyy67TJ6oTZs22dnZCeC/qqioWLVqlfwdJScny5+b/BIKy/d8x44de/fulb/WQ4cOffTRR8LyIzrrHpYvX759+/bbbrtN/gzlF1J+e+VPICAg4JNPPpFf0ZoMEDX78suHHnroIXd39yVLlshH5ZgDBw54eHhkZWUJAAAAAAAA4BzIuAAAAABN11tvvdWvXz+1msjo0aMHDRokG7t37z7rYHVS/LPPPmvdurXaM3jw4Oeff772e7bq1avXtGnT1ACKnBFXK6bccccdV111lTqgbdu2bdq0KS4uPnnypKhn9vb277//vjV0MnHixBEjRiQmJp51WZbTFBYWvv7663IPc+fOjYiIUDsjIyPVeMGLL75YfbCzs/O3334rD61Hjx7nCtwANXT//fePHTtWp9PJ9kMPPeTk5CQsX7l27dqpA0aOHCm3R44cOevTjx49Krfqb1B16aWXyl/9V1995ePjU5MBNfzyf/zxxyUlJY888sjw4cPVnujoaPlEAZvz2Zz3Z3/2rgAAAAAAAKgL/PtTAAAAoOk6bdmd9u3by21ubu6ZI5OSknbv3h0cHNyzZ8/q/ddee20t91xd//79q9/19/cXllxL9U5fX1+5zczMFPVs2LBhoaGh1XvGjBkjt2vWrPnH5x44cKCgoKBTp06BgYHV+zt27CjfvzyT1Rdk6datm5eXlwDqQr9+/axtnU6nfgOtARdR9QtKT08/69MHDx4st++///5VV131+eefx8XFCctvYcKECQEBATUZUMMv/59//im3o0aNqj5G7sfPz0/AtiSnnDQajQIAAAAAAKAukHEBAAAAmihPT09nZ+fqPWrNkrNORiYkJMhtSEjIaf0+Pj5ubm612XN13t7e1e+qtSjU4hBWF6zSibUEhVXz5s3l9tixY//43MOHD8vt5s2bNWfIyMiQDx08eNA6WM0cAHXirD+i6t+x8/+C2rRpM3PmTDlm8eLFt99+e+vWrWNiYqZPn56Xl1fDATX88qu/o+Dg4OqvLsec+btDo1ZWVpabmxMQECQAAAAAAADqgl4AAAAAaJLUye8acnBwkFuz2VyTwf9qz9VZFwaqpTqpGXCuo6jJSVAXaQoJCYmOjv7HwXo9fy5Dnan9j+jhhx8eNWrUvHnz4uLiDh8+vHv37qeffvqzzz5btmyZuk7Z+QfU8MuvDlO31Z2ZmUOjJv+/Y9pTrwkAAAAAAIA6wr9LBQAAAPDP1OnqEydOnNafk5NTUFDQrFkzcZGoSRSDwVC9My0tTdRaSkrKaT0nT54UVdVczi8yMlJu5Xz/77//LoDGJiIi4umnn1bbWVlZ48aNW7169fTp07/++ut/HFDDL39QUFBGRkZiYuJpdYxqUicJjUuzZh4CAAAAAACgjrBWEQAAAIB/5u7uftlllyUnJ2/YsKF6/8KFC8VF5ejoKM6YF5fT7ed/1pnVI860cuXK/Pz86j3ffvut3F555ZX/+NwuXbpERERs3LgxKSmper86oy8fLS4uFkDDM3Xq1MDAwOXLl1t7vL291TiL+iv7xwE1/PL369dPbhcsWFB9zI4dO+Lj4wUAAAAAAABwDmRcAAAAANTIww8/LLd33HFHbGys2rNq1apnnnlG1CwyUk9atWolt6+88kpqaqpsFBYWTp8+/R+rpzg7O8vt0aNHzzMmLS3t1ltvLSgoEJbFj5577rmVK1d269bt6quvFv/Ezs7u0UcflW/mzjvvVPcg5ebmTpgwITMzU+5EfQNAQ9OpUyf5U3r++edzcnLUHoPBMHfuXNlo06ZNTQbU8Ms/ceJEuX333XfV6Jh05MiR22+/XcC2LPv1p99Nsz/IAAAQAElEQVRWLBYAAAAAAAB1hLWKAAAAANTIyJEj77jjjtmzZ7dt27Zjx45FRUVxcXFyVltOeLu5uYmLZMqUKUuWLFm7dm1wcHCXLl12794tO19++eUnn3zyPM9q2bKlnFDv27dvSEjIypUrfXx8zhzTokWLX3/9NSAgQB6sPNKsrKygoKAvvvhCr6/RH6PkbP28efOWLVvWoUOHqKgo2bN///6UlJTu3bvPmDFDAA3S+PHjFy5cuGDBgpiYmPbt2wvLCmXy+x8WFqYG2v5xgKjZl1/+rF599dXHH3/8hhtueOKJJ/z9/bdt2yb3KZ+yZ88eAVuxfccmf79AAQAAAAAAUEeo4wIAAACgRjQazSeffPLFF1+MGDEiMTGxrKzsxhtvXLJkiXzI09NTXCQtW7bcuXPn5MmT5XT78ePHR48e/fvvv48cOfL8z5IT7XI2PT8/Xz4lLS3trGM6deq0fv36q6666vDhw3IC/uGHH964caNaqaImnJyc1q5d+/TTT8uTs2vXLjl/HxYWJl/3zz//dHFxEUBD9c0333z44YdRUVH79u3bvXt3eHj4Sy+9tGPHjubNm9dwQA2//FOnTl23bt0NN9xQUVFRUFBw7733ygF+fn4CtqKkpCQ3NycwIFgAAAAAAADUEY3ZbBYAAABoGNR/NjOZTEaj0WAwlJeXL1tYunG18PLWPfa8rwDqgk4nnFzFf7B///7AwEAvL6/qnX/99Vffvn1vvPFGdbES2/Dbb79deeWV48aNmz9/vriwCvME8B+4NhM2ht+CDSgpKflr/armzcNiWrcTwIWyblXRsh8LdHrTpMnZTk5Ojo6ODhZ2dnZ6vV6r1WosBAAAAACgcaKOCwAAAIAaeeSRR7y9vdXCLaqKioqnn35aNsaMGSMAAKjGyclp8KDhBFwAAAAAAEAdqtFC8gAAAABwxx13rFixYsyYMT169JAzl7Jn7969aWlpDz744NixYwUAAAAAAAAAAPWJOi4AAAAAauSaa675448/rr/++vz8/E2bNh07dmzgwIG///77O++8IwAA+LuNm9aeOJkoAAAAAAAA6g51XAAAAADU1EALYeuuuOIKs9ksAAD/VWFR4YIf5w3oPySkeZgAAAAAAACoI2RcAAAAAAAAUJeOJcTLbUR4CwEAAAAAAFB3yLgAAAAAAACgLun0en//wKDAEAEAAAAAAFB3yLgAAAAAAACgLsW0bidvAgAAAAAAoE6RcQEAAAAAAAAAAAAAAEBDR8YFAAAAaFpMJmGoEDbjaMLh8vLy1tFtBdCENZYfdUVF+YmTx4uKCnQ6XXBQaLNmHgK2qKi4qLS0xNvLRwAAAAAAANQpMi4AAABA02I2i9JiYTO+/+4Ho8k45REyLmjSGs+P2j7IP2rDxjWLly4oLy/v3Kn7mNHXOzs5C9iWLVvXL1m68H+Tn/P3DxQAAAAAAAB1h4wLAAAAgEasrKzUxdVNAGg8el3aP7pVm3nffb5j55bDh2NvvH5iy5YxAjYkPj7Wzc2dgAsAAAAAAKhzWgEAAAAAjVZZeZmjg6MA0Kh4e/s+cO//hg8dU1xS9PHstxcu+qa8vFzAVqSkJkVGtBQAAAAAAAB1jTouAAAAABqxsrJSR0cnAaCx0Wg0Ay+7MqZ1+7nffrph45rYuP03jp8YHt5CoPGb9tRr+fl5AgAAAAAAoK5RxwUAAABAI1ZWVuZAHReg0QoMDH70oacvHzg0Jyfr/Y/eWLx0ocFgEGj83N2bCQAAAAAAgLpGxgUAAABAY1VaWiq3rFUENGo6nW7YlaMfvP9xby/f1Wt+n/H2iykpSQKNVl5ergAAAAAAAKgfZFwAAAAANFZlZZaMC2sVAY1faEj4lEen9el9WXp66sx3p6/8Y5nJZBJobAoK8l+YPnXFyqUCAAAAAACgHpBxAQAAANBYlVoyLvYODgJA42dnZzdm1Pi773jYxcVt+W8/v/v+qxmZaQKNStyhA3IbFBQiAAAAAAAA6gEZFwAAAACNldFgkFt7O3sBwFa0bBnzv8nPdenc48TJxFdfn7Z23R8CjUf8kVidTtcyqrUAAAAAAACoB2RcAAAAADRWZvkXAJvj5OR0w/iJE2+919XF7efFP3zw0Zv5BXkCjcHVo2+Y/PAz9vZEDwEAAAAAQL0g4wIAAAAAABqctm0ueWzys23bXnI04fDrbzy7e892gQbP3t7e3z9QAAAAAAAA1A8yLgAAAAAAoCFydXWbeMu9115zs8ls+mruJ99893lZWZkAAAAAAABAU0XGBQAAAAAANFw9uvWe8uizYWGR23dsfmPGc8eOHRFokN774LUVK5cKAAAAAACAekPGBQAAAAAANGhent4P3Pu/4UPH5Bfkvf/RG8t+/cloNAo0JNnZWccSj5aVU2gHAAAAAADUIzIuAAAAAACgodNoNAMvu/KRB5/y9fX/Y9Xyt997JSMzTaDB2LV7q9y2b9dJAAAAAAAA1BsyLgAAAAAAoHEIDAye/PAzA/oNTkk5+dbbL23YuEagYbi0Z/8br789LDRCAAAAAAAA1BsyLgAAAAAAoNHQ6/UjR4y7565HHR2dFy765pNP3y0ozBe42JycnDp36i4AAAAAAADqk14AAAAAQANWVFT42pvPyu25BshJbnk760NyFjyqRbQAYHNaRLb63+Tnfvrlu23bN73+5nM3Xj+xdXQ7AQAAAAAAAJtGHRcAAAAADZqLi+uVQ64S/163rpcScAFsmJOT0/XX3Tbx1ntle/Zn781fOLe8vLzmT1+8ZIFAHflq7ifnyhoCAAAAAADUITIuAAAAABq6nj36hjQP+1dPcXFxHTl8nABg69q2ueR/U56LbtV20+Z1b7z1fFLS8Zo8a8myH1evXZGenipQawaDYd/+XcXFRQIAAAAAAKCekXEBAAAA0NBptdqxV9+o0Whq/pQrh1zl4uIqADQBbq7ud056cNzVNxYW5r/93isrVi41mUznf8rqNb/L7Zp1KwVq7dDhg0ajsV3bjgIAAAAAAKCekXEBAAAA0AiENA/r0/uymg/u2aOvANCUXNqz35RHpgUHhfz6+y/vvv9qdk7WuUY+/9L/zGazbOzYubmI6iO15ucXcPXo61tHtxMAAAAAAAD1jIwLAAAAgMbhyiGjalKaRaPRjL36Rq2WP+wATY63t++D9z9+5ZCrklNOvvnW81u2bThzzNfzZufn56nt8vLyzZvXCdSOj7dv714DnJycBAAAAAAAQD3jX/sCAAAAaBwcHR1HDB/7j8P69L4spHmYANAkabXawYOGP3T/426uzb7/4cvP5nxQUlJcfcCu3duq3/1rw59Go1EAAAAAAACgMSDjAgAAAKDR6N61V1SL6PMMcHFxvXLIKAGgaQsODp3y6LS+fQYeOLjntTeePXz4oNr/zLOPnDYyLy93z94dAv/V5i1/rVm3UgAAAAAAAFwQZFwAAAAANCZXj7lBr9ef69ERw8c6OjoKAE2enZ3d6Kuuu/uOh2X749lv//TL97Nmv13895ouqnV//SHwX61Zt5ITCAAAAAAALhgyLgAAAAAaE3+/gL59Lj/rQ1Etort37SUAoErLljH/e+z5Th27rftr1aGqai6nSTyecCzxqMC/l52dlZaW0vGSbgIAAAAAAOCCIOMCAAAAoJEZNHCYh4fnaZ16vf7qMTcIAPg7Zyfnm26YpNWe71+AUInkv9HpdAP6D+l4SVcBAAAAAABwQZBxAQAAANDIODo6jhk1/rTOvn0u9/cLEABwhjdnvmAymc4zYM/eHbm5OQL/UrNmHiOHj20eHCoAAAAAAAAuCDIuAAAAABqfdm07RrdqY73r4eE5aOAwAQBnk5KSdP4BJpPprw1/CgAAAAAAADRsZFwAAAAANEqjrrpOr9er7TGjxjs6OgoAOMOUqXfXZNjmzevKy8sFamzvvp0r/1hWVlYmAAAAAAAALhQyLgAAAAAaJX+/gIGXXSkbbdte0q5tRwEAZ3j51afMZnNNRhaXFG/bvlGgxjZtXvfnmt90Op0AAAAAAAC4UMi4AAAAAGisLr9saGBg8JirxgsAOMN3P3yRlZ1Z8/Hr1q+qYSAGJSUlcYcOxLRub62nBQAAAAAAcAGQcQEAAADQWMm51SmPTPP09BIAcIat2/5dXZb09NT9B3YL1IBZmAddPqx7t94CAAAAAADgAuK/tgEAAEBDxH9JD6D+aDQa0WQ02cvp7M/e9fH2LSktKSkpNplMNXzWn6t/a9vmEoF/4uTodMXgkYL/v26SmtQlFAAAAADQ0JBxAQAAQANSfaqMaTMA9UHOzlovL7Y6U3vm9bMJXlEnTXzA2i4rKyspKZa30tLiktJStW25qyRg1BxMaZnsKUnPSE08fjQ0JEIAOIN6zax+PSHvAgAAAAC4wMi4AAAAoKGwTpmoDbOFcl9D3gVArSizsObKhryeqJOy1du25Mxr6Wn9TZCdopm7e7Majq953ZemKSs7Mzs7s2VUa4GmxBoQtF5CheXCQswFAAAAAHAhkXEBAABAg1A912LJtpg11e4KyroA+K+qT8cqW2WeVmOTMZfqcZbKi6eaEeQqijq1Y+emv9b/ec+dj/r5BQg0GZWXSstlVJiV/1URcwEAAAAAXEhkXAAAAHDxVQ+4fLt//XPrfqy+mMhpwwDgX7FOvspryKiWnV8ZcJ0yK6vVasxyo7W9CVp5OOVpyVkrf7JGW8yisnHWSyvwb5Xt3NLFZDKtXJQq0CT8rQKW0Phdf5fSIzRaoRW2WxMLAAAAANAwkXEBAABAQ6FOxBZVlKcV5QsAqAc5JYVGo0Gj1erkHa3Wuu6GDUzQVg8LlqadTP3mYwHUjxDLNiN+n0CT5H3NRI1Op9VoTVphq2FBAAAAAECDRcYFAAAAF9nfVykymU0mAQD1Q15lDIYKnV75s7BOCJNShUBrS2sVqZdRISqLtdi5N5PzzwIAas1YXm4sLpKNCnkVldcane60sKAAAAAAAKD+kXEBAABAg6AWcTFJ5qqMi5ODiGwuAKD2UjNFVp78X6PJaDAalB6dMiOrM2vMlsuPbRRxqWyYzUajUb3bYfpM5+ZhAgBqLXXF0sMfviUbBkOFcl9z6iqqXkIp5QIAAAAAuADIuAAAAODiq5ydVedmq2ZqhV4nvD0EANRebtUKaGazwajOzirLbJg1Wo3W+ogtJF3UsOCpCykA1DUl46KxJFws/6PVkWsBAAAAAFw4ZFwAAADQIFQtVcRaRQDqkbzEyNlZrUZrNutMJpNGY9JotdYiBI2aNSwoj9Fs5kIKoL4YjBXyyimZ5N/y+kkFFwAAAADABcSy3AAAAGgYNFUxF8oPAKg3yoJoRqPyt9yaTWahVI8StqLyEsqFFEB9MhoN8iYvpCYL/vkNAAAAAHAhkXEBAABAg6BOjSjzzfxnwADqj9lstARchLDZGVlLSSzquACoLyZLRtCSbjERqgMAAAAAXGBkXAAAANBQmAX/HTCATkjjjwAAEABJREFU+qVcZ0xK+RZloSJxqnyUjVx5rAWxBBdSAPXFaDKaqyq4CAAAAAAALiy9AAAAAC425kgAXDDmqgoucmtjdaMqr6UaodFQEQtAfalcokhUXkj5pzgAAAAAwIVExgUAAAANCDMlAOqbpcqJLS9UJAgOAqhPGsvfmtO7AAAAAAC4EMi4AAAAAACaiqYQ/iAsCKBeVa+GRboFAAAAAHCBkXEBAAAAAAAAAAAAAABAQ0fGBQAAAAAAAAAAAAAAAA0dGRcAAAAAAAAAAAAAAAA0dGRcAAAAAAAAAAAAAAAA0NCRcQEAAAAAAAAAAAAAAEBDR8YFAAAAAAAAAAAAAAAADR0ZFwAAAAAAAAAAAAAAADR0ZFwAAAAAAAAAAAAAAADQ0JFxAQAAAAAAAAAAAAAAQENHxgUAAAAAAAAAAAAAAAANHRkXAAAAAAAAAAAAAAAANHRkXAAAAAAAAAAAAAAAANDQkXEBAAAAzsZsthNGrTCJ/8oktBVCKzRaAQAAAAAAAAAAao2MCwAAAHA6V3PJZab97U0ntMIs/hOz2VxcYjxk8lnj3qNQ5yIAAAAAAAAAAEDtkHEBAAAATudrymtlStYK4ah3cbZvptfaaTRag6kiq+hkDfeg0Wjs7TThhan7yrMLHZ3lfQEAAAAAAAAAAGqBjAsAAABwOp1G2AmTs51bULNWep2dyWwsrSgylOf+4xPtdc6uDp6FZdnlxhKNQv4Dt1EoxWDIuAAAAAAAAAAAUCtkXAAAAICzc3Hw0Gl1BmNFbklqfmlWubH0/OOd7Nx6h18T3Cw6pyT1t7hPDIYCAQAAAAAAAAAA6ggZFwAAAODs9Fp7ITRZRSdzS9LMSi2Wf9C1+fAeYaP1WrtQc7sTufu3Jv56nsHj/FvM73jlP+7zpSPbnonf/HhE51daXSrv/pp5fOj2xeKCSL3sNn97Z9novXnhhtxUURduCmw12j+ylYtHC6dmOYayA4XZ63NS3jy2s8hoEPWshZP7Uy269vIIbO7oEluUuyLz+A+p8Tt6XScfyjWUef7xqWiQJjVvM7vtZbKxJS+tx6YFizsPH+EbvjDtyLhdv/7bXb0b0/eB0A7/OGzQ1p//yD6pvpC8+8zhzS8d3SaA+rHg6af3LFt25aOP9rrpJrUnPy1t7Zw5rfv3j7r0UnFBmM3m/StWHFq//urnn6/hU+SbnDFs2OAHH+xzyy3i3/v6/vsPb9hwWqedg4NPRIR3WFhAy5ZdRo928fIS/1Jxbu7q2bOPbd+ek5QU3KZN34kTv7znnpgBA65/6y1xkbwzenTW8eOP//GHs6envDvnzjsTtm276+uvg9u2FQAAAAAAAP8JGRcAAADg7DQajdFUkVNSo3hHlHfXAVE3aTU69a7RZBKoxlVn915Mv1uDW1t7nHX6YAeXwd4htzdv80jsXwvTjoh646LTr+1xdZCDi3q3i7tvUmmhaIS252eM8A2/1CNAADbq17ff3vfbby179xYXSvqRIz88/nhIh39OgFm5+/sHxcTErV373zIuKv+oKFdvb+tdk8GQfvRoSmysPPwt8+ffPXdu9Udr4vvHHkvYvt3B1dW/ZUuNVisAAAAAAABsERkXAAAA4OwqjOW5hvSajAz1aHt1h6lqwMVkNsWmb9ifuub8T8muKN2Sl2a929zRVU1g5BvKY4tyrP0nG2cU40x/dBvVvZm/2i40Vhwpzmvh3MxVZyfvhji6zuswOHlr0cY6qhZzpks9AtTTW2SsmH3ygGz8mXVSNEKrsk4+26KbPJZ2rl77CrP/1XMTSwqqf+XauHqp519+x5LLiqz9eYYyAeCftOjZc92cOaUFBY5ubuI/6X3TTR2vuuq0zoRt23556aWs48fXfPrp8KlTRY0ZysoStm/XOzhMXrpUfUsleXm3ffKJc7NmosG48tFHSwsLfcLDBQAAAAAAwH9FxgUAAAA4u/zSDKPpn9fQ8XMNGxA1wcnOVVjWvDiZe/CPw18YzRXnf9aq7KQemxZY71rXkdldkNlvyyLRAAT8OUfUkYfDLlEDLgaz6bn4LdOPbpdtrRB3hbSb0bq3k1bvoNW907pv903zRf3wtnNUG0eK8x+J/cvar/ntA9GobMhNyTOUN9PbD/IO+bcZlxnHdsmb9e62S6/t4u4rG3OT4544vEkA+Dei+/Vb+/nn8Rs2tLviClF3Irp2veKRR7555JF9K1b824yL3Dp7eFgzN07Nmsm9iYYksHVrAQAAAAAAUDtkXAAAAICzKzMUy62rvWdws+is4qSsoiSzOH0FIme7Zj1CR4c0i1HvZhcnbzi2IKc4RdQbLzuHl1r27O8ZFOTosjE39ZMT+39KT6g+wNfO8fHILv28gmJcPI+W5G/NS3/5yLYjJfnVx/T2CJBj2rl6Bzg4l5oMx0sKt+SlfXh8786CTOuY1Mtu87d3VgZvXrihqsLKhKDou0LaRji5+9k7ZVWUJpYU/JF18p3E3WnlJed6w4EOzs+0qJxnfT1hpxpwkeSp/OjEvnKT8dN2A7MrSuVNvvOMilLrE+VrXRsQ1dHNx8feaX9h9ra89FcTth8rKbAO6OURsL7HWNlYmXVi6PbF01v2HOjdPNrFc29B1o9pR6x5DsOQe3Uajdru4OZtvuI+2Qhb86W3neOOXtfJdq6hzPOPT2XDXWeXN+hO2ThcnPvgwXUzW/eRRyoPc3Lsenmi5F350EtHts1LiXumRbdeHoEuOv26nOR3EveszUke7B1yd0jbfl7BZSajfKsvHtm6PT+j+nm42j/y5qDW3Zr52Wt1O/MzFqcnvHd872nnSp6BZ6K6DfAKDnN025SX9kbCjtMGGMzmrXlpg7xD+ngGvp2429qfc/kkD71DgbHCfeUndzRvc31gqy7uvidLC3/POvFc/JY8Q7mohQ6u3k+16CpfsdxkWp+b8urR7afFa2rylQP+UV5q6oxhw9T2vIcekttbPvqoRY8eas++FSsO/vnnyT17NDpdyCWXdBoxIrJ7d+tz49atk08Z8tBDPhERf378cXlxcau+fYdOniwfyj5xYvuiRSlxcSmxsWaz2d3fP/SSSwbdd5+aBfll+vRtCxfKxok9e6Z17hzRtettn3yi7rMoO3vjN98c37UrNT4+KDo6olu3ntdf7+BSueRZ8/btnT084jdtqp5xWfn++2s//1zuQavXb/n+e7lPO0dHeQi9brrJIyhI1IxX8+ZyW5yTYzIY5H7UTkNZ2daFC49u3nxi716PwMCwzp17XHedOlKafeut8rVkIz8tTR6FbDywcGF+evqX99wTM2DA9W+9JXsOb9jw9f33D7z77s6jRq2dMydx587i3Fx5vF3GjDkzCnP+s30uh/76a/vChYm7d7v7+UX26NFnwoTTBsy5886Ebdvu+vrr4LZt1Z7S/PxtP/6YtH+//IAKs7Ob+fv7RkQMuv/+02q9yM93+48/nty3T35qUT179p806Y+PPpIfnLor+XG/1KdPdN++gx98UH4EclhYp04jHn/cxcvLZDTuWbbsyNataYcPZx075urjI89e75tvbtWnT+WJLS19oVevlr16jXzqqY3z5h3bsSMnOTm0Q4euY8e27t9fnqI/Z806tn17fmZmcOvWcv//GNNJPXRo1UcfpR85UpST07xdu3D5SY0fX73Yj/ywUuPi/rdixYr33tu/cmVAq1YD7rxTvmEBAAAAAABqhowLAAAAcE5aobupy3Qv56Di8rzvd7+Ykh9f/VGdRt82oF+HoIF6rb1QMjElW44vPpSx5cwoTF0JdnTZeum1kU7u6t2hPmHydsf+Pz+1rL8jDfcNm9thsIfeQb3b3tVb3q4JiLpn/+p5KYfUzluCWs9pf7mmap+OWp2Hm0MHN2XYkG0/b8k75/JMs9teNql5G+tdf3tneevezP8qv4i+m3/MOccaN6P8IrwsZVTyDeWvVAVcrL5Mjt1VkHlaHESv0czrMOTagChrTxd3X3m7PrDlo7F/fZZ08LSdOOn0K7qOGuAVrN7t5REgb/Lpl25a8N8+CXe9vTyNavWXIAeXrXlpI/0i1Icu9Qh4MKyDHKDevdq/xTDf8E9O7Jed1qcH+0XIYd03zk8srUzk/Nhx6Bj/SOuAwd4h8ib3OX73b9kVleetj0fgos7DfKpKzgzxDhnoFfx75onT3tv63NRB3iFy/2d9529G954c3lFtt3H1krcbA1v12/JjbFGu+E/kWf1fZGc3y6pGUriT20jf8AFbFlnjUDX5ygE14ejqOvDuuw+sWpV66NAlw4d7h4R4Bis/6orS0m8eeeTI5s2y7RsRYefouGfp0t1LlnQaNWrMs8+qz1UvaMkHD6784AOTQam/VZStJLG2zp+/9I031LBIcJs22SdOpMbFpVryLrd/9plWp2vVp49Or9/8/fcegYGdR41q5l+5pNq+33//+cUXy4qKHFxd/aOikuPijm7dumX+/Oteey20o/IT02g0Ub16JWzdajabNRpN9QNJ2L59w1dfyREBrVplHDu26bvvdv/666RPP/WNjKzJeTi8fr3cBsXEWAMu6UeOfPPoo/LN6+zsglq3LszO3jhv3taFC4c++mi3cePkAPnOI7p2Xfv55/Ld9r7pJtnj4uGRn36Wi3l+RsYX99wjdyXPRrm9/Z7ly+Vt3PTpHYYOVQfU5Gyf1fYff/z5pZdkwyskRJ7YjXPn7v31V0PF+UqaHd+167vHHivMyhJqiReNJiMhQd6O7dhx97x58hNRh8lPZ+lrrwlL+sfB2VnejVu3zrN6Zshy/suKi+c99FBOcrJsn9i719nTU34H5j74YNIB5f8f3Xx9fSIi0g4fzklKSti27fqZM2P697fuoLy4+LPbb89LTZWHrNPpDv31V/zGjde98caqDz/MTEwMjI6WLxC/adPJ/fsfWrTIxcvrXEe0Z9myhc88I78Szh4e/i1bypeWZ3LzDz+Mef75lr16Vb1ZjUar/XHatIOrV8u7csCIxx8XAAAAAACgxsi4AAAAAOfk7xYhb7LRzMmvjX/f0zIuIZ5tBkRNUAMuck4rLn3j9pPL6i/gIiwBgpyKsh/TjuQbKgb7hAQ7KBUFprXopmZcHLW6d2P6qWmDYyUFq7OTWro0u9QjwE1n92Gb/iuzTqjVVqZFdZPTdaUm48xjuw4UZjezcxjr3+Iyr+BmevtXW/UauPWns750pJO7GnA5WpL/+ckDR4rzQ51c72zetoVzs7auXo+Gd3wmfvNZnxjmWPnfrx8vLSw0nj7faTCbTwu4SK+16mUNuPyVk3KwKLufZ3C0i4e73v6TdpcdLMqx1pVR9fYILDMZf808fry0QLbl+5Gd3Zv59/QIkCPfSdwt3+QoS0glrbz425TDslFgqLAuYHQmtYCNPEV5hrKUsuLqJUku926eWVH6fephvUYr9ym38rQ/GNYhq6L0t8zj8hxe6ROm02j87J0eCOswJU6Zq74vtL0acKkwm+ThJAp/+FYAABAASURBVJUWDvIOCXBwHuwd8nRk10ctY6QP2vRXAy4Gs2lF1onM8tJhvmHydtp7W5V18tkW3YIcXNq5ep1WT0V+0JPDO8pD3leYFe3i2d9TmQP2tXca5x/10tFt4j+Rx5tQkr8w+4i73m6IT6irzk5+Co9Hdrlu92+ixl85oCYcXF0H3HlnekJC6qFD7YYMie7bV+3f8PXXRzZvjuzWbdS0aWrqJfvkyYVPPbXz559b9e7ddtAg2WO2jNz3++9RPXteOXlyWXGx3s6uKDtbDbiMfPLJTiNG6B2V31dqXNxnkyad2LPnxN69YR07tu7fX+5z8/ffu/n6yldXX7EkL2/pa6+VFxdf9dRTnUeP1up08gq/cd68X996a9kbb9z19dcarVYOi+refc+yZSf37g3p0KH6gayeNevye+/tPWGC3sFBPnHhM8/IYWvnzBn74ovnPwPFubk7fvpp5YcfyvalN9xg7V/+5pvZJ070uO46uVu1Iog8IQuffvrXGTPkWXL39+8yZkxpfr6ScXFxsR7FWW1buFCesds//VQNasi7v0yf/scHH8gTLg+zhmf7THLM0jfflK8+7uWX1Q8u89ixbydPzkhIOM+bkcdVmJXVedSoKx56yMnDQ1iSSd9PnXps+/Y9y5f3mzhR3Y887XLPY6dPb92vn+zJOn5cjjm6deupHZmVz18+yysk5OYPPvAOC5PP0mg08pwnHTgQFBMz9qWXfCOU/wsoLymRB7vxm2+2LVhQPeOSuGuXX2SkWhXGWF6+4Omn969c+e2jj8qvx22zZjl7esrP8f/s3QdgFGXex/HZlmx6r6QTamgJJXRUmqKCBUG4U7FgF0VPT1/Ffnqop2c5Cx6cYKOIigrSld4hJIRAIAnpvZKe7O777E6yLGkkIeqC38/t7T07Ozv7zDPjmMv88n++efbZuPXrD33/vdyx5spyc3964w2Vjc31zzwTOXWqWCLOvW2LF//yySffvfjiI6tW2bm4mDprEN04tWfPtAULxPZTDh4UHZYAAAAAAEC7kXEBAAAAWlVanV9dX6FVG6Mkvb1H/nr6c52hXn7L1ynsuj7z7DUNAY6UwpiNiZ/qDHXSb+ymmJ9/LcqUTDPIHB11q2gEah3FI726/N6ACLnEy/7S3Oi938jrPxLU/70+Y53VNs92HzIvYYfUGDop19WtyUvZV5or2p9nnng8NPJoWcF+08sW9XVs+Mv1zOryzzJPZNZUiLboyRg3/7izhQdar/4SZNcwRLk1lVI7dLN1eDR4oNx+8fT+l5KMNzJtFMo1Udde7RmklBQf9BkbtWdlk0/9PXH3u6mx8pqp4+7wtTWGVPo4uO0uyXni5K5bfXvIGZecmsr5J3bKHwmRnNroxtGzBVMO/SjWD7d3bfLWtMNr5ZDNv3uPNnd1esx6+bh81Hfc/YH9RCO0ccefDo2SGzcd+fmn/DOi4aBSx42aFWrn/EBQ/3+diRGDeYN36AAnD8k4hZPhqgPf7yg2TnflY2N3bPRsz/OzOLtLskvra13UNhM8AptkXIRvcpNuiVkvt3+IuvZ6rxDRCHdwkTorr7ZqyJ6VcrGZ+cED3zZN2DTI2VN+t52nHNBptZWVO5YuVWk0N7/6qpOXl7zQPSDgumee+Wj27G3//a9l6kJja3vLa6/JaQmhMDU1cupUraOjXOxE5turV4/Ro49t2HA2r9Wr1t7lyyuKi0fMnj3k5pvlJQqFYuRf/5oeGxu/ebN49Js0SSwMi44Wy5P27m2ScQmIiBh3zz3mD46+/fbYdeuyjh9v8i3fvviieLTYAfFdAxqnbUrevz9p3z7/Pn2mPPmknK0RukdHj73rrnVvvrnjs8+u/fvfpXazsbMT65srkYgd3PLhh8VZWWfz8118fTs02pYOfPNNfXX16PvuMyeTPENCJj32mDznVIv09fVi3Fz9/UV/NNqGq5zoWL8JE84cOiT6Iy/Zt2KFrq7uirlz5YCL4BEUdPMrr3w0a5Zep2uyTTFE4SNGiIZc5cWtW7eIiRPHzJkjB1zk3Y+64YY9X33VvMjN5Pnz5RmUVDY2w2fPFkdZtKc+95y9m5tkOo5i1+LWry9KT29tj3YuXVpdVjbmzjvlgIugVKuvvO++vNOn47dsObB6tWU4ZsSsWYNvvFE05HMJAAAAAAC0n1ICAAAA0IrKutLUoji57W7v7+/cQ267an0m9Ljbw6FhcpycsqR1Jz6sqO3kdDDtd7qyVA5SCLHlhVX6hsCNm6mQRqRzwy3JLYUZ5o98n9fwZ/STPILMGxHPnhrt3uHTs664c+XAyXcF9P0uN+m7vGQ5udKiI43VVsa4+WdcMSdh9Oz/RlzZ19H96+zEjYXprU1UJNirGoL1hoZSCxcwy6+HyjTxxPHyIjngItQa9PfG/6Iz/bG+2M1AraPlR8TSr7ISzWsmVZXKbTeNrdRZH6TFZdVU6iUpsfK8w5pSVWauIpNRXS430qrPmo9LWuNCR9N8Rh4abYCpt9V6nRxwESp09duLjRNqaJWqSZ6BohFu3xBDEduRAy6SsepM1Tc5p5t0rN5gOGCKIo1282ve7e9zk83thMYEjHkioU7YUJBmnk0ppnF+IsfGqYvaecoBnZaXnFxbWenXq5c5ciHz693b3tU1JzGxvubcxadbv37mgIvgERw87bnnJj/2mHlJfkpK3Pr1pdnGf8R0tbWtfWn2iRPiOXTo0CbLw4YNM78rOPv4BA0aJE/rYyl48GDLl86mntdVVzdZzSc8vHt0tHiYp90RG7zivvvmLl169eOPn+tMQoLcGXPARSY+aHz35EmpI8SXOnp4nNc90/RM8jB2aLQtnTlorBRlWRlF6Dl6tIMpINIipVo95amnZr7xhjngUllScmL79rQ4479z6xuPjjy8fa+6qsle+PTo0WSDCoUibMgQyyXDb7115sKF/n36yC/FIUg+cCBh61bR1jWbRCnE4qg5mYbI2dvbcqzksEtVaanUCjF64rnfxIlNlsvBoLykJMuFoaZzCQAAAAAAdAJ1XAAAAIC2xOds7+U9XDSUCuWgbpPTSxO0asex3WeHuDf84X5JVd6WU/8rrMyQfnvpjfkJWZWu3k5p/JFea5pjoru9s7z8mbDB4tHksx42DfcR55/Y8c2ga+ToiZ+t/S2+4beYJgbaVJh+W+ym1iaXyaypWHBq3ys9ouWXvR3cxOPugL46g+HtMzH/d2pPvaHlCEtyZcNEP36mmZUuyFwwpkmRErHv4hFiKo4ywtU33SL8Ua6ry687d/+4vL7h5qVa0flM//FmJVJkWRYxoGp9QxWBjOpzC8VBkRvydw9pTIFolSrD5Ieab1CeF8lc7abJIT5Z0UJwaldJzgSPQDEIzd+y/Lh5Zig5M9Q5qVVnzW3zrtkoVXKjnacc0GlFaWniOePYseejolpcIT8lxa93b7ndPFGh1+mS9u7NjI8Xq505fNhcHUQw6FudV67Q9KVfzZ/fcpcyzl3tu0dH//LJJ2W5uXJSRObk6Wm5vjwHkL7Z1436618HNRb8yDl5cuO7757eu7c4I8M3PPy8zpi+bteyZeIhNZN/5ozUEU36ZuyeKTojd69Do22pOMsY2nP29rZcqFAo3Lp1qygullonDk3Svn3iuKTGxORY5HXko2MwGApTU0XD1a9ppM/V19ccNpLZubiotU2vOaU5Oce3bhXbz4iLS4uN1dfXW27fzNbBQWPxWYXpkJmr3Zh3R2qTPDFT8666mJY0KQDj4OoqAQAAAACATiHjAgAAALQlqyyxtCrPxc54666X9/BNiQ5RAVdH+IxRmcIldbqavanfJhcdlX4XNfrzpmZocstU2eYdOA+NVmn6yM8FaQN3L38qNPJarxB/i9zJRI/AH6KuHbH3m9Zu/L6afHBbcebfQiKv8ggwV/JQKRRPhkbaKJWPNc4B1ERiY0qjt4NbmJ1zclWZ5bt+tvZ7hk/fUpixJjd5XUFqvcFgDlK0QSmdt6e15w9LnUEvXbTWZlaqbem+eJPjYkl1oZyNt42dZLyV2/BS2xgfacPWwowXug8Vx66fo3uTJJBlT+r0XTAOlhvUN6vE085TDug80znm4uvrGRx84XVV5/3jo6ut/eyBB1KPHBFtR0/PwIgI127dAgcMOLljx9G1ay+4tZCoKJVG03y56Iy53X348K0ff5y8b585rSI1hlo6xLdXrxn//OdHs2eLjtWUl89+5x3zW3K0wqdHD8fzIxedo2i7bx0Z7fawdWgr2rjh3/+Wgzs29vaB/fsPnT7dJzxcV1//81tvNXZHobaxqaupaT4tUfPESfNhP/7LLyufekp8VrwV0K/fgGuuEfsV0L//Z/fd12TNFg90R8mdNLQS92zSPaWaX8cBAAAAANBJ/J9qAAAAoC2VdWUpRUcHdTPOPmCrshvfY04Pr2gbtTGXoNPXHcv59WjWFr3hwrGM30F6Vblk+svwF0/vN8/y06LTlaX3xv8qGj3sXaZ4BV/vFTreI0C8HObic6V7wJaiVmvS7CjOFg+lJI1y87vKPWCmX48+DsbCCfcGRvzt5K4WS7kcr2gIYagUikeDBz56Yoflu2JJsNbprm59bvPvFb7987Tq8pTGEEw/x/Nu6AZqHYPsGqYokifrMWvXHEgdVN16bKVDTjVOdVSuq3PavKi11ZIb51cKtXO2XN7boYWZPnaXZJfW17qobSZ4BDbJuBh+k8FoVftPOaBz3LoZp4TzDA6+46OPpA6KWbs29cgR/z597vzkE1vHcxOcxW/e3PYH3QMC8lNSrrz//tDz575pLqB/fzd//9P791tmXDpH6+w8dcGCpQ88cGLbtgOrVg295RZ5uTwC/SZMGDd3rvQb6/RoO3t7V5aUlGRnN6l9Itd3aVHBmTO7li2zsbO7d9ky7+7dzcv3Ll9uuZp4K/P48dLcXG/H86aoE0ukNul1ug1vvy2eb3rxRcujk9PB2Z3azys0tKKoqDQnx/78Gi3y3FhNpogCAAAAAACd1vna3QAAAMCfQU19RXpJQr3eOO2LSqmJ7DbZRdsw+0x6yfFdKauq68sl6/BzQarcmOwZZF74ZEhkzpV37oy+6YXuQ8XLK9y7/RR1bcLo2YdHzFArFKcqS99NjZ1wcE3s2UJ5fS9TWZHm7guI2DJ0Wtq4OxZFXKE3hV1eSjowau9q+V1bpcpJZdPiB3cVZ+8pyZHbDwb1mx88UG6Lb38iZNCToZHyy+9yk9NM8+ysyUuRl/R1dJf7LNgolIsirpTLt2wvzko6vxjMb6HrMi6lCRXGqTocVZrrvELkhXZKVdLY2+JHzfoh6tqBTsYbn6crGzIuQ1y8I50aJhPx0mhn+IY332a9wSCnfEa7+Ul/qPacckCHNKnO4d+nj5u/f3psbNn5mYaSrKx/XnXVR7Nn11VVtbapM6YKLgOuvtoy4FJTXn7m8GHR0Ddm8ppXBOk1dqx4PrFtW5PlaxcufPvaaw+sWnW9/YLKAAAQAElEQVSutwpF6NChp3fv1tXWShete3T0iNmzRWPje++VmIIRxs6MGSOeT27f3qRAyLENGxaOH//9yy9LXafTox0cabySNwkPZSUkNJmgx1JaTIxk2mXLgItwaqexJJh5aqceo0eL54RffrFcpzAtLTsxUWpTcUZGcWam1slp4PXXWy5P3LVLaqy50rXkhFDchg1Nlh/buFE8h1woLwUAAAAAANqJjAsAAADQFr1Bn1eeWlqVJ5luZ6qUDTMaFFdm/3zi48LKTMlqfJWdmFZ9VjRGuPruib75/sCIt3uNeqnHMB8b+1GufqX1xluwiRXF4z0Cezu4RTp77Y6e/nRo1L0BEasHXd3flLTQS4YdxS3/2X1xfc1V7gGBWse5ARHfDrpmbkDfZ8MG/zyk4d7h8fJisUKLHxQ3Km+L3VRieletUL7de3Tx+HuOjry1dPy9b/UaJcdWMqrLnzq5W17/VGXpT/ln5PaL4cO2D7txUcQVsaNmXW1KUdQZ9I8c3y5dUj5OOyY3lg+c9E7v0WLAfx12Y5idc19H90gnz5OmuZy2FGbIDTEga6KuFauJh1jNTWPb4jZ3mWJD4kBLf6j2nHJAh6htjed8SWP9D5VGM/K222qrqn549dWaigp5YXVZ2eoFCypLSrpFRGjs7FrblLOXMY+Ym5xsXqKrq1v93HMVRcbqR3XV1ZbfWJqbW9+4JPL66118ffctX35q927zZ49t2LB/5cqzBQXdhw+3/Jbw4cNFT9JiY6WuMOHhh938/cWefv/ii/ISr7CwiIkTM+Ljt378sTnmkpeUtPbNNyuKi8O6NDnR6dGOmjZNPO9dsSJu/Xp5SVF6etv5GyfT0SlITbWMB21fskQec/PRiZ4xQ63V7ly69MT2hit/cVaWOIj6elP5tNanS3PyNs4wWFNeXpx57l/Tyfv3b/v0U9GorayUutqQm28WPyTsXb784OqG9Kfo5JaPPjr+yy9aZ+cBkydLAAAAAACgKzBXEQAAAHABhZUZ4uHh0M28pLquYm3Cf/LKz0jWpN5guCVm/beRU7rZOgx39R1uEYDYUpjxXupR0ciqqbzr2JYl/cZrlaqhLt7iYbmFF07tz6ypaHHjK3NOR7v4PB4ySLRv9AkTD/NbtQb9vIS2cidJVWXj9n33ccQVcibDVW3r6nQuupFXWzX18NpUU1RCdvexrT9FXSf3bYybv3jIy8vqax8/sTO2vFC6pHyQFhvu4PJI0AAHleaxxjI2Qo1ed1vcZrlgjHi++9iWH6Ouc9PYBmod5dX0kuHNlCPmUjeWthZmvNB9qL+tQz9H9ybTFf2e2nPKAR3iEWRMs617443Da9aMmTOn36RJUdOmxa5bl7hr139mzJDfzU1KKi8oCIiIuPrxx9vY1NDp0w99992RNWtqKyt9wsLEp84cOlRZUhI4YEB6bGxFcbG8mrOnp429fVlu7vvTp7v6+9+5aJHKxmbSvHmrn3/+84cfDh08WKlW19XUyHVHbnr5ZffAQMtvCR85Uq3VJu3dG9oVcRONVivPWJR84IAYATk7csXcuamHD2/79NOT27c7mObBOXP4sK6uTuzggClTpC7VudH269174rx5m957b9X//d+m9993dHfPPH7cKzTUp0eP3FOnWvxI2LBhIVFRYkcW33NPz9Gjy/LzxT7mp6TIR6ey8eg4uLtf9/e///CPf3z12GNu3bqJ3c86ccLWycnJy+tsfr6tvX1rXbKxsxt9xx07ly5dfPfdg2+8sbaqKj0mJuPYMc+QEPFdVWVl9TU1crypqwT27z/lqad+fust0dvN//mP+KK8pKTqs2dtHRymv/KKvZubBAAAAAAAugJ1XAAAAIALqKoryyw9VadrqFNSW1/1y+nPzxRZ4/37/aV5Q/esXJQRv680t8xURaNar/tPWtxNR9bpG9f5OvtU/11fL8lMOFlRItYRK5ypOru+IG3a4bWvJh9sY+NPnNw1bv93P+afEeuLT4nPJlaWfJF1ctielb8UXaCeTWx54ch9qx9J2L4mL+V4eVGNXldQVx1XXvha8qGeO744crbAcuW82qphe1f9JXajaQIj43cdKsv/MC1uwK7lizMTpEuNGPl5CTtuj9v8U/6ZlKoyuQ7DsfKiG46s+9Vi3HaV5Izc941Ykl9bJcZ2U2H6LTHrl2Qeb3Gbu0uy5SopEzwCpT9Ue045oP2iZ87sMWqUwWDIOXmyptw4f5lGq73rv/8dd889di4u2SdPZh4/7ubnd/X8+XcuWmTTehEXwdXP777PP+9/9dVZx49v/eSTU7t2BQ8aNHfpUjmrkbx/v7yaWqudtmCBnatrcVaWueaH+NR9y5aFDx9empubGhNTXlgYMXHivcuW9W9WjUPr5BQ8cODJ7V1WX6p7dHTUDTeIxvq335ZLzviEhz+0YsWAa67R1damx8bmJSeHREXNWLjwumeekbpap0d7zJw5dy9eLMZNV19fU1k5bMYM8RFHd/fW1ldpNH95991Rt99eW1m5bfHiw99/b+/qOuP11+9atEgMaUZcXHVZw5x0UdOmiYViywa9XhyjkMGD7/70UwfTlsWabXRp4rx50557ztXXd/fnn4tHbVWVWPLAl1+GREbqdbrkAwekribOXjF6YcOGibHKTkjwDAoSI/nwqlU9TRNOAQAAAACALqFoMqMzAAAA/kDyz2Z6vbj5Im4S1dfW1q5bXb3nV8ndQ/XkS17SZUrstdhlvUHsdX1dXe2So9ue2/W98Q0neymyj/RHCNfnTNftVUvn7tEHuUZM6/e4u71/va72SObGbclfVtSWtL2R+np9eXntz44jk7RBkoJwOfCHSkqTMvPF/04J7PX6iKm2NlobG6141mhsVCq1UqlSKpUKE+nSZDDR6U3/8tDVlcXuz375MbF88PtL7AOCJeDSVJSRodZonLy9Lf/ZrK+uXjhpko2d3d/Wr790/5m9FOVsWnvqw7dFw+WDr21s7bS2dhqNrY2NrVqlUanVSoW1XEV3bK1Y9+1ZlVp/zxNFdnZ2Wq3W1kSj0ahFPy/xqz0AAAAAgF+1AwAAABeWWZq4Lemro1lbd535Zk/q6gsGXAAAwEWK+/nnt665ZuO771ou/GXRopry8ogJE4gpAAAAAADwJ6SWAAAAAJxPbyyHYFBbBMJ1hrpjOb8kFR6q09XU6qouuAVjQQVjRQVmawEAoJP6Tpiw++uvdy1blrRvn4Orq1hSUVyck5gYNGjQ+AcflAAAAAAAwJ8PGRcAAACgqRqdVHhWZ2+obfIn4sVSZTu3YDAY6uuNU0/VK8SP3PyhOQAAHeYVGjp3yZKD332XduRIZkKC2sbGr2fP4bNmDbr2WqWa32gBAAAAAPBnxG8EAAAAgKYK1G5HtL1CqzOUUmcLsSgkg0aRrfHKs/GUmEwBAIBO8QwJuXr+fAkAAAAAAMCEjAsAAADQVI1Se8Sxv3hIAAAAAAAAAADAOpBxAQAAAAAAAAAAAAAAgLUj4wIAAAAAAAAAAAAAAABrR8YFAAAAAAAAAAAAAAAA1o6MCwAAAAAAAAAAAAAAAKwdGRcAAAAAAAAAAAAAAABYOzIuAAAAAAAAAAAAAAAAsHZkXAAAAAAAAAAAAAAAAGDtyLgAAAAAAAAAAAAAAADA2pFxAQAAAAAAAAAAAAAAgLUj4wIAAAAAAAAAAAAAAABrp5QAAAAAXCK8bewkWBMPjVYCAAAAAAAAAPwuqOMCAAAA/E7+FjLozV6jRGN9Qdo1h37s0Gd7O7h+GnHV0qwT/804LqGLBGkdU8fdIbcVG/7T2mrfR06Z5h0qGgtO7Xs1+aB5+RMhg2b59RyyZ6V0GWnnmAC/v2MbN8b+/HPq0aNaB4eJjzzSb9IkCc0YDIb4TZsSd+266aWXpMtaZnz8r4sW3fL66zb29tJvqaKo6OC3357es6cwPb22osLVz8+vT59xd9/tGRIidZ0mp3evMWP2rVhhkKQxc+ZIAAAAAADAAhkXAAAAwNo9EtT/9Z4jHFSapVknJFiBYK3T8oGThrv6nqoskQD89pL27Vv59NOi4RUaqrKx+a1jDZeuvKQkMVCBAwZIl7svH3usvLBQ+o0dXbt2zT/+UV9drba19QgMdPXxyUlKyktOjlu//uonnhh+661SV2h+eh/54YeN7703+o47JAAAAAAAcD4yLgAAAIC1+6t/LweVRoLViHT2HO7qKwH4vZw5dEg8j7nzzomPPCIBv4vdX3yx/u23VRrN+AcfHPGXv9jYGacLrK+ujt2wYd2bb6574w17Z+cBU6ZIF6356b1/xQoJAAAAAAC0hIwLAAAA8Dt560yMeEi41NxwZJ0E4A9VV10tnt38/SXgd5EWE7PhnXfUWu1f3nmne3S0eblYEjVtmo2d3cqnn/75X//qNW6crYODdHE4vQEAAAAAaD8yLgAAAMBFudYr+Keo60RjdW7Sa8mHHgseGO3q42Njv7sk+5P0+DV5KeY1/xYy6M1eo0RjfUHaNYd+NC9319g+GRI52s1/kLNnjV6XUlX2WeaJj9Li9JI0zMV73/BbzGt+GnGleCw4te/V5IOvhEc/132IWLgy5/TMoxvM69RMesBGoRSN8O2fJ1WViUbMyJkDnTxFY9S+1W/0Ghnp5FWpr/8sM+HJk7vFQi+N9umwwWPd/fs4uCVXlR0ozXst6aD8wbbd5BN2u3/voS7eNkrVkbL8H/NS3k+La7LO3IC+M3zDezq4+to6FNZWJ1eVHi7L/1dKTGr1WXmFD/uOeyCwn2g8cPzXMW7+V3sGaZSq/SW5Ew6u+Xnw9eKleGvc/u9UCoUY2CEu3gpJsbkw/fXkQwkVxZZfNNDJ47HgQSNcff21DsfOFu4ozno56UCFrt5yHTEoT4VGXecdMsDJU6yzLOvEuvxUqR2+j5wyzTtUNOSR/zHq2uu8QuS3eti7GiY/VFJf47blv+JliJ3Tgu5DR7v5+drYqxXKrJqK+PKiJRnHf8g/09rG9w2fPszFRzQmH/xhY2G6vDDzijn+tsabpvfH//pJRry80Hwcrzv809rGnt/m30uM8CAnT08bO/FdB0vz/ply6EzVWfP22xjh9o+Jo0ozL3jALb7hAVpHF7VNdk3F6crS73KTPzSdpUA7fTpnTs7Jk09t2rTp/ffjN2/27dnzinvvDY6MFG9VFBXt+eqrtJiYnNOn/Xv1Ch06dPisWXJ04OSOHV8++qi8hR/+8Q/xGDBlyvRXX21ja8n79x/fujU3MTE7MVHr6Ojs5RUxYcLI229XKBTydhbffXd6XNyz27bt+frrpL17s0+e9O3Ro9eYMaPuuMOg1+/47LNTO3eKz3qHho7861/7TZ5suRdtdLU1mz/4YPuSJXd89FFlcXHchg2pR486eXiEjxw5cvZsZx+fJhvf/J//pB89WpKd7d29e+DAgcOmT/cIDrZcRwzI4W+/Fd9eVVbWrW/fgAEDomfMcPTwkMfn4OrVopEemrRfwwAAEABJREFUG/t8VFTokCF3LlokddbGd9/duXTpPf/7X9qRI/tXrXJwcxt6yy1R06aJt+prag6sXp28b58YRlc/v+CoqOiZM90DAtqz2QsOoDg6qUeOvHz4cMwPPxzbvDnj2DHPkJDw4cNH3nabXEkldt26b557Tl751dGjxfOL+/cr1er2dKyN06aJXcuWGQyGYbfcYhlwMes3aZLYC1t7+/yUlIB+/drechsnZIund3ZCgtisWCLGXzzEdq66/34JAAAAAACYkHEBAAAAuoavrf22YTc6Nk4qdI1nsHgsyoi/L/7XNj51g3fokn7j3TS28kvxcQ+Ndoiz91g3f8vkSpdYFHFlhKO7aNir1KcqSiVTQOeLARNd1Q3f3t/RQzxu8Q1/IP7XL7MT29jUt4OuudEnzPxyokegeFzvHXrr0Q1FdTXywrd7jZofMsi8jp+tvXiMcvW70TtswK7lxfU1lht8OGiA3Dchu6bC8q3JnkHzQwbaKRv+z4uc6rjr2Javsk/JS54NG/xSeLSq8e71CFdf8ZjuGz4jZv2hsnx5oRjVLUOnyRkR8zrf5SZLXaefo/v2YTeZD6UQbu8iHlO9Qx+wiKo0sb4gTc64XO0ZJGdcBjl5ygEXYYy7v/xBHxu7AabOl9TX/GyKoagVii8HTBJDYd7UYGcv8Zjl1+PxEzsXZyY0+aLmI9zOMXFWabZF3zSocTUhSOskHle5B4ie3x63WQLaR9zRVyiV3z7/fMKvv4qXSfv2Xff006JxbOPGNa+8UlNRYevo6BMennXyZPKBA/tXrZq5cGHQoEEegYHiBr9YOfXIkT5XXOHXu7dXWFhrWzMYDN++8MLRn34SS4xb69499/Tpsry8jPj48uLiyY89Ztmfb/7v/xK2bXNwc3P08Dhz+LB4GMQ/HSdOxG3Y4Nuzp5Onp/jUymeesXFw6GkKUlywq23v/q6lS0/v3dtz1KghN9yQHhu7+/PPT27bNufjj118GyY+y09JWXz33ZUlJRpbW7GbJTk5e778ct+KFeMffHDMnDnmDqx8+mmlWu3WrZtXSEhqTIzY8QOrVontiD6LfqrUavERVz+/qGnTXM4P0HSO2Frc+vWiUZKdHVVXJxp5SUlfPf54UXq6SqPx7927vKhI9PPA6tXXPP740OnT295a+wdwx2efbXrvPQd3d8/g4KwTJ9JiYsSBnvu//6ltbb3Dw8UpsXPZstrKynH33CN2WZwJ7exYaydhE1UlJYm7dolG5PXXt7Yvcz/7zPJl507IFk/vwP79k/buPbFtW8jgwWFDh17w1AIAAAAA4E+FjAsAAADQNUa5+onnA6V5sWcLxrj797R3FS/vDYjYWJC+OjepxY84qNTv9hkjpyIK6qrX5Z8Jt3cd4eqrkKQZvuFbCjPWF6T+O/WoaMuhh3X5qYmVJftKc6VOkSMOKVVlQVon0SWtUvVen7FywOVM1dlfizJ7OLiIb3dSaT7sO25zYXpubVWL23koqL8ccKkz6HcWZ2dWl0/wCPS1tZ/oEfhc2JDHTxrvC3a3c54XPFBeX+yI6Haw1ukqjwDxpQFax+m+3T/NON68b6nVZwO1jj+dX/Xk/8IGi4/vLs4RAzXJM9BOqbZVqm7z7y1nXPo5upsDLofL8mPPFg5z8e7r6B5m5/xR3yuG7V0lb+TVHtHmMMfekpxj5UVXunezjOm035q8lBq97maf7qJdVFe9LOtkpalgzNNhg+VD+VnmiX2lOWLhWDf/uwP6ip691nP4ypzTTWI9slU5p5/vPlQ0rvRoqDQghtH8rjgccuMmn+5yhEecTnLplIU9R5oDLuIoJFQUjXXr1svB1Vlts6jflQkVxbtLcqQ2R7idYzLLr6cccBFnyA95KTm1lX0d3J8IHSQOxG3+vZZmnthSlCEB7SDu99dWVZ3as2faggW9x41LOXjQIzi4qrR07cKFtZWVU599NuqGG5QqlVhtz5dfrn/77XVvvnnf5597hoRcce+91eXlqUeO9Bg1asjNN7exteO//HL0p59sHR1nv/12SFSUQqnU63THNm785tlnD6xaNeGhh1Sahhiivr4+6cCBmW+80efKK8WX7v788/XvvLPx3XfF1z20cqVPuPEfLvGRH19/fd/y5XLG5YJdlZMWrTm9d+/4Bx8cd889xs7r9d+/8sqRNWs2/PvfM/75T3nJmldeqSwpiZ45c/Kjj6q1WrHw+Nat37344qb33gsaOFCuCLL7iy/E9z6yapVc3EV0ZvMHH+xdvnz7kiViO2Ic3Lp127dihZOXlxi0NjpTnJVVnJEhBqpb375Sm+LWrx8+a9bo22/PTkwMiIgQS35+662i9HTRT7E7WicnyZTnWP3cc+v/9a9eY8Y4tx6s6dAA/vrJJ7P//e/eY8eKdnVZ2eJ77sk+ceLounWDb7zRt2dP8di/apXY1Jg5c2zs7eWPtKdjLZ42zbuad+aMrq7OztVVPhPao3MnZGunt7jgn9i2LaBfv7aPIwAAAAAAf0JkXAAAAIAu81LSgRdP75dMU8CsaZzR5qnQyNYyLg8G9g/SGu/DZVSXR+1ekV9XLdqPBQ98p/doncFwvXfIooz4+Sd2jnT1lTMu3+Ul//f8aEiHlNXXTj74w97S3J72roV11fOCBoTZOYvl+0tzo/d+I6/zSFD/9/qMdVbbPNt9yLyEHS1u5+nQKLlx05Gf5bSEg0odN2pWqJ3zA0H9/3UmJrOmwiBJC07vE1+UW1v5dOIeef3/9Rs/p1tvyTinj3PzzT50fNuH6ceCtI6FpnEwO1N1dtCu5VV6nWQazIU9R4pGmH3DFp7vPlQOuIjv/ZspXiOsGDh5hm/4UBfvm326i8EX3bsnoOE+rjzfkGSqg7JhyNSr3Ns1uYYlcQgKaqvkjIvoqjhA8vKwxp3aUpi+POdUvcGwLOvksfKivNrK2LOFLQZcBLHC6crScHuXgU6efrb22TWVY939ze+Kbfrb2mfVVJqDL2tNA97N1uHRxgiROOXEiScaNgqlOOuu9gxSSooP+oyN2rOyyXdZjnD7x6SHg6vciCsvXJxxvExnLOQQe7bAw0Z77GzRwbI8CeiIEbNmDb7xRsk024t43rt8eUVx8YjZs8/d3VcoRv71r+mxsfGbN4uHvFo7t6axsRl43XVhQ4aEDhkir6BUqQZcc83Pb70lvqWqrEye00cWPXNmxIQJcnv47NmbP/qovrr6qvvvN8caeo0d++PrrxdlNKS4LrKrXqGhY++6q+GDSuW1Tz2VuGPHsY0bRcPB3T1+y5a0mJjgQYOu/fvfzR/pe9VVpTk5ovPbFy++7YMPxJJC0RmFQmNKwAg29vZXPfCAe1CQd1jHEntx69dv/uCDsKFD53zySdtrBg0aNOXJJ0VDzogk79+ftG+ff58+YqE5ktI9Olrs2ro339zx2WeW/W+iQwM4bOZMOeAiaJ2dxUfWLlyYefy4fLib61DHmpw2zZ3NM17ZXLy9pQ66mBMSAAAAAAC0h1ICAAAA0BWq9PWvJR2U23pJ+veZo3K7xTyHLMrZS24szzmV3xjs+DQjfvjeb+w3fXz94bVSl/o+L3mvqQZMYmWJeI5s/PYthRkW66TIjUkeQS1uxEOjDdA6ika1XmcuuFKhq99enCUaWqVqkqcxjZFcVfZ68qE7j215OnGPo0pzi0/3D/qMvcK9m7y+k1rTZLOnKks+TD8mGmnV5RWmsihmGwvT5ICLEHe2UG64qG3kxkDnhkokGwvSzn2ksS3HjHrau6oVxv/vU66rey254RjVGwwXExhq7mRFidz4fMDEwqvu2TRk6gvdhx49W7Ay5/Sx8qI2PrjB1FtFY2/lgkApVWXyu9eaFspDJ8b8e9NcQrP8esjJnuPlRXLARag16O+N/0VnMEimgxtoOkxmTUa4/WMSX94w5o8EDSgYf8++4dPf7jVKrPlFVuLOkuzqxkMDtFPosGGWL7NPnDAuHDq0yWphptXkd9u/tR6jRt388suRU6fKL/U6XWZ8/OHvvzeY/rmor621XDkkKsrcVqpUTqa0gWXdDgc3N/FcXlTUJV0dfMMNlnVKbOzsRG9F4/QeYwowP9n4j3bExIlNPtXfFJXIPX26YQdHjtTX1398221bPvooad++uupqrZPT8FtvDTt/HLqQOZwhy04wzoMmBqFJ0Zru0dHGd0+ebGNTHRrAYIujI8hZkLqalsOCHe1Y6G83XBdxQgIAAAAAgPagjgsAAADQNbJrKmsNevPLU5UNiQcvcSdTqapqKQoQ2liMJKO63LywQlff6dmIpDZj7KcqSi1fdm/89mfCBotHk5U9bLQtbmRIYzJGq1QZJj/UfAUfm4ZpIxxU6idDo2b4hve0d5UDGW1Iqixr7S0xsOZ2WX3DHUGVomFHzRGiDUOmNv+sp2kvutu7yC+zair0Fu+aEzNd4pWkA+Pc/UNN/XFW20zwCJxgKr4izoTZRzceLMtv7YM/5qU8FNRfNMT6okvyhEcfpx97ofswe5V6rJt/cmWZvHBHcZZcRqWvaeIhyVQGxnJT6dXl4hFiZywONMLVNz3ntPmtJiPc/jH5OvvUrX49J5n2RaNQDnPxEY/5IYPEsXjw+LYvsxMloCMcXF0tXxamGTNeX82f3+LK5hoq7dyaZJq+5/jmzUVZWVnHj6fGxNSUn7u6ysECMzsXF8uXSpVKasy1yJqkJS6yq64BTatGOZvKhJRkZ4vngtRU4xJf3ybrOHh4qG1ty/LyxI7YOjpOmjcv7/TpnMTEbZ9+uk38Tker7TVq1LCZM5skUS5o7F13mYvKtM1yQCS5kIwk7Vq2TDyar5x/5ox43vjuuzuXLrVcPv6BB8bNnduhAXTy9LR8qVQbf39l0OulVrSnY2bNT5sm5EhNeWGH/x1xMSckAAAAAABoDzIuAAAAQNdwUJ3307VCUjQ25EBGCxkXxbnPaqTOahIfUStaTbkU1FVZvlS2mTvx0GiVpoI0zb7uAsUgvW3sJFOdld3RN8tRDJ3BEHO24GBpnq+tvVyqRNfsxl7R+fMTWaqxiAfVGc7rkeiKSmprL7xMndFLDV9nq1RJv5nkqrLI3SvuD+x3m3+viMYMitDD3nXjkGnirdTqsy1+cFNhekl9javadoJHgDlisqkgfZJH0HiPgBGuvrm1DQduXX6q3Kg6v9RNi5Tnj0yTEW7/mFTrddcc/GG2X8/7g/oNc/HRNJ4AzmqbLwZMrNLXf2sqLQO0kxxWaCIkKkqlaeEy6NIs89H21orS0/97111yNMG3Z88eI0e6BwaK5+9fekkOWFhSqTvzK5HOd1XZysXTdD2U0xstZjjk8I3C9Ozs7X3/F18c37o19ciR4szM3NOn47dsEY8xc+ZMnDdP+g006bbC9C8Onx49HN3dpU5p5wC2Olyt6FDHlBc69H69e6ttbcWJlJ+S4hUa2uI6cRs2ZCUk9Bw92jJgdDEnJAAAAAAAaA8yLgAAAEDX8OBNHkwAABAASURBVNTYeWm05imHwi3qZJSbam80l1RZNszFRzIWI3EyL3RQqVcPuiaxsuRkRcnijOPVel2Lf+jdYkahh72L1Lra8++epleVS6Y/OH/x9H7zfDcXZK5PI3bKafOi1lb7W0ikHHDZU5Jzc8zPci2Wd3uPkd9tnnGpbf2v89v4S3e9qXKJPHpj93+7ozi7xdXMswj52tiL4TXPhTTAyUPqlNY6VFpfuzDlsHh429hd4xk80TPwFt9wG4XSTWN7T0DfBaf3Sa3sxfr8tFv9erhrtHd06y2W5NVWHTlbsLMke7xHQHd7lxu8jXdYxaCtaqzLYp7JqJ/jeXdzA7WOQXYNUxQdOL8aUJMR7tCYiE9+kZ0oHmLNCR6BV7kHzPbv6akx1sh5OGgAGRdcDPeAgPyUlCvvv7+jlUha9MuiReWFhYNvvHHqs89aVmGpKiuTLtpFdvVsftNiTmV5eVJjNRePIOP0cGdNSyxVFBbWVlZqnZxs7OzkJUq1ut+kSf1McxgJsevWrV6wYMdnn0VOneoZEiL9xty6GedN6zdhwri5c1tbZ9Kjj4pH8+Vde6w70bH2s3VwCB8+/MS2bUd++KHFfRH2fv11emyso5tbG7vzm56QAAAAAAD8OXXsz2IAAAAAtEalUDwZGiW3xc/ZjwQPkNtnqs629pHTjXmRm326y+VPhPsC+032DHokaMCjwQOqTSVM6huLl2gsaqiUNs7a08P+3MwIN/qESa2rPX++pJ8LGoqCiK8zL3wyJDLnyjt3Rt/0QvehLW7kVGVpQkWxaDiqNHJRFsFOqUoae1v8qFk/RF070BSSiHRumGZia1GGHHARXR/l5icvNDRLidQZdFKnbClMlxvTvM/t+7eDrkkZe/vmIdNm+oaLlwnlRfIY2ipV9wZEmFe7P7Cf1Cl1evMRaQgYeWm0KwdOPjxiRvH4e4K1Tnm1VUuzTvw1dtOSjOPyCq3N/SQzHws5GrW7JNty1+R5hQ6X5WfWVMhL1uSlyI2+ju7mI2WjUC6KuFIu37K9OCup6rx7qE1GuP1j8navUbujb86/6u7b/XtV6OrFVz96Yse8hO3yu+6mSZSATus1dqx4PrFtW5PlaxcufPvaaw+sWiV1ROrhw+J5yE03WeYJUmNiKkuMF1uDrpPXmS7pasLWrZYva8rLT+3cqVSpeo4xhv/cTRGN+M2bm3wqdv168dw9OloyFQV5/+ab/3fvvZYrDJgyJWSwcbK54sxMqbGcyW+nl6m3J7dvb5I+PLZhw8Lx479/+eW2Ptulx1o6f08vpmMtGnX77eJ5z1dfpcfFNX/3yJo16bGxaq02ctq0NjbS+RPyNz6OAAAAAABcusi4AAAAAF3mydDIz/qP/6jvuPjRs6d5N8xu8L/MhNbWX5Z1sswUVXHXaMVHlvWfsGXotDd6jpTf/SQ9Xm6U1jXEWR4PGfR+n7F3mkp9HClrKAnQy8H112E3zg3o+8WAia/1GCG121fZiWmm2XNGuPruib75/sCIt3uNeqnHMB8b+1GufuYMTXMfpx2TG8sHTnqn9+h7AyJEB8LsnPs6ukc6ecoFQrIa0xiPBA14vcfwG73Dfhp83WBnL3lhF84Z9F5qrHw/84mQQSsGTr6rWx/xfKNPWIid05Ue3RJNndFL0tfZp+T13+g18r0+Y0S3NwyZOsbNX+oU87w/gVpHMQhL+4/Pr6vu6eAa6ezlqrbdFn3jP3uOuMO/96KIK2b79ZTX3N1KjRnZ6twky2mY5II04rnM4iiYczCSKWn0U/4Zuf1i+LDtw24U3xU7atbVpriS2NQjx7dLbWr/mNgoVeIM8dRoP+g77pOIK2737yVOUfOZtv/8ajFAR0Vef72Lr+++5ctP7d5tXnhsw4b9K1eeLSjoPny41BEuPsbKWHlJSeYlZbm5axrzDbVVVdJFuMiunt6799dPPpETGFWlpd8uWFBRXDxsxgwH09w6fa680s3fP/XIkZ/++c/66oYrTPzmzb8sMpbLEquJZ/fAQIVSmXLw4NGffjJvNjM+PivB+G8ZT9OUOmpbY+ysNDfXvJGu5RUWFjFxYkZ8/NaPPzanScSAr33zTbE7YW0WaOnaY22jNQYHizIyLr5jLQqOjIy64QZdXd2yhx468M03NRUN/1Krq67evmTJD6+9JtpTnnjC3tW1jY10+oTUmI5jcVaWBAAAAAAAzsdcRQAAAEDXyK2tzK+tvsO/t+XCr7NP/bexkkdzpytL743/5X/9x9sp1Z4a7W3+vcxvbSpM/9eZGLl9sCxvilewZCry8XBQ/yWZCf/LPPFLUeb6gjQ50zDOzX+cKZqwrTjLVW0z0MlTaod6g+GWmPXfRk7pZusw3NVXPMxvbSnMeC/1aGsf/CAtNtzB5ZGgAQ4qzWPBA83La/S62+I2y7VnPkiNm+nbw1ltIx5Phw2WVxBvaU3pliCtk9RFYssL74zb8nHEFWLLM3zDZ5gKt8ieOrn7yNkCuT3/xM5IZ69+ju5qhVL0XF64Muf0CFffQK2j1EFHzxaU1te6qG1UCoXYTfm75sRtWRM1RexasNbp740VfWQbCtK+yE5sY4MVuvrtRVnjPQLkl5sLGiq47CrJvsYzWG6bJyqS3X1s609R1w11Mc5yMsbN35xNKauvffzETjEs0oW0c0wWnNrXz8lDnGBOKs29ARGWRV/Sqs+KdyXgIqhsbCbNm7f6+ec/f/jh0MGDlWp1XU1NWozx6nfTyy+7BwZ2aGtj7rordd68H/7xj5zERI2dXVZ8fOqRIypbW++wsLzk5IriYukiXGRXvUJDt37yyd4VKzyDg7NOnqyvrg6Jihr/4IPyu1pn55teeeXrJ57Yv3LlkTVr/Pr0KcnOLss1ZsjGP/CAeTacG154YfHdd4s+7F+1ysbe3mAwnDl0SK/TXXX//W7+xouAs6enWC4++P706a7+/ncuWiR1tSvmzk09fHjbp5+e3L7dwZTwOHP4sK6ubuj06QOmTGnjg117rD2CgooyMsRouPj4zPn4Y0dPz053rDVTn31WMhgOr1nz42uvrV240LdnT71eX5CaKueHRt9xx5Cbb257C50+Id1Nc1fFb9r0YWpqWHT01fPnSwAAAAAAwIQ6LgAAAEDXqNTVj9j7zcKUw/HlRdV63enK0peSDsyO3dj2p1bknB62Z9VWcaeuurzWoC+oqz5clv/EyV3TDq81r/NmypFvc5PEu+Ir9pfmHi1ryG3cdGTd51kndaY/WBdvvZcaO+nAmhp9Bybj2F+aN3TPykUZ8ftKc+WSIaLn/0mLE1vWt/4p8da8hB23x23+Kf9MSlWZ/Pfyx8qLbjiy7teiTHmd2PLCsfu/XV+Qll9r/Dv1orrqb3KTxHdV6evFy3Hu/i5qG6mLLM06Mf7A9ytyTsWVF9aaqqHk1VY9mrDDHBISCuuqxdH5KjtRjLPYR7G/z57aO/PohuazJrVHlV53f/yvSZWlop1affbH/DNqhTLmbMGAXcvFZo+U5YvjWGfQZ9VU7CnJefD4NjEyF9ymuUyL+Kw5obKjsfpLYmWJGGHL9cU+Dtu76i+xG7/LTU6rPit26lBZ/odpcaIPi1svHWSpnWNSXF9z1f7v5sRt2VmcLfaoznSWHj1b8GrSQXHq5tZeVGEMQOh/9dX3LVsWPnx4aW5uakxMeWFhxMSJ9y5b1n/yZKmDeo4efeeiRSFRUbHr129fvDg7MTFy6tSHV6wYdP314t3kfRcbybqYrg6dPn3mm29269s3LznZr0ePSY8++tf337d1cDCvEBwZ+eDXX0dMmODi55edkGBjZxc5bdp9X3wxbu5c8zoB/fo9tGLFwOuuqy4vT4uJqSwtFe2/vPvuFY0TGKm12mkLFti5uhZnZcmzF3U5n/Bw0YcB11yjq61Nj40VuyMGfMbChdc988wFP9uFx3ry/PleoaE1FRUlOTliOxfZsRYpVaobXnjh7sWLxSD79OhRkp1dlJ7u5ucn+iyOiziCF9xCp09IcTKMvO02lUaTk5h4kdksAAAAAAAuM4omExUDAADgDyT/bKbX63U6XX19fW1t7brV1Xt+ldw9VE++5CVdpsRei13WG8Re19fV1S45uu25Xd8b33CylyL7SFbvWq/gn6KuE42UqrKw7Z9LAKxQUpqUaZzea0pgr9dHTLW10drYaMWzRmOjUqmVSpVSqVSYSJcmg4lOb/qXh66uLHZ/9suPieWD319iHxAs4Q+1+YMPti9ZMuXJJ4fPmiUBl6ycTWtPffi2aLh88LWNrZ3W1k6jsbWxsVWrNCq1Wqmwlqvojq0V6749q1Lr73miyM7OTqvV2ppoNBq16OclfrUHAAAAADBXEQAAAAAAAAAAAAAAAKwdGRcAAAAAAAAAAAAAAABYOzIuAAAAAAAAAAAAAAAAsHZkXAAAAICLsjY/VbHhPxIAAC2Z8PDD4iEBAAAAAADgo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IA/C4VCIf0J/El2E8Afw8BFBgAAAADwhyHjAgAAACuiMGl4UVcvZedLAHDxKqrl/zUYDMaLjOWl5vKiuHx3DYC1EBcZg/iPKelikAAAAAAA+D2RcQEAAMAfz/IeibgD3dCqrpVOpUkA0HVMAZDLNgLSkG6xuOV86JG7JADoUkql0nwtPXfZIVwHAAAAAPhdkHEBAACA1TBQgQDAb8t4U1ahUCqUcjWXhovOZXPZMZh3iAspgN+K8RIjx1wUFjEXAAAAAAB+F2RcAAAAYBUa7pQYJA87x34e/gbJoNfrTUVdDHJll3P1XQCggxpzH4oARzeVSmUqQqC0vC97Od2jFfti4xvkcdd8na6+vr5Opxf/0ekN4j960+wijRM2AcCFmC8XpniguHQqleISqlIbG6aXEhcTAAAAAMDvi4wLAAAArIOp/IC4XXJ990FXB/etq6utq68Vz+IGrV7cntXp5LALN1IAdIhBkhruxYobsyq1Rq0RDUXDksZqLpcReY80Hl7OE6aKq6i4hNYbL6emC6leZ7qOkhoE0F7nKrUoFCqlSlw/xVVUrdZQqDTdAAAHzElEQVSo1GrRPlc5iqQLAAAAAOD3QsYFAAAA1kK+g6JovBVtrDpg+uthnU6nUukNjbdmAaD9zBVcjNcVcVfWFHNRq41FCOTJiqTLqIiLaUdMO2vaXYNBLZkum+K6qtPVqw0N9bEkbkYDaD+DJNdwkYu4yBdSlamci3FJYykXYi4AAAAAgN8HGRcAAAD88eR70Ab5vqxSJankQItB3KkVL/VqfcO8RWRcAHSCxd1Z461Z00O0G6bauFwSH/INZuOFVKk0SCpV40Rv8vQiYpeNcxWZAi5cSwG0nzyVpELRMFeRMeJifNKYUi4qRUNCmZgLAAAAAOB3QsYFAAAAVsEUcjHePdEbxO1ZlUZtXKJSqYyzFBnOFXExSNyaBdAB5kot5qiHuLAoGysQSBZTbFzSd2eNV1A50SInekRbqZJMF1Kl3rizelPARVxC5Z0k5gKgPRrDc5Ki8TracP1UNVxFFfKkbwAAAAAA/F7IuAAAAOAPdu7WrKmUi7GOS+O8RQZxa1alN0+uwU1ZAJ3QMIOPnHIxTeJjaqrkIi4Ki5jLpa6hlIIpL9j4WqFXiktow+xvEukWAB1nLtMiRwPlslhKhfLyu4oCAAAAAKwfGRcAAABYBfnuiFJS6pWSSpL0plIExpk1JMO5Ii7cmgXQcea7s4qGeXvk/yobpvG57G7NmvZI3IFWKPSmXZbM11HTJZQ70QA6Sr54KBonJmq8liou06soAAAAAMCakXEBAADAH08u5WKOuRhM95+N5VtM82vId2QJuADotIaYi7negKmyS0OxE4sVLmmWF1K5bTCWrVFKxAQBdAXz5cUi7aJo8i4AAAAAAL81Mi4AAACwIpZ3Z01/Hmy8Cy2Z6g5wdxZA55jmQWtsN96UtZxc43Kaq8gcczG/PDfRGzegAVyMxmouTZ4lAi4AAAAAgN8RGRcAAABYhYZ7sefHXExvSI3LJQDoHMX5t2Av49oDLV5Luf0MoAs0Xkgo3wIAAAAA+AORcQEAAIC1MN8msbxBK3H7BMBv43K9tljuFwEXAL8Rri0AAAAAgD8EGRcAAABYHe6aAECX4HIKAAAAAACAywk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J1SAgAAgLVSmEgAAAAAOsL8UzQ/TgMAAADA5YQ6LgAAAFbNYDDIjbo6CQAAAEAb9DoJAAAAAHAZI+MCAABgjcwVXJRKpfhdfVGh7vn5ORIAAACACxE/SCtNFI0kAAAAAMBlgYwLAACA1aGyOgAAAHAx5ICLKS9uxM/VAAAAAHB5IOMCAABgRcQv382TE8l/cto/SuXhra+rq6s30el0ehODiQQAAAD86SksqFQqjUYlk2MuBFwAAAAA4LJBxgUAAMAayb+gF7+R7xas8vLT1dYqamsNdXX6urqGmAsZFwAAAMDMPD+RWi1pNOK5IefCjEUAAAAAcDkh4wIAAGClzDEX8at5tVptMBjklzqdTrT1er1Yh5gLAAAAIOdX5IyL/MOzRqMRz3LGxVzKhZgLAAAAAFzqyLgAAABYHfNfmjb+KWrDz2zyr+zNcxVJAAAAABrJWRa5fIvapHkdF2IuAAAAAHBJI+MCAABgjSyLuJiXyLMUMVERAAAA0Jz887M55mKeq8hcxwUAAAAAcKkj4wIAAGBdxO/f5fyK/Dt680JzERfLgAtJFwAAAPzJmfMrljMWmYkfoS3ruAAAAAAALmlkXAAAAKyR+VfwcsxFPJvTLRRxAQAAAJozz0ZkLuhi+SwBAAAAAC59ZFwAAACsjlzKxfw7enmh+NW8Od1CxgUAAABozjLm0rx8C0kXAAAAALjUkXEBAACwXuZy61JjroV0CwAAANA2y7B4k5mMAAAAAACXNAW3SQAAAKxWkx/V+MkNAAAAaA/KtwAAAADAZYmMCwAAwKWBH9sAAACA9iPaAgAAAACXH+YqAgAAuDTwO3oAAAAAAAAAAPBnRsYFAAAAAAAAAAAAAAAA1o6MCwAAAAAAAAAAAAAAAKwdGRcAAAAAAAAAAAAAAABYOzIuAAAAAAAAAAAAAAAAsHZkXAAAAAAAAAAAAAAAAGDtyLgAAAAAAAAAAAAAAADA2pFxAQAAAAAAAAAAAAAAgLUj4wIAAAAAAAAAAAAAAABrR8YFAAAAAAAAAAAAAAAA1o6MCwAAAAAAAAAAAAAAAKzd/wMAAP//xculnwAAAAZJREFUAwAwiry+zkJypgAAAABJRU5ErkJggg=="/>
</p:tagLst>
</file>

<file path=ppt/tags/tag3.xml><?xml version="1.0" encoding="utf-8"?>
<p:tagLst xmlns:a="http://schemas.openxmlformats.org/drawingml/2006/main" xmlns:r="http://schemas.openxmlformats.org/officeDocument/2006/relationships" xmlns:p="http://schemas.openxmlformats.org/presentationml/2006/main">
  <p:tag name="MCDIAGRAM" val="mcDiagram:25d9e851-f712-4f1d-accf-4ee7e2a76413:2f015a7f-4589-4a27-8cc4-5b2d7bcd9d83:0:1"/>
  <p:tag name="MC:BASE64" val="iVBORw0KGgoAAAANSUhEUgAABlUAAA8ACAIAAAD1KRzjAAAQAElEQVR4nOzdBXgU1xrG8bOWjTtBE4K7uxYoUEppKS1QWure3robdeqlhbq7e4sXSqG4uxOIEKLEbfWeZMIw7G5CgADZ5P979tl79szsJNnd5DJvv/ON0el0CgAAAAAAAKCWMgoAAAAAAACg9iL/AgAAAAAAQG1G/gUAAAAAAIDajPwLAAAAAAAAtRn5FwAAAAAAAGoz8i8AAAAAAADUZuRfAAAAAAAAqM3IvwAAAAAAAFCbkX8BAAAAAACgNiP/AgAAADxzOp0CACql0+kEgBqP/AsAAAAoVcW0i1AMqMvc0y73vwkkYkANpOP/vwEAAFA3VfIv4Yo28Y9nAMJTwlVJ5kUcBtQE5F8AAACoWzz+A9hlUnnovif/eAbgkmdpH6pjj5kXQRhwFpF/AQAAoE6oPMxyCbw8PqzkUADqAo/Jl0vm5R6BnVCxGIDThPwLAAAAtVklsZc25FLvj261F5Xk7rIVxFny4xzWLOEocdiLnI5ip63I6SwpvXdYBIDaSm/UG/yE3izvdfKmN5feG4NM/k1NgS3lTWcM0QZe6r029qooGlMRhAFnDPkXAAAAaqeKirbUkMsl8yrOXFmU8Z81b6e1IM6av89hSRMAUAGZfxkDmpsCWhgDW5nD+vhG9NcbA7QpmEsi5n5/9FCkYMDpR/4FAACA2qaiZl6usZfDVpK9oTDt36KMJcWZy4S9QADAydH7+IT0MEcM8qt3jozD9EY/oQnCPCZiooLeYQBOB/IvAAAA1B7uLb3EscmXIj/pp4KDPxemLXTa8gUAVDefiHP8G44LbDJBbwrReSLcSsMUpGDAaUL+BQAAgNqgkuRLVZTxX37i9/mJPzrteaLKTP6NTX4N9QazzmDW6311RnlfOpY3AaCWcjqsTluJw1HstJc47CXO0g6AJbbiDEt+3Akdx7f+xQFNJvg1uFCv1yuBlxzIeeWhIAUDzhTyLwAAAHg3j5dx1A5KcrbmJXyTn/iDvfhg5YfS6c1+YR19Apv6BESbA5v5+DfxCYoVAKBhLTxoKUyy5B8oyUuwFCYWZW11WHMrf4rOEOTfaJx/k8t9IwYqEVglRWFHn0UKBlQf8i8AAAB4Mffwy+FwKGM5KMpYlrXjmeKMJZUcwehbzy+si39EF/+wLr4hbeR5qgCAE2HJO1CYtanw8KairE2W/PhK9jQEtAlu9UhAo3E6vUFJwdyzMEEKBpwG5F8AAADwShWVfSkK05dm7XiuOOPfip7uG9o+tMmFgfX7m/wbCwCoJnZLdkH6yuzEWQXpKyrax+DfKqjVgwGNL9OXOW4KRgQGnDryLwAAAHiZU0m+jL5RIU1Gh8aM9QmIFgBw2tgth2UKlpM4syRvn8cdDAFtglo+HNBonN5g1KZgaoMwQSEYUH3IvwAAAOBNXMIvLVtxSvqGuwoP/eH+LJ3BN6jB0NDoMQGRvYROLwDgTCnO2Zkjg7CDc+2WLPethoD24V0/9AnppD/CpRxMUAgGVAfyLwAAAHgN7YUdhSb/ctht2XvfztrxrNOe7/IUvTEgvNllES2u0puCBACcJU6HNTv+94y9n9uKU103CX1AzE3BbaYYTEF6DfcVkQpSMOAkkH8BAADAC3jsc6+EX8VZ69PW3mTN2+ryFCX5Cm8+2eATIgCgBihNwRJ+y9gjU7A0l006nwYh7V7yb3Sx/lgUggHVgvwLAAAANV0lZV+Hd7yQvftF4bQf+wxdSPSY+u3uNphDBQDUME57Sca+LzL3fOF0lLhsMkeNDevyrsEU6B6BuXQEIwIDTgj5FwAAAGo0j+GXw+GwFaUcWjnJkuV6hTVzcOtGXab4hrYTAFCDWQuTU7a9lp+yxGXe4N8spMtX5pAOBoOhouWQyp5EYEDVkX8BAACg5nIJv5Q1j/K+MG1R2uorHdZM7c56n5CoNreFxV4q/5UrAMAbFKStOLT1ZWtB0jGzOp+gNs8HNL1RicCUe21ffEEhGHCCyL8AAABQQ2nDL82aR2vm9qdzdr9W2jP6KH1o04uj2v6PVl8AvI5TZvl7v8zY+5nTXqydN9cbHdL5faNPsBqBaVMwQQQGnAjyLwAAANQ4Lt3uNWseD6WsnFiStVq7s8EnrEmPl/wjewgA8FqW/ITEtfdb8vZrJ/W+0WHdvvYJ6ey+FpJ2YMAJIf8CAABAzVJRw6+SnC3J/53vsKRrd/YL79Kk58tGc6QAAC/ntBcf2vJKTuKf2kmd3hzU6RP/BqO1ayFpBwacKPIvAAAA1CDu4ZfS86soc/Whpec77fmafXURLa+Oanu70BkEANQWuQfnJm96zmk/emlIp1MX1H56QPRkQxltRzAiMKCKyL8AAABQU1TU7b4gZX7a6suc9iJ1T71PSONuzwZGDRAAUOtY8vYnrrnfUpCgnQxo/UJA05sNR7hfF1LZjQgM8Ij8CwAAADVCReFXXuIP6etuEE6buqfJr2HT/h+a/BsKAKilHLaChFV3FR3epJ30jbkzuM1TRGDASSD/AgAAwNlXUfiVE/dB5qa7tXuag1rE9HuHhl8A6oLENffnpyzWzpgbXRnc/g2j0UgEBpwQ8i8AAACcfWq3L6Gt/Er4Pn3dtdrd/MI6x/R9S28MEABQFzgdyZuezUmcqZ0zN7wiuMN0GX4pKRgRGFAVegEAAACcVdr/Iqte7bEw9e/09TdodwuI6t+0//uEXwDqEJ2+UdenI1peq50rOfRt/t5XbGXsdrvjCOcRAoAb6r8AAABwNmlXPirJl1SUuTJl2fnahvch0WPkSaAAgDrpcNy3qdumaWf8W7/iH32tsUxFVWCUgAEqowAAAADOEpfwS8m/SnK2pSwbow2/AusPatTlSQEAdVV48ysc9pL0ne+oMwW7Htb7RPnWH63dTRt4ybH8o0oEBihY/wgAAICzw2P4ZS1IOLR0lNOer+7mH9GjSc9XhI5/uAKo0yJbXRcWO1F9KNOt/O03F2cutx+hXQUpju2rCIB/RgAAAOAs8Bh+2W1Fh5Zf6LCkq7uZg1vH9Jmu05sEANR5DTo9GNRw+NHHDkv+lqst+fuVRmBqCqb8RVX3IgIDBPkXAAAAziK1PEE5W8tYf5stf5e61eTfuGm/d3UGXwEAKKVr0uN5/4heRyfsuXlbrrVZirQlYO698InAAPIvAAAAnGnaMzG1VCF3/6f5Sd+p8waf8Nj+Hxh8QgUAQKUzxvSe5hvaQZ1wFGzP3/2YewkYl4MEtMi/AAAAcEZ57nmfvfnwlvuO7iRP8PpMN/o1EACAY+mMfvIvpMEnQp2xpnxddOg3JQJzaGgjMIIw1HHkXwAAADgLtLUJNktuyopLnY4SdWv9Dnf7hrYTAABPDD6h0b1e1p7RF+2+z5K3w1bG4xJIQQSGuo38CwAAAGeOy1XJlJO0tDXX2IsT1X0C6w8Ob3a5AABUzC+8a702txx97CjKL20ElmfX8JiCAXUT+RcAAADOEJcyBEVe/NfFaXPUeZNfw8bdnxcAPLLbBXBEZOvr/SN6Hn1cEl+4b6qMvdQSMPdGYARhqLPIvwAAAHBGadt+2S1Zh7c+fHSbzhjde5re6C+AOsBxKE3YbSf0FNvSdVXdVaYgu/cL1HK6Jj1fOrYR2JeW3K1KBKb2AqP+CxDkXwAAADgz3Fc+yvvMrU84rIfVfeq1vskc3EoAdYROV/zKJ86i4qo/w/rL3470zOPv53CUTP/KmXZYoLYz+IQ26vbk0cdOe+Gu+2w2K43wARfkXwAAADij1NOw4sPr8uM/Ved9AptGtrpGAHWGvkE9XVBA0a1P2xatquJTnIezrN/8dZydrLaiR6fZN2w19O4kUAcERg0IajhMfegs2FKS/LW2BRirIAFB/gUAAIAzQD3j0ix+tGdsuFnOqfs06vKU0BkFUJf43DBeF+Rv/er9kqnvOXPyK9/ZWVis80t17FgnLJYK98nOK54yTZe90Th6iM7HR6BuaNDpIb0xQH1YvP8FW3G6xwhMAHUV+RcAAABOL/e29/JMLDfufWvednU+pMkFfuGdBVDH6Px8fa67RP5m6M2/Fd/ziG3hiko6gjlT0nVBxaYWu0o++snjDo7ktJLn3jCE/OPIMRsHdBeoM4zmyHptb1Uf6hx5RXHPaVuAKcSRP8KCEjDUPfwXNgAAAJwJ2rb3Dlth1o5n1U16U1D9DvcK1D1ZhzOWLP578+Z1iYn701NTfMy+kZFRTWNbdO7cY+CgcwODgkWNdOH5fRwO+4CBwx6b8oo4ZYYeHQ0DxjhTPvEdtarktwzr0v7m2ybroyLc93Qmp+n9LIYmOZa5a5xXXqQLCdJudSQcKnnpTVObNfrgYnvaIH1MI4G6JDx2Ynb8HyV5e5WHtrSfrY1v1od01Ov1ujJyIP/6Kg8FUPdQ/wUAAIDTyHPx1/4PnbYcdb5+u7sNPqECdcycmb/cfOP4D99/feXyfw8mxlssJfl5OQf271m8aO5b06fefMP4pUsWirrBZ9IFtk0tnRaD75C9prDfi+6cYv17mSir1tFyHErX+Vl1Pnafjttts5doN9kTDxU/9pK5+zJDo1zrjoY+/7tKoK7RGRp1fVL+T/kjnShJfFu7/pEuYKjjyL8AAABw2h3T+ctekrPnTXWTT0BMaNOxAnXM22+9KG+FBaUdrxo3aTpo8IhLJ1x94UWX9e0/JDS0tPQpJ+fwi1Mfnjfnd1EXBPj5Tr2/ZEkbp0MYG+X6XbjOPmd60QMvOw/naPdypqTpAizCx2hokm39c6Yzq3yrY9OOksem+g5bqw8tFhaDPSVW35Tir7rIN7R9cKOR6kNH5kxbYbzHCEwAdQ/rHwEAAHAmqMVfefFfOiyp6nxk6xvUggXUEVs2rZsz8xc5MJt977rniXOGnqddkGW1WGbO/OnjD96Q47dnvNixU/fGTWJEbadv2VQX29e2P8XUIlPvazf3i7MfSi9+NNk46iLTuBHKPo7DuYYoq4gMFdYMY+sk2/L1pguGWmcvsf30ue+IHXp/qwgNtG82Gvp0FyZO9OqoyNbX5SbPP3JpEYcl6W1Dq1f0Gtr6L/l7Jwcsh0QdQf0XAAAAThf3yz46HfbcPa+pO5j8GoY0Pk+gjlmwYJYyuPeBp4YMG+Vy+m3y8Rl3yeTJV94sxw6H/bffvhF1gU7ne//11riujnyT0Ot0LZsYY4t8B692LH+/6PHXHXGJchdnfmFp/Vegv65JlKnDIdsff1i++dP25/u+528uDb86NhfFFuueGJ/JFwrUVeagloH1B6kPbem/2IqSHceiBAx1E/kXAAAATrujxV9JP9iLE9X5iJbXCB2FKnXOwYPxyqBP38EV7XPBhROUwd7dO0Ud4Ws2TRxn2RDrtDtFUqoY0l3XJNjcJ96n0V8lzzxj/XOhyM3T+VmFj79o1VJn0OnDEpxrvvYdtlsnz+paNhFWu/2gURfaQRdaQ68bgDOjXusb1bHOabUe/MB+hEsLMLqAoU7hXxsAAAA4LTwUfzkdVu7NJwAAEABJREFUubteVHcw+ISGxtD5qy7y8/VXBlmHM+s38NypKiQ07OZb78/Ly/Xz89POP/zgLVs3r1OuvTh39m+rVv23P253bk52VP1GXbv2unTCVfWiGng84L69OxcumJ0QH5eScjA9PTUiol6jRtGxsS0GDxnZuk0H7Z5rVi97esrdcvD5VzNTU5J/+P6z7ds3yZ2bNm1x8y33BYdWeK2Gjz9887dfvpaDxtFNX33tY/kjiBNkOrevY91We3ymMfawSEwTfYeKxK2GzXt8x2y0LMlyFgaVlsqZzCKwlTCvM/dKKH9a4yjROlb8u8a2P8o4YoBA3eYb2t4/oldh5hrloS3tW3v03Xp9pMFgUOq/lMtBsvIRdQ35FwAAAE4vJQiTJ11F6f/ZCvep8xEtrtbpTQJ1T5u2HdevWyEHL7/42L33Px0dE+txt7HjLq/kIG/PeGHOrF/Vh4kJcfI2Z/avDz06VaZj2j2tFsuHH0ybPfNn7WRqykF527B+5W+/fnPt9XdOuOwa9y9x4MC+5595wGazynHcvl3Z2YeDQkJEBb756sNTDL8UPjdOKLp7XWn+teOAiGosmp0voqJ169ea+8Y7Swyle/iahSFctG0uNu4ofVgvVHQfKhI2isISx+Fm5iG9lOPYlm+w/bfWfP91OiMnfXVOZOvrElaU5186Z4k17UdD9K12u12JwJQuYOLIH2dSMNQR/CkEAABA9dMWf4my8EsOCg7+dHQPnTEs5mKBOmnMRRNmzfwpNyd7186tt940oVfvAd179O3SrVfTpi2qeITt2zZlZWXqdPrLJ984ZOgo/4AAOTPttaeLiwpfeO7hF195r3OXnurOn336thJ+NWveumev/k2iY4ODQw8ejN+6ef2qlf85nY7PP32re48+LVq2dfkqn3w0XYZfRqNJPiX+wL4BA4ZVlBT88tOX3379oTjl8EvShYf4XHt10S/ZvkP36LZvE/2aiYBuon8jEb9Kt22fsAlh8hW6UNG4pdi2RwT6iZ7nCIcQu/bb9ofrIptYPvnFEZcgcnbZU/Xmu64n/KqbAiJ7mwKirQXli81tGX/aG90kwy8ZgcnwSxuBKR9pasFQF/DXEAAAAKfXkcb31oKDv6iTQfUH6n3oUlRHhYaGv/jy+09NuTsjPVV+QNasXipvcj4sLELmVp06de87YIgcV3IEGX7JWGrK06/17FW+3G/AwGENGjS67+7rZGL1xuvPfvjxzyYfHzkvU7aZf/4oB42bNH1t2ie+R1dTDhx3yeRff/76k4/elA+WLP7bPf9KTIi7dMLVV0y+ST6rqLCgxFLi8Zv5848fPv14hjjB8MuZnWs/cFAfFKAL9BeBAbqAo8s8DYN6Whf2dKSkGHTZYv8a0XKUMDYUzUeJiO1i4+rS/l/6MGHuKaLXixZdhW9HcfB3UWyxpQYJxwpdVq5Pu1x7Qpiu3STDOb0F6qrQJhek73q//EHhVntRkt3QVKn/UroxysBLPhRAnUH+BQAAgNNIbf1VnP6PsOeo8yGNzxeow2KbtXznve8//+yt+XP/tNttyqRMtRb/O0/e3n3nlUHnjLj8ihsrWhopjRw1Vg2/FDLAOn/0JX/9+UNaavL6dSv79Cttrh8Xt7tBo8ZZhzMnXnat77GtxKQhQ0cp+Vd6Wor7l5AZ3LXX/U9flhH4+QfIm/s+c2b9+sG7r4oTr/zShQQ51m8rmfOfEEU6s004DfqISBFWTxcapqsfaejdpfirfX7j1ut37RONdoiArkInt54nBrUSjjyhCxKGYNFxhPDpIUp2ik275QF9+8YLQ+n1zRzZJuveDn7Tx1HRU5eFRo85mn8JYU37xeh/j8sSSLVEl48K6gLyLwAAAFQz98738nQrX7P4UWf0D2pwjkDdFhgUdMddj10x+eZ1a5fHxe3Zs2f7vj07LWU1Vg6HffGiuf8t/nvyVTdPuuIG9+fq9YZJl1/vPn/BhRNk/iUH69eX519du/X+8ONfKvoewiMidToZBDgsVov71k6de+g9FsgoWYFOt+DvmW/PKL2kw8kse9TpfK4fbzy3X8mTM4ytNxtbpysRhNMhAy5fZ4aPqZO/M9tX+OaLjWtF3+bC2EDo/IRP39J7XVnjPL8xwlEgUv8TVpvwN4vWTUWA2fnftuK/O/nOeEwXGiRQhxn9GviFdS7K2qw8dGbNskffqbbA10ZgLIFEHUH+BQAAgNNFDb+cdktRyp/qfEij4ULPP0RRSiZQI867SBnLj8qBA3vXrl72z8LZiQn7ZQr21RfvmX19x10y2eVZUfUbRERGuR+tUeMmyuBgUoLHL5eWlnIwKT4zMz0n+3Bi4oFNG9fKT6ict1mt7js3a97a40FEacArdu7Yuuy/f5QHkRH1T67nl75pY7/3nyn5+MeiOX/7jdypMzp14YGGUKcoKhSNcst3Sj0sDi0X0a2Fzl/oAoXeXwhzWQhnE7bNIiRAjLpKmBuL9Pli5Qbrpoam88/XR558AzLUGiFNRqn5lyjeYy/a7zC2UsIvbfEXyRfqCP7ZAQAAgNNIOcUqylwq7AXqZEiT0QJwo9frmzdvLW8TJ10nI7A3Xn/GYbd/9fl7w4ePCQo+5sKLDRtGezyCwWAMDgnLzcnKzj6snV+5YvGihXO2btmQnZ0pqiw4OKSSrZkZqaJsXWRRYcGmjavnzv5t1Ohx4iT4+Zpvn2xb07novQ98euwy6vNEWLBo30yENRCOIGErFrYi4bQL20ZhPl/o/UojMJ2ffLWEs0SYuoiwjsKRKZI/F2s22eID7db+vldeJIDS/9IwKmXr66UfnjL2zLmOgBYODaUETIZfRGCoC/QCAAAAqG4uxQXFGf+pm3RGf//w7gJ1VXz8voV/z/rlp68KC/Ir2W3YuaMnT75ZDkpKipcvW+SyVZ63V/zUsn5G4ujJ/Jefv/vc0/cv/W/BkfBLFx3T/Jyho27730MffvyLXl9hC/AKv8qRY7dq3eG9D35QsrmPPnyjrJ3/SZG5Xd+ufi88bU0aadnQ0JmWK1ZuFWvWiuwEERApIgaIqEuFabAQptKbzlfoAkpbgMkUzBApnIXi4Bdi5RpngdO6va35jqsJMqDQ+wT7h3dWHzrzVmvDL+0S9fIdjgyAWon6LwAAAFQnlzMo5eTKcni5OhMQ0V3o+K+wdde//8z78ftP5aB5i9bduvepZM8u3Xp99eV7cnDwoOtixjRP7epFWViWm5MtB2ER5ZePXLJ4/g/flX658Ih6Yy6c0LlLzxYt2/j4mJWtdrvN4bCLE1X2Ga/foPGzz08PDgm95bYHXnt5SnFR4Yw3pz47dYY4WbrG9X1fesj68U8li+b69Nmtc2brMtaJ0F2ifRsRNUAYOyl7ld3ry8fOApH5iVi/TjgctvhIUVRi/eZ34+gh+qZN6P8FyT+iR2HmhvIHBescpR94o3v4Rf0X6gL+5QEAAIDTQtP93mrJXqvOy/MxgTospmkzZfDfkgWV76kkWZK/n+uFF9NSkz0+JeVQkjJo2bKtMpg7+3dl8OzzMy67/Pp27Tur4ZcoXcOYLk5Wy5ZtZPglB0OHnd+xc+mnet3a5X/P+1OcAp1e73PzZcbLbyv6q6MoKStWyCsUJUXCaS1L3SylN2eJcOaV3QqF8BERN4jzJolBXU0DbH4XbzY1+dz65ZTCax8seuwNe3ySQN0WoP176yhwFG5Xwi+PXcAEUKuRfwEAAKD6aS8BWZS5svSM/YjS+i/UYT179vcPCJSDhX/P3LVzayV7zp9fniW1aNXWZVNJSfGqFUvcn7JwwWxl0KfPYGWQknJQ3svMq1nzVu77/7tonjKw20+8Ckzj3vumKLHahx9My8o6gRZj7ixf/m79+gP/SzYJs03ENhQjLxDRQ4SzSBT/Lkr+E85i4cgWznzhzC29d6SJvK/EwU0iKV0UW4RerzM5dHqH0AnjgO6GyAiBus0vrLPQHV3h68hd7b74UbsEEqjFyL8AAABQzbThlzzRshxepm7SGf19Q9oJ1GFBwSHXXX+nHNhs1iefuPvbrz5Ui7ZUhzMz3nj92ZXL/5Xjrt169+o9wP04H3/0ZmbmMdVbmzet+/3Xb0VpiVmL1m07KJP16tWX9xZLSdy+XS5H2LB+1ddfvq+MT2YVpEaDhk0un3yTHBQW5E+f9pw4Kc6cvOLH33Du/Nz33C26+mbdoC6iYaTYt0Us/VYs/F5sWicMDYV1mzj0srDtFY4cUfynzDOET1dxIF7sP+hIsZYsiS7+b6hh1AMBX08zXXCOCPATqNt0BrNfWCf1oUsLMDUIO7oDQRhqL/p/AQAAoNpo+yirp1UlmUfzr4DwbjT/wugxl8bH75v554/5eTnffP2hvMU2axXbrGVERL3k5MSE+LiDSQlKk63mLdo8+vjLHg+SfDDhtpsnXnLJlc2atyoozN+1Y+vMv35SnvW/Ox9Rmxl179F365b1cvDMU/dNvvLmbt37+Pn57969/Z8Fsxf9M6e8lZcQRcVF4tSMn3CVPGBC/L41q5fKwdBh55/Q0+0bd1je+sjYdqup2WFhNAiTUSzfLGQ6YdHrfErruUSfHsJ6QOxYIBKSxcj6wm+M2Dlb+CwUzYaInn3FPwvsySFOYx+/F+8WZh8BHBEQ2aPo8EZl7Mxf697/Xhz5i00LMNRu5F8AAAA4XZRzKlveFnWG5l9Q3Hr7gw0bNfn803esltK1sQf275E3l3369Bv84EPP+fkHuD89JCR88Dkj/vrzB6VBvnb+7nuf6Nipmzoz4bJrZdq1cvm/Gemp0984pjJLrzdcdvn1+/fvkVsPJSeKU6M3GO5/4Om777xafvDff/e1Hj36Kd3Bjq/EYp292Pb71+bhu3Rmm7PI6CgyOffr7Iei7RmROkOh33k7hb9vaeevZT87DxWUXttyz3rRtr44lOLMLtAdPCg6dxBd25hsO+zztzgSkvWtYgVwhH/pkvNPlLHOkeMsOeg0xXpc/EgEhtqN/AsAAADVTNtN2W7Nc1iPtkPyDW0jAHkertNdPO6KXj0HzJv3x9L/FqaWdemS02HhEfXrN2rZqm237n369junkqff+r8HY5u1/P67T9LTUmRGFhPTbNDgEaPOH+fn76/dU6/XT3nqtX//mfvXnz+mpiZnHZafRmdoaESnzj0mX3VzdEzs7Jm/yPwrNyd708Y1Xbr2EqegZet2F4wZP2vmT/l5OW+/9eJjT7x83Kc4CwqLH39TZ91s6pZu3RBjS44SwkfftJFxQDefa3ra5iwWcWUrNFtHi3/XOXKNxQs6GxpnmAMTRew6kVdoWRtjbHpYn7lC176paBBu6pJQ8sEPfq89LIAjfIOPaZ9nL9rv8I/x2AWM8Au1m471vQAAAKguRy/56HDYyxRmrM5YMUzdoeW5f5j8GwvgZD384C1bN6+TAdY3P8wTXs6+cUfxKx8Lq9XQpa2xTxdD5zbCz1fedKbyMoWie18wd5mpD7TIZMK2s6VayJYAABAASURBVJ51bwfzI7eXvPiK/5g1olGkSM4oWjRCF9XQEb/Gd/gufZDBWWK1rI01nP+w8ZxTCvJQy+yaO9RhzVPGzsZP+jS8yucIk8lkNBoNBoO+jK6MAGoj6r8AAABwupQufizYd/SxzmDyayAAiNJLTur8ff2nP64LDxYGD+dlzuw8GXqVhl8WfcnyFvqW5/lNH68LDjSef6F1b5xJZNgSQvWduvrceKl9087i9z43Ntxt6pRsanew+JMfjf26Ch+TAMr4BEQXZ28vf1CSoK350rbAV0rAKARDbUXzUQAAAFQP9+b3pflXYZy6g8m/kYzABADJYNC3bqarF+4x/JKs3/5pjD1kz/AvXtLDMOpmn7uuluGXnDcO7mXd1MRp09niIo29O+qMRmOPjv7vTBWtri9e2M2R42dqt8Xy3V8COMLHv4k6dpbEu3T+0t4DtRj5FwAAAE6L8vxLU/+lPQcDUBm73bZqi6PAp2TjQPN9D5vGDBX68nM3fcN6hg7dHTm+zqIwQ4eW5fubzT5XX+zz0BTr/uGOwwHWP+Y5EpIFUMYnMFod6ywJ7p2/tP/1QgC1FPkXAAAAqp9aUGArOFr/Rf4FVJEjL9+Zm++wjPSf8Yy+dazLVtPNk0r+a2foOUjGXtp5Q4sYvzceM5x3vzD4Wr78Q5BloMwxf3s16x+VIEwQe6FuIP8CAABAdXJZU+OwpKqbfALJv4AqsX79l/nOK32f+Z/HNl76iFAR0tjQr5vH5xqH9/f/9AVhMthXbBRA6dpzTf2XsDpt2do/1C4DoLai/z0AAACqjcsiGmUBpLrVYA4XwKl5+dUPRK3ndBpHn2NoHl3hDgaD+Y4r9Y3rV7RdFxTg+/DNzswsAcjT/mP/9jrtBdq294L6L9QN5F8AAAA4LcpPqByF6oxe7ysAHJdOV1n4VcbQroU47mEiwgQg//Yajlknq/xZ9tgFX8ElIFErkX8BAADgdHE67E5HsfpQb/QTAIAzS2c49r892As8Nr8Hajf6fwEAAKA6aVvJOO152k066r8A4IzTH5t/Oe0FLjuwEBJ1AfkXAAAAqpl6BuWw5mvn9UbyLwA403THrn90Hlv/dXSe8Au1GvkXAAAAqoHHEyeXKgOXGgQAwJmhMxxdfq5zFrnHXpSAodYj/wIAAED1U86gHPZC7aRObxYAgDPumP/8cOxfZkHmhbqB/vcAAAA4LUqvIKZ3aTpTLAAAZ5zTYTn6QGcSbmVfQK1H/gUAAIBqpp5Q6YwB2nmHvUgAAM44h02zGl3vr/wv4RfqFPIvAAAAnC46g7/2IfkXAJx5LrW3Tp0fbe9RB5F/AQAA4HTR6Y/Nv2zkXwBwprm0YnQe+5cZqCPofw8AAIDTRm8WuqP/wdXh1nQZAHC6OazH/u3V+wmg7iH/AgAAwOmkO9oCn/ovADjzXNeeH1v/pdPpBFAHkH8BAADgNNK2AHNw/UcAOOMctmPXP+r8yLxQB5F/AQAAoJppz6z05ih1bCvJEACAM8tWrPnbqzPoTBECqHvIvwAAAFD9lAhM3uv9mqmTloIEAQA4s0o0f3sdhgYyAhNlf58VAqgbyL8AAABwWiinVUb/5uqMJY/8CwDONEtBojp2mpq470AKhrrAKAAAAIDT5tj6r3hxlpQUF18ydqA4QZ98/keDho3F6VRcVJSZkdY4uqk4DfLz8i4bP1QOzr/gkjvuekx4p++++fjrL9+Xg3fe/z62WUvhbT547/U/f/9ODr7+bm5YeKQy+djDt2/auDooOOT7nxa67L9v784WLduKOmbmnz+tXvXfgQP7crIPh0fUGzFizBVX3SxOp61bNjz8wE1ycMvtD1409jJRq2lrb50+0S5lX2q5rvYhUPtQ/wUAAIBqUNG5k94vVh07HRZbUarAEZs3rb3lpvHbtm0UQFkY+vZbLz7/7EOijvnz9+/fe+fldWuXZ2ak2mzWtNRko8kkUH0s+R7yL4/rHwm/UItR/wUAAIBqplYTSMaAFtpNlsJEo199ccYZjMbLJ9/kPv/rL1+XFBcZDMaJk65z3xoYGCROmx3bNz/60K0COOKF5x+WGVBUVENRx/z801fKIKp+o959BgYFhfTpO0igmjhshXbL4aOPfWLc93EpAQNqJfIvAAAAVL+j/e99ooTORzgtynxxzi7/iJ7ijDMajVdefYv7/JxZv8r8y2gyedx6WhUXFwlUweWTb5Q3Ubu88PK77pOFRQWi7snLzcnMKC0LbdO247Tpn4szpWOnbrPmrRV1QHHODu1D9/ovYi/UEax/BAAAwGlxNAIL7KJOFmSuFwBwRFFRoTJo166zwGlQmLlBHTuFjzDHCs3FHz2mYCRiqJXIvwAAAFBttCsf1YFPWD91h6LD9LoCcJTD4VAGPmZfgdNAm3/ZfbsInZHKL9RNrH8EAABAdZInVE6nU2jqC4whfdStdktOSV6cOai58B4rly9e+t/ChIS4pKT4sLCI2GYt27fvMvbiSdoW3fJHfvC+G3ds3yTHl4y/6oab7tYeQZ7hP3DfDbt2bJHje+57skl07AP3Xq9unf7Gc/ImBz//tsTP3/+438++vTsXLpidEB+XknIwPT01IqJeo0bRsbEtBg8Z2bpNB1FlhQX5f/7+w86dW+Li9hQXF8Y0bd60aYsRIy9s266Ty55ff/nBd998FBER9eW3s0uKixf9M2fTxjWbN60zGI0tWrTu2KnbeaMuDgwK9vhVqvLqVa6i6z+mpaX89MPne/fsSE9LycvPq9+gYZMmTZs1bz1s6PlVvJ7m5k1rlRZs8si+vn6//fLN7t3b4g/s8w8IjIlpPuK8C88Zcp5e77liIPlg4uyZP+/Zu3N/3G6z2Ve+dM2at7r4kivk21GVL+1y/ccpj925ft2KIz/XoQvOK10jPO6SyTfecq/2Waf+Yqri4/fJd3/b1o1pqckmH5+I8HpduvW+/PIbgkND3Xc+TR+VH7//7IvP3lGf++P3n8qbHFwwZsLtdz68bOk/LzxXeimABx9+fsiwUS5fSH3vbr/jkQsuHK/Ol5QU//TDF3KrfBmzDmeGhUc0bhwT07RFv/7ndO5yzMrryq//WPX39+EHb9m6ed05Q0c99Mjz8qO4ZPHfmzat2b5tU1RUw6ZNm/fo1X/YsPP1BoM4W5yOQs1/dXD4dxeeir+E5r9bALUV+RcAAACqn/ZykMbQ3k5naSymzBRmbvCW/Mtms3343uuzZv6kzqQcSpK3lcv/nTfv9wcfeq5V6/bKvPzx5NnvrTdPLCku+v3Xb2Vu0rJVW/VZ33/zsRJ+DRg4bMR5F+3YvlmcFKvF8uEH0+RpuXYyNeWgvG1Yv/K3X7+59vo7J1x2TVUONeuvn7/68r283Bx1Zse2TfI2d/avF118+TXX3u7r5+f+rMyMtKen3BsXt0szk7p61X9//vHDq9M+iYpqoN256q/eSYg/sPeRh27NzclWZw4mxsvbqhVLfvj206efe6NnrwFVP1pSYvybbzxbVFjefktmKFmHM2Q+NX/un089M83lpZCxzscfvTl39m8Oh12ZKcjPO5yZLt+CObN/vfGme847/+JqzxGq98WUqZPMntSH8ufNz8uVidj8eX9Meeq1rt16a3c+Ax+V6iLfwcceuX33rm3qjAyk5G3jhtV//v7dZZdff/W1tx/3ICf9/m7fuvHZZ+5XXyj5EZW3JYvn/7Ng9rNTZxiNZ+fUuzhnh9NRoj50+HU3VBB+CaC2I/8CAADAaaGeXOmNQYbAjo6CLcp84eGNYbGXCm8w5bE7Nm8q7ZDduk2HweeMbNykqTy53b9/zx+/fyejlgfuveHtd7+NbtpM2TmqfsNbbr1/xpvPy9Pm11996p33vlWKPvbu3vHtNx/LQWS9+vfe/5QctGvfeda8tRvWr3ri0f/Jh3ffO2XkqLFV+X4++/RtJfxq1rx1z179m0THBgeHHjwYv3Xz+lUr/3M6HZ9/+lb3Hn1atGxb+XH+WTDr3bdfkgMfH/P4idc0iW5qNvseTEr45aevcnIOy6RAHvPZ52e4PKuwqODuO67Kysrs029wn77nBAYGbdm0bvHi+bk5WRnpqV9+9u4DDz970q/eCXE6nVOff1iGXyYf86DBw1u2bNuwYZPkQ4m7dmxd+t9C+fpPe/WZTz7/vSrFdIr33nlFRietWneYdMX1Xbr0Sks/9N3Xn/y3ZP7mTWuefvKel179QLvz+++9On/uH3IQFdXwoosnNWoUXVxcdODA3p9/+lIe5K3pUwsK8i6dcLU4Ec+98Ja8f+C+G3aU1Q199tVfLjtU44v57lsvKzlaVP1GYy4c36hRjPyG16xeJl+64qLC55998I3pX0THxCo7n9aPysRJ18lbyqGDN1w7tuzh9ddcd/x8qhIfffCGEn716NW/Y8fu0dGx+fm5+/bu+m/JguzszB+++7RPn8Ft2nWs/CAn9/7KUPu/xX/LT+ZFYye1bdfJarWsW7ti6dKFDrtdBqkL/54pUzNxNmiLv5zC4PTrpC/jsQRMEIShViP/AgAAQPVwX/l4dAlkaF+Lmn9lesc11+SZv5I4uBdVnTv8gsceuU3mLzNmTH319Y/VeXmKu3LF4tWr/kuI3/frL1/LvKC4qOjFFx6RyZReb3jksRf9/APEyZJfbuafP8qBzD5em/aJpuhm4LhLJv/689effPSmfLBk8d+V519paSnvvvOKHASHhD7/wtvanYcMGzXl0Tvi4/etW7N8yeL5MmfRPlGe/MvblVffql6NccDAYRMmXXvLjePlvDzVv/Oex8xHWjidxKtXddu3bZKhjxzIuET+7Ec3jBMd//pZ5jUymvl30dzzL7ikigeU4Uj3Hv2mPP2aTHnkw6ZNWzz82FT5ri39b8GWzevmzPpVPdTypYuUcKRl6/bPPTdDXS14jjivV68BT065W74UX3/5waBzRlZjiVM1vphr1yxTwq8uXXtPeeo1NSIcPvJC+WO+PeMF+f3/8cd3d9z5qDhTH5XqYrPZFi6cLQcydHvy6Wnq/IjzxAVjxt968wQ5lnHhQ+2mVnKQk35/01KTDQbj1Jfe7dylhzIjX9Jhq5c9PaV0KfSif+actfxL0/zL4dtJZ/DVeSJY/4g6gP73AAAAOC20p1XaFmC24vSS3D2iZpNnuZ9+XFrV0q17X/cVhc2at7r6mtJCle1bN8bt26XddOfdjyvtjb7+6sO01ENvzXgh5dBB+XDyVTe3a39Kl7eLi9vdoFFj/4DAiZdd677ibMjQ8gZJ6WkplR9n9syflYV+111/p0tSFhFR774HnlbGM//8yf257Tp0URMN9SkDBp4rStdmlqQeSlYmT/rVq6KMjNTyQzVr5bLpnCHnDRw0/Jrr/nfcMh8to9F0z/1PKuGXQn5ob7ntAVPZzNy5v6vzv/z8lbyXScdDDz/v0iqrfceu8l2WA4ulZN6c30Q1qd4X84/fvpf3Mo29657HXerjZMbXsmwR5X9Na8mbAAAQAElEQVSLFyhB9hn4qFSjvLwcm9UiPH0qops2Gz1m/MRJ1w8bPrryg5zK+3vphKvV8EvRq/eABg0by0FC/H5xNjjtJfkZq9WHdt9uuooJoLYj/wIAAEB10naTKV//qNebwgc7NSsPcpLmiJpt3dqVWVmZcjBo8HCPO/TuM1AZ7N61XTsfHhF51z1PiLKT/CefuOvff0p/0k6de1x2+fXi1HTt1vvDj3/56dd/h4+80H2r/LrylZYDS1kEUIk9u0u/4QYNm4w47yL3rS1bt+s/cJgc7N2zQ70wn2r48DHuT2nUqIkyKCouVAYn/epVUePG5e3t35r+wro1yx12u7opMCjo0SdemjjpuubNW4sqky+pe19z+ZL27XuOKF3Buj0nO0uUXcdgX1nGNPTc0Y2bxLgf58KLLgsJCRcn+3N5VI0vZmFB/qaNa0RplNZHyWVcPPrYC+9/+NMnn/2u/P6egY9KNQoLiwgIDJKDn3/8cv7cP4oKj/kS/7vzkWuuu73yrnCn+P4OH+HhR27YMFreF5+Gn7cq8lL/ddqOfmlH0GC9RkX9v8jCUFux/hEAAADVTFkIqYZfSgswY8RIe+ZsZYfsxFlR7e+UO4qaKj29vIpqxpvPy1sle+7Zs2OUGKedGTBw2OBzRi5ZPD8xobToIzAo+KFHplb7KWVaWsrBpPjMzPSc7MOJiQc2bVzrdJZmEDartfIn7iprkNSseauKviWZHC1f+k9JSfGBA3tdUqSo+g3d9/fzKy8jstlsyuBUXr2qaNmqbecuvTZvWpNyKEmGjPIVlkFVn76De/bur63hqrqKSvPqNyj/eZMPJoSEhu2P2y1jTVH6ErXyuL/RaIxt1nLTxtU7d24R1aQaX8z4+Di7vfQ9iqrveW2mjLq0D8/AR6V6XXLJlV99+Z7NZp3+xnPvvPWSjPn69junX/8h8r2rytNP8f2t7/FHLiuys9qO81t5muQkzVXHDkOUw7eTUVPwVUkEBtRK5F8AAAA4LVxKwHyixhUdyb/slszCjLX+kb1ETZV2vFWEqgP797pP3nn3Y2vXLi8syJfji8ddER4RKarJyhWLFy2cs3XLhuzsTHHiDiYlKCvaGtRvVNE+DY+EIHt2bXcJNSI8/iBHTpuVRXPilF+9qnjy6ddff+2pFcsWyXF+Xu6Cv/+SNxl+dezUXSYUw0eOadq0RdWP1rhRtMf5evXqK4PDZRVYe3bvUB7Wb1Dxq9eoicxH5Ft/KDmpYaMm4pRV44uZn5+nDCIj64vjOTMfleo1afINTuH8+ssP5FeQKdia1Uvl7a3pL7Rt10l+KmQW1qt3ZfVfp/L+BoeEGk0m9/2P/MDizHNYcvPTlqsPrUEX6I/F4kfUNeRfAAAAqDY6TQt8tQRMYQofXqQPEI4CZc/spDk1Of+yWkuUwV33TmnoaaWYSi1p0dq4YY0Sfkl//vHDmAsnBAWHiFP25efv/vDdp5oJXXRMs+YtWrdv37lbtz633jzR4bBXfgSLpUScAr3OUJXdTvHVqwo/f/8nnnx1396dK5YvXrViSVxc6bI1+dOtX7dC3n7/7dvXpn3Spm1VW4DJgNbjvPNIbqEryzFO8dU7OdX4Yvr5+okqOzMflZNWUYJ2+eQbR5530dL/Fq5e9d/mzevK1sY6d+7YLG9zZ/964y33HnPBhGOdyo98un/ek5CTPFc4j/5BsAdfZDw281JSMHHsFUsEUHuRfwEAAKCauYRf5cUGRrMxcowt7Qdln7xDC52dHtIZqvkacNVF6doj+fv7d+7S80SeKrKzD8+YXrpOzezrV1JclJuT9ea0Z6c8/bo4NUsWz1fCr/CIejJQk99Vi5Zt1OV+drvtuOGX1KRJeees1LRDFe2TdmRTFVeNuTuVV++EtGjZVt6uvPqW9LSUNauXrVu3YtPGNUWFBTL1ePftl6e//VUVjyN/5LbtOrnPp6aUvxRKd7BGjct/rrTUil+9I5tCQ8NFdajGF7Phke9fvYBAJc7MR6USuiO1Uw6nw31rQX5+RU+MiIwaO+5yeSsqLFy7dpn8YGxcvzozM01u+vKzd4cNG13Rd3tW3t/TR9tm0WZqJczRR/8au/X/UhGBoRaj/z0AAACqn3bxo3YJpLqDw1ZQk7vgq92vK7pwW15uzs8/frHg75nuF917/ZWn5FY5ePiRqX37lTZQX7li8YL5f4lTM3d2+VUIn31+xmWXX9+ufWdtr6vMjPSqHMTk4xNZtqZPuSqlR6lHzvBbtWonTsqpvHpVYbVY5PevfW69qAajx1w65anXvvluXmzZ5f/27tlxODOjigdMT/OcByn5jtFoim3eUmj67qekVHj5wtS00k31GzR2ubriSavGF1OmeL5lNWIZ6Wked5g985fLxg+79aaJ8Qf2npmPSiUMhvKKKqunlnbuEZ4MPTMz0vbs3i4/HsqMfAsGDR5x3wNPf/ntbKWFv8VSsmH9KlGBs/L+niYlefuKso42KbMFnucSfrEEEnUQ+RcAAABOC/eFNsawAcJ4tCtQxt7PhKfKjppALX6RsUJJSbH7Dn/98cNnn7z1xmtPb9+2STsvE4T161aI0qv1jezTb/Dd90xRVj6+/95rmZnHRFTq6X0VeyGlpJTGEDLzauapOfe/i+YpA7v9OFVggwaVXkbwwP69++P2uG/NSE/9b8nfctA0tmVEZJQ4KSf96lXRm288d8O1Y+++82olZ9Qy+/p26NBVGSvtq6ri30Vz3SdzsrPWr1spB1269TKbSwsVGzZq0qysy9WypQs9/lxrVi87mBgvB5X3maqIwVC6Osel3Kl6X8z+A4bK+82b1mYd9hAOrlu7PD8vNysrIzq6mTgjH5VK+PkHKINDyYnuW1evWuoyM3/en1dPHn3PnVevK/sFdNGjZz9lUFRU4aUYT/f7eyal7/pA80jnCB5VSfJFBIY6gvwLAAAA1cl9NY0mAjOYGl6tbrIWJuce+lvUSE2iY3v07C9Klzslz3hzqstFFbdv3fjDD5+LslP0ESMvUueTDyZ++ME0UXrNx5Db73hIDoJDQ2+6+T5RlsW8+tIT2oMokYqUlVWlTvZKL3aLpcS9zGfD+lVff/m+Mj7uKsiJl10nv22527RXn3apkEo4EPfUlHsKyrqkDx48Qpysk3v1qm7gwHNFWb3Pe++84rIpPy9v8+a1ouwtUJf7HZd8SX/8/jPtjHydZcqmJGjDR4xR52+46W5RFv2889ZLLj/XyhWLX3tlijIefM5IceJ8yz4SeXm52iNX74s56fIb5K+hDHfemvGCS7urTRvXyB9BDvr1H6IvC2fPwEelErFHrmDwz8I52ihT5sV//v79hvUrXfaX0Z78MyMHn3/6TlHhMSGXw+FYsexfZdymbQdRsdP6/p4xlvyEvEOLjj70Gyh8GriEXxWtfwRqMfp/AQAAoPrpjr34o3rGZW5yk/XgB2oX/IzdnwY3Ok/USPc/+Mztt0zKzs789585e3ZvP3/0JY0aRefmZm/auHbJ4vl2u03uc/sdD5t9y2MseY798ouPWcsyBRl+BYeEKvPnjrhg0T+zZUS1ZfO633/79uJxVyjzav8gmbwUFhb4+JjHT7ja16/CDuXde/TdumW9HDzz1H2Tr7y5W/c+fn7+u3dv/2fB7EX/zFGvMFdUXCQqJSO5Sy698puvPoiL23XbLRPHXnx54yYxTodz7Zrl6s/Vpl2nCZOuEafgRF+9E9Kn3+BOnXvI13Pxv/MO7N87eMjI2GYt5WsYt2/3/Hl/KKHMTTffo9efwH/s/+Kzd3bu3NKnz+CIyHqJCQfmzP71YFJppU/nLr20YYd82ZUvvfDvmbt3bTtv1MXy5zqUkrRm1dKNG1Yr+4y7ZHKHjl3FiVP6UpUUFz3x2B0dO3Vv1aqd/ElFtb6Y8r0eNvyCBfP/XLViyR23XSEP1bhJU19f3337dpVdNlGEhUVcMfkmZecz81GpiPzqPXr1X7dmeWZG6kP333z55Bv9/P337N6xYMFfBxPju/foJwM75Xso3z8kVO7z7dcfJibE3XjdOPl716x5K7OPb0J83N9//5VyKEmU/jKOad6iTSVf9LS+v2dMaWmt5pKT1vAbDccWfxkMBo8RGFkYajfyLwAAAJxGbl3wgwwNrrYnv6dsLcnbl5+6NLD+QFHzyDDijRmfz3hz6ob1K2UU8vGHbxy7XTf5qpuHnTtaffz9t5/s3bNDlK6NGnjOkGNCvXvue/Km6y+xWEo+//Sd3r0HKW226zdo1LJVO/mUkpLiX376svSJvQa0aVfhJQsnXHatTLtWLv83Iz11+hvPaTfJ89nLLr9+//49cqvHxWIuJl1+vdlslnlHfl6uTDdctspz/ptuuVdZi3fSTvTVOyHyc/TY4y/ff9/1yQcT4uP3ffXFey4Hv/nW+4aPvLDKxxMXXnTZ0v8WyEhI3rTzgwaPvOOuR1x2fnzKKx9/NF1GSIkJ+11+LrPZ96prb1MjzhM1cOC5MnaRA5m/yJtMf5T8q3pfTBnOysBr5p8/uh8qOqbZgw8/F1W/oTpzBj4qlbjxxnt27dwqv7QM4KY+96A6LxPJBx5+9pKxg8WxxY5XXHlT3L5dK1csllmh8julJd/Nu+994rhf9PS9v2eGrTgjJ2m2+tDq21v4tVcyL6mi+i+SL9QF5F8AAACoZsr1H4XmQpDaugPfJjfnH/pU5yxfe5W++8OamX9JMgh4/sW3//1n7rp1K5ISDyQk7Jfff3h4vRYt20ycdG3TI+uzpLi43d99+7Ec+AcE3n3fFJfjRNarf+31d3z4/utWS8nLLz72xowvlNKkp5994/tvP926dUP8gX0mkyk7+3Al34x8ypSnXpPfzF9//piampx1OFMIZ2hoRKfOPWT8ER0TO3vmLzL/ys3J3rRxTZeuvSo7lMFw6YSr+w8Y9ucfPyTE74uPjyssLGhQv5E81JiLJspDiepQ9VfvJASHhr734Y/z5/6xaNGcjLTUrOzD8rWVP1fXrr0vnXBV1269T+hoMveZ/s7XH7z32vKlpavG6jdo2Lp1h3GXTm7dxsNauaDgkHvvf3LosFGL/52XmHDgwIG9RqOxYcMm/foPkXnQqVwJsXffQfc98MzixfN27dyWn5ej9nEX1fpiyhDntv89NGjwiIULZsq3PiE+LjQ0vFWrdn37nyNzJZcc5Mx8VCoSE9v8/Y9+klHdvDm/Z2Vl1otq0L17367de8tv3mNeIyenPP36mtXL/vrzh0PJSfIpysLJFi3bjjxv7JiLJlTli56+9/fMyNjzqXAezQUtYTe6VH65tAAThF+oM3RVbLcJAAAAVJ3yj0x57yhjt9ttZaxWeVJvKdz7lD3lU3XnJj1fC2o4RABn1uZNax996FZRWhL1yAUXjheAl7MWHty3aILTUZ6c2sxdi5t8aCrjc4Ty0FiGIAx1Cv3vAQAAcBq5rn8s49P4FqfOpO6Tsu1Vp71YAABOQfLGZ9XwBw7egQAAEABJREFUS5QWf12nln1p1z+6XwJSEH6hDiD/AgAAQPXTnlC5RGClJ2G+DY0NblB3thWlpu/+UAAATlZu8t+FmevUhzbfHo6Afi6dvzwmX0AdQf4FAACA00g5v9I2XVbOx3yi7xI+R9tsZ+771pJ/QAAATpzDVpiy9bWjD52G4sjHtOGXSwmYS/hFEIa6gPwLAAAAp4V6QuWh/ksyBRpjnjy6t9OWvOk5AQA4cem73reXZKoPLaFXCXO0S/jlsfM9yRfqDvIvAAAAnEYuJ1ray5CZIkfpQ4aoexYd3pSTNEsAAE5ESd7ew/t/UB/aDVHW8BtcOn9VFIEBdQfXfwQAAMDpol4FsqILQVoLEko2DRPO8obNelNQiyE/GH2jBACgCpwOS9ySyZa8/epMftTrImiQetlH9V657KPLKkjB4kfUGdR/AQAA4HRx6X/vUv9Vyq+JvsGt6v4Oa17imgeF0yYAAFWQsuUlbfhl8RvoCBhg8ITiL9RxegEAAACcftoITNuSxhx9h/Brq+5WnL0tddt0AQA4npyk2dkJf6oPnfqQkshH1cBLrfZyaXuvvfgjQRjqDvIvAAAAnEYuJWDqOdjRszKj2dTqfWEIVp9yeP93eSmLBQCgYpa8/Yc2Pa+Z0BVGvSBMkR7Dr4qu/AjUHeRfAAAAOEM8XwhSnqf5NzU0m6bdM3nDk9bCZAEA8MRpL05Yc5/TYVFnikOutfv1cAm/jGXcFz9S/IU6iPwLAAAAp5e2BEwO9BpHI7DwoSLyavUpDltBwqo7HdY8AQBw4bQnrn3IWpCoTlhNHUpCb9QGXmoK5jH5Auog8i8AAACcOco5mGv4VcYn9jGnX0d1T0t+fPzKO5wOqwAAaCRveKYgbbn60KELLqr/ssFocvmjqul9b1D+8FL8hbqM/AsAAACnnfZ0y+MSyLIzNrOp1XtOfZD6rOLsbUnrHhZOhwAAlMnY9VHOwdmaCV1Bvak6n3pq7OWx7T2dvwDyLwAAAJwJHhvhu0Zgvo30Ld536kzqs/JTlhzaPFUAAMou+Ji++wPtTGHYvc6AXsf8p4RjUzCXtvcUf6HOIv8CAADAmeZeAqaesJlC++hj39T+MzU74Y/MPZ8LAKjbCjPWJG98RjtTHHyNNWSCy19R9/ovVj4CgvwLAAAAZ4xLCVhFEZgxYqSz8ePaJ6btfFumYAIA6qqiw5sSVt8rnHZ1pth/dHHYLR7DL4+d7wVQt5F/AQAA4Mw57irI8iqwBleJ+rdpn3ho03OZe78QAFD3FGSsil9xu9NerM5YfPuU1HvMJfnyWP+l/U8OguIv1GHkXwAAADg73COwY87fGt/jDLtEu3/ajrdStrwihFMAQJ2Rc3BOwsq7nI4SdcZqalcU9bLeYFKrvdzDL70G4RcgGQUAAABwBskTMKfTqZ6GKRGYMna6iH3Bbi/Q5c5Tn5t14Ee7JadxDzriA6gTMvd+IaN/7Yzdp3Vh/Tf1Rj8l+TKZTJWEX9rKL6COo/4LAAAAZ5p2FaS2SEFtW3P0XK7Fm87w8drn5ibPS1h5h3YdEADUSilbXnIJv6w+XfPqv6M3hcq/k2ryZSqjXfaoXfmoPpcUDHVc6X98EwAAAMCZpf4rVA4cDodyby9jK2O1WpV7yZ78tj7tHe3TzUEto3u/bvJvLACg1nFY85PWP1aQtlw7WeI7sDjqBb3RrK38Mh3h0vlL+a8LrHwEVORfAAAAODuUf4iqix0dZdQITN4fE4Glfa9Pflbb/EtvDGjc7dnABucIAKhFinN2Jq55wFaUcsyk/+iiyMdk3nX0OiFHYi/tEkiPl30k/AIE+RcAAADOosojMJdCMPvhubqEB3XCpj1CePMr6re/S+hoawugNsg68HPqtmlOh0U7WRh0bUnYTdrl4e7hl8vKR+VeeTr5FyDIvwAAAHB2uUdgMvyS90oJmGsElrNcH3+XcBRoj+Ab2iG616tG3ygBAF7LaSs6uOnpvOSFx07r8sMetgVfpGRb2mWPlYdfQtNpUQAg/wIAAMBZp43AlF5gdg3XCKxwv9h/h94apz2C3hQU1faOsNhL5L9vBQB4m4K0Fcmbn7cVpWonHbqQgnrP2f16aq8Kom1773LNR6Xtl/aaj4RfgIr8CwAAAGeZthe+ugpSXQjpvhbSZi0UB1/UZ/3kchzfkLaNuj1rDmouAMBL2EoyUra8knfoH5d5i0+3onrPClOkemFcbZ8vwi/gRJF/AQAA4OyrJAJT1kK6kEGYI+tv/cHH9M6iYw6kM4Q3mxTV9jadwVcAQE3mdBw+8EP6zvcdtmPWdDuFvij4hpLQa2TwpS57dIm9CL+AE0X+BQAAgBqhoghMScG07cCOFoIVxhsS79eX7HA5lNG3foOODwY1HCIAoEYqztmZvOGZkrw9LvMOfURe5FSnX2e1pZc28PLY8IvwC6gK8i8AAADUFGojMOXeJQLT5l+aSrASkfGVPv0910IwIfzCu0S2vC6w/kABADVGcfb2jL2f5x1aVFrppeEU+uKAi0vCbtUZgzyGXy5lX9qG94RfwHGRfwEAAKAGcY/AlHb4HtuBKUqnig/pD71iyP/b/YDmoJaRra4NbjRC6AwCAM6egoxVGXu+KMxY7b7JampXEPaQ8Guj1HOpPb/cky/lXtmN8AuoOvIvAAAA1CwuEVjlHfG16yKduSuMqc/rrUnuxzT5N45ocVVo9IU6g1kAwBnlzDu0KGPvF8XZ29y3OXTBhSG3WoMvOhJ8GbT5l8lkUlMwl7Ivwi/ghJB/AQAAoMZx6QXm3hFfzbxcBg57iUj71Hj4E52zxP2welNQUIOhIY1GBNTrTTkYgNOtKGtrbvLfuckLbMWpnrbriv0vKA6/QxiC1ZIubdrlUvOlTb4Iv4ATRf4FAACAmsg9AlNTMPux1PBLvXdYMnQZXxiyf9Y7Czwe3OATEtRwWEijkf4RPYROLwCg+hTn7MxNni9jL2thsscdHE6DJWBEScjVTp9YJcxyKftyv9cmX2r+JY7EXoRfwHGRfwEAAKCGqiQCcykEc7kvZ83TZf7gk/u9zpZe0ZfQm4L8w7v4h3f3j+juF9qOojAAJ6ckb29hxobCwxsKM9fbSjIq2s0h/IoDLrSEXimMkWqSpU2+XErAPJZ9qcVfyjEJv4CqIP8CAABAzaWNwOS90g5fWwjm0hTMZaDsoM/+zXj4M499wbR0Bl+/sM7+EV3NAU19AqLNgc10Rj8BAJ7IwMuSn2ApSCzM2lx4eKPDklP5/g5dSHHQxJKg8TpjkEvy5d72SxmoTe4ravglCL+AKiP/AgAAQE3nsSO+cq9GYPL+mOKvY8mtomCDPm+BMf9vvT2jil/X4BNhDorxCYgx+TbQGcx6o1mn99Ub5L1Zb/DVGXwEgFrK6bA67CVOR7HDVuK0lzgcpfe24gxLQXxJQYKtKKWKx3EIX4vfOdaAYTb/gUrplpp8ueRfLgVfLhd5JPwCThH5FwAAALyAewSmVoHJgUshmEvypR3IO1GwXqZghryFBmeWAIDTwKHzs/oOKPEfZvfvr9P7qBmWtpjLUDFtTKYEXi4NvwThF3CCyL8AAADgHVzWQqpVYC5NwdyzMLcITNnVprfs0RWsNhav0xdu0ItCAQCnwClMNp/2Vt/udt8eNnNHbexVSfjlEoRpYy/WPALViPwLAAAAXsM9AnNZDunSF8w9+Tqafx2hPFFfvNVQuFZfvMFg2a+3V3VlE4A6zq4PdxhjbOZONr+ednMnofdVsypt7OWy7FHNvLQD7VaX2IvwCzh15F8AAADwMh5TMDXJUpdDarMwbRCm3eSSnamBms5yQGc9qLcm6Evvk3SOXOG06JwlwlGiE3IgbwUCQK3m0PkJndmp8ym9Fz5CL8cBdmNDh7Gxw6ep09jIbmyiBl6iLJlScyuP4ZdL5y+Xh9r9XWIvwi/g1JF/AQAAwPtUVAjmshzSRUX5lzY706Zg2oO7f1H3MWqx/Pz8rKwss9kcFRUlUJdoIyeXHEobUWlDq0rCL/c6Ly3dsX3uBckXUH2MAgAAAPA2yqlgaaGW5uTwaPXWkVNQbbYlyXNObfhlNBpdVkG6518uQZhwC7zIv+oI+UZbLBZTGYG6xD3/0oZfQpOCaZMv9/xLmXFJvlyafMmBODZWc/8eAJwc8i8AAAB4KyXzEseWSKgRmHIvzyddirzULEz78CTyL5KvukbmX/7+/j4+PgJ1j3s11nHDr8qDMPdqL8q+gNOK/AsAAABeTC0EExWnYC5BmNOt5xf5F45LfjCKi4vtdjv5V93kMf9SVz4KzfpH7cA9BXPJvNwLvki+gNOE/AsAAABezyUFU5dAaldEKgNtClb5wD38qjz5Ig6r3WTyJfMv+S6Tf9URHuMnnaf1jy75l85TF3ydW5mYNvAi+QLOAPIvAAAA1BI6t6ZgQlMLJjRt8pUUTFVRzdcJ5V+o3Zxl/b/kvdlsFqiTdJ4WP4oj+ZfHeMsl9nLZWbiVlQnCL+C0If8CAABAraKreEWk7ki/MJd4SzkjlSmY+yZxvOs/VjSDWsZmsyn1X/S/ryOqUv8l3JYueuRxN5evQuwFnG7kXwAAAKiF3FMwbQTmEoQpA6UozGXSWcGVHwm86hq73W6xWOQnh/WPdZOu4qtACk/t8IWnIi+PaRfJF3BmkH8BAACg1tKmYMLtnNMlCKvkXlRc/EUQVkdYrVaZf8mB0cg5VB3iHk55LN3SVbA0UldpYy+SL+BM4m83AAAAajn1JLOiRZGiCmkXax7rOFsZg8FA/lU3VRSEVbSSsZIKL2Iv4KzgbzcAAADqCpcgTFSQhQliL7hR8i+9Xi8jMIE6rKIw67ghF7EXcHaRfwEAAKDO0Z6IVrI6UridsjqPvbgk6g673e5wOGT4pVwtAXWWruK++FWfB3DmkX8BAACgTvOYhYmqneVSC1Z32Gw2mX/J8ItEo6450XecTwhQM5F/AQAAAOXcT1wrT7g40a07ZP4lPwxGo5E3HVp8HgBvQf4FAAAAVIiTWyjsdrsou/gjHwkA8EbkXwAAAABwHEr+RfN7APBS5F8AAAAAcBzkXwDg1ci/AAAAAOA4yL8AwKuRfwEAAADAcZB/AYBXI/8CAAAAgOMg/wIAr0b+BQAAAADHQf4FAF6N/AsAAAAAjoP8CwC8GvkXAAAAAByHzWaT90YjJ1AA4JX48w0AAAAAx0H9FwB4NfIvAAAAADgO8i8A8GrkXwAAAABwHORfAODVyL8AAAAA4DiU/Iv+XwDgpfjzDQAAAADHQf0XAHg18i8AAAAAOA7yLwDwauRfAAAAAFAZp9OpDPR6vQAAeCHyLwAAAACojMPhUAY6nU4AALwQ+RcAAAAAVIb6LwDwduRfAAAAAFAZtf6L/AsAvBT5FwAAAABUhvwLALwd+RcAAAAAVEZd/0j/LwDwUuRfAAAAAFAZ6r8AwNuRfwEAAABAZbj+IwB4O/IvAAAAAKgM9V8A4O3Iv4i8+U8AABAASURBVAAAAACgMvT/AgBvR/4FAAAAAJWh/gsAvB35FwAAAABURq3/Iv8CAC9F/gUAAAAAlaH+CwC8HfkXAAAAAFSG/l8A4O3IvwAAAACgMtR/AYC3I/8CAAAAgMoo+RfFXwDgvci/AAAAAKAySv5F8RcAeC/yLwAAAACojNL/i/ovAPBe5F8AAAAAUBnqvwDA25F/AQAAAEBl6P8FAN6O/AsAAAAAKqOsf6T+CwC8F/kXAAAAAFSG+i8A8HbkXwAAAABQGeq/AMDbkX8BAAAAAACgNiP/AgAAAIDKKCsflSowAIA3Iv8CAAAAgMooKx+VLmAAAG9E/gUAAAAAlaH+CwC8HfkXAAAAAFRGyb+o/wIA70X+BQAAAACVYf0jAHg78i8AAAAAqAzrHwHA25F/AQAAAEBlqP8CAG9H/gUAAAAAlaH+CwC8nV4AAAAAACqm5F+CCAwAvBb5FwAAAABURln/KMi/AMBrkX8BAAAAQGXU+i9agAGAl6L/FwAAAABURq3/Iv8CAC9F/gUAAAAAlaH/FwB4O/IvAAAAAKgM6x8BwNuRfwEAAABAZeh/DwDejvwLAAAAACpD/RcAeDvyLwAAAACoDPVfAODtyL8AAAAAoDLUfwGAtyP/AgAAAIDKUP8FAN6O/AsAAAAAKkP9FwB4O/IvAAAAAKgM9V8A4O3IvwAAAACgMtR/AYC30wsAAAAAQMUMBoMyOG7915w5c1atWiUAADWMjgpeAAAAAHXWwoULf/zxR1F97rrrrg4dOggAQE1C/RcAAACAumvo0KExMTGimrRv357wCwBqIPIvAAAAAHWXXq+/6qqrjMZq6IwsDzJx4kQBAKh5yL8AAAAA1GkxMTGjRo0Sp+zcc89t2LChAADUPORfAAAAAOq6888/PyoqSpyCwMDA0aNHCwBAjUT+BQAAAKCuMxqNV111lTgFl156qa+vrwAA1EjkXwAAAAAgWrdu3a9fP3FSYmNj+/fvLwAANRX5FwAAAACUGj9+fEBAgDhxkyZNEgCAGoz8CwAAAABKBQYGXn755eIE9evXr1mzZgIAUIORfwEAAABAuV69enXp0qXq+5vN5ksvvVQAAGo28i8AAAAAOOryyy+XqVYVdx49enRQUJAAANRs5F8AAAAAcFRYWNjYsWOrsmd4ePjw4cMFAKDGI/8CAAAAgGMMHTo0JibmuLtddtllRqNRAABqPPIvAAAAADiGXq+/6qqrdDpdJfu0b9++a9euAgDgDci/AAAAAMBVTEzM0KFDK9oqo7GJEycKAICXIP8CAAAAAA8uvvji0NBQj5tkNNawYUMBAPAS5F8AAAAA4IHZbL7iiivc5wMDA6vYIB8AUEOQfwEAAACAZ126dOnXr5/L5EUXXeTr6ysAAN6D/AsAAAAAKjR+/PiAgAD1YcOGDQcNGiQAAF5FLwAAAAAAFQgMDJQRmPpw4sSJej2nUQDgZfjDDQAAAACV6d+/f6tWreSgZ8+e7du3FwAAb0P+BQAAAADHcdVVV/n6+l566aUCAOCFdE6nUwAAAAAAAAC1lFEAAAAAqKX4r92o4XQ6nQCA04/8CwAAAKgNqhh1kYjhLHJPuzx+IAnFAFQ71j8CAAAA3qqif8yf6DxwJnmMtyrJvIjDAJw68i8AAADAy7j/G95lRn1Y0TxwFrnkWepD7fyJZmQAUDnyLwAAAMALePx3u0vO5R57ucxXfjTgdPOYcLkMKpqv6DgAUBXkXwAAAECNVkl65Swjjs25lPusAtuu5IKcIntBiSO30CrvCy323CJb6aDEkV9sL7LaBXDamAx6s1Hn56P3M+nlva9JH+RnaBhqbhRmahLu2zTSLI4NvNR790n3hyqCMABVRP4FAAAA1EQVxV4u92oEdiC9eGtSwfakgm0HC7cnFabkWARQg9ULMkVH+LRr5NehsX+XpkEdmviLY1OwShKxilZQAkBFyL8AAACAmqWSZl4usdfhfOu/27O/Xpa2/WBBQYlDAF7LbNTJCKxr04D+rYLP7RDqEoRVkoipSMEAVIL8CwAAAKgpPCZf7rHXhgP5/+7I/mdb1sb4gsoP6G82yFuAvPc1BpaN/c36ALNRDnx99AI4bWx2Z7HFUWy1l92X3oos9tTskuTDxcd9rszC+rcOHtEhZHin8HpBRp0nooIgjBQMgEfkXwAAAMDZV0nypdqVXPjZ4pTZmw5nFdgqOk6zKP9OTYPaNQnqGBPYISZIADVPWo7lUFbxoaySlKyS7Yn56+OyD+dbK9q5U7T/pT3Dx/eODPAtD8L0+tLoVt6TggGoOvIvAAAA4GyqSvL148q0r5amVlTtdU6HiI4xMvAKksmXv9kgAG9zIK1o7b6cdfuy1+3Lycj10Lou0Fd/Sc/wqwdENa/vp0RgahZGCgagKsi/AAAAgLNG+69x9+Rrf1rRJ4sO/bImI6/Y9VqNZpO+V8vQwR0ihnSMiAwyCaC22HOo4L/th+Vtc3yu+9nqgFZBk/tHjugUZtCXhl9K/lVJCkYEBkBB/gUAAACcBZUnX3FpxS/9ET9702GXZ/kY9SO6RJ7bJbJvqzAaeKF2yymwLduZtXBLxqItGS6bYuuZ7x/VcHTXcCX80qZgFIIB8Ij8CwAAADjTtJd0FMcmX2m51pf/jP9pVbrj2H+nd4wJGtu7wahu9QJ8WeGIuiUj1/L9suRflh/KKTym892QdsF3Dq/fNTaoKikYERhQx5F/AQAAAGdORWVfDocjt9A2Y17i50vSiq0OdZ/wQNPoHlGX9G0YG+UngDqs2OKYuS7tq3+TEjOKtPNju4VOubhJWKCPmn9pIzA1CFOQggF1FvkXAAAAcIZUVPYlw6+/1mdO+Wl/Zv7R8pZgP+MNw2MuG9jIx8gZO1BO/urMWp/2/tz45MPF6mRkoPGZSxqP7BSm19DWggkKwYA6j/wLAAAAOBM8hl8y+crMt9771d5/tmWre/oY9ZMGNrpxeEygH0sdAQ8sNudPy5N/Xn4oPv1oLdh5nYKfHhcdGWQyGAzaFIxCMACC/AsAAAA43VzWPGrLvn5enf7ML/HZmq5GfduEPTG+VaNwswBQKYdTfLko6f15B2QcpsyE+OmfuKjR2B4RLhEYhWAAyL8AAACA06iisq+CEse9X+7RXuExPNB0/0Utzu9RTwCosgNpRY9/s3NHUr46M6h14NTx0Q3DzO6FYHIgiMCAOon8CwAAADhdXMIvGXsp+de+lMKr398Zn1Gi7nlxnwb3Xtg8iAWPwIlzOMVX/ya9NzfeYiu/dkSAWffomEYT+0RqIzCX5ZDKnkRgQB1B/gUAAACcFh7Dr7JW9xkPfBNXaCk/UW8W5f/UpFadmwYLAKcgMb3o8W93bU3IU2fGdguZOj7a7GNUUjB5r10LSQQG1CnkXwAAAED104ZfKovV/swvBz7/L1XdbVT3ek9f1oYrPALVwuEU3yw++M6cA2ohWP+WAe9cHRvgWxqBuS+HFEfCLyIwoNYj/wIAAACqmcfwK7/Yfs1721fuLS9OkZnXAxe3HN+vgQBQrXYdzL/9g61ZBVblYcfGvh9fHxseZHZZC6mkYIIIDKgbyL8AAACA6uQefjkcjqx8y2Vv7dh+sFDZVC/EZ/r1Hdo2CRQAToPkwyW3frA5KaNYeRgb6fPxdU2jI/3cq8DoiA/UEeRfAAAAQLXxGH6l5VrGv7ktLq38VLxLbPCb13cICTAKAKdNToHt7k+2bY7PVR5GBBq+uKlZy/rlEZiaghGBAXUE+RcAAABQPTyGX/EZRROnbz+YZVE2jegSOXVyW6OBE2zgtCuxOR/5csfibZnKw0Cz/sNrY7o3C6o8AiP/Amol8i8AAACgGngMv3YeLLj87R3peeV9iMb3a/jY+JYCwBn0ym/7vl+arIzNRt20SU2GdQgxGo9eFJIIDKgLyL8AAACAU+Ux/ErKLL7g1S2Z+TZl0xWDGj9wcXMB4Iz7evHBaX/GKWODXvfBNdEDWgcTgQF1CvkXAAAAcEoq6vk19rUtiYfLlz3eMTr2+nOjBYCzZNHWzEe/2mGxlf62+pl0X94U2zE6QCZfMgUjAgPqAr0AAAAAcLI8hl+5hdbLZmxTw6/bzmtK+AWcXUM7Rrx+bXt9WaJVZHXe+Fl8XFqRvYzjCOX3Vxz5vaZYBKhNyL8AAACAk+Qx/Cq22K96b+eelPKrPY7v1/CmkTECwNk2oF34M5e3UcY5RY7rPzmQfLjYZrNpUzDlF1l9ChEYUGuQfwEAAACnRC0Vkaw2x82f7F63P1/ZdG7nyEcvpeE9UFNc0CPq3ovK2/Cl5tqv/zQ+K9/iEoG5pGBEYEDtQP4FAAAAnAztCil15dTLfyX8sy1b2aFHi9AXr2xLByGgRrnqnMbXDG2ijOMzrXd9k2i12rQRmFNDAKgtyL8AAACAE+ayQkoJvxZtz3p/4SFlsn1M0IwbOxgNpF9AjXP3mGaju0cp47UHit5blG4/wqUEjEZgQK1B/gUAAACcGI9tvxIyiu/4fJ8yHxFoevvGjn4+/GMbqKGentRahtTK+L1FGSv25lXUCIwIDKgd+L9kAAAA4GRow68Sq/2GD3flFtnkvE4nXruufWiAUQCoqYwG3bRr24f4K7+nugd+SE7JLnGpAlMvB6kgAgO8GvkXAAAAcAI8rnx89tf4nYeKlMk7RjfrEhssANRsUSE+r1zTThnnFDnu//6gxWqrZBUkAK9G/gUAAABUlceVj/M3H/5yaZoy37dN2HXDmggA3qBXy9CbRsYo401JJTP+TlNXQXrshU8QBngv8i8AAADgxGjDr4w8y33f7Ffm64X4vHRlWwHAe9wysmnPlqHK+LNl2ZsTCpQIzKUETADwcuRfAAAAQJW4NMNWToyf/y1eaftlNOjeuK5DsD9tvwBvoteJV65uFxFoUh4+9UeqWgHGtSCB2oT8CwAAADgx6snw6n25v6zJVCavOze6fXSgAOBtQgOMj09spYz3pVu/WZHp8VqQRGCAVyP/AgAAAI5PPe9VVz5abY4Hv41TttYPNV9/bowA4J2GdIgY0DZcGb+zKCsjz+J+LUhiL8CrkX8BAAAAx+F+zUfp40WH9qeXKJOPXNLCbNQJAF7r8fEtfcp+i4uszlfmpLt0AWMVJODtaE8AAAAAVIm2+Cs1u2TanIPK/IC24ed0iBA1xsALrs7IzHKfDw0OCgkOCg4OjIoM79uz84XnDQ0Nqc4FmyvWbPrpj7l79yfGJx2KCAtt36bFtVeMvfKWR+SmJx+49YrxFwicJbl5Bb1HTJKDyRMumHL/reJkffDFT2+896Uc/PHN221aNBW1S4Mw87XDoj+cnyDH87YVXNwtv3+rYL1er9OQv/7yXgDwQuRfAAAAQGXci79k/vXa7KRiq0PO+Bh1j49vKbxBdm6evCnjhUtWfvfL7PdffyqmSQNRHbbt3HvjPU/a7Q7lYXJKWusWsQLwKtedG/PH6lSZbsvxq3Mzf24eoC+HD1yfAAAQAElEQVQjf+Xlvbb+iywM8DrkXwAAAMDxaRtgp+ZYfj3S9n5C/0YNwsyi5vHxMd16zUT1oc1hP5SSnpScmnDwUGpa6TcfF5901e2P/Pjx6/WjqqF47eufZyrhV0RYyDkDejVpWL9DuxYC8Cpmo+7O0c2e+HanHMdlWJfsyhvSLkSNwCgBA7wa+RcAAABQIY/FX+8tSLbaS+dNBt3VQ5uIGsnsY7r9hkkeN23Zvuex597csz9BBmG3P/z8N++/7Gv2Eadm9754eR/g7zfr+/e1yyp3rvxLoLa45ZoJ8iZqtVHd670zZ/+hrNISsM+WZQ9qHajkXy6rIAUlYIC3of89AAAAcBzazl/ZBdZvl6cr8xf3bVAv+FSTozOvU/tW33z4SvOmpcndth17v/1lljhlhQVF8r5ls5jq7SkGnGF6nbh5ZHlrs01JlvXxRe5XgaT5PeCNyL8AAAAAzzxe9vHDRSklttJ5g1534/AY4Z2CgwJmvPSYMv70618LCovEqZHJgLz39a2JS0GBE3JBj6iGRxY1f7o0y+UqkFwIEvBSrH8EAAAAKqPt/JVXZP1scaoyP6ZnlDcWf6laNoseMqD3v8tWZxzOXr56w4gh/V122LUv/sff58QdSNqzL95oMrZuHtuudbOrJl4YGRGm7rNx685JNz6oPly1bnPbvhfKQbvWzX/7cvraTdvcr//47iffz/jomyaN6i/49eOiopLZC5asXrdl5frNPiZTm5bNundpf+mY4SHBnovIFi1dPf/f5XH7k+LiE6MiI1q1iOnSse3k8WN8TCd8XrNnf8J3v8xev3lH0sFDZh+f+lGRfXp0uvmaCWEhwe475+UXfvvLrM3bdu/ed6CgoLBVi9gWzaLHnj+0S4c2Lnu+8d6XH3zxU4vY6Fnfv/vLzAW//rVgT9yBdq1bdO/S7u6br1R3y80r+OSbX3fvPbB3f0JOXn7bls1aNo8ZN/rcTu1biRMk376f/pi3eNnaxIOHSiyWhvWj2rVqdvO1E+X7W8UjzPtn2Yo1GxOSUhKTUzKzsps2aRTduGHblrGXjBneoH6kdk+P13+8/s4py9dsvPTCEVMfv2vX3gPyhVq3cduh1IzYpo379+p65YQx9euVNpgrLCyeOX/xyrUbl67eGOjv3yym8e03TOrRpb2oeYwG3TVDo1/6da8cr4gr3p1S3K6xwb0RPisfAe9C/gUAAAAch7r48dc1GYWW0i7vOs0iKe815rxzZP4lB6vXbXXJv3756+8X3vhIWxeWkpqxZMXan/+c/9BdN8joR5yy1PTMOx5+Ycv23epM4sGUBYtXfPfrrC/ffqFhg3rana1W26tvffrlj0e7iclMat+BxLkLl/02c8ELT9zTsd0JXIVz+odfv/fpD+rD/IKizKyc7bv2yZ96+guP9uvVRbvzD7/NfevjbzMys9QZGfPJ27c/z7ruiovvvHGyv7+v+5eQh3p86gx1/wb1jl5kYOuOvfdOeTkxKUWdWb1+i7z9+PvcGyZf8r8br6h6nLdwycpHnn1DvhTqzJ64eHn7a/7iB++49vrJl1T+dPkWyKevWLNJO7ljd5y8zV+0TCZ07702pXf3TqJqPvn619fe+Vyth9q2Y6+8/T5r4efvTI0MD7v9wefXbdqmbMrNzU9OSVu2esMbUx86/9xBoua5uE+DjxckZORa5Pi71blPXeRrMBjU+i+XLmACgDcg/wIAAAA8UBc3af2+7rCydXT3oyukvFfXjuXlS3sPJGjn1TKf6MYNxl80smWzaLvdnpCU8sUPf6ZnHH74mWl2u+OSMeeWHaGt0uH+vPG3xCcl9+nR+Yt3pooqyM0vuOzGB2SmNnLogCEDegUHB6xdv3XWgv/k8WUwNOPjb1584h7t/rc88OzyVRvkoEeX9iOHDWge3TgrN2/3vgNffP/H7n3xk299+Ncv3mwRW6WKpxemfajkaLHRjSeOGxUb3VDmR/+tXDtr/n+5eQX3Pv7ytx+VN0eT/pq7+KmX3xFlrf1vvPLS2KaN/HzN+xOSP/v297T0THkfn3jo3VefcPkS+YWFb7z/lSi7GmZEeKj8DkcM7adskjnX9XdNsdnsgQF+Ey8+v22rZmHBQQkHU2bOX7xhyw75yqdnZr3wxN1V+UHmLlx6z+Mvy0FQoP9Vl13UvGm0n6/PmvVbf/5rvkz0Xnnrs/pR9S4YUWG6JD/Pdz3y4qZtu+R42KA+nTu0btU8Rr7R8idatHT1+s07ZPr50DPT5v30odnHdNxvRmZ8MvIzmYzjLjh3UN/uObn53/w8S+Zo8sd5ZcZn6ZmHZbx4+aWje3btWFxSIr/z/1ask8+a/v435w7udxLle6ebj1F37bDo137fJ8cLdhQ+cr7dYLBXVAJGLRjgFci/AAAAgMqoxV+HskrWHyhQJicMaCi8X3BQ+TLDjMxsdVLmXO99Vlobdf65A19++n5tNiGzsDsfeWHNhq2vv/PZ4P49IsNDxcnKzc2Xt3tvu1q9nuDwwX2vv/KSi664Izs3b94/y5564Da1m5gMoZTw66E7r3OpabrwvCE33v2kDFmee+39z98+fvS2dOV6Jfwa2K/H9KkPy1RLmR97/tC+Pbo88cJb8qt/+/OsJ+6/RU4eSkl/btr7clAvIuzDN55u17q5svOQAeKCEYNvvf9Zmen8898qmeaMOneg9qukpmWazT5vTH1o5JABBoM+NT0zJDhIlFWxTZ32oQy/msU0/vK9F+tpVpJeNm7Uy9M/+eqnv36duUD+UC41aO7kMZ986W05aNKo/qczno9p0kCZP3dwX5lAXXHLwzK9+uDzHyrJvxYvX6OEX/Jnf/mp+7Sbbrp6/J2PvPj3v8tlQLlm/ZaBfbuL40lKTpUx3AfTnu7euZ0yM/yc/mOuuD0jM0t+Iflw6uN3XXrhCGXTpWOGy2/+x9/nHUg8uGnbzl5dO4qaZ2yv+m/+FWezO4uszn93FZzX0aCUgLlk4oISMMBL0P8eAAAA8Ezb4lr6YWX5ZR+jQsydmwYL7ycDC+XUPfPw0cV9L775UXFxSb3I8Ocfv8ulMCc0JOi5x+4o3T8rZ86C/8Sp6dOjsxp+KaIiw0cOK12GWVhYnHQoTZnMLyh6/b3P5eCc/r3cF/S1aRl79y2lfbVWrt28c3ecOJ6vfyq92KXRaHj6wdvU8Esh071unUqzG5lnKe/7D3/MkyGdHNx3+zVq+KV+q889eocy/uH3ue5faOSQfuefO0iGX3Jcv16Er7m0VZyMt3btPSAHLz11rzb8Ur6lh+++oWmTRmUHnCOO56+5/+bmlaaxt10/SQ2/FG1aNbv80tFysHtfvPLlPIqLPyhjOPkZuPOmye5b1UQvJS1DVM3NV09Qwy9R+mkJHDVsgDLu27OzGn65HD9Bsw60RgnwNQxuX75qdc6W/Epa4Au64APegPovAAAAwJXHKz/+vDpTmRndo56oLZSf1Ga3Kw+zc/IWLS3tCDawbzeXeEgRG924VbOYPfsTtu3cK07NRaOGuE9GNyqPcoqOtB5bsWZDSmppBKNEY+4G9euhDLbt2tf22JTKRV5+4fI1pXVkg/r2aNKovvsOrzx9n8VqrRcRrsSCys/YIjb64tHD3Hfu0Lbl6OEDZy9YumX7bmVNnHZr7+6d3Z8ya/4SUbaq1L1xviiLwPr17hKflLx1x/Ff23+XrRVlCeY4T9/bDVdecuHIcyIjw8NDKwxqr79inLxVtDWqXnk8V1xsEVUzdFAfl5mG9ct/U0a5NfmKCCsvHkxLzxQ11XldI//ZUvrZW7G/JKvAGmk4WgKmdAETALwH+RcAAABQITX82nAgLymrPAg4r2styb8ys3KUQUhIkDJITimvuvpt5kJ5q+S523ftE6fG5dqCCn+/8tDNYrOVf0up5fVHjz8/Xd4qOaDMv1yKjFzsO5BgsVjloFFDz++gTKa0D7dsK+3N37pF04qSjjatmsv8K7+gaM+++Datmmk3tW7p4fIIBxIOirI2/8pVMiuSJH/mw9mVLy/dunNP6Q/SIMold1OEhQR7vJBlRWSaExd/MCU1XX7hzMysHbvj1mzYqmxS34jKmUzGFrFNXCePNA5r0sD1BVcK4iSno+ZWTg1qH2E26UusDrtD/L294LLePna7XYnA1BZgLIEEvAX5FwAAAOBBRZ3vm0T4tmkcKGqFhKRDyiC6YXnucyg1vYrP3b0v3mK1nUrn8nqR4e6TaozgFOWxSEqVvyUZQlW+Q35eefu2+pER4njiE5Ozc/NEaVgWVdE+TY5Uq23dtc8l/woNDnLZOTevQHs9zcrt2rM/sk+3irYWl1iKi0tE6crKSHEKbDb7z3/9vXjZmrUbt2ovInkSggMDKsmAAoMChBfy9dEP7RQxd33pJ3DetsIJPUPc1z/SBR/wFuRfAAAAwDFcWvkoa53+2VZeKjW6R5SoLTZv360M2rUpXzZYYikv9rl20tihg3pX/nSD/pS6CVfx6RarVRm88MQ9jRtWVnkX4O8vKmX2O4FLdsqMSZwCg8HgMmOxlB+wf6+ut1w7ofKnt24ZW8lWk1EyyPRKnAL5A/7v4anLVq5XZ8xmn45tW7Zv3aJLx7b+/ubbH3y+6kcz1rxrOFaL87rWU/KvLcnWw/m2eiEGNQJTSsAEAC9B/gUAAAB4ptZ3pOVY1MWPg9qFi9piwb8rlUGvbh2UQcyRBYDy9L5Pj86iBlBrrAL8fU/xW1K6y0upGcfvORUb01gZHDqyJtSduiki7PiLDSMjwnx9zcXFJVk5uaf4gxgM+mYxTfbExaemV7U5vbvX3/5cCb+6dWp3yZjhndu3atm8qdKwX5S2XdskIESf1mEGvc5etkhzU1LxsCCT+yUgWQIJeAWu/wgAAAB4oD25Xb4nV5n0MerbRQeJWmHVus1rN5b2eIqqFzG4X09lUg199h1IquiJ3/w065e//j5j+UizmPLQKq6Cbyk7J//Tb3/7Y+6i417/MSoyPLhsIV5Kquf868ff5w04/8qLr757d1y82ccUXXZdxaTkChdgJh9Zm9mudQtRBW1blq6R3Llnv9XquanWP/+t+v63uX//u7ywsLjyQzWNLn1ZDh5K9bg1Lj6p1/DLxlx++x9zFnncwWK1/TLrb1EaL9b/dMZzE8aObNOqmRp+SWkZhwWE8DXpO8WU/8pvSCj2eAlIrgIJeAXyLwAAAOAo5QxWe0IrT3TXxOUrD7s3D9HXiiIPu93xwhsfKeNrJ12k9lAPDPBr1KB0gefqDVtkBuT+xDUbtj73+vuPT53xy8z54oxoGl0eyckoR2l65eK7X2e9MuPTh5+etmHrruMebcSQ0otIrlq3KSMzy33rstUbMrNy0tMzWzSNlg9Hlu28fffeXXsPuO+cmpY5d8F/ouxCkPXrHb+hWOnP0qShKPtQ/fzX3+5bCwqLHnn2jadffuf5aR/6HOkcX5FzB5debDG/oGjx8jXuW5eu2pCXX7h3f2Kbjt6nIgAAEABJREFUFk09Pj0j87ASsbVu2czP07LQ2X//pwwc9lNaZVkLdGseogw2JVkcx9KGXwBqOPIvAAAAwANtccfquDxlsnvzE7imXo2VeDDlkWenKZlOs5jGV4wfo9165YQL5L3Vanv0uTddQqKMw9nPvPKuMr5s3PnijJDf4dCBpZ3IDiQefObV9yzHVk6t37zjgy9+EmX95i8+f9hxj3bz1eONRoOMjZ597QOXDl8r126e988yORg+pJ9SCXXjVZcGBwfabPYnXngr/diXQkZLtz/8/OHs0sLAkUP7i6q5fPxoZZXctHc/37TtmLROJpKPPjc9t6xD/+WXjJbfZOWHuvC8Ic2bll5v8ZUZnx1KOaZCTb5N73/6vSh76dq2bu7x6RHhYcp3snN3XFGRa6ooX1I1VrM7HKJuU3/rd6XZiix2l+IvoflbIQDUYPT/AgAAADxTzmmzCmz70sqDErUSpOYrsVjf/eR79aE8X09Jyzh4KHXXnv1KaiMFBfq/9uwDvmYf7ROvu2LcsjWblq1cv23H3guvuOOay8fGRjcymowbNu/4Y/Y/MluR+0wYO7JX147iTJn6xN3jrr4rNS3zt1kLt+7YO37syNjohlnZeavWb541f4nFUtog/4n7b/WrQnv7ptGNLhkz/Mff581ftGx/fJI8VPPoxj5m06598W9/9I3coUH9yFuuKW9OHxYSfP0V4958/6st23dffOWdV112UdPohjIOWrpqnfp1e3bteMPkS0TVdO3Y9q6bJ0//4Ou8/MJJNz541YQxHdq1Cg8J3r4nbua8xXvKCu46tm917aSxxz2UDMhuuW7iw09P23cgcdzVd183eZx8m0JDgg5n58z44Bv5FssI7/F7b6ro6WYf0+B+PWXIlZySdsv9z9x05aVdO7fLy8/fsGXXz3/O0y5uLSwqFnVb12YhMiqU6Za8bUoqGdDKRykLJfYCvAv5FwAAAHAMl8qO1fvKi78Mel2HGK9p/iXTmRllgU5FZHAz9fG7ZKDjMq/T6d564dG3P/nus29/y8rJlemPyw7DBvV58oHbxBkUHhr83YevPPPK+zKvkSHRi0dWbirkN3z3LVeOOW9wFY/22D03+fv6fv79H+6HatOq2UtT7lFWgCpuumq8j4/POx9/m5mV4/5STLrk/Af+d91xa7W0br12YlRk+OvvfC4jqi9//Mtla2x047dffMzXt0rXqRw7amhRUclrb3+anZv3xntfajdFRoQ9cveNA/v1qOTpL0y5++rbHpXx2er1W+TN5elPP3z70y+/m5GZlXjwkKjbAnwNrRsF7jpYugh6Y6KlX4vy+i+XFmD0vwdqOPIvAAAAwDPltHZHcpHysEUDf1+T1/cPiW7coF3rFqOHDzxv2ICKztj9/X0fuvO6888d+Mecf/bHH9yzP6GgoLBBVGRMk4aTLx1deapymshM6oNpT876+7/lqzccSDgooyujwRAVFdmuVbPrr7ykVbOYqh9KpkuP3HPj8KH9Zs79d+/+pN1xB6Iiwjq0aTlkUK9Rwwa6vCYGg/76Ky4ePrjvd7/O2rs/cd/+xLz8/OjGDXt17XDZJecrKxBPiDz+pReOOGdAr69++HPP/sT9BxKTU9Oj6oU3jKp3wYjB48YM9zGdwDnapHGjzunX46ufZu6Oi9+z74DMbDu3b927R6cJF448bjVcRFjIL1+8+enXvy5cuio1NUOp7JM/0dBBvWXqFxoSNH/hsj/n/bt01Yac3PyQ4EBRh7VpHKDkX3vSrB7DL3VPgjCgxtJRrgkAAAAo1JovpcWP3W632Wz3fh3354bSaGB453qvXNNWAKhjPl2Y+PbsA3IQE6b/9ob6PkeYTCZjGf0RoiziFABqHvrfAwAAAB6olR0JmeXNv2Lq+QoAdU/Ten7KICVXxuLHVH5p678oLgFqMvIvAAAA4Bguq5kSMsuvjhd95BwYQJ0Sc+R332IX6fnll4B0WQJJ+AXUcORfAAAAwFHqEkhFic15uMCubIqJJP8C6qKYev7qOCnLRuYFeCPyLwAAAMAzeXK7L7VIfRhD/RdQJ5mNuvqh5dcTcMm/PLbAFwBqHvIvAAAA4BjaErD4I82//M2GiECTAFAnqeWfyTl2ki/AG5F/AQAAAKU8nsem55bnX/WCfQSAuioyuDz+PlzocAm/tPcAaizyLwAAAMAD5eS2yOJQHvr7GgWAusrfbFAG8m+CyzUfuQQk4BX4f3EAAADAlXoSW1hS3vze38cgANRVfkf+AhRZnS5XyRAAvAH5FwAAAOBZaf2XtfzkVq3+AFAHqX8BSmyl95R9AV6H9Y8AAADAUS49fdT1j35m/uUM1F1q/lVsdbqvf9QOANRM1H8BAAAA5VxOX+VD1j8CEJr1j8U21+QLgFcg/wIAAABcqae1RdYj/e/Jv4A6TFP/JTzWfwGo4ci/AAAAAA+Uc1qHU6c8NBp0AkBd5WMs/wtgsXtIu4jAgJqP/AsAAACokPnISa+6EBJAHVR4pBWgeiUMl8ovIjCghiP/AgAAACrkayrPv4os5F9A3VV0JAH3M+mIugBvRP4FAAAAeCbPcv181PzLIQDUVWoFqPI3gQgM8DrkXwAAAECF/H30yqCQ+i+gDlP/AvhyDg14J353AQAAgAoFqBd9o/8XUIdp1z8KAF6I/AsAAADwTKfT+ZnK67+KrKx/BOquQvIvwMuRfwEAAAAV8jeX51+ZeRYBoK46nG9TBr6m0mRcEgC8il4AAAAAqEBkYPl/MM7ItRTTAh+oq5IyipRBuD8n0YBX4lcXAAAA8ECp72ga4aPOJB0uFgDqpIOHy/OvxqHlJ9EuVWBUhAE1HPkXAAAAUKEm4T76I2e1SZlFAkDdk5ZjsdicyrhxSOk1MdS0S3eEAFCz0f8LAAAAcKWczcp7g140CfNJOFza/Csp4yzXf33786xnX3vf46bg4MDwkJCw0OA2rWIvGDG4V7eOLjvceO/TS1esi4wIWzrrS3EKCguL0zIzY6MbCy9x3vhb4pOSK9oaGR5aLzK8QVRk44ZRA/t2GzKgt6iUzWZfuGTl6g1bdu4+kHQoJSs7NzI8LDw8pFO7VjdddWmjBlEVPXF3XPxFV9whB6POHfDm1EfECdq8bdeb7399IDE5Myu7cYOoTu1b3Xf7NfXrRYgTlJScOvySGyvaajDo5asRFRHRoH5kTJMGl144olnMcd7orJzcBf+uXLN+yz75Kh9KK7Fa5Asiv7Ghg/pMuniUv7+v+1NemPbhlz/+JQfy4L9//ZbZx1T5l7j53meWrFgrB5dfOvqpB28TZ4O6+FGKCTeofx8EAO9B/gUAAACUkye0TqdTe3Ir76PDjUr+dbAGr3/Mzc2XtwOJBzds2fH9r3M6tW/9ziuPR0WGi2q1at3mJ1586/brJnlR/lW5jMPZ8rZjd5wcf/3TzHEXnPvilHsq2nnpyvUvTf947/5E7WRySpq8bd2+56c/5k28eNQDt1/rMfQ5Fb/89fdTL78jozflYVx8krwtWLzy87ee79Shtag+drsjJTVD3jZv3yUffvbtb889etclY871uLP8TZGv2Dsff5edm6edTyg8lJB0aM2GrR998dMt1028dtJYlyfefetV/yxdLZO4/QkH3/vsh3tuubKSb+nPuf8q4VfTJo0e/N914ixJPPK7H+Jbev1HteCLCAzwIuRfAAAAwFFKBKaOpaaR5mV7C0UNqP9SDe7Xs2vHNtqZ/MKizMNZaRmHV6zZJB9u2b775vue+e6DV/z8zKKabNy685r/PS681l03TXafzMrOPZSWsXzNhsLC0jf3t1kLB/btccGIQS67yY/EO598//bH3yoPTSZjm1bNWsQ0adCgXkpqukzEtu3cK/Opb3+etWnbrrdffKxhg3qimqzdtO3Jl96WyVRUvYhrLx8b3aj+rL+XzF24rKCw6LHnp//y5XQf08mc08k4aez5Q10m5Y+Zlnk4MSll+ZqNoiwOe/a193p27SB/UJc9c/MKHn5m2qKlq5WHgQF+7Vq3aBHbJDg4KOngoc3b98h4Kysn96U3P96xc98zj97haz7aRy/A3++5R++87s4n5PiTr38ZPWJQ6+ZNPX6T8givvPWpKPtNfGHK3dUeLFZdUmb5736TUIM6qfNEAKipyL8AAAAAV9rz2JiI8vVZu5LzRc3Qt1eX66+42OOm7bv23XL/s+kZh3fujvv4m1/uvPEKZf7jN54Wp6awyLvb/99+w6SKNmUczn7ypXf+WbJSjt/95LvRwwe6BBnvf/ajGn6Nv2jk/f+7JiwkWLuDDAdnfPTt8lUbtu3Ye9lND/7w0avVFYF9+vVvMocym32+fHeqUnY3Ykj/h4yv/znv3z37E7bt3NOtUztx4ho3jKrkBdm198B9T7yy70BicXHJx1///Owjd2i3ypjsnsdeUjIymUn97/rLr77sIpMmhpPf8KKlq16e8WniwZQ/5i5Kzcj8ZPpzBsPR3tP9enWZePF5P/4+z2q1TZn61vcfv+oxOXpx2kcZmVlycM2ksT26tBdnz+6DBcqgcYjeJeoi8wK8Bf3vAQAAAA/Us9x2DcurTjJyLYnpNb0Ffvs2LV56snwF39+LlgtUQWR46ItP3F0vIkyOZeizeftu7db1m3fM+OgbOQgK9P/sreeff+xOl/BL6tqx7UfTnp40bpQcp6Vn3vvEKyUWq6gOW8q+mfatW2jXnA4dXN6nLC7+oDgN2rSMfe6xO5Xxn3P/VSsiFZ9+85sSfskP2+9fvnXDlZeYjq1Bk1HX8HP6/fjp6z26dJAPV67d/Orbn7l8iQf+d11UWf+yTdt2fffrHPfvYdnqDTLjkwP5k99z61Xi7HE4xbp92cq4RT29e8EXERjgFci/AAAAgFIeT2LlZJdofx9D+ab1+3NFjTegd7fAAD852BOXoDaNQuVCggP79eyijBMPpmo3vfrWZ0oA9Oyjd/Tr1aWiI8jQZ8oDt3VuX7oudePWnV9897uoDuaylYOJySlWq02dLCgoz2EbV9xx/xR179xOxoJyUFxckl5WhKU4nJ377qffi7I0cPoLj7gvjVTJlPD1Zx9QPoqff/f7hi07tFuDgwKee/R/yvjN97/M0HwJqaCw6KmX3hFlr+pLU+7RLp888/YkFxSWlP8edWpo8LjmUb0nCwNqLPIvAAAA4BguJ7dGg65rTHkJ2Lq92cIbRIaXdr6XqU1xiUWZufHep9v2vXDgBVe77yz3+fnP+Tfc9eS5427ocs6l542/5YZ7nvp32Wp1B5nmyOdef+cU5eGjz70pH8qbDCnkw5emf6I8TD82wlC8+8n3ytZ9B462jX/jvS/lzAWTbpfjX2YumHzLI71HTLrmf49P//Br7XN37Yt/7vX3r7vziYGjrxoy9rqb731GPjHD01epFuFlcY9UYrGok8tWbVCCm07tW59/7qDKjyDDmkfvvUEZ/zl3kagOQwb0kvfyp37j/a+UmfyCopyPBN0AABAASURBVG9/mS3KqrS6n85VgQ2OLOEsLj76gnz5w5/K+z5h7Kjoxg2Oc4T6kbdcM1EZz5y/2GXrOf17jR1V2oMsN6/g+WkfaDdNe++LpOTSFPKmqydUb4//k7AhLkcZBPqIFpFGXQVtv0i+gBqO/AsAAADwTD2t7Rnrp8x4Rf2XxWpLTD4kBzKeUKpvKrF3f+K4q+564oW3lq3ecPBQWkmJJT4pednK9bfe/9xdj75ktzvE6fTLX38//vz0dZu2yQRk1brNyclp2k1X3PTgNz/NWrFmU8bh7JTUjCUr1n7wxU9jr7zzjznVEy252LJ9jzJoEdtEnVQW+kmXXjiiKgfp1qld86alT5cv7PZd+8Qpu/maCQH+pW/ip9/8+sfcRQcSD17zv8fkkYODA1968t6Ta35fFdk5+XvjEkRZh68mjY5Wma0su8CCdMmY4VU5zkWjyrvsz1u4zP3j9Oi9NylVZnMXLpu7cKkyuWnbLvm+y0GbVs1uv36SONvWx5X/1nf0VPyljcAUBGFAzUT+BQAAABzlso5JGfSM9Ve2Jh8uTsuxiJrt36WrlKChdYvYyveMT0y+8paH9yeU9pCaMHbkC0/c8+G0p+659aroskVt8xctm/rGh6KsudXOlX99+tZzyrNenHKPfChvSi5z0vILC5WapoiwkNYtSq8AOGJoP2WTzLkenzqjoLBIRnj33nb1O688PuPFRx7437X1IsMzs3IefmbarzMXimo16+//ZAwnBy2bRXds20qdX7+pfNVej65VrbQ695y+ymDj1l3ilEVFhj9zpP38M6+8e/FVd2/bubdxw6gv3p7arnVzcdq8+cGXxcUlcnDBiMF6fflpo3xHtuwo7UcmQyv5QlXlOPWjIrp3Lu3QL0PMffGJLltDQ4Ieu+8WZfzCmx/n5ObbbPanXn5XPjQaDS9Nuef0BXxVt3pPeclh50aGSmIvADUc138EAAAAjiHPaZV+T+opbteY0hZgFnvp5Nq9OaN7VM+l/U6HpSvWPV0WH0iXXXxeJXvKn/Gx56dn5+bJH/CD158c3L+nMi8HV0288PKbHty9L/7bn2fdfv2kyCMLA6tXalqm2ezzxtSHRg4ZYDDoU9MzQ4KD5HxCUsp7n/0gB+efO/Dlp+/XJiDjLxp55yMvrNmw9fV3Phvcv8cpfmOFhcVx8UkylFm+csMfR5Yr3nHjFTJ5UffZH5+kDFo0bVLFw7ZuHqsMMg5Xz1LNIQN6dWjXctuOvfIblg+HDuz9ytP3BwX6i+omIyoZicr3/Y/Z/2zculPO+Pqa/3f95eoOcqsSrbZoFlP1w8pwc/3m0hgxIzOrdfOmLltHDx84a/7ihUtWpqVnvvXRNzLi3Lk7Ts7Lr3taA74q2p9WmFtU3nlNbf6lL0MWBngX8i8AAADAA+1prcmo79TEd118adujJdszznr+tXLNpuKiYu1MUUlJamrGvvikbTv3KjMXnTdEjbQ82rRt17pN2+Xg4guGuewZ4O93//+uueW+Z0XZsrXJEy4Qp8fIIf3Uplr1y64GKL345kfFxSUyB3n+8btcyn9CQ4Kee+yOURNuzczKmbPgP5nTiSpr2/c4O8s3+pZrJ446d6B2UuaDouwFUWugjsvf36wM0jMOi1P285/zp3/4jfZQew8k2Ow2cWqWr9l43BckLCT4qYdua1A/Up3JLyhUBidU+ufnV94+Lz3DcyD49MO3r9u4Tb7UX/80UyZucqZLhzY3XT1e1ABLtpW/8r5G0aKe0WPyJQB4A/IvAAAAoJx75ZfqnNb+Sv61eNvhgmJ7gK9BnD1LVqyVt4q2yu/2yvFj7rv9GlGpRUvXKINJ48533zq4X8+fPp1WLyIsMiJMnDa9u3d2mcnOyVu0tLT1/sC+3TyGLLHRjVs1i9mzP0FN+k6d/Bn79+xy5cQxnTu00c6r/aqcwln1oxUVla+QPcVkRH4Un3nl3e9/myvHJpPxjhuv+G3mwgOJBxOTUu5/4tWP3nzGYCiN5OYs/K9l86atTqQg67haxEYP6tv9xqsudXn3ld+OE1VUto6yVAWvh/yYPXTXDY89/6You9yk2ewz9Ym7tVV4Z9HsdeU96frGytf7mL8JlIAB3oX8CwAAAPBMe5Z7QdeQNxdkOpyixOpYsCVjbK/6oiYJDQ5q1DCqYf16zWObjD1/WFV6M+3ac0AZNG4Q5b5V/sid2rcSp1nrlq6r4ZJTyuMGmfX8VmmTrxPtLn/XTZO1D9ds3LqirJV7m5axb0x9uLmn5Y0y8GjcMOrgobTCwuKU1AxtJVQlEpKSlUGDelXavyJvvv+VEn41bdJo+gsPt23d/NzBfSfdeH9+QdHyNRtfevPjx++/OS+/8KGnp1mttvZtWvz6xZtVP7g85tjzh6oPrXbbvIXL4soWe44ePvCph/4XEhzo/qz6UeU1evGJyaLKEhIPKYMGR0r83F0y5txZ8xcvW71Bjm+/flIVm4udbvtSCvccKlDGQ1oY9Mci9gK8C/kXAAAAcAylCkyn6X8vz3UjA429Y31X7i9ddThnXdrZzb8euuuG66+4WJyavPzSE3uTyRhxetp7VUVoWcMvrUOp6aJqdu+Lt1htVe+PfvsNrlcS/PSbX19567Ndew9cfNVd0557cPg5/dyf1SAqUuZfcrA/4WAV86/4I/mXmhadhMSDKZ9++5scNGlU/6v3X4yKDBdlvfmnv/jozfc+bbc7vvrpr7ZtSttjyfBL3nft1PZEDi9krufygtx45aVPvvT2rPlLZi9Yunn7nk+mP9s0upHrsxqUf+zlzyi/B6UA7bjUF0S+mJXs1qpFUyX/auOWip4tM9emKoNgs+jV1EfniTi20I8sDKixyL8AAAAAV2oEpl3rdEGXYCX/Wr0nOyPPGhlkEt7M188sTr/KV8wZDK5r3Eos5Z2trp00duig3qJSBv0pXc7++smX1IuIePDp1ywW6z2Pv/zxm8/27em6HrNb53ZKl7T4pEP9enWpymETklKUQe/uncTJmrPgPyXYuumq8Ur4pRjQu9uTD9z21MvvyPHTL78T07ihMj/CU3h3QgL8/V575gF/P9+f/piflJx6zR2P//jJ69ovLcrS0m6d2m3YssNms8tAsCpVWiUWqxIg1osMj2nSUHgP+cmds748jR3S0mjQ6/RuPEZgAGqmU/o/DAAAAKCWUc9jXcIvaUSHIB9D+dbZ61KFl4tp3ECUVQ9lHs4Wp0A98Xc4HO5b8wsLxYlQvivlaH16dK78VsX6o0pcOOqcKyeMkQMZ6Ex58a38giKXHcaOHqYMfv5rvtznuAfcumPv5u275KB753bRR36WkxB35LqTbVs3c9l02bhR115eWv0n37t9BxJFWbd49+TuJMiP+hP336pcdTElNeP51z9032fMyHOUwc9/zKvKMb/5eZYyuHj0MO8Kidbuy07LKe9cdm5ro5p2VXTxRyIwoIYj/wIAAAAqpD259fMxnNsuQJn/cdkhx8m0Aq9B1GKcQ6kZHncYOf5meXvpzY9FpdQaLovF6r41NS1DnIjYmMbKYN+BpIr2+eanWb/89bfSvevU3X/7tU2blC70SzyY8vq7n7tsbdUsRin72rp9z0df/Vz5oYpLLI8+96bSNf/CUUPFKQgLDVYGcZ5eh4fuvG7Y4L7qw7tunlxd4YvZx/TSk/cqvefnL1o2c/4Slx1GjxykrFr9/Ps/1m7aVvnRZIr35vtfKuMLRw0RXkX+jiuDqADRqp7BpeZLG4EJAN6A/AsAAABw5dLcRz31vaJPiLJD8uHi+Ruq2qmqZho2sLfyA85btMx9647dcQlJh+StcaPylk/qYkPHsUsaA/zKr9Iod3Y5SFFRyap1W8SJCAzwa1TWj3/1hi274+Ldd1izYetzr7//+NQZv8ycL6qDn5/56YdvV8bf/TLbPVZ76qHbfH1L14q+88l3P5Q1pPeooLDo0Wff2FP2Pffo0mHCRSPFKWjVPFYZfPPLLPetDoezxGJRH8pgzmK1iWrSpmXsLddOVMYvvvFhxrHlgWEhwY/ed5MyfuipaRu37qzoOPGJh+6b8qqSit5w5SWtm9eUrl5VkZBetHBzeXQ7rrNJ+fU3lPFY/6XsSRYG1GTkXwAAAECFXJZAdmzi1y2mvG3WJwsTnd5cAtY0utGlF46Qgy++/2PNxq3aTU6n8+UZnyjjkUP6KwN/X19lkJmZpd25ZfPyJlDf/jJbO19YWPzs6+9lZuWIE3TlhAtE2eK+R597M+PYryWzmGdeeVcZXzbufFFN+vXqorwUorSp1rvFxSXarbHRje+7/RpRtkbyqZffuefxl2TU5XKErTv2XnrNvXMWLhVlEd7LT5WXUJ20EUP6NW5YmgNu3b7nlRmfateW5hcU/e+hqctWrldnVq7d/OBTrxWXWEQ1ufnqCa3K4ir59r00/SOXrWNHDR02qI8ou1jnVbc9+snXv7p3eft15sLx192zc3ecHLdr3fzuW64SXuWTBQnKIMgszm9n0leA/l+AF6H/PQAAAHAMpfm90Fz8UaYPagR23YCwDQmlDc73pRQs2Z55ToeTv8bfWXfLNRP+mPOPTJquvu2xqyde2L5dy/qREXa7/ZNvf5ORiii7ZqJ6EcPwI5eJ/PDLn/ILi3x9fK69/GJ/f9+BfXpERoTJoGrhkpX3P/nq+AtHWq3WtZu2/zpzgZwcde6AuQuXndB3dd0V45at2STznW079l54xR3XXD42NrqR0WTcsHnHH7P/UcqRJowd2atrR1F9Hr7rhsXL18pvOD4p+Y33vnz03pu0W+WLY7PZXn/nc7vdIX+cRUvXtG3ZrFnTxvUiw/cdSNobF6/WvjWoH/nWi481aXSqlwcNCvR/5qHbb3ngWfkVP/32tw1bdo4Y2j+mSYP1m3b8Ne/f9IzDcp++PTvfcs3Eux9/KTc3f94/y+TkjBcfle+FOGVmH9Nzj90x6cYH5XjmvCUXnjfknP69tDu8+sz9T7/8zl/zFssPz6tvf/bBlz+1b928WdMmZpNpT1zCzj1xau7Zu3unac8/VPXLdNYE6bmW2Uc631/c0WA2VZh8EX4BXoT8CwAAAPBAPbPVdryW9wNa+jeLMO7PLF1u9uHfiV6df0U3bvDpW8898fxbMvT54oc/tZt8fEzXTBp7102T1ZnGDaO6dmy7cevO/IKiD7/4Sc4M7Nutc4c2fn7mx+69+f4pr8jQcNb8JbM0HaOefPC29m2an2j+JV/nt1549O1Pvvvs29+ycnLffP8rlx2GDerz5AO3iWoVHBTwyN03PvDkq3L85Y9/XTBysPzRtDtcf8W4jm1bvvfZDyvWbCopsWzatkveXA4ysF+Pl5+8NyIsRFQHebTP35n64FOvp6RmbNiyQ960W6+57KL7/netDKo+nPbUTfc8lZdfGHcgqaCwqFryL0m+15dfOvq7spq+KS++M/Pbd+RLpG4N8Pd79ZkHenTt+M2Pf+3ZnyADOBm22pD4AAAQAElEQVSYKpmpymDQT770gofuuuEUS+HOvE8WJNjL2vv5GsXYTj4ewy/6fwFeh/wLAAAAqIzLEkiDwXDToNDHfi/tDbQjMW/N3uxeLUOF1+rVteMfX8+Q4de2nfv2xsVnZGV3bNOyS6c2ky4+X638Ur398mMfffnz2s3bd+6O8zWbZTilzI8ePrBl8+ivfvhz1t9LCguLO7dv06dnp6EDe3fv3K6S/lCV8Pf3fejO684/d+Afc/7ZH39QJiwFBYUNoiJjmjScfOloGQyJ02DMyMF/zf138fI1Msh77Pnpv345w6VqqXf3TvKWkJQya/7i7bvj9u1POJiSFhkeGhke1q1T20vHjmzVLEZUK/nu/PzZG59/9/uefQn7DiRk5+S2bNa0W+e2o4cP7tS+lbKPDKo+nfH8bQ88+9KUe5pGNxLV54H/XfvPf6tS0zLT0jNffPOjF6fc47LDpHGj5G3Nhq3/Lluze1/87n0H8vML60WEN2wQOaB3t4svODcy3Pt+NbIKrL+tTFHGF7Qz+Psc7fylNP9S7t3rvwjCgBpO5/TqpgUAAADA6eE8wlHGbrfbbDZrmeISy6XvJSYeLi0Bax8T9NVdXTnzxdmVm1egrc/CSZv6855fVpTmX0a9+Pxyc2SQj2QymXx8jg6MRqNLL3xB/gXUePS/BwAAADxzucSbuvrJZDRc3bd8jdv2hLxfjlSLAGcL4Ve12CZ/nVeU/zqPaG0IDzCqNV8q9a8Bix8B70L+BQAAAFRGe7qrrn4a2y0kJrx8cdxbs/ZnFVgFAG/mdIpnftyjjH2N4vJuRnXJs1rq5d7/nuIvwFuQfwEAAAAeaPvfu9R/yZNho0H3xAXl7bHyimzTZ+4XALzZT8sP7T1UoIyv7mmMDDpmkaM2AqPzPeCNyL8AAACA4/AYgXVv6n9Rl/JFZ3+uTt2WkCcAeKesAuuMWeUpdvNwMab90eIvtduXtuGXNvwiCAO8AvkXAAAA4JlLCZg2/FLcNSwsxK/8X9TP/rjH7hAAvNEbf8QVltjlQCec9ww2aSIvg8v6R+VPgTjyl0EA8BLkXwAAAMDxuadgUmiA6a5h5Y3w9xwqeH9+vADgbRZvy5y5Lk0ZX9De0DzS6JJ8uRd/qckXERjgLci/AAAAgAodtwRsTOegjo1Mys6f/J2wZm+2AOA9kg+XPP7NLmUc6iuu7mkyeKIt/qL/F+CNyL8AAACAKnFJwdQT42cuigg0l/+7+qEvdqTlWAQAb2C1O+/9dJuy8lEI5wNDjAHmo5mX2vnL5cqP6tOJwAAvQv4FAAAAHF9FJWDyDDk63PzMhWHKbjmFtvs+326zOwWAGu+V3/buOXLNx8u7Gro0NlZe/KUlAHgV8i8AAACgMi7lHkoEpu0KJCOwAS39r+wdqOyzPSFv+sz9AkDN9vem9F9WpCjjDvV1k7ods/LRaDR6jMCEZlm0AOA9yL8AAACA43DpAua+ClKeKt8+NKzTkUZg3yw5+PuqVAGgptqWkDfl293KONxfPDLs6DUfjUe4LH6k8gvwauRfAAAAwAnw2AKs9JzZoH9hXGSYX/m58XM/7f53W6YAUPPEpxfd/uFWi80hx3qdePxcU1jA0eRLLf5S7t0XPwqKvwAvpBcAAAAAjqeiC0EqKZhy2hwVbHptfISPoXR/p1M8/MWODftzBICaJC3HctO7m/OKbMrDOwfoW0cdU/alXfmo/IKrl30UALwW+RcAAABwYjyWgCnnzO0b+T5/UZhymmy1O+/8aJvaXRvAWZdbaLv5vc0ZueUXaZ3YWXdua5O225fLykf3+i9B8Rfgnci/AAAAgCpx7wLmHoFJA1v5339usPKUwhL77e9vOZRVIgCcbUUWx+0fbU1IL1IeDm6mm9zD5PL769L83n3lIwAvRf4FAAAAVJXHVZCGY68ZJ43rFjixu5/ylMx8663vb0k/Um8C4Kwotjru+2z79oQ85WGnBuL+ISaXZY+VdL5Xj0MKBngp8i8AAADgZHi8CqTqzqGhA1v4KHsmZhRdPX1j4pGqEwBnWFaB9Ya3N63anaU8jAnVPT7cR9vnvqLwi7b3QK1B/gUAAACcAPdVkEoK5lICZjIZn70wvF19o/Ks1OySq2ds3JmULwCcWfHpRZPf2LDjyG9fqK/zmfOMgb7lv60m+btaQed7l7ZfALwa+RcAAABwYrQRmPuFINUIzM9sfGNCeMeG5RFYTqHthnc2rdmbLQCcKVsS8q6aviHlSA++qADnqxf6RAaWJlxq8mUqU1Hxl3ooUjDAq5F/AQAAACepkvov5aQ6JMDnzYkRfWJNyv5FFsf/Pty6ZHumAHD6LdyccePbm/KL7MrDVpFi2lifBsFHW91ry748tv1i5SNQa+icTqcAAAAAcIKUf0gr944j7GVsR1gVNvvU2Yfn7yxvgS/Po287r+kNw2M4oQZOn08XJr49+4D6sE+0eGCIydfnmIRaKfvSLoF0z78E4RdQK5B/AQAAACdJjcAU7hFYafZ1JAV7Y2Hu75uL1ef2aR32ytXtgvwMAkC1cjjF09/tmrkuTZ0Z20F/XS/X8kyX8Evb+Usp6lRjL/IvoBYg/wIAAABOnnsEZtdQ8i81Avt6Vd5Hy49eBbJBmHnate3bNgkUAKrJgbSiJ7/btTUh78iE87Z+hlFtjcdenuL44ZfQdPoTALwf+RcAAABwSrQRWCULIZX7JXuKXpiXX2Qt/0e4yaB74OIWE/o3FABOjcMpPv8n8cP58RZb+e+X2SgeGmLoGX1M5Zf7NR/VZY/yXntdV0H4BdQi5F8AAADAKVH/RV15BKamYAmZJVNm5u3PtKtH6Nsm7KmJreqHmgWAk7I3pfCp73btSMpXZ4LM4pmRhpb1jO4XplAHatt7et4DtR75FwAAAHCqtBGYTL489gLTpmCFJbbp/+TO2WFVj+Dno7/9/NjLBzXWc8YNnAib3fn5P4kf/Z1gtR89t+3eWNw1yBTur3ep/HKJwLjgI1B3kH8BAAAA1cDlcpAuEZj7Wkhp/vai1/8psBytAxNtGgc+fVkreS8AVMGugwVPfb9rd3KBOhNsdt7UxzCoucGl7Msd4RdQp5B/AQAAANWj6hGYKiHTMv3fgnWJNvUgep24oEfUraNiG4axHBKokM3u/GhBwmcLE22asq9BseLmfsZgX702/JIDl4Zf2m737uGXIP8CaiPyLwAAAKDaVBKByXsZeHlMwf7eUfT+0qLs4qPHMRp04/o2uHF4TL1gHwHgWIu2ZEyfdSAh/ejVVEP9xJ0D9D2aGLTcC75cwi/3hveC8Auopci/AAAAgOpUUQSmbQfmkoLJh9kF1g+WFc7VdASTzCb9xAGNrh8WHRJgFACEmLs+/Yt/k3YdzNdODm8pru9tDDDrtcmXNv/S1oKpyZe27IvwC6j1yL8AAACAaqaNwCrqiK9GYNrBnjTLx8uL1ibatUfz9dGP7FJvXN8GXWKDBVAn5RTafl5+6IdlyRm5Fu18vQBx90B9p0ZGJdKqJP9SHqrJF+EXUNeQfwEAAADVzyUCc68C8xiEKeOtyZaPV5RsS7G7HLNFA/9xfRuO6REV7E85GOqKxPSirxYfnLkutdji0M63jBCj2ujPaWEwm/Rq+KWNutwXPHps+EXDe6COIP8CAAAATgv1X9rOI5RCMKUXmP1Y2ghMsTbe8tmqot3prv9cNxp03ZqFDGwXPqBdWPP6/gKojdJyLPM2pi/clLE5PtdlU0yI84ruxr5Ny5MsdT2jtuzLPfnSln0p9+JI7EX4BdQF5F8AAADA6eIegWkLwVyWQ2oHqs0HLX9ssfwXZ/d4/IZh5gFtw1s0COgQHdixaZAAvNzu5IJVu7P/2ZKx6UCu+9a+Mbrz2ui6NT5axuWScGkzL2WsDcjU5Is1j0AdRP4FAAAAnEbaCEwc6Yjvcl1IuxttECZ3yCm0zdthmb3Dmpxb4RfyMepaNwrsGB3UoWlQp5igmHp+AqjxEjKKtyfmydu2xPxdB/MLSzxEvVGBuuEtxcg2+jD/8qb1ajFXReGX+4JHGn4BdRz5FwAAAHDaeWwHdtwUTBuBKfd70u3/7bOsirfHZx3nn/H+ZkPbJoHhAT6hAcbgAGNYgCkkwBQeYAr2M8pBaIApyM8ggNMpr8hebLUXWRwlVjlwFFvsh7IsqVnFh7JLUrJLDh0ulvclVkdFT28Q5Owbo+/b1NA2SqeUbmnLvtyLv1xir4q6fRF+AXUT+RcAAABwJrhHYMdNwbQP1R0USdn25futKw7Yd6bJ+IDTeNQeLSNEnxidjL2iQ3XqisVKwi+XIMwl+XJZ8Ej4BdRZ5F8AAADAGeKyFlLNv9ybgrknX9rwSxkrz8ossBdbxYHD9gOZ9vhsIe8P5jodTs7t4TXC/USreroW4aJlpK5tfWOAj1DiKm3y5bLmUc28XAb6Y1H2BUBF/gUAAACcOe4RmEtffGWgLfhSky/3KjA1PtNGaVJcpiMxy5GU48gucuYUO/OKRV6JM7dEyEHFq82A0y4yQET6i3qBon6QXg4aBOubhetC/cors7Sxlzb50sZeHiMw7VbtEyn7AqAi/wIAAADOtIpSMO1ySPeKMPexQhxpq6+NwFTq8ZWvWGhx5spErMQpB6IsDtCeEXB2UJHi4uL8/HyTyRQSEiJwPKUhlE74GoXZpDMb5U2U3hucLjmUS0SlDa1cwiz38i73hy5HoOwLgJZRAAAAADiz1NRJGahn5vLsXRwJArTlYPKhHCjJlzzPr0r+pcy7p2DBRhHsL8i8TlR2dlG6rtDf379xY7PAidAGT9o0yiUCc6n/0q5h1B/Lvb2XS8EXZV8A3JF/AQAAAGeBckKuDb+ULExyScGUc3s1BXOvDhNVyL+cx3bfV75iRckXiZg7+ZqUlJSYzWaTySRQsUqSJm0mddzwS+ep8717IqbzVPMlSL4AuCH/AgAAAM6aqqRgylibcGlLw467/tF9FST510lQ8i/5Cvv4+AhUrOr5l8cIrKL8y/3hcZMvQfgFQIP8CwAAADjLdJrlkNoZyWAwqHGYtgTMY9pVUf4l3MKv40ZgcKHmX2Yz6x9PRkXFX+LYCMw923JPxDwSJF8AKkX+BQAAAJx9aiGYcEvB1CxMWxqmzbzEsescq5J/CSKwE2S324uLi+VrRf3XSdC5tb0XVWgBVtFDlycKki8AVUD+BQAAANQUHlMwoSkHE25Rl7JM0j3qcpnxeC8Iv6pM5l8lJSVyQP51EnRu3bh0buGX8BSEHTfzIvkCUEXkXwAAAEDNUnkKpjuyWFKbcIljK7yqknwJT+EXcVhFbDabzL/k60P/+ypySaPcgyqdp0b4HsfCU6kXyReAE0L+BQAAANRE6im9NgjTRmBqECYqzrk8Vnt5DLlIvion8y+LxSJfc/KvE+KeTHmMsXQVrIusaP+KDg4AFSH/AgAAAGo0bTmYcAvClMnj9vaqaMEjsVcV2coYDAajkXOoE1ZR7iGhnwAAEABJREFULZjHFExUmnlVNAMAleNvNwAAAOAFXKIuUWkocHJpF1lYJZT8S77CMgITqILKI6qKyrgqL+8i9gJw0si/AAAAAG+ijQAqysLUpZEuO1ceH5B/VcJeRoZfygUHcFxVz78q35/MC0C1IP8CAAAAvJVLNKANsKpSHVb50aAlwy/5upF/nbqqfMz4KAKoduRfAAAAQC3hnhp4jLoIF06CzWZzOBwy/OLVq3a8pADOAPIvAAAA/J+9+4BvovzjOH7diy66KW0po+y9957KEkRQUcSJW/9uRUFUFBWcoKjIEGQP2XvvvUehe++9x/9pr5xHkqYFGUn5vP955f/k7skluYSY+/b3PIcqi2ThdiksLBTX5ubm7FIAMEbkXwAAAABQATn/YvJ7ADBS5F8AAAAAUAHyLwAwauRfAAAAAFCBgoICqXT8owQAMEJ8fQMAAABABaj/AgCjRv4FAAAAABUg/wIAo0b+BQAAAAAVIP8CAKNG/gUAAAAAFZDzL+b/AgAjxdc3AAAAAFSA+i8AMGrkXwAAAABQAfIvADBq5F8AAAAAUAHyLwAwauRfAAAAAFAB8i8AMGrkXwAAAABQgYKCAon8CwCMFvkXAAAAAFSA+i8AMGrkXwAAAABQAfIvADBq5F8AAAAAUIGioiKJ/AsAjBb5FwAAAADoU1xcLDdMTU0lAIARIv8CAAAAAH3k4i+J/AsAjBb5FwAAAADoQ/4FAMaO/AsAAAAA9FHyLxMTEwkAYITIvwAAAABAH+b/AgBjR/4FAAAAAPpQ/wUAxo78CwAAAAD0Yf4vADB25F8AAAAAoA/jHwHA2JF/AQAAAIA+jH8EAGNH/gUAAAAA+lD/BQDGjvwLAAAAAPRh/i8AMHbkXwAAAACgD/kXABg78i8AAAAA0EcZ/8j8XwBgpMi/AAAAAEAf6r8AwNiRfwEAAACAPpz/EQCMHfkXAAAAAOgj51+EXwBgvMi/AAAAAEAfef4vBj8CgPEi/wIAAAAAfaj/AgBjR/4FAAAAAPpQ/wUAxo78CwAAAAD0keu/yL8AwHiRfwEAAACAPnL9F+MfAcB4kX8BAAAAgD7UfwGAsSP/AgAAAAB9yL8AwNiRfwEAAAAAAKAqI/8CAAAAAH3kyi+5CgwAYIzIvwAAAABAH3nme3kWfACAMSL/AgAAAAB95PyL+i8AMF7kXwAAAACgD+MfAcDYkX8BAAAAgD6MfwQAY0f+BQAAAAD6UP8FAMaO/AsAAAAA9KH+CwCMHfkXAAAAAOhD/RcAGDvyLwAAAADQR67/AgAYL1MJAAAAAFA+Jf+iBAwAjBT5FwAAAADoI49/lMi/AMBoMf4RAAAAAPSh/gsAjB35FwAAAADoo9R/cQpIADBS5F8AAAAAoA/1XwBg7Mi/AAAAAEAf6r8AwNiRfwEAAACAPtR/AYCxI/8CAAAAAH2o/wIAY0f+BQAAAAD6UP8FAMaO/AsAAAAA9KH+CwCMHfkXAAAAAOhD/RcAGDvyLwAAAADQh/ovADB25F8AAAAAoI+Sf1H/BQBGivwLAAAAAMq1ZcuWgoICufJr8+bN1tbWhdeJOKxQRb4ZEBAwaNAgCQBgSMi/AAAAANy/rly58u2331bYTZ4CbO/evRV2e+SRRyQAgIExlQAAAADgfhUQENCxY0fpNunZs6eXl5cEADAw5F8AAAAA7msjR460s7OT/rNq1aoNHTpUAgAYHvIvAAAAAPc1kVuNGTNG+s+GDBlibW0tAQAMD/kXAAAAgPtd27ZtmzdvLv0HtWrV6tq1qwQAMEjkXwAAAAAgjRkzxsrKSrpVo0ePNjXl8AoADBRf0AAAAAAgOTs73/LsXR07dvT395cAAIaK/AsAAAAASvTs2dPX11e6SVZWViNGjJAAAAaM/AsAAAAASpiamo4dO9bc3Pym7jVo0CB7e3sJAGDAyL8AAAAAoIyvr++AAQMq39/T07NPnz4SAMCwkX8BAAAAwL8GDhzo7u5eyc6jRo262XoxAMDdR/4FAAAAAP8SedbYsWMr07NRo0aNGzeWAAAGj/wLAAAAAG4QEBDQsWNH/X1ETDZq1CgJAGAMyL8AAAAAQNPIkSOdnJz0dOjdu7eXl5cEADAG5F8AAAAAoKlatWpjxozRs3bQoEESAMBIkH8BAAAAgA4tWrRo3ry5zlUjRoywtraWAABGgvwLAAAAAHQbM2aMlZWVxsJatWp16tRJAgAYD/IvAAAAANDN2dl56NChGgtHjx4tAQCMCvkXAAAAAJSrZ8+evr6+ys2OHTv6+/tLAACjQv4FAAAAAOUyNTUdO3asiYmJaFtZWY0YMUICABgb8i8AAAAA0MfX17dfv36iMWjQIHt7ewkAYGzMJQAAAACAXkOGDImJienTp48EADBCJsXFxRIAAAAAAABQRVH/BQAAANxO/IEZMFLyLG8AqiRzCQAAAMCtqjDtIg4DDJZG4KX9r5VEDKgyGP8IAAAA3JzyfkJrL9fZk1/gwL2iM8/SWFhe5kUWBhg18i8AAACgUiqMt+Sb6oXkX4BB0Z9/aTd03oUgDDBGjH8EAAAA9NETe2kEXuqbOlMwki/AEJQXeJV3U6Oz8g+ZIAwwItR/AQAAADroj7202/J1TEpuaEJOcHxOaEJuSHxOTEpedl5hXmFxbn5xdn5RbsmlOLegSAJwt9jbmFmbm1pZmFqZm4hrawsTZzvzOu7Wvq7WtVyt/dysfKpbSarMS7uh81qNIAwwfORfAAAAwA10jmqUtKIu+WZcat6eSymHr6WfCcsMisvJySfbAoyPv5tVwxq2HevZd6zrUMfD2kRFup6FVRiEkYIBhoz8CwAAAChT3nxe6oaQmFGw/3LKwcD0A4GpIvOSAFQhHo4WHerYd6hbrXN9R5/qVia6SKoCMami+cIAGALyLwAAAKDc6bqU5KuoqCglq2DV0fi1J5KOBqXr35qdtZmvq42Pm42Pq42Nham1pZmVuamVpal1ydirknFYHB8Dd0duflGOPO44v/B6uyg6OSc0PjssPjs5M1//3eu4Ww1r7TK0tUvN6pampqb6gzBSMMCQkX8BAADgvqYn+ZJl5xVuPJW0+njCjvMp5W2kqa9Dc3/7Op52Pq7Wvm62rvYWEgCDl5VbGBybFRqfExKfdS40/Uxomliis2dLP9sHWzoPa+3qbGeuDsLktkQKBhg88i8AAADcp/SMdpQlpOfP3h65YF9ceo7mIbGznUWzWg4t/B3EdSMfeytzjnIBo1dULAVGZZ4OSTsdkno6JD0qSXN0s4WZyZCWzi/28fR3t1HCL7kh6ZomTEYKBhgC8i8AAADcj7TLvtTJV3Bc9s9bI1ccic+/Mfiyszbr29xtcFv3lv6OEoAqLTQ+e82RmHXH4hLS8jRW9Wxo/0Jvrzb+1eTwS8/QSOUupGDAvUX+BQAAgPuL/uTrZHDaz1ujNp9NVv9MFset7QOcB7f26NnMxdrCVAJw3ygqlg5dSV57NHbn2cS8ghtO8NrS1+a5Xp59GjuZmZVFYEoWJt1YDiYjAgPuIfIvAAAA3EfUM3xJNyZf4Ym5nywP3nI2Wd3fysJ0cFuPcT19alS3kgDcx1KzCpbsi1q8LyrlxlnzG3hZf/GwbzNfO9Pr1EMjKQQDDAT5FwAAAO4L2mVfRUVF8nVOftGPm8JnbYvOK/y3j4ON+cNdajzW1dvJzlwCgFI5eUVrjsT+tTsi8sbZwR5q7fzOgzVc7S1NVcobDkkEBtx95F8AAACo+sor+xLh16bTSZNXhkYk5SqdPZ2tHuvm/VAHLxtLhjoC0KGoWNpyKn7ezojLkRnKwmrWpq/28Rjbxd3Swkw7AlPmyJc7E4EBdxn5FwAAAKo4neGXSL5C4nPe/fva/itpSk8ReD3dx3dsj5oWZhyaAqjYphPx09cGqSfI93ez+nykT9va1czMzHQOh2QsJHBPkH8BAACgytIY86gu+5q7O/rTVaHq0zv2beH61tA6bg6WEgBUWlZu4ewtYYv2RhaoBlCP7ezy7gPe1pYlEZgchKlTMIlCMOCuI/8CAABA1VRe2VdWXtHLf15Rz3Pv42ozaXRAS38HCQBuSUhc9tQVV49eTVGWNPCynvlkLR8Xa50RmLoQjAgMuAvIvwAAAFAFaYRfylT3FyMzn559KSyxbLCSrZXZc/18H+3qbc6ARwD/2dbT8dP/CY5NKZtP0M7KZNojvn2bOCkRmM558SUiMODOI/8CAABAVaMdfsmVX/P3xkxeEaqc5LG+d7XpTzXycraSAOA2ycwp/GjR5d3nE5UlYzu5vPdgDUsLM3UEpk7B5G5EYMAdRf4FAACAKkUdfikKC4ve+fva4oPxSrfhHTzfHV7X0pwDTgC334LdkT+sCy4sKvs6alfbbuYTfg62pRmYViGYdD38IgID7hzyLwAAAFQdOsOvvPzCV+YFrjuZJK+ysjD9+OGAga3dJAC4Y06FpL0z92JCetlo6wZe1nOfqVXd3krJv0RDmRFMIgID7jDyLwAAAFQR2uFXUVFRdl7h07Mv77mUKq/yrm79/TONa3vYSgBwhyVl5P/vzwunQ9Lkm7VcLUUE5uVsrV0FJq4lIjDgTiL/AgAAQFWgM/xKy8p/YtalY8EZ8qr63tV+faGpg625BAB3RUFh8SeLL288UTb42sPB/M+n/UQEb3YdERhwd5B/AQAAwOjpDL8S0/NH/XD+cnS2vKpFLYefnmtqa2UqAcBdJL6fpq68uvxAtHzT0cb0z2dqNfK2IwID7ibyLwAAABg3neFXXFreiO/OB8flyKu6NXL57ulGEgDcIz9tDJmzLVxu21qa/v6Ub8ta1czNzYnAgLuD/AsAAABGTGf4lZyR99B35wNjysKvfi3dvnisgSkHkgDuqYV7Ir9dEyS3q1mZLnq+Vj0vWyIw4O6g/BsAAADGSmf4lZVb+MSsy0r4NbKj15ePE34BuPce6+b9ySMBcjsjt+ipOaGRSTkFBQWFpYpKyd9j0vXvNwpWgNuF/AsAAABGSWf4lV9Q9PTsSydDyya879/S7f0RdSUAMAxD23m8O7zsSykxo/CpP0IT0vK0IzB17EUEBtwW5F8AAAAwYkqJhCAOHl+dF7j3cpq8qkN9588ebcDgIQAG5ZEuXs/09ZXb4Un5z/wZmpaVrxGBaaRgRGDAf0f+BQAAAOOjHhmkjBj6YEnw2pNJcodGvvbTn2pkxq9dAIbnxQF+Q9t5yO3LMbkvLwjLzSvLv+QIrFhFAnA78IsAAAAARkZjZJAcfi3aH7vwQJy8sI6n7cxnm1hb8FsXgIGaOCqge2MXuX00JPvztdHllYAxERhwW/CbAAAAAMZEY9ov+SjxSnTWxOUh8nIPJ6tfJjRzsDWXAMBQmZpIXz3RsKW/o3xz2bHUredSicCAO4f8CwAAAEZDe857ITO3cPyvl/MKSlZZmpv8/FwTl2oWEgAYNvF9NWN8oxrVreWbH6yIDk3I1jkKUrkLERhwy9CxJt8AABAASURBVMi/AAAAYGSUUgi5PuLNBddCE3PlVe+PqFfbw1YCAGPgYGv+7bhG5mYl5+nIzi9+fVFkRnZeoYrOFAzALSD/AgAAgHFQH/4px4QL98duOF02532fZm7KlNIAYBTqe9u9Pri23A6My/9qQ6w8ClJ7CCSjIIH/gvwLAAAAxkQ5DhSHhZciMz5ZESov93GxmTwmQAIAY/No1xrKXPgrT6RvPFMyEZh2CibdeOpbADeF/AsAAABGQOPYT8gvKHp53jVl2q8ZTzeyseTHLQCj9Nmj9ZWJwCatiY1Py1VPhM8QSOC/4ycCAAAADJ32yEdxPX9vzOXobHnhy4P8mfYLgPGyszb77LH6cjs7v/jbTXGcCxK4vci/AAAAYBzUIx8T0vOmrYuQl9fxtBvT1VsCAGPWopbDkLZlMxiuP5t5JjxLYxZ8ZRQkgFtA/gUAAACDpj3yURwEfrYqLCuvSO4weXSAGb9qARi/N4fUtrcxl9uT18TmFxSpq8CYCB/4L/ilAAAAAOOghF9HrqWtPJYoL3ykS41GPtUkADB+Drbmbw4tOxfktYSCRQcTyxsCSQQG3CzyLwAAABguddmXHH4VFBa/83ewvNbV3vKVQbWkO+/w8TMNOgxWLifOXKzwLh998aPSf8mqTRKum/nHYnm3hIZHKQufeWOSWNLlgSek+9KZ85fHvzKx17Cnm3cfMeiRCe9Onh4bnyjhvjS0rUfzWg5ye+au5IT0PPUoSCUCkwDcJPIvAAAAGCj1MZ4Sga08Gh8cnysvfHtYbVsrM+mu27broP4O+fkFW3YdkIBKWLF266PPv3vg6KmomLjc3Lyg0Ig1G3eKFOzs+SsS7kufPBJgbmYilU6EP3t3kkYJmCBd/0qUKAEDKo38CwAAAAZNXfwljgF/3FJWNNSgZrW+Ldyke2HD9r36O+w7fCItLUMCKnLs9PmPv/ypoKDQ3c3lnVfH//jl+wN6dxbLM7OyP/js+7z8Agn3n1ruNsM7eMrt1SfTkzPzteu/iL2Am0X+BQAAAEOnlDlsPpMUmlBW/PV8P1/prvP0cBXXMbEJp89f1tNNLv6qZmcjoXJ+nzHp0qG1+9bPl+4zc/5aJWINKyvL+TM/H//o8L49On33+XtD+vcQqwKDw85fCpRwX3q6t6+ZaUkJWF6htOBgijIEUv5LgEYKRhYGVAb5FwAAAAyR9sxfwo9bo+W1dTxtuzd2ke4WExMTuTGgZ2e5vbX8IZD5+QXb9xwWjV5d2mvcHdBw9kLJIMdGAXVq+XgrC3t2ayc3gkIjJdyX3B0tH2jtLreXHUtLy8pXzwJGCRhwC8i/AAAAYNCUIGz/ldTzEVnywmf7+kn3gqODfae2LURjy85yp/fafVAcrWY4OFTr2K6FBOhlZWUprsOjYvJVQx0zM7Plhrenu4T71VO9feTkPCO3ePnxVI0pwNR/IZAoAQMqwVwCAAAADIzGoZ18vDfzevGXj6tNn+au0j3St2en/UdOhkVEnzl/uVnj+todtmzfL6779ehkZlY2N7/OQ9PNO/YfPHoqLCJGZB+JySl+NWv4eHs1qFvroQf7yKMsFTP/WPzDbwtdXZz3rZ9/+PiZVeu3BwaFXQsJr+Hh1qRB3bGPDGnaqJ50kyr/6F9+/8fcv1eLxt71891cnDW2Iz830Vi/eGadWj7qVXn5BWs37Vy3Zfe1kIi83LxG9eu0at5o/KPDdT6fZ96YtO/gcfk1aqwSb/2CZetOn714NVg82Tg/X+96/r7dO7cZ2LurRk+xc5586cOSV7fsVz+fGjv2Hj5y/OyhE2djYuIbNawr9tWIB/v6+XjpfAIJSSnL1mzevf9YeGR0bl6el4d7w3r+z40bVdffR7tzWnrmHwtXXrkacjU4LDU9o0Fd/7q1fYcP6n0Lb0SPzm3/WrYuITF5xi8L3nnlKbEkIzN70YoNolG/bi2xx25qa7f2ZuXk5M5ZuOroqXOR0XGx8Ykebi5i74kXLp5b+9bNdD7Q5WuhS1dvDAqJCLwWam5hHlC7VsMA/7GjBrtqPWiFbmrPX7wStHbTLvGJioyOiYiO83J39a1Zo25tnwG9uujc+SvWbt2+53B4RHR0XLyNjU1tv5q1fGu0ad6kf+/OlhY6joVv4zv73/m52fRt7rrlVIJo/3UofUw7JzOzQtNS4h+FuJa/WCgvBSqJ/AsAAACGSxnmExKfsz8wXV44vo+P6b074hvQq/PkaTPFU9q6+5B2/iWihO17SwY/DujZKSk1XecWRMTw3qczDh49rV4oDuzFZcvO/eLwe9Y3E9u1aqp9x3Vb9rz9yTdKmhYUGiEu/2ze9czYEW+9NE6qnFt+9JuSmJw64X9Tzlz4d5a0A0dPicvOfUc6tGlW+e2IYOitT745dOyMsuT8xavisnrDjrWbdn/63ks6A5e8goIPPvt+5bpt/z764ZPiIrKhWV9P7Ny+pUb/7XsOiX2SnpGlLAkMChWXtVt2v/3yuPGPPaTufO7i1TcmfhUeEaMsOXLirLgsXb3p6cceeumZR3UGK+V57smHRaCZmZU9Z+HK+vVqNW8c8L+J31y4fM3BodqXH79xU5u6NSJue/7NScdPX1CWiGxXXPYePP7notUvPTPmlWce1biLCJW+mPGbeM7KkpjYhD0Hjy3/Z8s7rz49dGBPqdIqv+dz8/K/+fHPBcvWqu8eHBYpLrsPHP3jr5UiPdR4pz779leRLapfaXxCkghJl6zatGrj9l+/+djixt17e9/Z2+LpPr5y/pWSXbTzUubAZiJUN5OLv8S1SL7ETdEmAgMqg/wLAAAABkpd/LXqWKK80N7GfFCruz0oTImcRMPJ0b5juxYiTNm8Y///XnxSo+eu/UdFLuDi7NixXcv1W/fo3NSr702Vp8/v1bV9s8YB9Wr7FhYWhoZHi2zoxJmL4u7vTJ6+edlsK0sL9R2zs3M+/WaWuLvIFx4ZPjCgTq2rwaGTp80SudXvC1ZUs7N9YdwoqRIv5NYe/abk5ReMf+Wjy1dDRLt7p7b9enb0cHMJj4oV+cj5S1evBodVcjtJKWkPjXsjLr7krRevum3LJp7urjFxCUeOnxWp3469h8MiolbM+177qb754TSRoTQuKfjqU8PL7fzFa1v3HLp0JSgvL//Tr3/ZsGSWmdm/88Bs2r7v9Q+/Eg37arZjHxlS28/Hxtry6Ilzy9duEYnJtB//9HB3e6BvWa2ZSEPGvzqxoKCwmp3NqGEDG9Tzd3awD4uMWbdl98mzF3+dtyw+MfmLj16TKs3dtfrk915+6+OvRVvkqiLZEBGqt5f7T1992DCgtnTnffPzn3L4JT4PrZs38vfzTkvPFPtq4459sXGJP//+d/eOrdU5r3iNM2aV1Oj5eHuOHNKvrr+P+PyERcTMW/KPSJfenTy9sLDooQd7V+ahb2rPf//LAjn8atKoXpf2rcTzrO7gEBwRdfzU+W27D4oHFf07tm2h7LR1m/fI4Zfo371TG3/fmtbWliJY3LXvqLgW/34XLP1HnZfd9nf2tqjnZdeytuPJoFTR3nA2vX+TamJvi8xLXMv1X3L4pb6WAJSD/AsAAACGRT2djVL/tfJogry2XwtXC7N7fIzXr0cncfwcFhF99kKgxsAo+cyPfXt2UicsarsPHJXjJxHofPXJm+pVzz4x8pX3pm7ddSAmNuHoibNdOrRSr5XLbdT1OC2aNJj70+ePv/CeyHp++n1R7+4d6vlXcE7MW370mzJ73jI5/BL5gjymTza4f4+X3vns8PEzldzOD78uEOGXhYX5vJ+/aNWsobJcxC7dOrcVmdHV4PDf5i9/+ZkxGncUO6Rfz87TJr1pXTq7Vo/O7Z4fN+rp1z4WDx0qEpPT55UCt9j4xI+//Ek0atbwmPPDZ741PeXlvbt1GP5A70eff1fs9l/nLpFTmPz8gs+nzxYRib+v9/xZU9UDDB8ZPuCr7/8QAc3KddvEy+zYtrlUaT06t23csO75i1ezsnLEzZ5d2k2b9D8RCUl3nnhFqzfsEA2xu36Y+t6/Kwb1enhY/wdGvyiaC5evV/IvkXPN+nOJaAzs3eWrSf9T10OJN+WV9744evLctz//2a1Ta9fqTvof+qb2fEpq+l/LS8KserX95v/0ha2ttdy5q9T6iVGD5y5e8+V3v4ubm3bsV/KvNZtKXpdIEhf8PNXGxkpe2Kdbh2ceGzFi3OvBYZF/LVuv5F936J29LR5o7S7nXweDclKyClzsy8IvZQgksRdQScx/DwAAAAOlhF8nQzLCk/LkhYNa3/sZwQf0KjsL5LbdN5wFMicnd9vuQ6LRv2fn8u4bFBopjrFFuvHKs4/p2HLvLnIjJi5Be22DgNovP31D1uPoUO2150u2Iw7d15QGGfr9l0evvCWrNoprVxfnV5+74VGq2dl89sEr5uZmldnI2fNXFq/aJBqvPz9WHX7JHuzXTR5nt2j5Ou37VndymPTui3L4JRMP+tDgPnJbfVLFtZt2paVnisaE8aOVCEZWv57/mBGDROPKtVA5zhMhiNz48pM3NGbXEtt/97Wn/WrWKHn5qzdKlbb8ny0DH3lBhF/KkqshYQWFBdJdkZqeIT60ohFQR/OEEnVq+Yx9ePCLT48WoY+ycOp3v4n+bq7VP/vwVY3BgE6O9lM+eFkqHfq6cdveCh/6pvb8xStBtXxqODs6PDN2hBJ+KR7o201uxMTGKwvjEpKk0iI1JfySibuPHTX4qUeHiQ+ncs6BO/HO3i4DWrqZlyb+xZLJprPpyvkf1RPhcy5IoDKo/wIAAIAB0Sj7kq0+Xjb40dXBsqW/o3SvKUMgN27f98aEJ5Tl23YfzsvLd3F21DN/1vhHh5c3B7zg7lZ27J2Tk6e99tmxI7ULPfp07+jh7hIbl6gxpddtf/RKunD5WnxismgMG9RLnUDJRB7xYL/uqysR1SmjR5V0Q0PXDm3WbNyZlJIWGh7l51NDvapbpzYiAtPo7+tdFrJkZf87cdWu/cek0vF3wwf10n6Ipx9/aHC/7q6u1eWtrd+yR34JzXWd90AEJR3bNQ+NiDqnCrP0EB/sydNmyhmfhYX5y888umrd9pDwyPCImP999PVv302WSwg3bt9bt7ZfhZV9t8a1upN4aWIf/rZgubeXe7+enexsbZS1H/7vOXXnlNT0nfuOiEaXDi3V3RS1fEpOTRAYHHb+UsV74Kb2fMe2zf9Z+FN5mxKJldhXIhcS//qUhSKxuhwYfOjYma9/+vOJUUPEvxFl1aMjH9DYwu19Z28vWyuzbo1cdpwtiaS3XMga1dZRZF7q8Y/qEjBqwQA9yL8AAABguMThXH5B0bqTSfLNIe08JMPQ//oQSHGo37hBXXmhPPhxUJ9u5Q1+1CCOY4NCI2Ni42MTkhITky9eCTp68py8Kq9ARwVQq6YNdG7Hp4aXyL8qP6/WrT16JQWHRckNL3c3nR1q+9WUKiEqtqwGrcfQp/T3PHfpmkaAUx9vAAAQAElEQVT+5eWp46FtbcoiG6Xqp/S+geK6hqe7SBO07+Ls6CAuys2QsJLCsfDImAYdBkvlixBPPSmlwgGA3/2yQA6/RFLz/RfvNgio3btbh9HP/C8jM/vA0VNffve7iJ/SM7LemTRdPOFG9eusnPeddAc8OWbYjFnzc3Pz3p/y3aRpM7u0b9Wra7ueXdtrB4hRMXFyQ+R04qJnmyIDlSpyU3teQ3RMfEh4VFxiUmJSamh45OFjZ0X4JZVOPKf0GTvqwe17SuYF++OvleLSunmjXl3b9+7eXoR02hu8ve/sbTeotZucf52Nyo9KzvNxLZsFX30WSJIvoELkXwAAADBEclGDOMDbcyklKbNQXjisnadkGPr36jzp+lkg5fxLxBa79pdUx/Tr1Un/fQsKCpev3bp7/9Fjp86pz3ynn7W1lc5YR/D0qC6uRYSRmpbh6FBNugOPXnkpKWlyw8O9us4OHh6uUiVEq8ay6RcYFFoyE5SKm4uuh9ZKB3Jy8+TRfx5uFT+ltPRM9RkP9bscGOyqdZZJNRG1zFm0Siqd/WrBL1PdXUuecF1/n++nvv/cG5NEarNg2doG9UumspLTuhblRJ//3fNPPiyVhnHiwyw+Qtv3HBIXkaS0adG4Xh2/Xp3bdunYWu5Z+XfkyrVQEUXpOVviTe15hfj3tW7L7qMnz4u0t8LObVs2mfX1RJEepqSVnIb1+OkL4vL1T3+KnLFhgH+b5o0HD+gpP8Pb+87eCV0budjbmqdnlXwSNpzNfLa7lfbgR+a/BypE/gUAAABDoXPw484LqfLahjWr1XSxlgyDk6N9p/Yt9x86sWHrnteff1wsEalBXl6+h7uLCA703FEc+b/07ufijsoSKyvLJg3qNgqo07xJA1tbqxff/kznHc3LrylTZv6p8Oj3lh+9/IfWnHXIxLSC52BnU6k3MS+vZAymk4P99+p52XXx1Co0MzOtVP2dhblgJgLBynSWn4/QqW2L58c9rL9zQN1a+jts3LZXDraeHTtSDr9kndu1/PitCZ989bNoT/rqZ19vL3l53+4dpf+svCmiRAQ2bFCvrTsP7j547NCx0+KJiZ5HT54Tl0XL13/w5nNPjCqpisrNK6uuGjd6aM+u7SS99L8FN7XnZT/+vujn3/9WboqPev16/g3q1hKf245tmz045iXtrXXr1Gb76j927Dmy9+CxPQePy0HYpStB4rJq3Xax5PsvSj5at/edvRMszEz6NnNdeShGtPdfy3m667/hl/Ys+KRgQHnIvwAAAGCg5IO6o0EZ8s2ujapLhqR/j04iSAqLiL4cGCwOxbfslAc/dtV/8PntT3Pl+Kll04YPPdinWaN6dWv7KeMl9czhlZGZnZic6uKsY/qzqOiSwhwLC3MHeztJr1t4dOXViCNtHc8qS7OCTHmG4VGxki7KwEb9fLy9Ll8NEZlF/br+Im2U7gDxwv19awYGhcbGV/yUXF2cra2tcnJyk1PT2rduJv03QaERcqNBgL/GqkeGDwgOi5z792qRQ10LCRdLmjeu36FNpR7xZt8shYeby+OjHhSXzKzsfYdO7D10QgRhEaXv4Pe/LHiwX/fqTg7KBGpi4/9xD9zUnhc2bd8nh1/eXu6jhw9s26pJg3q1ldnlRPJVXpRmZ2szeEB3cREdjpw8e+DIqYPHTstnG9i8Y//uA0e7d2p7e9/ZO0R8+8n516XY/Jz8InPzsvBLPfk9yRegH+d/BAAAgMFRDuoycwuvxObIC1v4O0iGpF/PTvKpDHfsOyLCKXEsLdp9e+gb/JiXX7Bi/VapdNTbnB+mPDy0nwjO1JOFySetK090jO4BaBFRJQfGrZs3kvS6tUc3Mys7XaN6cnFFrNaZIhvVr1O2qpycK6qcXEyDn09Z6dOVayE6O1y4fG3B0rUbtu2Lib31s1XKE4dFRut+SiKlatvnkQfHvLhm405xs0HdkqzqUmCwegYxtR17Dy9etWnrrgNZWTmSXs7XZ9cKConQXvvOK0/16tZBufnqc49VMte42TersLAoNj7x3MWrudf7i8Cof6/On33wyraVv4skTiwRiZgcjNbyLZs565qu5yxbuGz9irVbK3Mqhpva88vXbZOXz/x64rNPjGzRpIH61ApxCZrDIcVXR1JKmshPE5JS5CXin2qnti3eemncij9nfDP5bXnh7gPH5cZtfGfvkDZ1yiYdKyqWzkTkFKloRGASgHKQfwEAAMCwqAc/Hr6aLh/QicP/FgZw5kc1J0f7Dm1biMbu/ce27DxQUFDo4+3ZqllDPXdJSEySj58D6vrb2Fhpd9iwda/cKCrUUc+yacc+7YWHjp2Rz7fY7fo8Tbf30e2uTxsfFhGt0T87O/fw8bMaC8VOELGaVHI2gIOig8ZakbOI5VIlKPOUL12zSWeHb2bO+3z67Dc/+iqj0pM3aevdrb1UWlsnx5ca9h0+mZ6RdTU4vH4dP6lkovqSSE58LJev3ardWeRE7306Y9JXP382fbalpYWkV73ateTGwhXrtdeKTCM3799TcP62YHlefqXOSHCzb9bqDdu7Dx438qk3Dh49qb21TqUf79L7luzhanY2NTzdRePIybNXSuZc03T05Lkp3/7y4ec/rFi3RarITe35yMiShFdkc/V1DT/cuK3s34U8C75UMr1abKcBjw19/JU/SydZ03xd7cteV2ZmWUHcbXxn7xA7a7PaHrZy+3R4rkbypY7AAJSH/AsAAAAGRDmEk0f3HLmWLt9s4F3N2sLgfrsO6FlS7XXq3KW/V24oudm7i/7+LtWd5UKeS1eCtLOhX+ctU7KAQl3j1xYsXXvs9Hn1kuiY+E+/niWVTuM1sHdX6Q48et3aPnJj0YoN6v4iSvv021mJyanaD/TIsJK6oaiYuK9++F09ME28oV//OEc5jaB+fXt0qlmj5HSf6zbvWbJKMwKbv3TtgcMlkU3nDq3q+vtIt2pw/x7y+Sin/fCnRnldQlLKL3MWi4a/r3eDgJKp6MeMHCTvwOkz554+f1ndWSQv70/5Pi09s6TbQ4PkwkC9r66jt1dJlnTuQuC0H+aohyuKSOild26Yo01EnG9/8k1Obp5UkZt9s3p36yAXAH7360KNOeDFU9qx97DcbnL9DKePP/yAVDol//tTvksoTV0VYndNnjZTbj8yfKBUkZva814eJVO8iWcoProa2zlw9NT3s/+S24VFZR8235qezRrVF42lqzddvhqicZftuw/JjYbXaxVv4zt75ygFsKcj8opupBF+EYQBOplNmjRJAgAAAO41dfIlh1/C95ujolNLRmb1be7aucE9m/8rMjp29YYdotG+dbO2rZooy2t4us9dvFocfsbFl4zAev/Vpz3cXZS14sB7a2mtU88u7Zo0LEkQzM3Mzl4IDA2PSs/IPHn2oquzU3Vnp8Sk5D0HT0z97rdla/6tmmnepH7HNs3l9tGT5w6fKKncKSwsXLNxR0ZmVmpapnhKm3fsf//T76JLB7W9+txjPbq01f8qbu3Ra3i4r1i3NSs7Jzg0Ijgs0qFaNdFYsW7bB59/f+L0hQG9O18NLpmj6rGRD1R3KivQa9qo3tkLV8UDnbt09fDxM3n5Bamp6SLE+XbmvA1b99raWsujzMaOGqxM7PXP5l1hEdG2tjbjHxsuL7G2tqxft5a823ftP3rhSnBmZnZycurug8e/n71w0fKSsiknB/sZn71b/fqMY8rbpOxwNZH+LC6NKTu2ba6co8DU1LSavd22XQeTU9LWbNghgr/EpBRxOXvxynuTZ0THJoh4aNonb/qWDtbzdHcVN0teUV7+irVb09LSk1LS4uOTNu3Y/+nXvxw9WfIeNWlU79N3XzI3r2CeZStLizp+Nddv2yM+6ifPXjpw5HRaRmZicsryf7Z+/OVPFy5fE306tGk25f1Xdu4/kpubdy04/MiJs907tRG7SM9mb/bNsra2MjUpeUUizBIfLbETxF4Kj4wWn9tJX808eKxkGOPIIf1GlQaaUulpKE+dvxweER2fkLRq/faCwkJxx5CIKLE3Jn81MyK6JNl8eGi/xx8eLFXkpvZ8XEKSPKZy/9FT9nZ2zo4Oov/x0+dn/blEpIeF18sV3V1dHnqwj9wW4ek/m3bm5uWL66iY+KTk1MTElD0Hj//w68J5S9aIDuLT9el7L5uXjhi9je/snZOWU7jzbMn3TEJG0dgO1cxMS5iZyf9fwuQ6qRKnwgDuQ8x/DwAAAIMjR2D5BUWnwsoGKBna5F8yeQjkvoMlswj51PRs2jigwrt8MfG1Jya8fy2kJM44cuKG8WiuLs6T3n1R5A4iUxAZhPZ9X3vu8Z/n/P3notXqhRYW5mK5Ehvd9ke3sbH64I3n/jdxmnhH1m/ZIy7Kqo/fntCofu1N2/drP9D3U99786NpO/YePn76grgoy1s0aTBicN+JU38svVXBIbpIG//69cvJX80KDArdseeQuKjX2lez/ebTt/5L8Zds6ICe2dm53/w0JyUtfcas+epVYp+899ozXVQDS18YN8rdtfq3P88V+cj8pWs1NlXLx/unqR+IUEmqBLHZuT9//vYn38bEJog4UlzUa598ZMibL40TMdns6Z88+/on6RlZQSERmVnZ4inp2eYtvFkvPDXq0tVgkaXGxiXOnrdMY+2Q/j0mvfOiclOkKj9+8f5Pf4gP4ark1LTvflmg0b9X1/YfvzVBqpzK7/mnH3/o/OWr4smHR8S8P+U7dU9zc7MXnxp9JShErA0Nj1SWi5Tz3dee/ur7P7Kycpas2qRRQti4Qd1Z30y0Ug1mvI3v7B3SolbZd2BeYfHFqJzmfuY6Bz8yCz5QHvIvAAAAGBD1RM5XYrKLro/jqe99R84A+N/179FJzr8G9elWmf4uzo4r5n0356+V2/cdjo1NkOfnru1Xs2fXds+OHSkCtS3b9/+zede+wydT0zIcHaqp79uvV6eO7Zp//ePc46fP29pa+9Ws0bFN8yceGeLp4SpVzq09+qA+XerW9lmw5J/1W/eINKFZo/rt2zTt2aVdq2YNT527pPOBrK0sf5724dZdB5b/s+1aSFh6RqZIHMTl+SdHHTiiTDVV8SitNs0biyf817J15y8FhoRFieTOwb6ah5tLp7bNnxwzrLrT7UlFRw8f0L1j6wXL1l0JCg28FiI+gM0aBbRr3fThwf00JkoTyYLI77p3biv2RmBweHBIeFRsvLtbdS93twf6dhv+YB9Li5s4wmrbosnyP2fM/Xt14LUwsZdSUtPq+vu1bNZAfJaaNqon9xGJ4ZwfPpvw1qdfTnxdnjNev5t9s8Qr+v6L98RneNHKjSWFXYnJIo2SSk86KV7O6OEDNPqLD947rzw1sHeXNRt3BIdGBgaHZWZmebq7+tb0emzEoC4VTUKnoZJ73tTU9LvP31vfY+/ilRsio+OiY+PF94OHu0v7lk1fGP+I+AAvXb1Z5F/iyR86dkY5V+a40UO7dWz9+4IVRIp90gAAEABJREFUF68EiVRXniZPPM8Bvbu8+NQjGmHW7X1n74SaLtZ21maZOSXFblfjC5r66JgCn/AL0MOEscEAAAAwBMrxmzicKywsLCgoWH8y8ZUFIWKVqYl0eFpXs/t16tqZfyz+4beForF+8cw6tf5ruROMUVp6poO9nYT722MzTl6MyBCNR9vYvNyrumUpi1LmpZSBkBJDIAEtzH8PAAAAA6IUf4nr8MSyOdprutrct+EXIBB+QfBxtZYbUamF2pPfq68BaON3BAAAAO497ZOXieuI5LIT3vm62kgAcH+ref2bMDqtqLgcEhEYUA7m/wIAAIBhUQ7kwhPJvwCgjK+rrdyISikg8wJuFvVfAAAAMBQaZzELTyob/+hD/gXgvqeMf0zPlXLyi/WUgAHQRv4FAAAAg6BOvmShCdfzLzdrCQDub+q/BIQm5pN5ATeF8Y8AAAAwOOJwLi27sFgqO3+Zq72ldB978enR4iIBuL+52lso7aSsIv3FX6LNKSABNeq/AAAAYFjkQ7isvCJlibWlmQQA9z1bq7Ivw5z8ovKSLwA6kX8BAADAUKjncs5W5V+2lvxqBQDJxqLsyzAnXzPwUr48ycIAnfglAQAAAEOUlVuotG2o/wIA8WVordR/6Rj5qJ5FUQJwI+b/AgAAwD2m81AtK0+Vf1mRfwGAZGNR9mWYW6BZ50XmBehH/gUAAADDItcyKPN/WZqbmjKJMwCoimHl8Y9M/gVUHvkXAAAADIhyIKfM/2VtwZQdAFBCmf8+O1/zbI8SAL3IvwAAAGCIKPkCAA0a1bBM+wVUHvkXAAAADI44ilPO+ZiTXygBACQp+/qJQayvH8qTeQGVRDE5AAAADJGNZVmZQ15BcUEhB3gA8O+JQWwsNGtkNWrBAGgg/wIAAIAhsrH895eqMhcYANzPsnKu51+WJkRdwE0h/wIAAIAhsrs+zbNUkn8xBBIA/v0y1K7/AqAf838BAADAEN1Y/0X+BQA3jH8UJACVRv4FAAAAQ2Rjocq/csm/AEDK0pr/HkAlMf4RAAAAhsjOytTKvKy6ITE9TwKA+1tiRr7SdrbVPJaXy8EoCgPKQ/4FAAAAgyMfwvm5WMo3wxNzJAC4v4UnZCttb6eyGRJNTP4dCEn4BehB/gUAAAAD5e1sITciEsi/ANzvIq7/JcDVzsTUpJjkC7gp5F8AAAAwIOojuprVr+dfhlr/te/g8QYdBovLF9NnV/Iuz7wxSfTv8sAT0n/TpMswsZ03J06T7rrDx8/Ir3rF2q3q5YtWbJCXL1i6VrrPRETFpqVnSvfC+FcmyrtdXJ57Y3KF/aNj4pX+3YeMk6qum/23Vt4H23BEXK//8nS4Ifki/AIqg/wLAAAABkc+ovOpfn38o2rUD2BQiouLFy1fP/yJV9PSM6R77cDRkymp6fr7bNy+V4JxUr4JvRxKDuQ1ki9SMEA/8i8AAADcY+UdttW8Pv4xKjmnuFgCDNCchas+/eaX9IwsyQAUFBRu33NIf5/NOw5IME4RCblyw8veVJntXj3tPcMhAT04aSoAAAAMhfpYTvC9Xv+Vm18Ul5rr4WQlGb/fZ0ySUIVkZhtKcaKnh2tMbMK23YdGDO5bXp+wiJjT5y+LhoO93b0asHnXVL1/axGJZR+2Gk6m2pN/aSRiADRQ/wUAAADDohzF+bj8G3hdjLz3g8uAOyE2LvHw8TPikpdfIN08Jezo262juN576HhGZrmR3OYd+8R1iyYN3FyqSzAqCWl5yZn5ctvLwcxEiwRAL/IvAAAAGBz5WM7czKSee1kJ2PFrqRJQFW3fc+jJlz4Ul9S0dOk/6NuzJP8qKCjcsrPcEY6bd5Ws6terkwRjcySw7DvQ1ESq7WomtzXyL6YDA/Rg/CMAAAAMi/pAro2/bWBcnmicqCr51zNvTNp38Liri/O+9fOVhQ06DBbXn3/46ojBfc9furpj35GjJ85duHy1fl3/hgG1+/bo2L51s0pu/5uf5/6+YIVoBNTxm/vzF9WdHJRVRUVFC5atO3324tXg8KiYOD9f73r+vt07txnYu2t5W9t/+OTSNZsvXglKTEqpV9uvacN6T4weIt2k2/jqxr8y8cDRU4P6dp0+5Z0Va7fu2n/s8tXgpOSUmt5eHVo1HTdmmKeHa3n3PXj09KYd+y4HhlwNDvVyd6tb27dpo3qPPTzYytJCu/PRU+eWrNoYFBIZG5eQm5dX19/Pr6ZX40b1hvTv4eRoL/cR+1nsbeUufR56RiotrVr8+9fSvdC2ZRMPd5fYuMRtuw8+9GBv7Q6h4VHnLgSKxsBeXVb8o+8Uhzv3Hdmy60BQcERQaLi7q0u9Or7NmzR4bOSDlhY3HD/m5Oa16D5CNKZN+l+HNs1mzJq/9+BxB/tq9er4jX9sePPG9eW3furE14c/0HvX/iOr1u84eyEwKytbdBjQq8vIof3knR8dE79uy+6Dx8+cPnvJ3bV6w/q1337pKS9PN+0nlpCYvGTVpsvXQiOjY8Miomxtber4+fj6eLVp0WRQny6mpjeUd+j8tya7LR/su+x4UIrcaOBuamWuo/KLwAvQj/wLAAAABkEcvBUXF6vDL3E029bf9u/DJUd9lyIzMnMK7azNpCpt0fL1U779tfj6bP/HT18Ql7+WrXvt+ccnPPVIhXefNWdJeeGXCA7e+uSbQ8fOKEvOX7wqLqs37Fi7afen770kYgL1pgoLiz7+8ieRMSlLTp27JC5rN+965dnHpFvyH1+d2pRvf1m4bL1y89KVIHH5e9XGb6e83adbB43OEVGxX8z4bcfew8qSwOAwcdm4fd/Kdds+effFti2aqPuv27Ln3cnfij2gLJFf+5pNO+csXLl49td6UrZ7SPyr6d+j0/yla/ccPJaRmV3Nzkajw4atJWd+bN28sc5oSZafX/D1j3PERpQl6RlZ10LCN23fv2rdti8+er1Jw7q67pU/7qUPg0IjRDshKUU03pzwpLK2sLDw9Q+/FFtQlhw9eU5cROY1b+YX14LDnntzcnxCkrwqOCxSXPYdPrl8zgzfmp7qR1m8atM3P81Rj+4Uz03kfSISXbxy46bt+77/4j0zswpGON2JD/bdodTANvEy1S770q7/AqCB/AsAAACGQjsCa+tvJ68SmcnJ4NQuDavypEVz/14TGBTq4uw4bsywOv4+YZEx+w+f3HvwuFj1w+yFA/t0qeXjrefucxat/n72X5Ku8CspJe2hcW/ExSeK9tCBPdu2bOLp7hoTl3Dk+Nl/Nu8SwVBYRNSKed+rK6Emfz1Tzgjq+vs8PGxAHb+acQnJuw8c3bxj/7Sf5kh3/dWpnThzMSY2QSQdLz/96KC+Xe3sbEV+8cGU79LSM19594u5P32mLijLyy94+b0vRDom2p3atxzQs3MNT7f4xOTDx8+I7O9qcPjYF95f+sc3zRrXl/uHRcR89MUPIiXx9nLv37OzeKpuLs6Xr4YcOXlOPFvxuJ9+88vMrz8SPZ8ZO0Jcfvht4cw/Foub21b+XrOGh3TXFavOjdq3Z0n+VVBQuG33wWGDemn0XL91t1TR4Mfn3/r0wOGTUklM1qhfr861fbyT09KvXAuZt3jNlWuhj73w7sp539Wp5aNxrwXL1snhV+MGdUPDI/18vf18vJS1v8xdKiJI1+pODw/r37xxQFBo5Oy5y1LS0k+evfjFjNmbt+/PL8gXGWj9urWCQyPFB/JyYHBaWsbPfyz66pM3lY2IT+mkr34WDfG+iIizjr+veB/FZ/jcpavrt+wWQZh4yX+v2PD4qAclvW77B/vuSEjLC4svC/6ae5dVf4m/ECjXktYpIAFoIP8CAACAwVFKG5xszQI8LK/ElgyBPHa1iudfIh7y9/We88MUpTxn3OihM2bN/3XeMpFxbNy6b8L4coukFi1fP+2HPyRd4Zfww68LRPhlYWE+7+cvWjVrqCwfOaRft85t3/r4axED/TZ/+cvPjJGXi2xo6erNotGpbYufvvrQ1tZaXv7Qg72//O73uYvXSHf31WkQIZSVleXPX33YpUMreYkIRLx//mL0s2/n5uZ98uXMNQt/VLK86TPnyeHX6IcGTvzfC0p90PAHejdpUO+z6b+K9uRvfln6+7fyqo3b9+bk5IrGzK8nikRG7tytU5tnnxj51idfr9u8RwQxIeGRlU/r7qY2LRrLQyC37tLMvy5fCxXvsvg39UCfcoe7rt20Ww6/3nnlqfGPPaReNbh/j2de+1jkhlO++WXuT59r3FHs4S4dW3/+wSsebi75+QXxiUnqtSL8ahBQ+7cZk9xKawx7dJaaNqonYkfRXrxyo52tzaJfv6pfz7+ka1fp0REPiJTtwuVrG7fv++Kj15X3a/a85eLa2tpq1rcfB9T2UzYuPsMjB/cb+dQbor1px379+ded+GDfHceu/Tv5VzNvS9NSGvVfJF+Afsx/DwAAgHtPPYWNQj7Aa+VXdoy682yiVNV9/PYEjbFpo4cPlBtBoeHl3Wv5P1s+/eYXqZzw6+z5K4tXbRKN158fqw6/ZA/26zZ0YE+pJEFbp96g3BA5iJIRyN5+ZbyIsaRbcmuvTqdRQ/or4ZesYUDtMaVbE+HUoWOn5IUiyVqw9B+ptNjnwzee0xgcJ7KS/r06S6VDQY+cOCsvlAfiWVpa+NX00njQh4f0f2T4ABGi2dnaSrfqWkj4zD8Wqy/7SiMnqaREbrV6+aw/l0g3Sfx7GdCz5BXtO3xC4yyQW3aWDD9s37qpxkBXhej/7ay5otG9U1uN8EsQUeBrzz8uGoeOnZHzRA3vvfq0CL9EQ8SsNTzdNdZ+8vYLbqrHbduiSVngJUnjHx2utAUbG6seXdqKRl5efmR0nLwwNS0jv6DAzbW6+Kyqwy9Zk4Z1xSdfNKJj4yS97tAH+y7Ye6Hs26+Bu6mlmY7vSYIwoELUfwEAAMAQKYdzPRs4LD6SJtrhidmXIzPre9tJVVTNGh4d2zbXWCgCIysry9zcvMzsXPVyZf+s2bRz4tSfpHLCL6lk1NseufFA3246H7drhzZrNu5MSkkLDY/y86lRVFS071BJItOyacMGAbU1OosI6ZmxIz78/AfpTr46/czNzZ55YoT28lHDB8glPAePnBYhjmicv3xNnsbr2ScftrDQcezz4vjRm3eUBEPnL12Vn55Paewlwpc3Ppr26nOPNVTtgfatm1V+qv7yBIdF/vDbQp2r/vhrpfqmeJk3Oy2a0KdHx3lL/hG7dPveQ0MH9FSWb96+T1z361Hu4MeDR0/GxCZI5Q+Q7NqxtdwQe1XjgyGyLZEwlrdlkVuJz5LGwhoebpcDg0Wjf+8uGqtcnJzkRmx8gjwFmKNDtRVzZ0jlc3NzuXItVC7cK88d+mDfBTn5RdvPlOVf7XzNTMonASgf+RcAAAAMhTL/l7q0oX1t2+q2pklZJSnGllPxVTj/0q6akdnb2Yo4Iz8/X71QnvXpzPkrG7buldvu7q7a4ZcQVRpqCHgvoxUAABAASURBVD2GPiXpde7SNZF/JSanJqeWBI5eHi46u/n71ZRu3k29Ov18vb3kUiPt5XIjOCxKboikRm40qFNL56ZEaChysfz8ApF/yUsG9+/x+/zl8YnJO/cdEZfafjV7d+/Qo3PbVs0aGkW+oAyB3Lbr3/zrwuVr8uDHfj3Lzb+Uz8mHn30vLnoeQuzVEYP7qpc0aVhPT391eZfC8voAVe1J06ytLeWGSKx0bU9KS8+8EhQSF5+clJQSFRN37NSFsxevSCVzven7FN2hD/ZdsPd8Yl5B2a7oFWBheiOdk9+ThQHayL8AAABgQNQR2PXZnU36Nq625GjJgeuGE3GvPFBLqqLcXHUPTJNKD2WLda0Jj4wR1w4O1dLSMvYdPL5i7VaNYEIqGRQWL1VOYFCoJHVNSi6bacjdVXdM4OV+K2c/vIVXVx4fby+dy83Nzdxcq8cnJCWmpMhLLlxPtWp6e5bz4Cb+vt5XroWeu1zWU2SIC36Z+saH0y6WjvILCo0Imr/8t/nLxZbbNG/UqH6dEUP66cwZK6lPtw6XDq1VL1m0fL08fHXv+vlu5QxOrDx5COS8Jf+ozwK5eecBcd2xXQvX8rcfU/nPybVQjSWODtX09Le3tSlvlbW1lbWVpVQ5wWGRS1ZuPHj8jFw4drPu0Af7Lth0qiyabOhu4lbNVE/xF7EXoAf5FwAAAAyUkoINbGov51+xKbmnQ9Ka17r19MGQmZncxOS8yoFuq2YNp095Z+T4NxMSk7/64Y8u7Vt5uN9weJ+XV3L2ACcH+++nvqd/m57uJZNzmZhWcAhtY2Mj3bybenX6mep5hqWlcCZSWQf5tZc8uulNPHotH+/lf844fOLMnv3Htu4+KM9CJWK1jdv3icvyf7YunfOt/sTn3urTs2wI5M69RwYP6C6WbNhWMgZWnhqsPErx1Bcfve7t5aanp/b0Z2ZmZnr6W5jfhqNOEe9OeOez/PwCZYmPt2fDgDpNGtRp36bZ97MXHrg+jVp57tAH+07Lyi1UJv/qXlez+Eup/1JPoSgB0IX8CwAAAAZBrvySbpwCX9bC19bd3iwuvVCs3XwivqrmXzdF3lf+vt4zv57o5Gj/3mvPvPXx12npmZOmzZz1zUR1Tx9vr8tXQ1LS0uvX9Rc9K9yya/WyEqGIaN2ziVc4y/idFh2XoHN5Tk5ufGKyVDodlbzEp2YNuREaEa2czFFDUGiEpJpzSmZmZtqpbQtxee/1Zy5cvrb/8MmDR08fO30+Ly8/NCLqtwXL33ppnGSo2jRv7O3lLmK7HXsPifzr7IXA8IgY8Yr69uyo5141a5SVyNnZWv/3ac5ur4io2Nc/+kqEX9bWVo+OeKBLh5aN69dVR5BFhYUVbsTwP9g6bT2TUFAop7rFPeuZa4df6giM8AvQg/M/AgAAwICY3HgWM+Uwb1DTsmPdrafji29qsFyV1rB+bTnSerBfNxHWiMbOfUdWb9ih7uPnUzZa8Mq1EJ0bEfnOgqVrN2zbJ09/Xt3JQaQnUvkDJyOjY6V7KiIyWufysKgYuSF2i9zwvX4Ox/Kes8jLCgpKopP69WrJS9IzskQiFhoepfRpVL/Os0+MnPPjlHWLZsonDdxz4JhkwMQ/nL7dS6KuvYeO5+UXbNpRMvN953atnB31Bcf+vmVZYVBIhM4OKakZcxatWrNpp87zP95R67fukU9n+fZLT73zylPio65Rfxcdk1DhRgz/g63T5pNlz7Z5DVMHa1P1FyMjH4GbQv4FAAAAw6IdgYnrgU3LCpcSM/K3na7sREX3lcnvvWRXOtHSV9//kZCUoiyv5eMtN5au2aTzjt/MnPf59NlvfvRVRla2vKRnl3ZSaS52UVfSsWHbXumeElHI7gNHtZev37xbbnS/fqbCXl3byYnV2k27dG5KBH9yo0v7llJpVd1D414b9MiEdyfrONugb01Pv9KCsszrO0owNy0b+ldUZEC5bJ/SUi+xow4cObGldPKv/r0767+L3/XPyZqNO3WeSPHvleun/TDn3UnTT567LN1dEdeTzWaNdEy0f/r85dCIkrwyv6CCKjAD/2BrC4vPPnwlWW73UA1+1EjBTEuH9zIEEtCP/AsAAACGQn38piaO7gI8rZvXtJLXzt4aLkGLj7fni+NHi0ZyatonX/6sLO/bo5N8ir11m/csWaUZgc1fulaeOKlzh1Z1/X3khQ8P6WdubibCoE+//iUpJU3df8O2fRu23vuY4Jsf58YlJKmXHDlx9s+/V4tGw4DaTRsFyAudHR3GjRkmGhu371u2Zou6f1FR0W/zl8+et0wqrQzq2LYk/yqpnOpWkhydOndp1frtGg96+Vpo6SkCpEb16yoLrW3KPpYJScmSwWjdrJH8pv/8x5LwyBhLS4s+3Trov4u/r7ccD4WER07+elaeaqYt4cSZi7+W7isnB/thA3tJd5enW9nM9KfOa0ZvEVGxH0wpO1tlYUWjIA3/g61hzvZwudzVztJEnvzLzMysvJM/Mv4R0I/5vwAAAGBY1BOBKYd54qjv6a7Or/5dUgZyLSZz74Wkro2qSwbj3KWrM/9YrKfDkIE95TzijhJZz7otuy9eCdq+59C6LXse7NdNLHRyrPb5h68++dKHov3JVz/vPni8R6c2NTxcg8Ojdu4/KodfItR4/7VnlO3Ur+f/+vNjv/l57smzF4eNffWJUYPr16mVlJZ2/NT5pas329paZ2XlSPdUYHDYsMdfeXLMsAb1aqWnZ5+9cFkEefLH5sP/PadOAcaNHrZk5cbE5NSJU3/ctf9o905tvNxdxfu1ZdcBpQjoi4mvyedJLOn/6LD12/bExiW+P+W7bbsPtW/TrLZPjdiEpGOnz6/bvLugoNC+mu0rzz2qbL+6k6PcECnMkAE9nJwcHh0xSLoZj458QFyk20rsARF4zV285uyFK+Jmlw6tKzNh/+cfvTb8iVfFaxfZ37mLV0cO7VfLxys5Jf3wiTPrt+zJyyuZIP+j/71gcz3yu2s6tG3+4++LRGPGL/OzsnP6dO9Qw8M9MChk+57DItJNSUuXu+XnF+Tm5VtZWpS3HcP/YKvFp+WtP142JdmwJqbWFibKl6Gcgqkn/5IAVIT8CwAAAAZHu/5LXHepZ1fb1SIooeQg/JctYQaVf504c1Fc9HRo3aLRXci/xEHxZx+8MvKpN0US9OV3v3Vp31KeHax962Z//frl5K9mBQaF7thzSFzU9xKBzjefvqUUf8meGTuiqKho+qz5cfGJIi9Qlru6OH/18RtPv/axdO+4u7kM6t1FhDszZs3XWD7l/ZfaNG+sXuhgbzdv5tSJX/woIg8RC26/8bX7eHtOef+VDm3+ne7d3bW62BsvvjUlPSNLu391J4fvp74fUNtPWdKlQys7W5vMrOyQ8MgfflsocrSbzb/ukD49O4pdJLf79+xUmbuIV/f37GmTp/2y+8BR8VGZOuM39Vrxb/C15x9/sH836a5r3bzRe68/8+V3v4t8SrzpGu/7gN6d69f1//7Xv6SS4rWo+nX89GzKkD/YGv7YFlZYOqjW2lwa3sxSe9p7nREYWRhQHvIvAAAAGCKN8Es+2Hu2q9P7q0om/7oYnn4kMKVdPScJN2rcoO7Yhx+cv3RtQlLKlG9/+fbTt+XlIhVaMe+7v5atO38pMCQs6lpIuIN9NQ83l05tmz85ZpgIPrQ39dyTD3fv3Hbu36vPnL8SHRdfz9+vfr1aYx8Z4uJ8j3e7OMAXaUi9On6/zlsWFhHt5GBfx9+3X69OIwf3lWdA0yCivUWzv1r+z9ZjJ88FhUVeCwmr7uTo5+s9uF/3gX26apcLtW3RZOuK3//8e/XBI6cTk5Nj4xMLCgrFo/Ts2u6VZx+t4emu7uxa3enPH6f8tXTdmQuBIgKzsbYWe14slO611s0aebi7xMYlWlpa9K5o8KNCvLpfp3+8fuveA0dOhoRFihTM3MzM3d21YT3/8Y8/VM/fV7pHxo0eKj7DP/3+t3hWUbFxeXn5Irdt2rj+048O79y+ZVBohJx/bdt5QH/+JRnwB1stOTN/1aGyWc8GNTS1tbxh5KPSZvAjUHllteUAAACAgShWKSxVUCovLy83L/+hmWHhSSUzE7Wt6/TrhKYS7ifjX5l44OgpEevs/meuBFRdM9YGL9hVciJOc1Np3qPWrvaWFhYWlqXkhrg2LyWyMOXvBBL1X0D5mP8eAAAABkdjUmel5MHczHRcx7Lplo5eTREXCQCqltiU3CX7IuV2vwBTZ9sb5rxXF4JpZF6EX4Ae5F8AAAAwLBpngVRmt5GP9wa3cPRzKRuwNmVpYG4BoxkAVCmfLg3MKyib+evR1hbqae81wi81CYBe5F8AAAAwRBrz3ytHgBbmph8MLJv5PiIx5/dtYRIAVBU7ziYcvJwstx9rZVbdztxMRWf4JQGoBPIvAAAAGC7tCExoXct2QGNbucO8HeHhCTkSABi/nLyiL1dck9s1HKQhTSzVxV/qhvb4R4IwQD/yLwAAABgcjZOaqeu/ZG/0rW5jUdKnoLB4yrJACQCM38xNIQnpeXL71a4WFuamZjei/gu4ZZz/EQAAAIZI/pkqnwWyqKhIORFk/nULDybP2F42//1njzYY1NpNAgCjFRidOebbE0WlB+g965j+r6eVxXUap31U4jBSMKDyqP8CAACAIaqwBOzhNg51XM3lzl+tuhqXmicBgHHKLSh+b/4lOfyyNpfGtzfX+MbTqP9Sl4BJACqB/AsAAACGTiMFk48DLS3MPh3qamZScryYnl3w5twL+YWMbABglKauCAyOy5Lbr3Qxd7Y106aRfCn3JQIDKoP8CwAAAAZN5xT48tFgPQ+r13s7yt0uhKVP/ydIAgBjs/543D9HYuV2n3qm3eqUjXCUhzoqAx6V8IviL+AWkH8BAADAQGkUOMhHfcpxoHxM+HAbx651reQ+S/ZFbTmVIAGA8QiKzZqy9IrcrukovdDJQs68NMIvjQhM4rSPwE0i/wIAAIDh0pgFTCMFkw8RP3nQxdPBTO4/acnl8PhsCQCMQVZu4Rt/XMgrKBm7bWlW/FEfC2uLf+f8UodfTPsF/EfkXwAAADAOGlOAKSmYg63F1GHO5qU/bHPyil76/VxCer4EAIatoLD4tT8uhCeWRfavdjH3dvp3zKN25ZfGXwIkir+Am0H+BQAAAINW4YkghYY1bF7u6SD3j0jImfDL2cycQgkADFVRsfT+X5eOX0uRb/aqqzntlzoFU0J/Kr+AW0b+BQAAAKOhfRZI8+seaeMwoJG13O1aTOarv5+XhxQBgAH6dMmV7WfK5ius7yZN6GSu/kLTqP/SOe09QRhwU8i/AAAAYOi0ZwHTLgETPnrApVtdS/kuJ4NT351/sbBIAgBDM3NT6D9Hy074WMtZmtzf0sbyhjGP6rbGzF8SgFtC/gUAAAAjoGcUpFIrYWFuNmWIS3NvC/kuu88nfvL3ZQkADMmyA9G/bw2T2+62uqjpAAAQAElEQVR2xZ/2t6hmfcOYRwsLC6WtMfKR4i/glpF/AQAAwMjoicCsLM2/HlG9gUfZ6SA3nIj7bFmgBACGYdWhmKkrrsptJxvps4GWznZm2iMfNab9YuQj8N+RfwEAAMA46BwFqT4RpHzQaG9jMX2ki191U/leKw/FvDX3Yn4hc4EBuMd+2xI25Xoib2shfT7A3Mvx36GOZXWspcVf6sGP6uQLwC0zlQAAAACjonMWMHXdhJOdxfejXLydyn7r7jib8PLsc1m5TAYG4J6ZuvLqrM2hctvaXJrUz8y3+g2xl6AEYTpn/qL4C/gvTIqL+VMYAAAAjIb881W+LrqusFRBqfz8fPk6IS3vjeVJ1xIK5TvW96426/mmTnbmEgDcRfmFxe/Mu7j7fKJ8096yeMoA89qu5krypeRfcls9/lFj5nvCL+CWkX8BAADAyCgRmEzOv8S1iL1EQ8m/hPTsgndXJZ2OLJDv6ONi8+uEpp7OVhIA3BXZeUWv/H7uxLVU+aabnfSZatijuvJLuVbOaat92kfyL+CWkX8BAADA+KgjMJF8ievC6zSqwLJz8yetS9kXlC/f0dnO4vPH63cIcJYA4A4Li89+Y86F4Lgs+WZNx+LPB1pWV014ry7+0p75Xh7lLalmP5QA3CryLwAAABgljQhMz0BI8f/TtqZuOJ8r31EcQj7T1/f5fn6mHEsCuGM2Ho//bPmV7LyymQcbeUgT+1hUs9YRfinXOiu/CL+A24L8CwAAAEZJ+R2rlIApEZg8EFIdgYnrP/anzT+So9y9VR3HLx9v4OpgKQHAbZVbUPzVyqurD8coS9rWlN7rbWlpXlLVJY9w1B7zqDHtPeEXcHuRfwEAAMBYacyFrz0XmEYEtuty1tQtGTlls4GVjIWc9mTD1nUcJQC4TcLis9+ad/FqdKZ800QqHtPCbFSLsnRLPe2X0iD8Au4C8i8AAAAYscpEYEr+JUQk532yLi0wvuykkOK4cmQnr1cG+lezMZMA4D8oKCz+a3fk7K2hOdfHPDrZSO/2MG3kWZZtaSRflQm/JPIv4DYh/wIAAIBxq2QEpqRguXkFv+3PWHoyV9mCq73lm0NqD2jlJgHALTkXmj7x78uh8dnKklbe0hvdzB1tzNThl0b+pTHnlzzhPeEXcCeQfwEAAMDoqefCV2bElyMwdf6ldig454vNGen/hmBSy9qOnzwS4OtqLQFApaVlFUxfG/TPkVhliZlJ8ZNtzIY0VqItM/NyEH4Bdw35FwAAAKoCnRGYckZInSlYUkbBL/sytlzKVzZiaW4yrpfPU719rcw57ARQsTVHYr9bG5SaVaAsaeguvdTJ3MfZVH/4JS8XgRfDHoG7g/wLAAAAVYTOgZDqCEw7BRNLzkXmTt+RGZL8769iN0fLx7vVHNHR09aKScEA6FBQWLzpVPz8nRHKPPdS6Wxf41qb9qhbVs+lTOylv+yL8Au4O8i/AAAAUHWUF4EpKZjGjGBl7cKiVaey/jyck/1vKZhUzcZsZEevR7t6uzpYSgBQKjuvaMXB6IV7ImNT/h0+bWoiDWpg+lgrU1vLf8u+tPMv9VT3hF/AXUb+BQAAgCpFHYHJ+ZfGdGBK/qXRSEgv+GVf1s6rBeqtWZiZDGrtPr6Xj4+bjQTgPpaUkb9oT+SyA9Hp2Td8S9R3Kxnw6FfdVK75koMtdfKlbigdlDm/CL+Au4P8CwAAAFWNRgSmUQWmTIqv8/pqfP6SEzm7rxYU3fgzuZmfQ98Wrv1buFEOBtxXMrILt59L2HYq4XBgckHhDd8LTT2l4U3NWnn/O4eXusJLXfClv+yL8Au4C8i/AAAAUAUpv3LV0+FrnxdSPS+YeklcWsHy07kbL+TnFGhuuUUtEYS59Wvp5lLNQgJQRWXlFu44l7j1VMKhy0n5N8ZepiZSR19pZHMz/+qmSuylPeeXOgXTSL4Iv4C7j/wLAAAAVZN2BKYuBNOeF1/dkNemZRWsPZ/3z7n8pCwdv5nredm1revUpp5j69pO9jbMlA8YvZz8ojMhaUevpR4PTDkXnq5R7SVYm0u965kMa2zqbl82elGJvTTm/NKmTr7ka+l65kXyBdwF5F8AAACostQRmHR9RnydwyE1ysEU8tojofn7g/L3BhVm5et+oAY1q7Wp41jTxcbDydLD0crdyao61WGAYRMBd2xqblxKblxqXmRyzsmgtJNBqeV1bltT6ljLtFMtcxsLSV3Gpa78Ki/8ouwLMATkXwAAAKjKNCKw8grBNMrBtCMwuefRsPwdV/IPhRbmFFR8yFrTxdrN0crR1sLB1kxcO9qaK21TDniBO0/8m0/PLkjLKkzNyhdpV+l1STs+LS82JSc7r6jCLbSpKXWvbdbW10zEXnLdlp7wSzv2Km+2L8Iv4O4j/wIAAEDVp3MspP4UTLut9CwoLL6WUHAuquBiXPG5mMKUbAlA1WBjUVzf1aSRh2lDD5P67qZW5ibKcMUKwy+NhTrLviRV5kX4BdxN5F8AAAC4L+gvBBMNJeFSMi91W51/KeS7R6YUno8tCk4sikwtjkorik6TABgLNzvJ017ycjDxczZt6C7VdrmhUEudfCmzfSn5l3YKZqqFsi/AQJB/AQAA4H5RXgSmXQumDrzU+Zc6BVOfU1LjLJOxGcVRqSIIK47PKE7PKc7IK87IlTLypMy8kpuZ+Rz6AneJjYVUzVKqZmViZ1FczUqyszSxt5Jc7Ew9q0k1HE29Hf+dgV6beq56jdhLu6E9wz1lX4BBIf8CAADA/UVPCqbkWeVlYeq2unZMHYGpKdvXflztNgxZRkZGcnKylZWVu7u7BKOizps0Qih1OKWdfKljL7n4S6METOc4R+2aL5IvwBCYSwAAAMD9RByCyqmT+qBUTqlEQyRZ8hGsus5LfVMc7mqHX+XlXxrhl0YQJpF/GZW8vDyLUhKMh0bkpC7FKi/8Ki//0oi9NJboTL4kyr4Ag0H+BQAAgPuOfCCqpGBy8iVdPwyWIy0lBVPnX+rqMI3xjxoRmLgpqYrLJK3wi+TLuIj3S+RfNjY2lpaWEoyNdtmXVIn8y1TX+EeN4Y0kX4CxIP8CAADAfUpJwbQrRJSKMDn5UoIwPbGXnhIwSTUKUiICM07izcrJybG3tyf/MkY3lX+pi78qvNYmlTPiEsC9Rf4FAACA+5qeFEwZFCkHYRo5l/a09xWGX3qSL7IwA1dYWCjyL/FGk38ZC+3gSZ2CaSRf0o0pmDrb0ojDtNsaG9TzBADcQ+RfAAAAgI5JwSRVBCapRjIqQZg6/JI7yCmYdOOc+lLl8i8YOPHm5uXliYaVlZUE46RR/CXpHQJZSRobVD8QAINC/gUAAACUMLlxUjD1cqUKTE+8pXOJpGvme4q/jFFBQYFc/8X898bCRG/9l1R+BCbpisN0dtB+IJIvwGCRfwEAAAD/Ug5fywvCJFWMpX1Tf8EX9V/GS67/Ep8Bxj8aKe2UqrwUTNIKxbSXS8RegLEh/wIAAAB0KK8cTLqxIkxeUmGpVzEzfxm5/Px8efyjuTnHUMZE+x+vdltnHKbzWv8GARgyvrsBAACAcpVXDqZEYJJq7nz9aZdGzkXsZVwKCwsLCgpMTU3Jv4xRhWMh1e3KVHgRewFGh+9uAAAAoGIaQZiklYXp7KMz5CL5Mkb5+fly/mVmZibBaOkJwqRKDGkk9gKMF/kXAAAAcBPUB8DaWZhyU+fASUlVLAbjUlhYWFRUJMIvEYFJMFrl/evT86+Sf7BA1UD+BQAAANwijQNjdWFXJQ+zqQUzFgUFBXL+RRpidG72LeMtBqok8i8AAADg9tB52Kw/4eJI21gUFhaKt5L8q4rh3QTuH+RfAAAAwB3EAXbVIPIvqfTkj7yhAGCMyL8AAAAAoAJy/sXk9wBgpMi/AAAAAKACSv2XBAAwQnx9AwAAAEAFCgoKJOq/AMBokX8BAAAAQAUY/wgARo38CwAAAAAqQP4FAEaN/AsAAAAAKkD+BQBGjfwLAAAAACrA/F8AYNTIvwAAAACgAtR/AYBRI/8CAAAAgAqQfwGAUSP/AgAAAIAKyPmXuTkHUABglPj6BgAAAIAKUP8FAEaN/AsAAAAAKkD+BQBGjfwLAAAAACpA/gUARo38CwAAAAAqUFBQIJF/AYDRIv8CAAAAAH2Ki4vlBvkXABgp8i8AAAAA0KeoqEhumJqaSgAAI0T+BQAAAAD6KPVfJiYmEgDACJF/AQAAAIA+1H8BgLEj/wIAAAAAfaj/AgBjR/4FAAAAAPpQ/wUAxo78CwAAAAD0Ueq/yL8AwEiRfwEAAACAPkr9F+MfAcBIkX8BAAAAgD6MfwQAY0f+BQAAAAD6kH8BgLEj/wIAAAAAfZj/CwCMHfkXAAAAAOjD/F8AYOzIvwAAAABAH8Y/AoCxI/8CAAAAAH2U8Y/UfwGAkSL/AgAAAAB9qP8CAGNH/gUAAAAA+lD/BQDGjvwLAAAAAPSR678IvwDAeJF/AQAAAIA+cv7F4EcAMF7kXwAAAACgjzz+kfwLAIwX+RcAAAAA6EP9FwAYO/IvAAAAANCH+b8AwNiRfwEAAACAPtR/AYCxI/8CAAAAAH2Y/wsAjB35FwAAAAAAAKoy8i8AAAAA0Eee+UseBQkAMEbkXwAAAACgjzzyUR4FCQAwRuRfAAAAAKAP9V8AYOzIvwAAAABAH+q/AMDYkX8BAAAAgD7UfwGAsSP/AgAAAAB9qP8CAGNH/gUAAAAA+lD/BQDGjvwLAAAAAPSh/gsAjB35FwAAAADoI9d/AQCMl6kEAAAAACifkn8xBBIAjBT1XwAAAACgjzz+UWIIJAAYLeq/AAAAAEAf6r8AwNhR/wUAAAAA+ij5F/VfAGCkyL8AAAAAQB/GPwKAsSP/AgAAAAB9GP8IAMaO/AsAAAAA9KH+CwCMHfkXAAAAAOhD/RcAGDvyLwAAAADQh/nvAcDYkX8BAAAAgD7K+EfqvwDASJF/AQAAAIA+1H8BgLEj/wIAAAAAfaj/AgBjR/4FAAAAAPpQ/wUAxo78CwAAAAD0MTMzkxvUfwGAkTLhLxgAAAAA7ltnzpy5evVqQUFBYWGhfJ2fn6+0C0qJRkhIiOjs7OwsrtWrtI+nBg4cOGzYMAkAYEio/wIAAABw//Lw8Pj9999zc3P1d5OHQKakpOjvVr169QEDBkgAAANjKgEAAADA/UrkX0OHDpVuk4ceesja2loCABgY8i8AAAAA97WePXv6+vpK/1mtWrXatm0rAQAMD/kXAAAAgPuaqanp2LFjlZM83hpx99GjR0sAAINE/gUAAADgfufr69uzZ0/pP+jSpYu/v78EADBI5F8AAAAAIA0bNszd3V26JVZWVrdxEjEAwG1H/gUAAAAAJRnW2LFjpVsiwi97e3sJAGCoyL8AAAAAoERAQEDHjh2lm+Tp6fkfx04CAO408i8AAAAAKDNy5Eg7O7ubusuoUaNMTTmwAgCDxtc0AAAAAJSpVq3aUwZtgwAAEABJREFUmDFjKt+/efPmjRs3lgAAho38CwAAAAD+1bZtW5FqVaanubn56NGjJQCAwSP/AgAAAIAbjBkzxsrKqsJuvXv3rl69ugQAMHjkXwAAAABwA2dn56FDh+rvI5KvQYMGSQAAY0D+BQAAAACaevbs6evrq6fDQw89ZG1tLQEAjAH5FwAAAABoMjU1HTt2rLm5uc61tWrVatu2rQQAMBLkXwAAAACgg6+v74ABA7SXm5iYMO09ABgX8i8AAAAA0G3gwIHu7u4aC7t06eLv7y8BAIwH+RcAAAAA6GZubv7EE0+YmJgoS6ysrCqcGh8AYGjIvwAAAACgXPXq1evZs6dyU4Rf9vb2EgDAqJB/AQAAAIA+w4YNc3JyEg1PT091FgYAMBbkXwAAAACgj5WV1ZgxY0Rj9OjRpqYcQwGA8TEpLi6WAAAAAAB6HTlypF27dhIAwAiRfwEAAAAV4DczAA3qsyIAMHzmEgAAAAAtZF4A9FB/RZCFAYaP/AsAAAC4gXbyRRYGQIM685K/IkjBAEPG+EcAAADgX+qfx0pbbvDLGYCkyrm0GxIpGGCoyL8AAACAMjoDr/KuAdxXNNIu5Vp9U6MnAMPB+EcAAACghEb4FZYYHpMaoxF7qW9yiAvcJ5R/8oJoi2t7a/sGXvWVmzoLwQAYFPIvAAAAQDP8KioqWnZ0+V+HFkkAoKV5zWa/jp0p0i5TU1NloRJ+yaGYBMCQmEsAAAAAVIqvkwBAF/H9UFhYKMIv0TAtpawi+QIME/kXAAAAUKb4RhIA6CK+HwoKCkTsZWZmJi+RIzBKwACDRf4FAAAA/EtOvoqKipT8q0Pd9p+OnFSZ+54KOfXO4vdFw9TEdNO76yUABuz1BW9eiLwoGk91f3JMx9GVucuiA4vn7pknXa//UqfkyuxgEiVggEEi/wIAAMD9Tnt6e4q/AOghIvKCggK5+EtOvsQS7RNBAjAc5F8AAADAv5TBj+JoVgIAXeTxj+rzQirngqQEDDBM5F8AAABAGSX5IvwCoJ/Iv6TSnMvU1FR8Y8hz4TPtF2CwyL8AAACAfylDIInAAJRHnv9LCb84aQZg+EwlAAAAACocxwLQT86/5FpRdfjFtwdgsKj/AgAAACSOYAHcFCX8UqdgEgBDRf4FAAAA/EuJwCQAKIccezHsETAi5F8AAADADTiaBVAh7aJRsjDAkJF/AQAAADpwHAugPMU3kgAYPPIvAAAAQBMHtAAAVCXkXwAAAAAA3BwqvwDjQv4FAAAAAMCtIAIDjAX5FwAAAAAAAKoy8i8AAAAAAABUZeRfAAAAAAAAqMrIvwAAAAAAAFCVkX8BAAAAAACgKiP/AgAAAAAAQFVG/gUAAAAAAICqjPwLAAAAAAAAVRn5FwAAAAAAAKoy8i8AAADAmOw9t//1n9/UucrB1t7D2aOud51uTbv2atnT3OyO/9o/EXjy2ekviMbbo94c3fMR6V54bvqE44En3J3cNk5dJ1U5v6yd/duGP0Rj2ceLa3v5Swaj7Ysdi4qLerfsOe25LyUAMHjkXwAAAEAVkZaVLi6BkVc3Htns41bz6+e+qlezrgQAwH2P/AsAAAAwSo38GnVu3FG5mZiWGBYfHhoTGp+aIG6Gx0e88cvbiz6Y72BrLwEAcH8j/wIAAACMUqNaDV8Y/Jz28quRVz/88+OrkdeiE6OW7Vn+9ICnpDumVb2Wx2cdlgAAMGymEgAAAIAqpK533W+f/1pubzm2VQIA4L5H/gUAAABUNTXdvL1da4hGcHSIBADAfY/xjwAAAEAVVFxcLK6r2VZTL1TOHbn+izWRCVF/bpx3Kui0r7tPnRq13xzxurO9s9ztUvjl9Yc2BEUHRyZExibHuTq6+Lr71vGu3a913ya1Gqs3qPP8j/IpC+UTMmbnZW88svno5ePHLh+zMDOv5xPQql6LYZ2GOto5SDcpOT156Z4Vu0/vDosLr2ZtV9+nftdmXUd2Ha6z85jPHr8SGejn4bdy0lLttfIpI6vbV986baOysPWE9uL647EfDu00ZPeZPWv2rz0fcj47L6d2Df/+rfs+1PUhKwtL0SE6KXrDkU1HLh09F3SuukP1hr4N3hj5mld1L+3ty+dGXLlv9Z4zewMjriZnptRw8WpXv+0T/R7zdPaUbl5WTtbvG/88H3r+cvgVS3PL+jUDerfq+WCHB8o70efhi0c2HdsSGBEYFBPi4eQm3uUm/k3G9BwtvxBthUWFaw6sPXL52JXwKzHJsX7iTa/h36Fhe/EQUqXNWPH9X9sWiYbY+b//7xexk+XlYocs3bU8OCY4PiU+tyC/tmctH3ffJn6NHugw0KmakwQAdxj5FwAAAFDVhMSERiVGi0bTWk10dgiMvPb2L+/mF+aLtghTktKS5AwiNz9v+vIZy/esVHcWmxKXQxcPL9z29yvDXxrX7wmpcmJT4l7/+X9XIq6ol+w7u2/JzmV/vPWrRmak39ngc6/9/EZqZpp8Mzs3Oz41Yd+5/WeDzkq3VUFh4f9+eWfX6d3/PnTQOXHZcHjTH2/PFpngSz++lpKeLK+S98zBi4cXfbDAx62m9ta+WPTlir2rlJvB0cHisnLvqs+fniLSMelmxKbEvv/Hh1cjrylLDlw4KC7Ldq+Y+eqPjtUc1Z1FcPnV4q/3nz+oLBGhobjsPLV79b41E8d+2LpeK43tH7t8/MvF04JjQpQl4o0TFxFfrj+yceJjH9RwqSFV5Nd1v+kMv8Te+3jeJDmTlV0MuyQuW45tmbd1wfz35txaIAgAlUf+BQAAAFQpKRkpn8ybLLefGvCkzj7fr/xRhF8WZha1PP2uRl3r1bKXiYmJWP7T6p/l8CvAu16nxp1qefk52zmGxoYfDzyx5+xekV/8uOrnDg3bN/CpL1UkIydz7NRxiWmJ3Zp17d6sq72tw/ErJzYf3yrCo9jk2Jn//DJl3GSpckTq9Px3L+Xm5Yj2iK7Dm9Vu5mhnLyK8uZvnrzu0XrwK6fb5fcMfcSnxjnYOD3UZ3rR2k5CYkD82zs3MybwQdlEkSttO7MgvLHjuwWfF/gmJDVl/aIMIjLJysmat/eWL8Z9pbOrUtTPi5Ysd++ygpwe27W9nXe1U0Gnx1ojw7p3Z7/3y+s9t67ep9POS3pr1Tk5+bp0atYd1HlrTtcbF8CvztyzIycu5FH552tJvPh8/RemZV5D32sz/iaBNtNvUb923VR9PF8/E1IQjl45uOrolPD7iuekT5r7zR1P/f7PR0NhQES+K7Yv2sM5DmtduVt3RJSohasORjSL7O3Lx6FPTnlk1ebmtta2eZyiSrNnrf5e0wi/xiFP++lx8eNwcXfu27uPv5e/m6HIl8uqxK8fFlsUu+mLhlz+8/J0EAHcS+RcAAABglC6EXPxl7WyNheHx4XvO7hOJjGi/POzFFnWa67yvCEee6Dv2uQfG21jZinBHjpZEcLZ093LR8PXwnfP2bLFK7tylqfRYnzELti78buUPUsmc+tsqk3+J5yAuLwx+TqQ/8pLeLXuO6//EyMmPiEfcfmLnh4++b21pLVXC5wunys9w+oSvuzfrJi/s2rRrt6Zdnv/+ZaUa67YQ4ZcIaGa99pMIa8RN8XBN/JuIwEi0V+//x9rCSiRHATXrlfbtPrrnqCe/Gn8tKki8nMJxhWamZupNiWRHZHPfTJjWpXEneYnYA96uNcZ99bQIHycv+HzFJ0vKG4qoTYRTEwY//8yg8fLNbs269W7R49EvnigsKtx5arecZsqrvl/5kxx+iSTrg0ffU57V0E5DGtdq/O2yGVLpLl34wXx5VUFhwUdzPpHDr0lPTBzc8UHlQcUWPpk3ZcuxLQlpid+v+vH9Me+W9/QW71zyw8qfJK3wS9h8dIuI5ERDhFzXd13J2/f0gKfe/e2DbSe27z9/UARw4o4SANwxzH8PAAAAGKULoRd+2/CHxmXT0S1K+PVU/yfLu6+Lg8vLwybICZedtV11BxfRuBIe6O3qXc2m2vj+Tyrhl2JAu/5yIyY5Wqqc5nWaKeGXzN3JrVfpuL/c/NzIhKjKbESkS6eunZZKEp+uSvglq+td95WhE6TbbeJjH8jhl6x1vVb+nrXk9uN9H1MSHMHG0qZ7s65SaYQkDzjVMLTzYCX8kono8KHSOcuiE6MOXzwkVVrfNn2V8EsmXn6vVr2k0p0ZHhchL8zJy1myq2TKMx+3mu+NeUcjknu012h5HwZGXj1++YS88PCloxfCLorGg+0HqcMvwdLc8uPH35cnhhPxnzxgVtuKvau+Xjpd0hV+CfEp8eLa3Mzc191H444juz00pNPgtx5+w9baTgKAO4n8CwAAAKiCflo9c/Rnj8Umx+pc2zqgtUYyIrRr2HblpKW7p2/XCEFkIhKSx0jm5edJlaNz3nQf97J5srLzsqRKOHihLCQa3nmI9lqRnng4e0i3j5O9s4jtNBYqU5X1a91XY5WS9cQmx2msMjUxHT/wKUnLw91HyI2DF49IldareXfthQ18AuRGWlbZzGgXwy7J02w9PWi8zpGhLwx+Tm6cCz1fdpfQi2Wrhjyn3V8koU8PGCeVZnwXQy8py+UPg7hee2j9F4u+lMoJv6SSd9xHvvvbv753KfyyelXb+m0+GfvRmF6j1YEjANwJjH8EAAAAjNLI7iPeH/2OclOkHikZKSmZqYmpicv3rdp6bGtg5NVnvn3+r/fna59sMaBm3Qq3H50UHRYbHpcan5SeFBITevTycTlYyS8okCrHy0XHpOa2ljZyo5LbCY0NlRueuubLFxlTLQ+/8mK+W1DPu472QgvzsiDJ281bY5XV9SGcxcVFGqvEy/dwctfemjJTflhsmFRpOk8X4GBb9s7m5ObIjQshZWFW/ZoBOrdTz7uuiD4LiwovhF4ou0tp/uVga1/eGQnqXx/uei7kfLPaTeW2/GE4G3Ru24kd8hJ3Zzft8EsY1H7An5vniQ+nPGG/t2uNXi16dm/erUWd5nKIBgB3AfkXAAAAUBWIKMHZ3llc/D1rtanfOiMz/eDFQ1GJ0fO3/PXK8Bc1OjvaOZa3nd1n9mw4vOlE4EkRe0n/jZuDq87nKTeUswH+tHpmRKKOsZAjuz7UJqCVyE3kmzqzJKkkdtG9/NZUK38gnqW5pbWFlVRpPm4+Opebm5k72TunpCcnpd3EHtY/97ziQlhZqlXT1VtnB7H/a7rVFKnihevFXBdLBz96l9Nful7ApfRUi02Jk59bVk7W0UvHVu5b/VCXYRp9RCg2563Zb81+LygqSCo5N2XUgm0LxUXshJZ1mjX0azi881CdwRkA3EbkXwAAAEAV9Mrwlw6WTi+15fgW7fzLzFT3RCgz18z6Y9Nc9RJ/L//6Nes1r92sfcN2IyePLtKqctLDVGuIpU6HLx65oBWsCJ0atpcCWpmaVjBni61VpYIhtWKpuLxV5uaVnZC+QqYm5T9zOfu7meqnSpZKKaNTK9xvitzSme9vVsnzKcVEITAAABAASURBVH0Rjfwaff381Ee/eCI1I3X68u86N+6oPSLVz8Nv8Yd/iYBs99m9O0/ujE9NEAtFArjz1G5xWbV3zcIPdFQpAsBtRP4FAAAAVEH1fQJsrGyyc7Ojk2IKiwrNKhFFbTm2VQ6/3BxdH+4xsm1AmwCfAKXiqaCw4KbCr9vFqXTydSEiMdKxmo6ytZikGB13K02List5whnZmdKdF50co3N5Tl6OXNTm5ugi3W4+7r5yIywuXD1Vv1p4XLhUUpZVtmN93X3PBp+LSiz3dATR16f2d75+F+l6+V4NF68fX57hVM3prZFvTpz7ifi8ffbX1B9f+U57I+IT2KFRe3F595G3LoZdOnDh4OELR04HnRGfq+ik6Dmb/nxjxGsSANwx5F8AAABAFSRiBbkUSOQO+gqRVFbuXy03fnj5O+3oJK70LH53woL35+pZq0zxHpUY3divkXYHncGNeWnel5ev+3yFMUmVPYXlf6HzjJBCRHzZuRobXJ9X6zbycS8bxhiZEKUz/4pPTZBzzHrX1/q41xT5V2pmmgjmrK9PZ6amnKkzwFtzgw19G4jwSyqd5Gv1/jXHA0+IYOufA2uHdBqs9MnIzhAPamZi6uvhq9xLXJ4e8FR4fMQjUx7Nzc/de3Y/+ReAO4rzPwIAAABV0MajmwuLCqXSrKGSQ+ci4yPFtbWFlc7cZPOxLXKjsLBQuou6N+tW9gSObtZeGxQdHBh5VXu5TelsWQlpCVk5mmeZPH3tTFpWunTn5ebl7DmzR3v5+sOb5EbXZl2l261Hs+5WpSV76w+v19lh4fa/5Uanxh3lRp9WveXGyn2rtfuLIHXRjsVyu9v190Knj8d+JFcLfrv8u8TUsqnNiouLR015dOTkRz6YM1H7Lj5uNeVTCmTl3I2KPAD3M/IvAAAAoEoRicO+8wdmLC8bg6auxNHPs3rJ6Rpz8nMvh1/RWHXowuFf1s6W24XSXc2/qttX79Oql2jsPLX7nwNr1atEjDV5/hSd96pTo7ZUmt2s2LtKvTw6KXrakm+ku2XGih806uaOXT6+aEdJAlW7Ru0mtRpLt5uzvfNjvUdLpbtr+Y2vvai46I9Nfy7Y+pdo29vad2rUQV4uEsbmdZqJxsx/fjkXcl59l9SM1A/nTJTPFNmuYVsHW3s9D13TzfuZB56WSgu+Pv3rM3mhyF57t+wplcydf2nNgX807hIYcTUkOkQ0Gvg2kADgTmL8IwAAAGCULoRcVDIpWWpWWlRi9Lngc8o5E+v7BAytdP7VoVH7E4EnReONWW89/+Az7Ru2s7G0vRB2YcPhjRuulywJ2TnZ0t31wZj3zgSdFUHS5AWfHbp0uH2Ddi721a/FBC/ZsTQ2Jc7Kwkp7BvdB7QYs3bVMNL5f9WNGTkabgNZin+w7u3/j0c0WZuZiC4cvHZHuvLC48FFTxjze+9GAmnXTszPPBp9btnu5vOr90e+Y3Mz895U3tu/Y5XtWinBw6qIv957Z27VpF09n9/OhF7ed3CGfgVGY/OTHdqozXb489MVnp7+QnZv95FfjR3Z7qLFfIwc7x+NXjovdlZyeLJXmZRMf+7DCh36i7+MbjmwSj7Lv3H7xmRnUfkDp83l809EtSelJny74fMfJXe3qt/X19I1PiT959eTmo1tFKmdtaf3y0AnKRlIz03q91VcqPeHmwR/3SgBwO5B/AQAAAEbpQugFuTCnPP3b9n131NtmlTsJo/BU/ydFprbr9O7Y5FgRVahXmZqYPj3wqcDIq2Jt+PXpq+4ax2qOf7w1e8L3L0fER4rERFyUVYM7PmhlYSniHhPphiypqX8TkeOI5cXFxb9vmCMu8nIbK5ufXvlexHx3If9ytnfu17rvkl1LZ639VWP5x49/0KpeS+nOcLC1//1/syfN+/RC2EWRQ4mLeq2Hk7sIv9o2aKteKJ7MjAlff77wy4S0RLHTlksr1WvFzpzy1OQaLl4VPrT4sImNj506TrS/WfZtp8YdnKo5uTu5ffns56/+9EZOXo728xHJ2jfPT6vrXVcCgDuJ/AsAAACoUlwcXJrUavzS0Bfq1KhzU3cUIde3L0zbeGTzkt1LoxOiRRQilQ4/bF2/9fMPPOPvWUskIyL/SslIOXrpqEaAcqfVcKmx5KNFq/at3nR0S1hcmKmZeWPfBu0atHus95gvl3wtOhRLxRp3eX/Mu50bd1y6a8XBi4fMzcyb12nern6b/m37+bjVlMvc7jQRyb3zyP/qetf5Y8OfMckxdtZ2Yh/2bd3noS7DbEunJ7tz6tSoPf+9P1fsW338yomQmJDQ2FBHOwc/D99B7Qb2b9tfJIbad+nWrFvrgNZ/bf/7YujF4JjguOR4D2f3+r4Nhnca0qFRe6nSGvk2HNl9xPLdK1Iz06b+/dVXz04VC1vXa7X+8zXzty48dPFQUlpSYlpSUXGR2CHdmnV5cciEyiRrAPAfmcinrQUAAADuW8XXFRUVFRYWFhQU5Ofn/7Rz5vJTJVUwHeq2/3TkpMps51TIqXcWvy+VBkmb3l0v4X713PQJxwNPiOhw67SNEm7J5AWf7Tm7b/u0TdId8/qCNy9EXhSNp7o/Oabj6MrcZdGBxXP3zBONetXrTuoz0bKUlZWVuLawsDA3NzcrZWpqalJKAmAwqP8CAAAAABiWS6GXfEpPDQkAtwXnfwQAAAAAGJC1h9ZfiQzs07K3BAC3CfVfAAAAAABDkZWTNX3ZjHYN247uOUoCgNuE/AsAAAAAYChsrW2XfrzYzdFVAoDbh/wLAAAAAGBACL8A3HbkXwAAAABwO81+c5YEADAk5F8AAAAAAACoysi/AAAAAAAAUJWRfwEAAAAAAKAqI/8CAAAAAABAVUb+BQAAAAAAgKqM/AsAAAAAAABVGfkXAAAAAAAAqjLyLwAAAAAAAFRl5F8AAAAAAACoysi/AAAAAAAAUJWRfwEAAAAAAKAqI/8CAAAAAABAVUb+BQAAAAAAgKqM/AsAAAAAAABVGfkXAAAAAAAAqjLyLwAAAAAAAFRl5F8AAADAfWfM52OvRFyp5VlrxSdLlIVtX+xYVFzUu2XPac99KaHq0vnuA0DVRv4FAAAAAACAqoz8CwAAAAAAAFUZ+RcAAACAEkdnHpQAAKiKyL8AAAAAAABQlZF/AQAAAAAAoCoj/wIAAABQQvv8j0cvH3vhu5dEY9WkZb4evjtP7T5y+ahYGJcc19CvQUPfhg91Gebr7qNza4ERV5ftWR4UHRwUHWRuZlG3Rp36PvUf6zPG1cFFu3NOXs7czfOPXTkenRiTmJbo4uDi6+lTx6t292bd2tZvI90mu07v2X5ye1BUcEhsqKujS90adZvXbja61yhLc0ulT3Fx8fhvnj0TdFa0x/Z57PURr6q3IPbP+K+fPRt8TrQ/GfvRkE6DlVUJaYnLdi+/EhEYlRgVER9pa2Xr71nLx71m63qtB7TrZ2piqt7Oc9MnHA888WD7QZPHfSLu8vfOJScDT8anxPu4+3Ro2H5M79EeTu6iW3Zu1vrDmw5fPHzo0hFbSxs/z1oTBj/Xsm4L7U3J79rKfav3nNkr9nxyZkoNF6929ds+0e8xT2dPqdLEC1y0ffHpa6evRQfHJMf6utWsU6N2t6Zd+7ftp7O/eMRdp3aFx0fEpsTbWNn4ufv4efi1rteqX5s+6r0KAPcc+RcAAACACuQX5n/856T1RzYqS45dPi4uf+9YPH3CN50bd9ToL2KRb5dOz8nPVZaIVOvwpSOr969+c+Trgzs+qO6cmZM54ftXzoecV5bEJMeIy5GLR//eseTpAeNeHDpB+s/P/5tlM5bvXqEsERGVuOw6vXv1gX+mPDWpsV8jebmJicnn46c8/OloEckt3P63yH0a+jZQ7vXbhjly+CXyJnX4tXT38u9W/pibl6MsEXdPSk8SydTq/f9sPr51+gvTzEzNtJ/Yn5vn/bR6pnIzMPKquKw9tP63N38RIeCrP71+7vpuycrJEhHbM98+/8X4KTrTqC8Wfbli7yrlZnB0sLis3Lvq86eniGcrVYLY/ruz3z917bTG89l0dMv6wxs+fmKiRnY5ddFXy/euVG6Kl5+Snnz62pl/Dqxde2jdT698b2FmIQGAYSD/AgAAAFCBt2a/FxYbVte7zvDOQ71cvC6EXtx+cqeIVwoKC0QIsmbKCnW48/uGObPW/ioaHk7uw7sOq1OjTmFhQXh8xMIdi0U+Mmn+lMKiwmGdhyr9py//Tg6/RI7Wsl7LWh610rPSLoVf2Xp8m4iQ/tg0t2uzrk39m0j/wcs/vibSOtFoXKtxv9Z9ann4pmSmimRH5GuhsaFPf/3cog8X1PbylzvXcPF6a9Qbn/01tai46ON5kxd/+Jf86i6EXfxt/e8lr8vZ45MnJiob33lq91eLvxYNN0fXHi161K1Rx9PFMzYp9kLoBZEciSBs39l9S3Yte7TXaI1ndeTy0XWHN4iND2o/sHOTTmmZaYt3LQ2KCkrJSPl22Yz41PhrUUFih7cOaJ2Tn73l+DYRCIp7/bhmVs+WPTSqq05dOyMSRhHePTvo6YFt+9tZVzsVdPqTeZOzc7Pfmf3eL6//XGEZndjVoz97LDk9WbT7t+3bul5rj+oe4lUcvXJ867Gt+88ffOab55ZM/NvKouxx1x/eKIdfAd71ujbtXMvT38rS6lLYxd1n9oqnLfa2SA/H9XtCAgDDQP4FAAAAoAIi/OrWrOvUZz63trASN7s36yZyludmTDh97Ux0UvTJwFNt6reWe4qc64+Nf4pGzxbdv3j6M3VM81CXYa/P+t/ZoHPfr/yxa5OuLo7VpdLKrA2HN4mG2P6MCd8onYdI0shuDz38aUlm9PfOxU39P5Nu1bpDG+Tw65XhL2kkMg+0HzTh+5dF3vT5wql/vDVbWT6887Bdp/eK3EqkUX9tW/hkvyeyc7Pe++2D4uJiUxPTL5/53M7aTun8x8Y54lq80p9e+b6ud11l+Yiuwx/qOvyJL58S7S3HtmrnX3Ep8daW1j+/+kOLOs3lJX1a9ho++eHUjNRDFw+Lmx8+9r7YacpTEtHh2oProhOjzgafa12vlXpTIvyyMLP4ZsK0Lo07yUt6t+zp7Vpj3FdPiz08ecHnKz5ZokRXOv20epYIv0QYN/vNWcrzkV9FtyZdJs79pPSdnfPikBfK9urh9VJp5Dfnnd9sLG2UBx0/YNyoKY9GJUb/vX0x+RcAw2EqAQAAAIBe9rb2Ex//QA6/ZOZm5sOvRzNBMcHK8mmLv8kryHOyd/70yUkaNUpO1ZwmP/GxaKRlpW86tkVemJaRLvqLRj1VciSr7eUvIrDxA54c1H6QdKsyczJ/WPWTaHRo2F47jgmoWU8OdE5dO305/Ip61UePve9gay8av677XaQ5ny/6MjIhStx8YfBzzWo3VbqlZqaJgEm83gHt+tfVegmN/Rr5efiJRkxSjM6nN37gOHXY5FjNsW/L3nJbLFfCL9mANmVvoRtQAAAQAElEQVTDHsPiwrQ3NbTzYCX8kjXwqS8CONEQkdnhi4ek8p0LObfmwD+iMWHI8+rnIxvUfkD/tn2l0mGeysL45Hhx7e3qrYRfMhsr28d6jxnT65GXhk4Qe0YCAMNA/gUAAACgAp0bd6xuX11joa9b2cz32blZciMlI+XAhYOi0alRe1trW+3tiDBIni//QmjZtFYujtXtS2Om+Vv+EhFMVk6Wuv/7Y959aeiLGrHOTTlw4VBiWqJo9GndS2eHLk07y43zoRfUy90cXT96/EPRyM3PffWn1zce2SzarQNajx8wTt3N0c5hyUeLtk/b9MnYj3Ru393JVd6IzrU9mnXXWOLpUjZdvfYkX9Udyt6CuJQEjVWmJqbjBz4laXm4+wi5cfDiEal860tL8ISB7frr7NC5ccleSs9KD4sti958St9HkRtOX/FdbHKsuvPono+89fCbQzoNZv4vAIaD8Y8AAAAAKuBV3Ut7oY1VWeFPfkGB3Ii+XuW04fCmDdcjFZ0uhl1W2o/3fnTW2l/zC/M/XfD51EXT2jds1715tx7Nu2knbrcgNqksmvnsr6nioqfnxdCL0o31Vr1b9uzXpt+WY1uCY0LETQdb+8/Hf2piYqJnI2lZ6Vcjr8alxCWlJ0cnRh8PPCGXleUV6KiEMjM1UyYdU1ialRXNeblo7nOl/q64qEhjlZeLp3zKSA0+bjXlhpJb6aSUpz3wwVBJr/OhF309fEXjsd6P7j27r7i4eOG2v8Wlca3GPVt079Wih1zvBgCGhvwLAAAAQAXcSouYNJhIZUlQsfhfqehyRvlpC40NzSvIkwdIPjNovNjCL2tLpt8SKdi+c/vF5fOFU5vWblKvRt1uzbt1bdJZulUxyZV9SoFRV7UXfvjouwfOH8jIzhDtR3uPcXN01XnfkJjQJbuXHb10VE7KKsnO2lZPmuZo6yBVms/1WjwN5mbmTvbOKenJSWlJeu4ekxQrVc7VyGtyo01AqxkTvv5wzieZOZni5vmQ8+Ly0+qZ/l7+DX3rt6zb8sEOgzQGwALAPUT+BQAAAKACpiZmlemWd32U3yM9RvVs0V1/Z/UpI58d9PSQToO3n9ix99y+45dPFBYVioVng86Jy8p9q98c8fpjfcZItyQvP09uTHz8A29Xbz09dQ7YPHL5mBx+CYt3LRvVbaRjNUeNPnvP7f/frLfl5yzzcHKv71u/Sa3G7eq3/emfmfLs+9rMb9/wQFOT8me2KS5NJ/WWrclTsNlZ2337wjRJLw9nD6XdtWnXTVPX7Ti1a9/5AwfOHZCDsODoYHHZcHjTvrP7p0/4WgIAw0D+BQAAAOD2kOeEEgqLC9vWb3Mzdy3JjB7tNVpcsnKy9p/bv+/8wSOXjsSllEyyPvOfWQPb97+14ZA1XcsGANpZ2d7sU0pKS/xs4ReiYW1pnZOXk5KePHnBZxqZTmRC5Lu/fSDCL0tzy4e7P9SpUaeGfg0d7f4t3Sq4Pjj0jooup8yt5GlnpEgl05m56Ll7TbeaITEhIsCq513XqZqTVGkiNHywwyBxKSgsEDHfwYuHDl88EhhZUkm3+8yePWf2dGvWTQIAA8D89wAAAABuj1rX534Kjg4pr8/fOxav3Lf6yMWj8k2RHMWmxJ0PvZB7vVBLRCp92/Sd/OTHG6euG9JpsFiSk597+Hr/m+Xn6Ss3gsoZmZiakTpvy/y1h9ZrnP9R+Hjup2KtaEx9ekr30hxHZDprD65T99lwZFNuXo5ovDr8pTdHvtGhUXt1+CXEJsdJd15UYrTO5RHxEXKjgU99PXf38ygLLpXhjRouhl1auH3xpqOb5fGkxcXFSelJVyICE1PLhlWam5mL1/7GiNcWf7Tw03GT5IV7z+6XAMAwkH8BAAAAuD3srO1cHUrqjE5dPXU1Usd0WseunPhm2YzPF05dsW+VvGTNgbWD3h/8xJdPHbp4SLt/p4bt5UZWbpZ0S/zcyyK5tYc25JQGVRoW7172w6qfJ8379PS10+rly/esPFj6lEQY161Zt4mPfyCPfPx66XS5Kk0WER8lN5rWbqK98bNB56KTSpKpIq0Z628vkcHtObNHe7lyYseuzbrqubvv9b20bM8KnR2+W/nD9OUzPpzzcWZ2yRsRkRDZ952BYz5/fN62+dqdOzYqe9cyczMlADAM5F8AAAAAbpsxvUdLpVVdH/35SUJaonpVYmrSZ399LrdH9RgpN3q16CHPAf/j6plZOTeEXEXFRTvP7JbbTWo1lm5JLU+/To06ikZ0YtRnC7+QJ7pSnLp2eu6meVJpcje404PK8rC48OnLvxMNRzuH9x55SzSc7Z3fHPGaaGTmZIqXpvT0rF521sXT185pPHRkQuRHcz+W2+rZwe6QGSt+UAdzwrHLxxft+Fs0ateorX8H9m3Zy93JTTS2ndi+bLdmBLZw29/yFGZt67euU6O2VHpayfo+AaKxYs+qKxGBGv13nCp71xr6NJQAwDAw/xcAAACA2+bJvmMPXTh09PLxwMirIyaNeqz3mFoefmZm5qeDTq87uD41M030ebDDg63rtZL7O1VzenbQ07PX/x4cHTz04xEPdBgU4F3P2so6KCpo7aF1EfGRpf0fkNMW2ZjPHr8SWZK5/Pn2781qN63wKU0e9/EjUx5LSk/aeGTz+dCLI7oM93WvmZKRevTKsS3HthUUlszP9e7ot20sbeT+Inf74I+Pckvn8n/3kbeV+bDE09hweNPhS0eOXzm+cPvix0qTvg4N2/++YY5o/LxmZlZuZu+WvbxcPK9GXttxcteKvSvlKeGl0vwrNz/PyuIOng9RZHajpox5vPejATXrpmdnng0+t2z3cnnV+6PfMdE7/71jNcdPx0164buXRPvLxdP2nt3XrVlXj+oeYbHhe87ukcMvERG+Peot5S6vD391wg8v5+TljJv2dP+2/Zr6N3F3dA2Ni9h9Zo/YP1JJ8lhrVI+HJQAwDORfAAAAAG4bkbPMmPDNrLW/ioQoIzvj13W/aXTo3LjjR4+/p17y3APPXA6/InITEVEt2PqXRv++bfpOfPwD6T+obl993rtzPl849dDFw2GxYTNWfK/R4fkHn32g/UDlpsizLoZdEo0uTTqLZEfd85MnPnrok4dz8nNF2tW1aWdfd5+WdVu8/tCr3638QeRlv6ydLS7q/j2adw/wCZhduhPEQ9erWVe6M5ztnfu17rtk11Kx5zWWf/z4B63qtaxwC23rt/ntzV+mLPxCPM/95w+Ii3qttaX1F898Jhd/ydo1bKu88H8OrBUXdf+63nV+fPn7O5r3AcBNIf8CAAAAcDvZWNm+OfKNfm36rT2wLjg2NCg6KDsny9XJ1dfNd1TPh7s26azRX0Rm0yd8vffc/mW7loXHRySmJcllUw186g/tPGRU95HSf1bDxevnV3/YeGTzoQuH5Kdkbmbu6ujawCfgqf5P1qlRR+l5JSJQrueqZlPt48c/0tiOh7PHS8Ne/HbZDBH6fPDHR/Pf+9PUxHRs38daBbSctebXkLiw+JS4gsICkRY18W/8RN+xIuwLjgmR869tJ7ffufzLRDJ555H/idTpjw1/xiTH2Fnb+XvW6tu6z0Ndhtla21ZyIyImW/LRwr93LrkQciEkNjQsNtzOxs7N0a1Dw/Zj+z6qff5N8cK7NO3858a5FyMuJ6UlySea9HT27NumzwsPPit2ggQABsOkuLhYAgAAAO5jxdcVFRUVFhYWFBTk5+f/tHPm8lMrxdoOddt/OnJSZbZzKuTUO4vfFw2RiWx6d72EO2bdofWfzPt06cRF6ujq/vTc9AnHA0+IcGrrtI0SbsbrC968EHlRNJ7q/uSYjqMrc5dFBxbP3VMyYVy96nUn9ZloWcrKykpcW1hYmJubm5UyNTU1KSUBMBjUfwEAAACaMjIy0tLSJBiqK5GBIlyo4VpDAgCgEsi/AAAAcL8rLi6Ojo6OiIiIjIyMiYmJi4vLy8sLMg+SYJCCY0KW71nVtWkXZcZ6AAD0I/8CAADAfUfEW+HXRZQqLCw0NTWVhy+Ja2tra1tbWylLggH6esm3TrYO745+SwIAoHLIvwAAAFD1paamipBLybzi4uI0psG1t7evWbOmj4+Pt7e3h4eHg4PDzN2/nDl1ToLh+Xz8p/a29uZmHMsAACqL/2YAAACgqhHZVmxsbLhKenq6Rh9XV1cfFUdHR4357yUYKmd7ZwkAgJtB/gUAAACjl5eXFxkZqaRdoi2WqDuYmZnVqFFDHXhZW1sra+WTP0qAEZr95iwJAFAR8i8AAAAYn/T09LCwMGUCr9jYWI0Ay8bGRh7P6OvrK669vLxEBCYBAID7EvkXAAAADJ3ItuLi4tQz1qempmr0cXZ2Vmq7RObl4uIiAYBxys7OvnDhQuvWrSUAtwn5FwAAAAyOPJ5RmbFeNDTGM5qamnp6eqrHM9rZ2UkAYMwSExNPlwoMDKxduzb5F3AbkX8BAADg3ktPT5dzLjnwiomJ0RjPaGVl5e3tLQ9mlM/SaG7OT1kARk9814WEhIjM69SpU9HR0cryt956SwJw+/CjAQAAAHebON6Lj49Xn59Rezyjg4ODejyjm5ubiYmJBABVQl5e3uXLl0XsdebMGe0vQAC3HfkXAAAA7rj8/PyoqCj1BF65ubnqDiLbcnd3Vwde9vb2EgBULRkZGadOnRKx18WLF8UXY3ndqG8Fbjv+UQEAAOD2E8d46vIu7fGMFhYWNWrUUMYz1qxZ09LSUgKAqiguLu7EiRMi9goODtb4MtQpICBAAnBbkX8BAADgvxKHcwkJCerAKyUlRaNPtWrVRMillHd5eHiYmppKAFBFFRUVBQUFyfPZx8bG3tR9X3vtNQnAbUX+BQAAgJtWUFAQGRmpDGYU1xrjGQVXV1f1+RmdnZ0lAKjqxJfhxYsXz5w5c/bs2aysLAmAYSD/AgAAQMUyMzM1xjMWFRWpO5iZmXl5eanHM9rY2EgAcJ+ZNGmS+MIsLi7W+JKsPFtbWwnA7Ub+BQAAAB3i4+Plwi5ZcnKyRgcRb6nHM4rwS0RgEgDc35599tlZs2bl5ORIt6pevXoSgNuN/AsAAAAl4xmjoqLkwCssLEw0tA/enJ2d1eMZXV1dJQDAjWrXrv3iiy/+9NNPtxyBibtLAG438i8AAID7UVZWlsZ4xsLCQnUHExMTT09PZTyjYGdnJwEAKlKnTp2XX375u+++E39akAAYBvIvAACA+0JiYqIcdcnlXUlJSRodLC0t1eMZa9SoYWFhIQEAbl7dunVffPHFmTNn3mwEZm1tLf4awXBy4LYj/wIAAKiCxBFXdHS0Ut4lAq/s7GyNPg4ODurxjO7u7iYmJhIAoCKV+bZs3LixPBDypibCF9/Vb7zxhojPGjRoUL9+ffHXCL6ZgduC/AsAAKAqEIdM6vGMIvzSHs/o5uamjGcUDXt7ewkAcPOKi4vlhv5wSkRgzzzzzO+//175CEz8ZSI9Pf18Kan0GeTT7wAAEABJREFUTCMBAQEiCBNxWI0aNcjCgFtG/gUAAGCU5PGMyikaxU2NDubm5t7e3j7X0y7RtrKyklA5HGQC0M+kVIXdWrduLa4rH4F98803UVFRly9fvnTp0pUrV7Kysk6XEquqVatW/zpPT08JwM0g/wIAADAChYWFGuMZxUGRRh87Ozv1eEZxdGRqairhP4tIilyw96/K9IxJjZEbRcVFlbwLgHslPi1BbpwMPVXJWbrORpyTG0r4VZkUTI7AfvvtN6VqrDzVq1cX1zVK9ezZU/QXX/hyFhYYGJiRkXG8lOjj6OgoB2ENGjTgbLxAZZhU+C8QAAAAd192drZS2yVERUVpjGcUXFxclPGMNWvWlA+ccAuKrysqKioslZ+f/+OOn5efWikBgJYAl3qf9vvE0tLSwsLCspRomJmZmZubm5bSzsX279+/YMEC/QfgHTt2HDdunM5V4tspJCREzsKuXbsmvqOUVeK/BXIQJq6dnJwkALpQ/wUAAGAQkpKSROAVFhZW3nhGcWTl5eWljGcUgZeNjY2E263yNR0A7mcmKsoSPf07d+4srufPn6+nT3nhlyAytdqlBg4cWFBQEBQUJIIwEYcFBweL/14cKCW6ubu7K1kYkzwCauRfAAAA90BhYWFMTIx6xnrt8Ywi3hIhlzKeUYRf5ub8eLtTxIGrxoTW3k41mtZoIheFFd9IKi0ZU98FQBWmkXCJKMrPyddUpZKJuYjAcnJyli5dKv034r8FAaVEOy8v7+rVq3IWFhoaGldq7969Uuk4SjkLEz1tbW0l4P7Gf7MBAADuBnHMo5R3iUZUVJT2dDNOTk7KeEaBKV3uGiXSUsY/ykMgxXuUf13BdUWllCAMwP1AxFty1CUPchTXFipiiTz+UVDisPISse3bt+uMwKpXrz516lTpPxD/obly5YqchYn/0KifvPhvijxfmMjCOBcK7k/kXwAAAHdEcnKyerr6+Ph4jQ7igMTT01MZzyiu7ezsJNwL6vxLicDktEtJvkRDXq6Rf/FzGqjC1JVfSrWXHIHJmZdyLYdi6nIwPRVhmzZtWrVqlcZCPZN/3YLMzEx5sjBxHRMToywvKV7z85MHSNapU8fS0lIC7g/kXwAAALeBCEQ0xjOKYw+NPuIwQz2e0dvbWxw1STAA6vxLXCslYAUq8s2i69T3kgBUUer8S10CpkRgSvKl5F/a84LptHbt2nXr1qmX/Prrr9KdkZqaKmdhgnpySfGEa9euLWdh/v7+DLFH1Ub+BQAAcCtyc3Plwi457YqMjNQez2hvb68ez+ju7s6U6oZJSbKUEjB1FZhyLRd/KTGZBOC+oURaSv6lpGDqm3IH5TQa+repEYHdufxLLSkpSQ7CRCKWkpKiLBd/oZGzMMHPz0+8CgmoWsi/AAAAKkUcJ6jLu3SOZ3Rzc1Ofn9HR0VGCkdAuAVPPBSa3lWiMyb+A+406/1KqwNRZmPZc+JX5g8fKlSs3b94sGh4eHp9++ql0d8XGxspBmJCRkaEst7KyCggIkOcLE/9F4y83qBrIvwAAAHQQGYc4MFAHXupjA5n4s7+3t7dS3iUCLyYVNl7qEjD1RGBFWtRngQRwnzC5kZJ/qRvycul68lXJ2Gjp0qXbt2/v1avXI488It0j4gstKipKzsKuXLmSnZ2trLK1tZWzsAYNGtSoUUMCjBb5FwAAQInc3FxlMKMgjgTy8/M1+tjZ2fmoeHp6MkKkylB+FSslYOqxkEqbae+B+5Z2BKau+dKY9v6maqbmzZv35JNPSoZBfLmFhYXJ84UFBgbm5eUpq+zt7eWiMJGFubu7S4BRIf8CAAD3qdTUVI3xjNq/i1xcXNTjGatXry6h6lIHW+o6L3Wb/Au4bynBlpJ/aTTUc97fVP4lvk9MDHKMYWFhYUhIiFwXdu3aNfU0l05OTnIQJvAfRxgF8i8AAHBfEL95lPMzynVe6enpGn3MzMy8vLzUFV42NjYS7hvqEjBJNRayvOSLH9LAfUIdTqkrvDRINzny0biI8EtEYPLc+aGhoSIaU1a5urrKWZi4ZuJLGCwT/rMNAACqpLy8PGU8o2hERkaqB3HIrK2t1WmXCL84+/t9TmcEJt1YGsbvZ+C+pRFvaWRh6j5VW25u7tWrV+W6sLCwMPW3oqenZ/3rqlWrJgEGg/wLAABUHefPn1fGM8bFxWn/znFyclKPZ3Rzc5OAG6k/Nuo4TPvjxA9p4P6hkWppB2E6u90PsrOzL18n/tSkXuXt7S0XhQUEBFBPjXuO/AsAABirvLw88VNbCby0K7zEcYj4Q7S6wou/RaMyNH4h6/zBzK9o4L6iM9jSGYrdzzIyMuSiMHEt/gqlLBd7RvzZSR4jWbduXc6VjHuC/AsAABiN9PR0eTBjWFiYaMTGxmr8krG0tKxZs6aSdom/PFtYWEjALeF3MoBKIvnSlpKSIgdhQlJSkrLczMzMz89PrgurU6cO/5nGXUP+BQAADJT4lRIfH68+RWNqaqpGH3HI4eHhoWRejRs3loA7gN/MADSQeVVeQkKCXBcmqP9Tbm5uXrt2bTkL8/f3F9GYBNwx5F8AAMBQFBQUqMczRkRE5ObmavSxtLT09vZWKrxE8sWfjgEAMBYxMTFyUdiVK1cyMzOV5eK/73Xr1pXHSPr6+pqamkrAbUX+BQAA7hnxw1eddkVHRxcVFWn0cXBwUKddHv9n7z7gmjr3P44/SYAEEEFRFAeCCu69d1Vwr9bdVmtr67/T2t72di+tt/N2r2v3sGprtcO6R5114d4blKWCKIKMJPwf8mgaAyJogCR83jevc38855wAoQjny+95TrVq/MkdAABXJ7MI+Ucv1Rcms7DMzEzrLm9v7/DwcJWFyT968XMfDkH+BQAASs/Zs2dtAy/bBUEUu/mMoaGhvr6+AgAAuC/516+YmBg1QfLIkSO2d7ORvwZERESoOZLBwcECuFHkXwAAoKSYTKaEhAS1Vr0KvC5dumR3DPMZAQCAlfzl4fjx42qOpCyMRqN1V8WKFVVTmNxWrVpVAMVB/gUAABxGxlvWmzNKMvySv8XaHcN8RgAAUBTZ2dnHjh1TWVhMTIztIgmVK1duYCHjsEqVKgngesi/AADAjUtJSbENvJKTk+0OYD4jAAC4eVlZWYcOHVJzJOWvHLZRRtWqVVUQJvn5+QmgIORfAACgqOTfXRMSEmTgJX/vVJlXRkaG3THMZwQAACVK/vohUzC1dr78zcR2V3BwsMrCIiIi+JMbbJF/AQCAa5J/a1XrdqnAKz4+3nYZDoX5jAAAoKykpaWpIExuz5w5Y7tL/lqiFguTWZjBYBAo38i/AADAP1JTU62Bl3T69Gm7A5jPCAAAnNO5c+esWZisrePyt5c6deqoLKx+/fpeXl4C5Q/5FwAA5Zf8NSAxMdF6c0a5lX9EtTvGbj6j5OHhIQAAAJzYmTNn1ML5Mg6z/fVGp9OFhYWpOZJ169blt5ryg/wLAIByJDs7Oy4uTi3dJQMvWcsRu2OYzwgAANxJQkKCysIOHTpku3Spp6dnvXr1VBZWp04dGY0JuC/yLwAA3Jn8g6d1rXoZeCUlJdn96Gc+IwAAKCfkb0HyNyJ1E0mZhWVlZVl36fX6+vXrqzmSISEh/PHP/ZB/AQDgPuSP9TNnztgGXufPn7c7hvmMAAAAZrP5xIkTarGwo0eP5uTkWHd5e3tHRESoLKxGjRpkYe6B/AsAABdmNBrj4uLUAl4y85K17V8yFeYzAgAAFEL+QnXs2DGVhR0/ftxkMll3VahQocEV1atXF3BZ5F8AALiS9PT0k1fIwCspKUn+9dL2AOYzAgAA3LDs7OwjR46oLCwmJsY2M/H391eLhcltlSpVBFwK+RcAAE7tzJkz6s6MKvBKTU21O4D5jAAAACUhMzPz0KFD6iaS8vcx212BgYHWLCwgIEDA6ZF/AQDgRIxGY3x8vDXwksWlS5fsjmE+IwAAQClLT09XTWFym5iYaLsrKChIBWGSn5+fgFMi/wIAoCzJeCs2NtYaeCUkJNguOSGuzGdUURfzGQEAAMpcWlra/v37VRx29uxZ2101atRQWVhERISPj4+A0yD/AgCgVKWkpJy0kZycbHeAl5eXdfUuVTCfEQAAwDnJX+0OWMg4zHadCvknTPlbnGoKk1mYXq8XKFPkXwAAlCCTyZSYmKiW7lJNXhkZGXbH+Pv7WwMvKSgoiPmMAAAALicpKck6R/LixYvWca1WGxoaqtYLq1u3rvxjp0CpI/8CAMCRMjMzVc6lAq/4+Hij0Wh7gHU+o1KnTh3mMwIAALiZuLg4lYUdOnTIdjlXDw+PsLAwNUdSFrT5lxryLwAAbkpqaqrtfMYzZ87YHcB8RgAAgHJLpi7yz6IqCzty5EhWVpZ1l/wtsV69eqovTP5NVKvVCpQY8i8AAIrBbDYnJSXZBl62ze0K8xkBAACQn8lkOnHihJogefToUdtZAnq9PiIiQq0XJn+B5LdHhyP/AgCgMNnZ2dabM0pxcXE5OTm2BzCfEQAAAMUlwy8Zgam+MBmK2d4B3MfHR2Zhao5kjRo1BByB/AsAgKukpaXFxsZaA6/Tp0/b/axkPiMAAAAcKCsr68iRI6ovTP4iavvLp5+fn5ogKbdBQUECN4r8CwBQrsmfgzLhsp3PeOHCBbtjmM8IAACA0nHp0qVDhw6pLCwuLs52l/ylVKZgjRs3lnFYpUqVBIqD/AsAUL7k5OTI3ySsadepU6eys7NtD2A+IwAAAJzBxYsX1QRJuU1KSrLdVbVqVdUXJvn5+QlcD/kXAMDNyd8bbNu7EhMTmc8IAAAA13L+/PkDFvv37z937pztrurVq8sUTC0Zxh9ur4X8CwDgVuTPtbNnz9oGXqmpqXbHMJ8RAAAAris5OfmgxaFDh1JSUmx3yd9y1U0kZRzm7e0tcAX5FwDAtRmNxvj4eNv5jJmZmbYH2M1nDA0N9fHxEQAAAIDrO3PmjEzBVBZm2xcmfwcOCQlRcyTr16+v1+tF+Ub+BQBwMRkZGXbzGW1vFy2YzwgAAIBySWZhKgiTW9s5EFqtVv4NWGVhdevWlb8ti/KH/AsA4OySk5NtAy+7Hm/BfEYAAADgaqdPn1ZBmHT+/HnruPzDcFhYmAzCZBwmi/Lzd2LyLwCAczGZTAkJCbaB16VLl2wPYD4jAAAAUHRJSUkHr0hLS7OOy/Crfv361r4w4dbIvwAAZSwzM9M27YqPj2c+IwAAAFASEhMTreuFXbhwwTru5+fXrFmz5s2bN27c2C0XCyP/AgCUgfT09EMW8kdvXFyc3V7mMwIAAAAlLSEhQf1CvmfPnqysLDUo//bct2/fPn36uNkyYeRfAIBSJX++rly5cufOndYfQMxnBAAAAMqQyWTav39/dHT0jh07MjIyhOUP0kOGDOnSpYvb/B2a/AsAUEq2bNmyYMGCxMRE9WZAQECLFi0aNWrkri3WAAAAgGsxGo2bN29eunRpQudHH5AAABAASURBVEKCfLNOnTr33Xdf1apVhesj/wIAlDiZef34448HDx6UtaenZ9u2bbt37+72S2wCAAAALmrHjh0//fRTcnKy/O39tttu69Wrl3Bx5F8AgJK1bt2677//XtVRUVEDBw709vYWAAAAAJxYZmbml19+uWvXLll37dp13LhxwpWRfwEAStD69eu/++47WVStWnXixIlhYWECAAAAgItYuXLl3LlzTSbTLbfcMnbsWOGyyL8AACXFGn41aNDgoYceYpEvAAAAwOVs3779s88+E5bJHCNGjBCuSSsAACgBsbGxKvxq1arVo48+SvgFAAAAuCL5+7yKvZYtW7Zz507hmsi/AACOZzabv/rqK1nUrFnz//7v/3Q6nQAAAADgmqKiolq0aCGLWbNmGY1G4YLIvwAAjrdp06aEhAQZe02aNEmj0QgAAAAAruyOO+7Q6/Xnzp1bsGCBcEHkXwAAx1u2bJncdu/evXr16gIAAACAi/P397/tttuE5Vf9rKws4WrIvwAADnbw4MG4uDiNRhMZGSkAAAAAuIUePXrIFMxoNG7cuFG4GvIvAICDLV++XG5btmxZpUoVAQAAAMAtyL9wd+rUSRbr1q0Trob8CwDgSCaTaffu3bJo166dAAAAAOBGunXrJiy3ek9NTRUuhfwLAOBIp06dys3NlUXDhg0FAAAAADdSpUoVtcLvkSNHhEsh/wIAONLJkyfltlq1ar6+vgIAAACAewkLC5Pbo0ePCpdC/gUAcKSzZ8/KbXh4uAAAAADgdlw0//IQAAA4Tnp6utxWrVpVAAAAAHA7Kv9KTEwULoX+LwCAI6n8y9PTUwAAAABwO+pP3VlZWWrZX1dB/gUAcCSVf3l5eQkAAAAAbsdgMKjiwoULwnWQfwEAHCknJ0dudTqdAAAAAOB2NBqN+mv3xYsXhesg/wIAOJL8cSi3RqNRAAAAAHBHqgVMzfxwFax/DwBwJNX5ZTKZBAAAAAB3pH7nVzM/XAX5FwDAkci/AAAAADgb8i8AgCORfwEAAABwNuRfAABHIv8CAAAA4GzIvwAAjkT+BQAAAMDZkH8BAByJ/AsAAACAsyH/AgAUSWpq6ueff56dnZ2Tk2O0sBaS3cGLLAp/wkaNGk2ZMkUAAAAAQAkj/wIAFElAQEBISMjKlSuFI2g0mtGjRwsAAAAAKHlaAQBA0QwbNkymYMIRunbtGhwcLAAAAACg5JF/AQCKSq/X33HHHeKmVahQYejQoQIAAAAASgX5FwCgGJo3b96pUydxc4YMGeLn5ycAAAAAoFSQfwEAimfEiBG+vr7iRlWvXr1bt24CAAAAAEoL+RcAoHgqVKggIzBxo8aMGaPV8tMHAAAAQOnhCgQAUGydO3du1qyZKL62bds2atRIAAAAAEApIv8CANyIO++8U6/XF+sUDw+P4cOHCwAAAAAoXeRfAIAbERAQUNx7OPbr169y5coCAAAAAEoX+RcA4Ab17Nmzdu3aRTxYJl/9+/cXAAAAAFDqyL8AADdIq9WOHz9ep9MV5eDRo0d7eHgIAAAAACh15F8AgBsXEhJSlK6uxo0bt2zZUgAAAABAWSD/AgDcFJl/BQUFFXKARqMZNWqUAAAAAIAyQv4FALgpHh4e48ePL+SAnj17BgcHCwAAAAAoI+RfAICbFR4e3q1btwJ3VahQobi3iQQAAAAAxyL/AgA4wMiRIwMCAvKPDxkyxGAwCAAAAAAoO+RfAAAH0Ov1Y8eOtRsMDQ29Vl8YAAAAAJQa8i8AgGO0bNmyRYsWtiNjxozRavlBAwAAAKCMcVkCAHCY22+/3dfXV9Vt27YNCwsTAAAAAFDWyL8AAA4TEBAwYsQIYZkOOXz4cAEAAAAATsBDAADgOJ07d96wYUPTpk0rV64sAAAAAMAJkH8BABxswoQJBd4LEgAAAADKBPkXAHeQm5sr4DQCAwMFXxSnpNFoBAAAAFD+kH8BcGHXTViIYFA+XSvnsn5HEIQBAACgXCH/AuCS7IKtAnMuwi+UW+o//vwhl3XkWgcAAAAAbon8C4DrsQ22rLUqCtwFlEMy27L9FrCNumxTMCIwAAAAlAfkXwBcTP6EK/cKUVAKBpRnKt5SWZh1a7uLCAwAAADlAfkXAFeSv9vry7Vf5xhzbIOwa50ClB92kZa33nt8pzs1FtYDrMkXERgAAADcHvkXAFel0i6Zf2XmZAoA11bRUPGO9mNlyKXValUKpgqSLwAAAJQT5F8AXE+uDUF7F1AEJpNJBV5aC7PZrCIwAQAAAJQD5F8AXIbdyl+SvIa3XsCHBoVWNPgV5XlizsaezzgviyoVAmtUriEAV3Ay+dS59HOyCPAJCKlSuyinnL90IeZMjLB8vxiNRhl4WXfJ2voNRSMYAAAA3B75FwAXY7vUvcy/rJHYvbfc075uu6I8w7T509ceXCeLzg06Pxz1oABcwTsL31u8a4ks2oa1/vfgJ4tyytqD66fNf1XVMv/S6XTWXWReAAAAKFfIvwC4HmvzV4EL3gOwo/q/bL9Z1CpgRGAAAAAoJ8i/ALgkawQmABSBzL/EldhLTX78ZxG9fPeLBAAAANwM+RcAV2I7+dFu/S8AhZD5lzX8Uovf2/VO0gsGAAAAN0b+BcA15F/83rZ7BUDhTCaT9c6Pdt9BxF4AAABwe1oBAK6J8AsoIvmdIvMvsw2+dwAAAFCu0P8FwMVY5z+Kq5vCABTCGnvZziAWAAAAQPlA/xcA18MFPFBcBc4aJkcGAABAOUH/FwAAbk6j0eTmIwAAAIByg/wLgEvi6h0oOmIvAAAAlHPkXwBcGBfzwA3j2wcAAADlB/kXAFfF1TtQdHy/AAAAoDwj/wIAoFwgAgMAAEC5Rf4FAAAAAAAAd0b+BQAAAAAAAHdG/gUAAAAAAAB3Rv4FAAAAAAAAd0b+BQAAAAAAAHdG/gUAAAAAAAB3Rv4FAAAAAAAAd0b+BQAAAAAAAHdG/gUAAAAAAAB3Rv4FACVi9qo5b/30Tv5xT52nn4+ffFT09WtQu0FUq95tG7QRpSUzJ+uLP7/cfmTHsYRjOSZj1YCqj932SPfm3eWuS1kZp1PP1KlWR5SYbYe3f7Hwq5ik2OQLydUqBzWu02RQxwFdmnQSrq8UXj0AAAAAN4z8CwBKVY4pJyUtRT5kvfvYnrmrf5k06L7/G3ivKBUvfPXiyh1/Wd+MTYoNqFBJFlsObn3p26n/N+jekktw3v75nVkr51jfPHUmTj6Wbl16S4ser983XcaCwmWVwqsHAAAA4GaQfwFAyerQsH3zus2sb6ZdunjqzKlTZ+Piz8ZnG7PlyIwFn+eazfcPniRKWOzpk9bwq3Gdxu0atPXy8AyvWW/Xsd33v/eQKElfLv5ahV/+vhX7t+/fqn7LPSf2Ltq06OyF5L92rn57zjvP3P6UcE2l8OoBAAAAuEnkXwBQsjo0bn9X1Lj84zL8+uS3z75fPlPWny/8Mqx6aN92fURJOnTqsCru6jN+8q3/RDYZmRmiJCWlnv58wZeyCAsO+/Dhd4MrB8s6snWv23uNefjDyUfjj81dO29499siaoULF1TSrx4AAACAm6cVAICy4OXhNWX45KdGP6HefGPOW5eySjZJsT6/bT9aKfh2yfc5phxZPDv2KRV+KUEBVd9/6B35Osj6++U/CAAAAAAoGeRfAFCWRt0yMrJ1L1mcT7/wo83yWCXBnGtWhcFTL0rRmt3r5LZ21Vqtw1vZ7ZJxWPtG7WXx1841ajYoAAAAADgc8x8BoIzd0fv25dtWymJp9LKJ/e9Wg5k5WV0m592W8ZW7XmzfsP0H8z/csPfvCt4V6teof3ffu5rVbaoOO3sh+efVcw+dOhyfHH/qTJyP3iesemjtoFptwtv0a99Hq7n8R46HP3j07/0bre/xoQ8nq+KBwZM+/WOGdXzq99PlQxZr313lY/Ap8KM9lnB85NQxshjcadDL41/If0Bubu7AZ4ckpZ4OrR76y0tz5EeYkBwvLOugFfiEzcOartu9LiMz40Dswes2pn32x4zPF37pX8F/5VtLtxzc+uv6347EH41NOlk1oErj0CZ39h7bNLTJtc7dtH/z4q1LD586fCzxRLWAqvVq1G0a1nRszzF6T6/8ByekJHyz5Lv9sQcTUxLTMtKCA4PrVAuJqBU+oH0/6yL3u47tvvute62nqFfP1+C75t2VAgAAAIAz8RAAgDIlQ5+aVWrEnY0/Enc09WJqQIUA273Zxpx7/ztJ7hWWHjFZTBl+Ob36afXc9+Z9mJWdaT04MzszJS0l+vC2X9f/viR62Tv3v6nT6oRD1Q0Oa1i7wYGTB5dvW/HcHU/nv2/j1oNbZfgliyGdBsrt8YTjarxmlZoFPmHtqrVUcTThaNEnZi7ctPiFb16yvilfFvlYtnXZnZG3Pzb8UbuD487GvTH7rfV7/7aOxJ4+KR+rdqz+dd1vL4x7rk14a9vjj8Qd+b/3HpJfC+tITFKMfKzZtfbLRV+/99A7XZt0FgAAAABcB/kXAJS9VvVaqoTr0MnD7Ru1s93148rZalf9mvVOnokLqVorJKi2fFNmNzLTkUVV/yq3tLylfo161QOrJ6Uk7YvZt3jLUhmErdu9bs5fP9/eK69X66PJ78vtbxt+V+1dHz/yQcfGHdTz3ztg4sZ9m1RH2Ivjnhvaech1P9pBHQfI/OtS1qW/dqyOahNpt3fhliVyq9VoB3fMy79kZqfGa1SpUeCzBQdeXhHs7PlkUTRZWZmvzX5DFn3bRY3qMTK8Zv2j8cemzfzPsfhjPyz/0dfgO2ngP21Z2cbsRz/5l4rh2jZoE9U6Ur5QyefPbj6wRb5QJ8+cmvTOA9/8+8tmYZdb6nJzc//9+bMy/NJ76qNa924Q0qB21Zqxp+P2nNi7PHq5Odf88rdTf586z8fgI9O66E83FffVAwAAAFD6yL8AoOz5+fqp4uwF+wxIBjftGrZ95a6XqgUE5ZhyzqSeVeNfLvpKWBbR/+iR9+vXrG89fni3W2/rduv41/PmUS7dukzlX441oMOA9+Z9aDQZl2xdapd/yY9wWfRyWXRs1KFyxUBZpKafV7v8fSsW+Gw++ssTLdMvpYuiyczJEjliYr8JDw59QI3IKOqLx/834a2JsUmxn//5Ze9WPevVqKd2vT/vIxV+Desy5Nnbn7Y2xMmsqklok//+/K6sp898beaz36ldO47ujEmKkcVDQx64I3Ks7fttXb/l67PfPJd2btGWJfJ1FgAAAABcBOvfA0DZ8/O5nA2ds5lzZ/XkyH/J8EsWnjrPGpZuqfPpF2TSFOBXqV/7vrbhl9KkTmO1RlViSqIoATLJ6tq0iyzW7l6fkXnVPSv/2rH6UtYlkZeR9Vcj59Mvf0bXmolp8Lq8GH96ZlHzLyksOOyBIffbfVQysRKWZf5//3uBGszMzpzz10/CMsvy6bH/tvsYZDjYo3neImuH445EH9ymBk+fO62K8HwvbN92fSJb935KfDRrAAAQAElEQVRo6APWZjEAAAAALoH8CwDKnvHKrQ9NJqPdroAKAfVq1LUblFnPnOd/XPHm4pfGPV/gEwYFVJHbrJwsUTJUvGU0GRdvXWo7vnhL3pveeu+erW65PJR7+f9NZpNwnIn97tZoNHaDka17VfarLIuN+zepkf2xB3Jz8z6CiQPuyb9UmXT/4Emq2BOzVxUh1UJUMX3Wa+v3/m37YVf08Xvjvv/c029CRK1wAQAAAMB1MP8RAMrehfQ0Vfj5VrDb1Tik0fVPz0g7EnfkdOrplLRzCckJ0Ye3HTx5SFjWzhclo3vzrn4+fmkZaTLwuq3rMDV4/uL5dXvWy6Jv2yiD5+WuLpmFqSLzGmFcVs7l7M/Xu4Iospb1mxc4XrNKjZS0lJjEWPXmvhP7VdGgVkSBx4fXrK/T6mTItS9mnxppFNKwXYM2Ww5GnzoTN/mjKTLz6t68R48W3To36WT9pAAAAAC4FvIvACh7J8+cUkWtKrXsdlW8sjRYficSY+as/nnLgS3HE0+I0uWp8xzQvv+cv36KPhSdfD4l0D+v62rZ9pVGS//aIMvK94rBy6CKixkXC3wqGaKpwq/I+ZeXh1dw5eACd1WrVG338T05ppzz6Rf8fSvui72catW6xt0nNRpNraq1YpJi9sUcsA6+c//bL3778qodq4UlW1ywcYF8yPCrVf1W9WvWG9xpoHVxMQAAAAAugfmPAFD29py4PPku/8JSHtqC/1Cxds/6UdPG/vTXz9bwq1pAUPfm3R4ccv83T37ZtkEbUcIGdRqgigWb/1TFEsudH2sEBreq39J6WFClIFWkXEgp8HlOp15eb6t65eqiaDTaQn54XZ5vqWZHZl9pLtNqi/Hzzsfg8/b/vTnz2e/uGzAx4krjWGZO1t/7N36/fObY6eP2nNgjAAAAALgO+r8AoIyt3/u3Wvq9UUhDa7dU4eLOxj31+bMms8nLw2tkj9s6N+7cqE4j2xssGo1GUcIahzSqW6PusfhjS7YsvStqXOK5xG2Ht8vxIZ0H2x4WUfPyUllJqQUvxp90Zb35hrUjRNFkZWemXEhW95e0E382QVjW2q/ok9c3Vzvo8mJesadPXmvRrpOnT8ptZb9KduMNazeQj/sHT5Kf2rrdG/7et3HLwa3yKyVf9tdnvfXDM98KAAAAAC6C/i8AKGNfL/5GFYM6DijiKQs3L5YZkCwm3/rQ4yMe69i4g234JWxCpRI1uEPePMeDJw/FJMUsj16pBod0GmR7TFBAVXXPyu2Hdxb4JNuP7JBbD51HWHCYKLKEc0kFjsen5OVf1ja62kGXpz3GnY0v8Pgz58+ac82yCL+SjmXlZMt4US2gplSvVH1E99v+e/+bS974U90Ucn/sAXmiAAAAAOAiyL8AoCwt27pMBUAywBp6dedUIU6duZzmNKvbNP/e3cf2JFhiILPZLIpAp9OpQiVBRTegY381zXDVztWrdvwli7YN2lSrVM3usN6tesntvtj98mG3K/Fc4oa9f8uiQ8N2Wk0xfiQt3bos/+CWA1tSL6bKolvzrmrkluY99JZF6//c9GeBzzNzxSxVdG7SSRXTfnh1yAu3jXt9wvmL5+0O9vbyblG/haozLC174iZePQAAAAClhvwLAMpGZk7W8m0rp818Tb350NAHvfU+RTy3euXLi2rtPGq/EFXc2bjnv3lR1SazSRSBt/7ypMuUC+dEcVSpGNilSWdZLNq8eMfRvPauAe375T9saJchOm1eSPTEZ08dSzhuHT9z/uyjHz+ebcxbomt8n/GiOOas+llNt7SSkd+0mf8RlrX5+7aNUoOV/Crd0XuMLFbtWD137Xzb42Vc9eXir79f9oOs/Xz8OjfuqMZ7t+otLC/dGz+9ZfdOL2SkRR+MFpawsnZQbTV4w68eAAAAgFLD+l8AULI27dt8KfOS9c2MrPSTZ+JiT5+MTYq1dgxFtY0a3u3Woj9nx0Ydvlj4lSw+/u0T+YS9W/UKDqx+JO7oyu1//bJ2XvqV1iQZ4mTlZOs9vQp/tsp+lVXx5eJv0i5dNHjq7+pzZxHDOBl4rduzXr5rWes99VGtI/MfE1Y9dGL/u2f8+UXSuaR73r5vUMcBreq32nti34KNfyZfSJYHjOwxom1Ea1EcOaacSe8+MKbnqCZ1mnjrvQ+dOvTD8h/VJz5xwN22d4ccFzVu7pp5Mrp67cfX1+5a261Z1+qVgvbG7F++feWx+GPqmFfuetHX4KvqHi26tYloE30oesmWZfLz6tu2T/2a9S5eSpfv4rcNf6i7VT42/FFrt5rdq+fnU2Fiv7sFAAAAAGdC/gUAJWvTgc3yca29njrP+4dMuitqnCiOVvVbTrlt8nvzPsjKyfrsjxnyYbv3lhY9ImpHzFjwuaxlyhZeq37hz1YjsEajkIb7Yw9kZWeqfqguTTvnvxNlgXq17uk320+lQr1b9/QxFJya/d+g+/Re+g/nfyyPnLVyjnxYd0W27vXv0f8SxTRp4L0yAbR9HmFZ9v7+wZMm9L2qlayij98X/5rx8rdT98Xul1GdfNjurRYQJMOvdg3bWUdksPXGvdNlTiczyqPxxz75/TO7d/2vkY8NtlnjzO7Vkzka+RcAAADgbMi/AKAM6D31dYPD2jdsP6L7rTJAEcU3LuqO1hGtPv3tfydOx55JPW00GQ1ehqZhTcZHjevSpNPxxBMq/1q+fcV18y/pvYfekXHSjiM7jsQf1Xt4nUtLEUUj87s+bSJ/sUwtHGRZDv9aJvQZ37BWgz83LzwWf1zmSgEV/GtVrTW656io1r1F8UW1iezUuON/f353z4m98sWsWbVmx4bt74gcW71S9fwH16tR97unv/5l3a/Rh7adSDwRkxTj71uxTrWQAe37923XN39/XCW/Sj+9OOu39X8s2rw46dzplLQUmTPKcK19g3bjo+5s36id3fFXvXqW5cYAAAAAOBXyLwAoEWN6jpYPcaMMnvroTzcVfkyTOo0/mvx+gbvCqofmP31o5yHyUeDxVSoGPj3mSXFDnr39afkoypEdG3eQD+Egzes2+/apr4p4sEajGdHt1hFFnmQqc70R3W+Tj6IcfDOvHgAAAIBSQP4FAAAAAAAAd0b+BQAAAAAAAHdG/gUAAAAAAAB3Rv4FAAAAAAAAd0b+BQAAAAAAAHdG/gUAcBn3D54kHwIAAAAAioP8CwAAAAAAAO6M/AsAAAAAAADujPwLAAAAAAAA7oz8CwAAAAAAAO6M/AsAAAAAAADujPwLAAAAAAAA7oz8CwAAAAAAAO6M/AsAAAAAAADujPwLAAAAAAAA7oz8CwAAAAAAAO6M/AsAAAAAAADujPwLAAAAAAAA7oz8CwAAAAAAAO6M/AsAAAAAAADujPwLAAAAAAAA7oz8CwAAAAAAAO5MKwAApevzhV+2eaCDfBw+dUQ4h7HTx8mPZ/gro8VN2HZ4u/q8Zq+aI0rSgZMHRVmIOxt3ISNNAAAAAHA15F8AAJdxKSvjtR/feOJ/T4vSlZubK0O9UdNuT8u4IAAAAAC4GuY/AgBcxr9nPLth39/BlYNF6fpm6Xcf/fqJAAAAAOCayL8AoLTdN2CifAi30zq8VfSnm0RJSs9KF2UhI7Ns3i8AAAAAhyD/AgAAAAAAgDsj/wIAAAAAAIA7I/8CgNL2+cIvP/tjhixmPzczvFZ9NTjpnQeiD2/r167P9HumJZ5LXLpl+dZDW7cf3VkjMLhucL3OTToOaN9Pp9UV5fnlk8t34V/Bf+VbS7cc3Prr+t+OxB+NTTpZNaBK49Amd/Ye2zS0iSiyAycP/rlx4bGE43Fn45LOna7iHxgSFFKvZt0+baLsnmfb4e33vXO/LJ4c9fiYnqNtP5iggKqLXltwKfvSos1LthyM3npwq6fOI7x2ROvwlsM6D/X3rXjdD+PhDx79e/9GVSekJLR5oIMs7ogc+/jwKbaH/bVzzYrtK47FHz+RFCM/1Po16reo23xMr1FeHl7WY1IuJA9/ZbS6k+NHk9/v1Kij7TOcTj0zetpYuVfvqf/x2e9X7lj18W+fWvcOeeE2uW0U0vCHZ74VAAAAAFwE+RcAOJcdR3c+/tmT5y+eV28eiTsqH0u3Lv1z08IPH37PU+dZ9KdauGnxC9+8ZH0z7my8fCzbuuzOyNsfG/7odU/Pysl+Z+67c9fMsx2MT06Qj437N81cPuuRWx+a0Ge8KJqk1NNTPv7XoVOHbEfW7V43Z9XPXz7xv5tf0j7HlPP2z+/OXf2LdeTUmTj5+Gvn6l83/D7t7peb1GmsxitXDHxh3PNP/u8pWU/97tVfXvrJx+CjduXm5j7/1YsqGnt85GOh1esIAAAAAK6P/AsAnMjOY3uWbl2eK3LH9BzdLKxJjjFnw75NK7atMJlNWw5sXbDxz1u7DCviU2VlZb42+w1Z9G0XNarHyPCa9Y/GH5s28z/H4o/9sPxHX4PvpIH3Fv4MH/36sQq/ImqGd27SOTS4TiVf/5ikk9GHt63ZvVZGRR/O/7hjow4Naze47gdzMTN93GsTki8kd2/erUfzbn4+FaMPbVsSvSw17VzSuaRPfv9s2oRXrvPBTH5fbu95+76dR3fJsGzB9F/tDnj4w0e3HoyWRZPQJn3aRIZWC0lNP3847sislXNikmImvjXpx+e+rxscpg7u1fKWAR36yXzwdOqZD3/75KnRT6hx+crIz04WXZt2GdHt1rz32G+CfHz82ydfLc5r+Pp92ryaVWoKAAAAAC6F/AsAnEhCcryHzuPjRz5o26CNGhncadDaDv2mfPy4rBdtXlr0/CszJ0vkiIn9Jjw49AE10rxusy8e/9+EtybGJsV+/ueXvVv1rFej3rVOT72Y+tPqubIIqRby1ZMzvPWXO6S6Nsubdfj9spnvzftAvinTuqLkXxmZGfJx/+BJ1htfyvc+oe/4Ea+MTs9MX7Ft1XO3P2PwMogbtWDjQhV+5W9JG9hhwAPvPyw/nekzX/vyiRnW8adGPylPkfnXT3/9PKBdv2Z1mx4+dUQmcXJXtYCgqRNeFgAAAADchVYAAJzJ+Kg7rOGX0q1pl5pVasjiWMIxURxhwWEPDLnfdsTft+JDQ/LiMHOu+fe/FxRy7qGTh2tWqVnBu8I9fe+yhl9W/dr3VUXiuQRRNC3qNbeGX0pQQNVerXqKvImWWXFn48WNkgnaB/M/kkXHRh3yz8eMqBX+oOVF2HF058GT/8y+lJ/aS+NeUPX0H1+T8dyTM57KNmbLN6fd80pRliQDAAAA4CrIvwDAuQzuOCj/YO2qteU2I+uSKI6J/e7WaDR2g5Gte1X2qyyLjfs3FXJu+0bt5r380+p3VgzuVMDHU9W/inrm7JxsUTSDOg7MP1g7qJYqLmVniBu1Yd/G5AvJsohs06vAA7o266KKvTH7bMc7Nu4wsscIWRyOOzL+jbtPnjklaxnStQlvLQAAAAC4EeY/AoBzqR5YPf+gj95bbo3GHFEcLes3L3C8rP+N/AAAEABJREFUZpUaKWkpMYmxosgSUhJik06ePn9GnngiMWbLwejc3Fw5nmM0FvEZggv8vLy8VVH058kvKSVJFa/+8Jp8FHLk/pj9outVE0inDJ/8976/T52JO554Qr7ZNLTJpEHXWRYNAAAAgMsh/wIAJxJQIcDLwyv/uGq2UpFTEcnnudZNFatVqrb7+J4cU8759AuFT/RbvWvNwk2Ltx3eLmMvcXOqVqySf9DanlasT81O4rnEIh55OP6I3YjBU//87c/c//7D6s1Hb3tEq6EzGgAAAHA35F8A4EQcGL5otIU81eWwKf/sSFuf/Pbpl4u/sR0JCw5rUCu8Rd3mHRq1H/HKGHOuWRSZVqsTJcM6B/OFO58t/OaMPgaf/IOrdq6x1p8t+HzGY58IAAAAAO6F/AsA3FNWdmbKheTKFQPz74o/m7dovU6rq+jjd63Tl25dpsKvqv5VRt4yol1E24jaEQZPvdprNBmLFX6VqFpVLi8i5qv3adegbXFOFZv3b5nz10+yMHgZMrMzow9F/7hy9u29xggAAAAAboRZHgDgthLOJRU4Hp+Sl381C2tayLnz1v+qig8efm9iv7ub121mDb+k06lnhNOoUz1EFccsa3jld/7i+W+XfvfHxj9t7/8oXbx08YVvXpKFt9575jPfVa+Ut0LZR79+Env6pAAAAADgRsi/AMBtLd26LP/glgNbUi+myqJb866FnBt3Jk5YlseKqBWef++SrUtVYTKZRCny0Oa1Ldu1ntUJqqOKPzYuzMzOzH/W7NU/fzD/45e/nbrz6E7b8WkzXztruXHko7c+Elq9zisT8rKwrJysZ7983u5d6LSX26XNN7FOGQAAAICyQv4FAG5rzqqftx3ebjuSkJIwbeZ/ZOGp8+zbNqqQc6tXzmuGyszJsuuZkjbu2/TZHzNUbRKlmn8ZvAxyez79fLYx2zooo6vOjTvJIiE5/tWZ/7HdJe04uvObxd/KwtfgO7jzIOv4wk2Ll0cvl0XLei1G9hgui7YRrYd0HiyL/bEHPv/zS9sn8dYbVJFsycsAAAAAuBbW/wIAt5Vjypn07gNjeo5qUqeJt9770KlDPyz/MT0zXe6aOODua90dUunYuIPKzh779In/G3Rvh0btvb189sXuW7hpkUyOrIddyrwkSlElv0pym5md+fCHU1rXb9m4TsPuzbvLkVcmvDh62h0paSmLNi/ZG7N/eNdbQ4JqpV48v+XQ1qVblxtNRnnMU2Oe9PbyVs9zOvXM67PfFJYGt2l3v2x9/seGP7pu93r5PF8u+rpny1usvW+VKlRSxfNfvzyoQ/9KfgGjbxklAAAAALgI8i8AcFuTBt77xcKvZq2cYzuo0+ruHzxpQt/xhZ97d9+79p3Y/9fO1UnnkqZ+P912l1ajndj/7sNxR+Tek2dOiVIU2brngo1/yiL6ULR8dGnSSeVflf0qf/vUV9NnvrZx/6bYpNh3f3nf7sT/G3TfwA79rW8+//VLKgd8eNiDNQJrWMcr+vj9e/S/nv7iOZPZ9MyXz8967nsvDy853qVJF5mUZeZkJSTHf77wS72XgfwLAAAAcCHMfwQAtxXVJvLLJ2Y0DW0ia72nvm6Nurf3GvP7q/Pu6TdBZliFnysP+O/9b75699RmdZtWuXITSRkzRbWN+unFWTJB69S4oxxJvZi65cAWUVq6Nev2yl0vytjL37eifDPLZqpjjcDgjyd/ID/gQR0GNAnN63fz8/ELCw7r377vTy/8KKNA65E/rpwtszNZyMPG9Bxt9y7ki9a1Wd7KaCcST3ww/yM1GOhf+bPHPpGfe7AlLPP2MiSfTxEAAAAAXIQml6V8AbgC9Y+V3JotjBY5OTn9Px6cZcySu14dNbV93XZFeapp86evPbhOFkPaDH446kHhdj77Y8bnC/OWr/r5xdl1g8ME3MI7C99bvGuJLCKb9Pr34CeLcsrag+unzX9VFr6evv8b9rGXl5der/ey8PT09LDQ6XQajUarzctDZSEAAACA63n66afPnTs3efLkJk2aCBfB/EcAAAAAAAC4M/IvAAAAAAAAuDPyLwAAAAAAALgz8i8AAAAAAAC4M/IvAAAAAAAAuDPyLwBwN/cPniQfAgAAAABgQf4FAAAAAAAAd0b+BQAAAAAAAHdG/gUAAAAAAAB3Rv4FAAAAAAAAd0b+BQAAAAAAAHdG/gUAAAAAAAB3Rv4FAAAAAAAAd0b+BQAAAAAAAHdG/gUAAAAAAAB3Rv4FAAAAAAAAd0b+BQAAAAAAAHdG/gUAAAAAAAB3Rv4FAAAAAAAAd0b+BQAAAAAAAHdG/gUAQLmg0WgEAAAAUC6RfwFwVRoLAaAI8n+z8O0DAACA8oP8C4BL4tIdAAAAAFBE5F8AXJs1Bvvir69+2vhzUU6JORurig0HN5w4c0IAruBk8ilVbD2+7Ykf/12UU85fuqAKzdUEAAAAUM6QfwFwYbZX8idOnxDFdPZisnwIwKWkZqSmxqYW65Tc3FxNPta9JGIAAABwe+RfAFyM9dJdFbkCwHXI7xSthV3+RfIFAACAcoL8C4BLsl6339FubFZ2ltlsNlmYr8i1UMeo5heB0nLx4kW59fX15WUvZdb/1G0zYp1OZ/AyaK8g/AIAAEA5RP4FwCWpfha5vbP97TkWRqNRbSUVhOVeIVCK5At+/PhxWYSEhHh48FOmbFgbviQPC5mC2UVgrAUGAACA8oMrEwCuIW+q45Uky3rRri7m5YW9bcOXuvIn/yorMnzMysqShaenJ/lXmbBmW9ZvEJV/2UZgKgUTdIEBAACgfODKBIArUdfqtot5W6/wbdMxOZJrQ6AU5eTkqPzLy8uL/KtMWIMt63eHrWtNgSQIAwAAgBvjygSA67EmXyrekpf0tuOqHUz1fwlLWCZQiuQrT/5VtmzzL/UdYZuCWZu/5FbY3FACAAAAcGNcmQBwSbYRmO2gdeajNf8SRGClKycnJzMzUxZ6vd4aTaLUWMMs2wZJ20YwJj8CAACgHCL/AuAy1BJg+S/vrW+q8Cv/yl/kX6Xp0qVLqv/LYDAQr5Q+u28QaxeYbQpmdyNIAAAAwO2RfwFwSbbhl+11PuFXmZNfBZV/6fV6gTJibe+yWynPtrBtASMIAwAAgHsj/wLgemwbwdQUSHUxLwvromDWg8m/Sl92drZOp/P09BQoI/m7wGx7wWwJAAAAoBwg/wLgSlTIJa6+vFeBl3UXzV9lLicnR345WPy+bNm1d9kGXnbhFykYAAAA3B4XJwBcTP4IzDourgRedrEXKVhpMpvNRqPR09OTxe/Liu23hl3IZTftURB+AQAAoHwg/wLgegrsAhOWnMs2BUOZUDfflF8I8i9nkD8LKzAdAwAAANwb+RcAl2Sbc+W/hueqvgypW3BqbG7NCWdQYL8kAAAAUE6QfwFwYXbdXlzSOwOTySTzL7XOuoDz4esCAACAcoj8C4DLs7ueZ/Jj2ZL5l/wSMPnReRB4AQAAAORfANwNV/tly2w2y63Mv/hCAAAAAHAS5F8AAEcymUzCkn8JAAAAAHAO5F8AAEci/wIAAADgbMi/AACORP4FAAAAwNmQfwEAHMloNMqthwc/XwAAAAA4C65PAACORP8XAAAAAGdD/gUAcCTyLwAAAADOhvwLAOBI5F8AAAAAnA35FwDAkci/AAAAADgb8i8AgCOp9e/JvwAAAAA4D/IvAIAj0f8FAAAAwNmQfwEAHIn8CwAAAICzIf8CADiSyr88PPj5AgAAAMBZcH0CAHAk+r8AAAAAOBvyLwCAI5F/AQAAAHA25F8AAEdS+ZdWqxUAAAAA4BzIvwAAjpSbmyu3Go1GAAAAAIBzIP8CADiS2WwW9H8BAAAAcCbkXwAAR1L9X+RfAAAAAJwH+RcAwJHo/wIAAADgbMi/AACOxPpfAAAAAJwN+RcAwJHo/wIAAADgbMi/AACORP4FAAAAwNmQfwEAHIn8CwAAAICzIf8CADgS638BAAAAcDbkXwAAR6L/CwAAAICz8RAAADiOyr/o/wIAAADgPMi/AACOpOY/0v8FAAAAwHmQfwEAHIn+LwAAAADOhvwLAOBI9H8BAAAAcDbkXwAAR2L9ewAAAADOhvwLAOBI5F8AAAAAnA35FwDAkdT8R9b/AgAAAOA8yL8AAI5E/xcAAAAAZ0P+BQBwJPIvAAAAAM6G/AsA4Egq/2L+IwAAAADnQf4FAHAktf4X/V8AAAAAnAf5FwDAkej/AgAAAOBsyL8AAAAAAADgzsi/AACOpGY+qlmQAAAAAOAMyL8AAI6kZj6qWZAAAAAA4AzIvwAAjkT/FwAAAABnQ/4FAHAk+r8AAAAAOBvyLwCAI9H/BQAAAMDZkH8BAByJ/i8AAAAAzob8CwDgSPR/AQAAAHA25F8AAEei/wsAAACAsyH/AgA4ksq/6P8CAAAA4DzIvwAAjqTmP9L/BQAAAMB5kH8BAByJ/i8AAAAAzob8CwDgSPR/AQAAAHA25F8AAEdi/XsAAAAAzob8CwDgSMx/BAAAAOBsyL8AAI7E/EcAAAAAzob8CwDgSPR/AQAAAHA25F8AAEei/wsAAACAsyH/AgA4EuvfAwAAAHA25F8AAEdi/iMAAAAAZ0P+BQBwJOY/AgAAAHA25F8AAEei/wsAAACAsyH/AgA4Ev1fAAAAAJwN+RcAwJF0Op24Rv61du1a0xXyALnt3bu3wWAQAAAAAFCSyL8AAEWSmpr64osvZmVlFeXgxRaFH9O2bVvCLwAAAAClQCsAACiCgICA4cOHCwfx8PBw4LMBAAAAQCHIvwAARdWjR4/w8HDhCP369atcubIAAAAAgJJH/gUAKIbx48erFb5uhky++vfvLwAAAACgVJB/AQCKISgo6Oajq9GjR3t4sAAlAAAAgFJC/gUAKB6Zf9WuXVvcqMaNG7ds2VIAAAAAQGkh/wIAFI+Hh8f48eM1Go0oPnnWqFGjBAAAAACUIvIvAECxhYSE9OzZUxSfPCs4OFgAAAAAQCki/wIA3Ihhw4YFBAQU65QKFSoMHTpUAAAAAEDpIv8CANwIvV5/xx13FOuU4cOHGwwGAQAAAACli/wLAHCDmjdv3qlTpyIeHBoa2rlzZwEAAAAApY78CwBw40aMGOHr61uUI8eMGSMAAAAAoCyQfwEAblyFChVkBHbdwzp16hQWFiYAAAAAoCyQfwEAbkrnzp2bNWtWyAF6vX748OECAAAAAMoI+RcA4GbdeeedMuS61t6hQ4f6+fkJAAAAACgj5F8AgJsVEBAgQ64Cd1WvXr1nz54CAAAAAMoO+RcAwAFkyFW7du3846NGjdJq+VkDAAAAoCxxTQIAcAAZco0fP16n09kOtmjRokmTJgIAAAAAyhT5FwDAMUJCQvr3729908PDY8yYMQIAAAAAyhr5FwDAYWT+FRQUpOp+/fpVrlxZAAAAAEBZI/8CADiMh4fH+PHjZSGTL9teMAAAAAAoQx4CAADHCQ8P70ELJ7sAABAASURBVNatW9OmTWUWJgAAAADACXBxAgBwsDvvvFMAAAAAgNMg/wJQgnJzcwWA8kej0QgAAADAaZB/ASgR10q+SMQA95M/7VLf6aRgAAAAcBLkXwAczC7hKvxNAG5Afl/bRl3WmhQMAAAAToL8C4Aj2cZb1jrXIv8BANyGCrmulYIRgQEAAKBskX8BcJj84VfuFcImBSMCA9yJbfKlsbANvFRBBAYAAICyRf4FwPFU1PX93zNXH1wjrm4EU9fGAoC7sAZekY16jWw7QkVgdrsEAAAAUKbIvwA4ht1sRynmbMy2mO0CQPkQXrW+yWSSaZdWq1VbYROBEYQBAACgDJF/AXCk/NMeAZQT8lveaDTK2EsWKvyyRmACAAAAKFPkXwAcTCVfZrPZmn+FVq3TLaJrUc49de7Uqn2rVT2uyx0CQOn6fv1MVUQ26RUcEFyUU/46sOZk8klZyO96k8lk/ca3Tnam+QsAAABljvwLgAPYtX3Z5V9hVUPHdbuzKM+z8chGlX/56H2KeAoAB5r19xyj2SiLyKaRrcNaFeWUo6ePqfxL9X/pdDo1rgIv1Q7GKvgAAAAoW+RfABzMNgUTAMoNmXrL/EvVmisEsRcAAACcAPkXAEeybQQTAMoTlX+p2EvWqvOLxe8BAADgDMi/ADhY/vmPAMoDtf6X9eaPRGAAAABwHuRfABwm/ypgAkC5Yc2/rLEX/w4AAADASWgFADiCNfwSVyIwej2AckU1fqreT7W1hl+kYAAAAChb5F8AHMwagckLYAGg3LDGXrbhFy1gAAAAcAbMfwTgeOpyl/4voFyx7f9i8iMAAACcCvkXgJLCpS8AAAAAwBmQfwEAAMeg8wsAAADOifwLQIng6hcoh/jGBwAAgHMi/wJQUrgSBsohvvEBAADghMi/AAAAAAAA4M7IvwAAAAAAAODOyL8AAAAAAADgzsi/AAAAAAAA4M7IvwAAAAAAAODOyL8AAAAAAADgzsi/AAAAAAAA4M7IvwAAAAAAAODOyL8AAAAAAADgzsi/AKBs/HvG0yu2r5JFvRp1f3phlnCQzxd++dkfM2Qx+7mZ4bXqixt11xv37DmxVxbL3lxU2a9yCZ3S5oEO1vrBIfdP7H934cf/vuGPV75/VdVRbaNen/iqKJqfVs9du2vd0fijKWnnqgRUHdxp4P8NvFcAAAAAKB+0AgBQ6s6nX1i9a62qj8Yf2318jyj3Vmxfed1jlm9bIYpv1srZb8x+a8O+v5NST+eYchKS4z11/PkHAAAAKEe4AACAMrBw00KjyVjRx0+n8ziXdm7eul+bhTUV5dvBk4fikxNqBAZf64DzF8//vW+TKL7vl81URXBgjW7Nuvj7VOzerKsAAAAAUG7Q/wUAZWDBxoVy26p+q65Nu8hi8eYlFzLSRHlVpWKgKpZsXVrIYSt3rjLnmvVeBlEcMjVLSj0ti6ahTRa8Ov+p0U/cP3hS/Zo3PjMUAAAAgMsh/wKA0nY88cSBkwdl0aFRu54te8gi25i9aPMiUV7VqR4aFhwmixXbCpsCuTw6b2/35t1EcaRnZaiiRb1mAgAAAEC5RP4FAKVt7pp5qujZsmenxh19Db6y/mXtfFGORbXuLbf7Yw/EJycUeMD5i+c3H9hiPbLocnPNqtB76gUAAACAcon1vwCgVOWYchZtWSyLiJrhQQFVRV5DU9dFm5ccjT+28+iuFvWaF3hWZnbmN0u+23ooOiE5MflCcmDFwJDqtesF1+3RvHu7Bm2L8n5PnYmb+PZ9Zy8ky/rZ258e3u1W4Uz6tesz488vZLE0etmEPuPzH7A0erk511ytUrWmoY2L9pTiq8XffPzbpzZvfisfshjRY/gzY/5tHb946eLsVT/tPr7n8KnDGdmX6gaHyRd2SKfBzerar8j2/ryPvlv2fa2qNX+bOm/++l9/Xff70YRjEbXCW9dv9fCwBwUAAAAAZ0X+BQClavXOtecvnpdF3/Z91Ei/9v1k/iWLX9bMKzD/Ss9Mf+D9R/ae2GsdSTyXKB+b92+ZtXLOxH4THhz6QOHvNCElYdK7Dzht+CXVqVanbo26x+KPrdi2qsD8a5nlzo992/bJFbnCcX5e/cunC/6nviKKTCHlY966X8f2Gv3QkPu99T75z5J7p898zXp8tUrVBQAAAAAnRv4FAKVqwcY/VTGk40BVdGncqap/lTPnz8qI54nR/6ro42d3yjtz31PhV5cmnVqFtwqtFpqWceHAyUPLopenpKV8ufibbs27FXL7yNOpZya980DSuSThrOGXyM2LtCJb954Rf2xfzL78d4GUyV30oWhZ9GkbKYrsnn4T5CPubNyQF26zvHnXQ0Ov6tJasHHh67PflIXBUz++z7jQanUMekNMYux3y384l3ZOZouxSbEfPPye3dNmZF766LdPZCG/UpX8KsckxfRu1VMAAAAAcGLkXwBQelIuJK/bs14W7Ru1q3zlpocajWZgh4HfLP0225j9x99/3tF7jO0pOaachZvy5kt2b97t3Qfeto4PEWJE99tGTs07eNaq2c3CXr3We/y/dx9Qi2o5afh1Rb+2UTMWfC7yWr2W3xU1znbX8ujlclu7aq1GIQ0TzyUKR0hISXhjzluyCKgQ8PHkDxrWbnB5R3PRr33fhz+cfDT+2Pq9fy/duqxP2yjbE2Xm6Knz/M890yLb9NZpdUmpp/19/QUAAAAAJ8b69wBQehZsXJRr6XUa0L6/7fht3YaqYu6auXanXLiYJnMxWYTXrG+3q25wmIzA7ul314AOAwp8d6kXUye9+2Ds6ZPC6cMvYZkCWa9GXVms3LbKbtey6LzJj33aFKP567rmrp6fkZl3a8jJtz70T/hlERRQ9eW7XlT1T6vn5j+3R8sefdv1keGXrKsFBBlYWR8AAABwbuRfAFB6ft3wu7DciDDq6iinZpWazes2k4XMqqIPb7PdFehf2c8yI/K7pT/8tuF3FdlYPTP2qYeGPti1SWfriEb+zyI9K/3+9x46nnhCuEL4pfS23Ntxz4m9Z86ftQ6evZC84+hOWUS1iRKOs+/kPrmtVbXmkE6D8+9tHNKoV8tb8g6LPWC+cgdJqyLecwAAAACAkyD/AoBSsufEnpikGJGX8vTM3zE0uNMgVcxbO99u1529bxeWiZBTv5/e64k+j378+Lx1v6akpRT4XqzLwz//1UuH446oOqx6qHAF/a7MNFxsuSGAbV27aq3wWvWF4+w9npd/hdesr9FoCjwgonaE3GZlZx6JO2q3q0HNcAEAAADAdbD+FwCUkj/+vrzy/cJNi9WSXgVaFr3iqTH/tl0F/94B98hU67M/ZghLCrZuz3r5mD7ztWZ1m4bXqN+9RfduTbvkf56ElAStRuvp4ZmVk/Xyd1N/emGWwcsgnJuaAnk0/tiKHSvHRd2hBpdb7vzYv0N/4TixSbHpmemyqFGlxrWOqVWllir2xuyNqHVV4OXvW1EAAAAAcB30fwFAaZC51ZKty4pypMls+m3973aD9w2YuPC1P/418rH2jdqpZaek3cf2zFv365SPH5+5fJb1SOv8R41G88pdL93Tb4Ks487Gf/L7p8IVRFqmQMpPTU2BlCne7uN7ZNG/bR/hOJk5WeIm6HQ6AQAAAMB10P8FAKVh1fa/0jLSZDGo46BBHQtuZYo7Gzfth//I4pe186zdT1bVAoJu7zVGPjIyM9bvWb9u79+bD2w+nXpG7pLZVv8OfSv7VRY28x8fGz5lQId+ebeP3Lw4Jilm5orZka0j1SpjziyqTeT/1F0go5fLT3ap5c6PEbUiQqqFCMepU62OKhLOJlzrGBm9qUK9sAAAAABcF/1fAFAarJMfb+81ul2DtgU+hnUZWiMwWB5z8sypLQe3quNNZlNS6um9MfuycrLViI/BJ6pt1Ct3vbjotQVDOuet3Z6Zk7Vp/xa799jeska7p87z5fEvqJEXv3lZ3UrSmYVVD61fs54sVu9aI7fLtublX5GtewmH0nt6VatUTRZxyfHXOiYh+XL+1TCkoQAAAADgysi/AKDEyQBrw76/heVugw0sq6pfy7CuQ1Xxy7pfVfHbhj8GPDN4/Ot3b9y/Mf/xnRt1UEVGVsa1nrN53Wa3dR0mLLHap7/PEE5PTYGMPrTtwMmD+2MPyLqvQyc/Xn4vbfIytcOnjhw6dTj/3qRzScss647JMK5aQJAAAAAA4MrIvwCgxC3YeLn5a3DHQYUfOajjQFWs3LbyXNo5WfRqeYu6QeGHv36SkXlVyGXONa/atVrVTUObFPK0jw1/VE3i+2H5TBkqCefWp02k3Obm5r7y3auyaFynscwNhaPd3ecuH4OPfA1f+naqWmvM6mj8sUc/flzNV41qHSkAAAAAuDjW/wKAEjd/3eX17Ad1GlD4kdUCgjo0bL/pwOa8VfD//mNCn/EBFQLuGzBxxp9fHE84PvTF4QM7DoioGW7QG47FH/tj44JTZ+KEJTUrvK1MBj1PjHzs2a9ekHHP81+/NPu5Hzx0Rf33/7ulPxRy48jgwOpDOw+5+VNs1alWJ7xm/cNxRw6dOiTy2sF6ihJQya/SuMg7/rfgc/leRk0dM7bXmDpBIebc3A37NizdutxoMspjmoU1ndB3vAAAAADg4si/AKBk7Ti6M8GyyJQMU6pXqn7d4wd06C/zL1n8/Ncvd0WN02g0kwbee/DkodW71qSkpXy/7Ae746PaRr1w57PXfdq+7fr8/veCjfs3yRxNpmkPDrlfFM33y2cWsrdNeOv8YdYNnGKnd+teMv9SdZ+2UaJkTOx/t95LP+OPzy9kpKlF920N6zLk8RFTih4UAgAAAHBazH8EgJL1+4YFquhbtBwnsk1v1TyVeC5x0/68IExGYO888NZ7D73TpUmnkKDavgZfdWTD2g2eGvPk6xNfLWJG88K4Zw2eell8s+S7o/FHhRNTUyCFJTQMrhwsSoZOq5MJ4+wXfhzba3T7Ru2qVAyUr3y9GnVH9hgx96U5L9z5nPWlBgAAAODSNLm5uQIAbk7uFWaz2WQyGY3GnJycN5e8vXDfYrm3Z+Mezwx5uijPs/HIxhfnviILH73Pr4/9IgCUrgFvDjaa8+Z+vj76P63DWhXllJd/mbrhcN7tHfrWj7qrzTgvLy+9Xu9l4enp6eHhodPptBYaCwEAAAAX9/TTT587d27y5MlNmjQRLoJpHQAAAAAAAHBn5F8AAAAAAABwZ+RfAAAAAAAAcGfkXwAAAAAAAHBn5F8AAAAAAABwZ+RfAAAAAAAAcGfkXwAAAAAAAHBn5F8AAAAAAABwZ+RfAAAAAAAAcGfkXwAAAAAAAHBn5F8AAAAAAABwZ+RfAAAAAAAAcGfkXwAAAAAAAHBn5F8AAAAAAABwZ+RfAAAAAAAAcGfkXwAAAAAAAHBnHgIAAAAAAABwX+RfAAAAAAAAcGfkXwAAAAAAAHBn5F8AAAAAAABwZ+RfAAAAAAAAcGfkXwAAAAAAAHBn5F+rMjf4AAAQAElEQVQAAAAAAABwZ1oBAOXMloNb2zzQwfrYcXTndU956dup1uN/Xv2LcFPbDm9Xn+PsVXOKeMpnf8xQp8QmxQqHuoEPplhW7vhLPf/iLUvETbuUlRGTFCMAAAAAOCXyLwDl3YptKws/IMeUs3LHKgFcg0xUh78ypihBKgAAAIAyQf4FoLxbsnVZ4Qes3/N3RmaGAAqy69ju+997KOlckgAAAADgrFj/C0D5FVgxMPlCsnzsPranWd2m1zpsxfYVcqv3MmRlZwq31jq8VfSnmwSKg2wUAAAAcH70fwEodzTyfxaRrXurYrkl4SpQjinnr51rZNG9ebfLp2s0AgAAAADgOsi/AJRf/r4V20S0kcXy6GsuAbZm17qMzAwfg0+nRu0FAAAAAMAFMf8RQLkW2bpX9KHoxHOJu4/vaRZWwBTIZdvyWsN6teyp0+rUSG5ubv7DLmSkfbPku8OnDh+NP5qWebF+jXryMbTLkKahTeyOfH/eR98t+75W1Zq/TZ03f/2vv677/WjCsYha4a3rt3p42INbDm69/72H5GG/T5tXNaDq7xsWLNm69ODJQwYvQ8PaEYM7D4660rO258TeZdHL5fEnkmJrVK7epWnnBwb/nzws/8d24OTBPzcuPJZwPO5sXNK501X8A0OCQurVrNunTZTdh7ft8Pb73rlfFk+OenxMz9G2u7KN2Qs2Lly4adGJpJjsnOyGtRu0rN/i7r7jRfHNW/frXzv+OnnmVFLqGW+9d52g2nWq1WkT3rpP20gvD6/rnp6Zk/XIh4/KD1XWPVv2eOO+16xfGsmca/5xxeydR3ceTTieeC4ppGqtejXqdm/WrW+7PqI4Dp868vOaufJFO5ZwzEPnKb+aDWo3uCNybJWKgdZjdh3bffdb91rfnPr9dPmQxdp3V8nA1Dp+8dLF2at+kv+Byf88MrIv1Q0Oqxdcd0inwfmn3H72x4zPF34ZFFB10WsLLmVfWrR5yZaD0VsPbvXUeYTXjmgd3nJY56EytBUAAAAAion8C0C51qdN5Buz3xKWu0Dmz78yszPXWiY/Rrbpff5i6rWeZG/Mvif/97TtCugyGZGPX9f/fmfkHQ8MmVRgrCNjoOkzX1P1zqO7qlWqbrs3ITnx0Y8fP554Qr2Znpm+fu/f8rHtlpFPjX5iwcY/X/p2qvVgeZh8bNy/6cdnv7cNg7Jyst+Z++7cNfNsnzk+OUE+5MEzl8965NaHJvS5foaVciH54Y+myBjOOhJ9eJt8rN61pkMx2+Je+/GNuWv/+XiysjNT087JT//3DX/8sXHBR4+876nzLOR0GcM99um/rhV+nb2Q/NSMZ2zvw3g47oh8LN6y9M9NC18c/4JtelUI+aX570/vyKDNOpJ8IXnTgc2/rv/18RFTBncaJIrs59W/fLrgf+cvnreOyE9WPuS7GNtr9END7vfW++Q/Kyn19JSP/3Xo1CHbkXW7181Z9fOXT/wvuHKwAAAAAFAc5F8Ayp1ccbmBKzc3N6BCQNsGbbYejF4WvWLK8Ml2R67ZtVaGIBV9/Do37rho8+ICn02e+8D7D5tzzXovw4huwyJqRQT4+p88c2rhpsX7Yvd/t+z75PNnp979st1ZGZmXPvrtE1nIJ6/kVzkmKaZ3q562B7zwzUunU8/UqVbntq7DalapGX04etbKOXL8p79+9vTwkNFVcGCNsT1H16xSY/uR7X9s/FMmLEfijsrEbXi3W61P8tGvH6vwK6JmeOcmnUOD61Ty9Y9JOimjqzW718pP/8P5H3ds1KFh7Qbi2mTkdN+7D56wJHHy4N6tewVVCoo/E/fLuvnyPcYkxooi+3PTIhV+yY+nW7MuodXD9F76A7H7V+9aezT+mHwlZ66YVUgeZzQZn/jsqc37t4iCwq+UtJQxr95xLu2crPu2i2oT3qZa5WpJKUlbDkUv27pMRof3vj1pzguz9J7XaTH7YuFXn/7xP1lUCwi6tduwejXqmUxG+QWduXK2jOpe/m6ayWwa1mWoPKB53WbRn27auG/TQx/m/Zfz4rjnhnYeYvtUCzYufH32m7IweOrH9xkXWq2OQW+Qr9h3y3+QH6f8gsYmxX7w8Ht2H8DFzPRxr02QiVv35t16NO/m51Mx+tC2JdHL5HuXGesnv382bcIrAgAAAEBxkH8BKO96t+olk5fEc4l7Tuy1mw+4XE1+bNXTNmexlWPKeW32mzL8qhEY/NWTX1T1r2LdNbLHiLd++q+Mn/7cvGhQx4HtG7WzPVGGNZ46z//cMy2yTW/55Empp/19/W0PkOFXVNuoaRNeUv1QMu6p6FPxfws+l7UMv+rXrDdjyqf+FfJOuaVFd5mRjZ0+Lisna1n0Mmv+lXox9afVc2URUi3kqydnWPuMujYTd0SO/X7ZzPfmfSDfXLp1eeH5l8yDVPh1R+8xj494zDo+sOOARz6asvPoLlFkCzb9KbfyVfrq3597e3mrQRn83dNvwqhpt8cnJ8xaMfta+ZdMnZ76/Nn1ezeIgsIvkRf2fSpDJTk44/FPW9ZrYR2XL0j3pl1lnigzrC8XffXgkPsL+Qgtx3yt3sV/Jr5q27gnX+Qpn/5r97E978/7sFvTboH+lUWhElIS3piT11ooM9aPJ3/wz4vcXPRr3/fhDyfLyE+mcku3LuvTNsr2xIzMDPm4f/Ck+wZMtL5EE/qOH/HK6PTM9BXbVj13+zMFTnQFAAAAcC2sfw+gvOvTJlIVMlmwHc/Mzly9a63lgKhrnfvjilkqG/rPPa/ahl+Sh87jyVH/UlPV5qz+Of+5PVr26NuujwpxqgUEGTz1tnsr+vi9eMeztpMBh3e9zVo/OfJfKvxS6lSr0zAkL16JPX3KOnjo5OGaVWpW8K5wT9+78k+ykxGMKhLPJYhC/bJ2vtzKd/fg0Adtx30NvlPvelmrKcbPkTPnzsit/Kis4ZciP7w7eo/Nmw849AEZKeY/USaMz3390l87V4trhF97Tuz5bcPvsnhgyP/Zhl/KgA79+rbL+yKqQLAQb85+O9uYHeBXSX5qdrNWZYz1yvgXhWWtt8Vbl4rrmbt6voyxZDH51ofsEsaggKov3/Wiqgv8kFrUa24Nv6yn9LJ0CMqUM+5svAAAAABQHORfAMo7NQVS5HVCLbMdX7F9ldFklDmU2lughZZJkTK9yr+WubBEYB0sbV/7Yvbl39uuQVtxbe0bdbBdQ10K9K+st2Rklfwq5f+QAv3y2pFs1yBr36jdvJd/Wv3OigLXq5JpnUajkUV2Tra4tv2xB1ItC58N7jjQLqGTalWt2adtpCiy2kG15XbH0Z3v/PKe7Ycqjek5+omRjw/pPNga+akPT3np21eWWb46BYZfIm9m5eXZqf2v5Hp2ujTpIrdpGWmxSdecsCk/0w37/pZF58b2L74ic8YQy6ewL2avuJ59J/O+6PIlGtJpcP69jUMa9Wp5S95hsQdkume3d1DHgflPqR1USxWXsjMEAAAAgOJg/iMAiMhWvdUUyH2x+2UwoQbV5Mc+baOuNflROmXpt0pKPd3mgQ6FPP/p1DPJ51PsZsw1qBleyCn1a9TNP+jp4ZmVk1UzsEb+XV7XW9YqISUhNunk6fNnUtJSTiTGbDkYrW5kmWM0FnKWPFIV1StVK/CAusF1RZHd0fv2tbvXyfc7c/ks+WgS2kTmWTIGkrlS/oOt99n8Yfks+cGrumHthgV+ORJTElUx8NmholB7Y/aHVAspcFfClSdZuGnxwk2LC3mS/bEHxfXsPZ6Xf4XXrG8b5NmKqB2xcsdfWdmZR+KORtS66j+G4MDq+Y/3udI0V/iXDAAAAEB+5F8AIKLa9FbrlK+IXqXyr/TM9A17/7bsuubkxwsZaba3CCzcgVMHu/h3sh3x961YyPG+Bt9r7fLz9hNFtnrXGhnlbDu8XcZeovhSL55TRdWAoAIPCKoUJIqsbUTrdx9467mvXpIvr3xz74m98vHRr5+EBYc1CmnQqn6rQR0H5L9Xpgq/fAw+GZkZXyz8qlernnWDw+yOSUxJKtqHIGTYdK1d1vzrumKSYrKN2QXe1lOJTYpVn2ONKjWudUytKpf7ufbG7LXLv6pWrJL/eGuOZk0GAQAAABQR+RcA5E2BbNegzZaD0Yu3LHnk1rxVrlZaJj9W9qvcJrzVtc6SCYgqWoe3mjTw3sLfRf0a9exGdDpdIcfbrvx1wz757dMvF39jOyKTpga1wlvUbd6hUfsRr4zJP/POjlZ7nWnydit5XVe3Zt0Wv7Zg5Y6/1u3dsGHPBhUSHU84Lh8yp1u3e/07D7yljrRtmxre7dZBHQfe/da9Oaac57568YdnvrHrAlNfCxka/vf+Nwv/AKpdo5Et70mupJmjbxnVs2UPUahCugKlogejBdIW+uQAAAAAiov8CwDyRLaO3GKZAnno1OGIWuHLt62Ug33bRV1r8ppUpWKgl4eXTF5S088XvphXmVi6dZkKv6r6Vxl5y4h2EW0jakdY1/CS6d51wy+pcoVKqoi/xprrSUVuvLLyMfgM6jhAPuTHsPVg9N/7N27av/lw3BFh6VZbs2tN9+bdhU2Xk4yinh77b61Ge2uXofPX/3bo1KEfls+86+rbRNaqWutE4gmZpoXXrC/TTHFD1PJkkinXdJNfUOuMzoSz17y9gHVSZ2W/69xKEgAAAMBNYv17AMgT2bqXupXhqp2rrZMfI1v3LvysepZVuo7FHyvwroV5z7Zj9U+r5y7btuJSVmmvWT5v/a+q+ODh9yb2u7t53Wa2C9ifTj1TlCdpVKexKhLOFTw3MC65qPcilHlWSlqKjBeTz1+eiemh8+jYuMNjwx+d/fzMqRNeVoNrd6+3O7FtRBv1pZl82yPqrpef/j7Dbhn7OtUuR1fXmt64P/bAzBWzF29ZknjumpMcQ6+EVscTTlzrmFkrZ89b9+vm/VtEofSeXqrRrJDXJyH5yqJmIQ0FAAAAgJJE/gUAeQIqBLRp0FoWa3etXRa93JxrrhYQ1LJei8LPqh10eSX1+Wt/zb83IzPjhW9eemP2W2/OftvT4zrr0ztc3Jk4uZWZl93aUsqSrUtVYTKZCnmSWlVrhlUPlcXKbSsvZV+y25uVk73CcpeAojh1Ni7q3/3HTr/z2+Xf5d/bqfHlGwikZ6Vf6xkq+vg9OfJfspBp4/PfvGy7DFZI0OXo6uc1vxR47nvzPnhn7rvPffVi+qVrBpG+Bt8qFQNlsePIjiOWfjQ7Ww9te/vnd6fPfO2XdfOtg9Z5rHb9dJFtesnt4VNHZOSX/6mSziUts7x09WvWqxZQjDXUAAAAANwA8i8AuCyqdaSwNArN+WuusNz58bqnjO05ShXvz/9o97E9trtMZtNzX794KSsvMxrZY7iHrrTnm1evnHcPwcycrIMnD9nt2rhv02d/zFC1SZgKfx75wcvt2QvJb815x2j6586DMu555+d35bgomtpVazWoHSGLX9bMzx8JrdyxWhWNajcqCIO5BAAAEABJREFU5En6t+/bsVFeUrb3xN6ZK2ZZx6Na9QoKqCosd+38ebV9BDZz+aytB6Nl0a5Bm3o1Crth5djeY4Tla/f81y/ZfWrJ51Ne/WG6qkfdMsI67q03qCLlwjnb4+/uc5ePwUe+Si99O/XM+bO2u47GH3v048fTMtLElf/qAAAAAJQo1v8CgMt6t+r5+qw3ZWBx6FReYKT6dwrXvG6zSYPum7Hg88zszAlvTRzRY3jTOo0rVQg4cPLQn5sXqTl6ETXDx0fdKUpdx8Ydth3eLovHPn3i/wbd26FRe28vn32x+xZuWrRw02LrYZcyLxX+PKNvGbVm17qN+zf9tuH3I/FHB3XoX6NqzcTkxMVblmw/skPvqc8q8lrvU26d/MAHD+e9Vm9O7NuuT7OwpkH+VWJOn1q9a030obx8KrR66KhbRhb+JC+Me3b4S6Nkrvfp75/1anVLjcC8Gyz6V/CfOuHl+997SNavz35z7e513Zt3q1a5WmzSyTW716jwy9fg++SoJwp/8ruixm3ct3HLwejDcUeGvzzqjt5jQ6vV0ek8dh7bueDvP8+nX5DHDOo4qE14a+sp1tW7vlz8TdqliwZP/V197vTW+1TyqzQu8o7/Lfhc/uc0auqYsb3G1AkKMefmbti3YenW5SpJlK/AhL7jBQAAAIASRv4FAJepKZBbDmwVlrsENg1tWpSzJg2YWNW/ygfzP0rLSJu7+pe54qrmo+DAGu8+9LbByyBK3d1979p3Yv9fO1cnnUua+v10211ajXZi/7tlxCP3njxz6rpP9d8H3vr3/55av/fvvSf2yod1vFFIw2Fdh7324+t5b1z7RgFW7Ru1m3Lb5PfmfSAjs983/CEftnvr16z34cPv6z2vM1G0eqXqkwbd+8H8j2UE9sLXL3/5xOVGtnYN2n7++GfTZv5Hxo7r926QD9uz5JfgP/e+Wnjzl+WT0Lz7wNuf/vG/mStmX7x0UaZXdgd0adLp+Tufth2RAZx8HfbHHsjKzvx+2Q95xzTtLIMtWcgXWe+ln/HH5xcy0vI/1bAuQx4fMaX0GwMBAACAcohfuwHgH3l3gbTkX/3a9S3iKTIxua3rsB7Nuv+w4sej8UePJx4/k3q2csXK1SoFDWjff2iXwV6lvvKXIkOu/97/5qLNS+as/inhbIKazVfZr3KbBm3+b+C9YdVD566ZJ/Ov1IupWw5sadewXSFPZfDUv//Qu8u3rZi/7rdjCccuZqY3rN2gSWjj+wZM/Ntyo4A8NqtxFWJc1B1dm3X5etE3+08dTLmQIt+7sERaUW0j7x90XxGDwjsj71iwadGx+GM7ju6c89dPo2+5PAu1dXirOc/PnLVqzr4T+04kxcQmnfT19q3qX7Vjow7jom4v4m0WvfU+j494rE/bPn9sWHA8KUZ+vpcyM6oEVAmpGjKq58huTbvkP+W9h975YuFXeauGxR/Ve3idS7u8wL9Oq7sralyvlj3lB3k04dixuLyXrmaVGq3DW4++ZaRaWA0AAABAKdDkFu2KBQAKkXuF2Ww2mUxGozEnJ+fNJW8v3Jc3z65n4x7PDHm6KM+z8cjGF+e+Igsfvc+vj/0iAJSuAW8ONprz5ma+Pvo/rcNaFeWUl3+ZuuFwXgzat37UXW3GeXl56fV6LwtPT08PDw+dTqe10FgIAAAAuLinn3763LlzkydPbtKkiXAR9H8BAAAAAADAnZF/AQAAAAAAwJ2RfwEAAAAAAMCdkX8BAAAAAADAnZF/AQAAAAAAwJ2RfwEAAAAAAMCdkX8BAAAAAADAnZF/AQAAAAAAwJ2RfwEAAAAAAMCdkX8BAAAAAADAnZF/AQAAAAAAwJ2RfwEAAAAAAMCdkX8BAAAAAADAnZF/AQAAAAAAwJ2RfwEAAAAAAMCdkX8BAAAAAADAnZF/AQAAAAAAwJ2RfwEAAAAAAMCdkX8BAAAAAADAnZF/AQAAAAAAwJ2RfwEAAIfRaDQCAAAAcDLkXwBKCpfBQHnDdz0AAACcE/kXgBLBZTBQDmlsCAAAAMBpkH8BKCnWC+BV+1bLR3FOFRlZGX1e7y8AlJGn5zwrionMCwAAAE6L/AuA46nuj9zcXAGg3NAURAAAAABOgPwLgINZr3i59AXKFRl5ay1swy+CMAAAADgD8i8AjqEavmyveEe1GdGjfvecnByj0WiyUIU8zGw2C8vVsnULd3L27Fm5rVy5soxCBNyONcxSX1+51VkE+QXJbf4IDAAAAChz5F8AHMYagSkhlUOC/YJl5qUiMLk1XSHzL8IvdyW/uEfTjsoiLCjMw4OfMu7JmnSrtEvlX/LLbc2/iMAAAADgVLgyAVAi1IWxvBiWaYjc5lqoi2E5nnuFIAJzOzLfzMrKkoWnpyf5l1uyneNsTbus+Zdim38RgQEAAKDMcWUCwJHsEi51VWzdpa6T1fxHa+xF/uVmsrOzVf7l5eVF/uWWbPOvorSAWY8UAAAAQBnhygSAA9je7dG26UN1flnHrR1h1uYvuB/5lVX5l8FgsKafcEvW73Rr/mXb/6XyL8GtMAAAAOAEyL8AOIzdrChVyytha4eI2cJ28iPcT3Z2dmZmpiz0ej3r37s32/xL5d0qCLNb/4t7wgIAAKDMkX8BcDxr/qVCLlmbTCaVf+XaEHBH8gtt7f8ScGvWbEulXdqC0AIGAAAAZ0D+BcCRbK9yVQRmvSlk7tXUMaRg7kd+rWX+Jbeenp4C7ss22LLtArtW8xcAAABQhsi/ADiGdQkwuwhMvmk2m617Cb/Kg+zsbJ1OR/7l9vJHYLZBmO3i94IWMAAAAJQp8i8ADmO3Cr61sDZ/iSuZF8mXezMajepWgALuLn8EJmyyMEH4BQAAAOfAxQkAR7LOdrR9U1y5+rWLvUjB3JL8ssr8y8vLi5s/uje7SMsu8rYbEQAAAECZIv8C4GD5J0Jawy+7y2DyL7dkNptNJpPtPUDhlvKnWgUGXoRfAAAAcAbkXwAc71oTIe0CLy6M3ZK6y6daBF2g3Cjw25nvcQAAADgJ8i8AJcJ63WubeXExXB4YjUYZgakV0AXKJb70AAAAcDbkXwBKFlfC5Y0Mv+RWp9PxpQcAAADgJMi/AACOZDKZhCX/EgAAAADgHMi/AACORP4FAAAAwNmQfwEAHIn8CwAAAICzIf8CADgS+RcAAAAAZ0P+BQBwJPIvAAAAAM6G/AsA4EjkXwAAAACcDfkXAMCRjEaj3Hp48PMFAAAAgLPg+gQA4Ej0fwEAAABwNuRfAABHIv8CAAAA4GzIvwAAjkT+BQAAAMDZkH8BAByJ/AsAAACAsyH/AgA4klr/nvwLAAAAgPMg/wIAOBL9XwAAAACcDfkXAMCRyL8AAAAAOBvyLwCAI5F/AQAAAHA25F8AAEcym81yq9VqBQAAAAA4B/IvAIAj5ebmCvIvAAAAAM6E/AsA4Ej0fwEAAABwNuRfAABHIv8CAAAA4GzIvwAAjqTmP2o0GgEAAAAAzoH8CwDgSPR/AQAAAHA25F8AAEci/wIAAADgbMi/AACOpPIv5j8CAAAAcB7kXwAAR1Lrf9H/BQAAAMB5kH8BAByJ/i8AAAAAzob8CwDgSPR/AQAAAHA25F8AAEdi/XsAAAAAzob8CwDgSKr/i/mPAAAAAJwH+RcAwJHo/wIAAADgbMi/AACORP4FAAAAwNmQfwEAHIn8CwAAAICzIf8CADgS638BAAAAcDbkXwAAR6L/CwAAAICzIf8CADiSyr/o/wIAAADgPMi/AACOpOY/0v8FAAAAwHmQfwEAHIn+LwAAAADOhvwLAOBI9H8BAAAAcDbkXwAAR2L9ewAAAADOhvwLAAAAAAAA7oz8CwDgSKrzS3WBAQAAAIAzIP8CADiSWvlerQIGAAAAAM6A/AsA4Egq/6L/CwAAAIDzIP8CADgS8x8BAAAAOBvyLwCAIzH/EQAAAICzIf8CADgS/V8AAAAAnA35FwDAkej/AgAAAOBsyL8AAI5E/xcAAAAAZ0P+BQBwJPq/AAAAADgb8i8AgCOp/Iv+LwAAAADOg/wLAOBIav4j/V8AAAAAnAf5FwDAkej/AgAAAOBsyL8AAI5E/xcAAAAAZ0P+BQBwJPq/AAAAADgb8i8AgCOp/i/yLwAAAADOg/wLAOBIqv+L+Y8AAAAAnAf5FwDAkZj/CAAAAMDZkH8BAByJ9e8BAAAAOBsPAQCA49D/BQAAAMDZkH8BAByJ9e8BAAAAOBvyLwCAI7H+PQAAAABnQ/4FAHAknU4nyL8AAAAAOBPyLwCAA6xcudJkkZCQIMOv/fv35+TkmGyYzWbrVtFqtffdd5/BYBAAAAAAUJLIvwAARWI0Gl955ZXTp09f90iNRnPMovDD+vbtS/gFAAAAoBRoBQAAReDh4TFu3DjhIJUrVx4wYIAAAAAAgJJH/gUAKKqIiIhOnToJR7jtttto/gIAAABQOsi/AADFMGLECF9fX3FzQkND27VrJwAAAACgVJB/AQCKoUKFCmPHjhU3QaPRjBkzRgAAAABAaSH/AgAUT7t27Vq0aCFuVNeuXcPCwgQAAAAAlBbyLwBAsY0dO1av14vik2cNHTpUAAAAAEApIv8CABRbpUqVbizGkmf5+fkJAAAAAChF5F8AgBvRs2fPkJCQYp1SvXp1eZYAAAAAgNJF/gUAuBFarXbcuHEeHh5FP2XUqFHyLAEAAAAApYvrEADADQoJCenXr18RD27RokWTJk0EAAAAAJQ68i8AwI3r379/UFDQdQ/z8PAYM2aMAAAAAICyQP4FALhxMtgaN27cdQ/r3bt35cqVBQAAAACUBfIvAMBNiYiI6NSpUyEHyORrwIABAgAAAADKCPkXAOBmjRgxIiAg4Fp7b7vtNoPBIAAAAACgjJB/AQBuVoUKFcaOHVvgroYNG7Zr104AAAAAQNkh/wIAOEDLli1btGhhN6jRaFj2HgAAAECZI/8CADjG2LFj9Xq97UjXrl2Dg4MFAAAAAJQp8i8AgGNUqlRp6NCh1jcrVKhg+yYAAAAAlBXyLwCAw/Ts2TM8PFzVQ4YM8fPzEwAAAABQ1si/AAAOo9Vqx40b5+HhUb169W7dugkAAAAAcAIeAgAAx6lWrVq/fv3q168vszABAAAAAE6A/AsA4GCDBw8WAAAAAOA0yL8AFFVubq4AgJKh0WgEAAAAUDLIvwBcX4HJF3EYgJthF3ipf1JIwQAAAFASyL8AFMYu5LJ901oThAEoOmvCJf/psNa2g4IUDAAAAI5G/gXgmvKnXfm3+Y8EgELYZl52aVeB0RgAAABw88i/ABTMrr0r18JaXCsIA4Dr0lhYC5V22aVgRGAAAABwIPIvAAUoMPy69NVI0+5fBQA4grblaM/bv9bkI4jAAAAA4GhaAQDXoMIvs0XOkTWEXwAcyLxjjvHEJpOF+ncm14YAAAAAHIf8C4A92ytPdUWal3/NmyIAwKGMvz5uNBoLicAIwgAAAOAQzH8EcBXbmY+KvLDKelUAABAASURBVCI1bvranLBbjRui/uUR2k4AwI0yHt2QufIDWWjit5t3/GxuPlyn01n/8dFq8/44x1r4AAAAcCDyLwAFsG3ByM1Kz1n4ghrXBTc29HxYcC0K4CbIDD175+/m5BOyzl38vLlB/1wvbxmBWQ+QEZjdrSEBAACAm8H8RwD/sJ1qZG3+yl46XaSfVYM+w6YTfgG4WVqdz5Cpl8uLSblr3rPOglQTIZkFCQAAAMci/wJgz3bmoyn5hGnNB2rcs+kAXUgrAQA3zSOiu0eDnpfrvz82nTulIjDzFayCDwAAAAci/wJwmbXP4qqVv/54WpNrzNut9fQe+JwAAAfxGfSS0OTNedQYL3msnG63EL5tF5igBQwAAAA3h/wLgL1/mr9ObMzd+5sa1He7VxtQUwCAg2irhOo736Vqz33zcuN3FngvSAEAAADcNPIvAHnsmr/yLj1NJuP8KWqvxjfQu9dkAQAO5R35mMbbX9VeS561XQKMFjAAAAA4EPkXgIKXvTdt+U4k7FKD3n2fEl7eAgAcy+BniHxclZ6JO7R75huNRkv8br8KPhEYAAAAbgb5F4DLrrrQzEo3LX5RjeuCG3u1HSkAoAToO96pDQy9XP/1qikrw7b/i1mQAAAAcAjyL6C8K7D5y7jidZF+Vg36DJsuNBoBACVBq/MZMlWVuvTTnps+M1owCxIAAAAORP4FII/tyl+m5BOm1e+rcc+mA3QhrQQAlBiPiO4eDXqq2rD509yLZ1TsxUL4AAAAcBTyL6Bcs1v2XjEueEaTa8zbrfX0HvicAIAS5jPoJaHRyUJjvOS18tX8d4GkBQwAAAA3g/wLQJ5/mr9ObBR7f1OD+m73agNqCgAoYdoqofpO41Wt3z9PJOwq8EaQAgAAALgh5F9A+WXX/KWmGxnnT1F7Nb6B3r0mCwAoFd5Rj2u8/VWtX/qcyYZdF5igBQwAAADFRP4FlFMFLntv2vKdSNilBr37PiW8vAUAlA6DnyHycVV6Ju7Q7fu9wBYwIjAAAADcAPIvoFy7almdrHTT4hfVuC64sVfbkQIASpG+453awNDL9V//MWVl2OZfzIIEAADADSP/Asqjgpu/Vrwh0s+qQZ9h04VGIwCgNGl1PkOmqlJ3Md5z8wyZfxmNxgK7wAQtYAAAACgy8i+g/LJd+cuUfMK07kM17tl0gC6klQCAUucR0d2jQU9VGzZ9nHvxjAq/7G4HKQAAAIDiIP8Cyh27Ze8V08LnhDErb7fW03vgcwIAyojPoJeERicLjfGS11//sV0FzO4fLkELGAAAAIqG/Asov/5p/jqxMXf3fDWo73avNqCmAIAyoq0Squ80XtVee+ZqEncXuBC+AAAAAIqM/AsoX+yav8yWaUXG+VPUXo1voHevyQIAypSh9xSNt78sNBqhX/qcyQY3ggQAAMANIP8CypECl703bvlOJOxSg959nxJe3gIAypTGx98Q+biqPRN3aPf9UWALGBEYAAAAioj8Cyh3rlo+JyvdvPhFNa4LbuzVdqQAACeg73inNjBU1Ya/pptzsmzzL2ZBAgAAoFjIv4DyouDmrxVviPSzatBn2PS8uUYA4Ay0Op8hU1Wpuxiv2/SZzL+MRmOBXWCCFjAAAAAUivwLKF9sV/4yJZ8wr/tQjXs2HaALaSUAwGl4RHT3aHCLqr03fpR78YwKv+xWARMAAADA9ZB/AeWC3bL3imnhc8KYlbdb6+k98DkBAE7GZ9DLQqOThcZ4yfOv11gFDAAAADeG/AsoX/5p/jqxMXf3fDVo6HafNqCmAAAno60Squ80XtX6PT+L0wcKjMAEAAAAUCjyL8D92TV/qYtG4/wpaq/GN9DQ6xEBAE7J0HuKxttfFhqNMCx73mSDFjAAAAAUEfkX4OYKXvZ+83ciYZca9O77lPDyFgDglDQ+/obIx1TtGbdZe+BPZkECAACguMi/gHLhqnW/stLNi19Q47rgxl5tRwoAcGL6juO0gaGqNqycZs7JMl+NWZAAAAAoHPkX4M4Kbv5a8YZIP6sGfYZNz5tTBADOTKvzGTJVlbqL8R6bZ9hOgVTElX/lBC1gAAAAyIf8C3B/tit/mZJPmNd9qMY9mw7QhbQSAOD0PCK6ezS4RdX6TR+b006r8Mu6CpjaCgAAAKAg5F+A27Jb9l4xLXxeGLPydms9vQc+JwDARfgMellodLLQZl/0XP0Gq4ABAACg6Mi/APf3T/PXiY25u+epQUO3+7QBNQUAuAhtlVB9p3Gq1u+ek5u0v8AITAAAAAD5kH8B7smu+UtdHBrnT1F7Nb6Bhl6PCABwKYbej2m8/WWh0QjDsudNNmgBAwAAQCHIvwA3VPCy95u/Ewm71KB336eEl7cAAJei8fE3RD6mas+4zdoDC5kFCQAAgKIg/wLc1lXrfmWlmxe/oMZ1wY292o4UAOCC9B3HaQNDVW1YOdWck2W+GrMgAQAAkB/5F+BuCm7+WvmmSD+rBn2GTc+bOwQArkir8xn8sip1F+M9Nn9uOwVSEVf+9RO0gAEAAMCC/AtwT1et/JUaZ177gRr3bDpAF9JKAIDL8mhwi0d4d1XrN31kTjutwi/rKmBqKwAAAIAryL8At2K37L1iXPC0MGbl7fbQew98TgCAi/MZMlVodLLQZl/0XP0mq4ABAACgcORfgHuyNn+ZTmzM3fWLGjR0magNqCkAwMVpq4TqO41TtX737Nyk/QVGYAIAAACwIP8C3Idd85e6CDTOn6L2anwDDb0eEQDgFgy9H9N4+8tCoxGGZc/brgJm1wMraAEDAAAo98i/ADdR8LL3W74XCbvUoHffp4SXtwAAt6Dx8Tf0vpzve8Zt1h5cbLLBLEgAAADYIv8C3MpVPQ9Z6eZFz6txXXBjr7YjBQC4EX2n8drAUFUbVrxszskyX41ZkAAAAFDIvwB3UHDz18q3RPpZNegzbHreHCEAcCdanc/gl1Wpuxiv2/yF3Spgkrjyr6KgBQwAAKAcI/8C3MdVK3+lxpnXvq/GPZsO0IW0EgDgdjwa3OIR3l3Vhk0fmi4m202BVFsBAACA8o38C3B5dsveK8YFTwtjVt5uD733wOcEALgpnyFThUYnC232Ra81bxR4I0hawAAAAMo58i/AfVibv0wnNubu+kUNGrpM1AbUFADgprRVQvWdxqlav/NHcfpAgRGYAAAAQDlG/gW4NrvmL3WxZ5x/+Z5oGt9AQ69HBAC4NUPvxzTe/rLQaIR+ybPXugskLWAAAADlFvkX4MIKXvZ+6w8iYZca9O77lPDyFgDg1jQ+/obel3N/z/gtmkNLVfhVYAomiMAAAADKH/IvwOVd1duQlW5a/JIa1wU39mo7UgBAOaDvNF4bGKpq71XTzMYcuxtBMgsSAACgPCP/AlxVwc1fK9/SpCWqQZ9h0/PmAgFAeaDV+Qy6kv6fj9Ft+cJuFTBJXPnXUtACBgAAUM6QfwGu7aqVv1LjzGvfV+OeTQfoQloJACg3PBr29AjvrmrDhvfM6Sl2C4GprQAAAED5Q/4FuCS7Ze8V44JnhDErb7eH3nvgcwIAyhmfIVOFRicLbU6615o3C7wRJC1gAAAA5RD5F+DarM1fphMbc3fNVYOGLhO1ATUFAJQz2iqh+k7jVe2180dx+kCBEZgAAABAOUP+Bbgeu+YvdVFnnH/53mca30BDr0cEAJRLht5TNN7+stAIs37Js3ZTIGkBAwAAKJ/IvwAXU+Cy96boH0XCLjXo3fcp4eUtAKBc0vj4GyIfU7Vn/BbNoaUmG8yCBAAAKJ/IvwCXdFUPQ1a6cdELalwX3Nir7UgBAOWYvuM4bWCoqr1XTTPnZJmvxixIAACA8ob8C3AlBTZ/GVe9rUlLVIM+w6YLjUYAQHmm1fkMnaZK3fkY3dav7FYBk8SVf0UFLWAAAADlAPkX4HquWvkrNc685j017tl0gC6klQCAcs8jvJtHg1tUbdjwnjk9xW4KpNoKAAAAlA/kX4DLsFv2XslZ8IwwZuXt9tB7D3xOAAAsfAa9LDQ6WWhz0j1Xv1HgjSBpAQMAACgnyL8A1/PPsvcnNopdc9WgoctEbUBNAQCw0FYJ1Xcar2r9rlni9IECIzABAACAcoD8C3ANds1f6uLNOH+K2qvxDTT0ekQAAGwYek/RePvLQiPM+iXP2k6BpAUMAACgXCH/AlxAgcvem6J/FAm71KB336eEl7cAANjQ+PgbIh9TtWf8Fu2hpURgAAAA5RP5F+Ayrlr3KyvduOgFNa4LbuzVdqQAAOSj7zhOGxiqasOqaeacLPPVmAUJAABQHpB/Ac6uwOYv46r/atIS1aDPsOlCoxEAgPy0Op+h01SpOx/jsfUruxYwSVz511XQAgYAAOCmyL8A13DVyl+pceY176pxz6YDdCGtBADgGjzCu3k0uEXV+g3vmdNTVPilturfVWIvAAAA90b+BTg1u2XvlZw/nxXGrLzdHnrvgc8JAEChfAa9LDQ6WWhz0j1Xv17gjSBpAQMAAHBj5F+Aa/hn2fsTG8XOn9WgoctEbUBNAQAolLZKqL7TeFXrd/4oTh8oMAITAAAAcFPkX4Dzsmv+UhdpxvlT1F6Nb6Ch1yMCAFAEht5TNN7+stBohH7Js9wIEgAAoFwh/wKcVIHL3pu2zRIJu9Sgd7+nhZe3AAAUgcbH3xD5uKo947doDy0hAgMAACg/yL8Ap3bV9Zgxy7jweTWuC27s1WaEAAAUmb7jndrAUFUbVr1qzskyX41ZkAAAAO6K/AtwRgU2f+Ws+q8mLVEN+gybnjeHBwBQdFqdz/A3VKk7H6Pb/IVdC5gkrvyrK2gBAwAAcCPkX4Dzumrlr9Q406r/qnHPZoN0Ia0EAKCYPMI6eDaKVLVh04emi8kq/FJb9e8tsRcAAID7If8CnI7dsveKadGLGuOlvN0eeu8BzwgAwA3xHvC80HrKQpt9Ub/mjQJvBEkLGAAAgJsh/wKc1z/L3p/abt4+Sw0aut6rDagpAAA3RFslVN95vKq9dv4oTh8oMAITAAAAcCPkX4BzsWv+UhdjxvlT1F6Nb6Ch58MCAHATvHs/pvH2l4VGI/RLn+NGkAAAAG6P/AtwIvmXvc+b+bhtjji5RQ1693tGeHkLAMDNMFQw9HlSlZ5xm7WHlhCBAQAAuDfyL8DpXLXuV06mceGzalwX3Nir7QgBALhp+vZjtUHhqjasetWck2W+GrMgAQAA3An5F+As8jd/yQuwnFX/1aQlqkGfYdMFAMAhtDqfYa+qUnc+Rrf5C7sWMElc+ddY0AIGAADg4si/AOdy1cpfqXGmVf9V457NBulCWgkAgIN4hHXwbBSpasOmD83pKSr8Ulv17zCxFwAAgHsg/wKcgt2y95dX/lr0osZ4KW+3h957wDMCAOBQ3gOeF1pPWWizL3qufr3AG0HSAgYAAOAGyL8A52Jt/jKd2m7ePksNGrrdpw2oKQAADqWtEqrvfJeq9Tt/FKcPFBiBCQAAALi4/B4qAAAQAElEQVQ48i+g7Nk1f6mLLuP8KWqvxjfQcMtDAgBQArx7T9F4+8tCoxH6pc9xI0gAAAC3RP4FlLH8y97nzXzc/pM4uUUNevd7Rnh5CwBASTBUMPR5UpWecZu1h5YSgQEAALgfDwHACVy17ldOpvHPZzSWcV1wY6+2IwQcyhi778zzAwrYodVpfPy03n4an4oeQXUMrXp7d75VaN3i7wTyP6sTezzDmtmOJYwPlVtD2/6VJn8qnMzlj63D4EoPffjP4IR6wmwytO5TacoMATiOvv3YrL+/NZ8+LGvDqmkZ9XqadTrrFEiNhchrENMIAAAAuCb6v4CylL/5S15r5az6ryYtUQ36DJsuUGrMptyLqaYzJ40xezO3LEyd8a/kN8flZmYIF2c6HXt22m3pi78QAAqk1fkMe1WVuvMxHlu/smsBk8SVf6UFLWAAAAAuiP4voOxdtfJXapxJ5l+Wcc9mg3QhrQRKjC6ojneHQdY3c3MyTadPGs+clBFYbuZFOZK9b33K2xMCn50lL4+FizKbTj8dJYxZHlVDBIBr8Ajr4NkoMmf/clnr/34/vflok18VrVYrIzCNRiML+c+z3NICBgAA4KLIv4AyY7fsvWJc9KLGeClvt4fee8AzAiXJo1qo38gnC9x1ac3c8zNfyb2Uln1o8/mvn/Of+LpwUfI/M2OWcAvB3xwVQInxHvB8zsHVwpyjzb7oufoNY//XtRbWWZDW/i9Vk4UBAAC4EOY/AmXP2vxlOrU9d/ssNWjodp82oKZAGfHuPiLwqZnCw0vWGatn5xzZLgC4NW2VUH3nu1St3zVLnD5gNwXSmn8BAADA5ZB/AWXDrvlLXVwZ509RezW+gYZbHhIoU551m/vf/ryqL/z8pgDg7rx7T9F4+8tCI8z6pc9xI0gAAAC3wfxHoAzkX/ZeMm3/SZzcogb/n737AGji+uMA/rIT9h4OcAtOHIB74t7VarW1VbuX3dbWrn+nXXbvarW1S23dG/fGvRguEET2Dtl393/h8IwhUERGEr6f//3Tl8u7JBCIuS/v/Z5q1CtEriLQ0FQDphb/vZDTawwJh9iSArG7t1UHJjO5NPZXQ/JZU/oFkUwhbdpW1jzMbdQjYp+gyu5Td2yrLm6j8foleqzY00/atJ28XU+3kQ/yY82sGBIOl277xZRxmSnM5kwGaVAraVBLecsu9IlVfDIVZcxpR0wGvq09tJZutOH9zI/KHsOteupP7dLsX2VMTWRy0+ijyMOiXYfMkDZrb/NuudLiknVfGVMTTOkXOZ2afgnSJm1dB0+XtbntcnWm65fUG783XDjG5GVIfINlzcNdBk9XdB5gs3Nl6z9yBp0m9jfDldNM9lVTbhox6OkLIQkMlbfo7DJ4hkjlZuuBDZq9KzX7/2GyU+nrKw0Jl7fs6j7pWaYgM+fV4Vbfpdw3xxuTz6j6Tfaas7B4xYe641tZbYn5qfa9SzXgbr4PW5hdum2pMS2BybnG5F4TKVwkQS2lQS0U4X1UfSZarSKa+84U48Vjqt4TvB7/wnQ1Xr11seHCUaYgSxoQqujUz23Uw2KfYPPXpSvV7FulP7ffkHBQJHeh9+Y+5UX60hCoO0o31Yh5mjULaFOWHme4sI0JG8nPghSJRMIsSL4vZkECAAAAOBApAYAGckvdL6POtPEV/ixKEtxB3mMKATsgkiuV0WO0e1fStv7cPlXv8cJNnE5T/Mc7mr0raCJTvofGVUU5hviDmj0rPKbNdxlyL7E6MTYZi359U7P7D2EHU1ZrX39qh2bP396PfS5rHWHZXbv/38KfXiQce/MOUuPpRuMz9eaf/N5aK/GrnRmy6g3flaz48OajXEukm2bn7573/8/8VdzKePlU/pePsQWZFntO0k174B/X4bM9ps6zGeTZREOrol/fKPvOmTFZKXTTHdvsOec2qq3R5Kjg27lsfsYtTzL5DN10h9eXbl/m9/o/VnEkW5yb9940mire7H/xON10p3d63vdW+S5bmUbBD8/rjqwvf9yEQ6rIUXybZpQ0FyMGndCTM2jZkjwacmn3rdIeXuvz/BKbSyio135V8s8i4TtAU1S6afav9lvwt8QrMO/jmfSrKL9DXamhOCfv/Wlej32h6jOBQJ2RR83QHVzKZl+kbeWudzStB7MSiTAFUlSGlIVfBAAAAAAcB/IvgPpWcfAXPacy7vpUVFIeKLhMfI+A3ZC36c7nX6a0BGKRf9HgRrt/FW2IfZq4xtwvbdKKJmLG1ITSLYs5nbpo2Wusptht3BOWd5W38F7DhTjakLXorIwaI2vShlUXGlPjS2N/pblP7ntT/d/eIG3Wju/MZKYULplPwy+xp78ycrSsWTuxZ4ApLV4ff8iQeJgmOEVL5vvM+63qJx+85AJhTBmz29A2P9qoYh8a+tDIiUgVLv3uUnTqx5YWaY9soCkeYU30a5S362k5Csxw/kDex/ebIz+50nXgPbLQTmI3L1NWiubgatPV86VbfmYLs72e+JJUA/2uFv36Om2IFC6uI+bQ7wnNjIxXTtMsqSwUqxY2PzPvw/uIUW9eL6LnCGlIuKxJW/N39Vqi9vB6tjCLyUsvXPaaz3M/3zzGZMx9dyqTeYU2ZW26ufSZJPFrZspOpVEmzRbzv3y0vFuFmW2GS6eYTHNkRvvT15rVFNEX0fwNPLalePn/aMP8SnUfTl9BqX9zJjfdkHxad2Qj/aL0Z/aUblniOvphqzvUJxwyj8gTS2muqowYwpYUlG5fSlM5rrSgaPlb9Dtpun5JNeBuRXgfTq+hXw593elRJSs/UkWNqn7ICLdNJHKZ+K76x2m0KSm6Kjm2hOn9uFAIn8+/JBIJCuEDAAAAOBbkXwAN45bKX4XpDM2/yvbLuoyThNz2JDKoO2JXL77BFOcKO3VHN/PhlzS0o++838TuPvx+VZ+Jym5D8z+dQyOwkjVf0FyDZiX8Tdp9q/jwy33Ki27jnxLuSkUTz/5TchfeS1OPwiUv+72xmt+vObiGn7ro++IyaWiH8t49hrlNfKbgi0d1x7fqz+0zXb8sbdKa3CGjXhIQ6vvSr5LAUH6Hy+AZBV8/qYvbSHMu+pW6CfmXyUizJLqTflHmQVXegfxuBSGuw2cVLXtds/tP7eF1qv5TKpvAKGCL84r4zMjd1++Nf4WHpt9AWetuhd89Q6pHvekHc/hFiOd9b1gOVaPfVfe7nst+cSANCvWnd9G4SqR04W+i+Roffim6DPKZ+wORK/gvwWXA3fSFMyQdqeyxaPgl9gn2efIbWdvuZVeTxR6+tFGypizvk8rp95AGcEJ/FzLTOOS+3P9NpG1t3IaK+RdNuERylc9Ly+Tto8qfdq9xWfMGcepCc/5Iv6hZ7wlfFG0U/vC89sC/NNEzXDwhD+9FoM5IW0bLwocZE7bTtvLQF6VdpjHufvwUSIoPwvirBAAAAAAcBOrfA9Qrq7L3PNPmN0QmrflmqcJlzOsE7InY1ZNvsMX5wk71xh/M/5HIfJ74Sgi/eDTLcJ/wtLll1Gt2/s7v5DQlxX+b5/TJO/SxDL94NN7ymPy8+YhLJ40p58ofjp9gKJFJglpa9XcZOlPVb7LH9NfENitb3T6fZ38SEigeDY/4hjEtSdip3vQjDX1ow/uxL4Twq5xE6vnAO2KfJrRZun0Z+S80JqMRIW24jnrY6qFpaEhjIFI9TN51sVeAJLAFzeysbhIpXRVdh5hbLMNYzI7knx4Nnrwe/YwPv4T+3k9+RX8Hq3g4t9GP8OEXxb8unLqIxoJiNx/6nC3DL56sdQR9bvzztH2HYx8Twi/zc3DzUvUYWX5sm25Wk09VvcunPVrO3IQ6ohq9gIhltCE2qOV7P7K5ECQK4QMAAAA4EORfAA1DGPzFXDvJnfyT36ns/7DII4CAPeFMxvIWa7rRYI2pCaRstI4kuFXFQ1xHzKGBCG0YrpQXb9Kf3cOWDR9Tlc2Yq0jZPYZvGC+f4ht8bkIYY/7nDxuTz1p2VnTq5/XIp66jHrIOoWpEEtRamHQpkAa35pMgtrRQ2Kk9uIZeir0CZe162LojqaJjH/OXkHKW/Bf92b18w3XofRVvdZ/0LKke72d+CPwyLuDj3cTWSBzJjbJf3I3KXKbUeCYvnTZcBk6ruIAAjdJcBk6t4uEUnazHtYncPP0Xbg/89gR9RWweIvEyv0Zc2SC1ipQ9R1r3v1HTTdVrvPVNnv58g8nPJFDHxH4tFH0e4Nvy03+Q7ESbERgBAAAAAAeB+Y8A9cdq8Bd/EmVaXX6qL3L1VQ56koCdYdXlAZDYpXwgmPHqeWIyxxmy5uG2j5HKaKJkSDwsFC835VzjG0VLF9CNVI5GZi5DzQ2XAXerN/7AlRYYzu/PfXO/xK+ZssdwZY8R5uFCtTrrSuIbbGOvSCR282QLsznjzZruppxUYp61l5Vxf4sq7pAexRbmiL38q+hjKhtHJnL1tLk4o3lolVh6M3CsJoPeSOOt/OtMYQ5bkGW4eNxw5dSNxytfBNNwI16sGPnxZM3DKr1/qeI/Z5typcXGNPocMul3wJR7zZAUZ0pLLHsCRhu9xVJpU+unIbpR2EvqH2J9k1x542FYAnVPNfRZw/GVnLZIRFjFtgW6e1eJLViO/0IVMAAAAAD7h/wLoJ5ULHtPMSdXkLSj/E7VqFeIXEXAzjBZyXxD4t+cbxivnC7fc+vEPUsSGl4kHua0JUxmiiSoBQ1lSPWY0i/wDbGHr9/rqwq+eISf7MbkXivduoRuYjcfWdvu8padXYbcx9efukPVnERJkx1SySCmiowp5xQRg6vowKoLyI2xUTaIRBKfIPolk+o8MXWhevNP+vP7zVNHb6zFWRmmIJtvSHxtL50pCaj0NaWBYGU3ma5fLt22RB9/iK8sVk3mkmSVJyYiF08CDUvpphoxT7PGHFjL0uP0F7YxYSP58Et0g/DGjggMAAAAwM4h/wKoV7fU/TLqTBtf4c+WJMEd5D2mELA/woghWauufEOYTHc791KeHHnOfl9SYVyPJcs0Stqktf8H2/Tn9utObNMd38YW5RBzcpSvPxlLt9Ldfwe8u1nkducpSbXO2IWBYLK2PdwnPVd1Z5lQsL9S/zH7XqRwIdXAZF3NfXcK/50pP1DpJgvtKGvZWRHeW590tHTT97fcrVR2o2X7q64qvxDb/hdTf3JH/hePWo5WM08RDe0gb9VV0bF/8YoP+XUPbDyWREbAvsmjZugOLmWzL9K2atc7mjZDWYlEmALJR2Ck6h8bAAAAALAPyL8A6kPFwV/03Mm4a5GopLyOj8vE9wjYH7akQJ942NwSSxU36pRLb9T8YrJTKzuQLzJlPs7Tj5gn9LXgr4pU7opO/Uj1iSWKLgPp5jnrPeOVM/ozu3Rn95kHoDFGNv96yZovPO57g9QLsVcAkcqJycCpC2/vS7BF4uFjKi3gJ1TaZMpKIf+J4/I/e5APv5Q9Rqh6j5e16CIJaC7cbrhwzOoI2VEO9AAAEABJREFU6Y3FBCoroVVZofrK0J+B/G+eNIdfUrnr4BmKroPlrSIsQ0mONRJwXCKRy8R31T9Oo01J0VXJ0cVM78f4IWBC/iWRSDALEgAAAMD+of49QP25pfJXYTqz6xN+v6zLOElINwL2p3TLz6RstJcyYojIzYvfKQ0qz79MOWmVHcjnXxK/Znx9K3M5ef6Qa0k2+5sn8a37Rrt3pbD+I6cpNl2/xGTcnE8na9XFbeIzfq+vCvhgO1+cXnd6J6lH0iZtiHnxwSu2q1nR53NsS+m2X3RHNnC60qrvShba0fwfg44mjBVvpd8NoWJXFQxJR+i3iDYU3WK8n/lBGTXGMvwi5tmO1iHXzfyrkpzLVL1JlwLN/n/4nxCPu+d5zHyLJpVWI/KY/CwCjkzaMloWPoxvKw99zpbmMzfwVfD5SwIAAAAA9g35F0Cdsyp7zzNtfkNk0ppvlipcxrxOwP4wudfUm3/i227jby5NIAlqIW3WnjZ0x7dyem3FA/UndzBlw5doGsLvEfIv7YHVNg9Rb1lcsurjwp9fMiSVzZXjuOxXhufMj8n/5qmKnc1PwL+Zudd/xUxmYkl5445P0W+ER1zpjt8q3spp1YU/PF+8/H9Fv74pkimqvitFxFC+od23quKt5lCpGkxZ5cPH5K1txMecpkR3end5mymvC0ZfOH5hTe3h9Ta+ISyjPbyO3A5hDKC8rY01MY0XjrNlpd+4/ypMBvZMNXoBEZsnq4oNavnej2wuBCnUwkcWBgAAAGCfkH8B1B9h8Bdz7SR38k9+p7L/IyKPAAJ2hWWNl07mf/wAPwpJGTVWKP7F87jnVXOvgsyiX16xGqmkO76t4Ify8liqXuP5hrRJa3lH85xBJi+9cPE8q0No5qXe9AMpq13lMvAe8y6RSNljBP2vKTVes/tPq2dHd/LTA8tHUVVNJCJl6wYyFkWyasZ12Gy+WFjJyo9psnPLbSxT8O3TnF5Dmy5D7iWS/5hcr+w+TOxjXneyZM3nxuSzljeZUhNK1nxBqkFYudJw4ajVTZxOY34+pTcGl3E34iex2G3MY/S/TObl4r8XWh1F9zCZyeR2SHwqfQ40Giv4oXx1V/oTRcBhif1aKPrO4tvy03+Q7ESbERgBAAAAADuG+l8Adctq8Bd/smRaXX5WLHL1VQ56gkADoSkSjXKEqxxjZLLTTDmppvRLxFResV4S2MJrzvtWByq6DJS3i6SRh/bgGsOVMy4DpkqbtGIyU3Sndhr4emE0LRo+Wx4WLRzi/fgXOa8MZ0vydIfXZyefpTkXPYQtzjfEH9Qe3UwY84xCz/v/Z14TsIz72Md1RzbQ/kVLXtEd3aLo0EfapA2Tn0HDMm3cJpo3ieQqj6kvk2qQuPvS3M2QcKjw+2clvk1V0WOlIeHk9snb93Qb/5R63VecQZv77hSXQdNlrSMk7j6GlHPaQ2v4IW/SZu3dxj7+n3dFv0zvRz/LWziD05Xm/m+S6/AHZC26iGRyw+XTpduWmPNBqUJ4CSp9Pq0iRK6eXGmR/szuwu+ecR16P/26mNw0/dl9pduXWi4faTlQzqX/FPWG75jsq6WbfjAmn1FFjqLfE/r9od9V4bUzP0NRtf4+RH8S1Bu+pY3iVZ+yulJV1BiJXzNTWqL26CbN7r84nbq8H2syr4EgVxBwTKohzxiOreC0RSLCKrYt0N27SmzBcvwXqoABAAAA2CfkXwB1qGLZe4o5tZKklQ8VUY16hchVBBoIDUHU67+pooOqzyTPB94RWazJKPB59qei39/WHviXybxSsuLWkURypcek51xHP2K5T+zh6/fW2sLF82jgRaMi60OIyG3C06p+k2/29wnyfuqb/E9n07BJf3YP3W7p7eLhM/f7asZYyp4jSrcuoQ2a1pmPVajcapR/Ue6Tn5d4Bxav/IjTFGt2/0HoZoEGST7PL6H3X527kof38nnhl/wvHyUGXemWxTdvEIk9Z71Hn7Ap43LV9yBycfd5+ru8RXPoPWgPraWb5a00LqRpHY38aNuUmXwzeZJI/d5cnb/oQePlkzQTpJvFIW0Vnfvz3yt656Q6X0VYtPvUl0tWfEjTOvWaL9S3jlxTRAyVhXSgiWHZc7gsDfnPZTHBXindVCPmadYsoE1ZepzhUizTbrhEImEYRnSD8IaPCAwAAADADiH/Aqhzt9T9MupMG+bzZ0WS4A7yHlMI2BuxVOLfTN46wmXwffL2PSvrJXLz8np0karPRO2hdTSpMaVfIFKZ1K+5svswlyH30rSr4iH0bn3n/6E9sFp/Zrcp44o535FIxR7+shYd3Mc9KW0eZtWfJkQBnx1Ub/hWf24/W5zLluSbh30p3RQRgz3ufllSVgKsOjymvSJSeejP7TFejScmI6etRtWwSr9skcvQ+5Q9Rqg3/WC6dsGUeYUpzBa7+0h8glW9J7gOmWFeI7LaFF0GBn68h96V/uxeU+41iae/rHm4qv8UZY/hfAj1n+Qd+gR+tLv4r/cNyWfYgiyaFdKXT9q0rcuge1yH3EvEkuI/32OLcrRxG11HPigcRZ+w32srS9Z+bbxy0pR+idUU08c1J1njnyrdvrS8T/XyL8pt7OOK8N7FKz+msSb9bhDGKJKrZC06m/dHDDZdv8TnX9rDG9yRfzkyedQM3cGlbPZF2lbu+J+m1WBGIuEXghTWgiRl4RcBAAAAAPsjQsUKgDoi/HIJ0x4ZhjFu/4Dd/g6/3/3x1Vj2EcCulPz9oXrjd7QRsGi/xK+6CSM0EqbkI+ofp/FtzcDXuN6PycpIpVLJDcJwMIIsDAAAAJzX/PnzCwoK5s6d27FjNUoS2wfUvweoW7dU/irJZnZ9wu+XdRmH8Aug/hV89UThjy9q9/9r81bDpRPEXJjPW+LThADcStoyWhY+jG8rD33OluYzN/BV8PlLAgAAAAD2B/kXQJ2wKnvPM214VWTSmm+WKlzGvE4AoN4xBZna/auK//qA06qtbird9osh6QhtqHoMJ2L8+wg2qEYvIGIZbYgNavnej20uBCnUwkcWBgAAAGA/8PkeoG4Jg7+Yaye5k+XFwpX9HxF5BBAAqHfuY80rrrLFObnvTdUeXKM/t19/Ila99qvctyYUL/8fvUnsHeQ+rVoLa0IjJPZroeg7i2/LT/9O8q7YjMAIAAAAANgZ1L8HqH1Wg7/4kyLT6mf5W0WuvspBTxAAaAiK7jFuE59Vr/nclBrPrw5pSdYqwvupr8XuPgSgEqohzxiOreC0RSLCKra/ppv2u9iC5fgvLAQJAAAAYD8w/guglln+5V84EWJOrSRpR/mdqtGvErmKAEADcb/rWf93NyujxkiCWotcPIhUIQkIVXQb5vPcYr83V6PsPfwHpZtqxDy+Kbu6T3wplh//ZVkIDLMgAQAAAOwNxn8B1Ilb6n4ZdaYN8/kBAJLgDvLukwkANChpSLj3U98QgBqRR83QHVzKZl+kbeWO/2laDWYkErFYzI/2xfqPAAAAAHYI478AalPFwV/0XMi4a5GoJJPf6TLxPQIAAA5NJHKZ+C7flBRdlR7/xaoKGEVu/CtAMAQMAAAAwA4g/wKofbcM/lLnMLs+4ffLuoyThHQjAADg4KQto2Xhw/m24sAitjS/svmPAAAAAGAPkH8B1Alh8Jdpw6sik9a8S6pwGfM6AQAAp6Aa/yYRy2hDbFDL933C3GBzCBgAAAAANCzkXwC1xmrZR3P+lX6KPfE7f6uy/yMijwACAABOQezVVNF3Ft+Wn1rO5V4Wkq+KQ8CQggEAAAA0LORfALXv5uCv1c/ye0TuAcpBTxAAAHAiqiHPiFSetCEirDL2dcshYPy/AgQAAAAA7APyL4BaJowCY+I3calx/E7VyPlEriIAAOBMlG6qkS/zTdnVfeKrB4Xky3L+IwZ/AQAAADQ45F8AtcNykS/+UtSsOydV8rcak3YRAABwOsak3XyDlboYfdpazX8kFjMfkYIBAAAANCDkXwB1wnze4+ovGjyPv2o8s55JPUkAAMCJmJKPGOO38W119FxG4SkM/sLILwAAAAC7gvwLoJbd8mf/3o9zns34/Zo1CwgAADgNjtOseY1vGt2bl3a+1yrwQvgFAAAAYD+QfwHUFfOZj1RhGvomf5XJiDec+IcAAIBTMMT9wWZf5NsFvV/iRGLuVgQRGAAAAIDdQP4FULfYDuOY4G58W7vlQ2LQEgAAcHQ6tXbrR3xTG9BNGzKAAAAAAIAdQ/4FUFdEIhF/qR/xAf0vbXMl2brd3xIAAHBw2p1fcNoi2uCIOLfPK6Ts3Z4ntAkAAAAA2A3kXwC1rOIpEBfUSd9xCn+rbt+PXHE2AQAAh8UWpusPLOXbhW0nGrxaWb3z8zchBQMAAACwH8i/AOqEyIJYLDYMeoWTqsw3mPSaje8QAABwWNp1bxHWSBuM1CW/+xP8+7zwhs+zysIAAAAAoGEh/wKoHZYnOZaDv/gTIeLqp+31FH+r8cx6JvUkAQAAB2RKPmJM2M63c7s8zCo8xLey/PsHQQQGAAAAYB+QfwHUJquZj5ZnRMbIRxj3Jnw3zZoFBAAAHA7Hada8xjf1rk2LwqfRt3eJRMJf8g2rFEw4FEEYAAAAQANC/gVQ+4TwS2jQkyKRVK4Z8CrfgcmIN5z4h4Aj4HSlpuuXSU3pz+3PuL8F3Uq3LSW1hMlO5UqLLffkvjOFPkTWkz1IY5Xz6kj6HcieN5jUtpKVH/OvoOnaBeLgOL22dMuSgi8ezX5pUMZDYTmvjS78/lld3EYC1WaI+4PNvsi3s3o+K5JIKwu/ygf/ogoYAAAAgH1A/gVQayxHflmN/+JPjZiwMYaALnxn7ZYPiUFLwL7R9Cr75aGGC3HETnBc6ZbFOa+OYEsLCcDt0Oz6I+uZ6OI/3tYd38pkpRCDzpQarz24puDrJ3Pfvst0LYnAf9KptVs/4psa/wht8/4SC1YpGCY/AgAAANgV5F8AdaLi/Ef+vEgT8y7HmTtwJdm63d8SsGOGpGP5H93HFmQSu6Fe93XxH+9wSE7hNhkuHC36ZQGnMQ8bVEQM9bz/HZ/nl3hMe0XWKoLuMV46kffJbP5WqIJ25xectog2OCLOjHpJYguqgAEAAADYJ+RfALXJ5hAwy1MjEtxZ13EK31m370euOJuAveL0pcTOsFq7e0rgAFi28LtnzaENIZ6z3vN5frFLzExFxBDXMY/6vbXGbczj5i7514t+e4tA5djcFP2BpXy7oM1Ek08b4Y1dKpVaDgGzWfwLAAAAABoW8i+AumJzCiSlH/AyK1Gae5j0mo3vEACAumRMPsPkpdOGsvtwlyH3Wt3qPnWetGk72tAe3USTMgKV0G56j7BG2mCkLnndHrN6Y69i/BfB4C8AAAAAO4D8C6CWVRwCJqRg/NmRyM1fG/0U39l4Zj2TepIAANQZ/dm9fEMZNcbGzSKRolM/c8OgM149T8AWU/IRY8J2vp3T+SFO6VnF5EcM/gIAAACwQ0RYOj0AABAASURBVFICAHVGCL84jqOnRizL8pfGqEdMZ36XqjNoH82aBe5zNxGwJfedKcaLx1S9J3g9/oXparx662LDhaNMQZY0IJSesbuNeljsE0zKlmjU7FulP7ffkHBQJHeRBrVwn/KiPCy64h2yhdml25Ya0xKYnGtM7jWRwkUS1JL2V4T3UfWZSMTlfxIwJB3Le2+KcFTRklfoRhtBP5wTqdyE/aa0RPWWJYaLx5n8dJFULvEKkHfo4z7pWbG7T2VfUemWxfpz+4ypCZy2RNqsvbLLQJeY+6voL1Cv+bLk30XC1ewXB9BLaUgH/3etf3hM1y+rN/5gSos3Xr8k8fCTte7m0n+KosvAyu5Zd2yrLm4j7cxkJos9/aRN28nb9XQb+SCRykn1FP/xbumWnyX+zQM+3afZ+btmz9+m65ekzdvL20V53PPKzSeWGl+6bZnx+kVTxmWRRCZt2lYW2tFt9CNirwCbd1vNF6vmOE5/ckcpfbb0IQqzxS4eEp9gVa/xrsNnEanM9hFadcmaL4yXTxuvJdJXXNo8TBU12mXAVCKR1s7zZxnNrj/15w+YjyrIlAa0kDZrq+w0UDVgis3nQ7/bumNbTNmpTGGWWE7vP1Qa1EoR3lvVe7zly6fsPkzi04QpzlFW8mMgkinKv0CDnkBFHKdZ8xrf1Ls2Le5wj2XmZTn5UVj5EYO/AAAAAOwN8i+A2kfPdmjgJZz58PmXEIGZyRSagQs8NppHgTEZ8YYT/8i7TyZQOfXar0r+WcQXMKJM6Rfoptm/2m/B3xKvwLyPZxqTz/A30SzMUJyT9/40r8e+UPWZYHknpdt+KV7xITHohD2cQcuW5NGITbtvlfbwWp/nlxCxhFRP8V8flG76weKudCZNMc196F15z/1e0XmA9QFGfcGXj+uObb654/JJupVu/9Xn+cWyNt1IbdCf3Vvw1eP0m8BfpbEL3XRH1qv6TfF65BPr3iZj0a9vanb/IexgctLopj+1g2ZY3o99LmsdQW4HjWOKli7g28ZLJ2nmcvOmHcuL/niHfhP4q/SFNBTnGhIOafau8Jj+msvAqVZ3VbsvVkU0ycr/8jHD+f3CHrY4l27GlLOlO5f7vbayYirH5F0v+PpJ0/WLN7+E8/vpVrpjud/8P0RuXnf4/A3nDxQue53JvCLsMV1LpJvu8HrN/lVeD30sCWhu2b9o8XzNnr9uPn+Djr2UT7/t2v3/aPas8J3/u5DiSUPC6UYqR7Nj839kClloVd0aLUPcH2x2+eue1fNZkURqlXxVHP9FLMYCEwAAAACwA8i/AOqWZQrGT4HkEzBD+9GGEz3lGcfordotH8o7jSZyFQFb9AmHtIfWErFU1Xu8MmIIW1JQun2pKeMyV1pQtPwttjCbpk6qAXcrwvtweo328HpD4mF6VMnKj1RRo4RRMLpjW4qX/482xJ7+yu7Dpc3aSf2bM7nphuTTuiMbaTahP7OndMsS19EP0z7y9j2Df02he/I/eYBe9Zzzgcug6ZZPqWjJq3xsJPFt6jLkXmlwK7a0mMZGuuPb6HMo+OoJv7fWSJu0sTyk+N9FNP0Ru/u6DLpH1iqCyUoujf2VhlOsOj//q8cDPz9EqjxPdps4l27Ffy0s3fQ9vRrwyV5JQIhVH1ZTnP/JLMKxim7DlN2Gil3c9Wf38RGJdv8qeesIl6H3WfbPW3iv4UIcbchadFZGjZE1acOqC42p8eYnlpWS+95U/7c30G8UqR5Opyle9TFtiFw8xO4+9B5UUaP5m0r+/Vy95nPzN98r0PzlNw8jjMmUmVy6bSn98osWzyOsyWXwDOGubuvFqgmDPvedKTRaok15u0hl5Cipf4gpK0V7aI0x5RyTfTXvo5l+b60VyZWWB+V/+Sh9BenL6jJgmiQo1HjlbOmWn+mTMaXG09zK+8mv7uT5m65fzls0h88HVf2nyNv2lHgFmLKvag+uNV45RX+kc9++K+DjXcLww7KQy/zKmkcRdh0ibdqWPlvDlTP6U7H014G+rOpNP7iNf6o634ziP96lqR9tuPSfIlK6ErCiU2u3fsQ31YGR2ub9ZZXPfMTkRwAAAAC7hfwLoE5YDgGj+CFglhGYVCrVxLwj+3UU7cKVZOt2f6sc/gIBW2jCJZKrfF5aJm8fxe9R9RqXNW8Qpy40xB8kZUvaCVW9aaPwh+e1B/5l8tINF0/Iw3vx+0vWfGn+j1Tu+9KvlmNhXMhM45D7cv83kba1cRuqE6noT+3kwy95WC+f534WIgmXgVM1sb8V/fo6p1OXbv7Z88GFtxxm1Cs6D/R++lshYqBPNee10TRtYQsyDReOCl9dzTFG+o3yfvo7RddB/A5zqhXakT6lsq9uo2X+pd23ig+/3Ke8aBmUqMpykNyF99J4sXDJy35vrK7eYxO2JI9+e83D7nqNJWIJm58hcvM2P6nMFPWGb2lD0S3G5+lvLefluQydmf/pbJrvFP+9UNltmNjLn99fiy+WTcUrP+TDL9eRD3pMf41PHhX06qiHaHapO7rJdC1Jd2yr1fhB+gq6TXzW/a5n+Ws02KIBX84b42h4R3NPYjIK461u+/kzpoLv5vLhl+eDHwmj4cxPaci9Bd8/p4vbyBbnFP/5Ho1i+Zs0e1eSsnyNvkAipUv5U4oazU18OufVETRXLd227L/zL5Ox8OeXtAfXkLK5tJ4z3iBQgXbH55y2iJhH/Imzol6qTtkvzHwEAAAAsEOofw9QV6wK4VdcLIwEhOk7lZ/o6vb9yBVnE6iE29jHLOMhkZuXqsdIvi1r081qSTtV7/LYwpRxmW9w6iJ6qi9286HBWcWJYLLWEZLAFqRsghupBvWWxeb/iCVeD31kWQ6McomZKQ3tSBvaY5sJx1neJPZp4vPMj5bja2jbdcQcvm28Gk9qg/u0+UL4Vf6UhtxLUxJinkx3QdjJaUpo5EQb8g59KqYk0tAOHpOfJ2VzGI0p50i1KSOGmDOjsml9Yp9gfvxU4bLXiMlAv/nej31uVVNM7O7t9cinZc+nWHuwPGir3RfLBpNBs2cFKRu753HPq1bD7jxnvcs/Se2RDVbHKSNHC+EXjz49ZY/hZfepN2Um1/j568/uM5UVnqc/utZTQWmk+NBH9N5oU7NvlTllK8MUmt8uJP7NhPCLZ/6hGj7bJeZ+9ykvCJ1tY0x5H83kwy+Jf3PfF5cRuYLArdjcFP3BZXy7oM1ExivUZtkvqwiMAAAAAID9wfgvgPpgWQhfGAJGL3X9X5Jf2Cg2ltLzZ83Gd1ynf0XAFmXPkVZ7JH5N+Yaq13jrmzzLhxEx+Zl8Q+Tm6b9wO6mcxCuQyUrhjP9d/JsmNYYk87ApeXjvijMQKZ+nvqX3I/EOsgpWzKXHK+QL8hady++2tJDUBlV0hQX+xGJZ8zB9UQ6rKRb26c/uYYtzzf1tLghoHtwUw48aM14+JWvRiVSPokMfqz1sSQFfY0vRqZ9VVsiTNmktCQhlsq8aks/y0WAtvlg26c/t53Rq2nAZdE/FCmJidx//N9eIFC5inyCrmyr+EFKy0A66o+YlCNgbr2ANnr/hymm+4X73SxX700jLbdwTxX++Sxij4fJpefuedKc0MJTJvEIDyuLl/3Md9bDE92apNdeRD5JqKPr9bX6msNgr0HfecmHwHVjSbnqXsOYYkZG65HV7rOKfMaqY/IggDAAAAMCuIP8CqENWhfArDgRj3fy1UU+4HjBXTTKeWc/0nSMJqZ066E5FLJU2ta5CJboxkkjqbx1C3SzbxLE2748rLTamxdN0jC3MMeVeo3mWKc08G+4/xsuUMaZdoDGE+XF9m9rsIAkMtb3fIqEQiG8UTWf1OnLnpAqxh1/F3SLXskehT5sx8SsVmnKu8TcVLV0gVKy3yXDljMtQUk2ykI5We5icNL6hPbyOblUcy5egquhOXqxKHqh8RJvEv7nNDtLQDrb323rFxa7lryCn19o8qjrP35hiXr1B5OIh8Wtm805kLcsjSOPlk3z+5TbqYf2ZPfQnvHTbL3QzV3DrMVwZOZrmiaQa9Kd2aWJ/JWWD4HxfW2nzhxNMyUeMCbF8O7frI5zSU1qNyY8EAAAAAOwS8i+AemI5BEwY/0UvjZEPm04vl6ozaB/NmgXuczcRuJV5hlflZ5UiF09SPabrl0u3LdHHH7JcYu92cZoiviHxDb6d44jN0U+1S1zt4uVMfnUnD5rSL5BqE7t7Wz9QXjqpHiYrhZgMwgTJWnmxbBLGwd1u6CNyuY1X8LaePx/JVRZ+EfNor5Y3epanhPIOfbzn/lD4w3P8WDa6n24l/3wqCWotb9FRHhbtMuBuq9mmljT7zOXDiFji89xPCL9s4zjNmtf4pt61aVHYVMvMy3LyIx9+YfAXAAAAgJ1D/gVQt6yGgPH5lxCBmckU2kGvu294gnZgMuINJ/6Rd59MwIJIIiN3TH9yR/4XjxLWJOwRewXKQjvIW3VVdOxfvOJDvhj8fz+Zmi+QV/fnw9U/5TaUT77znP2+xD+kio7i24rtJNb/pgiz/FyG3Gdz/uCtD1Y+G7G2XiybRAoXUkPV/fbe7vOv2VxOZY9hgV8c1h3boju5Q39uHx+EMZmXtXQ7vE53aofP80sqO9aQYJ75KGvZRRrSgYAt+iO/s9kX+XZO5PMiidQq+ao4/otYlH0kAAAAAGBnkH8B1B/LFEyoAkYZ2o00BPeUZxwj5nIz78s7jSZyFYHaw2Sn5n/zpDmPkMpdB89QdB0sbxUhcrs5cIxjqzuZTlpWvNx8n3kZxGFJglrwDZHKXdGpH6kzwreLsGw1H6gWX6yqn1LNK+hXqQbPnz4l45XTVYyVM2WXTyMVe/ha7hep3FT9p9CNMCb9+QP6M3v05/fzQ/b0p3bqTmxTdh9u4+5YhlXnmx83uFqTJRsjnVq37WO+qQ6MLG3WV1b5zEdMfgQAAABwCMi/AOqc5RAwYi5HXl4FX4jApFKpJuYd2a+jaBeuNE+3+1vl8BcI1B7N/n+IwVxgy+Puea6jHqrYgcnPqt49EbFPkEjhwuk1TEGmzQ6l25eV/POp2MPf56mvKy7/ZyeE4MN0LYmQcRU7cOrC0p2/S7wC6JdQ/fr3VT3Q9YuV9Snd/LNIoZL4N1d0HkBq9cWq5Cm1Kr+fSvKvgm+eNsQflPg28XtrTcUC+f+pBs9fGhBK8y+utIjTa+m3wsYhueX5V3mFNY5jS/LZgiyxp3953XqJVNFlIN1oU7v/n8IfzW8guuOxNvMvzmSUtTUXEbuTV9a5aXd8zmnNM505Is6KeklSjbJfmPkIAAAAYOfEBADqXhUl8HkkIEzXaSrfWbfvR644m0DtYbJT+Ya8bY+KtxovHGfL6mFxLHPLDUL2wd5SR1/ZfRi91CcdYQttvEz6s3s4TTFbnCNt1o7UNpHE9lO6XUIspT2w2mbhdvWWxSWrPi78+SV+scsaE7m40yiQNgyXTppSEyp2oElT8Z/vFi1doNn5O78lm6c6AAAQAElEQVSnhi9WtdHQR+xjrniljdto42aTUX9uL1uSJ/YKqEH4RWr0/JXRY/mGZsdyW/doKt26uKwlUvYw51lM1tWsp3rkvD5aveHbit0VXQbxDZrSEltEcqXf66vo5jp8FoEK2NwU/cFlfLug7STGK9Rm2S+rCIwAAAAAgH1D/gVQ3ywjMMsUTN//JVZWVlvKpNdsfIdA7ZH4lNeqN1w4anUTTSsKfni2/MqtoZJQTp4tyrHc7z7xGXMyYtAVLn6ZM9yybqP+3D79qZ2Ez8hqlJ5UTahdxRTdUUIqbdJa3tE8G5HJSy9cPM9ceN4CzbzUm34wP5zSzWXgPeTOuA5/wPwf1lTw3TNWiSFbmFO4ZP6NbrP5Rs1erNsgkbpPnEv/a7p6Xr36c6sbS/79jCs1D/xR9RxFaqQGz5+mWrI25oVfS1Z/Zrx00vIQTl1Y8NUTfIF8eVi0yNWDlE1flTY3Dy3U7P7LdDXe6lF0N3I9WQvr5TihOrSb3iVlc1QZqUtexKMV/1xRxeRHBGEAAAAAdgvzHwHqiVUh/IoDwVg3f23Uk64HPqIdjGfWM33nSEK6EagNii4D+ZEyxas+ZXWlqqgxEr9mprRE7dFNNEHgC4ebsSZzYXi5gr8m9vDjGyUbv2e1JSKZ0m3cEyKlqyS4lar3BO2Bf/Wnd+UsGEkTIlmTNkSupHlKyZov+APdJz1H6oBQ/qnw++dUfSaK3X1dR84hNeL9+Bc5rwxnS/J0h9dnJ5+lX4W0SSu2ON8Qf1B7dDNhzOf/nvf/z7z45p1xG/ek/uw+Q9IRU/qF7JeH0pxL2qSNSCKl8ZDmwL/lYVOfSfLwXnz/mr1Yt8VlwFT1hu+Y7Kslqz83XDyh7B4jCQileaXuyAbNnr9oB1nbnqo+E0iN1Oz5e0x9Oe/9ezi9Jvftu1wG3SNr1VXs5q2PP0hfHb5Wl8jFw+vhT4RH8bjnlfyPH+AM2pz/TVL1Gitv013iFWjKvKI7sZ3P3SRBLd2G2/7ZMCafzX3TPOlVEtgi4OPdBCyYko8YE2L5dm7XRzilp7Qakx8JAAAAANg95F8ADUAIv4SFIPlLY+RDptO/SdXmwuqaNQvc524iUBvkYdHuU18uWfEhMenVa75Ql6VUAkXEUFlIB/W6r2jblHlZWBFPEtCctk2p8cSgK91inoCmpD3bdqcNz1nviRQqzc7fmayUkhULLe9NEtSKRksS/2akDtAnUCRTEKOeyUtXr/+Ghm41zr9olOb31trCxfNo4FXxq6A/pG4Tnlb1q42lSEUinxeWlKz8uHT7Mk5bol77pdXtik79vR76SLhasxfr9ojFvvN/L/zxRUPiYf25vXS75SG6DPR+4isireGqozV7/vKwXt7P/li0ZAFbnKPZ/SehmwUah3k/dssPlaLzAPep80pWfEQfRbv/H7pZ9pc2aes777eahYONGsto1rzGN/WuTYvCplpmXpaTH/nwC4O/AAAAABwI8i+A+mM1BIzPv4QIzEym0Ax63WPDE7QDkxFvOL5K3mMKgdrgNvZxRXjv4pUf06yHKcwmjFEkV8ladDbvjxhsun6JjyS0hze4W0Qqvi8uLVn9heHCUdqBBiJMSS4fitDwi0Zgql7jNHtXma5fpLfSOInem7L7cFXv8aTOToPFXv5+8/9Ub/7JmHyGRmAimYotzCmvgH77aJ7iO/8P7YHV+jO7TRlXTBmXiUQq9vCXtejgPu5JafMwUktESlePmW+pek/Q7PmbPorp+mVWXyrxCpAEhLoNn63oNtSqf81erNsi8Wvm++pfNMHUxx80Xbtgyk2TBraUt45wGTCVn4p4J2r2/OkPjyKst3rTj8aUs/S7xBRkSXyCaFjmMmg6X9i+4qMouw9Tr/nSePU8U5zPlRYQ8/oMwaqo0e6TX7RZRx+qpo/7k80uX6ghJ/J5kURqlXxVHP9FLMo7EgAAAACwY+azcQIA9YX/jeNuYBiGpl6mMsYyBoPB9c+p8oxjtJvI1ddz3n4ix3ksAEAd06mLPurLL/uoDoxMH/aV7Aa5XC5cSstULH6P/AsAAAAalfnz5xcUFMydO7djR4epOYv69wD1qmL9L6sqYPTMShPzDp9Lc6V5ut3fEgAAqGPaHZ/x4RdHxFlRL0mqUfYL4RcAAACAA0H+BVDfqiiBzyMBYbpO0/jOun0/csV3tNIfAABUjc1N0R/8lW8XtJ3EeIXaLPtVcdgXAAAAADgK5F8ADckyArNMwfQD57MyV3MPk16z8R0CAAB1RkvfZlnzmqeM1CUv4tGKf5awHP+FsvcAAAAAjgj5F0ADsBoCVnEgmMjFWxv9FN/ZeGY9k3qSAABAHTAlHzEm7uDbOV0e4ZSe1Zn8SAAAAADAoSD/AmhgVuGXEIEZez5ocgvm+2jWLCAAAFDrWEaz5jW+qXdtWhw+1TLzspz8KJRrxOAvAAAAAEeE/AugYdisAmY540YsU2gGvcF3ZjLiDcdXEQAAqFX6uD/Y7It8OyfyeZFEapV8VRz/RSzewAkAAAAAOAjkXwANr7Ja+Ey7EYbgnnwf7eYPiEFLAACgtujUum2f8E11YGRps75VzHzE5EcAAAAAh4b8C6DBVBwCZhWBSaVSTcw7HGfuzJXm6XZ/SwAAoJZod3zGaYtogyPirKiXqlP2CzMfAQAAABwU8i+AhmRzFqTlqRcJCNN1mc531u37kSvOJgAAcMfY3BT9gaV8u6DtJMYr1GbZL6sIjAAAAACAY0L+BWAvKisEpu8/j5W5mnuY9JqN7xAAALhjWvp2yjG0wcjc8yIerfjnhyomPyIIAwAAAHA4yL8AGpjVELCKA8FELt6aqKf4zsYz65nUkwQAAO6AKfmIMXEH387p/CCn9Kw4+Kvi5EcCAAAAAA4L+ReAHbEKv4QIzBT5oMkjhO+jWbOAAABAjbGMZs1rfFPv2rQ4fKqkyspfGPwFAAAA4ASQfwE0PJtVwCxn4ohlCs3AV/nOTEa84fgqAgAANaKP+4PNvsi3syOfF0mkFUd+WUVgxOKNmgAAAACAA0L+BWBfKquFz7QdbgjuyffRbv6AGLQEAABul06t2/YJ31QHRmqa9a1i8BcmPwIAAAA4DeRfAHah4hAwqwhMKpVqYt7hOHNnrjRPt/sbAgAAt0kbu4jTFtEGR8RZUS9VPfPREsHgLwAAAABHhvwLwF7YnAVpeUpGAsK0nafznXX7fuKKswkAAFQbm5uiP7iMbxe0u4vxCpVUKHsvlF8UIjACAAAAAI4P+ReAPaqsEJhhwDxW5mruYdJrNr5DAACg2jQb3yYcQxuMzD2v6yMV/8xQxeRHBGEAAAAADg35F4AdsRoCVnEgmMjFW9NrLt/ZeGY9k3qSAABANZiSj5gSd/LtnM4PckrPioO/Kk5+JAAAAADgFJB/Adgpq/BLiMBMPWabPEL4Ppo1CwgAAPwnltGseY1v6l2bFodPlVRZ+QuDvwAAAACcDPIvAPtiswqY5QwdsUyhGVgeezEZ8YbjqwgAAFRJf+R3Nvsi386OfF4kkVYc+WUVgRGLN2QCAAAAAA4O+ReA/aqsFj7bbrghuCffR7v5A2LQEgAAqIxOrdv+Kd9UB0ZqmvWtYvAXJj8CAAAAOCXkXwB2p7IhYJYRmCbmHa7s95crzdPt/oYAAEAltLGLOG0RbdC3zayol6qe+WiJYPAXAAAAgLNA/gVgjyoWwrdapIwEhOm7TOc76/b9xBVnEwAAqIDNTdEfXMa3C9rdxXiFSiqUvRfKLAoRGAEAAAAA54L8C8DeVVYITNfvRVbmau5h0ms2vkMAAKACzca3CcfQBiNzz+v6iNUbadWTHxGEAQAAADgN5F8AdqriEDDLQmBSqVTk4q3t/Szf2XhmPZN6kgAAgAXTxX2mxJ18O6fLQ5zSs+Lgr4qTHwkAAAAAOB3kXwAOwCr8EhqG7rNMHiF8H82aBQQAAAQso1n7Ot/UuzYtDru76spfGPwFAAAA4MSQfwHYr8oK4d8cuSCTawaXn90xGfGG46sIAACU0R/5nc1L4dvZ0fNEEmnFkV9WERixeOMlAAAAAOBEkH8BOAabKRjFtokxNonk+2g3f0AMWgIAADq1bvunfLMkuJemSXQVg78w+REAAADA6SH/ArBrlQ0Bs6zfXDr0ba7sd5krzdPt/oYAADR62thFnLaINujbY3bP56ue+WiJYPAXAAAAgDNC/gVg7yoWwrdavIwEhOk6T+c76/b9xBamEwCARozNTdEfXMa3C9pNZrxCK5a9tyyniJFfAAAAAE4P+ReAI7E5BZLS93+Rlbmae5j02k0fEACARkyz4X+EY2iDkbnndX3Y6g1TSMFsTn5EEAYAAADglJB/ATiAikPALJeDpCdyIhdvTe9n+c7GsxuY1JMEAKBRMl3cZ0raxbdzujzEKT1tDv5C2S8AAACARgX5F4CDsQq/hIax+yyTRwjfR7NmAQEAaIRYRrO2fFVcvWvT4rC7q678hcFfAAAAAI0E8i8Ax1BZIfybIxpkcs2g8rM+JiPecGwVAQBoZPSHf2PzUvh2dvQ8kURqNfKrYgRGLN5gCQAAAAA4KeRfAI7HZgpGsW1jDM378n20Wz4gBi0BAGg0OE2RLvYzvl0S3EvTJLqKwV81m/zIclxiZsofR7cuj9tMAAAAAMBxSAkAOAh6ksZxnHCqRk/e+Es+/2LLaIa+LVs6TETP0UrzdLu/UQ5/kQAANA66HZ9x2iLa4Ig4u+fzVc98tESqHPxlYplz1y+fSE08npZ4Ku1CadmfFk69+jsBAAAAAMeB/AvAkVhGYMIQMHpGR3fy+Rfj20rXZYbqzHLaQbfvJ3nUdLFXUwIA4OzY3BT9od/4dkG7yYxXqMxW2XurCKyye9ObjKevXaCBF429zqRfpFctb5WKJQQAAAAAHAryLwBHJeRfNPwShoDR0zx9vxcUievEhmJi0ms3feA642sCAODsNBveIhxDG4zMPa/rw5Zzwy1TMJuTH/nLEr3mVNqFE2mJx1MT4jOSTSxT2WNFtuhIAAAAAMChIP8CcDAVh4BZLgdpHgLm4q3pNddt77u0g/HsBib1QUlINwIA4LxMF/aaknbz7ezOD3FKT6mtwV8Vk68CTfHRqwkn05KOpyVczE6r5sN9d8/LBAAAAAAcCvIvAAdmOQSMD7/4FMzY/QHTqV+lxam0j2bNAve5mwgAgLNiGc26N/imzqNFSfjdVVf+ytUU0cDrxLXEE6lJV/MzOAIAAAAAzg/5F4DjsRoCxudffARWXghMJtcOedN9zYO0A5MRbzi2St5zCgEAcEb6w7+xeSl8OytqnkgitRr5JfjxwOo9l05mluQx9H2ScCz9H7ltPULCCAAAAAA4GjEBAEdmNQVSqHfDtB5iaN6X76Pd8gEpW7AMAMDJcJoiXexnfLuk2QBdUPcqBn8NbNejUFvC0r8TEP6vBqQGFt/3OgEAAAAAR4P8C8Ah2az/ZVXvWTP0ba7s6lnTEgAAEABJREFUd5wrzdPt/oYAADgd3Y7POG0RbbBEkh35fNUzHzs1ab1g1IMcMede5ksRAQAAAIBGAvkXgKOyisD4FMzylI/4ttJ1vZfvrNv3E1uYTgAAnAibm6I/9Bvfzg+bxrgFS2yVvbeMwIa07zmnz/gaD/6iCRoBAAAAAAeE/AvAGdicAklP//R9n2flHuYeJr120wcEAMCJaDa8RTiGNkwKr4IuD1Yc+cWnYFYrPz7Wf/K4zv1rNvhr+ay3CQAAAAA4IORfAA7M5hAwywhM5OKt7fMs39l4dgOTepIAADgF04W9pqTdfDun66NE6S68+1kO/rJMvvj3TOq10Q/2atmJ3CaOcJ/GLj917QI/gxIAAAAAHAjyLwAnYTULkj/loyeBhoiZJo8Qvo9mzQICAOAEWEaz7g2+qfNoUdx2olXyZVX5yyoCk0mkn9z1bNuA5uQ2/Ra3edav/xvx5dMLty07lprAcgjCAAAAABwD8i8Ax1ZZIXz+PNDckMk1Q8sn7DAZ8YZjqwgAgIPTH/6NzUvh21lR88SSSgkRGLF4w6SXbgrV19Pmeancqv+gohtzJrPVBX8d2/bQ8ndjvnzi3c1LjqScYziWAAAAAIAdQ/4F4DwqmwXJthqoDx3A99Fu+YAYtAQAwGFxmiJd7Gd8u7jZQH1wjyqSr4qTHwWB7j5fTH1RIZVV60FtzXnMLy1edXLHo398MOizx97ZvHj/5dMEAAAAAOwS8i8Ah1fZEDDL5SC1g9/kyn7fudI83a6vCQCAw9Lt+IzTFtEGSyQ5kc9ZLvpRcdiXJXLjDVPQtWnb98Y/IapGMfxAd9+wwNDKbi3Rlf5zcudTf3/U/9OHX1v/3Z6LJ4yMiQAAAACA3ZC89dZbBAAcnM3zOh5XhlF4EE2+LMs8NsF07Yy8+10ipQcBAHA0bG6KZuULpGw0Vl74vZoWQ6U3yGQyqYWKQRix9T7Zyq+pm0J18MqZqh/3wIs/T+k+dELXgf5u3mq9NrukwGY3A2O8kJ26Jf7Q70e3XMxOow/X1CtAKpYQAAAAACcSGxur0+mio6MDAgKIg5ASAHAuwigwGnvxwyJYlqWngvp+LyoS1ogNxcSk1276wHUGRoEBgOPRbHiLcAxtmBRe+V0eFAZ8CYEX37A5+dHmHwmo+6JGXS/K+ePo1v989GAPv1m9xtItW12wPeFIbGLcqTTby0FqDDqagtFNKZX3axMxLCxqQNvuKpmCAAAAAEBDQP4F4CToeR0NvCznQlrOgqQRGKPy0PR+1m2PuRa+8ewGJvVBSUg3AgDgOEwX9pqSdvPtnIjHRQpXy4ne1Sz7ZdOLMTOzivN3JB21eWu7gBCrPQFu3vdGjqRbfmlxbFIczcKOV7IcpM5koDEZ3eQSWZ9WXYaFRw1s28NNoSIAAAAAUI/MJ8wEAJwC/+vMT3hkyzBljGVMJpNBp3VfMlRanEq7SYI7uM/dRAAAHAXLFC8ayi/7qPVskzr2N/OMR5lMLpcLl8IUSCEL+8/BXwIaVM1c+sbF7LSKN5169XfyX4q0ahqf0ZwrLuW8iWWq6CkVS3q17BQTFj2kfU8PpSsBAAAAcDTz588vKCiYO3dux44diYNA/S8A52F1jmd1sseVxWNGr5aKxDXmq+ocsVczSZMOBADAEegP/Wo8tYZvpw/8kPMItiz7ZVn8yzL8opekGuEXKYulBrbtvi3hSGmFRXIf6z/5Pw9XyuThQS3HdOo3PXJEK7+mDMtcL8plObZiT5bjUguydl88/uvhjSevJelMxmBPP0yNBAAAAAfiiPW/kH8BOJUqSuCXF8L3bC7KOC0tTKH7TanHlb3uJxIZAQCwb5ymqHT5o8Skp+3i5oOLOt1rWfbeathXdcre2+SmUEW37LTp3EHL1RtDfYKn9xxOqk0hlbUPDB3Vsc99UaPa+DenezKKcm2OCOMId60we++lk78d2Xj0arzGqAvy8HWRKwkAAACAfUP+BQB2wcbIL4upkQb/TopTy0X0zMtoHuMgbdOXAADYN92WhabkI7TBimXpQz4VKT0rDv6yqv/F51+k2uEXz9fVs0Nwy63xh4RiXndFDO7VshO5fTKJtG1A8xEdetEgLCyohVgkvl6Ua5msCegj0Zv2Xz7965FNh5PPqfXaQA9f1AgDAAAAu4X8CwAaXhXne+VDwBQenCZflnWa7jFdOyPvfpdI6UEAAOwVm5uiWflCWUxE8sLu1bQYWnHwl+USkDUb/CVo7h0Y4O6z++Jx/urS+98kd0YqkbbyaxoTFnV/9JhOTVrTZ5lRlGtgjDY7ZxbnHbxyZnnc5v2XThfrSwM9fNwVLgQAAADAnjhi/oX1HwGcmbAQJI29hIUg6Smiod+LyoQ1YkMxMem1mz5wnfE1AQCwV5oNbxHOPH/QpPDK7zJHmORoOeGxspUfbzf84k3sOvBqfsYvh9aH+gST2iOTSAe27U43E8scST4XmxS3K+lYoVZts/O5jMt0+3znn2GBoTFh0SM69KLBHAEAAACAGsH4LwAnZPOsz3IWJCuWMhKlPGUPvcpmX5C1Gyj2rM1zPACA2mK6sFcX+xnfzuz5gjGwM426LKc90kurFOzO8y8qqkXHSzlpEc3b1WzyY9XEInGIT9Cgtj1m9hrTMyRcKVNkFedpjXqbnXNLi+Kunv/z2NbtiXEFmhJvF3cfVwzaBQAAgIbkiOO/RNyN8hYA4EwsC36xZZgyRqPRZDLRS4NO6/7rKGn+JdpNEtzBfe4mAgBgb1imeNFQNi+FNrWebVLHLecDL7lcLlxaToG8w5mPVnQmg1IqJ/WCI9zJtKTYxLgdiUezSvKr7hzqEzwsPComLDosMJQAAAAA1Lv58+cXFBTMnTu3Y8eOxEFg/BeAc7I697MxFowQo09bRfw/5qvqHLFXM0mTDgQAwJ7oD/1qPLWGb6cP/JBzD6645qNl8sWHX/SS3HH4RUnFElJfREQU7OnXt3XXmdGj6aWH0jWnpLBEr7HZuUirPpGWtOrkjg1n92eXFLgpXQLcfQgAAABAfUH9LwCwI/Tcjx8Fxp8EClXAePR00RjSy9BisDxlF71Vu+UDeZcxRI7lxgDAXnCaImHmY1HzIYbALreU+6qy7JdD69ykDd2eGzIjMTNle2JcbGLc1fwMmz2vFWYvPbyBbkEevjFhUXTr2qwtjdIIAAAAANwK478AnFwVVcAog38nxanlIsIRo5bulLbpSwAA7INuy0JT8hHaYMWy60O/ECndhcFfwqXNFIzUxuAve+Dn5hXdouP0nsNpsOXj6lmgLSnQFNvsqdZrz6RfWnN6z78nd14vzFXKFUEefs7xTQAAAAA7hPFfAGBf+CFgwtkgPy2InijeLArm20obcb/LqaW0g27/z/LoGWKvpgQAoKGxuSn6Q7/x7fzwGYyrv2WVe2HOo1DwXki+nFIb/+Z0e6z/XWkFWVvjD8cmxSVmptjsmaMu/Ov4Nrp5u3gMbd8zJiw6skUHiUhMAAAAABo31L8HcHI2C+GbyhjLmNQFHj/1ExvMYwpknce4zviGAAA0NPXSWaak3bRhUnhdmbhaonLna35ZVr4Xin9RlhFYYxj3lFGcuy3+yPbEI+euX666p6fKbXC7HjQI69WyU31WNAMAAAAn5oj17zH+C8DJ2RwCJpQAM8dhKg9N3+fddr1FOxjPbmRSH5KEdCMAAA3HdGEvH35R2d2fFilc+bcsm2W/LBd8bDyCPfwe6DWGbtnqgtiEOBqEnUq7wBEbf9Qs0qrXnN5DN3eFy4C23YeFR/Vp1UUukREAAACAxkRKAKDR4MMvvgo+H37RS71ef5YJ76kI9tSb6ytr1ixwn7uJAAA0FJbRrHuDb2o925S0HiO1FX4JDZEF0jgGf1kKcPOeETmCbvmlxbFJ5mL5x67Gs7ZG95foNRvP7aebi1zZv023YWFR9FIhRRAGAAAAjQLyLwDnZzkEjA+/+OmQpaWlBw4cuHTpklwuN/pNGZn+Fe3AZMQbjq2U97ybAAA0BP3h39i8FL6dFf2y5cgvq4L3oluRxhd+WfJx9ZjaPYZuRVr1zqRj2xOPxKWcN7FMxZ4ag25r/CG6KaXyvq27DguPHti2u0qmIAAAAADOC/kXQKPAR2DkxslhQUFBbGzsuXPn6DkkDb+8vLyadJmiP3pOkbKL3qrdslDeZSyRqwgAQP3iNEW62M/4dmHzoYbALlKJDY155uN/8lS5TYoYRLcSvWb3heOxiXGHrpw1MMaKPXUmw46ko3STS2S9W3UeFhY9qF0PNwXe/AEAAMAJIf8CaEToWWJubu7mzZuPHz/OD6nw8fHp169fq1atTCaT1vU1+bJ9Is7Elebpdn2tHPESAQCoX7odn3HaItpgxbK8yOeEwV9WI78swy8M/qqMu8JlXOf+dNMa9XsuntiecOTA5dM086rYk6ZjtAPdpGJJdMtOw8KihrSP9FC6EgAAAABngfwLoLHIy8tbv359XFwcf67o7+8fExPTqVMnhmGMRiPHcYxvK13E/aqTS2hn3f6f5dEzxF5NCQBAfWFzU/SHfuPbeeH3Ma7+MosxX3wExidifPglLPgIVVPJFCM79Kab3mTcf/kUDcL2XjqpMegq9jSxDM3I6PbOpsU9QzsMC48a2j7K28WdAAAAADg45F8Azi83N5cmX0eOHOGrgAUEBIwaNap79+7mzIth6CVfC5+eW+r7PKs4v0psKCYmvXbT+64zviEAAPVFs+EtwpnrVRmVvgWd7rdZ9sty/Be5sawtweCv6lFIZUPbR9LNyJgOXjkTmxi3++KJEl1pxZ4Mxx5JOUe39zb/0j2k/bCw6JiwKD83LwIAAADgmJB/ATgzmnytW7cuLi6OL/4VFBQ0evToyMhI2qaBF18Fnz+N5CMwRuWh7fei607zymvGsxuZ1IckId0IAEDdM13Ya0razbdzuj8lUrhWUfYLlb/ukEwiHdi2O91MLBOXcn574pFdSccKteqKPTnCHU9NpNvCbcu6Nm0bEx49PDw60N2HAAAAADiU8pLYAOBkKiZfY8aM4ZMvUrYKJI+5wWg0mkwmemnQ692XjZDmX6LdJMEd3J/eSHCGCQB1jWWKFw3ll33UerZJHbdcKpXKZDK5XC5c8oRZkJYRGIKwO8dw7PGrCbGJcTsvHMtVF1bduWNwq5iwqBEdejXx9CcAAADQ+MyfP7+goGDu3LkdO3YkDgLjvwCcTXZ29vr1648ePWqVfAnnh/wsSL5BTyD5IIyeT9JLlmUlUqlm6DseK6fTDkxGvOH4KnnPuwkAQF3SH/6ND7+orOiXJRXKfgnjv0S3Igi/aolEJI5q0ZFur4ycdSrtwvbEIzsSj2aV5NvsfD7jCt2+2PVX+8BQGoQND+8V6hNEAAAAAOwY8i8A5/GfyRePXuU70DNJGnjxEZgwC5IyhvTStxyiSN5J+2i3LJR3GUvkKgIAUDc4TZEu9jO+XdRiuCGwi7Ts7aiyskL7yS4AABAASURBVF+Y+VinRETUrXl7us0bdv+565dpEBabeDS9MNtm56Ssq3T7Zs/K1v7NaBA2LCyqjX9zAgAAAGB/kH8BOIOKydfYsWN79uxZxSkin4Lxp5FC/S+hoR24QJ6yV8SZuNI83a6vlSNeIgAAdUO34zNOW0QbrFiW232ukMVbRmBW4RcGf9WPTk1a0+25ITMSM1Nik+K2J8Rdzc+w2fNyzjW6/bDv31CfYD4ICwtqQQAAAADsBvIvAMdGk69169YdO3aMT76Cg4PHjBlTdfJFLMIvcmP1NEqYAmnm11obcb/LySW0g27/z/LoGWKvpgQAoLaxuSn6Q7/x7byO9zOu/jJb0x6FyY/8JYH6RcMsuj01cCoNubYnxsUmxl3KSbPZkwZkiw+upVtTr4CYsMhhYdE0QSMAAAAADQ317wEcVcXka+zYsT169KjmmSF/FF/8i4+8GIYxlTGWMakLPH7qJzYU026yzmNcZ3xDAABqm3rpLH7ZR6PS98rEf6VKV77OvWXle2kZqxJgBIO/GlRaQda2hMM0C0vMTKm6Z5CH79D2kcPCo7s2aysieMkAAACcAerfA0B9yMzMXL9+/fHjx2uWfPGshoBZVQEzx2EqD22/l1x3vk47GM9uZFIfkoR0IwAAtcd0YS8fflHZ3Z8Wy1WSCsQWEHjZj+begQ/2mUC3jOLcbfFHYhPjzl6/ZLNnZnHe70e30M3fzWtI+8iYsKgeIeFivJQAAABQvzD+C8CR1EryJbAcAkYxN5gHf5WNAjPo9e7LRkjzzac0kuAO7k9vJDhjAYDawjLFi4byyz5qfDqkjV4ilUqtRn7x+MFfVsXvkYXZm2x1QWyCeWrkybQkjlT18dLbxWNI+540CItq0VEiEhMAAABwNBj/BQB1hSZf69atO3HiBB9aNWnShCZf3bt3v5MzQMshYKRsOUg+CBMKgUmkUs3QdzxWTqe3MhnxhuOr5D3vJgAAtUF/+Dc+/KIyo+ZZjvmyKv4luhVB+GWXAty8Z0SOoFt+afGOpLjtiXHHryYwHFuxZ4Gm+J+TO+nmoXQd3K5HTFh071adpWIJAQAAAKgzyL8A7B2ffB0/fpy/WivJl6DqWZCUMaSXvuVQRfIO2kG7ZaG8y1giVxEAgDvDaYp0sZ/x7cLQ4Sb/cGnZ245l8lVx2UcCjsDH1ePu7jF0K9KqdyYdi02KO5J8zsQyFXsW60rXntlLNzeFamDb7jQI69u6i1wiIwAAAAC1DfkXgP2ySr6aNm06ZsyY2kq+KuJPL/nkq3z8V1khMM2QN+VL9og4E1eap9v5lXLkPAIAcGd0Oz7jtEW0wYgVud2fFluEX5al7i3DLwz+cjieKrdJEYPoptZrd184vj3xyKErZw2MsWJP2mHjuQN0U8kUA9p0iwmP6t86QilTEAAAAIBagvwLwB7R5Gvt2rUnTpzgr9Lka+zYsd26dauLsz6rIWCWKRi/LiTrHaLt9oDLicW0g+7AYnmve8VeTQkAQE2xuSn6Q7/x7byOMzn3QKnENj78QuV7R+emUI3t3I9uWqN+z8UTsYlx+y+d0pkMFXvSDlsTDtNNKZX3bd01JixqYNvuLnIlAQAAALgzyL8A7EtGRgZf54u/yidf3bt3J/VCCL/4WZBCBGbs8ywT/69EV0BM+uIP+xIAgNpgVPqe8Rjknp8fHBxc2eAvy/FfBIO/HJxKphjZoTfd9Cbj/sunaBC29+LJUoO2Yk+aju1IOko3mUTap1UXGoQNatfDXeFCAAAAAGoE+ReAvaDJ19q1a0+ePMlfpcnXuHHjunXrRupeZVXAbg4BU3no+r3oGruAAADUnktt52iNbHF6enZ2docOHfz8/GxW/hL6I/xyGgqpbGj7SLoZGdOh5LPbE47svniiRFdasSftsOfiCbpJxZLolp1i2kcNDYv0ULoSAAAAgNsh4teSA4AGZJV8NWvWjJ/tSOoR/1bA3cDcYDKZjDyDwW3pcGn+JQIAUBu0vh3TRi+hb4CZmZll7zGG1q1b9+zZU6VSScsIKRgGfzUGJpaJSzkfmxi368KxAk1JFT0lInHP0A4xYZExYdHeLu4EAAAA6t38+fMLCgrmzp3bsWNH4iCQfwE0JHtIvgSWERjLskL+RS/5BMyUl0LyU4RojB8ZRg/hLy3vBOxcYa6BMZlfNbFE5OImVagkBKAuWY3h4iMtxqsF5x5Ec66ioqLTp08XFxfT9xmFQjFixIhWrVpZjgJD+NWoMBx7IjVxe8KRnReO5aoLq+gpIqLuIe1jwqKGhUX7uXkRAAAAqC/IvwCgumjytWbNmlOnTvFXafI1bty4iIgI0qCECIzPtoQIjGeOwG6wjMCEowg4AsbEJScUC1f9m6g8feUEoO5ZTrLm8QW/KLr/zJkz9C3RYDDQd5jOnTvTt0RXV1cM/mrMOMKdSrsQmxi3I+loZnFe1Z27Nm1Lg7DhHXoFuvsQAAAAqGPIvwDgv9ln8sWzGgJmFYHxA8GEQWH8rcKUSct7AHtWmKO/euHm3KKw7t4Y/wV1TYiuLBeZFfIvIQXLy8tbv359VlYWfZOh4deECRMiIyMRfgF17vplGoRtT4xLL8yuumfH4FY0CBvRoVcTT38CAAAAdQP5FwBUJT09fe3atadPn+avNm/efOzYsXaSfAksh4DxhcBogw+8LC/58Ivvg/zLsVw4XZh9rXy1NblSEjU0gADUMcv8i17yo7r46Y1C+MVPeKT79+/fv337dpq203eY9u3bz5w509vbG/kX8BKzrsYmHqFZWEpeRtU92weGDm0fOaJD71CfIAIAAAC1CvkXANjmEMkXz6oQvuUoMEvsDVb5F9i/HauuGXQM327W2q1zb18CUF9EFvjwi7+0RPfk5eUtX748OTmZvrfI5fJJkyYNGjQIERhYupxzjR8Rdiknreqerf2aDi2rEdY2oDkBAACA2oD8CwCs0eRrzZo1Z86c4a+GhITQ5Ktr167EjlnNghRGgQljvoSRX8i/HE5RvmHLH6nC1d7Dg0LauRGA+mKVfwmzIK0afIcDBw78+++/Wq15uGJoaOjs2bODg4MJwK3SCrK2JRyOTTyakJlcdc9Qn6CyICwqPKglAQAAgDuA/AsAbnLE5ItnOZlRSLjYCvid5EZSRsARnDuSf3h7pnD1/hfby5Uo/gX1RyjmJeRflkGYZfjFKyoqWr58+dmzZ+lRNB0bVYavlw9gJaM4d3uCeWrkmfRLVfds4uk/LDwqJiyqc5M2BAAAAG4f8i8AMKuYfI0bN65Lly7EcVgu6WiVglleklvDL7yf2L+1S5JTbiz+GNBUNf3ZdgSgvlhWshciMKtLS0LnEydO/PXXXzQLo+2AgIDZs2e3atWKAFQiW12wIzFue0LcybQkjlT1D1Oguw9NwegW0bydiGCCLQAAQHUh/wJo7FJTU9etW8cPVSBlE3bGjh3rWMmXwCoCs8TnXwThl6NhGe7T504aDeWvVO/hQYPvakoA6otVFXyruZAVYy/Lgl9arXbVqlX79+/nrw4aNGjSpElKpZIAVK5AU1JWLP/osavxDMdW0dPPzWto+0gahPUICRej0hwAAMB/Qf4F0Hg5U/IlqBiBEYssjNw6U5KA3UtOKPnlg3jh6qyXw1t19CAA9chmBEYssjBiK/wSXLx4cenSpbm5ubTt6ek5a9asDh06EID/Uqwr3Zl0dHti3JHkcyaWqaKnt4v7EBqEtY+MatlJIhITAAAAsAX5F0BjRJOvtWvXnjt3jr9Kk69x48Z17tyZOAWrhKviZcWeYLe2/pm6a3U635ZIRf9bFi2VYZgD1B+rSKti2mWVjtlkMpnWr1+/bds2fgp2z549p0+f7uaGZRygWtR67e4Lx2MT4w5eOWNgjFX09FC6Dm7XY2hYVJ9WXaRi1EkEAAC4BfIvgMbFuZMvgeW7RGVtgvzLEXz+0um0i2q+3T7C65G3HObfKnAOFVMtm4GXqBqzz9LT05csWXLt2jXadnFxufvuu/v06UMAqk1r1O+9eCI28ei+y6d0Rn0VPd0UqoFtu9MgrF/rrnKJjAAAAADyL4DGgyZfa9asOX/+PH+1RYsWY8eOdb7ky5LN9wq8gTgQrdr0yj2HhKsT5rQcfFczAtBAbIZc1Um+BPT9JzY2dt26dQaDgV5t3779Aw884OvrSwBuh95kPHD51PbEuL0XT5YatFX0VMkUA9p0o0HYgDYRSpmCAAAANGLIvwCcX8Xka9y4cZ06dSKNA94xHNepfbmL379Z/Gv+Nz2atnIlAHbgtmIvK3l5ecuWLUtKSqJtmUw2fvz44cOHE4DbZ2RMh5LPxibG7bpwvERXWkVPhVTWt3VETFjkoLY9XORYhAEAABoj5F8Azuzq1atr164Vkq+WLVuOHTu28SRf4Oj+/OLigU0ZfNvNU7ZwRW8C4CwOHjy4YsUKrdY8eCc0NHT27NnBwcEEoEZMLHM05fx2cxB2rEBTUkVPmUTau2XnmLCowe17uitcCAAAQKOB/AvAOdHka82aNfHx5WNnaPI1btw4B/o9B6Beu+9IYU55jZueQwJmvRxGAJyIWq3+66+/jh49yl+lf5+gb9QE4A6wHHc8NSE2MW5H0tFcdWEVPaViSVSLjsPCooe07+mpwmoMAADg/JB/ATgbJF/gHHKv696aHSdcnfli++hhgQTA6dC36+3bt/Nv2gEBAQ899FBoaCgBuDMc4U5fu0iDMLplFudV0VMsEvUM7TAsLGpo+ygfVw8CAADgpJB/ATgPmnytXr06ISGBv4rkCxzavg0Zf391Ubj6wd+93b2wihk4rbi4uL///lutVotEooEDB951110KBaqVQ+04l3E5NsEchF0rzK6im4iIujVvPyw8amhYVICbNwEAAHAuyL8AnIFV8tWqVSuafHXo0IEAOKyf3o4/fSCXbweHuiz4sScBcGoajeavv/46cuQIbXt5eT3wwAN4G4falZh1dUdi3PbEIyl5GVX37NK0zbCw6OEdegW6+xAAAACngPwLwLFduXJl7dq1iYmJ/FUkX+Ac6Nv8CxP2G/Qsf3XwpKaTH2tNABqBpKSkJUuWFBaaKzf17Nlz+vTpbm6ozQS17HJuemzCkdikuIvZaVX37BDUclh49IgOvZp4+hMAAABHhvwLwFEh+QInlpxQ/Omzp4Srj7/TqWMUxiBAY6HX69esWbNr1y76gcfV1fXuu+/u3RuLn0KdSCvI2k6DsMS4+Mzkqnu2CwiJCYsa0aF3qE8QAQAAcEDIvwAcj1Xy1bp167FjxyL5Amey+ferG3+9yrfFYrJoXX+pTEQAGpOrV68uWbIkMzOTttu3b//AAw/4+voSgLqRUZwbm2CeGnkm/VLVPVv5NaVBGN1oIkYAAAAcB/IvAEdCk681a9YkJSXxV2nyNW7cuPDwcALgXD574fTlc0V8u20Xz2c+7koAGh+GYbZs2bJp0yaTySSXyydMmDB06FCRCFkw1KEf9fK8AAAQAElEQVRcdSFNwWIT406kJnGkqo/cId6BMeHRNAjrENSSAAAA2D3kXwCOwSr5atOmzdixY5F8gVMy6NgXJ+1ny2t/kXGzWoyYjlEG0HhlZ2cvWbIkOdk8Pa1Zs2YPPfRQcHAwAahjBZqSHUlx2xPijl2NZzi2ip5NPP35EWFdmrYhAAAA9gr5F4C9o8nX6tWrL1y4wF+lyde4cePCwsIIgJM6ezjvhzfPC1df+rJbaHt3AtCI0U8+e/bs+ffff/V6vUQiGT58OP0TiFQqJQB1r1hXujPpaGxi3OHkcyaWqaJngLtPTFjksLDoiObtRAQDFQEAwL4g/wKwX0lJSRs2bEDyBY3Nym8v7Vl7nW+rXCUf/dMX870AqKKiot9+++3s2bO0HRAQMHv27FatWhGA+qLWa/dcPE6DsAOXzxgYYxU9fV09h7aPHBYe3T0kTCISEwAAADuA/AvAHtHka/369RcvXuSvtm3blv6pH8kXNBLvPHQ0K03LtyP6+z30GtZ2ALjp2LFjf/31V0lJCW0PGDBg8uTJSqWSANQjrVG/99LJ2IS4fZdP6Yz6Knp6u7gPbtdzWFhUZIuOUrGEAAAANBxHzL8w2h+cmVXy1bJly3HjxjnQ7yfAHSopNArhFxXe3ZsAgIWePXt26NBhxYoVhw4d2rt37+nTp2fOnNm5c2cCUF9UMsWI8F5005uMBy6fik08uufiiVKDtmLPAk3Jv6d20c1d6Tq4XY+YsKjeLTvLJPgwDwAAUC0Y/wXOKTExccOGDZZjvmjy1b59ewLQmBzamvn7ogvC1XeWR3v7KwgAVED/XrJ06dL8/Hza7tGjx/Tp093dUSkPGoaRMR1KPhubGLf7wvFiXWkVPV3lqoFtu8eER/Vr3VUukREAAID6gvmPAA2PJl/r16+/dOkSf7Vdu3Zjx45F8gWN0y/vJxzfk8O3/Zoo3/oligBAJQwGw7p162JjY+lHIxcXlylTpvTt25cANKiDV87sTDq2PfFIkVZdRTelVN4huNWw8KhhYdF+bl4EAACgjiH/AmhICQkJGzZsEJIvmnlNnDgR9YyhMXvprgPa0vL1xfqPDZ72dFsCAFVKS0v75Zdf0tPTSdlKKXPmzPH19SUADYrluOOpCTsSj+5IistRF1bduWvTtjHh0cPDowPdfQgAAEDdQP4F0DDi4+Np8nX58mX+alhY2IQJE5B8QSOXdkn94ZMnhKsPv9Gha18/AgD/hWXZrVu30n9WTCaTTCYbP378sGHDRFg5FewAR7jT1y7GJsbRLbM4r+rOnYJbx4RHjejQK9gDb/4AAFDLkH8B1DeafK1fv/7KlSv8VSRfAILtK9LWLk4Wri5a20+uFBMAqJ6cnJzFixcnJ5t/iZo1azZnzpymTZsSALtxLuPyjsSj2xOOXCvMrrpnWFCLYWFRw8N7NfcOJAAAALUB+RdA/Tl//jz947yQfIWHh0+aNCk0NJQAQJmv5p9JOlk+TaZluMcLn0cQALgd9DPS/v37//nnH61WKxaLhw0bNn78eKkUy+2BfUnKuhqbGPfbkU06k6Hqnm38mw8Pjx7RoXeoTxABAAC4A8i/AOoDTb7Wr1/P/02e6tChw8SJE5F8AVhiGe75CftNxvJ3+FH3ho65H78jADVRVFT022+/nT17lrb9/PxmzZrVti1K6YHdMTDG/ZdP70iM23PxhFqvrbpzK7+mMWHmYvltA5oTAACA24f8C6BunTt3bsOGDUi+AP7TxdNFX8w7LVx97tOurTt5EgCoqRMnTvz555/FxcW03a9fvylTpqhUKgJgf0wsc+jK2R1JcbsuHK961Ugq1Cd4WHhUTFh0WCA+TQEAwG1A/gVQV+gf3mnylZKSwl+lv2M0+QoJCSEAYMvaxcnbV6TxbblC/MnqvmIJqncD3BGtVrty5coDBw7Qtqen5/Tp07t160YA7BXDsUdT4mMTj+y8cCy/tLjqzs28AoaFR8eERXUMRhFVAAD4b8i/AGofTb7Wr19/9epV/mqnTp0mTJiA5Augah89dSL1Yvmf/Tv38n30fw7zzxKAnbt48eLSpUtzc3Npu3Pnzg888IC7uzsBsGMsx51MS9pOg7DEo9nqgqo7N/H0G1o2NbJL0zYEAACgEsi/AGrTmTNnNmzYICRf9DRj/PjxSL4A/pNOw7w46YBwdfJjrQdPwrp1ALXGZDKtXbs2NjaWZVmVSjV58uT+/fsTAEdwOv1ibGLcjsS460W5VfcMcPeJCYukQVhE83YighHEAABwC+RfALWDJl/r169PTU3lryL5Argt547kf//GOeHq/G+7N2vtRgCgVqWnpy9evJhe0nabNm1mzZrl7+9PABxEfGYyH4Rdzc+suqefm9fQ9pExYVE9QsLFIgRhAABghvwL4E6dPn16w4YNQvLVpUuXiRMnNm2KoSsAt2HNz1diV17j2ypXycf/9iUAUAdYlt2+fTv9g43RaJRKpePGjRs+fLhYLCYAjuNidlpsUlxswpHLuelV9/R28RjavmdMWHRkiw4SEX7OAQAaNeRfADV36tQpmnylpZVX7EbyBVBjHz19MvVCCd/u2sf34TdR/AugDuXk5CxduvTSpUu0Tf/Zmj17dvPmzQmAo7man7k94Uhs4pHErKtV9/RSuQ1u33NYWHRUi45SsYQAAEDjg/wLoCZo8kX/eH7tWvlwla5du06YMAHJF0DN6LXm4l/CW/uUx1sPmojfJoA6t3///lWrVmm1WpFIFBMTM378eLlcTgAcUEZx7rb4I9sTj5y7frnqnu5K18HtesSERfVp1QVBGABAo4L8C+D2nDx5csOGDULyFRERMXHixODgYAIANXX+aP53r90s/vXq9z2atHQlAFD3SkpK/vjjjxMnTtC2j4/PrFmz2rdvTwAcVra6oGxEWNyptAscqeqUwU2hGti2e0xYdN/WXeQSGQEAAGeH/AuguqySr27duk2YMAHJF8CdW/NzcuzK8nnEKP4FUP/Onj3722+/FRUV0XafPn2mTp2qUqkIgCPLLy021whLjDt2NZ6t8txBJVMMaNt9WFhU/zbdFFIEYQAATgv5F8B/oD9vfPLFL5hFkHwB1LaP5568mlRe/Cuin99Dr3cgAFC/dDrdqlWr9u3bR9vu7u733HNPz549CYDjK9KqdyYdo1nYkeRzJpapoqdSKu/XJoIGYTQOo6EYAQAA54L8C6BS9CftxIkTGzduFJKv7t27jx8/HskXQC2yKv419ck2A8Y3IQDQEK5cubJ48eLc3Fza7ty588yZMz09PQmAU1DrtbsvHI9NjDt45YyBMVbRUy6R9W3dJSYsenC7Hi5yJQEAAKeA/AvABj752rBhw/Xr1/k9PXr0oMlXUFAQAYBaFX+04NvXzgpXF/zYMzjUhQBAAzGZTPSfv61bt7Isq1Qq77rrrgEDBohEIgLgLLRG/d6LJ7Ynxu2/fFpn1FfRUyaR9m7ZeVh49KB2PdwV+LcJAMCxOWL+JSUAdYYmX8ePH6cf/TMyMuhV+omfH/OF5Augjlw8Wyi0lS4ShF8ADUsqlU6cODEyMnLJkiXXrl37448/Dh06NGfOnICAAALgFFQyxYgOvemmNxkPXD5Fg7C9F0+WGrQVexoZ095LJ+kmFUuiW3YaFhY1pH2khxIrtAAAQD3B+C+oExWTrx49eowbNw7JF0Cd+uyF05fPFfHt8B7eT77fmQCAHaD/LMbGxq5bt85gMNBQbPTo0SNHjpRIJATA6dCc61Dy2djEuN0XjhfrSqvoKRGJI1t0iAmLHto+0tvFnQAAgOPA/EcA80f8Y8eO0eQrMzOT3Ei+JkyYgL91A9Q1jiXPT9hvNLD81VH3ho65P5QAgN3Iy8tbtmxZUlISbdM/CM2ZMyc0FL+k4LQYjo1LPhebdHRn0rECTXEVPcX042JIeExY1LCwaB9XDwIAAHYP+Rc0avRn6ejRoxs3bhSSr8jIyHHjxiH5AqgfGVc17z1yTLj6+LudOkb6EACwM4cOHVqxYoVGo6H/UA4ZMmTixIlyuZwAOC+W446nJuxIPLojKS5HXVhFTxERRTRvR1Ow4eHRfm5eBAAA7BXyL2ikkHwB2IMj27N++yRJuPrJ6r5KF8yuArBHarV69erVp06dom1vb+977rmnTZs2BMDZcYQ7fe3ijsS42MSjGcW5VXfu0rSNOQjr0CvQHX/LAQCwO8i/oNGhPz9xcXE0+crKyiJlyVdUVNTYsWORfAHUvxXfXNq7rnyVVZlc/Nn6fgQAAMAunc+4EmsOwuLSCrKq7tkpuHVMeNSIDr2CPfwIAADYB6z/CI0ITb6OHDlCk6/s7GxyI/kaP368nx8+mgA0jNSkEqEd2h6FhAEAwH51DG5Ft2cG33MhO5UPwq7kptvseS7jMt0+3/lnWFCLYWFRw8N7NfcOJAAAALcJ+RfcNpp8HT58eNOmTULyFR0dPW7cOCRfAA2IY0nqJbVwNaQt8i8AAHAA7QJC6PbEgClX8zO3xh/akXQ0KeuqzZ6JmSl0+2r3irYBzYeFRY/o0DvUBwuLAwBAdSH/gttglXyJxWKafI0dOxbJF0CDS09Ws8zN+ewhbd0IAACA46Bh1iP9JtHtelHO1vjDOxKPnsu4bLPnxew0un27d1Urv6b8qpE0ESMAAABVQv4F1cKyLJ985eTkkBvJ1/jx4318UJEUwC5ctZj8SDXH+C8AAHBMTTz9Z/ceR7eskvztCUdiE+NOX7vIERs1i6/kpv+4fzXdaHYWExY9LCwqLKgFAQAAsAX5F/yHislXr169xo0bh+QLwK6kXrw5+VEmFwc2VxEAAABHFujuc1/UKLrllxZvTzQHYcdTE1hbi3ddzc9cfHAt3Zp5BcSERcWER3UKbk0AAAAsIP+CStHk69ChQzT5ys01L1BNk6/evXuPHTsWyReAHbqK4vcAAOCkfFw9pvUYRrcirXpH0tHtiXFHU86bWKZiz2uF2UsPb6BbsIcfTcGGhUV3adqGAAAAIP8Cm2jydfDgQZp85eXl0asSiYQmX2PGjEHyBWCfGBOXfuXm+K/mKP4FAADOyFPldlfEYLqV6DW7LxzfnnDkUPJZI2Oq2DOjOPe3I5voFuDuExMWSYOwiObtREREAACgsUL+BbdgGIYf82WZfI0dO9bb25sAgL26nlJqOR0Eiz8CAIBzc1e4jOvcn24ag27PxROxiXEHLp/WmQwVe2aX5P9xdCvd/Ny8hraPjAmL6hESLhYhCAMAaHSQf0E5mnwdPHhw8+bNQvLVp0+fMWPGIPkCsH9ZqRrLq1j8EQAAGgkXuXJUxz5005uM+y6dpEHY3ksnaShWsWeuuvDv49vp5u3iMbR9z5iw6MgWHSQiMQEAgMYB+ReUJ1+bNm3Kz88nSL4AHFBm2s38q6z4vQsBgFt5eXkVFRXRxqpVqyZPnlxFz1mzZi1btow20tLSmjVrRupdaWnp9evX27ZtSxqTUaNGbdmyJSgoP/SVcAAAEABJREFUKCMjgwDcPoVUZq58HxZlZEwHr5yhQdjuiydKdKUVexZoiled3Ek3T5Xb4HY9h4VFRbfsJBVLCAAAODXkX40aTb4OHDiwefNmIfnq27fv2LFjPT09CQA4joyrN/OvkHaY/AhQlSeffHLw4MF2W9Fy9+7dDz300Ouvv97Y8i+A2iKTSAe27U43E8vEpZynQdiuC8cKNCUVexZp1WtO76abu9J1UNvuw8Kj+7TqgiAMAMBZIf9qvI4fP07/Bs4nX9SgQYNGjhyJMV8AjijTYv4jJj8CVC0rK+u5557jR3jZm8OHD9NsjgBAbaBJFs2z6LZg1JwTqYnbE47svHAsV11YsWeJrnT92X10c5WrBpYFYX1bd5FLZAQAAJwI8q/GKC8vj37uT0pKom2pVNqvX7/Ro0djzBeAg+JYkn3tZv7VHMXvAf7Lr7/+Om3aNPpvH7EzpaWlpLHavHkzAagbEpE4MrQD3V4ZOev0tYs0CNuRdDSzOK9iz1KDdtP5A3RTyRQDaBAWFtW/TTeFFEEYAIAzQP7V6Kxdu3bTpk18Ozo6+q677vLy8iIA4LCy0zWWiz8Gh6L4F0CllEqlTmcujP3YY4+dOXMG/wICNCoiIopo1o5uLw2befb6pdjEuB2JR68VZlfsqTXqt8YfohsNv/q26jqyY5/h4dEEAAAcGfKvRuT8+fO///47v7xjYGDgzJkzUVsEwAlYFv+i/JuoCABUIBKJ6GX37t09PDy2bNmSlpY2b968H3/8kQBAo9S5SRu6PTdkRmLW1R2JcTQLS867XrGb3mTceeEY3RZu85jafdi0HjHeLh4EAAAcEFb8bSxWr1795Zdf0vBLoVDcddddb775JsIvAOdgWfzLxV2qdEHhXoCq/Pzzz/ywr59++mnnzp3kNl2+fPnll18eNmxYQEBAy5Ytx44d+8orr9z5koWHDx+mCV1MTAx/ddasWaIyarX6Dh/9zp/wO++8Q59Jq1ataFuj0SxZsuT+++9v3rx569at6SeKRYsWFRYW3vmjjxo1ij5KcHCw1f59+/bde++9PXr0oH+68/T07NOnD310+pFGKGBK5eTkyGQyeni/fv0qeyajR4+mHZo2bcqyLAGwEBYY+uTAu1c/+vE/j3z0xIAp7QJCbHbLLy3+ft8/w796+o0NP1zMTiMAAOBoRJzltBlwRvQlph9V4+LiaJt+fJw6dSqmewA4k6UfJh7bWT53I6St27yvuxMAqMDb25vGNDQ9OXDgAP1n8cEHH6Q7aSJz5swZN7dbVo2g2RNfHT8tLa1Zs2bCfhr90Ozmu+++MxqNVnfu6+v70UcfzZ49mx9lVgM0/+rdu3fF/SUlJfzTq8Gj19YTpvnXG2+8Qb9X+/fvnzRpEv+JwhINwnbt2kUTsTt5dJp/bdmyJSgoyDId++uvv2bOnGkymSo+K/pwBw8eFF6gyZMn//vvv6QsceOjOkvXr1+n/WnyNW/evA8//JAAVOl6Uc7W+MPbE47EZyZX1qdnSPi9UaMGtesuIjX8rQcAcGjz588vKCiYO3dux44diYPA+C8nRz8yfvXVV/xH1fvuu++RRx5B+AXgZDIt5j/6BWPyI4Bt/B/8+Ms5c+aMHDmSNpKTk+mnt2rewwsvvPDll1/SNKdt27aff/75xo0b//7779dff10ul+fl5dFA7bPPPiM11atXL/rcYmNj+atLly7lygjZXA0evXafME0P6ZOknyho0vTLL7+sWbPmueeea9KkCSmLnN58881af/QrV67QbvSTTIsWLV588cXFixdv2rRp4cKFNCkjZenkk08+KXSmH3L4hs2VPX/99Vd+2BcN3QjAf2ni6T+797g/5ry7+akvXhh6b+cmbSr2OZaa8NyqRQ/+9m6hVk0AAMARYPyXM9NqtfSjJ/34KBaL6Wf9yMhIAgBO55kx+xhT+Tv5sGnNJ8xpSQCgAvrnn6Kiot69ex88eJBeTU9P79SpEz9xb9++fZbz5myO/1q3bt2ECRNoo0+fPrTt6+sr9Kd3OH78eJrpuLu7nz9/3moY1G3ZsWMHPwWS5l8PPPCAsL8Gj16LT5gf/8W333///VdeeUW4KSMjo3PnzvSuaE6XnZ2tUqlq/OgVx3998MEHr776Km2cOXOGPorlU7r33nv/+OMP2rhw4QJfz4EGbU2bNs3JyWnZsiX95GP1JYSFhSUlJdH87tChQwTg9iVmXf09bvOW+ENGxno0YqC7zzf3zGvjX/NffAAAR4TxX2BH6Kd8+sGRfgSUSqVPP/00wi8Ap1SYaxDCL8ovSEkAoBpoVrJw4UK+Tf9ERP9iVHX/RYsWkbLlI2k0ZpnmkLKIh4+HSkpKlixZQupADR69Lp7w4MGDLcMvKjg4ePLkybShVqtTUlJq99H5IIzeSZs21qNvHn744UcfffTrr7+mIRq/RyaTzZw5k5SN6aOBpmVnmnnR8IuUpWYEoEbCAkPfGffYtqe/fnLg3QFu3pY3ZZXk3/fLG9sSjhAAALBvyL+cE8MwX3zxRVZWllwuf+655zp06EAAwBkVZOssr2L+I0D10QBlyJAhtHHx4sUFCxZU0ZNl2ePHj9PG/fffXzGLoR5//HEaqNHGsWPHSG2rwaPX0RMW5hhaEoptCaX6a+vRW7duTS91Ot20adNOnTpledOgQYO+//77J598MigoSNhJH45v/Pnnn5adly9fTspyNJvPH6D6vF3cH+47ccOTn82IHGG5X2cyzFv95c4Ltf/rDwAAtQj5l3PavHlzeno6bTzyyCM2P3oCgHPIz9ZbXvULxvgvgNuwZMkSfgAR/aNRxbLugjNnzvDhjtUsPIFMJuNvOnz4MKltNXj0OnrCISE21sUTKpQZDIbaffR7772XXw5y/fr13bp1Cw8Pf+WVVw4cOFBZ7Y6uXbtGRUWRsvxLKLpP47Pff/+dNsaNG4cSqFAr5BLZvGH3f3fPyz6uHpb7X1nz9aUcrAsJAGC/kH85oWvXrm3cuJE2+vXrV9lHTwBwDvlZN8d/icTEOwD5F8BtCA0Nff/990nZkKXZs2dXNgvyxIkTfKNly0rr6/GDlXJzcysWn7pDNXj0OnrCfBplRVjDUYilauvR/fz89uzZQ5Mv/mpiYuLChQvpZ5tmzZpNmzbtww8/pIdbHcJPgSwsLFy3bh2/Z+3atUVFRaSSwWsANda7VZd/Hv6of5sIYY/eZHzyr48KNMUEAADsEvIvZ8MwzE8//UQ/xwcEBNxzzz0EAJxafs7N8V8+AUox3tQBbtOTTz7JF7+Pj49/6623bPb5z+pgdaoGj15HT1gikVSnWy0+etu2bY8ePRobG/vcc8+1aNGC33n9+vUVK1bMnz+/T58+/AoGAhpyKZXmPwMIUyD5yY/+/v78qpEAtcjbxf2rqS8NbX+zxm5WSf7Tf39iYhkCAAD2B6dKzmbjxo2ZmZn0E+pjjz0mk8kIADg1y/FfmPwIUAMikeiXX37hFy785JNPbM6C5FcYpCxLvFu5evUq36B/fyK1qgaP7nBPuAr0I83QoUMXLVqUnJx84sSJhQsXxsTE8CHXxYsXhUUMeF5eXhMnTqSNTZs2lZSUFBQUbN26lZSNC8OHIqgjH0x8skPQzaGO5zIu/2/jTwQAAOwP8i+nolarN2/eTBuTJk3iK8sCgHO7Nf9C8XuAmmjTps17771HbsyCNJlM/H5hZp9QSfM/A5327dsL9bBq8end7qM73BO2qbi4OCkp6dKlS8Kebt26vfzyy9u3bz9//jx/IM25rI7ip0Bqtdp//vlnxYoVfCEwfidAXZBLZN/c83KAu4+wZ/3ZfcdSEwgAANgZ5F9O5eDBg/Szu7e3N/3TKAGARiA3wyL/CsL4L4Aamjt3bv/+/UnZLEiam/A7hYJWrVq1iow0T3FavXq1zcl9W7duPXv2LG2MHj2a3AFhgiH911zYWYNHr7cnbFOtPDr95nfv3j0sLExY1dHqIfhRZiUlJVY3jRw5skmTJrQRW4Y2unTpEhERQQDqjLeL+/fT5ytlCmHP73GbCQAA2BnkX86DflLctWsXbQwePFj4kzUAODGt2mQ03DxJ9sX8R4CaosHTkiVL+FmQOp2uYocPPviAXl6+fJkmZcJCh7yNGzcKGc3kyZPJHXB1deUbWVlZd/jo9fOEK3Pnj04/yUyaNIk2Dh06tGzZMqtbz5WhDZqRWd0kFotnzZpFGzt37ty9ezdtPPjggwSgjrXyazqn9zjh6u4LJzKL8wgAANgTKQFnkZiYmJ+fL5VK+Tq+AOD08rP1llcx/xHgTrRp0+aNN9545ZVXbN46dOjQYcOGbd++/eeffz569Ojs2bPbtm1L853NZfg+8+bN69u3r3BIYWGht7c3bbi4uJSWlpJqEIph0fyouLiY5nHPP/88DcVq8Og1OKQW1cqj06/9r7/+unbtGs2z1qxZQ/+81759+/T09P379//+++9Go9HT0/Ptt9+ueCDN195///2MjAzapp+Lpk+fTgDq3rQew346sMbImCdQc4T7PW7zCzFYdRQAwI4g/3Iee/bsoZeRkZHCX48BwLnlZ98ySgXzHwHu0EsvvbR69WqbJfCpv//+e/78+T/++OPp06efffZZy5s8PDzeeeedp59+mtyZ0NDQ3r17Hzp0iIZf/BCqESNGREVF1ezR6+EJV+HOHz04OPiPP/4YN25cUVHRmjKWt/r7+69atapjx44VD6QxGf1bII3JaJseTnsSgLrnqXKb0GXAqpM7+av/ntr95MC7LSdFAgBAw0L+5SRMJtOpU6eIrYkAAOCs1EVGoS2WiFzc8ZYOcEckEskvv/zSrVs3qyl7PG9v7x9++GHatGkrV65MTEyksY5CoWjTpg1NWObMmePn50dqAw3gFi5cSLMb+s+6SqXKzc2t8aPXzxOuTK08ev/+/a9cubJo0aLY2NisrKz09HSj0ejr60vv5H//+19ISEhlB06dOpXPv2yWDwOoIyM69Bbyr1KDdsO5A1O6DSEAAGAfREJtV3Bo8fHxX3zxBf3g/uWXX0qlOAcGaBS2/522dkky3/YJULz9WzQBADvz2GOPrV+/ngY3BOrRrFmzli1bFhQUlJqaKpPJCEC94Ag36LPHirRq/uqI8F4fTqrDUZYAAA1o/vz5BQUFc+fOtTkW2z6h/r2TSEgwr7IcFhaG8Aug8SixGP/l6okTPAB7dOLECX6lQqg3+fn5K1asoI0HHngA4RfUJxERxYRFCVcPJZ8lAABgN5B/OYn4+Hh62blzZwIAjUZp8c38yw35F4D9Wb58+dGjR/l1DKHevPvuu1qtliZfjz/+OAGoXzHtI4V2sa70cs41AgAA9gFjhZwB/ZB37Zr5H9du3boRAGg01IU38y935F8AdkatVr/wwgujRo168sknCdSxjIyMRYsWeXh4JCUl/f7773TPzJkzQ0NDCUD96tSkteXVSzlprf2bEQAAsAPIv5xBWloavVQqlftAKtcAABAASURBVF5eXgQAGg31LeO/5AQA7Imbm9vp06eDgoII1D0/Pz+af7Esy18NDg5+7733CEC9c1e6SsUSE8vwVws0JQQAAOwD5j86g5IS87+s7u7uBAAaE8vxX25eGP8FYHcQftUbmUzWr18/vj1kyJDdu3fjmw8NJcDdW2gXaJF/AQDYC4z/cgZ8/uXh4UEAoDFRo/4XAMANe/bsIQB2wNfV63pRLt8uKC0mAABgH5B/OQO12rzKMvIvgEaFMXF6LSNcdfNA/gUAANDw/Nw8hTbmPwIA2A/kX84A478AGqGSAoPlVcx/BAAAsAf+bjfnPxZi/iMAgN1A/uUMkH8BNEKWkx8J5j8CAADYB4X05r/IBpORAACAfUD+5Qz4+Y+ofw/QqKiLbvlI7Y78CwAAAAAAoBLIv5yBwWCeBiWT4ewXoBGxyr9Ubng/BwAAAAAAsA3nSwAADsky//LwkRMAAAAAAACohJgAAIADssy/sPgjAFTtk08+eeaZZ44dO0YAAAAAGiWM/wIAcEg6DSO0lS4SAgBQOZPJpNPp+IIJAAAAAI0Q8i8AAIfEmFihLZVhMC8AVEUsNr9LsCxLAAAAABol5F8AAA7JZOSEtkQmIgAAlePzL4ZhCAAAAECjhPwLAMAhmYwY/wUA1SWRmGdJY/wXAAAANFrIvwAAHBJjujn+SyrF+C8AqArmPwIAAEAjh/wLAMAhGTH+CwCqDfkXAAAANHLIvwAAHBLq3wNA9SH/AgAAgEZOSgAAwAFZ1r+Xov49AFQJ+RcAAAA0csi/AAAcEurfA0D1If8CAACARg75FwCAQ7ql/j3yLwCoEp9/MQxDAAAAABol5F8AAA7JcvyXBOs/AkCVMP4LAAAAGjnkXwAADunW+l8Y/wUAVZFIJAT5FwAAADRiyL8AABzSres/YvwXAFQF478AAACgkUP+BQDgkEyo/wUA1Yb8CwAAABo55F8AAA7JZMD6jwBQXah/DwAAAI0c8i8AAIfEMBj/BQDVxedfHMcRAAAAgEYJ+RcAgEPi2JvnsSyLc1oAqArGfwEAAEAjh/wLAAAAwMmh/hcAAAA0csi/AAAAAJycRCIhyL8AAACgEUP+BQAAAODkRCIRQf4FAAAAjRjyLwAAAAAnh/FfAAAA0Mgh/wIAAABwcqh/DwAAAI0c8i8AAAAAJ8fnXxyHtWIBAACgkUL+BQAAAOCoTCbTN998U1paShtGo1G45FkFXqdOnXr00UervkM3N7d3331XpVIRAAAAACeC/AsAAADAUUml0oiIiD/++IPUksmTJyP8AgAAAOcjJgAAAADgsAYOHNi2bVtSG0JDQ/v06UMAAAAAnA7yLwAAAADHNnPmTKn0Tgf1i0SiGTNmEAAAAABnhPwLAAAAwLEFBgaOHDmS3Jl+/fq1aNGCAAAAADgj5F8AAAAADm/UqFEBAQGkptzc3CZOnEgAAAAAnBTyLwAAAACHJ5VKZ86cSWpq/PjxNAIjAAAAAE4K+RcAAACAM2jXrl3//v3J7QsNDa3ZgQAAAACOAvkXAAAAgJO4++67vby8yG2aMWOGWIzPhAAAAODM8FkHAAAAwEkoFIrp06ff1iG9e/dG2XsAAABwesi/AAAAAJxHRERE165dq9mZ5mVTpkwhAAAAAM4O+RcAAACAU5k+fToNtqrTc8KECSh7DwAAAI0B8i8AAAAAp+Lt7U2Drf/sFhQUNHjwYAIAAADQCCD/AgAAAHA2NNgKCQmpus/06dNR9h4AAAAaCXzoAQAAAHA2NNiaOXOmVCqtrEPPnj3DwsIIAAAAQOOA/AsAAADACYWEhIwcOdLmTQqFYvLkyQQAAACg0UD+BQAAAOCcRo0aFRAQUHH/6NGjfXx8CAAAAECjgfwLAAAAwDlJpdKZM2da7QwKCoqJiSEAAAAAjQnyLwAAAACn1a5du969e1vumTp1ahV1wQAAAACcEvIvAAAAAGc2ZcoUV1dXvt21a9eOHTsSAAAAgEYG+RcAAACAM3Nzc5s+fTopmw55zz33EAAAAIDGB6PfAQAAAJxcZGTk0aNHmzdvjrL3AAAA0Dgh/wIAAABwftOnT3d3dycAAAAAjRLyLwAAAAAzjuOI8/Ly8iLO/jXyRCIRAQAAALgV8i8AAABodGoWAzWG8Mj+/We8VdnLhFwMAACgMUP+BQAAAM6viujqP1MtxF52xerlqDrVsrz1tg4EAAAAJ4P8CwAAAJyTzdzKaqfl1cpyLuRfdotmWDZfHSHborda5lw24zAEYQAAAI0B8i8AAABwHv+ZefFtYY/N/AuBl4MSkqyKmRd/aRmHWWZkFY8CAAAAJ4P8CwAAAJxEZWO7LDOvyi71GRnG7GyTWs1qtZxez+r1TFmDY5jK7h8ahEgiEcvlYqVSRC8VCgnfcHVVBAdL/fys4i3hUmgIEZjQQBAGAADQGCD/AgAAAMdmM/ayeck3jEVFpefOlcbH669fN2ZmmpOvzEwCjk+kUCiaNZM3aaIMCaGXipAQt06daDpmmYJZtvkIDEEYAABAY4D8CwAAABxVZcmXZYNvq8+cMW/nz2sSEpB2OStOr9ddvky3YoudrhERrt26uffo4RYRYRWECaoOwpCCAQAAOAHkXwAAAOBgqpjnaElz8WLxkSMlx4+rT55kdbrq3LNILpcoFGLzppQoleZJdhIJAXvCMSZWp2cNBtZQNk1Vb2C1mir6l546RbfsX36hL65L587uUVE+MTGywECRLVUUCEMKBgAA4NCQfwEAAIDDqHqqI8WyrObChZxVqwp27WJKSiq7H7FS5da+vTIoSBEQqAgIUAYHy/0DlE2aEHBMjKZUe/Wq9vp13bVr2vRruuvXNVdTrEJPzmAoPX6cbpnffUeDMK/hw72GDJF6eIjFYptZGH8UUjAAAADngPwLAAAAHIPNZRxvCb+02sQnntDEx1c8ViSTubZq7RYW5t4+jF6qmjUnCDKciMTF1S28A90sd9IUrOT8ueLz50riz2tSUojFz4/m7Fm6ZXzxhWvPnl7Dhnn27y91ceFjL6s4jB8RZpmCIQIDAABwRMi/AAAAwN5VlnwJtFeuZK9cmbdlC6fVWh4o9fT07dvPO7qXT5++BBoZZZMmdPMfNpy2mVJ18bnzxefOZG/bZszP4ztwJpP68GG6XXdx8Z0yxW/aNJmHhxB4CUGYcIfCwpEEA8EAAAAcDfIvAAAAsF9VJ1+swVCwc2fWqlWas2ctj6Kph++AgT69+rh37EgACJG4unlHR9Mt9MGHi44fy9qyOe/gAc5g4G9lNZqcX3/NXbHCe9y4oJkzJV5eNPzigzDL4WB8Z6RgAAAAjgj5FwAAANgpy8L2xGK2I8uy+oyM7H/+yV2/niksvHmAWOwZ0a3JpLu8o3theiNUxrNHT7qxWm3u3j3Z27YWnznN7+d0uvyVKwvWrfOeONF/+nS5j091UjBEYAAAAA4B+RcAAADYnSqGfTF6ffoPP2T98QeNwYQ+Iqk0YNjwZtPvVQQHE4BqEKtUASNG0k2blpq2/Lfc3bv4nyhOr8//+++CNWsCZs3ymzpVLJPxKZhVXTCCgWAAAAAOBfkXAAAA2Bebw754JefOJb/5puHaNaGzWKkMHD222dSpMl8/AnD7VM1D2r2yIHTWnLTfl+fs2M6ZTKQsBcv64YeCLVuavvyyS4cOEolEGAhGWR6OgWAAAAAOAfkXAAAA2IvKhn2xLMtotde++y5nxQphFT+Jm1vwhElN7pos9fAgAHdGERzc5sWXQh544Npff2Zt3sQZjXSn4erV5Cee8Bw1KviJJ+iPGT8QzGosGMFAMAAAAEcgJgAAAAB2wCr84mMvc/LFMCVnzpy/556cv/8Wwi+/IUN7Lv8zZNZshF9Qi+T+Aa2efqbH0t88I7oJO4s2b75w7715GzaYTCbmBvqTabUIKd/Z8scYAAAA7AfGfwEAAEDDq2zOI6PRpH7xRe7q1UJPmY9v25fmefWMJAB1Qx4Q0PHjT/P27L7y3bfGvFy6hy0uzvj446Ldu5u/8YbU3Z2fDikMBOMvhSmQmAsJAABghzD+CwAAABqYzfCLZdnCY8fOTJliGX4FDB/Z/ZelCL+gHvgOHNRjydLgCZOEtUQ1R49emjNHc/Gi1UAwHkaBAQAA2DPkXwAAANCQrCIDYc7j9WXLLj7xhCk3l79V7ufX8eNP27w0T+LiSgDqhdjFpeVTT3f+7EuZtw+/h8nJSX788cLt24UIzDL8QgQGAABgt5B/AQAAQIOxDAv4MV/85dUPP7z+7bdCt8AxY7svWWZZkgmg3rh37Bjx48+e3XuUXzeZrr//fvpHHxk1GsZCxRQMERgAAID9QP4FAAAADcMq/Cov+GUwXH71VWHOo0gma//aG62ffV6sUhGABiLz8uq48KOQ2Q8ScfmH5+ItW1Kee85QVMQPBKs4CxIRGAAAgF1B/gUAAAANoGL4RbMDk0aT9NRThTt38jdJXF07fbzId+AgAtDgRKJmM+7tvOgLua8fv0OfmHj12WcNhYWmMlbTIQkiMAAAAHuC/AsAAADqm83wy5Cfn/jww6WnTvE3yf38unz1jXvHjgTAbtAfyK7f/aBqHsJfNSQnp8ydq8/NFUaBWY4FI4jAAAAA7AbyLwAAAKhXNsMv3fXribNnay9e5G9ybd2m69ffCSkDgP2QeXt3+fJrIZk1paWlPvOMPiNDGAUmDAFDBAYAAGA/kH8BAABA/bEZfmkuX06YPduQmcnf5Nm9R+fPv5T5+hIAuyRxc+u48GOvHj35q6aMDBqBaa9etayFjwgMAADAriD/AgAAgHpiM/zSpqQkPvIIU1jI3+Q3ZGjH9xeKlUoCYMfoj2j4u+/7DRrMX2Xy8tKee06bno4IDAAAwD4h/wIAAID6YDP80mdkJD35JKtW8zc1v/+Bdq8sIBIJAbB7Iqm03auvBU2YyF9li4rS583T5+VVrIWPcvgAAAANDvkXAAAA1Dmb4ZexoODC00+bcnP5m1o9/UzzmQ8QAAciErV6aq7wc2vKzLz28suG4mKrCExYEZKHCAwAAKD+If8CAACAumUz/GK02qSnntKnpfE3Nb/v/qDxEwiAA2p+/wPCT68xOTl9wQKjVms5EZKzwHdDBAYAAFDPkH8BAABAfRAmf5nDL73+4vPP6y5d4m8KGDGy+QOzCIDDavXUXN8BA/m2ISEh4913TQaDkH9ZpWAEAAAA6h3yLwAAAKhDljWPhHLgqR9/rD5xgu/g239Am+dfJAAOTSRq98oCz4hu/DXtkSM5S5bYnAVpVQ4MAAAA6gfyLwAAAKgrlmf4QviVu2lT3vr1/E6PrhHtXn2NiPGBBByeSCoNf/td19Zt+KtFK1eWHD5Mwy8+BUMtfAAAgIaFj5sAAABQJ2yW/dJcvpy2cCG/Xx4Q0OHtd2lqQACcglil6vD+Qpm3N381+6OPtNeuWRYCE1Jg4RBEYAAAAPUD+RcAAADUIcvK3ya1+vK9cI0mAAAQAElEQVS8eZzRSPeLZLIO77wvdnEhAE5E5uMT9sb/iEhE21xpaebbbxt1uooRGAqBAQAA1DPkXwAAAFD7rCZ58af9V954w5Cezndo++I8l1atCIDTce/UKXTOQ3zblJKS+/33whRIm8tBIggDAACoB8i/AAAAoJZVLPtFZf31V8nBg/zOgJGj/IYMJQBOquk9070iI/m2etOmol27TGWsauETFAIDAACoL8i/AAAAoE5Ylv3SXbuW/vXX/H6Xli1bP/0MAXBq7V99XREUxLfzvvzSkJNTcQqkZSEwAAAAqFPIvwAAAKA2WY1q4U/yU957jzAM3SNWqsLfeV8kl5OGxjE6Tp/H6TLKN30uZ9IQgFoicXMLe+ud8uUddLq8H3/kx39ZDQHDLEgAAID6gRWXAAAAoNZUnPlIL/O3bi09eZLf2fKJJxSBgaShcCzHaJisXcb0vzjDFSIhIomo/BaGIwwnkoXKmk2TBA4XSVyICH8mhDvi2rp18/tmpi79hbY1+/aVjhjh3qOHWCwWlVXHp5d8+MVfJWW/PkIbAAAAahfyLwAAAKhlljMfTWr1tc8+4/e7tmsfOGoMaSBsUbzh4iec6Son04qUIpGLhIiJkDaIOGLO7phrhsxPSNoXIlGwrPWzUr9eBOAONJ02PWvrFn1GBimbBan6/nvRDfS3Q4jASFkcRgAAAKDO4A+bAAAAUDssB38J+Vf6t98yxcXmXWJx2xdeIg2B01zXnXhKd+5hTpxI3PRiV4lIIRbLRWKZWMRvUvOlWCYy76e3ujNEnmZIek53/HGuNIUA1JRIKm3z/It8m83OLvj7b2EKpFUtMMyCBAAAqFPIvwAAAKA2cRY0CQl5q1fz+4PHT3Rp1YrUOyZzpzZuBms8LvIwj/misZdIat4ITbtkRGS+tNjKbjI3VGKRp4RjT2uPzTZe30yQSkBNeUZ08xs0mG+X/POPPj29YiF8xF4AAAB1DfMfAQAAoBZYFrwXBn9du7Hmo8zbJ2T2bFLvTGmr9RfeF3nKxCqJluEKchk9w7m6ioMCaPRVVuBLmHNGnz4nIiwpKDQVFjJ0t5ebxMNVTMR6w4X/0Y6SJiMtev+HH6ZNSbtR8qyaJi/8qNtdk4ndS9gR+/vjj9LGtM+/7Dy6wWazOpaWjz2Rf+QIq9UQk6lg6VL5q6/yVcD4S74hzIJEFTAAAIC6gPwLAAAAahkffqnPnLlZ9v6xxyUurqR+MXlxhgsLafjFKcUb9pf8tKKQYYlUQiRS0ZpfWpjzL1FZosVHDSwfgZFHXknXGziGISxLhvd3fXyKt8xdrIt/QyFxkQYOJAC3T+brGzp7dvK339C29sAB3dWrohYtaObFMIxQDgyxFwAAQJ1C/gUAAAB3ymrwFz+rK3PpUv5WVWio35ChpN7pz7xKXMUilfjN73JOnddNHu0xdICbm5tYZi74VVYEomwVPvMlffoS8xcg4sjSL5sb9JxOy56J1/2ysuBckv7Ht4JFjFR/7jWxy1Kxe+vqPHSPyXe3G2AdlsVv25aREE8bUTPudff3t7o1KCycgPMKGjfh2t9/G/NyachVtGKF/IUXaPhFIzD6y8IP/rIshI8sDAAAoNYh/wIAAIBaI5zGl166VHL4ML+z+X33k3rGsdqjT3LSErGrTCQVDe/n9vxDfr6+Uhp7iSQiGnWJxKLy/OuW8V/m+Y/uXhKOIYQhwUGy/pGux05rzIe4SIjRqE/8TBX5dXUev+fUaRV35iYn8/lXj8lTmnbuQqAxEUmlzafPuPL1l7St3bfPMGOGpFkzcRl+IUjEXgAAAHUK9e8BAADgjlgO/qINvqp31uLF/K2KwEC/AfU9bZAtucQWHhW7SMzF7MWigdGuvn43wi+6x3xpbps38Y3pZ2VXiYyUlcAn5tL4YpGLm3hAtKu5j9RcO58tOmzKO0EAaiRw9BiplxdtiFi2aNUq5gbLKvhYCBIAAKCOIP8CAACAWsOfvetSU4v27OH3NJtxHxHX9+cN47V/RUoJUYjNn3QkdBOZS92Xh1/mhIthSVaOkWGsI4a8fEZn5PjUzNyTHiUuC8voVblI5CrVJXxOAGpEJJM1ubHEgW7nTkNOjrAKpOVakAQAAADqAOY/AgAAQM0Jp+tC5S8q85df+J1ST8+AYcNJ/eIYg+naarG3pCzAMidZpTr25xX5k0Z7tmglF0nENGZ4cX76+QT9/14L6tP7ZlX+S5f1jz9zrXVL+XdfNSsrBybKyDSuWFv48DQfpXm+pEhEA7X8VFKX8q9ePbrir+vnz2ckJshVqoC27YLat+898373gMBaPKQypbm5R1f+nbR7V35qqkmv92zSJDgsfNBjj/u3aVvNe8hKSjr695/Zly9nXbwglckC27Wn99D7/gfcLOqd5Vy+9MWoEbTRc9o9E995r+Kd0B+kRTGDC9LSAtu3f3r9ptu9f95P06ddPX4s8p7pY19/c+eXX8THbtcWFTXp2LHL2HEREyaSBhI8YeK1P/80LwTJMCWrV8sfeYSvAsazqgJGAAAAoPYg/wIAAIA7ZTkF0lRcXLhjB7+/2dR7RDIZqV9sUTwRs0QuJXyRLzFJvKLfEqvevlP98gsBgwe5HzhQSsMvemOLkFueW7OmUn8/yeVkw7Jf8x+43+fcOe2rb2fq9VyAt3TaaE/zXcloBlbMaq6LXZqQ2mbUaLZ9+smRP39nTSZ+j4aQwvT0C7t3Hf37r5HzXu4++W6rTKQGh1QhYUfsqnkv6ktKhD3ZFy7Q7cz6dSNeernfQw//5z0cX7Vi43vvGUrVwp6ijIwLe3YfW7Vi1MuvREycxO/0b92meURE2qlT5zZtHPfGW5IKPyHJRw7T8Is2uk28qwb3b2XNa6+eXP0v36adO9R7IGtJ4uIaPH58+t9/0bYmNtZr1iyJRCKM/7KqAoZyYAAAALUI+RcAAADUAmHoSsHOnYRhSFnB74BRo0m9YzVpIrlYJC1b2LGsyH3ncOVD9/v89nfBh4uyL18xbNhc5OIi+uSDJk2ayi0PVKokny5s+uqbGX/9U+jrK128LJ9huLvHe941xqNsoUgRJ+ZoBGZI36psO5vUts0ffhD35x+04RvaIvq++/xCW+g1mqwLF/b99IO2sHD1q6/oikv6znnwDg+pzLnNm/565mnaULi797l/ln/r1jKViuZQx1et1KvVWz5a6Bkc3HnM2CruYc/3321f9AlteDdv3vPuaQFt29JULv/q1YO/LivJzqLJGssw3SdP4Tt3HT+R5l+6kpLEnTs6jhhpdVdnN22kl2KptJtFpHVb9y+gj5KZmEAbfq1a0y+kND+vQ8ww0qCCx0/k8y+i02mOHpX07SsWi/kUjB8CRm4Eygi/AAAAahHyLwAAAKghy2FfwvxHYfCXV2SU1N2d1DvOkG0u9VUWHojM/yVKpXjqRK+BA9y+X5z39z+FSqXo+y+bNb01/OIFB8sWvhN8/0OpX36X27WT8pFZPq1DFJyRI0Z6X5yobAiYKe84qe38K2FHLJ9khXTvft93P7p4e/P7O48e067/gN8ef4TmWTu++rLTyFGeTZrU+JDKFGdlrnntVdrwbtZs9tLffEJC+P3hQ2O63zXlx+nTDKXq3d9/W0X+lZ+auvu7b2ij06jRd3/8qUR+83vbc+q03598POVo3NZPPmo/cJCrnx/dGTF+wpYPPzDp9TTqssq/GKPx7MYNtEG/Cldf35rdv4CGXz4hoVM/XdSsawQpmyvq4uNDGpQ8IMC9Q4eSePNKoNq9e1169aLhFz8LUojAhOQLQ8AAAABqC+rfAwAAwJ0Swi9jfn7pifIVEv2HDCUNgdPmleVfZekXIWUN8+blJTEaWIVCxDDc08+nHz9eajLdUmucY7n4BO1rb2bQWE8mI1od5+8n4xO08jsxh2oituQKqW0HlpiXy5QqFJMXfiwkWbyQHj2GPGUemUVDqOP/rLyTQypzeu1aXdm0x8FPPCWEX7ygsLDoe+8lZYW36FbZPWx67x2jVuseEHjXex9YhlOUystr0nvv00ZpXt6ZsoFdlNLDI2zwENpI3LnDoFZb9qd7+CfTdfyEGt+/pX4PPsSHX5RPaCixA36DhvANw/HjjFZrVf8eVfABAADqAvIvAACHpHKTCJtEitEB0JAsR4EVxMbyO0VyuU/vPqRBiFhy83eivKU3sE89fy3uuPa+e7zfezO4VMPOfyPz7fcyLY/76rvcZ168nppufO5Jv9deCrx4Wf/My+laPUss70xMWEMJqVU0OLx+/jxtREyc5NuiRcUOUdPv9QgMoo30s2drfEgVknbvImUzH7vdWJ3QUv8HH35q3cZXDsUFtGtn83BtYWHirp200bZff7mbW8UOvi1aBrQ1V9C/fv6csJOPt8xDwLbcUuGeH/yldHcPHxpzJ/cvaNWrF7EzfgMH8Q3OYNAeOWK1CqRlEEYAAACglmD+IwCAQ3rnN7s7o4PGxrJQkXC6Lkx+9O3XX6xQkIYgIhJyMzfg+AjsmZevX001du+qvHuyl1hMvv+y2dwX0q8k6y0PvJZuFInIG/MD+/Y1hyxDB5XG7lK/8FrGN+83Ee6MYziJyp/UqszERIOmlDaC2rW32UEikwW2b1eclZl2+lSND6lCells5NWkiUhs4y+jLt7eVuPLrBReT+cbJ/5dRbcqel6PPy+02w0c5OLjo8nPP7NxY48pU/md2qIiPurqMm68VKm8k/vnyV1c/Vq2InZG5uPj2b1H0YnjtK3dv9914ECbQ8BQBR8AAKAWIf8CAACAOyKcrhsLC7XnywMI/xuDdxqAwpcwnDn44srCL3ODDB7g6u8vmfuEv0RijhJatJAv/yVUJrslVnj7jSCdjvPykvBXn3zUTywinm4SruweyjI1jjAmsWsIqVXX48tHLXk3b15ZH5/m5gfVFBTkp6b6hITU4JDKupl0OqNWSxueQcGkRgozMqrZMyspiTEY+AmMNKGLGD/h4NJfrhw8UJqby9ftOr91i0lvDiW7jh1/h/fPc/XxJnbJf/BgPv8ynD7NGo2sVMqHX5ZV8AEAAKAWIf8CAACAmrMc/6U+eZLfKZLLvbr3IA1EpAwqy7/oMysPvwhLpk7wnjaZiCTlgZdIJPL0lFgdqFSKbww5MnNViV940p8zEs5kvjfz4C+WsHqjvElvUquMOn09HFIZsUwmpuGLyURqik+sqD6zZof/V+4pktz8tkdMmEjzL/pCnVq3ll+nkl/50a9lq9CePe/8/imxxE4/6/r07kuIeTlLkcmkS0yUdOnCLwHJ3YpgFUgAAIBagvwLAAAAbpvNyY/qU+VT7dzDwkXSBvuMIXFrYTCyHMOJpCKafJWP22JpeiUi4ptTyWjUcPmK/uAhTVaOUaUU9+3tGtZe6eJSNgGQT89YUraVHcvvYThGXSpvNpLUKr8bRdkLrl2rrE9hevkcQLey5QtrcEhlxBKJX6tW2RcuFGVWd5iVFWFwGcdyJF2peAAAEABJREFULaNvY2p2k46dgsM7ZCTEn928ieZfRRnXLx88QPd3m3RXrdy/PZN6eqqah2jTUmnbGB/Pde7MD/6yOQUSAAAA7hzyLwAAAKg5y3N1zenT/E6Pzl1IwxG5tyNEyelMRCYS0cyLBliMiDMv48iZ/y8yZwpGI/vqGxmnzuiEo9ZtLPbyFH/5adPgYDlXnpfRQKIs+WLLszDOwHCsm0juSWqVT2gLvlGYXnmYlXGdlA2M4gvA1+CQKviFtqD5l5CXWcm9cvm7uyd7BAYOfOSxiImTbBx+owB/9uVLlT3E4eW/yZQK76bNWt26KkLExIk0/7p2+lReSnLSnt2kbLhTt4kTa+v+7ZlH5858/mWIj696CUgEYQAAAHcO6z8CAADAHeHP1ZnSUt3ly/wezy4Nmn+JpbJm04iWJcyNDEsYxsUQutNk4h5/+ppl+MUrLGKffj5dU8qa0y6G3zjz5Y2BYMaCYqlvN1LbfEJCmpYlhvHbt/GluKxc3LsnKymJmGvGD6zxIVXgJxXq1eoLZQtBWt/V/n36kpKcS5eC2ofZPFzh5u7VxLxEQErcEZqjVeyQcjRuw9tvrX71lWOrVlrd1HXseHHZjMWE2NjEssUTWvft53FrJbI7uX975tk1gm+YEhPNJcBuXf+R3PjNIgAAAFAbkH8BAABATViOUqGXxceOEf5cXSJx79iJNChp07GcjiF6tmzwlznGosmXuYwXbZhIwnnt1TSjzQOLitnPv86mfTj+ELY8AqM5GqtjTAVFLt3+R+rA8BdepJf5qakb3n2bMRgsb0ravWvVyy/x7Y7DR97JIZXpOn6CX6vWtLH5w4VF169b3lSam7vr229I2TiyoPDwyu6h133300vGaPxn/jx1To7VPax983W+HTV9htWBbv7+7QcPoY0zGzdcOXzI/GTGjqvF+7dnHl27lreMRv2FCzaLf5Ebs4wBAADgDmH+IwAAANwRq8mPbu3aiRUK0qDErqHSwBGm4lixXEzKpj2KRIQTmcMsenH6rK6KY68kG8qSMnMERkz88DGamnGG9Ex503ES9xakDrTu07d1336XD+w/vnJF+tkz3SdP8QttkZeaemHvnot79/B9+j/8iGVV+BocUhmxVDro8SdWvfRCzuVLX08c12/OQ34tWrh4e5fm5cV+8bkmP18skYxZ8FoV99D3wYcuHTpwad++9HNnvxw7qu/sOb6hLSQyWerJEydW/0sjKtqn59RpLXpGVjyWBl4JsduvnzevaCl3ce04fETt3n9Fmz9478AvS2hjxIvz+j/yKGkgcl8/ZZMmurLA0Rgfz3bsWHEKJGY+AgAA1BbkXwAAAHB7LEem3Cz+dWNimmeDFv8qJxIpIt4z7YzjStXEXUJogMBnCDT+4jh/L0kVh7qqxHzsZb4sGzVGgzAmr4Q1qjzqZvAX757Pv9z6yUfH/v4rMzFx03vvWt6kcHOLefa5XjMfuPNDKhMxYaJBo9n68YfawsLtiz6xvMnNz3/0qwvaDqhqHiXNaGZ8+c3Ob746sPhnTUHB9kWfWnUIGzJ03Ju2v3vhw4a7+PjQlI22O40cZbNa2Z3cvz3z6NSlPP9KThaSL8sITOiJIAwAAOAOIf8CAACAmhNO1I035s25tm5D7IOi25e64w+IJSLiai74YC59b65mL4qOULkoRRqdjWllMil5bKYPZzJX+7oxC5JjCrX69AzP4ZvELoGkzqg8PSe+816X0WPObdmcc/lyRmKCVK7wDQ0NGzykx5S7XWyt4ViDQ6oQNX1G+4GDDi3/NetCUhZNMznSrEuXltHRPadMlbm4/OfhclfXkfPmdx41+uTq1TnJV3IuXdKp1Z5BQb4hIdH33ldFfCaRyeiXcHj5b8Qcw02o9fu3Z65t2pBt5gaXnV1x/Udy4/cLyRcAAMCdQ/4FAFDfiouLmzVrVlJSQtuLFy+eM2dO1f2PHDnSp08felLk5uZ26tSp1q1bEwA7YDk+hdXrTTeqMimDg4l9kHqHKzp9qj35hJS4i1wl5uirLAJzU0iWf9V8fWzxH2uK9PqbKVi/SJdHZnj7e8vKZj6WlcxnOGN2gfF6jueILVLf7uTO3P3JIrpV3adV7z63u4JhDQ6pjGeTJjRjqrpP+NCYdy9cruzWpp27NL39AYBj33iLbtXpWf37f/jPvyu7adQrC/rMmv3xwP6K/1oZs64py+r6U0xZ/lURfysiMAAAgDuH/AsAoL55eHgsXLjwySefpO2XX355woQJvr6+lXU2mUwPPvggDb9o+6OPPkL4BXbCagqkwaJoujK4CbEbsqD+osglpUefkpoYsZuMfvARmWMwohSLpo70nDTMo7CY1ek5mZR4ekhUcpG52peRM39VLGG1Bn1qBmty8xyxTeobQcCJZJYtjukTEkIalDIoqLyl0TBFRZyfn9XgL4LwCwAAoJZg/UcAgAbw+OOP9+vXjzZyc3OfffbZKnq+//7758+fp40RI0bQowiAneHP1XVpafxVkUwm9fIi9kTqF+kxeBMn7W9Iz2cKtazBXMzevBk5KSfyc5c085cGeklpIkb38DeZSnT6lExtUqos+G7vMXsRfjkZg1od+9kiNz//ltG9SINSBAYJbdP16xUHf3FY/BEAAKCWIP8CAGgA9I/5v/zyi0qlou3ly5dv377dZjeafL333nu04enpuWTJEgJgB6xGfvENYfyXqqEH1NgkUvq6RX7i1mcdY+igTys1ZuQzRVqm1MDqTKyB4QwMqzcxpXpTsdaYVaBJSNanFBNFT6+Ru9yiPhUr/Qg4l8O/L89LTb3r/Q8kMhlpUGKlUu5b/gPGZGZWXPzRqgQ+AQAAgJrC/EcAgIbRpk2bt99++6WXXqLtxx577Ny5c3wcJqCnOg8++KDBYKDtRYsWNWliR3PKACyZ86/0dL6tDLKX4l8VSTzaeAz8lTaY/NPapB/0qbGcSVdW6J4VicTmPwpKlYqg/h79H5b6N/CwIKhTfec8GHnPdJWnJ7EDyuBgQ14ubbAVSuALfTAFEgAA4M4h/wIAaDDPPffcypUr4+Lirly58uabb3700UeWt37xxRdHjhyhjfHjx/9njXyABiGcpZvy8/k98ttcc7BBSHy6uvX+1vzMWT1hTYRjiUgsEkuJWEGQMjQCEpnMTsIvSnbjV4YpKKhY+Ysg/AIAAKglmP8IANBgJBLJkiVLlEolbX/22WenT58WbkpJSXn99ddpw9/f//vvv7c6kGVZmo7dc889Xbp08fT0jIyMnDVrFo3SKnsg+igTJkzo1KkT7dy0adMhQ4Y89thjf/zxBz+4DKAGrBanYzUavi25dRijPaOZgkiiFMncRHIPekkkSoRfUP8kyvJfGU6ns4q9rH7LCAAAANwBjP8CAGhIHTt2XLBgAY26TCbT7Nmz4+LipFLzO/PDDz+sVqtJ2Siw4OBbJpRlZWXNmDFj586dwp5jZZYtWzZ+/Pgff/wxMDDQsv/cuXO/+uor4WpxcfH169d37dr1ww8/0EM2bNgga+gKOOBwrGZmmfMvrZa/KnF1JQBQbRIXF75B8y9iEXsh8AIAAKhdGP8FANDA5s+f361bN9o4efLkJ598Qht//fVXbGwsbUydOnX69OmWnXNzc3v06MGHX/fff//PP/+8detWennffffRPevWrRsyZIherxf6//nnn3z4FRkZ+eabb9Kra9aseeONN7p37053btu2jeZrBKCmhFP0m/mX44z/ArAHwq+MSK+vGH4hBQP4P3v3AR5F0YBxfK6l90ASeu9NijQBASmKKKCA2BEsgB1RsSEWbJ8NFQsKCgIiIlUQQZDekd57CQnpvV375rJhPe4uIQkJkMv/9+yzzM3O7t5titnXmVkAKCn0/wKAa0yv10+dOrVt27ZGo/Gdd97p27fv888/L+vDw8O/+eYbh8ZvvPFGZGSkh4fHP//807FjR7V++PDht99+uwzLDhw48MEHH8ioS6n/+eef5bpmzZqrV6/2udjLoF+/fi+99JLM0Q4fPvzVV1+NGTNGAMWl3J/b5V8+AkChqfmXOv4x76XdXGBMAQYAwJWj/xcAXHs33HCDDKRkISMjQ6Za0dHRsvzdd9+FXDqV+LZt25S5wN5991378EsxZMiQhx56SBYmTZqkVp4/f16ua9eurYZfCl9f32eeeeaFF154++23Ze4mgCtwyfhHH/IvoAj++5HJ7brL4EcAAEoJ+RcAXBfGjRvXuHFjWUhNTZXrhx9+uF+/fg5tfvnlF6XgMChSdeutt8p1bGzssWPHlJq6devK9apVq15++eXIyEj7xqNGjfr4449lZMb8Xyi2/0Zp5U5dJMi/gCJy6P9lP/KRFAwAgBJE/gUA1wUPDw91tGN4ePjnn3/u3ObMmTNKoVq1ahpX7rvvPqXBjh07lMIzzzyjTKj/0UcfVa1atXPnzv/73/+OHj0qgCvjMDjLevFZolpPTwGg0LRq/uXqgbxEYAAAlBTyLwC4XjRv3lwp1K5dOygoyLnB2bNnReHs27dPKXTp0mXRokWhoaHKy/Xr17/00kv169dv2bLlsGHDpk6dmuPqjgsoKs3F2MuSmSUAFJr14gh0jT5vWl6Hnl9EYAAAlAjmvweAMiMrd4iZDLPmzp1bcMtq1aqp5dtuu+3UqVMyBfszV3x8vKzclevHH3+UNb/99psACie/W3GNl5c1d/Yic1amAFBo5otjh62enkRdAACUHvIvACgz6tSps2fPHhlgNW/e3GFq/IL5+fndl8tkMq1Zs2bFihUrV67cvn273CSjtKVLl/bp00cAV0Dr5WVJTpYFSxb9v4AiMGdmKAUZIgt6ewEAUGoY/wgAZUa9evWUwt69e1022Llz55dffjlnzpxz586J3PuouLg42TgmJkZpoNfrb7nllg8++GDbtm2zZs1SKmX+JYAro829dRd2nVkAFIb54rNTRSHmziMdAwCg2Mi/AKDMUPOvyZMnu2wwduzYZ5555p577lEeInny5MmKFSs2b978k08+cW7cs2dPpaA0Bq7IxVt38i+gSCwX8y91Ej1CLgAASgP5FwCUGXfffXetWrVkYdasWc4R2BdffLF8+XJZ6N27d6NGjUTuPPrt2rWThe+++865y9iCBQuUQsuWLQVwZdRn2DH+ESgSNTLWXOxEqdFoBAAAKGnM/wUAZUZwcPDUqVO7desmy0888cTSpUtvv/326tWrHzly5I8//lDCr9DQ0M8++0zd5b333uvZs2dycnLHjh3vv//+tm3bVq5c+ejRo4sXL16xYoXIfejkyJEjBXBl1PxLncwIQGH8N/4xN/8qOPwiGgMAoNjIvwCgLOnateu6detkYrVv376Fuey3BgYGzpo1S+n8pejevfsnn3zywgsvpKWlfZfLvn3r1q1lEOZZiElnAIW8/XY5OEsXFKQUchISBIBCM178kdEEBBBvAQBQesi/AKCM6dSp044dO7766qvt27cfOQHsGY0AABAASURBVHLk4MGDwcHBVapU6dGjx/PPP1+hQgWH9s8999xtt9320Ucf7dy5Mzo6OioqSlbWrVt30KBBb7zxhvfFbjtAkdjfqMuyR9WqSjkrMlIAKLTMyHNKQRMenlfIpTYgFAMAoESQfwHA9SIoKKiQ0x57eHiMHj1aFFqDBg2mTJkigBKl3JYra4/KlZXKzLNnBIBCMpuzo6OVojY3/3JIvgi/AAAoKcx/DwAArpT+Yv5lzsgwJiUJlAKZj0cdOCBKwZ8fvPd6/TpySYuNFbiKMs+dVcsy/6LbFwAApYf8CwAAFJPaBczz4vhHwRDI0pF47tzUhx7YPGO6gBvJPJc3+NGq02kCA8XFPl+EXwAAlDjyLwAAUHx5EZiHhy4kRKmx79KCEmExm7/s2+fkls0C7iXzYlisrVzZedovNV8mDgMA4MqRfwEAgGKynwJMX6WKUpl+7JhAybJaczLSBdxO+rGjSkGTO/jRgWAUJAAAJYf8CwAAFI39nbm69qpTR9masnePAFAIybt2KQVNtWp5BcIvAABKB/kXAAAoMueBWl7Nmikv008cN9NZCbic7OhoY2KCUtY3bFhw/y+yMAAArpBeAAAAFIv9vbp306Z5tVZr6r79QW3bivLh9fq2jm8D3nu/9cDB5/fvO7hy5amtW84f2B/RoGGlRo2b9O5dq117lztmp6Zsnjnz3J7d0YcPZaenh9erH1a37g39+le7oaV9s7daNDVmZirlHXN/k4ssPDj5hwZdu4lCiDl6ZMusmad37Eg8d1bv6RkQHlG7ffubnxjpExwsCufQP6sO/PVX7IljMcePB4SFh9erV61ly/b3P6jz8HDZPurAgd2LF8rG8oxJkZGBEZVCatSQezW99bYqzZrbtzRlZY1v3kQWBn38qXxXyz/95MjaNd4BgeH163caNtzhOrif/3pKGgyaWrXyC7+Y/wsAgBJB/gUAAK6UvD/XBQbqq1UznbVNfp+yb2/5yb9UW2bO+OPt8VarVXl5esd2uWyeMb3H86O7jnzSofG22b+s/GJiWlysWnNyy2a5yIPcNGz4LU8/6+HrK67Y359/tvrrr9SX2Wlp6fHxUQf27/htzn1ffV27Q8eCdzcbjcs+/GDT9J/UmtjU1Njjx/Yt+/Pfeb/f9f6HVZo2s29vys7+66MPN/08zb4y7uQJuRxZ/c+67yff+tLYTo8+5nwiU072lIcejDtxXJbT4+JkofcLLwp3J39MlIKmdm2tjMDyCb8EAAAoCeRfAACgCOQNuRLxOA/X8m7WLFXJv8rfFGAbfvox5sgR39DQm4YOC6tXL+HM6aPr1x9du0ZuWvn5Z81u6xNas5baePfiRQvHvS4LHr5+XR57rELNWgYfHxkSbZg6NeVC9IapU+JPnXrg28lK4zd377OYTOMaN5Dl1gMHDXjvg0K+pSXvvqNEV/LUbYfcG1qzZlZKypF1a/f+sTgrNfWXZ59+YvacCrXrFHCEn5947Nj6dbJQo3WbJrfeWrFm7YzkpOgjhzf+OPXC4cPf3zfkyfkLK9apq7b/+/NPlfCrSrPm9Tp1rlC7tm9QcNzpk6e2bz+4YrnFbF720Qd1Ot5UqXFjhxNtmj5dCb8qN2kaf/qUvCAhNWoId5ey92L+Vbeu/PHR5nLuBaYiCwMA4EqQfwEAgOKz767i2aRJ6tKlspxy8IDVZNLoy9GfGTL8qlCr9iM/TgusXFmp6Th02IpPPl7z3TcyLty7dEnXUU8p9cnnzy9+601Z8KsY9vD3U9QwqEHXbs1v7zv98ceiDuw/tGrlvj+XNr2tjyiuY+vWKuFXvS5d7v38Sw8/P6X+hv4D6rRvP/+1VzOTkjbPmNF33Jv5HUGGdEr45dBpq4U8yB39fhw2NC02ZvFb44dNn6HU5x7wZ1kIq19/+PQZav+1euLmDg8N3fjT1KXvTZAv9y370zn/ij50UL7PARPeDwiPMBuNqbGxwt2ZUlIyz55RyroGDTSuCAY/AgBQcpj/HgAAFJnz/ERardanRYu8zWZz0o7topy5c/xbavilaHvvfUoh9vhxtXLbr7OzUlJkofcLYxySIP+w8AET3lPKW2f/Iq7App+ny7VWr79z/Dtq+KVoPeie6q1aycLeZUvV0ZoOstNSl3/8kSzU79rNecRieIMGPZ97ThZObN4UffCgUhl18EBozZo+wcFdHn3cefBm8z59lUJydJTLM/YZ+6oMv2RBZzAEXXoZ3VLCpo1KwarVKv2/8ovAAABAiaD/FwAAKA5lIKQafsm1PjTUUKuW8eRJuTV25d/B+cz77paCq1Z1nk5LxmF6Ly9TVlZORoZaGbl/n1xXrFP3hgF3OR+ncpOmzfrcvnfpksi9e6wWi7yyouiyU1OO58Yr9Tt3kW/MucGg/31qysmWcVt+CcvxjRuTo2xBVdNevV02qNflZpH3cfZGNGokC/LjP714qciHX1iYVqezmM2m7GwXWyuGVaxbT5QnsatWKgVtgwY6Ly+tHYIwAABKA/kXAJRJ4x7cnJ1lUcp3PVGnXY9wAVxTyl26b7duSbn5V8LGDZasLK2XlygfgipXcVnv6ecn8y+T0ajWnNuzW67D69fPL9SIaNhI5l/ZaWkXjhyJaNhQFF3MsWNKzBRUxfW7Cq5WreAjJEWdVwrzXh0rlwJant+/v/VAF/XJ58/Hnz6VEhOTHh8fd+rkic2bZfglcufUd25cVX14aPlgTExM/neHUtZ16OAQddmnYAIAAJQQ8i8AKJMy0sxZGWalbDZZBXAVafKZAl/etPvJ/GvqVLnJkp0dv2F9xVt6iPLBPyzMZb1GKBFG3g9p/KlTmUlJIre/WH6HCrkYTp3ft7d4+VdWaqpSUEYUFoPS+aswZEhn//Lw6n92L150atvWlOhoUWjeQUGiPIld9bdSsOr12pYtXXb+ctiFLAwAgCtE/gUAAK6IOv5RMoSGejRrlpP7YLvYlX+Xn/yrkAMVXY7+K3EGHx9xZcw5OUrhrvc/LCCqE7ZHWP431dfKLyb+89UX6kv5/RDeoGGlRo2qtbihTseOE/vcajGZXB5Eq9OJ8iR25cXBjzfcoPXx0V6KkY8AAJQG8i8AAFAc9pPf2w/a8uvWLSE3/0rasd2Umqr39xe4KLRmTaWQFBmZXxt1k2+FCqJ4Z6leXSmkXChCJyx76gBJT1/fWoWbx23fn0uV8CuoSpW2Q+6r1bZtpUaN9RcHwMrkK7/wq7zJOn8+/Whepzlt+/bOnSgdwi8iMAAASgTPfwQAAFdEvUtXIjC/zp01+tz/wWaxRC9eKGBH7+kZkhtOJRaQf12ce6tS7rzyxeAfFu6VGzsm5zMIcfuvs9/v0ParO/vGXDp6UVWhVm2lEHviuMsGmcnJ66f8sGvhAvX5jzt+/00pPPjt912eGFGtZSu93exvKTExArmiFsxXClZvb32zZs6dv+wn/yL8AgCgpJB/AQCAIlNvy5WCesduu4P38fHu2lXZen7+PKur+c7Lsya9bxW2aeP3XTh82HlrSnTU3j9tT1Gs3KSpOnuX5uLwQKulsJP9KWc5sXlTWmys89ajG9anx8enxsZUqFPH5e6hNWoohZ0LFhgzM50bbJk1Y9mH78998YUzO/9VahLPnhO24ZB+4Q0aOLffu+QPpVDOe4GZ09IuLM27FNouXWRSrHXiPPiRFAwAgCtH/gUAAIrJYZSW2gUs8O67lQnyTUlJ0ReDDyg6P/q4V0CAjIHmv/ZK2qW9omKPHZ05amRGQoK4GGAp5IX19POThbT4uEKepcvjI7R6fXZa2uK3x5uysuw3yVBs/7I/ZaFxz175TbxVoVbtht26C9uE/ScXvfWmOh2Y4syOHWu+/Ubkzlvfsv8ApTKwUiW5zklPU3uEqY5v3LDyi8+VssViEeXY+d/nWpQ54HQ6bc+eBYRfAgAAlCjm/wIAAFfKfuoiufaoVs2rffvsLVvkpnOzf4noe0feiEgI4RMc3PnRx1Z8+sm5Pbu/7Ne348NDQ6vXkHHh0XXr9ixZrEyQX7PNjbKN/V5+FSrKMOvImtUyNQuqXLlJz95h9esXcJbQmjVb3T1w+6+z9/+1LPbkiTaDBlesWVvv5Rl9+NDKibYoSsZVN48YVcAR7nr/w6/635ESHb1z3u+R+/bKI1SoUTM9MfHkli3q+7zjjTfVufbrdOgocy5ZmPX0qG6jnqrdoYOnr1/k3j27Fy/eOf93JQ+VjBkZoryyZGWdXzAv70WHDrrAQJeDH112AQMAAFeIP0YBAEBxyDtzJdRQwy+LxaLeyQcOGhSTm38Z4+PiVv9TsUdPgYs6P/aE3sNz5ZdfpMfHyyDMYWvb++7vPeZF7aWJYZPevdd+960s7PhtjlwbPL0Kzr+k21993cPbe+NPP8YcObJ0wrv2myIaNrz7g//JHK2A3X1CQh6f/dui8eOOrP7H+QjyK97j+dHN77jT7kM9fn7/vn3L/kw4c+b3sS/ZN5afpfuTT104fFhujTt9WpRX0X8sNqelyYL8sdHfdpvyk6K7iP5fAACUKvIvAABQfPazdKu9VyTP+vUNTZoY9++X9Wdn/Fzxlh6CW/qLZOZx07DhjXr03DJrRsyxY7HHjmampoZUq17rxrZt7723Qm0Xc3Ld8sxznr5+xzasj9y3z5SVmV2IXlQGb+8+r77epNetuxcvjDl6NPrIYf+wsCpNmjbs1r3JbX0Kk7DIgOyhyT/sXfKHPG/cyZMXjhzWGgwBYeGVGjfuPPzRsHqXBHDyaz/ki69k4y2zZiZFnkuOipLxaEBERK227bqNelJ+qO2/zpb5V1pszInNm2q37yDKGavJFJmbXdq0bKkLC1Mzr4KHQJKFAQBQIsi/AABACZD37TLvULuAyXv7gLvvjs/Nv7Iiz8WuWF6xV2/hjt49cryArWM3bs5vU0j16reNfVUUjs5guHnESLmIIqrRpo1cCm4j30YB76TZ7X3lIgqngMZt7hkiF/savZdXwVfPnUTNn2dMiFfKur59L9v5i15gAACULOa/BwAAxeTQRcW+/5fk3bq1/uJjBE9O/tackS6AcskYH39m2o95Lxo10lWrps0H4x8BACgl5F8AAOCKaC5l36slcPhwpY0pOfn01CkCKJdOfjMp77GP8o/vgQPtf0bsR0E69P8SDH4EAKDkkH8BAIASoIZf6mPs5I29d4sWXh07Kg2iFy7IOF5eBrsBquRdO+PWrFbKmq5dddWqKZmXGn4pa/XHRxB7AQBQCsi/AABA8dnPVWTfBUyd3sjWBczLS2l87LNPBFCeWE2mY59+nPciIEA3YIDDtF/59f8SpGAAAJQo8i8AAFAynMMvyVChgt+99yoN0g4fuvDnEgGUG+d/m5MdFaWUNQMHary97Tt/OTwCkpnvAQAoPeRfAADgijh3AbO/pZd3+P59++qrV1can/zmm+zoaAGUA5mnT535eZpSttarp23bVucKM98DAHAVkH8BAIA0UcQEAAAQAElEQVQS47ILmN5gCBg1ymq1ygaWzIyD49+wmkwCcGuWrKyD496wGo2ybJU/Bg89VED4ZZ9/MfM9AAClgfwLAABcKZddwOxv8r0aNPAZMEBpnHH8+MlvvxaAWzv6vw+zzkcqZc2AAdqwMPXHQa/Xq8mXOvk9nb8AAChV5F8AAKAkuRwCaZsI//779fXrK22iFy5I2LhBAG4qetHC+LVrlLK1aVNdjx4O4ZdDCuYQgRGEAQBQ4si/AABACcjvQZD/9QEzGIJefFETEKC0P/LB+0wEBrdk6+H4zSSlbA0O1g0f7hx+6fJ/7CMAACgN5F8AAKCE2XcBU+7z9bkMoaGBY8aI3Pt8JgKDW7JkZBx883XlG9sqs60RI7Q+PkryZd/zS+38pfyk0PkLAIDSRv4FAABKhkMXMIfxj8ptv1eTJt4DByrtM44fP/Leu8JiEYBbsBqNB8a9nn3hgvJSM3iwrkYN+4nw7JMv+/5f6hEIvwAAKCXkXwAAoOTlNxG+5D9okL5xY6VZ/Lq1xz79WABuwGw+9NabKbt35b1s2VJ7881q5mXf/8t+/KPDYx8BAEApIf8CAAAlpuAuYHkZQO5EYNoqVZRdYv5advLrSQIo4458+H7ils1K2VqzpmboUOeeXy47fzHyEQCAq4D8CwAAlCTnifAdIjDbVPiBgUFvvqmpWFHZJWr+7+dmzRBAmSUz3Lh/Villa+XK2mee0Xl55dfzy6HzlwAAAKWP/AsAAJSW/GYBs0VgISGBMgILDlZanvlxavSihQIog87N/FlmuErZGhamefZZna+v8n2uv1QBIx8JwgAAKFXkXwAAoIRdtgtY7iBIg0d4uP+4cRp/f2WvE19OPPPTjwIoU05N/lb9vrUEBtrCr8BA5+TLvgsYIx8BALj6yL8AAEBpcZl/2UdgXlWr+r/xhvDxUdqfm/nzkfcnWE0mAVz/zGb57Xr+tznKK4uvr+6FF3ShoWraddnwSwAAgKuF/AsAAJQ8+3v7/GYBU3IBz5o1/d98UwQFKY3jVq3c//KL5vR0AVzHLNnZB998Q367Ki+tAQHaMWO0YWH28a7kEIEx7T0AANcK+RcAACgVhXoWpNILrFatwAkTtNWrKzum7Nm9+6lRObExArguyXx2/0svqE97tISHa8aO1VWqZJvY7tLMS3lp3/mLab8AALgmyL8AAEBpcTkRmEP+lRcTVKjgP368rkkTZcesc2d3Pzkq/dgxAVxnjPHxMp9NPXBAeWmtXl374ou6kBD78Evt/KX2dnTZ8wsAAFw15F8AAKDUFTwRWF5e4Ovr//LL+s6dlV2MiQl7n38mccsWAVw3Uvbu3TXycZnPKi8tjRppRo/W+fk5hF/OM3+p4Zdcq0cjBQMA4Koh/wIAAKXI/g5fvf9XUzD7vMAWgXl5+Y0Y4TFwoNLekpV18I1XY5YtFcA1Zzaf+XHqvheeMyYmKhWW1q21o0bpvLzsMy/1m9ll+GU/5pHwCwCAq0kvAAAASpO8z7darcpapgAWi8W+C4x9M6Xge9dduoiIzG+/FSaTsFqPffJx4rZttZ96xhAcLIBrwRgfd/CtN9MOHlReyu9ja79+up49HZ5n6lCwD7+Y8x4AgGuL/AsAAJQ6+whMufN3GYGJi7mAV8eOmuDgjI8/FpmZ8mX82jVJ/+6o+dgT4bf1EQQHuLoSt2w+8sF75rQ05aUlKEjz6KO62rXV5Esd/Gg/8tF+znvCLwAArjnyLwAAcDXYh18KhwjMISDQNG6s++CDjMmTzfv3yxqZPhz/7JMLy5bWf/kVrypVBVD6jPHxJ7/7Ju6fVWqNbcKvYcOUCb/U6e3zm/PLZfgFAACuCfIvAABwlVw2ArNvaRMern3llax167JnzBDp6bI+7eDBnY8Nr3rvfVWH3KcxGARQSszm8/N+P/PzdEtmhlJhG/N4xx3aXr2cn95gH4Hp7LgMv0jBAAC4Jsi/AADA1VNABHZJ5y87onNnQ7NmmdOmmbdtk1utRuPZ6dNiV66s99LL/o2bCKCkpezZffyLzzNPn1ZrrFWraoYO1VaunF/45fJpj4RfAABcP8i/AADAVZVfBOacEajZgSkkRPP00zn//ps1daomJUVuyoo8t/fZp4NubFtl0ODAlq0EUBJSD+w/+/O0pO3b1Rqrl5e4805Nly5au+TLZf7l0O2L8AsAgOsK+RcAALjaLtsLTGGfINi0bq1r0CD7l1/Ma9cqjZO2bZWLb526VQbfE9rlZo2eP2xQTPIb6dysmSn79tpXWlu1EoMHawMClFRLTb4c8i/lpWxA+AUAwHWLPxMBAMA1YB+BybXFYnGeC8xhIKQtVJBJxKOP5nTsmPP999b4eKVZ+vFjR96f4PHD5MoD7q5890CRz5xigAtWa/z6dedm/5J+5PAl9aGhlvvv1zZooERazj2/7Atqty9lfcno3VyEXwAAXHPkXwAA4NpQIzC5lqmBXAunzMs+/DKZTHkpWNOm+g8/zNm40fjXXyIyUjlaTmzsqcnfnl8wL+L2vuG33W4IDhZA/rLOnY1Zvjz2n5XZ0dH29dYKFUTPnpoOHfQGg5p8qeGXQ/5VwJhHwi8AAK4r5F8AAOCasY/AlGxLScHUrQ5jIZUULC9p6NrV0Lmzad8+0/Lllr15w9ZyYmLO/Dj1zLSfApo2C2nfIbRTZ89KlQRwkTE+PnbVytiVf6cfP+awyVKpkqZXL02bNtrcwYz24Zd956/8ki/1W1RczLxIvgAAuH6QfwEAgGvJ5VxgLkY+XgwX1AhMealr0ULftKkpMtKWgm3aJIxG2yEslpQ9u+VyavK33tVrBLdtG9yuvX/DRlovL4FyKXnXzqQd25N37kw7fMh5q7VmTdGrl7ZFCzXJch726BB7OXf7UtaC8AsAgOsS+RcAALjGlAhMXBoZqP1oJLPZbB+ESbJGWSsFbbVq+kceMQ8cmDN3rmXLFk12tnqczDOn5XJ+7m/yWD41avg1bCSDML8GDX1r1RI6nYD7yjx9KunfHUnbtyfv2W3JynJuYA0MtLZpo2nbVn7/qN9d9smXAzX/ym+qe8Y8AgBw3SL/AgAA155DBKa+VLqGqRGY9lLmS2kDA7VDh1ruuce0ebP5n3/EuXOXnMNqzTh1Si4xy/5UKjwjIjzD5RLuFRbuGR4my4aAQH1QoEdoBYGywJSSYlvSUo3JKdkXonPi4rLjYm3rmJic+DiXmZdk9fa2tmghZOzVoIHW6ZvKYT57l7GXGn45dFRUjk/4BQDAdYj8CwAAXBeU1MB5OjA1F7Pkck7BlDzivxhMvuje3dK1qzky0nzggOXAAevhw/Y9wlTZ0dEOc5+rdD4++sBAj+Bgjd4gcD2xZGebUlOMKSnmtLTC72XV60WtWqJBA1G/vqZOHa3djHLO4ZfL/l/Ofb7U/EvYZV6EXwAAXJ/IvwAAwHXEYTow545gShBmP1pNTb3k2mQyyYJsYKupXt1StaqlRw+5r/noUeuxY+aTJ8Xp05qEhMu+DXNGhlyyo6IEyjJr7doy8JKxl0bGXq4ep+A84ZdzFzCH5ItuXwAAlEXkXwAA4PpiPxbSoSOYfeggQy5Zr6yV8EsJKfLCr9wUTKVr2NDaoIEs2I6Snm45dsx65owlJkbILCw+vjCJGK5z1ooVRcWK1rAwTWioCAvThoWJ8HCN3VNE1dwqv55fLtfqVo3dcxjo9gUAQJlD/gUAAK479mMh1Rr7CEzJuRRKWYnA1HpZtjiRu9vWgYHWVq2sLVta7cXHi8RES0aGJidH5ORYsrPlWmM0CotFeQNKJCfKbNKRljta0NfXt+wmNXmpqMEgP4bw8ZGLRq7lJ/L1tXp7q1GXsJtFrkjhl3O5gD5fJF8AAJQt5F8AAOA65dwRTKnX2j0aUgm8lGBLySnyOnxd2v/rkvwrl1rIEx4uwsPVsZbKidRCWSc/bMKpU7LgX6OGzo2eeumyE5YmH/aTdmkLzT47o9sXAABlF/kXAAC4fhXQEUxJJZSCGn7Zx2FKLzC1bF9wkX/ZJV/ul4KZTKbs3CcAGAwG98i/nBMoh/BL5OakDvlXARGYfY3GaagjyRcAAGUd+RcAALje2XcEs6+xfzqkfSKmpl0y61FjL4f+XwVHYMIpBSvrlPzLw8PDjfMvTf79vxySL5dxmMM6v+RLEH4BAFAGkX8BAIAyQO0IJlylYErOpXQTcx7k6Lx2zr+Ug7tr/y+z2eze+Zd98iVcRWDaS+f/umzgRfIFAICbIf8CAABlRgEpmP1aHQWpvfjgSIeuXvn1/Cpk8lXmErGcnJysrCxZ8PT0VGZPK3NcBk8aV52/RP5TgDlEXfn18yL5AgDA/ZB/AQCAMsZlCiYuHRSpRGDiYqp1WSL//l8Oylz4JXJnwlL6f3l5eYmy6bL5l3A1BZimcISrBK3gUwMAgLKF/AsAAJRJl03BlEGR4tIILL+XIp/J7xVlMfOyJ6+JzL9kCubh4SHKPodAyjm30mhcd+YqIO3SuJrYnuQLAAC3Qf4FAADKMDWhcB4UKS5mW/ZlYZdwWQv9zEc3yL9ycnIMuUTZ5zL/EvkEYcJVKCac+nnld0wAAOAeyL8AAIA7KKA7mFKvufgQSXG5zMs57Srr+Zd8/0ajUafT6fVu8rdfwRGYyCfeuuzYRmIvAADcFfkXAABwHwV0B7PvCGYfltm3z+/lZeuvcxaLxWQyyUJZf/ijpsBZwJxfFnJUI7EXAABuj/wLAAC4IYcgTDhlYQ5tHBKQst7hy4E195GX8jOW9fzLpcv24SpMagYAANwb+RcAAHBn9jGHcxZm/9I+83KzcMRsNiv5l1arFW6t4C8cmRcAAOUW+RcAACgvCu7k5cbhiJJ/yfCrvAVABF4AAEBB/gUAAMqpgsMRdxoCKfMv+XHcsvMXCRcAACgM8i8AAAAX3ClYsVgsInfye9IiAABQPpF/AQAAuDmz2SzK/sMfAQAAio38CwAAwM2RfwEAgHKO/AsAAMDNkX8BAIByjvwLAADAzZlMJrnW6/nDDwAAlFP8GQQAAODm6P8FAADKOfIvAAAAN0f+BQAAyjnyLwAAADdH/gUAAMo58i8AAAA3x/xfAACgnOPPIAAAADdH/y8AAFDOkX8BAAC4OfIvAABQzpF/AQAAuDnyLwAAUM6RfwEAALg58i8AAFDOkX8BAAC4uaysLLn28PAQAAAA5RL5FwAAgJtLSUmRa39/fwEAAFAukX8BAAC4OfIvAABQzpF/AUCZpNFq/nthFQBQgNTUVEH+BQAAyjGtAACUQd4+/81jnZFmFACQD6vVmpaWJgsBAQECAACgXCL/AoAyycv3vw686akmAQD5UAY/Sn5+fgIAAKBcYvwjAJRJPn7//QLPIP8CkD81/woMDBQAAADlEvkXAJRJXnbjH9NTGf8IIF9K/uXj46PRaAQAAEC5RP4FAGXSJf2/Uuj/BSBf0dHRch0RESEAAADKK/IvACiTQsK91HLs8W2mOwAAEABJREFU+UwBAPk4evSoXNepU0cAAACUV8x/DwBlUtU6/81jnRibnZrEEEgArh0+fFiu69atKwAAAMor8i8AKJOq1b3kOW4nDqQIAHBy4cKFjIwMQf4FAADKN/IvACiTQiO8DJ7//Q4/dYj8C4ALx44dk+uwsDA/Pz8BAABQXpF/AUBZVaO+v1o+dZD8C4ALTP4FAAAgyL8AoOyq2yxQLZ86lGoyWgUA2LFYLLt27ZKFFi1aCAAAgHKM/AsAyqpm7UPVsjHHcnhXogAAO/v27cvMzPT09GzevLkAAAAox8i/AKCsqtHA3zdAr77csuKCAAA7mzZtkuvWrVvrdDoBAABQjpF/AUAZ1rxDBbW8a11saqJRAECu7OxsZfBj27ZtBQAAQPlG/gUAZVjnvpXUssUiVi+MFACQa+vWrRaLxd/fv2HDhgIAAKB8I/8CgDKsen1/+1nw1/1xnlnwASg2b94s1zfeeKNGoxEAAADlG/kXAJRtPe+pppYzUk2r5p0TAMq9kydPHjt2TDD4EQAAIBf5FwCUbU1uDKlUw0d9+eeM04mx2QJA+TZjxgy5rlmzZq1atQQAAEC5R/4FAGXerffVUMvGHMsvE48IAOXY1q1bz52zdQV94IEHBAAAAMi/AMANtLq5Yq3GAerLA9sS1/0RJQCUS0aj8bfffpOFjh07VqtWTQAAAID8CwDcgEYjHnmlkYfnf7/Sf/v62NmjaQJA+fP333+npKQYDIa77rpLAAAAIBf5FwC4g5Awz0FP1lVfWszWb8ftS00yCgDlSWpq6pIlS2ShT58+/v7+AgAAALnIvwDATXToHdGodbD6Mjkh58uX96SnmgSAcmPBggVGozEgIKBnz54CAAAAF5F/AYD7ePjlht5+evXl+VPpE8fsTkumFxhQLuzfv3/9+vWyMGjQIIPBIAAAAHAR+RcAuA+/QMOod5sa7CYCkxHYZy/sIgID3N758+e/++47WWjVqlXbtm0FAAAA7JB/AYBbqdUo4MkJzewjsAtnMz96+t+zx5gOH3Bb6enpX3zxRXZ2dtWqVYcNGyYAAABwKfIvAHA3dZsFygjMx/+/gZAJF7I/eW7nuj+iBAC3Y7FYJk2alJiY6Ofn98wzzzDyEQAAwBn5FwC4IRmBvfRFq5AwT7XGZLT++uXRr17Zm5yQIwC4kRkzZhw/flyr1T799NOBgYECAAAATsi/AMA9Vajs9dJXrarX87OvPPRv4tvDtq1bfN5qFQDcwJo1azZs2CALQ4cOrVmzpgAAAIAr5F8A4Lb8Ag3Pf3pDs/ah9pXZmeZfvzr22Qu7zp9KFwDKsi1btvzyyy+ycPPNN7dr104AAAAgH+RfAODODB7ax99sMnBUHQ/PS37hn9if8v6IHTM+OZyayKMhgTJpyZIlU6dOtVqtderUGTJkiAAAAED+yL8AwM1ptKJrvyqvfd+mXvNLJgayWsXm5RfGPbxlyc+njdkWAaCMkJnXtGnTFi1aJMv16tV75plntFr+ogMAACgIfy0BQLkQGu717P9a3Pd8fS8fnX29TL7+nHH6zaFbN/0VbSUEA657ZrP5m2++2bhxoyy3atXq+eef9/LyEgAAACgQ+RcAlCMdb41444cb2/UMd6hPSciZ+emR90fuOPRvkgBwvcrKyvrss892794ty7feeusTTzyh0+kEAAAALkcrAADlSWCox4NjGoz9ulXtxgEOm86fSv/qlT3fvL4v5lymAHCdSU1N/eCDD44eParRaB566KEBAwYIAAAAFI5eAADKn6p1/EZ/dsOejfELfjgRE3lJ2rV/W8KBHQk33VbpjqG1fAP4zwRwXTh58uR3332XmJio1+tHjhzZtGlTAQAAgELjxgYAyq/mHUObtgtZ+8f5P38+nZ5qUuutFrF+SdS2VTG9hlTrfldVgwedhYFracWKFXPnzpUFPz+/p59+umbNmgIAAABFQf4FAOWaVqfp2q9K+54Ry2adXr0g0mS0qpuyM82Lfzy17o+oOx+pdWP3MI1GALjKMjMzp06dumfPHlmuXbv2448/HhwcLAAAAFBE5F8AAOHlo+v/aO2b+1WZ//2Jf9fE2m9Kis2e/tGhlXPP3vts/ZoN/QWAq+XMmTNff/11YmKiLPfu3bt///5aLZ0xAQAAioP8CwCQJ7ii57BXG/UYWHX2F0fPHE2z3xR5Iv3jZ3c27xh612N1KlT2EgBK2apVq+bOnWs2m318fIYPH86EXwAAAFeC/AsAcInq9f1f+qrVv2tjF045GR+dZb9pz8b4fVsSuvSt3OfBGj7+/BcEKBVZWVlTpkxRxjzWrFlzxIgRjHkEAAC4Qty9AABcaNWlYouOFVYviFw263Rmulmtt5itqxdGbvk7+tb7anTtX0WnZ1YwoCSdOXPm22+/jY+Pl+WePXsOGDBAp9MJAAAAXBnyLwCAazLbumVg1Q69I5b+fHrtH+dl8qVukonY/O9PrF18vt/wWjIpEwBKwurVq3/77TeTyeTl5fXYY48x5hEAAKCkkH8BAAri468fOKpO1/5V5n1/fM/GePtN8dFZUycc/HvO2SHP1Kten6nxgeLLysqaNm3av//+K3LHPD7xxBMhISECAAAAJYT8CwBweRUqez3+ZpNTh1J/mXgk8kS6/aYzR9M+enpnq5srDnisdnBFTwGgiCIjIydNmqSMebzlllvuvvtuxjwCAACULPIvAEBh1WzoP/br1ttWxSz68WRSbLb9pn/XxO7ZGNe1f5Vb76vh5cOtO1BY69atmz17tjLmcdiwYS1atBAAAAAoaeRfAIAi0GhE21vCWnausOr3c8t/PZud+d/U+Caj9e/fzm36K7rPAzU7962k1TE1PtzfypUrb7nlFlEs2dnZP//887Zt22S5WrVqo0aNYswjAABAKdEKAACKyOCh7X1v9bemtb2pTyXNpf8lSU8x/fb1sXcf3753U7wA3JrVav3777/fe+89UXRRUVHvvvuuEn517dp17NixhF8AAAClh/wLAFBMfoGGe5+t98b3Nza50fG+PeZc5nfj93/6/K7zp9JFSYi/kCWA68yBAwcSEhJOnz79008/FWU/sWHDhgkTJsTExHh6ej7++OP33nuvXk+XfAAAgFJE/gUAuCJhVb1Hvtv02f+1CK/m47DpxIGU957YMf2jQ8nxOeLKzJ54VADXmTVr1iiFTZs2FXKXnJycH374Yfr06UajsXLlyuPGjWvdurUAAABAKSP/AgCUgHrNA1+f3Ob+0fUDQjwcNm1dGTN+6NbFP53KybKIYhn30JaDOxIPbEsUwHUjLS1t37596sunn376srtERUVNmDBBGfPYpUuX1157rUKFCgIAAAClj/wLAFAyNFrRoXfEWz+1ve2BGgbPS/77Ysyx/PXLmTcf3rJhaZS16CFYwgXbsybnTT5uKWaABpS89evXm83/Pf8hJydn/PjxBbTfunWrDL+io6M9PDwef/zx+++/nzGPAAAAVw35FwCgJMnk6/YHa7w9rV37XuGaS58AmZpk/GXi0fdGbC9ST64xAzYohegzGTI+E8B1wGq1qoMfVVFRUS4nApPR2LRp06ZMmaKMeXz99dcZ8wgAAHCVkX8BAEqef7DhgRcavPJt67rNAh02RZ3O+Pr1vZ+P2S3zrMseR+ZlWRn/dbFZMv2U/UvgWjly5EhCQoJzvfNEYBcuXJgwYcLGjRtluVOnTq+99lp4eLgAAADA1UX+BQAoLZVr+j73cYsRbzd1nhr/2N7kCY9vn/XZkbRkYwFH2Ljskg5fsvFfv5wRwLW2du3a/DbZTwS2devWd999VxnzOHz48AcffJAxjwAAANcE+RcAoHQ1bRfy2uQ29zxV1y/QYF9vtcp4K3rcQ1v+nHnamO1iZq9Jr+51nizsn/nnlOnAgGslLS1t586d+W1VJgIzmUwzZsyYMmWKfBkREfH666+3bdtWAAAA4Boh/wIAlDqtVnS+o/L4n9r2vKea3nDJrGA5WZYl00+Pf2TrlhUXZCJm7+AOF9OEmYzWBVNOCODa2bJli/3M986ioqLGjBmzbt06We7QoQNjHgEAAK458i8AwFXi5aPrN6zWW9PatekW5rApOT7n548Pv/fE9hP7U5SaCY9vz+84/66JPXkwRQDXgtVq3bBhw2WbZWZmGgyG4cOHDx061MPDQwAAAOCaIv8CAFxVgaEeQ8c2HPt1q5oN/B02RZ3O+HT0rm/H7Ys5lynLBRzk92+PC+BaOHLkSGRkZGFaWiwWxjwCAABcJ8i/AADXQNU6fmO+aPnoG40rVPZy2LRvS8Lbw7cWvPupQ6k7VscK4KpzfsJjfsxm86uvvioAAABwHSD/AgBcMzd0qjD+x7Z3PV7b21d36RbNZfddOOWEyWgVwFWUlpa2Y8eOwrePj4//+uuvBQAAAK418i8AwDXW/e6q78xo3/2uqjr95WMvVUJM9qp55wRwFW3ZsiUnJ6dIu+zevVsAAADgWiP/AgBce14+urueqD1u6o0hEV6F32v57DNpyUYBXC0bN24URTdq1CgBAACAa4r8CwBwvQgN90qMySp8+6wM8+KfTgngqjhx4sS5c8XpcshEYAAAANcc+RcA4Hox6dW9VkuR9hAbl0UV/KRIoKSsXbtWFBcTgQEAAFxb5F8AgOvFwR2JoohkXjbvu+MCKGXZ2dlFmvneGROBAQAAXEPkXwCA68KEx7eLYpGp2YFtRQ7OgCKR4VdRZ753NmLECAEAAIBrgfwLAHBduJJhjPMmH7cUceAkUCRXMvhRZbVax4wZIwAAAHDV6QUA4NqR98MCQrz58BahKf6liD6bvn7J+c59KwmgFJw9e/bkyZNF2sXX1zfoosDAwODgYLlWXlosFo1GI1CiuKQAAKBg5F8AcA3kF3uVzzhsxW9nk+KytVfWI/nPmafadKvo5aMTQEnbtGmT1ukb1MPDIyAgQIm31JxLXev1Bf2JRfB95RwCL/WSEoQBAACXyL8A4GpzuPW1f1k+74pX/X5Wc8XD8TPSjCvmnOn7cE0BlLTs7OwuXboE5lISLsnHx6eAXUi4Spu8wmrUZZ952dcDAACoyL8A4KpyTruc1+XK798dN2abdcXqtqUzaDw8dXoPrYeHzuCpOXM0xcI0YCgF9957r3Ml32zXlgy5lF+Y9mmXUiYCAwAAzsi/AODqUeMtNe2yLzhsLSdSE7Obdgg2eGoNBq0hN8ayFTx1Bg+t3sMWb8mXtoTLS6vPbeDhqdFfbOB8h2s2mwUAd6fEW5pcStplXxZEYAAAwAn5FwBcJc7hV8aPQ0RajEOl2qmhnBjsm/uP/MQ5uUtaofZSmgMon/KiLp9gj6FzZFmr1aopmKAXGAAAcIX8CwCuAXljZrFYzKc2ieRIx00CAFAQ5fek1beC2WxWwi+HBxSQfAEAAAfkXwBwVVntiCuf9R0Ayiv5W1TmX0r4pawlki8AAOAS+RcAXA0O097nsViUGzVDk1t1EcEiBtwAABAASURBVA0LcxzjoZXmyL2yoI1o6NHkVgEAZZnxwHJz1AFZ0FVqbGjcqzC7mGOOGvcuUcomk0lmXjqdTkm+7CdStJ8ODAAAgPwLAK4eu+DLRr0vk/mXR8v+hTmCJSVGyb90EQ28ejwnAKAssyRHqvlXIX+nGfcutc+/dBcfH6tOgS8Y/wgAAJyQfwHAVaXOcy/zLwEAKC75i1TmX2rgZY+eXwAAwAH5FwBcbfZTgHF/BgDFJvMvcTH8UmYBy/vVSgQGAAAuRf4FAFeJ9VL0/wKAK2Q2m9XkS/5SVQr2DUjBAACAgkePAUCpc74f++8RkACA4jKZTDICs1zEb1cAAJAf+n8BwDWgjtARAIDistgh9gIAAAWg/xcAXD3q5PfiYgQmAADFoox5VNf0/AIAAAWg/xcAXFX2ERgAoNiU5Mu55xe/YAEAgDPyLwC4Nhj/CABXQnnIowMBAADgCvkXAAAAAAAA3Bn5FwAAAMok5w5fdAEDAAAukX8BAACgrCLwAgAAhUH+BQAAAAAAAHdG/gUAAAAAAAB3Rv4FAAAAAAAAd0b+BQAAAAAAAHdG/gUAAAAAAAB3Rv4FAAAAAAAAd0b+BQAAAAAAAHdG/gUAAAAAAAB3Rv4FAAAAAAAAd0b+BQBAvlJmvJW+/Mci7eLdoV/QyImiHLBmpZsTovWV64hiydr2Z+KXI2UhaMTn3h37K5Wp8z5LW2C7ehXfXaqv3lgAAAAAJUErAAAAiih73/qYl2/JObJVAAAAANc9+n8BAJAvz6ZdNJ4+DpXGU/uy966RBY9GHTzqtnLYaqjRRLi7nMPbEz56QAAAAABlBPkXAAD58ryhm1wcKtOX/6TkX55NO/vdMUqUP9bsdFE6/O96Xi4CAAAAKFHkXwAAAAAAAHBn5F8AAAAAAABwZ+RfAACUvNhXe5vOHdaF1wz732rnrXHvDDQe3a71Dw2ftEOtjHqoplwHPvyuzy0PGE/sztq2LPvQZuPZg4bK9Qw1mni16+vZtJPLc1nTU1IXfWk8c9AUedSalaavUl9fuZ5vt3sNdVuKosg5uDl9+Y+mqOPmpBirKUcfUVsfUcujVnPvLoO1/sF5bQ5vj58wUN0leeorcpGFiO/2xY7ra75wSugMEV9u1/gFOh8/dd7naQs+l4WK7y3XV63v8j24fP6jcrm82t0R/OSX5rjIzM2Lcg5szDn2ry6ksjyOV/Ou3p3uElqd89FM54+lLfk25+gOc/x5XXC4oVoj7053e7XulfjFyKztf8rjy7OojVNmf5C+9FtZ8O0zImDIWAEAAAA3Qv4FAMD1JX3ZlJRZ78pcS3lpPLVXLhlrZvvd+bT/wBccGhuP70r4YoQlMdquZqdcMjf87tvrkYDBLwm9R2FOmrl+XtL3Y4TVotaYzhyQS9bWJWl/fl9h/EJdhSoFH8Hn5ntS53wozMaMTQt8ez7s6hRz5VqmTvmFX5eVc3hrwsTHrWlJee/w/FG5yHeYsf730Jd+FnqDfeOMVTOTf3pdvYzmmDNyydqx3P/u0UKjsVUpawAAAJQD5F8AAFxH0pb9YL5wSuMT4HfrcH3VBqbok9l71uQc2mzbtOgr74799ZXrqI1z9m+I/99DwmIWHl6+Nw8x1Giq9QsyXTiVsXG+6fT+9GU/WJJigkZ9cdmTmqNPJU0dK8MvbWBFrxv7GKrW1waGmc4eyD6wSZ7akhKXPHVsiAyYhPBo0KbS9FPyLSV8bEu4Aoe979P1XuUgPl0Gpf72P3mQTFf5l4yuzHHnbM1uuksUi/HYv/Hblgqr1eeWBz3qtbYac7L3rsna/pewmOSbzFg7x6f7/WrjzPW/J//0mq2k1fvd9pihdnOryWg8uUdmi6m/fyIMnrZNVqsAAABA+UD+BQDAdUSGX7oKVUNfnS3XSo1f35Eps96VYZYMbDI3zvcfOCavqcmYNO11GX7JlhXe+F0bHK5Uy2jHt9fQ5GlvZKz+JXPzIu/OAz2bdSn4pBkbFwhTjiyEjpmmr5E36lC07unX/9nEiU9k7fgre9860/nj9tGbM21ABc/mN2fv/sd4bKdtvGFo5UtOsXaO7R+dwafzIFEs5vhIuXvoiz95NLlJqfG5eXD2zpUJnw2X5cyNC9T8y5qdmTL7fVtJ7xn6wlS1vXeHOz0atEuc9KQwZjsfP2DIWIY9AgAAuCutAAAA15PAoRPU8Esh8yylYDp/TK1MWzrZHH1SFoJHTFTDrzw6feDD72hDbAlU+opp4nLyhk/qDLqIWg6bfG550LvT3QH3vq719rvscdRsK2P1bPt6a05W1pYlsiADMpdTgxWSb+/hapil8Gx5i3KtZDynVmZuWmhJibO17/GAQ3uv1j19ug4RAAAAKGfIvwAAuI5og8JkSORQaYt4cqfxsmZlqJWZGxfktg831G/t4kA6vWeTjiJ3+jBxObrwmrZ/zMaEzx8znrykvWfTTkGPf+J726OOEZsrXq16av1CbO9twzz7+qytS605mcIWkA0UV8D35sHOlbqw6nJtyfnvymTvWmX7R6vz7/+sc3v/Ac8JAAAAlDOMf3QH9erVCwwMDAkJEQCAMk4X6nqaeY2nt9WUY80dpagwxZ6Ra0vSBeXBkfmxJMVYkmK1QRULaOPTZVDaku+s6Yk5+9fHvblexm1erXt5te7t0aBt0SaJ1xu82vfN+Hu6Oe6c8cgONZjLyJ35XkZjXq16iSugq1jVuVLj6Wv7x2RSa3JyIz+ZJGp8Apzba/1DtMER9k8MAAAAgNsj/3IHd999twAAuAVdYD5B1aU5lDU9xeUkVi4ZT+3zvKFbAQ20AaEV3pibOPFxU5RtFKFMr9L/mioXmVgZ6rXyqNXMp/sDso0oBN8eD8n8S9gyr98Dc/MvS0JUzoFNsiCjMaEtfsdzjW+wy2dZavKuzMXJ7K1WmffJf3UhEfkdSgZ85F8AAADlCvkXAABXX/5PHtTqRGH2N2YpBUO91v4Dni+4sUGd0j5/+sp1Kr6/PHvf+qx/l2ftWG5JtkVIlrSE7J1/yyV99a9h7/5ZmKm79JXr6qs3Np05kLn1j8Ch78iPk7H2N+XzFnvme4WmkNmZjMNkS4utlH+TonRqAwAAQNlH/gUAQGnITVisrnMua2a6uDLaoDBbZyhTjjUtybNpJ1EitDrP5jfLJXDoBOOJPdl7/snau854YrcwGy0J51MXTAx4YFxhDuPT6e6UWQesGSlZu1Z6teqVuXmRrNRF1DLUaiauCn1ELdO5w5akmPwamBOiBAAAAMoT5r8HAKAU6GzduOyn67JnTjgvrpi+cl25NkWdECajywZZ25elL/8xa8sf1qzLxG0yqzKdP2aWh7rIULu5X/9nK7wxN+z9FULvaTva7lWicGT+pQxUzNr8h+ncEeWZlb43X72nLurDagjbRY52nT9arbZNAAAAKE/IvwAAKHlaTx+5tiTHWTPTHDblHNkm8yZxxfQRtXL/taav/Nl5qzxv0nejU2a8lTz9TY3Bs6ADWa0xr/SKHdsjYdJTzht1ETX1ubPOXxKiqYM0LRbnXTR+QV4tbNONZe1Znb1ndW6V1rvz1Zuq0qtN79z3Zsrc8ofz1sxNC+UmAQAAgPKE/AsAgJKnr1rf9o/Z6BBOmePOyUBKlATfno8ooyxTf/uf8ciOS7ZZzIlfP23NzpBFn+73C12B0x1oNF6tbYGR6cyBjNW/OGyUlaYLp4RtErEmaqXWyzfvPLnThDnz6TJY5HYrS/9nlix4tuiqDaggrhbvjgN0FavJQsovE8wxZ+w3yZcps98TAAAAKGeY/wsAgJLnc9PdGatmitxwypqR6tG4ozUtMWvn35lblgidzqNRh5yDm8SV8WjQxu/Op9IWfWnNyYx7d6BP13sNdW7Q+YfknNqXuWmBOTe00ldt4Nd35GUP5d93ZNaWPyyp8clTX8natsyzcUd95brmhKicw1szty6VaZrGwztg8MtqezXMSl3yrSUzVWPw8rtjlOZiKCZsgVc3rV+IJS1BeRs+N90lriat1r/fs0k/jLEkRse+2tu39zAlvDOe2pe+/Ed5uZRWmksfNZAy+4P0pd/Kgm+fEQFDxgoAAAC4EfIvAABKnqFeKxlI2bpTWS1pf3wt5JJL4+kTMuannIObrzz/kvzvHq0LDk/57SNrRkrG6lli9Sz7rbrQKiGjp2o8vS97HG1IRPBTkxI+eURmQ9l718jFfqvGJyDkmW/11Rv9d+SwaspDHkVOVvqyKbLG64Zb5Ee2O6LWu9MAZZPcXelfdjV5dxkoNCLpx1flJ0pbPOm/DVq9/8AX5RuT2Zx9YAcAAAD3Rv4FAECpCBz2vucN3dKXT8s5sEHoDB51bvBofJNPx/66iJoy/xIlQqPxueUBmS6lLf3ONtN89AlzUozWP0QXUsm7Qz/f7vcp89AXhkej9mGfbZRRXfa+9ZaUOEtqgq3bl5ef/AgBg17W5U4BZi90zE+p8yfmHNlmm95ebzCnxhkubeDdMS//8m5/p2wgrjrvzgP14bXSV8+yXZmo49qgMEOtZr7dH/Bo2C5tia2fl9YnQAAAAKB8IP8CAKBofHsNlUthWnq16iUX53q//s/IxaGy0vRTIn8RX+/Kb5M2qGLAfa+LK6b1Dw6497XCNg4KC3xkQgENjMfz3rBP13tdNvC68Tbnj+x/1/Nycais8MZckb/g5ybnt8lQv3VQ/daOtWaT8lACjbeffXXAkLEMewQAAHBXbjv/fVBQkCbX77//XnDLoUOHKi3PnTsnroX09PSjR48KFA6XCwDKBGXme32NJoaaTcTVlbV1aeIXI5Onj7OkxDlvzTmyXQirsM3o31QAAACgfHD/5z8++eSTCQkJ4nq1evXqFi1abNy4UaAQuFwAUCZkbV1imx1MCD/bQyqvNo23X9b2PzP+np6x9jeHTZak2ORpSl85jdeNtwoAAACUD+4//vHChQvPP//8tGnTxPVn8+bN3bp1EygcLhcAXOdSfpmg0XtYMlIy1syRL3UVqnrf1F9cdZ6NOxrqtjQe25k67zNLcqxnC9t/O8xx54wn9mRuXmTNSpcv/QeO0YVWFgAAACgfysX8X9OnT7/nnnv69OkjrjPp6ekChcblAoDrXM6R7cbjOy++0gQ+9I7QXYu/NHT6kKe/jX2rvyUhKv2vqXK5ZKveI2DwWN9bhwkAAACUG26ef3l5eWVlZcnCiBEj9uzZExQUJAAAQOnwqNMyd9p7q65C1YD73/S84Zp12tUGh4d/vCZ91czMjQvNidGW1AStl5+uYlXPZjf73vKA3CoAAABQnrht/qXRaOS6VatWAQEBy5YtO3v27EsvvTR58mQBAABKR8AD4+QirhN6D99ej8hFAAAAoNxz//nvf/jhB6Xb1/fff79q1SpRRCkpKe+///6AAQPq1KkTFhbWvXv3p556asuWLeLKbN68WSZ0PXr0UF6qz6BMS0u7wrMfP3785Zdf7tmzp2xfq1atvn0ig7VsAAAQAElEQVT7vvLKK1FRUaLQVq9erbyZY8eOyZeLFy8ePXp0y5YtK1So0Lt371dffVWeIr99k5OTX3/99TvvvFO+4ZCQkG7dusk3vH379vzaZ2VlffXVVw8//HDnzp0rVaokv1JdunR55JFHvvzyS/tLkd/lslqtAgAAAAAAoEDuP/9XlSpVPvnkk+HDh8vyo48+umfPHj8/v0LuO3ny5DfffDM6Olqt+SfXpEmTXnjhhbfeesvX11eUmqKePSMjQ0Zd33zzjdFoVGpiY2NPnTq1ZMkSmf199NFHMldSusUVUk5OjrxuU6f+N23K8lyfffbZokWLZMTm0H7Hjh333HOPfTq2Opf8IC+++KL8LB4eHvbtN23a9NBDDykpm2pdrp9++knmYnJfGYoJAAAAAACAK+C2+ZfSM0hZDxs27Lffflu2bNnJkyfHjh0rg5XCHGHWrFlPPPGELPj7+7/00ksNGjTw8fE5cuSITNMiIyPl+ujRowsXLhTF0r59e/neVq5cqfRpknHPww8/fIVnl6HYt99+Kwv16tV78skn5TotLW3fvn0ffvhhfHy8TLKSkpJGjx4tCk2GWXL31q1bywtYo0YNGW/Nnz9/165dWVlZ8vgHDx7U6XRq4zVr1shETEZvAQEB8p23aNEiNDRUZmHyg2zcuPG9996TQd6UKVPU9lFRUb17905NTZVx5KBBg5o1a9aoUSP5Pg8cODB79uwTJ07ID/vcc8/9+uuvhblcAAAAAAAA+SkXz38UuaMgmzZtKgOgSZMmDRkypFOnTgW3P3v27FNPPSULlSpVWrp06Q033KDU33777XL3vn37/vvvv4sWLZo7d+7AgQNFSSvG2eVLJfzq2LGjLMvsSakfPHjwrbfeeuedd8poafz48TJpqlatWiHfhgy/7r777hkzZnh5eSlnf/XVV3v16vXPP//I9G39+vU333yz0lLGXs8884xcy5xu9erVERER6kFkFiaDuS+++GLq1Kn3339/9+7dlfrPP/9chl+yMHHiRJmv2Z9XnkVmYfIiyLgtIyNDBn8CAAAAAACguNx//i9FlSpVPvjgA6Us05bMzMyC20+ePDkxMVEW3n//fTV+UshM6vvvv1fKSuRU4opx9k8//VTkPu9y2rRpavilkInYuHG22Yhl3mQ/mPGyKlasKE+hhF8KvV6vZlWHDh1S62W8tWfPHlmQZ7cPv5RdPvnkk3r16jm84XPnztWqVUuGko884jgzsa+vrwzsRG6sFhkZKQAAAAAAAK5Aecm/RG5HJKXz0dGjR1977bWCG+/YsUOuGzVq9NBDDzlvbdWq1T333CML27Zts1gsoqQV9exyrewi29etW9d5l5EjR8oEUBYKmIreWZ8+fSpUqOBQWadOHaVgPz/9L7/8Ite1a9du166d83FkBKaMW7Q/+8yZM0+cOLF3716XU5JVrlxZKVw2qQQAAAAAAChYOcq/pKlTp/r7+4vcMXdbt24toKWytVmzZvlNGN+iRQuR+3zGffv2iZJW1LPv2bNHSaPkLi7bGwwGZdPmzZtFoVWvXt25Un16QE5Ojlp55MgRuZZ5liYf33zzjWxw8uTJmJgY52NmZ2fLLG/BggWTJ08eP3587969J0yY4HwWAAAAAACAYigv838patSo8d577z399NMWi+WRRx7Zvn27t7e3c7Njx47Fx8fLQs2aNfM7VO3atZXCjh07mjdvLkpOMc7+77//Ki9r1aqV3y5Kv624uDiZUqm7F8zlsxedI7nk5GRlJq/C2L17t/rgyMTExK+++urvv//etGmT+sxKAAAAAACAklW+8i/pySef/PXXX9evX3/gwIHx48d/+OGHzm2u7Zi7Ypy9lN6w/eMdC5CVlaUUevTocdmBpWoPtZMnT3bv3v3UqVPqptDQ0DZt2rRu3bpLly4bN258++23BQAAAAAAwBUrd/mXRqP58ccfmzdvLjOjjz/++O6773ZuU79+faVw+vTp/I6jbgoLCxMlqhhnV2aXl+zjpIJ3KUHh4eE+Pj4ZGRnx8fFdu3YtzC5Wq3XgwIHKu73vvvsGDRrUsmXLGjVqqA02bdokAAAAAAAASkL5mv9LUbduXWV6KWUUpMlkUurVkX2enp7KaMEC4qQzZ84oBRnciBJVjLOrc95fNv9q0KCBOoFXCVLmI9u9e3d+wxgXL1783XffzZ8/Pz09Xb7csGGDMmZz8ODBM2fO7N+/v334JZ0/f14AAAAAAACUhPKYf0nPPPNM586dZeHAgQO///67Umm1WtUGSr8wmdHs3bvXeffIyMg5c+bIQuvWrdUnFRaDOsDQ4SGSRT177dq1b7zxRlmQAZPLsZB//fWXcqg+ffqIUqAEcPJTTJkyxXlrWlraQw89NGLECHnZZboncgc/Kpvatm3r3D41NfWPP/5Qymo6KfK/XAAAAAAAAAUop/mXTFKmTp3qnTv5vTp9lb2XXnopODjYaDQ++uij0dHR9psOHjzYv3//2NhYcTGoKjZfX1+lcOHChSs8+/vvvy/Xx48flxmTwzMTlyxZIuMnpXyFbzg/o0aN0mpt30tjx47dsmWL/Saz2Tx06NCkpCRZHjlypF5vG3JbtWpVZevGjRsdDpWRkSHbR0VFqburm/K7XAAAAAAAAAUod/N/qerWrTtu3LhXXnnF5dbQ0NAxY8a89tprW7dubdGixbPPPluvXj2LxfLXX3/98ssvSmTWpUuXF1980X6vtm3bbtu2TeROX9W+fXtxOepUXDK9SklJkXnc6NGjZcpTjLPfcsstPXv2XLFixQ8//CDfwyOPPCJ3kXHYn7mUNjJWu+mmm0QpkB/27bfffv3115OTkzt27Pj000+3bt26YsWKO3funDVr1r59+2SbG2+88fnnn1fat2nTJjw8XMZY8+bNkxnfY4891qxZs9OnT69ateqrr746dOiQemRlvGR+l0ue0fl5lAAAAAAAAPbKb/4lyfxo/vz5MmNyufXll1/28vIaP358TEyM82MNR44c+eGHHyq9mYqtRo0aHTp0kGGZTHOUDly9e/dWhgQW4+y//vrr2LFjJ0+evHv37ueee85+U0BAwDvvvCNjKVFqXn311UqVKsk3EBsbO3HiRIet9evXl1GX0uFO8vf3nzNnzh133CE/+JRc9o1btWolP/4999wjy8eOHevVq5dS73y5ZKKnDKgEAAAAAADITzkd/6jQ6XQ//vijh4dHfltHjx69a9euF1544bbbbpPhS2BgoIxmZLR06NChr7/+WoY44orJAE4esE2bNjLMkgeMi4sr9tmDg4O/++67lStXjhgxomvXrvJlREREp06dZFKmjIss1a5S8uDDhg3bt2+fDML69evXoEEDmXbVqVNHvhP5rvbu3auOeVR06dJFfpBHHnmkWbNm8qPJGvmFaNeunczvtmzZMmjQoJo1a8pKmZrZ7+VwuZgIDAAAAAAAXJbb9v9SJpy6rMaNG2dnZxfQoHbt2h9//LEonK1bt86cOfOBBx4ICAgo5C7h4eGfffaZKImzK7rnEldAJlb2jwJw0LRp0wK2hoWFKc/WLIxKlSpNnTo1v63qHPn2Cr5cAAAAAAAAzsp1/6/SsGfPHr1er/RdAoDyIHn6uKiHasrFkhQjcB2wpqcoX5HkH14WZZbL76v494bImuhRN4grkL1vvXLk9OU/iSKxWo0n9wo3Fff2AHlNLjxzyXOZo4bWkZWJnz8uAAAAyjjyr5J0+PDhb7/9tl+/fj4+PgIAALgLc8yZuHfuSl/2gwAAAEAZVK7nvy9xo0ePrlChwueffy4AAIDbsJhjxvYUpmx9xeoCAAAAZRD5V0maPn16YGDgFT4UEgAAuBT66mxxTVitMvwSbq3CuPnCSaWfjgsAAAC3QFJTkkJDQwUAAAAAAACuJ+RfAAAAAAAAcGfkXwCAfFit2TtXpq/51XT2oDkpRusToAup5N3+Tt9eQ4XeUJgDWJJi0pf/ZJS7x54zx53TeProImrpI2p6Nuro3bG/0Do+gyXn4Ob05T+aoo7L01lNOfqI2vqIWh61mnt3Gaz1D76Sxoqs7X9lbV1iPH/MHH1SG1hBX6W+R/02frcOF3oP58bFOH5RWXOyMtf+lrl5kenCKUt6sjaggr5iNd9bh3u17uWitcWc8c8v2fs32K5nYrQ+rKa+aj2vpjd7dxkoisKakZK2bKrx+E7j2UPWnEx95Tr6SvV8b77HUL+1Q8uUWe+mL/tBV7Fa2CfrMlbNzJDfCeeP6as18KjfNmDIK7ZDZWemLfoq++Amc0KUJSVeGxCqD6uhr1rfq1Uvz6adRCmIf29IzqHNGr+giK93OWyS7y1tybc5R3eY48/rgsMN1Rp5d7pbXsnEL0Zmbf9TX71xxXeXujxm+rIp2fvWGc8ctGam6qs28Gp+s0+Ph7T+IWqDqGH1hSlHKWduWigXWQh+drLrL5MT05kD6cunGc8fld9LGp1BX6WeoUYTvz6Pa4PCHFrGvTPQeHS7d4d+QSMnmk4fSPtrSs6RbebEC/Kqyuvpd9tj2pBKspk1Kz1j3dzsfetzDm7UePjIHyj/gWM8GrZzeXb5rZ7+9/Sck3tNkUc0Bk/b2as19LvtcW1IhOPZ3x5gPLZTvqvwL7b+99mH1pHfePILGvzcZAEAAFCWkX8BAFywZqYlfDEiZ/96tcaSEicX46m96atmVHj9N+e7dwcyPEqZ86HIyfrvmDmZltR4eYefuW5u5uaFIaOnCq1O3Zq5fl7S92OE1aLWyOBALjKxSvvz+wrjF+oqVCle49zNxuTpb2asnqVWmGPPyiV710oZ6wSP+NxQ5wb75kU+ftGZzh1O+HS4jAXVGkvC+Ry5HN7i2aJbyPM/2F+cnP0bkqa9YY4+Ybf7IblkbV6csX5u0KP/04VVK8xJZRyZuuBza1qSWiMjD7lkrpsjQ5+AwS9rvHyd95LhV/JPr6ntdSGVhS1HS43/4D75/WD3/qNy5HJoc8bf0/1uH+l/z8viasl9h6/LN6W8NMeckUvWjuX+d48WGo2tSlk7MGYr6dh/FTIWPL4zfcX0kNFTDHVbiit/YytnJM96R55IeSnfX05KXM7BTRlr5wTc+7rPzYNd7pW28MvU3z9VP46MruSSsX5+hdd+1QWFx//vQePJPXkHzErPSYmNf++eoBETvTv2sz+INSsjZdY78kQywPrv7MmxOQc2ZqyZE3DPWJ/u97u+LAAAAO6I/AsA4CQnO+6dgTJekUWP+jd63XibvmJ104VTmZsWGE/tM8ecjv/oQZkBaTy88jtA1vZlKTPekgVtYEWvVr30VevrK1Yzx0XmnNydtWWJDMKy96xJXzbVt89jSntz9KmkqWNl3mRrf2MfQ9X62sAw09kD2Qc2yTxF5m7JU8eGvPRzMRor4j+4P+eIrVeLoWYzr7a3GyrXtaQlGc8cSP97uvnCqbgJgyu+/Yd8k8U+flGZo07EvX23NStNlr07DvBo6C9HMwAAEABJREFUcKM2oKLMkmRaYUmMzt79T9KUV4Ie+0hpbDp/PP7TYUqG4t15oEe9NrqgMFPM6cyNC40ndsm3FPf2XWH/+0fj7VfwSWXsmDJjvK1k8PS77TF95XoaT29T1PH0pd9b0hJkaGWOPun8uWwxytz/yYLGJ0DrHyIvl3fbPvJl8sy3lPDLs2lnjwZt9VXq2S7pqX1Z2/6UKWfakm+8WvU01GslSl/m+t/z4jmtXn4uQ+3mVpNRJkTpy6ak/v6J/LC5H8PqvGPKvE/lVdX6h/p0HWKofYP5gq2rlEwk5dVI+HJk+OeblHio0tQjwmyKeqSuLCuds0ThpM77PG2B7ZHQ2qBw2ymqNZTHMUWflCmkPEXylJeExeTT7T6HvbIPbrJ1MdPqvTvc6XVDd0tqYvqKn+SXyZqemDxjvCUpxnT+mHeXQZ6NOlqzMzI3L5bfALZz/faRd9vb7HsyJk8fl7l+ru3sIZV9ezykr1xbfimNZw7KyyK/8ZKnvW7JSPG7Y5QAAAAoH8i/AACOUn77UAm/fG8dHnDv60oKIFME39seTfxyVNa2paZzh7O2/+XQ38Re6oIvbP/oPUJfnK6v3kit9xEPGrs/EPdWf1nO3PqHmn9lbFygDDELHTNNX6NxXuvWPf36P5s48YmsHX9l71snYyB95TpFbSxycx8l/PIfOMbvzqfUN+Mt30/ngXEf3C+ThaSpL6vPvyvq8YvMak385tnc8EuTO4yup1ItC359Ho8d11dmTJnr5gQMelEbVFEmJonfPKOEX4HDP1J7DNm+HN3vT/z2+aytSywpsSm/TAgc9n4B55SxTvLPb8qCxjc49KXphlrN1E0+HQfEf/SATFXk58rctEjGLvY7yjBLfh1t3Yva9xVanSUhSuMXLExG2dL2Nlp0C3nhR/v2MmqJfdU2MDDtr6nBpZ9/WbMzU2bnfnC9Z+gLUz2a3KTUy0/h0aBd4qQn1b5XLhizPZvdHPz012qvN5/u98e+3kcmvDKFzDmyTeZ6orhkipr2x9ey4NmyR8jTX9snUz63PJjwySMyu0z59QOvlj1tX2U7MuHSeHiHvDhNPbt3+zsuvNTVmpaUc2CjfBk4dIKt69bFN5z03ejMDfPM8ZE5R//1aNReqZcppBJ+6Ws0CX3pZ3U4p3fH/l4tb0n4ZJj89ktdMFFeJV2FqgIAAKAc0AoAAOyZcjLWzJH/6kKrBAx51WGEVODQd5U7+cwtf+R3AGtassxHtH4h8r7dPvxSGOrcoAuvKQvm+PNqpYwbbP/oDLqIWg7tZVjg3eluGcNpL/ZvKlJja0aqTBlkwaNxR/vwSyHjrYC7RwtlGOCpfcU4fjHkHNmh9JyS10cNvxQab7+Ae19Vyso8U9l715lO7xe5PY8ch8vJWOrRj+R1lsWMdXPlNS/gpOl/T7dmpctCwD0v2YdfwtY/KCLo8U/ymq34yXlfrxu627LO3PGY2pBKGg8vS1qSEhHa+jRdSl+1vk/Xe337jPDpdJcoffIqWVLihC13e0ANv/LeduuePl2HFLCvNqRyyLOT7Yd8yrJv72FK2Xj6gLgCSdNel5dIfnWCR3zuMMGc1j9YueDWjJTMjfOd9/XrO8I+etP4BXm3vlUpG+q2VMMvhfzGUAqmqONqZdqS72z/6Awho760n8tMkkf27/e0rWTMzlg1UwAAAJQP9P9yByaTyWq16nQ6rZZAE8CVyt63XhmXZ8sO7KagUsh76YpvLtB4+jjPn63S+AVW/GCFyJ8uKNx84ZTVrmOOkogJszHh88cCBr9sH9B4Nu3kMJl6kRpn712j5CPebW93+Wa8WvVInv6GsM39tMtQs2lRj18MWf/+pRR8ezzs4v207Flh3HxtUJguOFy+zDmxW6n3H/Sic2OZ1/jdMSrll3flu805vtujQRuRD+MJ24xRuorVfG52EQkZarfwbNkze+cK45kDwmJxeDSBZ+OODu21QRU1PgG5U+lP0YVV9253h/3oy4J7opWs7F2rct+Qzr//s85b/Qc8l/H39Pz29Wp+s/DwdKj0qJn35bamJ4nisqQmKnPnye8Wl+NS9ZXr6MJqmGNO55zc6zzjmlebWx1q1PnmvNvf6bgpMK/7mDkh+uLpLcYzB3Mb36GrVNvp8EJmfDIgs6Ql5JzYIwAAAMoH8i938PHHH588efLhhx/u2LGjAIAro3aDklmJywb/DQksHGt6ivHsAXlzbkmKNcWdyzm81XTWNrjSvr+ST5dB8obcmm5LDeLeXK+rUNWrdS+v1r1tvWCcpuguUmNTbN4E88k/vaZO4u6SzAJ8biny8YtB7VjketJ6jcZ+5nXjKVtCIcOm/MapGWo1zWt5fGdB+Vful1VftUF+H8FQo7HMv0ROloxODDWbXLKpehPn9r69htkmtzLlJE99JXn6m56NOni16ul1423agFBxFeXk9qSTcaG8RM5bZVyrDY7I69DnRBda2cUufkFKwZKdJYrLHHtWKWRuXiSXAlraP0Dg4jvQ66vUd6jTXOxBpq9Y3XGTOg3fxcc1GE/vFyZbuGyo5tj7Mo/eoK9aP+fQZnUefQAAALdH/gUAuIQlI0UpuEwHCs90/nj68qnZBzbZP7UwPzI0qfDG3MSJjytjuMxx59L/mioXrV+IoV4rj1rNfLo/oAYrRWpsTjgvCscUeaQYxy8Ga2Zq7mn02sCKl22s5FYFTNKkD691seXe/NqYo04offr0Favlf5yaecc5scsh/9L6Bzu397/rOdtQV9tEb1aZgmXvXSOX5GlvGGq3kPGNd5veni1vEaXNapWhqvxXl39vRHnp8su/NFcwiLVg5vjIwra8cMo2ktRugKTGy6eAmFXjEygux3ixz6AuvEZ+bXQyRzu0WX4rmqNP6SJqCgAAAHdH/gUAuITG00dcseydKxMmPiEsJrVGGxRuqNHYo3YLzyadU+Z8qExIb09fuU7F95dn71uf9e/yrB3LLcm2XMOSlpC982+5pK/+NezdPzV+gUVunJM3yjLwkfd0Tn1n7NlP6VWkN1NUGg/vwje2FjB9e+EPklP8rkw2Otd/Lfjf9bxv1yGZm//I2rUy58j23C+3VcZncrHN33/PK763PyFKlcyJtFph6/aUf2BUUJe9EujN55L6VZNRqfNgRkeXjjLW6AziCs9+hV9uAAAAd0T+BQC4hNoPyH5++iIxx5xJmPSkLQ3Re/h2u8+zRTeP2jfYp0VWSz4ztWt1ns1vlkvg0AnGE3uy9/yTtXedrTOL2WhJOJ+6YGLAA+OK2ljt26Lx9i/a1F1FejNFoQuvLg5vkddHxmraoLCCG8svhzxpAf2JTDF5Q+0K6JKmr5T3qEp1NKgzdcheYXqlqbQhlXz7PCYXa2Za1u5/snetzD6w0ZIUIzelzPvUu/PA0h4OqY+oZTp3WDmjS+aEKHHVqT9EwmK58gnjinz2i3N+yZ/E/Nqo31HawAoCAACgHGC6dADAJf67ec4n/0qc9PSFJ1vHjbtDWMwuG2Ss/13k9kAJGPRSwIPjZYTk0FXKnHDBYRdrRorp/DFz1H8jJQ21m/v1f7bCG3PD3l8h9LZJyrN2rypG4/+in3OHXb5ba1pS2qJJmWt/Uyc+K9Lxi0EfcfEKx7lOtS4810Euymxl+jDbEDZrerI1O9NlY3NcXm7lcpauPB6e2uCI3Mb55l9qNOZx6dMhXbOYLQlRxuO71O51Gm8/7/Z3BI34PPyLrd6d7rZVGbOz964VpUy5Prap361WF5ut1v9mhb+K/vuuO380vzbpf/6QsWpmaVwi9RvMdDHTdKbkX7oKVUtvECgAAMB1hfwLAHAJQ82m2hDbzF+ZW5e42GwyZu9ba0mNt3Vccno6pELtdeJRr7XzVuORHZbcObmsanxmtca80it2bI+ESU85t9dF1NRXtM1+Zc1KL3JjuyQic8N8lxFS2rIpqXP/l/TDizmHtxbj+MXg3bq3MvIuc/Ni563Gk3tltCQXJdnxatdXqc9YOcPFscym9L+m5JY0Xq17iQJOeuNtIneOM9PF2fcvOUz8+awdy4Rt4Gc9bUglcTkZq2fLhC7urf5Ze9c4b/Vs3lUpWDPTRCnzatPb9o/FlLnlD+etmZsW2g/CLT71W91lyuZE4+OvDbB1o8s5ttOU+yhGBzkHNqb88q6MOGUEJkqa7bu0agNZyNrxl8vv+eydK23zjtm+UjcLAACA8kErAACwp9P7939G/ms6vT9t/ucOG1PnfWZNT5YF7za35XuAiwFKzpFtDptkNJb43XN5Lyx5j6sTGpnd2FIM05kDGat/cdhFVppy79UNNZoUuXHuTF4eTWwD0MzxkUlTXrLNNW5HZl5pS7+zHdXLz+fmIcU4fjHoKtX27thPFtL/np5zcPMl26zW5J/zhlUqyZdMtZTHQabO/8x4bOclbdOSEr8cpXRb82jYTuMbUMBJ/fo9rfHyFRZz4nejLYmX9L8znTuc8PFQa+5zD7za3i4KwevGPkJj+xMi5dcPHUMuiyVr+19K0f5BlqXEu+MA5UGlKb9McBjuJ1+mzH5PlAiNRuQ+ZtGcOxNcYfj2etj2j8WU+M2zDsMzLUmxSVPHXmz2iCgFAUNetZ0oMTr5x1ccvuezdixP/O55pezd/k4BAABQPjD/FwDAkU+XwWl/fGOOOZ06//Oco/96teqhC6shtLqsLX9krJktGxjqtVESHJc8m9+c9sfXspAy9xNLVrp329t1Faqazh7K3LY0Y/Vs5UGENhaTbfSch204oX/fkfLgltT45KmvZG1b5tm4o75yXXNClMynMrculamNxsM7YPDLyn5FaiwFj5wY+0ov2T5r8+KYk3tlzqWvXNuSkpBzYGPmtj+F2TYZWeBDb9meu1es41vTkqNHtbCV9B6Vph4RheA/4PnMzX/IKxD//r0+3e7zqHODNiRCmEzysishl2+fEerzN+W54t8bYs3OiHv7Lp+uQwy1W2j9grMPbJQfx5KWIGy9jQKCHvu44DNq/UN8ew9PW/iF6dyhmFd6+vYcausZZ7Vk7/5HvQjyyP79nirM+9f6B/vdMSpt0Vfm6OMxY272vqm/oXoTjae38ezhzA2/K1OJeXfsb6jZVN0ledobGSt/tn32u0b75QasJUOr9e/3bNIPY2TWE/tqb9/ew5RoUsaC6ct/tObk9X7S5NNXsfB0/qEyQs05uCnp2+d0oVW82/XVV29UQHu/O57M3rsu5/AWU+SRmJdvkTmX/C7S6PQyFM7YMC8vRO44wKNRe1EK5M+gR/0b5bkyNy7IObFH/kTL73lz9KmsXatyDuVFrvItydhUAAAAlA/kXwAAJ1pt6NiZSZPHyFvl7H1r5WK/Ud5aB4/6UujzfUqdvKn2H/xy6pwPhSk7bcFEuVyy+w23GKo3Tlv0pSyboo/rqze2nTAkIvipSQmfPCIDi+y9a7IvHVUn852QZ75V44YiNRa5E8NXGL8wacpLMvAyXziVOueDS2e5ttkAABAASURBVN+vxq/f03lTVhXr+MWgC68R+vIMW1eshPMZ/8yUi902g2+PBwOGjFUrPBq2D35ucvLU1ywpsbYuaZf2SpOhVfCIibrcUZkF8x/wrMbDK3XBRGtGigzCHLZ6dx4YeP+b+T3q0cXR7n7BeOZA9q5VMihMXzbFYatXm9suG8mVFO8uA4VGJP34qvx6pS2e9N8Grd5/4IvyvcmU0Nb37cp4temd/tdUWZCJkrA9JtXbr+DvAY0m5IWpqb/9L33FNGtmqvMF92zaOejRj0SpCXnu++SZb2dumGeOPuH4Pe/hFTDged8+jwsAAIByg/wLAOCCrkLV0Fdn2+bnPrDRdO6IKe6sPryWR50bfLoMLsygNr++Iz0bdUj57X8ybzInxQizUePhbajZzFZ/QzfT+WNK/pW5+Q//3PxL8mjUPuyzjWl/fJ29b70lJc6SmmDraeXlJ9sHDHrZId8pUmPbx6lYNXTsrMwN87P3rDZFnTBFHZdBjzagoqFmY/87ntRXa+jQvqjHLwbbKT5cmbbkW+PJPabIo5a0RPk2POq18e35sNrzS+XVqpdnww5pSycbT+2Vb96ceEEXEiFjRJ+u9xZhCietzu+OUd439klbPtX2NT1/3JqVpqtQxaNBO9/ett5JokhkvjN6avbOlekrfjLFnLGkxCs9+2Sg6dNlUCkN68uPDO/k92f66lm2zxV1XBsUZqjVzLf7AzKKlVdYNtD6BFzZGUTAPa9ovAOy960xnj4gTEZr5uUngJOhW8CD47079MtY86t8V/KCW7LTdUFhurAafr0e8Wx5iyhNGr+goCc+9e7YP3PTItvZI4/IzFpfoZpXq54+3e8v7edyAgAAXG801sLN5Irr2QcffHDy5MmHH364Y8eOAsD1R/lNK9eWXGaz2WQyGY1GzSfNNCm2meB9Bn/u0bJ/YQ6VMe/VnG2zZMFwQz/feyYKXDeSJr+Qveuf8K//FciHOS4yZvRNAfeP8+09TFwdZlPUI/XkD5/3TXfJMEggf3Hj+xtP7NKGVAr/fJO4ijJ+fzFn+2+y4NFqoM+gQvUZNO5dmj5rlCyYvYLPP7TGw8PD09PTI5fBYNDn0ul0Wq1Wo7E9aEJZA1fNJ3/P+Hnrn0q5RZV60x4eLwDA7YwdOzYxMfGZZ55p0qT4s+JeZfT/AgCgBBhP7dOFVRfIn/H0frnWh9cSJSdr69LMzYu1QRX9+z+jDajgsDXnyHYZfgnb8wqaChTImpkqSqKjHAAAwPWJ/AsAgCuVufY307nD/oPHCuTDmpmWOudDjV+QZ9NOouRovP2yttv6WehCKvn1HWm/yZIUmzztdaWV1423ChTAYjbnPhVU6x8iAAAA3BH5FwAAV0QmO8mz3vFo2N7vtkcF8pG+7AdT3LngJwt6ckIxeDbuaKjb0nhsZ+q8zyzJsZ4tugnbQMtzxhN7MjcvsmbZZunyHzjGeUo1KLJ3rhQGz5xDW5Tp2zzqthIAAADuiPwLAIArovH2C3t/hTY4XCB/fnc86dtzqMYvSJQsnT7k6W9j3+pvSYhK/2uq8ojG/+g9AgaP9b31ak03VgYlzxhvjj2rlLX+oT5d7xUAAADuiPwLAIArRfh1eXpDyYdfueTFD/94TfqqmZkbF5oToy2pCVovP13Fqp7Nbva95QG+NAWwZmdaMmzdvnThNT0bdfQfONp5DjUAAAD3QP4FAADKOL2Hb69H5CJQFBpP74hvdgoAAIBygPwLAAAAAAAA7oz8CwAAAAAAAO6M/AsAAAAAAADujPwLAAAAAAAA7oz8CwAAAAAAAO6M/AsAAAAAAADujPwLAAAAAAAA7oz8CwAAAAAAAO6M/AsAAAAAAADujPwLAAAAAAAA7oz8CwAAAAAAAO6M/AsAAAAAAADujPwLAAAAAAAA7oz8CwAAAAAAAO6M/AsAAABllUajEQAAAJdD/gUAAIAyyTn8Ig4DAAAukX8BAAAAAADAnZF/AcA1Y7ValY4KGXOek0tRdhXGXQuTdi0UAOAWcv6dK5ci7WL7FepEAAAAuKIVAICr7uJ9GrdqAFBM8reoVqsl+QIAAIVB/y8AuHrs79Nsa+7XAKC4lF+n9hEYWRgAAMgP+RcAXAPKHZp50BRTVrrZbDYajeaLLBaLXMs2siDbWHMJ4FrIjoyUa4/wcI2ePxhwzSi/MJXRjkrapc2l9/DW6XRKmeQLAAAUjD9nAaDUKXdu9i/zVG8rjEaL0Wg1mWQGZpLrixGYpOxC+IVrxmpNi9kp//Wr1ETr6SmAa0r9xSnTLl0uGcvqdXmUFExc2s0WAABARf4FAFeJ2n/B/i5OuZFTO3kplfb5lyACw7ViNmvS0+W/Br1eazAI4BpRwyyH35z6XPZdwJS1y30BAEA5R/4FAFePfQSm5FxK+KVutQ+/yL9wbVlycjRpabLg4eGh9fAQwDXikH/ZdwHTXdr/i85fAAAgP+RfAHBV2c9iI+/Z7Dcp929q+EXshWvLNgNdbv7l6eXF+EdcDxw6z6q9wNQIzP4BI6RgAADAHvkXAFxV6s2bjLeUtVIvy2azWd7CkX/hOmHKysrLvzw9NfT/wnXAefy42hHMfvwjyRcAAHBG/gUAV4Pa7UtZi9zAS90kydhLicNkQeSOeST/wjUmvy+V8Y9eXjz/EdcJ+/zLPgVTxz+KS8dLCgAAgFz8OQsAV5VyP6YOgRSX9ghzfuwjKRiuFVsQmzv/vYe3twCuNftsyzkFc+j8RfIFAAAckH8BwFWidP5SykrapaRgtlmWcjcpIyIF4ReuD7qwsHovvii/cQ08/BHXB+eJ8PMjiMAAAMClyL8A4GqzHwUpLg6EVAc8OvT/Aq4Zvd6jRQsBXE+cIzDnsgAAAHBC/gUAV4/aBUyNwNSeX+q4SPv2pGAAoHAOthxGRApm/gIAAPkj/wKAq8o+AhMXJwKzL9s3Jv8CAEV++VfBZQAAAAX5FwBcbfZdvRzu2RwCL+7icA1lR0YmbtrkXb16YNu2ArjOuPz1yO9MAACQH/IvALg21Ps0+8yLmzdcP7LOnTv5wQceFSu2WbZMANcxfnMCAIDLIv8CgGuMOzdcp8xmjdWq1ev5FgUAAEBZR/4FAABcsBqNcq3R86cCAAAAyjz+qAUAAC5YTSa51hoMAgAAACjjyL8AAIALFvp/AQAAwF3wRy0AAHBB6f+lof8XAAAAyj7yLwAA4IIy/xfjHwEAAOAGyL8AAIALef2/GP8IAACAso8/agEAgAsh3br51KmjDwgQAAAAQBlH/gUAAFzwCAuTiwAAAADKPvIvAAAAAAAAuDPyLwAAAAAAALgz8i8AAOBCyvbtWefO+TVp4lOvngAAAADKMq0AAABwkrh+/bG33or8+WcBAAAAlHH0/wIAAC5YTSa51ur5UwEAAABlHn/UAgAAFyxGo1xryL8AAABQ9vFHLQAAcMFqNsu1xmAQAAAAQBlH/gUAAFywKv2/dDoBAAAAlHHkXwAAwIW8/l+MfwQAAEDZxx+1AADABWX+e/IvAAAAuAH+qAUAAC6QfwEAAMBt8EctAABwodrIkZWGDPGsUkUAAAAAZRz5FwAAcMGnTh0BAAAAuAXyLwAAAAAAALgz8i8AAAAAAAC4M/IvAADgQszixdmRkcGdO/s1aSIAAACAsoz8CwAAuBCzcGHKjh2G0FDyLwAAAJR15F8AAMAVi0WuNFqtAAAAAMo48i8AAOCCNTf/EhqNAAAAAMo48i8AAOCCkn9pdDoBAAAAlHHkXwAAwBWl/xfjHwEAAFD2kX8BAAAXrFarsA1/ZPwjAAAAyjzyLwAA4IrZLBj/CAAAALdA/gUAAFxQ+n8x/z0AAADcAPkXAABwoe64cZbMTO86dQQAAABQxpF/AQAAF/yaNBEAAACAWyD/AgAAAAAAgDsj/wIAAAAAAIA7I/8CAAAuRM+ZY0xIqNCrl3ft2gIAAAAoy8i/AACAC1G//pp54oRPnTrkXwAAACjryL8AAAAAAADgzsi/AACACxqNRgAAAABugfwLAAAAAAAA7oz8CwAAuJLb/8tqtQoAAACgjCP/AgAAAAAAgDsj/wIAAK4o83/R/wsAAABlH/kXAAAAAAAA3Bn5FwAAcKHum29aMjO969QRAAAAQBlH/gUAAFzwa9JEAAAAAG6B/AsAAAAAAADujPwLAAAAAAAA7oz8CwAAuHBh/vycCxdCunb1bdhQAAAAAGUZ+RcAAHAhZtGi1F27PMLCyL8AAABQ1pF/AQAAFzQ6nVxbzWYBAAAAlHHkXwAAwAWNVmv7x2IRAAAAQBlH/gUAAFyh/xcAAADcBfkXAABwQen/ZaX/FwAAAMo+8i8AAOAC838BAADAbZB/AQAAF5T8S5B/AQAAoOwj/wIAAK4w/hEAAADugvwLAAC4UH3UqMr33utZpYoAAAAAyjjyLwAA4IJPnToCAAAAcAvkXwAAAAAAAHBn5F8AACBP9Jw5VpPJtpjNasFiMgmTyeJUn1eQW63W+u+9pw8OFgAAAMB1ifwLAIDyxZqTs+fhh9MPHRIlpNJ99xF+AQAA4HqmFQAAoDzReHjUHTdOebzjlZPJV/VRowQAAABwHSP/AgCg3PFt1KjSkCGiJFQfOVLn6ysAAACA6xj5FwAA5VGNJ5/0CAsTV8avSZOIu+4SAAAAwPWN/AsAgPJI6+NTe+xYcWVsR9DpBAAAAHB9I/8CAKCcCunWrUKvXqK4Kt5xh1/TpgIAAAC47pF/AQBQftV+5RV9YKAoOq2PT83nnxcAAABAWUD+BQBA+aUPCqo5erQoumrDhxuCgwUAAABQFpB/AQBQroXdeWdA69ZF2sW7Vq3KDzwgAAAAgDKC/AsAgPKu7htvaAyGwrev9cILGg8PAQAAAJQR5F8AAJR3XjVqVB8xopCNgzp0CLrpJgEAAACUHeRfAABAVHn4Yd+GDS/bTGMw1BozRgAAAABlCvkXAAAQQqerO26c0F7mD4PK99/vXbu2AAAAAMoU8i8AAGDj26hRpSFDCmigDw6u+uijAgAAAChryL8AAECeGk8+6REWlt/Wms89p/P1FQAAAEBZQ/4FAADyaH18ar/yistNfk2ahN15pwAAAADKIPIvAADwn5CuXSvecYdjrVZbe+xYAQAAAJRN5F8AAOAStUaP1gcG2teEDxjg17SpAAAAAMom8i8AAHAJfVBQzdGj1ZdaH5/qTz4pAAAAgDKL/AsAADgKu/NO34YNlXL1UaMMwcECAAAAKLO0AgAAwEm1xx4TVqvQaCoPGSIAAACAsoz8CwAAuOBVrZpVo7GVdDoBAAAAlGV6AQAA4MSnXr2bdu4UAAAAQNlH/gUAuBqsVqsAcHVplB58AAAA5R75FwCgdLlMvojDgNLgEHgpP2ikYAAAAORfAIBSZJ9zFaYMoBjUhEv+NKlll5UAAADlE/kXAKC0qMGWfcFlpQBwBewzL4e0SykTgQEAgHKO/AsAUCoc4i3rRcIuBbOPwwDDr/imAAAQAElEQVQUm5JtqWuFuDQOIwIDAADlGfkXAKDkOYRfFovljon9zydHCQClqYJf6JJnFmkuJegFBgAAyj3yLwBAabmkkxd33cBVYBUmk0mbS0Zdcq1uIfkCAADlGfkXAKAUyeTLYrHY8i/GOQKlT/6kmc1mJXRWwi9lTfgFAADKOfIvAEAJc5jwKy8Cu7h1cLtBN9ZuXZjjzN++cOPRTbLQvHrzB2+6TwDlw+xNc3ac+lcW2tVpN7DtgMLssuv07pkbf5EFjdCYTCadTqeOQVaGQCovnWfHBwAAKCfIvwAApUjNv9Qb7uoVqrao0aIw+649vEEpBPoEFnIXwA0s27tcKYT4BRXyOz8hLUEpWKwWmX/JHzoZgSnJl+2nz24KMAAAgPKJ/AsAUFqslxIASp/Mv0Ru2mU2m9XOX/T8AgAA5Rz5FwCgVNiPgrRYLAJA6ZM/bmr+pXT+0mq1yo8hERgAACjPyL8AACVPDb+E+vxHAFeF0u1LeQSkfe9LNfwiBQMAAOWQVgAAUHIcoi4GPwJXk/xZk/mXxQ4/gwAAAIL8CwBQStT7bW6/gatJzb/40QMAAFAx/hEAUFrsB14JAFeFMuOe1YkAAAAox8i/AACli3tv4Gqi5xcAAIAz8i8AAAD34TDnPSkYAACAIP8CAABwG/ZpF8kXAACAivwLAADATWg0GgEAAAAn5F8AAADugzGPAAAAzsi/AAAAAAAA4M7IvwAAAAAAAODOyL8AAAAAAADgzsi/AAAAAAAA4M7IvwAAAAAAAODOyL8AAAAAAADgzsi/AAAAAAAA4M7IvwAAAAAAAODOyL8AAAAAAADgzrQCAABcFbP/+bX1yHZyaftkx8TUxAJartq1Wmm5bNtfauX3S6colUfPHRMoUGRcZEpGqgAAAABykX8BAHCVLN60RCmYLeaFmxYLlAKr1SpzxsHv3JeakSIAAACAXORfAABcDUfPHTt09rAs1IyoKdfz1s2XSY1ASftp+fT/zfk0KydLAAAAABeRfwEAcDUs3mzr8OXt6T2014PCNkDv/NZD24p0hMf6DN/xzRa51KtaVyAfGVnpAgAAALgU+RcAAKXOYrUs2WqbyeumJh263dBVq7H993fe+vkCAAAAQOkj/wIAoNT9s2tNUu6E9zc16ejn7deuYVulsuBZ8AEAAACUCL0AAAClbMnmpXKt0Wg6N+skC91bddt0cLPZYp63YcHwWx8p5EG+Xzrl28WTZWH2azMdhkDKHG3O2t/X7F4TGXderzc0qd7oxgZtHuhx39y18z6Y/ZFssO6zf3y8fJTGrUe2k+vX7n/lrk79D5w5uHrn6m1Hdhw+d7Ru5TqNqjXo0foWuW8h39Ljn47ccfTfW1p2++jxD+atX7B2z7qj544lpidVDq3UtsGND/W6PyI4wuWOticAbFy89fD2I2ePRCdeqBFWvU7lWu0btevb/naX7eVZ5qyeezL6ZGxSbLbJWDuiZrWw6k1rNL69/W1BfkFKm6nLfpq08Bt1lzvfuEuuG1VvOOOVaQIAAADlG/kXAAClKyElfu3edbLQsXH7YP9gWbilZfeP53yabcyet3bBsN5DZS4mrsC+U/uf/OKZtMw0tWbD/o1y2X70XxlCKTUuzzD7n1//N+dT9eX+U/vlMnfdvMf7PvbE7Y+Konhv1ge/r/tvOOfJqJNymbdu/oTh78h0zKHx9sM7ZCp3MvqUWnPk3BG5/Ln1ryVb/3zj/lcrh1a2b790y7Jx08bbPy7g4JlDclm+ffm0FT9PHzs1v5QNAAAAUJB/AQBQupZsWaZkN7e1vU2pCfQN6NKiy4rtK6ITo9fv39i56U2iuE5fOP3EpyOzjNmyfHvb29o2ujHIN/B41Imf/pq+fu/67Ren2Hd+1OTPf888c+FMgI//Az3vrx1R+1zsuY0HN209aGs/+Y/vb23Ts0Z4DVE4u47viU+JlyneY32G33Zjb18vv10ndr857a3M7MyXJo/99rlJ9h3K5Bt+dtLzyhvuf9OdLWo3DwkMPR93funWP/ee2CffwCMfPTr/rblqb7WzsefemTFBXsCKgRV6tu5Rq1KtioGhRyKPbT+yQzaW531v5gdfPPW5bDns1qFymbTw66nLbB2+Fr0zr0qFKgIAAAAg/wIAoLTN37BQ5D75sVvLrmrlHe1vl/mXLCxYv/BK8q8v5k9SsqSRdzzxaJ9hSmWnZp263dBtxOdPXki8kN+OMvyqHFpp8uhvKoVUUmoe7Hn/xHlfTV/xsywv27b8ib6PicKRIZRBZ/h45EedmnRUam5p2a1KhcpDPxxuNBvf+nnC72/+6mnwkPUms+n1qW8qb3j8Q2/c0aGvehCZhb057Z3l25fHpcRPnP/lK/e+rNT/tW15jinH9kmf+rx+1XpKZedmnYff+sjL37/6978rN+zfJDO1wqd1AAAAKIeY/x4AgFK0//QBmc7IQo9Wt3gZPNX6jo3bVwysIAtr9qyNTY4TxRKTFLt69xpZaFitgRp+KaqHVRszeHTBu79+/6tq+KUY3PVupXDCbnBiYfS76Q41/FLIt3RX5wGyEBV/fsvBzUrllkPbDpw5KAt92/WxD78kD73HuAdeUcaHLtiwSAZnSn1sUqxc63V6+YkcTjqwy113drxjzKDnfbx8BQAAAJA/8i8AAErRok1/KIXb291mX6/RaJS53q1W6/z1C0SxrNq5Sik85mq6ru43dK1bpU5++4YFVWzXqK1DpYzDDDqDLGRmZYhC02q0w25zMYv/oJvz0rRNB7cqhYOnDyqFEXc+7tze29Nn+K1DRW43sYOnDymV1XJjL1nz4ndjD509bN/+xgZt3nzw9Xu7D1GSRAAAACA/5F8AAJQWo9n417blIjdsalO/tcPWAZ36KYW5a+dZrBZRdAdO5cVJdSu7zrnUAYPOIkJczxnv4+Ut10aLURRapdCI8KAw5/pqFasqhTMXziiFA7n5V4CPv0O/M1WDag2Uwr5T+5VCn3a3Kk943Hhg0/3vPXTnGwM+//2Lncd2WZ2nNAMAAADywfxfAACUln92rk7NSBW5AxXbjGqfX7P4lPj1e9d3ad5FFFFsat7AyYiQcJcNqoTmOwG8jORcb8h9VGSR0qVqFau5rNfr9EH+wUmpiQkpCUrNwdzBjwVMS1/t4iBHpaUU4h8ydczkMZPHnjh/Qr6MjDv/898z5SKP3LJO80Y1Gg24qZ9sIwAAAID80f8LAIDS8sfmJYVsOW/9QlF0Bq2h4Aaa3DDL9SatTpQQrSb/PyeUHO3i28jOnfm+qGqE15j92oxJT38xuOsgdaijjNX+2bXm64XfPvTBsOT0FAEAAADkj/5fAACUitjkuE0HtgjbmL76z9/9rOtGVuuYyWPTMtPW7V0fnRgdERxRpFPYekvlDhOMSYqtHOpiRGFUQrQofVGJrs+SlZOVlJYkCxUDQ5Wa6mHV957cdz7+fL6Hio9SCspE+CqdVte+cTu5vHzPmINnDm08sGnLga27T+wxmU1RCVFTl/2Y7xUGAAAAyL8AACglf2xeoszqdXu7229s0Ca/Zr1a95iXO//9gvWLRtzxuCiK6mF5E2xdSLzgMv+KTrwa+df5i6GVg3Ox55RCw4uzelULqyrzr+T0FBmNeXl4Oe8SGZcXjdWvkjdzmQwHZZKo02irh1dXahpVbyiX4bc+cjb23D3v3JdtzF63dwP5FwAAAArA+EcAAErF7+vynup4a5teBTRTngIpbEMgFxR1FvxOTW/S5Q5jXLZ9ufPWqISo3cf2iNKXnZO1ds9a5/olW5Yphc7NOyuFHq1uUQrzXD3y0mQ2zVo1Wykrs6FZrdbB79w38K17Xp36hnP7ahWrVqlom0osIytdrdRp8/7fnoUJ8gEAAHAR+RcAACVv9/E9Ubmj/No2ujE0sKDZ2VvUaa503YpPiV+9e60oiioVqtzW9lZZ+H3tvPX7N9pvyszJfOvnd3NMOeKq+Oz3L2KSYu1rth/eMWvVL7JQu3LtpjWbKJU3N+8iP68sfL3oW/UJj4rktOTXpr5x4PQBkXvRAnz8Re78Zbe07CZs0+EfWrhxkcNJj547dirqlCw0rN5QrfT2zOtWJq+nAAAAAHIx/hEAgJK3aNNipdC7dc/LNu5/Uz+ZBwnbEMgF3W/oKorikd4PL9++QuZcz371/MDOdzWt3TTIN+BU9Jnf1s5VxxJKWm3p/h+vMzFnB79z7wO33Fe/at3UzPS9J/f9tmausumVIS/ZT8P/VL9Rj306IjM78+EPhw3scleTGo0DfAN3HNnx57a/ElMTZQN/H/837n9Nbf9gzweWbVuekJrw9s8TVu1c3bbBjdUjqscmxe48tvOvbSssVouXh9dT/Uaq7YP98iYOe/3H8X3b3RbsH3RP18ECAAAA5Rv5FwAAJSzLmC0jG1nQ6/S9CpF/9e1wu5J/bdi/6Xx8lMuZvPJTM6LG1Be/f/7rF2KT4+aumycXdVOPVt2zcrLX79sg4yeXk22VlGD/YPkxf10955vF3znUj3vg1Vb1WtpXypefjfzfhJkfxKXEz107b66YZ7+1Wa2m7zzylv0VCAuq+MFjE5756vmsnCz5WeRi316GZR8/8VHdKnXVmpua3ORl8JRfgqj4898vneLp4UX+BQAAAPIvAABK2N87VsqwRha6NOvk4+Vz2fbhQWFtG9249eA2WZ6/fv6T/UaJomhUveHMV37+cflPRyOPHTt/Qq/RNqnZpHPzmwbc1H/0Ny/KBgG+AaI0aYTmpXteqFulzpSlP0YnRvt6+daKqNmzdY+7OvV3+fG7NO/Sun7rGSt/OXj64MnokzGJseHBYQ2qNxzQ8c72jds5t29dr9WSCQunr5i5+eDmhJSE+JQEi9Uiz9KleadRd450iAtDA0O+ff7rmatm7zu5X0Zg3h5e8ckJBQ9BBQAAgNsj/wIAoIT1bd9HLkXa5ZtnvrJ/2f2Grju+2eLQ5rE+w+XicneZ74wZNNq5Pjk9Wa79vHztK52PbG/V/5aLYpFpl1wK2VimV0/c/qgotCC/oGcGPCmXwjRuVqvpB8PfFQAAAMBF5F8AAJRVZ2LOfjH/y9CA0L7tb5ehj8PWzOyM41EnRG4HMQEAAACUY+RfAACUVeHB4Wt2r7NYLdGJMRNHfWK/yWwxvzPzvdSMVFnuVsQ59QEAAAA3Q/4FAEBZ5WnweKDH/dNX/Lx+7/qXv3+1b4fbvQyeCSkJx6NOLN36V1S87fmPNzXp2LtNLwEAAACUY+RfAACUYU8PGHUs8tjGA5v+/nelXBy23t15wOhBz2s0GgEAAACUY+RfAACUYVqN9sunP1+3d93sf347F3cuNjneoNOHB4c1r9VscNdB9avWEwAAAEC5R/4FAECZ17lZZ7mIq27y6G8EAAAAcN0j/wIAAAAAAIA7I/8CAAAAAACAOyP/AgAAAAAAgDsj/wIAAAAAAIA7I/8CAAAAAACAOyP/AgAAAAAAgDsjZctIowAAEABJREFU/wIAAAAAAIA7I/8CAAAAAACAOyP/AgAAAAAAgDsj/wIAAAAAAIA7I/8CAAAAAACAOyP/AgAAAAAAgDsj/wIAAAAAAIA7I/8CAAAAAACAOyP/AgAAAAAAgDsj/wIAAAAAAIA70woAAMq9zOyM0xdOi1IWGReZkpFqX/P4pyNbj2zX86XbxPXn28WT5XuTy5kLZ9TKEROflDXdX+wlAAAAgLKD/AsAUN5tO7z97reG7Dq+W5Qaq9U6+59fB79zX2pGigAAAABwdTH+EQBQru05sXfE50+KUvbT8ulfLfhaAAAAALgWyL8AAOVaRlaGKH0ZWenCLXz77CQBAAAAlDXkXwAAAAAAAHBn5F8AAAAAAABwZ+RfAIBy6mT0qYFv3aO+fPvnCXKRhXWf/ePj5aPWp2Wmzf5nzt6T+46eO5qRk1m7Uq06lWrf2eGOZrWbFuYsU5f9NGnhN+rLO9+4S64bVW8445VpDi1PXzg94+9Zh84eOR51okJASLNaTe9o37d943b5HXn17rUrd648cf7kqQunKwSG1q1ct0Xt5kO6D/bQe4iiyDHl/LF56dItf8rj5BhzGlZrcEPdFo/0fshl4xETn9x2aHugX+Cq/y132HTo7OElm5eeiDoZGRd5ITFGvqXqYdXrVKndq3XPpjWbuDza+v0b562dfyTyWEJKfK2ImvWr1b+/+5C6Ver2fOm2hNSE+3vcO/ru55SWE+d9NX3Fz1UrVln49rz5GxYsWL9IXqX6Veu1qtvyqf6j1AOu2L5i08Gt52LPySUpPblKxSpVK1RpULV+/053RgRH2J/628WTv186pVJIpT8mLIhLiZ+z+rf1+zacirZdyea1m913y72NqzdSWq7atXrtnnVbD27NzMmsWrHagE797urUXwAAAKBMIf8CACBfv635/Zs/vktOS1Zrdh/fI5d56xfc2/2eJ+8c4e3pI0rC1oPbXpj8kjoZWWTcebks27a8X8c7xz34mkNjo9n48W+fzV3zu1pzLjZSLqt3r1mwcdE7j4xvUqOxKBwZPD311XOHzx5Ra3Yc/Vcua/asbdeobSEPkm3M+XTuZ3PXzrOvPB8fJZfNB7fM/PuXpwc8ObTXJYGa2WJ+dcobf/+7Uq2R8ZlcVuz4+7MR/yvgXPLKT5j5vlKWX4jwi6nWhaSY16a8sfPYLvvGJ86fkItMr35eMWPik5+1adDa+YCbDm5+9YfXUzJSlZfqlZ/wyNu92vSU55q/YaHa+MDpA3I5fPbwK/e+LAAAAFB2kH8BAMqpWhE1d3yzZfOBLU9++Yx8KWMmGTbZN/hj89IPZn8kC14Gz4d6PVgzvIaXp9fp6DPT/56RmJr4y6pfz1w488VTnxd8lmG3DpXLpIVfT11m6/C16J15VSpUcWiTkpEy6sunrVZr9xu6dm7WycfLd9uhbXPX2eKkhRsXNa3VxKHD0VNfPrv98A5ZaFKzSa/WPWqGV09KTz4aeUy+pdMXTg//3+OzXvu5dqVa4nJyTDmPfTbqVPQpWW7fqN0trbqHBYedj438ff38Y5HH5ScVhfPVgklK+FW/Sr2OTTrWrFQj2Dfw9IWzMkdbu3ed/Fxfzp8kj9+wWgN1lwkzP1DCrxD/kId6PlArokZCauKG/Ztk5cgvntZpdS5PlJGV+dVC22M0A3z8g/1D5Ie9pWU3+VKeYvTXY2R8Jss3NenQtFbTulXqms2mM7FnV+9aKxOrLGP2q1PfWPzuAk/DJZ3jkjOSX/xubGZ2pnx7vdr08DJ4Ld321/q96+UBP/t94uo965ZvXy5Ts95tevl7+63ft3HJlqVyk/ywg28eVKdybQEAAIAygvwLAAAXohKiPvzV1hEpyC9o0jNf/JfdNBe3tu391JfPHD9/QuY1y7ev6NWmp7gyJrPJy8Pr4xEfdmjUXqnp0ap7/Wr135v1gSz/vWOlff4lUzkl/HLuVHV7uz4jJz6VlJY0Yeb7U8ZMvux5f1g6VQm/7r9lyOiBz/93nPZ9nv7qud3H94hCkKebs2auLFQPrz71xclqh7hOzcT9Pe79ecXMz+d9IV8u3/63eg0Pnjkkcz1ZqFKh8uTR36gjE+/seMeX87/+afk0eUFcnishNcGgM7w37J0erW+RGdmFpJhA30BZL1M2JfzqfWPP94a9a7/L8Fsfee7rF9btXR+fEr/tyPZOTTrab1U63L04ePSQbnkjYeVXc+TEJ7cd3hGbHCfDr9vb3jZ+6DitRis39Wzd48YGrd+c9rYsr9y5ivwLAACgDNEKAADgZO6a+Uo48syAJ+07LklhQRXHPzxOKSvRz5V7/u5n1fBLMaBTv4qBFWThaOQxtTI9K/2L+V+J3O5aDuGXVL9qvVF3jpCFXcd32w9pzM/v6+bLdaBf4Kh+o+zrfb183354vBL6XNaRs0erVKji5+03rPfDzqNBZVaoFKITo9TK2f/MUQovDX7BYVqupweMqluljsjfzTfc3PvGXkoHsfCgMC+DpyzIFK9yaCWZIT5550jnXXq36aUULiRccN4qr6QafkkajWbATXlpo/xQLwwebX8derbuKRvIwtnYswIAAABlB/kXAAAuHDh7QK6rVqxyZ4c7nLc2rt6o+w1dbc3OHLJYLeKKdb/hZocaGbvIPEvkjo5UKzce2ByfEi8LPVp3d3mcTs1uUgr7Tx8QBTp45lBSWpIs3NH+diVFsic/eK82PUQhtG1047zxc9Z8uvKODn2dt8oITwmMcow5So3Val2/b4MsNKhWv1OzTs67PH77YwWc7sYGbZwrH+710OJ3F2yYuMZ5bKkUFlxRKWQbs5233tyii0NN5dDKSqF94/aBvgH2mzwNHgE+/rIQkxQrAAAAUHYw/hEAABf2n7TlR/Wq1FXiG2f1q9VftWt1dk7WscjjSlBVbJ4Gz5CAUOd6/9yoxWQ2yUWvs/0nW+3B9O6M9+VSwDEPnj4oCnxM4ano00ohIjjcZYPalYozvi8qIerMhbMxybEJqQnyFNsO75CBl6w3mvKGNEbGnVdyt7qVXPfzKvhiNqhymUst48iTUaeiEqNjk2ISUhIPnjn479Gdyiaj2ejcvm5lx7dhMBiUQuWQSs7tPXOzQqvFKgAAAFB2kH8BAODozIUz6VnpslC5QuX82lStUFUp7D+9/wrzLx+vwj5EMjoxupAtj54/VnCDpLREpVAxKMxlg7DgMFFoa/asXbplmUyaZOxVcMvY5LyeUxEhrnO3SiERBezu0CFLJSPCeesXrNuz/t9jO7NyskSh+Xn75bfJ38dPAAAAwC2QfwEA4CjL1UC50qMRmkK2VEcRvvHAqy7H+qkum6lptZeZA8Hbw1sUztcLv5my7Cf7mlqVajWoWq9F7ebtGrUd+NYQ+yGiBv3Fvz3y6Vin0+rkYraYXW/VuXg0pPx6PTfp+W25jwXIO4vOUL9a/UbVGzSv3dzH02fMdy+JfCgd6wAAAODe+JsPAABHNcJrKIWouKj82kQl5G0K8Q8RV4va6czX08flTFiFF+IXrBTOx5132cDlbPHOlm9foYRfFQMrDOo68Mb6bWTwpE4oZjKbHOZHqxleM+/4ia6n0IpOjM4v/MrPZ3M/V8KvxtUb9evUr3mtpnUq11bmyJe2HNwqAAAAUL6RfwEA4MjT4BEeHH4h8UJk/Pn82kTF5+VfDas3FFdLjYjqSuFE9CmXDZLTkhdsXBgSEFq/Sr0G1eoXcKhGNRorhah8xlQW8NntzduwQCl88dTnzuNAneeJ9/P2C/ILSkpLikl2na9FxRd2jKcix5SzeNMSkftczskvfOPcbS0mKUYAAACgfOP5jwCAck0dT+fQTUl5wOLRc8eOnDvqvJeMxlb8u1IW6lapEx50+XmydFr9xbNc0bzpNcLyOqYt3rzU5SxXs9f89sX8SeOnvb37+O6CD1W1YpVaETVlYdW/qzJzMh22ZhtzVuZ+wMuKjI2Uay+Dp8tJ0P7avlwpmM3/denqmvvIxV1Hd7t8iuKybX+JoohLjlce7FivSj2XYzaXbXPxHgAAAFCukH8BAMo1b08vpZCQkmhf/0ivh328fGQo9ua0t2OT4+w3HT9/4tlJo1MzUmW5Z6seohDUs8SnxIsrUDOiRsfGHYStk9T5d2e+l2PKsd+66/jun5ZNkwVfL987Ova97NEG3Xy3XMelxP/v109NZpNaLz/1p799Fle4txqRO119ljH78NkjDps2H9jy7eLJStks/sueHuk9VOT225I5nUP0tn7/xt/XzRdFEXrx0ZmHzx52DvK+Xzpl88EtStlisQgAAACUS4x/BACUa+rsXVOW/ZSameZl8Hy41wPenj7B/sEP9rj/uz++P3LuyOC3h9z7f/buArCpq+0D+Lm58bpSrLi7M1w2BmwDtjE2mPuYMGYMBnOY+769cybAhAkM1+EML+5SCm2pe/zmfic56eU2SUu9Sfj/3rzZ6c1NmoY2OfnnOc8ddkeT2Hi7KG4/un3NnnUsLerUrON9199Tnu8SUdxsa9YPr93YZ1RESPjtQyaQSnn9vlduf/PO7ILslbtWHzl/7NYBN8fHNsotzNt9co90x16844XydK+n92Hzwa00Hvpn+5LTKWfoHWsQ0/BS1qVVu1cnnN6vUWnM5TgOQN/2ffadSqCDZ758/tEbH+rTrrdOrT+adHTFzpUrdq6SdjOaLidTjWIa3nTNjUv/W7bz+K7b35x026DxTePic4vy95/ev3jbEmk3BceTctCo1H3b9aE/BQ3sHv/0qQdH3te1Zdd8Q8GBMwf/2vI3/UGkPQ1mIwEAAACAqxLyLwAAuKo1iGrQLr7tsaTjZotp3tr5dEv/jv1osEUHD466X6PWfLP0Wxqm0CDM7Yrj+o95dvzUch49sH+H/jRZM1nNqVkp3674XqPWVjr/ooHdTy/OnbPgbZr4JKUlffzXp247PHrjwzf0GVXOW/tw8vvTvn5x25H/jiQeoSdpO31Mxg0Y9/Yv7zi+4Mo6POX91997NPHYxgOb0nLS3pg3R36RglPQx/BU8ml66YWMi/KLXr7rJfrY/rnpr+TMlE/+/kzaHhYU+vDoBz/442M6DtYGkfJ5875X7//g4YsZyQfPHnr6f8/JLwoLDps5acacX97OK8y7mHGBAAAAAMBVCfkXAABc7T554qPvVszdf3r/6ZQzGqU6pyCbbecV/L3X3T2s69DfNy48k3r2bPLZQlNRw+gG3Vt1v33Ibax5VjlFhUV+9cz/Fvz72+FzR2gEplNrs/Ky6UZSKQ2i6n8x5bOVu1bvOLrjXNr5s6lnaQwXHRbdtnFrmka1aNCi/DdFU7lPn/h43b71i7b+Q2+H/oBtG7fp0LQ9DaH+O/Kfa6cye5bRkOvDx96jd+b3TQtTM1PZqkka0vVo0+PRGx6ij9Kfm/+m+VduYe7u47t7te3FrkUf2xl3TOvSrPPmw1vPpJyhKViLuGYdm3e8b8TdOYW5bJ9gXXnzr0ERVi0AABAASURBVMjQqN9f/vXHVT/Rb5Sem55XlE830n+pIV0HP3D9feHB4Wv3rV+7Z+1/x3bSi2jERgAAAADgKsOJVWvEC77gnXfeOXfu3L333tuvXz8CAFCn2MsKPbc7CYJgs9msVuvE7++6VOA43t/zNzwzotOI8tzU52v+t3TfUjoY2Hbgy+NeInB12Hls1+OfPUUHr937yk19byBXn3eXvb/+8L90MKrL9c+Mmlqeq2w4suHtpe/RQbg27P9u+lStVms0GrWTyol3UigUnLOajyuzpg8AquLDdfPn7VrJxl0atvrp3tcIAEDAmT59ek5OzpQpUzp06ED8BOq/AAAAoFZ9s/y7CxkXGsc0fuSGhzwvPXD2IBu0a9yGAAAAAABUB+RfAAAAUKtsgo21xh/QqX/7+Hbyiw6dPTxv3QI6iK8X37JhSwIAAAAAUB2QfwEAAECtumXguD82/ZlvKHjmi+fuH+loWCYIQlJ60p6Tezfs32QX7RzHvXr3LAIAAAAAUE2QfwEAAECtiouIe+uh2c9/OS0zP+v9hR+5XRobHjP7gTe6tuhCAAAAAACqCfIvAAAAqG3XtOu7dPaiH9fO2318b2ZeZr4hPyo0Kj620che19OTVq0lAAAAAADVB/kXAAAA1IHI0Khnby3XwQ0BAAAAAKoI+RcAAAAAAAAAAAQy5F8AAAAAAAAAABDIkH8BAAAAAAAAAEAgQ/4FAAAAAAAAAACBDPkXAAAAAAAAAAAEMuRfAAAAAAAAAAAQyJB/AQAAAAAAAABAIEP+BQAAAAAAAAAAgQz5FwAAAAAAAAAABDLkXwAAAAAAAAAAEMiQfwEAAAAAAAAAQCBD/gUAAAAAAAAAAIEM+RcAAAAAAAAAAAQy5F8AAAAAAAAAABDIkH8BAAAAAAAAAEAgQ/4FAAAAEDg4JwIAAAAAMsi/AAAAAAKEKIoEAAAAADwg/wIAgFpRXJCSlHnxwPkD5blGVkEmG+QZ8sp5FYAAkFuYywbZhbnl/M1PyrrABgpOwckQZzkYAQAAALjqIf8CAIDaINrtbLBw5x/0VJGrkoNJB19IOkgArjI7z+ykpwpdRSSiPPBC+AUAAADAIP8CAICa5SpEUSgIANQwjrC/NvcqMAAAAICrHPIvAACoEe4rsNCWCKAWcERRTEq+kIIBAAAAKAkAAECNkVKwXx6YZ7VaLRYLPbfZbPRcEAQ6sNvtogwB3yAKguH0aelLXXy8Qqcj4EukcJnieZ4GXkonNvZMwQAAAACuZsi/AACgOtE3224xlrQai57Td+ZS4MXet9ud2FWQf/kOxz+QwSB96chUVCoCvkSef7E/Lsot/+JKIgAAAABXK+RfAABQ/VgKJn/jzd6N03fmLOSSNsrrvwj4DLsgyPMvFY1V1GoCPsbtT0zKvxh5BOZ2LQIAAABwlUH+BQAANUIegbmFX6S4KEwQBCx+9E2C2cwVFEhfqpF/+SSpBEwq+HKrAuM8EAAAAICrEvKvQIDpLAD4JvbsRN+E02yLndP35KT47brdbmeJmBR+IQLzHVb6jyTPv1Qq5F8+yG0JJMu/pHO0AAMAAACQIP8KBHjHCAA+Rar8IqyNlPOduXQR6/nF8i90/vJd9F+tqEj6SqNWKzUaAj7JbZWxWwqGyi8AAAAAgvwrMEhvMgkAgI+Rr88isvzL87CPeBLzKQL95ygslL5U0fwL/e99j5RqSfmXPAXzbIFPUDMOAAAAVyvkXwAAUFOkd9qs2kt6K87WQlJ0I0Hy5ZNsosjJ6r/UGg3WP/os+SpIeQrGoe0XAAAAQDHkX4EDbyABwHewJZCkZATGMi92ESPviI8nMZ+iEARiNEpfKmn+pcScwefI679IycNBei37QhAGAAAAVy3MZQMBprMA4IM8IzAp+SLOtAvJly/j7HbObJa+VGs0CuRfvsprCuY2IJgtAAAAwNUNc1kAAKgpZURg0haEX75JYbNxFov0pVKt5pzH7gSf5ZmCeW4EAAAAuGoh/woE6H8PAD7LLQJjyZc8/MLbch9lszlOxXitloBvc/tTkn+JvzIAAAAA5F8AAFCz5Bm917foiO99EQ2/BME1dnZSJ+CryvjXwT8cAAAAAIP8CwAAakMZCx7xFt0X0fyr+F+K43n8G/kX/HsBAAAAuEH+BQAAtQrvzP2CaLNxxfmXAvkXAAAAAPg55F+BAAuIAACgeomy5l848iMAAAAA+DvMaAMH8i8AAKgu8vyLU6kIAAAAAIA/Q/4FAAAA7uxWqzTmUP8FAAAAAH4OM9pAgLYsAABQvUrUfyH/AgAAAAA/hxktAAAAuEP+BQAAAACBBDPaQID+9wAAUL1K9L9H/y8AAAAA8HPIvwAAAMCdiP5fAAAAABBAMKMFAAAAd3asfwQAAACAAIIZbSDA+kcAAKhe6P8FAAAAAIEEM1oAAABwJ1//iP5fAAAAAODvkH8FDtR/AQBAdUH9FwAAAAAEEsxoAQAAwB3yLwAAAAAIJJjRBgLW/wsAAKC62HH8RwAAAAAIIJjRBgL0vwcAgOolr/9C/y8AAAAA8HfIvwAAAMCdKAiXv+B5AgAAAADgz5B/AQAAgAe7XRpyCgUBAAAAAPBnyL8AAADAnSjPv1D/BQAAAAB+DvlXIED/LwAAqGay/IvgKCsAAAAA4OeQfwUO5F8AAFBd5P2/UP8FAAAAAP4O+RcAAAC4k69/JOj/BQAAAAB+DvlXIOCwMgUAAKoX+t8DAAAAQABB/gUAAADuRORfAAAAABBAkH8FAvS/BwCA6iXv/0XQ/wsAAAAA/BzyLwAAAPCA+i8AAAAACCDIvwAAAMAd1j8CAAAAQCBB/hUIsP4RAACqV4njP2L9IwAAAAD4OeRfAAAA4EHW/wtHGQYAAAAAf4f8K3Cg/gsAAKpLifWPqP8CAAAAAD+H/AsAAAA8yNc/ov8XAAAAAPg55F+BACtTAACgeqH+CwAAAAACCfKvQID+9wAAUL1EWf8vgk9ZAAAAAMDPIf8CAAAAD6j/AgAAAIAAgvwLAAAA3JVY/4j+XwAAAADg55B/AQAAgDt5/kVQ/wUAAAAAfg75VyBA/y8AAKhmsv5fOMoKAAAAAPg75F8AAADgDsd/BAAAAIBAgvwrcKD+CwAAqo18/SP6fwEAAACAn0P+FQiwMgUAAKoXPlEBAAAAgECC/CsQoP8XAABUrxLHfMTrCwAAAAD4OeRfgYDlX3b5WhUAAICqkOVfoqwXPgAAAACAP0L+FQgUzncpqP8CAIDqUmJlPV5fAAAAAMDPIf8KBFj/CAAA1Ut+zEcR9cUAAAAA4OeQfwUC5F8AAFDN5PVfWP8IAAAAAH4O+VcgQP8vAACoXiXqv/D5CgAAAAD4OeRfgQD1XwAAUM1k9V/ofw8AAAAA/g75VyBA/3sAAKhenOz4j+h/DwAAAAD+DvlXIED9FwAAVDNZ/oX+9wAAAADg75B/BQLkXwAAUL1K1H8h/wIAAAAAP4f8KxCg/z0AAFQz1H8BAAAAQABB/hUIUP8FAADVC/VfAAAAABBIkH8FAvS/BwCAaob6LwAAAAAIIMi/AgHqvwAAoHqxVxYX5F8AAAAA4OeQfwUC5F8AAFC9OJ6Xxqj/AgAAAAB/h/wrEKD/PQAAVDPUfwEAAABAAEH+FQhQ/wUAANVL3v8ery8AAAAA4O+QfwUC9L8HAIBqJl//KAgEAAAAAMCfIf8KBKj/AgCA6lWi/z1eXwAAAADAzyH/CgTIvwAAoJqh/gsAAAAAAgjyr0CA/vcAAFC9UP8FAAAAAIEE+VcgQP8vAACoZvL+9/h8BQAAAAD8HPKvQID1jwAAUL042fpHgvwLAAAAAPwc8q9AgPwLAADKz5aTk7Jggd1qFenJZnMNrFa7zSYNDCdP0j3p6wp9gclaty531y7Real0LfmiSHVMTLdFi/igIAIAAAAA4JOQfwUC5F8AAFB+yogIw5kz2Rs3XnFP1gNMMBjoqYzdmj77LMIvAAAAAPBlCgL+D/3vAQCgQprPmKHQ6Uh1CO7QIXrkSAIAAAAA4MOQfwUC9L8HAIAKUcfGNn3mGVJ1CkXz6dMJAAAAAIBvQ/4VCLD+EQAAKirutttCu3cnVVPv5puDO3YkAAAAAAC+DflXIED+BQAAldDy1Vc5ZeU7gSr0+vgnniAAAAAAAD4P+VcgQP4FAACVoI2Pb/Tgg6Sy4h9/XBURQQAAAAAAfB7yr0CA/vcAAFA5NP8KatOGVJyuWbMGd9xBAAAAAAD8AfKvQID+9wAAUDmcStXytdeIosLzgebTphGeJwAAAAAA/gD5VyDA+kcAAKi0oLZt61ewkit6xIiwvn0JAAAAAICfQP4VOJB/AQBA5TR54gl1TEw5d+ZUqiZTpxIAAAAAAP+B/CsQYP0jAABUhUKvbzFrVjl3bvTAA5r69QkAAAAAgP9A/hUIsP4RAACqKGLQoJibbrribuq4OJp/EQAAAAAAv4L8KxAg/wIAgKpr9uyzyrCwsvdp+vTTnFpNAAAAAAD8CvKvQID8CwAAqk4ZHt702WfL2CGsT5/okSMJAAAAAIC/Qf4VCFj+ZbfbCQAAQBXEjhkTMXCg98sUiubTphEAAAAAAD+E/CsQoP89AABUlxazZil0Os/t9W6+Wde8OQEAAAAA8EPIvwIB1j8CAEB1UcfGxj/xhNtGZUSE50YAAAAAAH+B/CsQIP8CAIBq1OCOO4LatJFviZ88WRURQQAAAAAA/BPyr0CA/AsAAKoTz7d87TVOqWRfBXfoEHfLLQQAAAAAwG8h/woE6H8PAADVK6ht20YPPsjGzadPp4kYAQAAAADwW8i/AgH63wMAQLWj+Zc2Pj56xIjgjh0JAAAAAIA/UxLwf1j/CAAA1Y5TqVq+9pomLo4AAAAAAPg55F+BAPkXgH/BXyv4i5CuXQl+Y8HfsHkRAAAAgBzyr0DAO9uyCIJAAMAnIT4AAKg1bk+5iMMAAACAIP8KDKz/F/rfA/ggz+QLWRgAQE2TZ17sWRcpGAAAwFUO+VcgQP4F4JvkUZc09hwAAEC18Ay5pC30KRcRGAAAwNUM+VcgQP8vAB/kNfBiY/k5wR8vAEDVSMGW28DtS0RgAAAAVzPkX4EA9V8AvsYt26LnQlaiPeucfItbCoZ3ZQAAleC2vFER2UQR1YxzIrLMCxEYAADAVQ75VyBgMznkXwA+wq3gy0GwGb+5SUw7RgAAoCZxUS1Uz+3llGo6O6IfELqlXfRLRGAAAABXJwUB/8fqv7CECsAXeAm/RNGy/VuEXwAAtUDMOmPd+j+hmN1JKrl17YMpEwAAwNUH+VcgQP0XgK+RL3K0G3Ktq14nAABQK+zr37HlpXmNwJB8AQAAXLWw/jEQoP4LwEfI/wzZ2y16bln9JjFksY0hkxfx8d0IAABUNyHlaMHnN9BnYs6cL6ydbR/zIc/z8qdlNl8iWAUJAABwVUL9VyBA/ReAT5GqDOhfpZB+yrb1S7Zd1XUswi+vS8N0AAAQAElEQVQAgBrCN2iv7nGba7xvnpB6xGazSSVgqP8CAAC4yiH/CgSo/wLwBfI1j1L+ZVv6IifaHBcrNfpRMwkAANQY3agXiUrnGIkCv+JFef7luQoSEycAAICrCvKvQID6LwCfcrn468xm+7EVbKN20GNcaCwBAIAawwVFaYc9xcaKpP/sx1ZKEZhbFRgiMAAAgKsN8q9AgPovgDrnVvzlKDMQBNuiqexSLiRWO/RxAgAANUw74EEuvCEba9a/LlgtLAJzKwEjAAAAcJVB/hUIpAaumM8B1An5n97llY//fUvSj7ONulEziFJDAACgpik1+tGuxeaK3ETFru/cDgTJ6uVRAgYAAHC1Qf4VCKTjGWEJJEAdKrGsxpRvX/06287Xb6/udjMBAIBaoeo0mm/sOtiIettHQmGWPP9iH1Eg9gIAALjaIP8KBKj/AqhD8goCqfjLumYOMeWyHfTj5hAAAKhFzidex+xIYSlUb37PrRE+uoABAABchZB/BQLUfwH4gsudvzJOC9u+ZBtVXcfy8d0IAADUIr5Be3WP29hYfeAXkn7c64EgCQAAAFw1kH8FAtR/AdQVz7b39Ny2bDon2hwXKzX6UTMJAADUOt2oF4lKRxxlYHbNmpmlHQUSJWAAAABXCeRfgQD1XwB1TnofJZzZLB5bwTZqB0/mQmMJAADUOi4oSjt8ChurkncpTq9j4ZfXFIwgAgMAAAh0yL8CgVT/hfwLoDZ5Fn/R91W2RVPZpVxIrHbIZAIAAHVEO+AhLryha7z+dbvNKl8CiVWQAAAAVxXkX4FAqv/CHA6g1sj/3KT8S9jxHUk/zjbqRr1ElBoCAAB1hVfpR7sWofN555V7f3DrAsY+OEQJGAAAwNUA+VcgQP0XQF0psXzGlC+seo1t5+u3V3cbRwAAoE6pOo3mG7sOQqLZ9pG9KNutERg7JwAAABDokH8FAvT/AqhlXou/LGvmEFMu26gfN4cAAIAPcD4hOz4pVFgK1Zvf93ogSJSAAQAABDzkX4EAx38EqBPyzl9CVqJ925dsu7rrOD6+GwEAAB/AN2iv7nEbG6sPLCBZZ71GYAQAAAACGvKvQID6L4Da5Nn23nHYxyXPc6LNcbFS4+j8BQAAPkM36kWi0hFHGZhds3aW2xJIlIABAABcDZB/BQL0/wKoE9L7JeHMZvHYCrZRO3gyFxpLAADAZ3BBUdrhU9hYdX6L4tQ6Fn55TcEIIjAAAIBApCTg29avX79w4cJy7jxr1qwr7jNp0qTBgwcTAKgUz+Iv+v7Jtmgqu5QLidUOmUwAAMDHaAc8ZN4xX8xNdoz/fd3QYqjA8wqFgi2B5JyI7DNFAAAACDCo//J1Q4cOjY+PJ9WkSZMmAwcOJABQKV7b3gs7vifpx9lGx8pHpYYAAICv4VX60TNdw7zz/J4f3LqAsSJ6lIABAAAEKgUB30Y/mbzrrruq69PISZMmSc3CAKBySiyTMeULq15l2/n67dXdxhEAAPBJqk6j+caug5Not39iL8qWR2BSP0cCAAAAgQhRiB9o0qTJ0KFDSZVdc801TZs2JQBQKV6Lv6zr3iamXLZRP24OAQAAH+Z8onZ8pqiw5Ks2vy9vhI8uYAAAAIEN+Zd/GDduXHh4OKkCjUYzfvx4AgBVI+/8JWQlClu+YNvVXcfx8d0IAAD4ML5Be3WP29hYc2AByTrrtgpSCr8AAAAgwCD/8g80vZo4cSKpgrFjxwYHBxMAqBTPtveOwz4ueYETbY6LlRpH5y8AAPB5ulEvEpWOOMrA7Jq1s+QlYGJJBCVgAAAAAQT5l9/o2rVrly5dSKXExcVVywpKAJDeFwlnNovHlrON2iGTudBYAgAAPo8LitIOn8LGqvNbFKfXs/DLawpGEIEBAAAECuRf/mTixIkaTWUOLUeviLb3AJXmWfxF3yfZFk1ll3IhsdrBkwkAAPgJ7YCHuPCGrvH61+w2q9uBILEKEgAAIPAgE/EnERERY8eOJRV0zTXXtG3blgBApXhtey/snEvSj7ONjpWPysoE0wAAUDd4lf6GWa5h3nl+749uXcAoUvycT1ACBgAAEBCQf/mZoUOHxsfHl39/tL0HqBYllsOY8oU1b7DtfONu6m7jCAAA+BVVx1H0CZyNtds+thdlux0Ikp0TAAAACBTIv/yMQqG46667OI4r5/5oew9QFV6Lv6zr3iZFmWyjftwcAgAAfsj5BO6YUCks+eqtH8ob4aMLGAAAQOBB/uV/mjRpUs5m9mh7D1At5J2/hKxEYcsXbLu66zi+QXsCAAB+iD6Bq3vcxsbqhHkk66zbKkh0AQMAAAgkyL/80rhx48LDw6+4G9reA1SFZ9t7x2Efl07jRJvjYqXG0fkLAAD8lm7Ui0SlI44yMLt63SvyEjCxJIISMAAAAD+HcMQvaTQamm2VvU/Pnj3R9h6gWkjvf4Qzm8Wjy9hG7ZDJXGgsAQAAv8UFRWmHT2FjdeIm7vQGFn55TcEIAAAA+DPkX/6qa9euXbp0Ke1SGpDdeuutBAAqy7P4i74fsi2ayi7lQmK1gycTAADwc9oBD3HhDdlYt/4Vu83qdiBIefiFFAwAAMB/If/yYxMnTqQ5l9eLRo8eHRkZSQCgUry2vRd2ziXpx9lG3eiZRKkhAADg73iV/oZZrmHeeX7vT25dwChS/FpAEIEBAAD4LeRffiwiImLs2LGe2+Pi4q699loCAFVTYtmLKV9Y8wbbzjfupu46lgAAQEBQdRxFn9jZWLvtI3tRttuBINk5AQAAAH+G/Mu/DR06ND4+3m3jhAkTlEolAYBK8Vr8ZV33DinKZBv14+YQAAAIIM4ndo4OFJZ81ZYP5Y3wPbuAIQsDAADwR8i//JtCobjrrrs4jpO2dOnSpUOHDgQAqkbe+UvIShS2/B/bru52M9+gPQEAgABCn9jVPSewsWb/PJJ11m0VJFrgAwAA+DvkX36vSZMmQ4cOZWONRnPHHXcQAKgsz7b3jsM+Ln2RE22Oi5Ua3cgZBAAAAo5u5DSi0hFHGZhdve5VeQmYWBJBCRgAAIAfQv4VCMaNGxceHk7Q9h6g+kjvc4Qzm8WjS9lG7ZDJXGgsAQCAgMMFRWmHT2FjdeJG7vQGFn55TcEIAAAA+BvkX4FAo9FMnDgRbe8Bqsiz+Iu+77Etmsou5UJitYMnEwAACFDaAQ9x4Q3ZWLf+FbvN6nYgSHn4hRQMAADAvyD/ChBdu3Z94okn0PYeoNK8tr237ZxL0o+zjbrRM4lSQwAAIFDxKv0Ns1zDvPP8vp/duoBRpPg1giACAwAA8CtXY1wSqJOVmJiYAJ6HyXv8A9ScEstbTPn2NW+w7XzjbuquYwkAAAQ0VcdR9AlfuJBAx9qtHxo6jRcUEQonOhWh5zQCY2MCAAAAfiXA86/K5UH4NK/2XXEe6fUfBbNPqC5ei7+s698lRZlso37cHAIAAFcB+oRf8PkN9NVAYclXbn7fNuJNKf+iLw30XKr/YmPMRgAAAPxCoOVfZURXV0y1EHvVIfmDX/Y8Un6p5z8Z5qBQFfLOX0JWorD5c/b7pO52M9+gPQEAgKsAfcJX95xg2fM7HWsSfrb1uF+IackiMJZ/IfYCAADwR4GQf5WWW7ltv2K/UuRfvoDNKb1uZwPPGafXRAyzUig/z7b3jsM+Ln2RE22Oi1U63cgZBAAArhq6kdMsB5YQq5EjdvX618y3/aSQkR8FElkYAACAv/Dj/MtrSuIZcpVnAD5LmlDKZ5ZuG+XzTnlM5nlFgLJJb2mEM5vFo0vZRu3gx7jQWAIAAFcNLihKO3yKadW7dKw+t8FyfrvQbADP84IgcMUw0wAAAPAvfpl/lVbYRWRH5CElazqkLcZz52xZWXaTSTCZRIvFbjazk2i1EuRidUehUnEajUKrpSdep3Och4aq4uJUERFu2ZbXcykCkwYIwqCcPIu/7IJgWzSVXcqFxNL8iwAAwFVGO+Ah8475Ym6yY7x2lvGBtQLPsyWQ0ipI4u2jOAAAAPBN/pR/lb2e0S3toufm9HTDsWOm8+fNycnmixfpyZqWRsCv0FCMpmCa+vXV9NSwob5VK22zZqqoKOKccUpTT/mYzUFLC8IwPQU5r23vhV0/kvTjbKN+9Cyi1BAAALja8Cr9DbOKFkymQ2X2aX7fz0LvB926gPE8j1WQAAAA/sI/8i+vyZdn7EVZs7MLdu/O37evcO9eGngR8HOi2Ww5f56e5Bv5sDBt8+a6Vq2COncO7duX1+ncgjB5b1q3IAwpGHgS5cxFwurX2Ha+cTdV1zEEAACuSqqOo5RN+9gSd9KxduuHhk7jBUWEdCxI1giMYFIBAADgJ3w9/3KrzpAGbrFX/u7duRs35u/ZYy4ZlJSBDw5WqDUKjVqhVis0Wl6jIZi+1B3RZhXMZrvJLJhMdrNJKCwsY2chL68oIYGeMhcu5NTqoJ49wwYNCh84UBkWxnnj2SAMiyKBlFL8ZVv3NinKZBv14+YQAAC4iulvnp3/8Qj6KqGw5Ku2fGi97nUp/2JVYPIUDCVgAAAAvsx3868yki9J4ZEjOWvXZq9bZ8vMLO121DExukaNtQ0b6ho20jWO1zaoT88J+Dy7yWROu2RKSzNfoueXHOfJyUVnTrvtJloshdu301PyO+8EdesWPnJkxJAhfFCQPP+ic1NSept8TFWvcvLOX0JWorD5M/YLoe52C9+gPQEAgKuYIraVuucEy57f6Vi970dr93uFmJZuqyAxlwAAAPALvph/eSZfbgVf5uTkrFWrslevNnmr9lLo9CHt2oV26BjSvj098fogAn5IodXqmjSlJ/lGGooVnjxRcOxYwfFjhceOWbJK5J6sKCzlww9DBg6MHDkytHdvjueliakc2x8rIq9mnm3v6bmwbDon2hwXq3S6kdMJAABc9XQjp1kOLCFWI0fsmvWvm277USEjvY4QlIABAAD4Nt/Kv7zWfNH3paT4bWrR8eMpc+fmbdrked3QLl2jBw4K6dAhqGUrAgGKhmKhnbvQE/vSmHQ+e/v2rK1bCk8cl/YRLZb89evpSRkTEz1xYtRNN/FardSqAykYuJHeughnNotHlrCN2sGPcaGxBAAArnpcUJRu+BTjqnfpWHXuX/P57UKzATzPC4Ig77Tg2hkTCQAAAF/lQ/lXaWVfTMGBA8nffFO4Z4/btbQNG8Ved13sdderY/Fm9aqji2/SkJ7umGjNyszati17+7bcvZd/Q2wZGZc++yzj55+jb7898sYbVeHh7FPZslMwzFyvBp7FX3ZBsC2ayi7lQmJp/kUAAACcNAMeMu2YL+Ym07F27SzjA2sFnmdLIKVVkGitAAAA4ON8Iv8qO/nK27Ur9YcfCvftk1+FDwqKHjwkdsTIkA4dCFz1VFHRcWPG0pMlMyN9zer01atMKSnsIiE3N+3rr9N/+qnegw9G33qrQqUqLQVDIdhVwmvbe2H3TyTdVUWoHz2LKDUEAACA4VX6G2YVtjZa/QAAEABJREFULZhMh8rs03zCPKHXA25dwOSfqCECAwAA8EF1n3/Je9uTksmX5dKlc3PmFOzaJd9fFRnVcPxtcTeNUWi1BKAkdXRMo0l30VP+wQNpK1dkbdlsN5vpdtFkuvTFF9nLljV88cWgDh1Yww6WgrHu+BKkYFcJ+VONaC4SVr3KtvONu6m6jiEAAAAyqo6jlE372BJ30rF2yweGjrcKigjpWJDyo0ASAAAA8EkKUnekdqHEI/wSLJbk778/PGGCPPxSx8Y2f3JKz3kLGtw2AeEXlC20c5dWL87oueC3BreOV2hctTyW8+fPPf540ltvmbOybDabUMxeTN7FlpQsFILA4LX4y7bubVLkOpaCftwcAgAA4EF/82wacNGBwpKv3PJh2bMITCEAAAB8TZ3lX17fhTL5+/cfmTQp9ZtvWOUOpW3QsMUzz/X4aX7c2HGcWk0AykcZFtb0scfpb070kKHSxvzVq0/ffXfmP//YrFavk1fiUZYIAUbe+UvIShQ2f8a2q7vdwjdoTwAAADwoYlupe05gY03CzyTrrNf8iwAAAIBPqpv8Sx4uyN+IWrKzz77yyolHHjEnJbEdFFptk4cf7T73x3qjb+CUvnW0SvAXqqio1jNf7vDeB5q4OLZFKCi49NFHZydPLjx+XCoEs8u4VYFhOhsYPBdZU7al0znR5rhYpdONnE4AAABKoRs5jb5Y0AF94VCvf13+KZrbiwvBR2gAAAA+pg7yL7fKmstlX3v3Hr7jjuzVq6U9w3v27P7jzw0n3E54ngBUTVi37t2//7Hx3fdyKhXbYjpx4uyjj6Z8/rklP9/m5LmEAYVgAely8VfiDnJ0CduoHTKZC8VhZAEAoFRcUJRu+BQ2Vp/7lzu/nYVf0qdoCL8AAAB8Vq3mX541NWyiQM9Tfvjh5JNPCrm57FJ1dHSbV15r//Z76qhoAlBNOLW68T33dvt2bminzq4topjz11+nH3zQcO4cnbyyWjB5IRjBWshA4Vb8ZXe+X7Etmsou5UJitYMeJQAAAGXSDHiIC2/Ixtq1s+w2a2kRGMHMAQAAwJfUXv7l2fCLvQW15uefevbZlK++Is6sgYocMLDbd3OjBg4iADVA27Bhx48+aT1jpioigm2xXbp07vHH8xMSBBkpnMVENgCI3hoOCrt/IqkH2Ub96FlEqSEAAABl41X6G2axoTL7tGLfvNK6KKAQDAAAwKfUUv4lltLwy3Dq1JE778zfvp1dyqlUzZ54qu2rr/NBwQSgJkUPG979h5/ixowlzkOViwbDheefz1q+3Gq1ulWBYSFkwJA//4jmImHVq2w737ibqusYAgAAUA6qjqOUTfuwsW7rB6IxTx6BuU0bAAAAwEfURv5VWsOv7C1bjt5/vzUtjV2qiYvr/Pn/6o+7mQDUChqzNn/q6XZvvuU6qKggpH3wQdrXX7PjQspTMHlsQhCB+RuvxV+29e+Qoky2UT9uDgEAACg3/c2z6ee2dKCw5Cu3fOT1cNKYNgAAAPiUGs+/PMMv9uYzY8WKsy+8QKxWdmlk/wHdvv4uqEULAlC7Ivr06fTRJ3xQEPsyZ+HCCzNnWg0Gr8sZiKyNFAG/Iq88FbIShU2fsu3qbrfwDdoTAACAclPEtlL3nMDGmoSfxMwzXvMvAgAAAD6jZvOv0sKvlO+/P//666T40kZ33t32tTcUej0BqAvBbdp2/vwLdbTrYAuGXbvOP/20OSODHRTSbVEDQQTmV8SSbe8Z27IZnGhzXKzS6UZOJwAAABWkGzmNvogQx7F0bNqNs936h6JyHAAAwNfUYP4lej3UoyCce/PN1G+/lXZr8cxz8ffdTwDqlK5xfJf/+1LXpAn70nzq1PnJk4tOnPA8IqT8oJCYzvqRy8VfiTvIkX/YRu2QyVxoLAEAAKggLihKN3wKG6vOrOPOby/jQJAAAABQ52oq/xJLaXh/ZsaM7OXLpd1avzSr3ugbCIAPUEVFdf7089DOXdiXtqysC888k7d9u1QFJk1nEYH5C7fiL7vzfYlt0VR2KRcSqx30KAEAAKgUzYCHuPCGbKxdO0soni147YWPCQMAAEDdqpH8y23Zo+udpyCcmT49d+NG1zfWaDq8/2H00GEEwGfwQcEd3n0/sl9/9qVoMqW+9lr+7t2eqyARgfk+r23vhd0/k9SDbKP+hpeJUkMAAAAqh1fpb3yZDZXZp1X753ttHooIDAAAwBdUf/5VWs+vxHfflcIvPji44wcfhXXtRgB8DKdUtn3tjbibxri+FoTUV18tOn4cEZifKtGCxVwkrHqFbecbd1N1uYkAAABUgarDSGXTPmys2fyeaMxzmy1gFSQAAICPqNn1j1JMkPzdd1mLF7OL+KCgTh9/Fty2HQHwTRzXfMrURpPuYl+JZnPKjBmGc+cQgfkR78Vf698lRZlso37cHAIAAFBl+ptn06kDHSgs+cqtH8sb4aMEDAAAwHdUc/4lf1GXAoKMpUsvffcd28ip1R3efV/ftCkB8G3x9z8QO3IUG9sLCpJffNGUluYZgbnlLAR8ibzzl5CVKGz9nG1Xd7+Vb9CeAAAAVJkitpW65+1srNn3o5iT5DX/IgAAAFCnqjP/8ux5T1/ys9evT3rrLdcePN/u9TeD27QlAP6g5TPPRQ0azMb27OzkadOseXluEZjbvBYTXF8glmx7z9iWzSA2s+NilU53/YsEAACgmuhGvkBfXOiAE22ada/KS8DcXowIpgoAAAB1pNryL6/hV9GJE+deeYUUX9TmpVnhPXsRAH+hULSeMVNqVGdLTk5+7TWb1SqPwNwmteBTLhd/Je4gR/5hG7VDHudCYwkAAEA14YKidMOnsLH67Dru/HavXfAJAAAA1J3qyb+8hl+2wsIz06YRQWAXNZ8yVSqlAfAXnFLZ7o3ZQS1asi/Nhw5lzpuH1h6+zK34y+48EL1t0VR2KRcSqx30CAEAAKhWmgEPceEN2Vi7dpZQ/FGZ1174mCoAAADUvupf/+h6w2m3n3v1VWtaGrso7qYxlw+oB+BXFDpd+7feUYaGsi/zfvmlcN++0hqBYV5bt0Rvbe9tu38mqQfZRv0NLxOlhgAAAFQvXqW/8WU2VGafVibMd/uoDBEYAABA3aqG/Ev06HlPpf36a/62bWxjUMtWzR5/kgD4LVVkZJuXXyUcx75Mf+stc0aG5+e67HCQDOa1dahEqxVzkX3VK2w737ibqstNBAAAoAaoOoxUNu3Dxtot74nGvNLqvwAAAKD2VTX/8rrysfDIkeQvvmDb+aCgdrPncEolAfBnYV27xd//ABvbCwrSZs+2WSxlrIKE2ue1+EtY/y4pymQb9ePmEAAAgBqjv3k2IY5PyxSWfOW2T9AwAQAAwHdUW/8viTUv7+yLL0ptv9q+/Ko6KpoA+L9Gd0wK7+U6gIPl+PHMH3+0lezuIf9DIJjX1hF5Fi9kJQpbP2fb1d1v5Ru0JwAAADVGEdtK3fN2Ntbs/UHMSSrjmNEAAABQm6qUf3mttkj64ANrpqvaotHEO8N69CR1zlYkmjNFUyo92Y2poiWb2G0EoKI4rs1LL0t5bsGffxqOHWMRGOa1dU4s2faeEVbMJDaz42KVTnf9iwQAAKCG6Ua+QF906IATbZr1r5X2ORk+KgMAAKhl1bAsUV5tUXDgQO7atWx7aKfO8ffdT+qISBMuW6GQvNh66W9RSOOUCsJ6N3FEFGgiRvjg7nyjO5QRPUVeyxX3dQIoGx8c3Pb1Nw5NnSLaHBFq5ief6L74QlAoOBmFQsGms3RMB/jtqmWXi78Sd4iHFrGN2iGPc6GxBAAAoIZxQVG64VOMq96lY/WZtZbz24VmA3ieZ5+TsakCpgcAAAC1r/L1X27VFo53mxbL+Tmu9joKjabNzJeJojqPL1l+tuR/jDsmmPbdZM35lgRncxEqLoznQulJyYXwjnEEb+f3W85PM+4ZY9k/1W5KIwDlE9ymbaNJd7KxLSkp559/vB4LEh/t1ibPpyPHYR8XTWWXciGx2kGPEAAAgFqhGfAQF96QjbVrZwkluyWgCxgAAECdqGQ+5bnykUpbsMBy4QLbGH/PfaqoKFLrbOnbTTsnms+/zenTSKjI6RWchlOoOE6p4FT0xNFzx5dqjtMoFEFKEmy0C7tNe8abD79GrAUEoBwa3T5RU78+G+fOn29OT/c6ryVQK7wuxLbt+pmkHmQbHQekV2oIAABA7eBVjpceJ2X2aeX+BW5dwBCBAQAA1L6q9v+S3m2aU1PTfvyRbdc2atzg1vGklol2y+lvLcdesPPn+TAlp1UolDT2cp5U7ieFfHsQz4XahYJVhl332fOOEIAr4dTqls8+7/rCZMr+7ju3LmCY19Y+edmdaC6yr3K98eAbd1N1vokAAADUIlWHkcqmfdhYu+1D0ZhXWv0XAAAA1I7K9P/yWm1x8ZNP7GYz29jq+WmE50ltslssx963ZizhwniFlud4Z+8leq7gCE+44s5fxXeaoz8AZ6fXcgaAgkgUCo7n7EUpxoQndd2+UISV9yBxlsLCN7p3IRX03L+bIho1InXhq/G3XDx4oF6bNk8tXSFtfKV9G7vN1umGG2//+FMC5RPWtVvUoMFZmzfRsWnr1qKEhJAePRQlG4Ghu0ct8F78tf5dUuQ6Cod+3BwCUK2E9KT05weVejGnUIREKsJi+Mg4Zb1m+mF3Khu0IFe4RZtx90rL4a3WC8eEzGS7IV8RFK4IjVQ17xwy9mk+xsvrRd7clwwbf6EDPrpR7DvrifoKFY5Zb0+0HPuPDnSDbgt/6H1STVLvaUrPtT1HRUz5kviG1PtaELug7T4iYuo3BKBO6W+enf/xCPrqpDBmK7d9ahv+ssKJzg1YIzA0DAUAAKhNVer/Jb3bLDp2LG/zZrY95roRIR06kFpE74Pl7I/W9H+4CCULv1htF3GUd7nGjgWP7MRqvlylYc5LeedJxSmClVyQybTvSdFaSACupPnjTyo0rvecud98U1oLMJSA1QL505GQlWjf+jnbru4+nm9Q3jgboHrQX8P8TNuFY+YDG4rWzM2YcZ1hwy9l7G7e/2/6i8Ny//eUYfPv1nMH7QVZRLDa8zNsF08YN/+R/sLg3G+niaYit2uFTnxJEe44pIOQeTH/7w/LvkfGzX+y8EsR2SDsrtcIANQKRWwrdc/b2Vizd66Yk+S2ChIlYAAAALWpwvVf8jfz0nvO1G+/ZZcqdPpmjzxGapdwab0tcS4Nv2i8RXj6M9FzZ9mXs/6LUzhTPvqRmvShml10DO1EFOgHcI6P24jNURBGeJHT8aLVYPjvbv2APzjFlR8cXq0e/vRUz+1b535vLihQajSDH5vseakuNJSA/1NFRcXf/0DiV46qB9uFC0W7doX07cs+2sUBnmqH2xMRI6yYRWzOWlSVTjd6BgGoMTRO0ve/2X0r/SXMTbOlnbee2uP80p437zVNu358XFPPPQv+eK9wWXHllEKpbNBC2crFXB0AABAASURBVKAlH9VAyEql+Zct5RSxC8YtC61n90c+N5ePvlwIxumCwx96P/uDe+m4aNVcfb+blfHtvN5Je0F23m+z2ZUiHvuY0wYRAKgtupEvWA78Q6xGTrRp1r9uvvU7hYz8czLMGQAAAGpaZdY/MpeLv06fLtixg21sdMcdyvBwUotEwWw5/T8SRKM3BeGLi7mcKZgz/yKccwkkkU8naPwlssWPomhzzDecFzvP6VkwT3JSLYkLNc0nXfG70/xr6BNPeW7f/ftvNP8q7VJf88bREwQqpf7Ym5P/+MOa5Vhql79wob5XL2lpg3wVJMG8toZdLv5K3CEe+ptt1A55nAuqg6NwwNWDBlUht71Q2qW280ezP3tUyLhAbJaCfz4Lf/Qjtx0K/vpQCr90/caF3vmKIiRSvoPlxB4akFlO7rIln8x8ZUz0G0vkEZim82Bd/1uM2/4mdlvON8/FvLmceHuGyftxlliYSwf64Xep2/YhAFCL6MuQbvjTxlXv0LH6zBrL+e1CswE8z7P6L3xUBgAAUJsqtv7RrdqCVW5fmjvXdVtaXYNxt5DaZUv8RbRd5PQ8kZIvKfziHYsciYo4titkJ+eeNPpzDFxLIF1XcZxUHAlSWE68K5oyCUCZOKWy0e2upQ3WEyeMhw6hu22t8Xw6cnT+WuSqx+RCYrWDHiEAdUfZpH34I66Vicady0jJpwLLiV2FS74gjuNp6CJf+Dn8sU/cwi9K3aZn1Eu/6gY4jidjL8zO/uQRYjHLdwi76zVFsONatqSjRat/8LwP5gMbTbsd3R75mMahE2cSAKh1mgEPcuEN2Vi7dpbgPGBOabMFzBkAAABqTlX7fxnPn8/ftIltiRszRqHXk9olpK3mdDynUjjqvBTOzIvFWCzb4jnvH6lxjrow1vzLdS2Fs1m+8+Q4dqRWY8vYTgCupN6oG/jgYDbOW7jQ7SiQmNfWENFr2/tdP5PUg2yj48DzSg0BqFPqNr25oDDHyGax56TJL8qb/7qz7piEPfCOplPp3fQVfPhD7yobO9Y20pCrcHmJNvNcUGjYQ++wccFfH9hz0+WXisbC3O+nOfdTREz+jFNrCQDUPl7leElyUmafVh74xa0LGKYKAAAAtaMC6x+l12N5q520efPYZ9qOQpjbbie1S7TmC8ZERRRPFK6ljjTGckRaPCfyYn6BSCcUYaE8z7tHYPSeW60kPcMaFanUKJ2l56Lj3HVESBqfaXnzuV9VjceQGnP2v+2HVq64dOJ4+qlTYfXrx7Zs1ahT575336PUeH/TbheEhEV/nd2xg14lNzk5pnmLmJYtW/br32XMWFI1nsd/PLdzx/d330kHz6xZH9W06fF/15/d8R/91nmXUht27NSgfYeet02IbNLE662lnTix+/df08+cSTt1UqlS1Wvdpn7bdtfcc29wTIzX/W0m054/Fl48dDDnwoWs8+etZlNc6zb0xul36XHLreriaIn5duLt5/fu6XXHxBtffvXfzz49um6tMS+vQYcOnW+8qevYcaQuKLTaBreOv/DTj3RsPXDAfO4c37Kl1AVM6u6BpQ01Qf5cJJqL7KtcbzD4xt1UnW8iAD6Aj4izFeXRgWgxSRvN+zfYzh+hA2Wjtrp+V3oOV/Bh976RNfs2OjRs+zv45hJNJ7XdR2h732DatVw0G3Lnzoh89nvpovwFb7JELGjUQ6qW3UhF0Htr3PyHcccSW1qivShPERqtjGkcNPJBbY8RpV2F/lCGrX9ak44LmReUcc3VbfsEDZukbNTG+952e+GKbyyn9tpSTgk5l5Qx8XRPbbdry3g07LkZRet+Nu1fL2ReFG0W+sCqGrcLuWVqqd+ipPz5bxStcZSr8/WaRr/8lyLUsTjafHAT66FGH5/oVxYRgJqh6jBS2bSPLXEnHWu3fmBoP1ZQREgNE+RHgSQAAABQYyrf/95RbVFUlLN6NdseO+L6Wu78RRwfhv9FlKJj6aLC2fZEUXziyJvvpO8/aDQY7QP6Bb08I87tioWF9keeuEDP7Xby1OToEUOC6S04uuKzIjJ6a1qFkLlXtBZyqmBS3XIuXlw++w0aKklbaARGT4dXrtj7959j35jdtGcvt6uc27WTXuXS8ePSlosHD9BTwt9/7V/yz9jX3wxv2JDUAMFq+XvG9H1//SFtOb11Cz1t/+mHu778uuWAgW777/1z4fI5cyxFlw+gmZeaenLTxj1/Lhz14oyu49wbRSft2/fntOezk87LN9KEi57oj7Zj/ryH5i8Iia3neccWz3opYZGrzRO9/fbXlfqWrBY4uoD99qvd7FiXVLBkiebpp6XWHvLuHgRT22rivfjr3/dIkWvNsn7cHALgA8TCXNulc46RUsPHxkvbzYddR0zWDynX50bq1r346EY09xHSk6xnD6qad5ZfGnbvbPORrWJRnnn/euN/S3TXOD65sZ7ca9j8Ox3wcc1Dxz9PKsJ28UT2Rw/SbydtsWenWOjpxE5Nl6GRz3xHIzm3qxQu+7Jg4buyWzhOT4Z/F4Td87p+2J1uO9NULvuzR62nEy7vn3ySnkw7lxq3/hn+yIfs0JZypt0rc79+VrQYpS1CWiI9mfasChn/XPCYJ0mZCv78wDP8AqhN+ptn539M5yqiwpit3P6ZbdgsqQs+myrIUzB8bAYAAFATKtP/Xqq3yF6zhgiCYxPHNZp0F6l1QvYuTuXs3uU4vKPzCI8Kx+BCiuW/XYZh3WK2H8naur0oOcXasIFKfsU16wuigrUt49Q7juQsWZ53/bAQUSE6wy/RcSOcsymYSmnLO66K7kmqlWCxLHj8sUvHj9ExzY86Xj8yvEGDgoyMszt30EAn4/Tp7ybd8dgffzXq0lW6SlbiuXmPPsJCpd6T7mzcpWtIdHT2xYsHly1N3L3r1OZN3915x5RlK91KparFb888nX7yZIMOHXuMv41GbCmHDx1Zs4beeZvZvPT1155etUbBX34XtOmrL9d+9AEdRDRu3PO222NbtbLbbNnnz2//+aeC9DSac9kFofut46X96cYfH7yf/lxqfVDHkaPqtWkd27ylIS+XRoEHVyxzlIMlnls+Z/Ydn37udq8u7N/PHsDo5i3MhYVF2Vntr72O1B1lSEjcmLEpfyykY9O2bcLkyQLPl1YChkltdSnR+Ss32b7lM7Zd3X0836A9AfABeb/OJjYLHeh6jyaKyw0HzCd2sYGm3TXlvCltjxFFqx0JjuXkHrf8SxESEXb367lfOerC8ue9pu00mNMF5XznXPmo4CMmf0qUalJuQurZzDduFU2OVxxdv5vVbXopQmOsiYcMmxfacy6ZD2zI/X5G+MPvya9iOvCvac9KmvHpB9yi6TjAXpRn3LnMcnQ7sdvyfn5F3bqnvETLnp+V8dJIe2G244fqfaOmbR8+uqGQmWw+up3eiPnwlszZ42PfWkvUl0uhaaiX++UU4uyVpr/2XlWj1pxGRyM/w9a/iMVEsy0+qqHO80CcxQqX/q9wyf8RhF9QpxSxrdQ9b7fs+Y2ONXu+t3a7R4hq6nbMHMwQAAAAalR58y+3VtPsPadU/BXes6emXj1Sy+idMFwg+uLki/3XsQqSFBlo0iLuOp5dZHTEc9lZglv+lZZmPZtiUHAGOjaZRWfJmCv84pwHgaRZmEKtEosukOrOv9Z8+D7LbmiSdePLr0r5Ubdbbm3YsdOyN1+nYxotPfrHX+wiGiH9NX0aC7/Gv/eBvISqx63jF82csf+fxbkpKWs//uiGl18h1Y2GXx2uH3nb+x8qtY7GMW2GDB382OM/3H/vuZ07ss4nnt+7p1lv19HEspOSNn7p6OXccdRouj+vvvx2q+eE2xc8MZlGdas/eK/N4CFB0dFs+/affmQ/1w2zZvUYP0H+fQc/NvnT0dfnpaYeXbvGajCoSvaVow9gZHyTCR9+xFJCGrHpIyNJnWow7haWfxGz2fDff/zgwawETCyJoASsyjyfiyjbsunE5uwLrtLpRs8gAHXHnpthu3TWev6IYcuftqSjjk1KdUjJCiwhzVX0qmzYupw3q4p3pbpCySZfjK7fOOO2ReZDm2iulP/724qIesKlM3R78I2TVc06kfITxZwvn3aGX1zE099oe7g+WqCD4NGPZLxyo5CWaNyyMPS2FxThsiXtVjMf2yTqhZ/5eq518fqhk3L+7wnTruXELph2rwyW5V/5v73tCL8UyqgZv6jb9Ja266+927j179xvnhXSkwoWfxIy4UW23Z6dmjd3Oh0owmOjX1rIxzV13aVeo/RDJmW+eQv97gWLPy0t/ypa9X3BH460zmv4pek8uP7PiQSgVuhGvmA5tIyYCznRpvn3DfMt3ypk3KYKyMIAAACqXYX730vhlyUjw3DQ1Wo6ZuhwUgfsIhEuf6LuXPbouj/RKro5r9BGxxoNF99E5XbNzh31VqtotjgmGdFRSiJlaM5b4JxpGuEVdlM2qVZWo/G/n39y3MOWLW+Y+bK8eIrqe/c9HUaOooPkw4cSd+1kG8/u+C9p3z466DH+Nrf1gzRjGvPaG6H1HKs7dy/8TbBaSXWjudLY199k4RejUCrpPWHjjDNnpO0r5rxJf7qQ2Hq3zHlbHn5RuvDwm+e8RQdFWVkHVyyXtudduhTRqFFs69bdb73N7fuqg4LaDnP8UtH4Lz89zfOODXjwIalErrROZLVJHRsb3KYtGxs3by6jBT5Ba9tqIj0XCYk7xIN/sY3aoU9wQSjugFpiPbUn9Z6mbqe0Kb2y3ro9f8EbLPzidCHhD3/AR5dYos6qq4hKIy8KKxunDWIDe26a1x3CH3qP0zqqgA2bfitc5miTr4xvH1KyWdgVWU7utSYeogNd35uk8Mt1B3TBoRNfYmPjf/+4XTFy6rdS+MWE3PIMG1gvnJA2Wk8nGLf+6bj05qfl4RejG3CLtveNdFD07wJpo2HzH6LZ8WFVyLinpfCLUTXtEDTUsbiSpnK280eJB8O6efm/vElQ+QW+gb486Ya61uqqT6/mzm/32gWfAAAAQM2oWP4lr7zIXrGCbeTU6qj+A0itc9wZx4djl2Mv571xnGJilG+93kCn42j4NfnhqLBQ904lffvoe3bXqdVcbIzyxedL9hnhZN9AtJBqlXLkiN25YnTwo5N5lcpzh2FPPMUGyYcOuQaHD7suenKK5/40Jxr06GN0YDObUw4fItWtzeAhnqVVkY1dXWwsBgMbGHNzj2/4lw5aDRjodRlmVNNmsa1aEccjcFjaOOHDj5/7d9OUZSu9fsIZWlxRaDWZPS9t3rcv8THRw4axgSUhwZqXJz+uOTsnUGVuxV/sEbYtcr3D50JitQMfJgC+gY9prB92V+y761lDrsvsgmtQkWcFlgE5lFISooioJ+VTjkWXSnXEYx8TvmJdDkz7XGXdQdfe63mpttt10a8siv1oW9CI++Tb+bgWykbuhWzK+i3YMVjtRbnSRoMz/KJ0/W8h3mi7DqXnoiFfSD3kCB7MAAAQAElEQVTrukv7Hb0yHSsfh0z03D947JPRbyyv9397lPHtire5Hh/j5j/yfnaURSP8At+hGfAgF+5Kw7VrZwk2m1AMB4IEAACoaeWaGctfhqUX5pxVq9ilkX2vUZRcnlY7OGfPL3qnOPn0QHS9o+jeTfvHgqb0Uq3WS8anVHJvvVHfaBRpBEbHol30vAWRBlV8Nf9cKUdd6U9cca2Qm9jWrWkuJlitycU5UcpRxzHCgqKiwho08HqV+m1dk36alDXu1p1Uq7D6Xr6pJshVhiBVnOWmJLPBvr//pKcybpD9OJ5ofnfpxPH8tLSirKz89PQL+xPO791T/F3cU0i1Pii6WXPiY2KGDEv88n+OkSAYt2xR33QTnc6yVZCe6xoIVJzote397nkk1VWI6jjAvFJDAGqLIrKBXrbsThRspl3LWdt4TbfrIh7+gAsO83Y1XhEWY8/LoE98QmayW2lYaWzFeRAfWb+0ffRDJxm3LbKc3E2cKx/LeWBEOWtxFRUf29jLxRzn9TiSfFR9rzsrgsPsuemi9fKBL4WsFDZIf7Y/KZPl7AFdfcfzvDXJ0TFAERnntVZOERJJTyW3iezqpn1r2ZiPiEP4Bb6CV9GXqqL5jk8uldmnlQd+FXrcLW8Yynrhs32xChIAAKB6VeyTYek9fNHx45YLF9jGmGF1sviRzgt4jijpO2BHFZt4Obdid5RTOIq/yro2x+n1zh3otezEUUzmuJ5rA/2/3Wzi1WGkWqUccaU/kY0akVLuVXTz5mknTkh1UqyqKzI+vrTbjCq+SLrxahQSG1ue3XJTU0n50B9NsFikBZLGvLwd838+s21b0v4Eu81WzhsJiowgvkcVGRnapWv+gf3EuQQy5IYbPNc/iuiCX2XyB1M0F9lXzmLb+cbdVJ1vIgC1iI9qEHLbC/ItIWOfyv36WdO+NeaEtekvXRc94ze+vpewniYyjvzLkWqdKW/+VdwyrIz8i1I2bsvyL1WTDqTiRGOB4z8KJU3oyn8tha68R18Rssr7YmG9cExHbhYtJnYAAfqIkYpgq0Q5bZBoKrIc32FYP18/vA6O0gPgSdVhpLJpH1uio82Fduv7RR1uFhSh8gNB4qMyAACAGlKB/vdy+du2se0KrS6iT52tROOCmorWDGdqxbEMiwjONZ0iqcisoTj6sjuHduc2u0jzL0VwNTeWspldS/k4ni/nVSwmE6k7ivL1ppF+rn733d9u+LVl7yz97DkXLnx/z525ycnSRbrw8IadOjVs37Fpr15JCQkbvvjc+73iK3Pc0lpAs2CWfwmnTtlyc/moKCkCk45rDpXjvfjr3/dJUSbbqB83hwDUNU4XHPH01zQCM25fZM9Nz5wzIeaNZY7apZLUrXuxNls0/9J0GlSeW7alnWMDTceBpMZwah2pjPK+5IrO41Rw2uCIKV+VvafSGQtyShV9xr+8YrQid0bVtGPElK8zXrlBLMzN/+0tTddhNK8kAD5Af/Ps/I9H0D8IhTFbufVjYfgsqQs+OxCkNGdACRgAAEA1unKO4Pamnb3tLCrufB/RuzenrLMwQhk7xJy4SxRopMIyLM5Vx2Xn5O3wyyI6r2F3hl/snG202UWB48PakWoVGe8K1LKTkuq18b4yhTWVD4pyLdaIadqsKDMzu7jazlNO8kU2CIqqs2MgSuVp9JFsVr48lP4i/fLUEyz86nzTmI4jRzVo3yG84eU6iKT9+4m/iejTRxqbjx1T9evneQhIfK5bFSU6f+Um27d8yraru4/nG7QnAL6A48IfeMd67iDNtuz5mbk/zIh87ge3XfSDJxStmUsHho2/BQ2/+4pduqxn9tucywBppuPWZr568fXiyYmdxG6z52UowstV/1shyth44dI50VSoatJBEVKOSl4Fz8c0FtIShZxLpLycax6jG0W+MI9+i7BJr+R+86xoNuR+Ny3qxfkEwAcoYlupe95u2fMbHWv3fl/Y/R4hqqk8/0LsBQAAUBMqEF1dfvsuCFL+FdqpM6k7ygajLac/IFZRVHKOmi8aNdgdhWBbthXOfj+9nDcSpFd891mjiBDekUs4IjB6I6JQZFHFDeeUWlKtpLWKNLTymn8VpqezZYBSgzAamSXu2U0jMKvRqNJ5+WQ+N8XVTqW0nmK1ILppUzZIP3O6tH12zJ+n0moiGjZqfk0/+mXS3r2pzl5gHUeNnvDhx577F6SnEX+jjorWNmxkciaSliNH7H37YglktXBrPsjYlk0nzloSQv8wRs8gAL5DrYl4/POMV28idsF8YINx69+6ASXavSsbt1W17G49vc928UTBok9Dxj9Xxo2JFlPOV1NZcXJpbeOrizLOtVpTyEz2mn+lTb2GOLrUDwu7rzIVl/T2zQc30YEt6ai6g5cWYNazBy3Hd9BvrW7di60MVdZr4si/sr0vnLSlnM585SZFeEzwTU/SVFHaropvz/I1+sgXbfjFemqP5chWmjbqh9xBAHyAbuQLlkPLiLmQE23q9W9Ybv2WNQz12jMUEwYAAIBqUd7jP8rffxYdO0aKG5+H1Wn+RZQ6TttCNNud1VtEFBznRBB37DSU/zaKDPbt/xURm6P4S3Se6NicclHTfBKpbm2HX6vWO5rH7/9nsdcdtv/8Exu0GuBa4dJh5Eg22PvnH57707Dsv/k/E+f0qM3QYaSOaIJDwp3t+RN37Uw/edJzh8Tdu5a98dqil2bsKf4pci66Ktoade7iub+5sOD4hg1sXP6+YL4gtFMnNrAeP24vSZrLQqVJxV9C4g7x4F9so3boE1wQmluDb1E2aR886hE2zpv/mj03w22H8IfeJ0pHJ8TCZf8rWvNjabcjGgtzvniSBkB0rGrWOejae0hN0vW4ntVOG3cs9bzUeu6QPTuVnpSxlaxBU8Y1Y4OidT973SH/l9n5v72V+9VU0VTItmh7Ol8ELSbTvjWe+5sT1osWo5CepGpSagVoxCMfEpXjyBj5v87x/IcAqBP0ZUs39Ek21pxZzZ3fLj8KJOYMAAAANaFix3905V/FC9MUWp2+RQtSp1Txt5pPvi3qFESh4BQcDb/oZ2QPTIzo30dPFI5VkJzC29HiRef/BMeA50i3DjrRGZyx+i97gYnYlaqYPqS66SMi+t//wIYvPj+8csWe/gN6Trj98j2y27d8+83mbxwtUfSRkS369WPb2wwZ2qxP33M7d6z75KPGXbs2lAWOxry8pa+/mrR3Lx23HDhIGxJC6k7fu+5Z9d47gtX61/Rpd3/9bXDM5d7JRZmZ/7z6Mhv3nuhKFUPjXA1xkhL2ud2U1WD4a/qLhRmuCj67YCf+I6xzl/RVK+lAOHdOMJnsSqXn4cyxBLJC3J5/2BsD26Kp7FIuvKF24MMEwPeE3DzVuGclja5EQ37eT7Minv5afqmyQYvQW5/L//1t+hyXP/818+EtEZM/5Uo2kree2Z/zf08IWc4miWptxBP/R2q4+yFfv7mu31jj9sU0n9L2GKFuJ1vPLop5815hQ22fG0ml6PqOKVjyf/bcdNPe1TT1Cxpxn/zSouVfW07uogN1mz7SwSv1A28rXPKFkHkxf8Gbqvj2fPTlo8fQMKtg6RfEudpR1bRjad+Ur9ckZMyTBX99KBoLcr99PvKFnwiAD9AMeNC0Y56Y6/gD166dZXxwvdsSSHkvfJSAAQAAVN0VZtLSR0/yZUeFxYsfw7p1I3VN2WicNel30ZDIKTnRUc3mmB5EhvDXdA/ilMSZf3GEd/UC45z9wdgBH52t7kXR5ljz6Di3iaLgqCATzYL5YmpI/+85VSipAf0feHDXb78UZWUtnvXSiY0b2gweEhZXP/nIoSOrV6cecx14/tZ33tMEXw6zrn36mW8n3W4qKPhq/C00ZmrQsaMuPDxx186Dy5blpzlaotC8bOwbs0md6v/gQ6f/23Z6y5bkw4c+u3EUjfmimjTlVSoab+1b9DeNwOg+NO9r2rMX279hx45B0dF0+9E1qxe9NJ1eFNe6TW5K8pkdO3bMn5d59ox0y1Zjuar5Vr49Z9sPjn461z8/beAjj5I6Eta9u2skiuajR9W9erHIRh6BQfmJXtve75lPUl3PQvpRM4hSQwB8kFoT/tAHWXPG0yGNe0z71mi7j5BfHnTDo6Jgo7kMfTUy719/6YnuygYtlfVb8OExtuTT1pRT9uJFf4rQ6Mip3/Kx8aTmhdz8jHHHMmK3Zb09UT90krpFV0f/fputcNmX1tMJjrs9+rFKN5LngsPDH/ko+z3HoRgdqd/+fzXdhiujG9lSz5j2rWPhF6cNDrv3jcvX4ZUh457O/e4FIeNCxksjg0Y+SB8lRXCEPT+r4M/3abZIX+bD7n697O8bfNPjNNSj38V8aJN8Oar54KbsD+6lA1XLbtGvLCIAtYlX6W98pWi+Y8aizD7NH/hV6H6XdCBI6XCQbF9EYAAAAFVX4U+S6auvISGBjet48aMLp2z+uOXQ83aVnWMHK+TY/51vmx0lYM6u9nTG4JwziOxQj0RaL+mMvWyOWjBRoEGY3ZKayYd3UTe6ntQMbUjIQ/MWLJr1UtK+fcfWraUn+aURjRvfPOft5n2vkW9s0rPnPd98t+S1V3JTUv6b5/7BNU2UbnnnPbb8sA7ROdmkz77494vPt33/nSEnZ+1HH7rt0HbY8JtevfwWhQZ8Ez/9fN6jD5sLC/f++Yfb6s767TsMeuTR36dOoeOspKSWxG+oo6I1cXHmS45c0nbsmL1HDxZ+eW0BBuUkf+hEc5Gw6lX28PGNu6k6V7IOBaAWqNv01A26zbjZ8fyW9910zft9uaASn6wEj3mCBkz5f31oPb2P2Cy2pKP05H4jbftGPPl/NAIjtYKv1yTqxfk5Xz9rz04xbFhAT7LLVEHX3h16x3RSBZqOA6Je+i33++lCWqL58GZ6kl/KqXURj38mFX8x9DG0mwrzF74rmgoLF39aYv/g8LBJr9AQ7QrfVcGHP/pR5mvj6NNJ3oLXNV2Glqv7PkANU3W4Xtm0jy1xJx1rt7xX1H6coAiVIjB5/RcBAACAKqvw+kdzaqpoMrHtoZ19If8iqrhBovE567kPiVJFWCGIoxc+vcM08xKdxV/OgZR/sf+wVl92Z/jFUjBBtCRn2E36iLFLncsma0pMy1YP/7pw7x8LE3fvyjx3Lv306aDIiKhmzbrcOKbT6BuUGi/FLK2HDH1q2Yr/5v2ccuRIxpkzuSnJ4Q0bNmjXvvut41v06098gzooaOS06Z1GjU5YtCjj3NmM06fpW5WwuLio+Pg+d97VatBgt/2b9uo9ddWatR99lHzkEI32zAUFvEpFk6+e42+jPxfH86vffzc3OfnImtX06sR/hHbqnMHyr8REr+GXtCeCsLJ5L/76932uwHUkOP24ynTgBqhNYXe+ak74116QZS/Mzv1pZsTjn7vtoO7QP7pDf+FSomHrn9bEw7aU00JuuiIoTBEWo27ZLWj43crGtX1sE3W7vrHvmKHm/wAAEABJREFUri9c/pXjKJbJp+yFOfQ+qFv1DLru3kpXfpW4/bZ9Y99eU7jyO8dxLS+ds6WfV2iDFeGxNBoLvnGyItRLO7+gEfdru19XRK9y4Ti9S/QZQdW8k6ZdP/3wuzmtvjzfVNW8i37IRMPGX8SivLzvX4yY+g0B8AH6m2fnfzyCvsopjNmq7Z/ahr6kKMaWQLJ2+AQlYAAAAFXGlb0gS95zhzXmzN258/xzriNV9Vu1lvA88QWi3XTqO+HCN1ykWqHlHeEVnTbw5HILMOJaAunc2Vkb5mj45VgC6Tzgo2P9o+lsimjTh12/XqGvR8AP5aWmvD944JjX3ug96U5Sd1L+/jPxy//RgaJBg8iPP1YXU6lUSie3Bh8ESiFP3l1PQTkXre91ZId9VPcYrx//AQEAAPBnhr9nWHb/Sgcipyx8eBMf1VTlRCcMvJM0bSCoBfMTH66bP2/XSjbu0rDVT/e+RgAAAs706dNzcnKmTJnSoUMH4icqVuVE34VakpPZWB0d7SvhF8UptK0eVracaUsrtBdYRUczL9Fxzk5WR4cv0SqdRGJhG0VHv3wbEXIMhmNnOH3XsBGrEX75r0snTtDzyPjaaJFTBm1cfTYQLl2imY3ogUA5uLW9Z2zLZrDwi6h0ulEzCAAAgJ/TXf880TiOfcGJNs2G2Z5HgZTPHzCLAAAAqLSy8i/RW/N788WLbKO2QUPiUzhO0+TmoN6/2M0tzRczxEKr3VocflldaZf7yWq3ZReZTl8wJWXr2k0PHfyLIsjHfigoN0th4bqPPwqOjmnWpy+pU9r6rvVBnN0uZGaWMYuF8rhc/5W4Qzz4J9uoHfokFxRFAAAA/Bx9OdMNfZKN1adWchf3sCUXbvMHAgAAAFVTgfov9uprTXUdjkoqcvEpfGTH4IHzdR3/z5wZajmfZ83IsxeYBIPVbrbZzXbRLNiNVqHQYss1WC5mGA6fNqfalPXGR958WNfhaU6pJeC3diyYn5WUdMtbb/MqFalT2vqX/zTs6enIvCrBrfiLvQGwLZrKLuXCG2oHPkQAAAACgmbAg/SljY21a2cJNptQzO0jNIISMAAAgMoq7/EfpVdcc/H6R20DX8y/GHXD6+iJDixJS0ynF1gzdrJe945GX5yjMZhCFaKKHxve50lFcGMCAaH/Aw/2umOiLiyM1DWFVquKiLTmZNOxLTVV7NxZLH0JpIheth5Eb23vhb2/kNSDbKN+1Ayi1BAAAIDAwKv0N75SNP9ROlRmHOUP/CZ0v1M6EKR0OEi2LxrhAwAAVM6V8y+3j5ssSUlsu7TIy5ep48fQk6PLvWAmjh5goqPkTaHi8OY54PAqlS+EXwxNh1n+JaSlIfmqnBKPmrnItvJl9mDxjbupOt9IAAAAAoiqw/XKpn1siTvpWLvl3aL2YwVFqBSBscyLoP89AABAFVxh/aNbCzC7yURsNrZFFRFB/AWn4JQ6ThXCqUM5dTDCL6hpqnDXX4eYl+cWfolYvFAmr8Vftg0fcAWX2Eb9uDkEAAAg4Ohvns2OVq4wZqu2feq2BBKrIAEAAKqoYsd/FIxGaczr9QQAvJH+OkSzWV725VYFhslraUp0/spNtm/+hG1X9xjPN2hPAAAAAo4itpW61x1srNn3vZiT5LULGAEAAIBKuXL+JcoaUTvqv4oh/wIoDa/TsQH9kxFLtnInUDq3x4qxLptBbGbHxSqdbtQMAgAAEKB01z9PNMF0wAkWzcY5Xou/UAIGAABQOeWq/5JeX+2o/wIoh8t/HRYLKRl+YdpaTqz4S0jcQQ7+ybZohz7JBUURAACAAEVf5nRDn2Rj9ckV3MU9XpdAEgAAAKi4UvMvry+uJdY/Fle4AICby38dHusf3QYg8VwlStkWTWUbufCG2oEPEQAAgICmGfAgfcljY+3aWYLNJkVgKAEDAACoivL2//K2/jGIAIA3l/Mvi8Wt7AvKJj1cjrb3exaQ1INsu370SwRHrgAAgIDHq/Q3vsKGyoyj/MHf7SVhRgEAAFA5FVv/KJrNrqvpsPgRoFS87nL/e+JR2USgTK5HyWoUVsxiW/gmPVWdbiAAAABXAVWH65XN+rKxdst7dlOBWwt8TCcAAAAqoWLHf7QX51+8Rk0AoBTy+i/PSzFn9eS2MtSx8vHQP6QwjW3U9r+fAAAAXDW0Q59gA4UhU3F0qVv4xS7CEkgAAIAKqUD+RV9fObUr9hJkCyEBwI3damUDUal0DUp+VIvZqlfytaJc+xvFkPpsu2nbXAIAAHDVMG34gg3s+hhrm9GsLQDqvwAAAKqiYvVfCq2WDezIvwBKJx0pgtNqMUOtkMsRmFJLRrzGNgrn91oPLCUAAABXAeuR1bZzO9i4oM/TNoUGyRcAAEDVVTD/kh3zEREYQGnsUv6lcbRsx1S1Qi4v6Ohym71Bd7bRsPxNYjMTAACAwCZYDcveYENLZJuiNuNEHPYRAACgOlQs/+KK67+IrMIFANxcXiCswSELK8/RBWz0e65xQbpp8zcEAAAgoJm3zhVzk9k4q/9MsfQ+X6gFAwAAqJBKrn8kqP8CKJ1gNLhGsj8ZqAQxrqOtwy1sbNr4PzE/nQAAAAQosSjLuOFzNi5oMtwc26mMnTmOIwAAAFBulV//iBb4AKWR9/8iUClcMfPgl0TeeeQNq9G4+l0CAAAQoIyrPyDmQjqwK1SZPZ+WXgpJKWkXIjAAAIDyq0L+JVW4AEBJl1cHOw+Ziulp+bnN9R3C6pv7uA4Db9n3l5BylAAAAAQce/opy+7f2Din3SR7SAP6Gqhw4jwQAAAAqKAK9v9SKhXBwWxszckhAOCN9NehCA/HJLU83B4laX7PJv2WPpMFfQy7yLB4JgEAAAg4hkWzCHH087JpwnM6PyC9CEopGPuSAAAAQKVUIP9ir7iqBg3Yl8bkZAIA3hgvXmADLjbWNSj5aS3mr17Jl3hI837HuUprHPwS20e4kGA9sJQAAAAEEOuR1bbEnWyc3vUJotbzPE9fAXknr1VgBAAAACqiXPmX/CVW1bAhG5iK3+EDgJxosVgyMtiY5V/SXxDmrFdUYuVj8SfedOpvaz/OWq8L28ew/E1iMxMAAIDAIFgNy95gQ1N4q4JWNyk8yMvB3D4uIgAAAFAO5a3/kl5uA6/+66vxt8xq3eLzm0aT2rXpqy/p96WntBMnSO3a9esv8x99+MPhQ17r3OHjEddu/PILUnF1eP99nPHiRWnMx8VhYlpRbms9pAisaPibbAexIN20+WsCV2JLOpZ6T1N6yv7oQVJjhPQksShfvqXgj/fZ97VdPFnOG8l66w66/6XHu5I6ZTm+g93zolXfEx+W8dJIeifTpw0l/qxafnNKU9Y/pShazx0iQAh7iHK+eIpUjWg2Fq2am/Ppo+kvDEl9qG3GrNG5X0017VpOoNzMW78Xc13z6ku9p/HeSBEYRRB7AQAAVFzF+n9Ryvr12UD+Jh/8yI7585a8+vLxDf/mXLhgM5myEs/xvJJA9TEmF/9paDRcaCiWKpSTW+WXlIJJU39Sv5O57Ti2s2njl2J+OoG6JYo0XMh46Xp7US4BKL+6+82hoVvmm7cUrfqOQDUxbPgl7ek++b+8Ydq7WkhLJBaTLemocfvinP97IvONW2wX8QnZlYlFWcYN/8fGeY2HWep1lj74kS9+lCIwzCgAAAAqp9Tgg76yiqJIPD5fUhevf7RmZ4kWC+c8vB34kW0/uD4Mj2rarM2QIbqwsDZD/LuIwNeYiqNhLi7O7SL5mgVMXssghV/0WYhN+u12Oz03DZquOrVKIZiI1Whc/a7+tg8J1J3CJf9X8Bf+CaDC6uw3xy6kT7+O2MzKmHgC1cFycnfeDzNZy3ZN1+HazkP46Ia25FPG3SutZ/dbT+/L+uD+2LdWcfpQAqUzrv6AmAvpwK5QZfZ6Vp58KZVKaSytfyQlpxMEAAAAyqdchT/y11op/6IKThwP7dSZgP8w5uXlXHA0bmvSo+fDv/5OoAYUnj7FBlxsLOeBYLZaOha7c6W0AHOkYKFxxl6PBu34lO5g2feXpv+DfIP2BOqI3VhEqknUS78RH6Bu27f+z4kEalg1/uaUxvs/Jf1UD60Dq5HdnvvlVBZ+hd03Rz/sTrZZ03VY0A2PFvz+buHyL+3ZKXnzXgt/9CMCpbCnn7Lsdj0BZrebJATFqLytfHRrAUYAAACg4irQ/4ud82FhishItjH/EDpo+BlzketdR+Nu3QjUDOnvgouPd4tyCMKvcnMLv6QIzNpnsqCPYfsYFs8kAABQF6znDgpZjpZV2u4jpPBLEjJhmrJhazow7l5BkzICpTAsmsUyRJsmPLvjfV4rv+QRGEHxFwAAQGVVoP+X9Fqr6+yq+co/jPzLz4jFc1CVRkugBpiSk6052WzMt2nDlTxaE1fygE2YuXryWvzlSN6l9wBqnXGwK/YSLiRYDywlAABQ68yHNrOBtvcNXi7mOE3HAY6BxWQ9f4SAN9Yjq22JO9k4vduTnCZIvvjRLfmSphMEAAAAKuUK6x+l5UjyN6Xajh2LNm4kjvzrsOMzPUWFm+j7C7sgJCz66+yOHZdOHM9NTo5p3iKmZcuW/fp3GTO2tKuYC/J3LFhw8eABehVzUVG9Vq1jW7bsOnZc467lrbfKuXDh+7sn5aak0PHNc97qcdvt0kV7/1x4bN267AtJeampan1QdLNm9NS0V++O14/kr9SIbcs3X6/+4D3pyw1ffE5PdHDNPffdMOtlttFmMu35Y+HFQwfpfcg6f95qNsW1bhPZpEmD9h163HKrOjiYVO3+U2knTuz+/df0M2fSTp1UqlT1Wrep37bdNffcGxwTQwLC5VBYpVI0bcqGXsMvAlciPVasERjrAkZZ2o2x7vtBlXaAXmpY/mZYhxFEqSFQEaLZWLjk/8zH/hOyU+35WYrQKGVsE2Wj1truI1xvWctUuPizgr8vL2hKf34QPVfGt4+ZvcL9GxkLCxZ/aj1zwHrxOKdUKxu31fUerR80gZQ87EbWW3dYju/ggsPj/rdfvt1ybEfRmh9sqWeE3HTRZlHGNVfGNVM366wbNEEREkHKZhfSnuxlL8zmYxrHfrjF6y45//ekadcyouDrfbZTERpN7wO9J3R76KSXg0Y+WImHK++nlw3r59FBvU93KiLquX27gj/eL1zqON5uzFtr6NVL3Nnc9KI1P1ovHBMyLgqZFzmNno9rpoxrqmnXT9dvXOVeZwsWvle47H90EDVzobpNb/lFpj2rcj57jDgrdyKmfuN2xfRnB9D7oOk0OPKFn+TbzQc3GXcssSYds106y4fXUzZspW7RNXjkw0Rd4g9QtJguPdSWDsIf+oA+Pnm/zaFBiUIXQn9kPjTWsPnyWteq/+aUxvOfMvWB1sRmYZca//uHnugg4ulvtD1GsI2GfxfQh8WWniTkpinU9PFvQn/fNO2u0V0zhiiv8Arrgw91yI1PqFr3YLvZUk4XLv/KcnKPkNEe1BIAABAASURBVJXKR9VXNW6nHzpR02lQaT9OOf/utN2v4yMbCPkZ2s6Dvd4Op9IU308sO/VGsBqWvcGGxrCWBS1vVHoLv+QHf0Q5OQAAQFVceR7JyRrhM7pOndhFdqOh6OzZoJYtSSA6t2vn8tlvXDp+XNpCUy16Svj7r/1L/hn7+pvhslZozO7ffl3/2aeFmRmXb2TnDnrauWB+/wceHP7U0+qgoLK/aV5Kyg/33+M1PFr2xus75v8sfWkuLCxIT6M3Tr9pwqK/7/76W16lIlWQtG/fn9Oez046L994fu8eeqI/8o758x6avyAkth6p7P0nzvxu+Zw5lqLCy/unpp7ctHHPnwtHvTij67ibif+7vCi4eXOFSlVa5ReB0sm7gFEs/JI3wlcqlUXD3wz/ZQy9VCxIN23+WjtsCoFyEw0FWe9MsiZeLuC1Z6da6On4DsO6n4NvmBxy+4ukOghZKTn/94QtxdURj76QWI5spaei9fOjp/9C066yr27c+nfut88T8fLKKVvSUXoy7VpeuPLb6Nf+4aMblnV9BU+Ti6K1PwoZFywn9qjb9HS7nGYHpn1r6UDTvj8Nv0q7mVp4uGjWkL/wXWIxye6b0V6QZT21x7jlT+OOfyKfnUt/HFJBNJ5goQzNRNxCGfMhVyBoPr7D7Vo0K6GJjOPq3YZLG4X0pLwfZ5oPb5FtOU9P5oR1hs0Lwx98T92ur+cdEG3mzNnj2a0JRXl0EDTiflIOVfzNqYS876cbNl0O5uwWk/10tvV0gnHrX4ZNC6OmLyDKsl5hffChDpvk+mTLsG5e3s+vsBV2jkvTEunJtGdl2APvEG/K/3enjG9HT6R05sNbHf9RaVRNytrtqmXe+r2Ym8zGaX1eLK3tvVvyhYkEAABApZXrc1QiC78odXy8IiTEXlBAHO/2DwZk/pWVeG7eo4+wpKb3pDsbd+kaEh2dffHiwWVLE3fvOrV503d33jFl2Up5SdSBpUv+eWUWHaiDggc9/HB002YqvT7z3Nltc+fmp13aNvf7rMTEu776poxvSvOsH+6/NzspiXiERweXLmHhV8NOnVsPHhLTvLlKq005cuT4hn9Tjx45vXXLfz/9OOChh8u48YGPPEpPORcvfjjM8Tnt0CeeGv70VPm3/vHB++nPq9YHdRw5ql6b1rHNWxryctNPnTq4YpmjHCzx3PI5s+/49PPK3X9q01dfrv3oAzqIaNy45223x7ZqZbfZss+f3/7zT/SKNHqzC0L3W8cTPyfVfylat5Yv33ObuUowhfWKK9kIX6r/ouesBEyo38nUdpz2+GK6g2njl5qed3ChsQTKJ2/B6yzN0XQcSN+rKxu2shfmWhMPm3avpJlL4fIv6Zt5VavuZdxC8Lgp9JT/2ztFK76iX8Z+sJmP9XJAvezPHiVWs7JBS/2g2/m4Jtazh4pWfUeTHfpeOvenlyOeKOv5RLiUmDt3On0TrgiL0fYarWrUWhEWa7tw1Hz0Pxo82fMz8+ZOj5w2j5RJP3QSzb/owLh9kWf+ZdqxjHVD1w24tYwbqfrDVTbTnlX581+nA8dP2n2EslFrZUxjITPZcu6Aaedy+nCZD24qWjU3aPTDFb1lVctuXFCEWJRjProthDwvv4huYQPRkE9/FlXTjpfvz751bKDtc6Nrk82S9cH9wqUzdKhu3Vvb5wbHPcxNMx/Zbtq5lOY1WW/fEf3y354PQuGquSyRUTZoZcu8oIyJD73rVXqq0d+c0tSfe5IIttT7HTMW3TVjwyd/Kl3kDLkc4ZeyURttl2H0n5hTay1nD5r3r6MRleXkrsIVXwePebKMG/fBh5qPa+b40Tb/kfezIwjjNPqg6x9QNe1EH0br2QM0cnWGYu6q5e+Oyf9lNvvD0Q8cz2mDCJQkFmUZN/wfG+c2Hm6p11nJe4GVjwAAANWorPxLqvwisnfpriWQnToZtm8nznf79W++hQQWmsv8NX0aC7/Gv/eBvC6px63jF82csf+fxbkpKWs//uiGl13Tx7yUlKWvv0oHwTGx9377ff32rmPStRkytPMNN/78yMM0pTr+7/rDK1d0HDXa6zctysqi4RHNy4i38CjhH8f7/PCGDR+at4DGamxju2uvG/jQw/+7ZRy9Fk3Hys6/yrb9px/Zz3vDrFk9xk+QXzT4scmfjr4+LzX16No1VoNB+u4Vuv80FNv4pWPVD/3xb3v/Q/lqzZ4Tbl/wxGSaKq7+4L02g4cERUcTv2XLzzclX2Rj1vxLzvOw5VAe0qPHSsCkT8jNg6arT61SCCZiNRpXv6u/7UMC5WGzGv9bQv+r6TI08rkf5JcEXXtPxkuOtWCFq+dGVCHQucxqDh43NeQWV9ROwx1d79EZr9xEn2RNe9fQe1JGTY1h+2K2Wi3q+Z+UTYqP8tnjuuBxT+d8+qhp72rz4S22lDPKBi3K+P6OLKlxO9uFY8adS8PufcOthMqwfRE95/Sh9F6VehM1/3AVLP7MeV/VUS/8LK+m0ZO7rcPuynx9HB0bdy2rRP5FHI/5cOOWP2l+JBoLOZ3rAxsalAhpiY6RQkn/LSxHtslDGfPBjfRc1byLIsR1rJu8BW+yREY3cHz4g+9KD6N+yMSiZp3zf5tDxzQ0iZmz0u0RptdSt+0b8djHisj69JEUctJIOVXhN6cSDJv/IM78MfqVRZzW9Rqn7T1aHPdUxkvX04eraM1PZedfxCcfant+Vh6LVkOiol/5m6/XhO2s6zdO1aJb7pdPe/4U1fJ3R+9A7ncvGLc75i3K+PZhk14h4MG4+gNidsy77ApVVq9npJc2t8ovz0/RCD45AwAAqKxytRThPDpSazu6JnA5u3eLNhsJLGd3/Je0bx8d9Bh/m9uiPBrcjHntjdB6cXS8e+FvgtXKtu/+/TdTfj4dXP/c81L4xYTE1qN5EBvv+u1Xr9/RmJv7w/33pJ9yrPXwDI+Is7SKnkc2jneLn9RBQdfcc69jceXTz0h3phLyLl2KaNQotnXr7rfe5nYR/RZthzmWZtBYMD89rXL3f8WcN2lGQR+KW+a87daqTBcezh4fmqAdXLGc+LOsba4VKzSn4Zo397pgAdPWcnJ72pGefKQ3BiQ0ztjrMbazZd9fQspRAuVgL8xl729Vjdu6XUTTIvo2O2j0Y/oB1fOphrbXaCnCcH2L+Haudks2s+3SuTKua8+55PgPr2JlLHL64XfrBtwaOnGWQnflpoT6/o7ncNGQb96/ocTt52ZYnOvRtD1GlhGm1PTDJRbm0bBAERyp63uT51IyVYuufL2mxLkekFSKttu1jv/YbeYj26SN5oObiDMTUbd21MSZT+y8fH9MBsvJ3Y4rdhnq2mI2Gv5dQAd8bHz4/W+7xS40ldN0HUYHtuST8m8hCbvndUciQylVfEwjUs67XYXfnEoQctPpOb17UvjFcNqgoBH366+9J2T8c47Qrez77HsPtXHHEtHkSFiCRj0shV+M7pox9FfO80aq4e9OsGW9dzcLv/iYxjRHc+tZBpQ9/ZRlt2u9bXb7u4SgGHnNF4vApGMfyz8/AwAAgKqo2PEfJUH9+rGNdqMhZ8d/JLAkHz7MBsOe9NJUiOZBgx51vOu2mc0pxYvdko84rhLTomVXb9VwDTp07DTacXSk5EMHRY+jgJsLC3984D7WaMxreERFNWlKnMHc6vffzb+UKr+oz513jZr+Urebb6lK/68JH3783L+bpixb6XWCFVrP1fbLavLSwvaK95+mY8c3/EsHrQYM9NpEP6pps9hWregg5chh4s8y//2XDbh27Xit1vOYTZ6JGJSHFH5J7wfYmwRrn8cEvevICYbFMwmUgyI8htOHEseCqe8NG38VjYXyS8MeeDv0junsbXbVaXuO9NyoKi4qsRfllnFdlvsQwZr9ycPWcyWONazpOCD8kQ+DRj3k2WDek37Q7SxHMDj7nUuM2xcRu+DYYfBtZVy9ph8uLjgs5p219f63j/5EXnfgwx0/o2itZPtwTcdBrHe7+fBmaSNLT9Qd+qmadyXOZuekuNbbfHADe1ikrvDWcwdZK6iQMU95DQpDb3Ut97Oe2e92ERcUoWzUhlRcVX5zKkHpzIaspxPy57/uFjUGjXww7J439EPuuGLFmQ8+1NLxGYOG3+V5ayE3T/XcWPW/u7wFb7BkWRFeL2rafPoXRMCDYdEs1pHNqo3K7nCP17Zf8vovIvv8DJMHAACASitX/3viUYuhqldP1bq19eRJujHj3/WRAwaSAJJy1HGg7qCoqLAGDbzuUL+t61N6mpQ17uZY9nLxoONQdPWcLZ+8XiWubbtDK5bTqCjt5Mm4tiXqCP6aPi3rfCIbRzfzvqbgmnvuPbZurV0Qtnz7DT016dGz7bDh7a+7jiZHpLrRXO/SieP5aWlFWVn56ekX9iec37uHXSRYLZ77X/H+56a42rvu+/tPeiKlY4+8n7Lm5OTtT2Bjvm9fz8Il9O+oKM5bFzC73S4dCNKu1hkGzwxZ6XgXJ1xIsB5YqupyE4ErCRrxQOHiT4jNkjd3Rt7Pr2raXaPtfp221yhFaBSpVsooL/3pFUGu5uWi2VjGdfWDbitc/rVYlGM5sjXz1a18dCMaE2h7XO9oLl6RPyIaMGk6Dzbv/9e0d41oMXFqLdtu3OFY1UhvVt26V9m3UGsPF3G0BMq3XjgqZF+y52bYMi9aTuyyXXAeg8VWyfJeTqund9h8aJP5aPEnVaLIOlLR7YrQmCLHP4SB5imqlo6DFJucVXJ8VENlvCtskqIWaYsbR9kaW9xH45uSVE07kEqpym9OJQSPethRqCXai9b8QE+qpp0cv2y9Rl9hlV9JPvhQs0I5LiiM81ax5ajwct6afGMV/+7M+zcY1v3Mfq6oWX/wUQ0IeLAeWW1LdFUCpnd9nNMEKbwd9hGdvwAAAKpdefvfE4+FSEFDhuQ686/s/7YLhiJeHzjNTVlVV2R8fGk7RBVflHLEkddkJSYacx0fR0c0KnVxR2TjxtKNu+VfNDxS0I/81BqLoWjRrJeeWPSPSqdzu3rTXr3v+vKbP6Y9x74ROyzj6vffpbFag/YdmvTs0XXMOLd1hRVlzMvbMf/nM9u2Je1PsFdkTesV739uamo5byrtxAnBYqniD1JXMtatZQNRqVR0764oyev8FTPa8uM8euGzBMzSbox13w+qNEcAbVj+ZliHEUSJtTZX4FxZJhY62k6JNNZxvGM/tCnvp5dVzbsoG7bW9bxeIzsaXVVw+iuvTywNTZeiX/4z59NHbKmOdkiOHkyr59KTIjhS1aq7ulkn/bC7yplA6QfcSvMvGu2bdi1nre6FS4nWREe1qW7AlY+5UQsPly3lTNGauTQ3ES6dJdVN02UovcP0lmmmpgiPsZ47KBblEWe9kiIkgiUg5qPbWSjjeKDoRbKfyJLoKstVllxAdxnH8TGNhDTXQyqnCI4glVKV35xKULfvFzHl69yvn2GrBa2Jh+ip4K8P+bgW6qbXJnDaAAAQAElEQVQd1G370FSI1XaVzdceanthDikuIfR+a5FxrGv+5dup2t+dYcsfzlvhI5/5FuGXd4LVsOwNNjSGtSxseYPSW/jl9ciPBNMGAACAqrlC/sUVt8D3rGQJGTYs97vviN0u2mxZmzfFjhxNAoXFZKrQ/jZzJVemMHSaM/69D3IuXlz70QeZZ8+s//zTkdOme+7WesiQF/7ddGzDvyc3bTy5eRMLwi4dP0ZP+/7+8+TmzRM/+z9SWTkXLnx/z525ycnSFl14eMNOnRq279i0V6+khIQNX3xe6fsvPT797ru/3fBrSZk4nif+KWO960heXLduV1z8SKB85CVgFAu/WCN8FoHR6LVo+Jvhv4yhl4oF6abNX2uHTSFwJSG3PBM05A7jjmWm/estJ/c4a0BE69n99GTcsjD09hlBNzxKqkGVftWVDVrEvL3GfHirad8a09419rwM4nhLn21OWEdPRRt/j529kgsOu+LtaLuP4PShoiHf+N8Sln8ZNi9kd08/eEJ57km1PVzFa9/kzAnrsz99VF6Gowivp2rSXt28i6bDwPyF71pO7iJVQBO6/PmvEUfB0Tr9kImsIxUf3Yi1iFI17Uh/CseCtTFPWM8dog8vcT5il++ypfgFUVHhJ2dOUYEeC25XJbVL2+O6ep/uMO1ZZUpYbz68hQVhwqUzRnrasYT+u0c+O/eKN+J7D/UVHn9O4+WANlX5u3Ms8KQ/abPOpZWwgXnr92Kua66V1udFeeWXW+d7z2kDJg8AAABVVIH6L1IyBeNDQjRdu5qdfeIz1q8PpPwrpmmzoszM7AsXStshp/gYf0FRjmM2RTVtyr6U50dupIs8j284asbMzjfeJFitB5cvTTtxYut333a4bgRbVulGHRzc5aYx9GS32c7t2nl6+7az27cnO6vVjqxaeXLjhtZDhpKKo2nCL089we5h55vGdBw5qkH7DuENLy8/Sdq/v4yrX/H+S5V0ol1s1qcvCUSmlJSiM6fZWNGnD1f64kfMYivK6ypI+vaArYWkhPqdTG1v1h53HMvPtPFLTc87uNBYAleiiKwfNPphehKNhaYDG8z715uPbrc7G4Hn//2RbuD4mljfV2EKXtN5MD2F3TfHevag+eAG06Et1rMHiGC1Z6cULP409K5yHFpOqdL1HWP4dz7NNewFOYqQCLb4Ud22T/lLVMr7cEl/2qLd80bspkK3LUJ6UvYXTzjCL6U6aOgkTZeh6uZd5eGCaK/8gU2ke07DCFvSUfOR7Y5QxtmbSd3+Gnappv01jlDm1F4i2OgPRZwHxNQUX0op45qyTzCES+cuHxDQ7afIcLxcSgcx9FOcLpj+O9KT46E4so2mV+YjW23Jjjp3x/rZfWvkWZVXvvZQ86GRtqIcW0ZSaTvY2LEpvfwklfq7swss1FPWr8C60auKWJRl3OD6qDKvyXWWep2VvBdY+QgAAFBDynv8R/n7dumFOWjIELZD3v4E08ULJFBExjuWHtAIzGr03mQkN8XVHzeujWMlo1KjYRFPThn5V6rrKvXbuR/hq7kzEuJVqnFvzGZb/p45Q7Bc7rRF3+cbsrNptETvEtuiUCpb9Ot//fPTJv+9eMKHH7ONJzZtJJWStHdvqrPxVsdRo+mttb9uhDz8IsVHnyzNFe9/dHE+mF6cEHnaMX/e3j8Xnv1vO/FPKcV9zUSdTtWpk9fFjwi/qk6eJ0rt8CnTkJfsvLOvE/2jXfUOgTLQ96jZqY5OQxZXYabjbX/fm8If+6TeZ7tYeRSxmqXO2XVFNOTbUk4LqZfXA6qadw4e93T0y3/Gvr2WrXI1Hfi3nLemH+hc5yjaafJF38+zNV+6/uU4bmMFHy5O4fpUSfTWLVHIcl8Mbtj6F3FW/YTeNi307tdo4uBWWSNkl/X0W07azkPoueXINpq8WE7uJY4spj+7SNNhAHH2pbKc3mdiK/I6D5bXHylZQ3SalZQSo9hz0lgfd5XH8Sv9A03S87Ns54/aczNcW3glfRBoxBPz9hrpuASmvevKc2M+9VCrmjibgllMNPb1vFQsPrZpiY1V+LsTbVZVq56OU9OOBLwxrnqfmB0huF2hyuzxtPQS5lb5hZkDAABADanY2gS3kpagfv244lZNF3/7lQSKDiNdR57a++cfnpfabbb/5jvau9IHoc1Q12G/OlzvuErKkcM0pfK8Sv6l1EMrVxDngSBD68WRUjTu1r3PnY6DNGWcPv3v559J23MuXHirb6/Pbxq99YfvPa/Vsv8ANjAXFZFKySnOLht17uJ5qbmw4PiGDWxcdl+w0u6/Jjgk3HkkgcRdO9OdPePcJO7eteyN1xa9NGOPtwfc9wmFhemrVrKxo/hLqVR4cJvIEsxlK4IrefwN6SlIesPABccYe09mO1sS/hZSjhIohWHjb2lTr8l8fZzp0CbPSzXOd++U24EOvbq8WtluJ9VLFNNnjMiYfm32F096XsjHNVU6F5SJpvI+6aladOXjmhPHYsN1pt2Ov1ZOo9ddM+aKV6zow8VpXQvKbKnunbxEk8FyYqfbRiHdlXSoW/XwvH3ryb32bMdnJ6Iz9ag0bffriHMJm2HDr8TmCPK0xfdc3bYP62xl3LGUHe/PrcpJ22sUSz0MW7wfvaRw5TeuPbuUtwC5Bn9zyiaFTbKFqELa+bQne2S8PLpw2f88r3H5n9hsIOXgUw+1pquruZjR2w06slc3Vfu749RaGpPRU9CI+wh4sKefsuz5nY2z2t0lBMXIwy92Lh3jmL3GYZ4AAABQvRRX3EP+dt1tPRev0+mvdbVzSl+31pKVSQJCmyFD2TK9dZ98lHyoxFGWjHl5f057Pmmv40PdlgMHaUNC2PaBDz2iDQ2l8dCimTMK09PlV8k4fWrB45MN2Y5FASwmK8P1z70QGucIyLZ8/23qUdd7+Mj4+EZdHIdO3/Xbr5752tHitusN2ley3Qb7jlRSwj63i6wGw1/TXyzMcP1EdsFeiftP9b3rHuLo+mr9a/q0wowM+VWKMjP/efVlNu49cRLxQ8l/LLQX9zjjhw8vI/wiUGUlnoJkfYKtvR+1Bddn+xgWzyRQCm2v0YRzPPPn//6ue8hlt5v2rGZD1qK7bFLzICEvnVQvjtP2uJ7+15Z01LDR/cMVupGt23KVt5QPKwEzn9xt3O34NILmFNKxIMtQ0YdL1dh1eJOitT/K96WRQd7c6aIh3+32+UjXL63l5G63i2g0lvP1VOl7kSqgd08RFkOKAxRlg1ZccHjxPVCyI2DSpM/R4J9XSXkNowiJDBpxP3FGh+zQfpfZ7YWLPy1a5fhgxrGUr9NgUj41+JtzhW/MEec/upB3+WXIEes0dpRT0UfAdt49OjftWs4G5TyWpU891PSXXOH8BStY/AlL3CS2pGMFiz91v0IN/N2BxLBoluPfnc6stFE5He/hS+F15oD5AwAAQLUob/8vz/oL9vIcPmFC4apVHJ2aC0LywoXNJj9OAsK1Tz/z7aTbTQUFX42/hWY3DTp21IWHJ+7aeXDZsvy0S3QHfWTk2OLlfo4vIyIGPvTw2o8+vHjwwOdjb+x3731R8U1EUTy1ZcvB5UtZA/imPXvRfcr+vurg4NHTX/pt6hQapdGo6PG/FyuUjn+jEc8+98N995gLCr6+/bYuY8Y06tw5NKZe5vnE4xv+PbNtK92hXps2vSfeSSqlYceOQdHRNIc6umb1opem95xwe1zrNrkpyWd27Ngxf17m2TPSnlajoXL3v/+DD53+b9vpLVuSDx/67MZR/e9/IKpJU16loonbvkV/s3Wd9PvSh4j4G7vBkLpkMRtzPXoo4uI8w6/SSsCg/DhvXcDsdrt0IEi7WmcaNCN4haP5vXAhwbp/iarrlat7rkKKkIjgmx4vXPJ/wqUz6c8P1vUfp4rvwGl01gsnjNv+Yt2FdP3GlWcFk9QgLPerZ+hVFCFRQSMfINUk5MbJpp3L7AVZeXNnmHav0rTvp2zQUshOtZzYZdy1gobxnFoXOuHF8t+gfvCEgr8+JBaTkH6efqkbeOUjP5KKP1yaLsNo3iEW5poPbcr55BH9sDtFq8VyYodh6190o6brcNb4SaLpPJiVHeX/+aHdVKTrfQMf3ch24TgN6WhKIkr9wuw2xwJMdeWPbUoTE+PWP9kddhQiyS9q19dydBv9gMJxUZvenD7E7bohNz1u2PgLDe/yfn7FlLBe03WYMqqh5ex+0+6V7CiBVPjDH3hesTQ1+ptTNj4kSshKthz7L/erqXxUQ12fG5Xx7ULvmJH9/r2ixZjx+s26vjeqW3bnw+vZLp017VvLckk+rlnwiPLeQ995qDmtPuLRj7PemUTj18zXbw4aca+qaWdOpbacOVC0Zq5j8aNSw4rULt+BKvzd0Ygt89Wb6ICv1zT2/Y0EZKxHVtkSXeWfGd2f5DRBZSRfqPwCAACoIRXrf088+u8oo6ODhg83rHWUIKUtX9r4rruVIeWdAfuyJj173vPNd0teeyU3JeW/eT+5XUpjmlveeY+t6ZMMfPhRpVqz/vPPirKyaBDmdpXek+68/vkXWBhUto6jb2i9eNHJjRsuHT+28csvhj31NN3Y/Jp+o2a8tPLttyyGot2//bq75GrTBh063v31N0pNJd8aaYJDJn76+bxHHzYXFu798w+3VZ/123cY9Mijv091xApZSUktr3RrXu8//Z2Z9NkX/37x+bbvvzPk5Hg+Pm2HDb/p1deJH7q0bKlQ6HqPqrjxRnlTKtR/1RDOoxc+S8AsbW+07v1elXaAXmpYMTus4/VsMRG4Cbn1OWvSUfP+f+m7XFZRIqftOYq+wS7P7Wi7Ds9TaYjVTAOFwqVfELW2GlMMRWRcxJNfZH94P00laJZkLrn8kNOHRk75SlmRhlOK0Gj6Zt58eItjHB7LmjGVR4UeLpo4hN31Go11HCVf+9bQk3RR6KRXVM06u+VfNB8JmfBiwcJ3aQxRuPjTwpIlOTQvU8W3L1ziOPyu7dKZqhxTT9ttOA1lXDfboX+J79JhgCMZZLt193KIXi4oNHrWHzlfP2s7f8Tz30IRXi/8kQ80HQeS8t+ZmvzNucK37nl90WrHkRyN2x2fW9AoMzi+nabToJAJ0woWvkf/FYxb/zKWXBiobNAqatq88oePPvVQq9v1jXzuh+zPHqXJb4nfXk4Rdt8c+lBIsZrrW1T33x04CFbDsjfZ0BjWsqD5KKVsqiBNGLwe+ZGg+AsAAKD6lCv/YpUXRBZ+0beadEBfpwVBCJ0woWj9eo5uMptTF/3d+J57SUBoPWToU8tW/Dfv55QjRzLOnMlNSQ5v2LBBu/bdbx3fol9/z/3pzKX/Aw+2u/a6nb/MTz99OuP0KWNBQWTj+Ga9eveeODG6eQUOhzT29Tc+HT3KUlS46asvO44cFduqNd3Y774HWg8avPnbb1OPHinIzGRrEiPjm9Adhj7xpEqnI1XQtFfvqavWrP3oo+Qjh2jkZy4o4FUqdhg8vQAAEABJREFUmnz1HH8b/Xnpv/Tq99/NTU4+smY16/BVifuvDgoaOW16p1GjExYtyjh3NuP0aVNhYVhcXFR8PL3NVoPKu3DGp4hW68WFv7m+6NyZb9RIHnu5RWCk5GpiAhUkLwGjWPhFsYeaPgMplcqi4W+G/+Io+xIL0k2bv9YOm0LAE8dFPjvXnLC+aO2PtvQke34WqzOi8Yp+0G1sBVZ5KMJjoqf/WrjyW+u5gzTI4FQ6e24G3UiqCX3rHvvx9sJl/zMf3mrPz7QXZDvKT7TBmq5DQ297kXe2IqoQ3YBbWf6l738rKf/fYAUfLkc5WKM2hSu+cdTL2MzKxu007a/R9hypbtPbcmKP580H3zhZ0+6a/D/eF9IShdx0+laZU+tUTTs5tncdaks5zfIv445lIVXIvxwr5pRqZ79zzi1AUbXoSr8jzTscd76n90X6ykZtYt5YZlg/z3x8py3ljO3SOUVwmLJeM13/m/X9bq5oYVpN/+aUIfT2GZwu1Hx4k/X8UWKzikZXKyv6aGu7X1e4+DPr+SNCfrZY5GgYr4isr+s9OuTW52lMVv5v4VMPNXHWGNZ7f1Phiq/NhzbbMi/yYTGqxu10A8dre4xgUaCbav+7A/PW78Vc1/GR0vq8KI+93DrfcyURzBYAAACqlSvYuiK2G1twRNHYy2azWYulf/ihaeNGuoNCp+/583xleDgBuAok//7b+e9cDYn5mTNVzZurVCq1ExvQc6WTlIVhRltFns9F8qcji8WiXfGc9tjfjl1VurDnN3GhsQQAAKAuiEVZee8PZod9zGs6Im3gm3RKIM0Q2LnXqQJmC37tw3Xz5+1yHRmpS8NWP937GgEACDjTp0/PycmZMmVKhw5+0xtUQSrIswUYFTZhAvss3W40nPvqfwTgKmDNyrogrY1t317RpIm8eQfWP9Y0t2chafGIafAMO+/sa241Gle9QwAAAOqIcdX7LPyyK1SZ3afIlz1KxV+eswWEXwAAADWhvPmX/DVY/raTvXKrGzXSj3Adxjtj/bqCw4cJQKA7+7//Y4d9FOmfw623Kkq28/AafmFGW3Wcx7E42NOR9MhzwTHG3q4DcVgS/hZSjhIAAIBaZ08/ZdnzOxtntb9bCIrxuuxRWvyIzvcAAAA1qmL1X/K38fLKC/rKHXrPPVxx5/vTH31ABIEABK68/QlZm12NgRXDhvGNG/OlHMKJDQhirxrglsVLKZi19yO24PpsH8PimQQAAKDWGRbNop+R0YFVG5Xd8V6+FGV8YAYAAADVqMLrH4m3ZUeUKiQk5L772A7GC0kpi/4mAAFKtNkcIS8TGqoYO9at+Es+o3Vb/IgZbdW5lYBJj/PlR16tMw6awXYWLiRY9y8hAAAAtch6ZJUtcScbp3d7kr4wlZF8ofILAACgFlQg/7risqPgYcOUrVuznZN+/smalUkAAlHKHwvNqamuL26/XaHVXnFGK4/AoBq5pWDSP4Gt7Y3Wel3YPoYVs4nNTAAAAGqHYDUse5MNDZHtC1uM8vycTPpSgc5fAAAAtaIy9V/E2/pHdh7+5JOE54mzEf6Jt98i5Tu4JIAfMZ5PTCpuey+2bcv36FHadFaBzvc1xmsJmPzdhVKpLBr+JnsGEgvSTZu/JgAAALXCvPV7MTeZjS/1niafJ7g1/3L7XJkg/AIAAKgxFe7/RbyVgEnvOdWNG+vHjGE75x/Yf/HXBQQggNgNhmOvvCxarXQs0t/4e+7hvfHs5YFJbbXzGoHJ/xVI/U6m9rewnU0bvxTz0wkAAEANE4uyjOs/ZeO8ptfbYtqxlyd58uU5VSAAAABQwypZ/0W8lYCxl/bQiRP5Jk3YPkk//oBjQUIgOfH2HFOK6xNdbvx4RVSU5ye6CtmxnDCprR1en44o8+AZdl7r2MNqNK56hwAAANQw46r36YsOHdgVqszuT8lfleRTBXxOBgAAUMsqnH95loC5R2AaTcSLLxKt8z2nKB5/41VbXh4B8H+XlvyTs+M/Nha7duWHDvWc0bKB57yWYFJbA65YkcoFxxh6P852tiT8LaQcJQAAADXGnn7Ksud3Ns5sf48QFOM2T3Bb/IjO9wAAALWm8vVfpOTKI/krurp+/dCnnmL7WHNyjr/5OhqBgb8znDlz7ssv2FiMjubvv98z/Cot+YJa4BZ+SU9Ktt6P2ILrs30Mi2cSAACAGmNYNItOE+jAqo3K7XQv7428ZyU+JwMAAKg1lcm/uCt1nqb0fftqRo1i++cf2H9h3s8EwG852n69Oku02RxfKJXcY4+xYz4qnaSBFIRJn+hiUlvTSns6uvw2Q60zDJzBdhYuJFj3LyEAAAA1wHpklS1xJxtndJ/CqbRXDL+k62KeAAAAUNOqVP9FPGou5MLuvVfZogXb7cK8n7I2byIAfki0Wo++Msuclub6+o47+EaN5MVfbu085OEXgVrkdQkkJbS70VqvC9vHsGI2sZkJAABA9RKshmVvsqEhsn1B8+s9p8cK2UGi5Sv3CQAAANS8SuZfpXUBkycCSo0m9PnniV7PrnLirdm5e3YTAP8iCMdffzX/wH7Xl716Kfr39yz4cvtc163sC1PbGuVZAub5jFQ0/E22CFssSDdt+ooAAABUK/PW78Rc1xFyLvWeJp8buPVJ4EoimCcAAADUiiod/5GUueyIUsfGhk2fTlQqxxUE4dirLxccOUIA/IUonnz37ZydO1xftWrF3X03X7LbvQTtPOqQ16cj+XMRqd/J3GE825nmX2J+OgEAAKgmYlGWcf1nbJzb5HpbTDv2MuT2OZnbPIEAAABALarq+kdG/rbTLRfQtm8f8vzzosLxjUSL5ciMF4vOnCEA/uDMZ59kbviXjcX4eP7JJ3mNxq3hl3TAR8/iL6gTpSXypkEv2nnncWmtRuOqdwgAAEA1Ma56n7640IGg0GT1eEr+6uPWJMFz5SPmDAAAALWjqsd/JKWXgEnpgK5795Diw0HajYYj054znk8kAL4t6Ye5acuWsrFYrx735JMKrVYefqlUKt5j8SMmtXWF81iU7VYIxgXHGPs+yXa2JPwtpBwlAAAAVWZPP2XZ8zsbZ3e8RwiK8Vz2KJ8nuHW+BwAAgNpR/fVfbjUXrgisf3/9o4+ynW35+QenTik8fowA+Ca7/czHH178ZT77SoyK4p55hg8N9Sz7cuvogZWPPsIt/JKekay9HrEF12f7GBbPJAAAAFVmWDSLThbowKqNyulwN+8NmiQAAADUuWo4/qN87BaBycMC/bBhurvvZnsKhYWHn38W7fDBB9lNpqMzp6etWO76MjRUQcOv8HDpN1mlUrmlYG6VXwTqCHelpoQKlcY42BV7CRcSrPuXEAAAgCqwHlllS9zJxundp3Aq7RXDL+m6mDMAAADUpmqo/+K8HQtS/qovpQZBN96ovece0XkYNrvZfHTWS1JzJQBfYM3OPvj0k7l79rAvxagoxXPPKaKjlaVwm9fiE13f4XUJJGVrM9pSvyfbx7BiNrGZCQAAQOUIVsOyN9nQENm+sPn18s+ApUmC50dlmCQAAADUvmpb/0g86r88S8CooNGjg558krXDJ4Jw8q3ZqYsXEQAfYDyfeODxxwxnz7IvxSZNuOnT+Xr15BkuK/5i527tPBB++QLPEjC3CIz+wxmufdMZwhOxIN206SsCAABQKeat34m5yWx8qfc0vhRu8wRMFQAAAOpE9eRfkrJLwFhwoBs4MOj550WVil3l3BefJ/0wlwDUqbz9CQeefMKSlcm+tHfuzD37LB8SIqVdbssepcM+elZ+Qd3yugpS/nREYtuaO05gO9P8S8xPJwAAABUkFmUZ13/GxrlNR9pi2sk/+vVc/Ih5AgAAQN2qtvyrtEZgniVgSucRIYNnziR6Pdv/4i/zj82cIRQVEYC6kLnh3yMvvmA3GdmX4ogRikcf5TUat55fUgTm+aGuQnH5TwmzW9/hVpQq/auZBr5g57WOPaxG46p3CAAAQAUZV71PX0ToQFBoMnpMcfusxS3/QvEXAABAnavO+i/OWyMweQomDxG0bdsGv/oqCQtj183ZtTPh4QcKjh4hALUr6ccfTr41m9jtdCxynHjXXYpx4+Rxrdf6L7cZLZH9/hOoa57PRW6FYFxwjLHPk2xnS8LfQspRAgAAUG729FOWPb+zcVaHe0R9lLTiwWv45db5HgAAAGpf9a9/JKWvPHKLEjRNmoTOmaNo04Zd15KRcejZqcm//kJYbx6AGmZKSTn8/LMXF8xjX4pqNXnqKUW/fp6/q27hl+eyR4RfPsvtuUh6RrL2fsQWXJ/tY1g8kwAAAJSbYdEsOnGgA6s2Krfj3WVUfuEIOQAAAD6imvMvUkoEJm8+LQUKlDomJuTll9Vjx7quLAjn5353ZNrz1uxsAlBjRJvt4i/zEx5+IP/AfteW0FBu2jS+XTu3yi+p5708/PJczkAwnfUxZT8ROf4FVRrDYFfsJVxIsO5fQgAAAMrBemSVLXEnG2f0nMqptFcMv6TrYrYAAABQV6o//5LI33nKyy7ksQKjnzBB98ILJCSEXTFvfwINJtJWLEchGNSEwhPH9z/6cNIPc0WLhW2x9+zJvfwy36iRW+wlz2rlnb8QfvmX0ipShTajLfV7sn0MK2YTm5kAAACUTbAalr3JhobI9gVNr5P3+pDmCdLArVQcAAAA6kqN5F/SC7xbBCZfCOlWYqPt1i14zhyuRQt2RVt+/pmPPzzw+GNFp04SgGoiGIrOfvbJwScfNyadZ1vEsDD7U0/xDzzAh4R4DWflxV88DvjoVzxLwNwiMPpvarj2TRaziwXppk1fEQAAgDKZt34n5iaz8aXe03iPnl9eky98WgYAAFDnaqr+y2sEJn/b6Rk0qGNiQl99VX3nnUSrZdctOn3qwBOTaRBmy8sjAFWTtXnTvgfuv7TUtcyNhh7ioEHcq68q27env5Oq0rmVfXmGX5jO+iyuzI6EFIlta+o4ge1M8y8xP50AAACUQizKMq7/jI1zm422xbRjryxKb4eHlh8kBwAAAOqcktQY+novOisrpBd+Og+QLiKlHKNNN2qUslcv0/z59j17HLuKYtqK5ZmbNtYfM67B+NuUoaEEoILo70/Kn38UHj8mbRFjYsR771U0a1ZaWSKbxXrOZd0+yCUIv/yHFIHR5yWWgtntdnpuHviC5uRyhbWIWI3GVW/rJ3xMAAAAvDGueo++WNCBoNBkdH/S7TMViVR0jOIvAAAA31GD+RcpMwKT70PcUrCYGH7KFMuhQ6Zvv+Vyc+mlQlHRxV8XpCz6q97oGxtNmKCKiiYA5ZC3d8/5H+YWnjgubaHJh3jddYrRo3m12q1bR2nhl9TADuGXP2LPQmUUgtmDY4y9nwja9h7dwZKwSDPgYb5BewIAAFCSPf2UZc9CNs7qeJ+oj1IWzx+8Vn65db4HAACAulWz+RcpJQKTfxTmlWOfzp2V779vXrzYtmoVEQS6s91kSv37z71Y8oQAABAASURBVEtLFseOuL7RpLs09eoRAG/or0rGv+svLVvq1j9OjI8nd9/NN2zotSGd20CefCH8CgzyEjCp/oueW3s9ZDswT1mYSvcxLJ4Z8vgiAgAAUJJh0Sxn+wRi0dfL7XCn18ovt8M+ovgLAADAd9R4/kW8RWCkuBDMMwVjMwabzeY4p/+//Xbb0KHmpUuFbds4m43uLNpsaSuWp61cEdate8zwa6MHDFTo9QTAyXghKXXxoox1awWDQb7d3rIlN2wYDVVpsuUZfnkmX55TWLffWAL+w60EjOVfUgTmoNIYh7wcsuxxuoNwIcGy/x9117EEAACgmPXwSlviTjbO6P4Up9JeMfySrotpAwAAgC+ojfyLlBmBEY8DtLEBjcBccVhcHP/AA8LNN5tXrhQ2buTMZsd1RDFv3156OvvZJ5F9r6FBWHiv3pyyln4c8DWm5OTMTRsyN28ynDnjdpEYHk4mT1Y0auTZ+1wefvHeFjy6rV9A+BUA5CmY1AWMsrQeaanfU53qaDtoXDFH3XEkUWoIAAAAJVgNy2ezoSGyfWHTa5XFLyJuk4fSGiYAAABAnau9wIjNAORVGFIi5rn4UcIKwRyiohQTJwo33mhZu9a+fj0pKmI3azebMzdtpCderw/r1j28ew960jZqROAqYEq+mPHv+qwtmw3nznleKkZGkhEjuH79FCqVFGl5hl98yc4dUizClWxey24TE1k/JS8BI87wnXXBlyIw+jtguPZN1c+j6C5iQbpp01fa4U8TAAAAQsxbvxNzk51D7lLvabxHzy+vyRc+NgMAAPAptV0wJb0LZefsXSgpTsGIrC5DysIEJxaE8eHh/C232G+4wZqQIOzYIR46xFqDUYLBkL1tKz3RsSYuLrxHT0cW1qMnHxREIFDYTabCkycKjh0rOH6s8NgxS1aml51UKnunTqR3b0WHDori1Y6KUo7QJOVf8povt7YdCL8Cg9dVkPQfnZ6zEjAhtq2p4+26I7/THWj+pek1kQuNJQAAcHUTi7KM6z9j49zmo20x7Vjxl9Q5we0jNJR9AQAA+KY6WDDoVohBimsx2EWOd6GC4FkIJgVhdGCnM4y+fe29e9uLimx79gj//UdOlmhzbr50KW35MnqiY2V4uCa2njoyUhMbq46K1sTEqGNilCGhqpAQZUiIQqcj4GPMaWm2/Dxbfr4lJ8eam2vNy3Wc5+ZaMjKKzpwu44pi8+Ziv36Kbt14nU5auug2MS0tAvNMvuQNvwjCr8Ai/ROzKjC+uBe+eeDzmpPLFNYiYjUaV72tn/AxAQCAq5tx1Xv0RYEOBIUmo9sTpc0l3MrGUfwFAADga+qmYRZXsh2Y9CXLxVgKJoURdEoheGAb7aGh/JAh9kGD7Pn5tuPHReeJpKXJv5ctN5eeikq/M6rIKGVIsCoklBT3I4PaJ5hMNppz5eXZTaYKXVGMiSFt2pDWrbk2bRQhIfL6QamkS+nR814eh7nFrCj7CmBuJWDynJ39StiDY4x9ngza+i7dwZKwSDPgYb5BewIAAFcre/opy56FbJzZ8T5RH6UsrhznvVV+KUp2vgcAAADfUWcN4+URmHwtpFtTMFb25ZmFsTIx6dweEcH36WPv1YteXcjNdQRhJ07Yjx3jsrKueE+s2Vn0ZCTgN8SmTUmLFvRc0aKFIjycOEsIvdYMKop70ypkXWk9wy/Pz2wRfgU8eQmYVP9Fz609H7Tt/1lZmEr3MSyeGfL4IgIAAFcrw6JZdN5BBxZ9vbwOd3qt/PL6KRrBFAIAAMDH1OUBE7mSHfGJt0IweTkYC7+kCEz60l6SMjra3q+feM01dCwaDPZLl8S0NJKZKWZkkPR0MT2dKywk4CdElUqMjOSiokhUFFe/PqHJV5Mm7klVcXolL/uiA77kgkeFrBGY21S1tAkrZq6Bh/PWBUyKwBxUGsOQV0KXTaY7CBcSLPv/UXcdSwAA4OpjPbzSlriTjTO6T+FU2iuGX9J1MYUAAADwNXWZfzFlFIJJ0YaUbbGx1K/HVfzlgTW0dpwrlWJIiNiypViMOMM1MS+PGAxiURE9cUYjPSdGI7HbpXvF9iT+M30xGo300dBoNCqVivgbx6PN80St5jQaek4zL8cgKIiLjuaCg0nJwyN4Tb44b8seJaW1t5d/VCv/LgTT1qsDV/KYG1IEZml9vaV+T3XqHnqpccUcdceRRKkhAABwVRGshuWz2dAQ2b6w6XClrK7cs6hcPjkhAAAA4HvqPv8ipReCuR0p0i0Fk9YrlZV/Oc+9cNYTSXEY+6bSwB8VpqbSCCwqKkoXFkb8n9c6rDKSL0628lE+Lk/BF8q+rjZcyUNwKIq74EsRGH1jY7j2TdXPo+guYkG6adNX2uFPEwAAuJqYt34n5iY7h1xanxdZ7OXW9ssz+eKw8hEAAMBX+UT+xXAlm+KT0lMwFmzJoy7P8OsK+Zcs+QqMFMxms5nNZjrwx/ovN55pVKXzLynU4EqukUTydZXjvK2CpL8n0rOHENvW1OkO3eHf6A6mjf/T9JrIhcYSAAC4OohFWcb1n7FxTvMbrNFtPYu/3DrfYwoBAADg43wo/yKyQjAie4PKlUzBpCWQbnVepSVf5YnAiEcK5ndY/kUfIrVaTfwcV478Sx5jKUo2//Jc3iifm8oRJF9QshG+VAJGz82DXtScWKqwFhGb2bjqbf2EjwkAAFwdjKveI1bHsZEEhSaz2+MKb0eRlleXe51aAAAAgE/xrfyL4Uouh3RLweRBmGfO5Vn25TX/Yjfrtf6L+GcKFjD5F+ex5pHIIjD6j06KC3a85l+ctzovNjclsgSNlJyeYqp6FXIrAZP/qrB3NXZ9hKH3k8Hb3qU7WBIWaQY8zDdoTwAAINDZ009Z9ixk46xOD4j6KFbxVUblFyYSAAAAvs8X8y/miikY2ygVgimKu+aXnXyVln+RUmIvf8nCrFaryWTyx/yrtCmjW/JVRv7lFoR53eh5U2V/d7iqSL8qYvGBINm5rdeDtgM/KwtT6T6GxTNDHl9EAAAg0BkWzaITQDqw6OvldrizjMovrvRDSAMAAICv8d38i+E8WuMTj75gnsnXFWMvsdydv/wo//LT+i+vM0XOW+d74u34j26ILCNzuxZB8gUlcd66gEkRmINKYxj6aujSx+gOwoUEy/5/1F3HEgAACFzWwyttiTvZOL37FE6pLmPZo/QZG4OpBQAAgC/z9fyL4Ur2BXPbKAVhpGRVV2nVXmLpze8Zf8m85Fj+Redhfr3+0W3iyJVcAklKCcK8fklKib0IpqfgjTwFk7qAUZZWIyz1e6pT99BLjSvmqDuOJEoNAQCAgCRYDctns6EhpmtR0+Gebe+lZfJuVecEAAAAfJt/5F+M1xTMbbvbuduAlO+Yj/6Yf9lsNovFQh8Kvz7+Y2lBVdlBmPxLz3FpNw5ASpaAEWfxICsplSIw+obHcO2bqp9H0V3EgnTTpi+1w6cSAAAIRKat34m5yc4hd6n3Cyz2cmv75Zl8cVj5CAAA4A/8Kf9ipOmFZxBGSr6bFcs8wmMZyx79NP+yWq10QkZnacSflR2BEW9ZWGlflnabAHKct1WQ9O2NWHw8WSG2ranzRN2hX+kOpo1fanpN4kJjCQAABBaxKMu0/jM2zml+oy2ypWfxl2fnewIAAAB+wo+zktKCMGktpDwFI2Ue4dGvO38xNPyiERibpRE/xJXZBczty3KWd2FWChXF3sxIVWBSL3zzwGma40sU1iJiMxtXva2f8DEBAIDAYlz1HrEa6UBQ6jO7TfaafMmbf6H4CwAAwL/4d60Q4xaEEY9YxC0gE0t20yf+WfDlhhWq+G/+5VXZZVxcmQeOBCg/txIwKQWTmrzY9RHGvlOCtrxNd7AkLNIMeJhv0J4AAECgEFKOWvYsZOOsjveJ+ihlmYd9RPEXAACA3wmE/Esin4jIIy2vuUkZO/gjln+xN+0kEJX9b4Q5KFQXeQmYVP9Fz6097rcdWKDMT6L7GBbPDHl8EQEAgEBBn9jp3JAOLPp65xveECwIWq22tPALxV8AAAD+KKDyLznPuYhbkVeATVYEQWD1X1fDJAwTTah2XruASRGYg0pjGDwzdOmjdAfhQoJl/z/qrmMJAAD4P+vhlfSJnY1Pt3ogIzs3+VK6UqmMiopq3LixTqeTDvsoRWDEo/coAAAA+LiAzb88lT1B8fclkPTtuee6Tr+GCSXUFXkKJnUBoyytrrPU76lO3UMvNa6Yo+44kig1BAAA/JpgNSyfzYaGmK6GpsM0eXlGo9FgMGRmZh48eDA4OLhZs2YdOnSIiYnB4kcAAAD/dRXlX2Xz93kMy+/oG3VMyAAqR14CRkld8KUITKlUGq59UzXvBo7YxYJ006YvtcOnEgAA8Gemrd+JucnOIXep9wvh4eE056Jf0PDr4sWLycnJ6enp9HzDhg1RUVGdOnXq0aNHbGwsir8AAAD8DvKvAEHfnBPMwwCqxusqSBp+0XNWAibEtjV2vF1/+Fe6g2njl5pek7jQWAIAAP5JLMoyrf+MjXNa3GSLbKl0fuyhVqubN2/epk0bQRDOnj17/Pjx06dPp6am0kRs+fLlcXFxNAXr1asXDcIIAAAA+AnkXwHC7RiXAFBF8kb4UgkYPbcMmqY9sURhLSI2s3HV2/oJHxMAAPBPxlXvEauRDgSlPrPrY+zZXqm8fOxHrVbbvXv33r17m0ymw4cP79u379SpUzQIW+LUsGFDGoTRS1nJGAAAAPgy5F8BgtV/BerBHwFqjVsJmJSCsTdFjhRMH2HoOyV4y9t0B0vCIs2Ah/kG7QkAAPgbIeWoZc9CNs7qeL+oj1LyXrCXgODg4P79+w8YMKCoqCghIWHPnj00CEt2QhAGAADgF5B/BQjUfwFUO3kJmFT/Rc9tPe63HVigzE+i+xgWzwx5fBEBAAB/Q5/A6QSKDiz6erntJ/Klh1/stYC9KISEhAwaNGjw4MGFhYV79+71GoRhaSQAAIAPQv4VIJB/AVQXr13ApAjMQaUxDJkVuuQRuoNwIcGy/x9117EEAAD8h/XwSvoEzsbpPZ/hlGp57MWWQLLKXykCI7IDBNPz4ODgwU4IwgAAAPwC8q8AgfwLoCbIUzCpCxhlbXWdpX5PdeoeeqlxxRx1x5FEqSEAAOAXBKth+Ww2NMR0LYofoiqZfHnWfzFeb6zsIKxBgwY9e/ZEEAYAAFDnkH8FCPT/AqhG8hIwUvyX5RaBGa59UzXvBo7YxYJ006YvtcOnEgAA8Aemrd+JucnOIXep9wulLXuUJ19S/lXGZ41eg7CUlBTWLB9BGAAAQN1C/hUgUP8FUL08G+Gz8ItuZPmXENvW3Hmi9uACuoNp45eaXpO4ULylAQDwdWJRlmn9Z2yc3WKMLbKlsvjjjTKKvyryHa4chLFm+QjCAAAAahPyrwDB8i/UfwHUBHkjfKkEjJ6bBjyvPrZYYS0iNrNx5Vv62z8hAADg24wr3yU0o3nZAAAQAElEQVRWIx0ISn1W9ye8Jl9eS8BIxT9oLC0Io5YuXYogDAAAoDYh/woQbP0j6r8AqpFnCZi8ERh9s2TXRxivmRq0eQ7dwbJ/sWbgI3yD9gQAAHyVkHLUsvcPNs7s+ICoDVOWedjHShR/eSUPwmgKRrMwBGEAAAC1DPlXgMD6R4AaJS8BY/VfLAWzdL9Ps3+eMj+J7mNYPDPk8UUEAAB8FX2ippMmOrDo6+W1v4MvM/yqYvGXVzQIG+LkNQirX79+z549EYQBAADUBORfAQL97wFqglsJGMu/WATmagSmUhuGvhz6z8N0B+FCgmX/P+quYwkAAPge6+GV9ImajdN6Pssp1fLYiy2BZJ9tSBEYkR0ImFQrr0FYamrqUicEYQAAANUO+VeAQP0XQE2Tp2DyY0FaW15radxffWEbvdS4Yo6640ii1BAAAPApgtWwfDYbGmK6GuIHq0omXzW3+LFsCMIAAABqB/KvAIH8C6CGyEvASHGVpTz/ogzD31D9eB1H7GJBumnTl9rhUwkAAPgS09bvxNxk55C71PuF0pY9ypOv6l35eEUIwgAAAGoU8q8AgfwLoOZ4NsJn4ZdrCaTdLkQ1N3WaqDu0gO5g2vilptckLhTvTwAAfIVYlGVa/xkb57QaZ4tsqZQdzKS04i9SRxCEAQAA1ATkXwEC/b8Aaoe8Eb5UAkbPzQOf1xxfrLAWEZvZuPIt/e2fEAAA8A3Gle8Sq5EOBKU+s+tkr8mX1xIwUqcfLiIIAwAAqEbIvwIE6r8AapRnCZjUCIy9ibLrIwzXTA3ePIfuYNm/WDPwEb5BewIAAHVNSDlq2fsHG2d2elDUhinLPOxj3RZ/eVWeIKy1EwEAAIBSIP8KECz/Qv0XQC2Ql4Cx+i+Wglm732fbP0+Zn0T3MSyeGfL4IgIAAHWNPiHTiRIdmIMa5rW73fOYj/Lwy3eKv7wqIwijl4aFhXXv3p1mYS1atMBnogAAAG6QfwUCFn4R1H8B1CS3EjCWf7EIzNUITKU2DHk5dMnDdAfhQoIlYbG62zgCAAB1x3poBX1CZuP0Hk9zSrXXyi95BEZkB/wlvsozCDt58mReXt4Gp/DwcCkIIwAAAOCE/CsQsOZfBPVfALVFnoLJjwVpbXWtpXF/9YVtxNFu5i11p1FEqSEAAFAnBKthxRw2NMR0NcQPUnlUfvn+4seySUEYzb9oEJaQkJCfn5+bm/uvU0RERI8ePWgQ1qxZMwIAAHB1Q/4VCFD/BVA75CVgpDhxludflGH4G6ofr+OIXSxIN236Ujt8KgEAgLpg2vqdmJtMHKsfFZd6v1Bazy958uWzKx+viPX/mjhx4qlTp6QgLCcnZ51TZGRkT6cmTZoQAACAqxLyr0CA/Aug1ng2wmfhl2sJpN0uRDU3dZ6kOzif7mDa+KWm1yQuFEfmAgCobWJRlmn9Z2yc03KsLbKlUnbQktKKv4ifoz+CPAjbu3fvvn37aBCWnZ29xikqKooFYfHx8QQAAOBqgvwrECD/AqgT8kb4UgkYfVtlHvCc5vgShSWf2MzGlW/pb/+EAABA7TKufJdYjXQgKPVZ3SZ7Tb68loCRgJhQSUHYHXfcIQ/CsrKyVjvFxMT06NGjV69ejRo1IgAAAFcB5F+BAP2/AGqTZwmY1AiMRWCCPsLQd0rw5tl0B8v+xZqBj/AN2hMAAKgtQspRy94/2Dij04OiNkzJ86Wtf/THtl/lV1oQlpGRscopNjaWVYQ1bNiQAAAABC7kX4EA9V8AdUVeAsbCLzpWKpWW7vfa9v+szE+i+xgWzwx5fBEBAIDaQp94HV2/CDEHNcxvP1GeeUklYFL4FXjFX16VFoSlp6evcIqLi+vRo0ffvn1pIkYAAAACDvKvQID8C6CWuZWAsfyLRWCsERivUhuHvRqy+EG6g3AhwZKwWN1tHAEAgJpnPbSCPvGycXrPqRyv9DzmI6vYlSIwIjuwLwl0pQVhly5dWu5Uv379nj179unTJyYmhgAAAAQK5F+BAOsfAeqQPAWTr4K0thhmadxffWEbcbSheUvdaRRRaggAANQowWpYMYcNDTFdDY0HqnjvrobFj2UrLQhLTU1d6tSwYcMePXr07t0bQRgAAPw/e3cB0MbZhwH8jRPc3bVQqFJ3122dVta5u2/dvrm7u3Tua9fV19XdBSq4e3GLJ98/OXqkIVCgtEB4fl++7M3d5Uguae7uuVdsAPIvW4D6XwAXn3kVMHYmfTbPv0jjlBcl300TML2hrky57TO7KQ8yAAC4kJQ7vzZUFzJj60dhyfDHRC207PDe5ls+npN5EJaRkXHw4EEuCCs0WblyZWBgYGJiIgVhHh4eDAAAoHdC/mULUP8LoFu07AifC7+4JpDGjvA9wpUDF8uP/UALKLd+Jhu2SOCMTlUAAC4UQ0OFctOHXLkqcp7WPZKv/GUx8qN5BMbgDNoaUSZ8EHbkyJGampoCkxUrVgQHB3M1wtzd3RkAAECvgvzLFqD+F0C3M+8In68CRqdbqjEPyU6tEKprmValWPeq/fz3GQAAXBiKdW8wjYIKOrF95ZC7RK1oWQWM4SDqbK0FYXkmf//9d0hISGJi4rBhw9zc3BgAAEBvgPzLFiD/AuguVquAmbeC1Nm7NY5+yHHrC7SA+ugKcfREoYsvAwCArmaoP60+9AdXPj3gdoOdi9ha5S90+9UhrQVhuSbLli0LCwsbOnQoBWGurq4MAACgB0P+ZQvQ/hGgJ+DPpvjwizvpUg+5QXPsJ0lVJi3T+Ae6AAMAuLDUjgG1/ReKW6/5xf1Qo/JXh7QWhGWb/PXXX+Hh4YkmLi4uDAAAoOdB/mULUP8LoBtZVAHjmkASviMwisCUE5+R/H0jAwCAC+/0sEfEZ7MagTGzAXwZtFtrQViWyR9//BEZGcnVCHNycmIAAAA9BvIvW4D8C6CH4P4NWvQCRjQRE1UhE2S52xgAAFxIDb7DVaET+NjLPP+y2u0XdFprQViGCReEcTXCHB0dGQAAQHdD/mULkH8BdC/zKmDsTC0wrv4XF4FRQXHVd7UajdZEZ8JN5zGAnic/P5/u/fz8KEFgAD2SefVbujdmXmdiL4lEYt7/l3nyhZaPXai1ICzd5LfffouOjh46dCgFYQ4ODgwAAKCb4HDWFqD/L4Bu17IjfPMUjJ3Jqc37yEf+BT2fWq2me/oaU47AAHok8/yLH36E+9JaVP4yj8AYXACtBWGpJr/++mtMTAylYJSF2dvbMwAAgIsL+ZctQP0vgB6FD7m4h3zC1bKDfC4CY2b/igF6DvpacvkX5QhSqZQB9FTmv658/tWy/6+WjR9x4HSBWARhhw4dOnz4MAVhKSa//PJLv379hprI5XIGAABwUSD/sgVc/S8cwwF0r5Yd4TNTgkAnXfwC3HSu8SPyL+jh6IuqVCoZ8i/o8azmXxYtH9HtV7fgg7D58+ebB2EnTbggLDExcfDgwQjCAADgQkP+BQDQ9SxSMH6iReNHPv9iiMCg59FoNFz+JTVhAD2SecNzoRmrYz6i8ld3MQ/CMjMzD5lQEHbC5KeffoqLixs6dOigQYMQhAEAwAWC/MsWcKfN6PwLoNsJzu4I32r4RZmXeeNHxF7Qk3HtH2UmDKAHs6gCxkdg5mM+mnf+hfCru9CWjzS55pprKAg7ePAgVyMs2YQ+MgrCuBph+NkBAICuhfzLFvD9ajMA6G6tRWDcSZd5s0eLnu8RhEFPo9Vq+faP6P8eeiaB2cC75sxTMIvkC3oIPgjjmkbyneVzQdiPP/7IBWGDBg1CEAYAAF0C+ZctQP9fAD2QeQTGJV/8WZlF+IXkC3omtQkz1f9C+0fo4QQtht81j724gvliDHoMQYtRIw8fPlxbW5tkIhaLEYQBAECXQP5lC9D+EaBH4aqAsbNPsbjYi5vVMvlCBAY9EH1d+fEf6RSUAfRI5lXAWIuKYC07/EL41WOZB2Hp6elcEFZXV8cHYf379+f6CEMQBgAAnYDDWVuA9o8APY1FBMbHXsz0DxbhF/QK9L3VarXM1P898i/oycwPgczTLosCw8FSL0EfU7TJwoUL09LSuFEjKQg7ZkI/R/Hx8RSEDRw4EEEYAAC0Hw5nbQHyL4AeyDwC42p+8QUkX9BbcPkXnW2KRCIG0LO1rAhmdTr0IvSRxZhwQRjXRxgFYUdNEIQBAECHIP+yBej/C6BnstoQ0vwh8i/o4bj9Czq/h97CoiJYa7Og1+GDsEWLFqWmpnJBWH19vXkQlpiYOGDAAARhAADQGuRftgD9fwH0WNwZF59zWT0fQwoGPZNOp+PHbWAAPVjbX1F8gW0JfZr9TCgI42uE8UEYhfV8EIZROwAAwALyL1uA+l8APZz5P8+WaRf+8ULPxPVVxw+cB9CL4Etr8+iniQ/CuBphlH9REHbEBEEYAAC0hPzLFqD+F0AvgrMy6C24nYtIJMKXFgB6LDoAjjW59tprU1JSDh06RPlXQ0MDF4RR+MX1EYYgDAAAkH/ZAtT/AgCALsftXHBxBQB6BfqxijPhgjCuaWRjY+NhEwq/EhISuCAMfRoCAPRNyL9sAcZ/BACALqfT6RjyLwDobfggbPHixadOneKaRlIQdsgEQRgAQJ+F/MsWIP8CAIAuh/pfANCr0c9XfxMKwrgaYS2DsMTERLpHEAYA0Bcg/7IFaP8IAABdjtu5iEQiBgDQm9HvGB+E8TXCFAoFH4QNGDCAC8LEYpwcAQDYLPzE2wL0fw8AAF0O9b8AwMZQEBZvotPpTp48SeEXF4QdNJHJZHyNMARhAAC2B7/stgDtHwEAoMuh/y8AsFUUhCWYcEEYhV/Hjh0zD8IGDBgwdOhQBGEAALYEP+i2APW/AACgy6H+FwDYPPMg7MSJE1wQplQqD5hQEDZw4EAKwuLj4xGEAQD0dvgdtwXo/wsAALoc+v8CgL6DfusGmGi1Wr5GGAVh+00QhAEA2AD8fNsCtH8EAIAuh4srANAHUbzFB2F8jTCVSmUehCUmJvbv3x9BGABA74JfbVuAJioAANDluP6/UP8LAPomircGmlAQdvz48UOHDpkHYXZ2dlwQFhcXhyAMAKBXwI+1LUD9LwAA6HK4uAIAwExB2CATLgg7ePBgUlKSUqncZ8IHYf3798cFAwCAngz5ly1AExUAAOhy6P8LAMCceRCWnJxMQRjd80GYXC7n+ggzmH48AQCgp0H+ZQtQ/wsAALocLq4AAFhFQdhgEz4IS0pKUigUe02EEnG4VFbpoK2x0zEAAOgxkH/ZAi7/QhMVAADoQuj/CwCgbXwQptFo+BpharXaSyPxapBoBXqBspqmxMXF4bcUAKDbIf+yBaj/BQAAXQ4XVwAA2kkikQwxoSDslZ8+Pp503E0hEhuErEzx8ccfy+XyQYMGJSYmxsbGIggDAOguyL9sAbooBgCALsfV/8LOBQCg/SgIcwryyihWCvXMVSEON7jK6/QKhWKPib29PReE9evXD0EY8oit/wAAEABJREFUAMBFhvzLFqD+FwAAdDlcXAEA6DS9kFU6aIMC3D5d+FRSUtLBgwePHz/e2Ni424QPwmJjY/EzCwBwcSD/sgXIvwAAoMuh/y8AgPMnlUoTTdRq9bFjxw4dOmQRhA0ePHjo0KEIwgAALjTkX7YAQ3QBAECXQ/9fAABdiIKwYSYqlco8CNtl4uDgwDeNxA8vAMCFIGbQ++EUBQAAuhz6/wIAuBBkMtlwE/MgrKGhgQ/CuBphCMIAALoW8i9bgPpfAADQ5dD/FwDABWUehB09epSCsBMnTlAQttPE0dGRqxEWExODn2IAgPOH/MsWoP8vAADocuj/CwDg4qAgbIQJF4QdPHjw5MmT9fX1fBA2ePBgCsKio6MRhAEAdBryL1uAS/QAAHCB4OIKAMBFYx6EHTlyhKsRRkHYDhMEYQAA5wP5ly1A/S8AAOhyXP0v7FwAAC4+CsJGmigUCq5pJFcjjA/ChgwZMnTo0JiYGPxKAwC0E/IvW4D8CwAAuhxXuRjtHwEAupFcLh9lYhGEbTdxcnLia4ThXAAAoG3Iv2wBxn8EAIALBCdUAAA9gXkQxjWNPHXqVF1dHR+EcTXCEIQBALQG+ZctwPiPAAAAAAB9AQVho024IOzgwYMpKSkUhG0z4YKwxMTEqKgonB0AAJhD/mUL0P4RAAC6HNfyUavVMgAA6HnMg7DDhw8fOnTIPAhzdnbmaoQhCAMA4CD/sgWo/wUAAF1OIpHQvUajYQAA0INREDbGpLGxkQ/Camtrt5pwQVhiYmJkZCTOFwCgL0P+ZQvQ/xcAAHQ5Lv9C/S8AgN7C3t5+rInVIMzFxYWrEYYgDAD6JuRftgD1vwAAoMuJxcaDBNT/AgDodcyDsEMmqampNTU1W0y4ICwxMTEiIgJnEADQdyD/sgWo/wUAAF0O9b8AAHo7CsLGmTQ0NBw+fPjgwYMWQdhQEwRhANAXIP+yBej/HgAAuhzqfwEA2AwHBwc+CDOvEbbZxNXVlasRFh4ejnMKALBVyL9sAfIvAADocqj/BQBgeygIG29CQdjBgwcpCEtLS6uuruaDML5GGAMAsC3Iv2wB+v8CAIAuh/pfAAA2jIKwCSb19fVcjTAuCNtkwgVhXI0wBgBgE5B/2QL0/wUAAF2Oy79Q/wsAwLY5OjryQRhXIyw9PZ0Pwtzc3PimkQwAoDdD/mUL0P4RAAC6HNf+EfW/AAD6CArCJprU1dVRCkZZWEZGRlVVFReEubu7c0FYWFgYAwDohZB/2QK0fwQAgC7n6upK5zl2dnYMAAD6EicnJy4IUygUWSalpaV0xb26unrjxo0Uk1EEFh4e7u3tzQAAeg/kX7YA7R8BAKDL+fv733bbbQwAAPoquVze34QBAPR+yL9sAep/AQAAAAAAAAC0BvmXLUD9LwAAAAAAAACA1iD/sgWo/wUAAAAA0BPoDHq+LBHhbAsAoKfAL7LtQP0vAAAAAIDuVats4MuOMnsGcH40OpVOr2VdTSSUSERSBtCXIP+yBRiiHgAAwCqDVsm09UyvanoskAikzkyEQS0B4EKpUzbyZSc75F/QeZR8/Xzg2czyg6yr6XT66mrl4NDJi0c9KZc6MoC+AfmXLbC3N+5ZGxsbGQAAABj0Bm2jvmCDOv07Q0MqHewIhAImoOmM6SkR0wsdokRhi8ShlwnE9jSPAQB0HfP6X852Dgygs5Ydecs8/BIw4w6rqdMbg0HP9KyzRCKhk5P0cPZmFzuPa0Y8zAD6BuRftoDLvxQKBQMAAOjbdKePqI+8zNRZBrFSIBUI3MTGgIvvIdMYgYkM+hxN1sva1DeYOFA66GmR72gGANBFiqpP82Un5F9wHgprTnIFO7GjtzxEJBQLmZDLvwwGQ3ZtMl3tYZ1FERjdVzeWM4A+A/mXLZDL5XTf0NDAAAAA+ip9Xb76wNP62v0C2is6CoUiEcVepvDLlH5x9b/ovwbjRXOBRGTQ6ZgmR7XvJqHTMFniiwLncAYAcH7qlA2ldZX8w0BXbwZwfmhX5msfKhHKwt0TqVxcn17emFepLOXDr0i3YRHuQ4vq0pLLNjMAaB3yL1vg6elJ96dPn2YAAAB9kjZvvfrAEiZTClxEArHAGHsJBUxkOm8QnInAmCkCMzQ1hDS2IxEJmERgaDyo2HiFZNALkrBLGQZTBoDzcKokx/xhrG8oAzg/MpG9WCg1MINIIPFxCLOTOB0r28TPpVxsavgtcrHjsdL/2rlCIe0mmUDHVAygj0GfF7YgPNx4ybq6urquro4BAEAX+ffffwUmDz74IOuFcnJyBK2TSCTBwcEjR4686qqrlixZkpaWds4VVlRUfP3119ddd11iYqKXl5eTk1NUVNTEiRPfffddq3WQtVrt4MGDuT934403nnP9NTU1QUFB3PK//fYbazdt+q+q3fcKHJRCJ7FAQu/NmGoZC2IB91AgYWY303S6SY33QnroIBI4qNSHHtfmrGyqJAYA0CmpZXl8WSaWhHkGsJ6Edmfcbyzt4Npekn7YuSW//PJLfuLOnTu5iZ9++ik7D9OmTaOV0A8+O29dvqejPdeyZcvuu+++8ePH0yuUy+WhoaHDhw+/55578vLyrD6F36r9+vVTqc4dKs2ZM4dbntbJ2oHCL65wrOw/ucQpwm2Ij0NzheUE78kOEpdKRXFJfSZrn5kRd87v/ywD6HuQf9kCe3t7Nzc3KmRmtvdXDwAA+jg6xM/Pz9+3bx8d6L/xxhv9+/f/7rvvWlvYYDB89NFHMTExt912208//XTo0KHy8vL6+vqMjIxt27Y98sgjdHrw/vvvWzxLLBZ/++233CDF33//PS3Z9kt64oknCgoKqHD11VcvWLCAtY+ueKfq0HMCF7FALm4KtkTsTOZ1JuoSC5rLfCJmKjNuolwodBGq9j2izUfjEQDovD1ZSXy5n0+oEFVKu1WH9nRkw4YNAwcOpLDs448/3rFjB+2SlEplbm7ugQMHKPKLjIy89957W17vefnll8PCwqiQmppK5bZf0s8//7x27Voq0AWkN998k7WDSGBss6XVawrrUtMq91F5ZMDl/NwE70m0j96W9yNrt0i3xLKGHAbQ96D9o40ICQmpqqpKSkoaNGgQAwAAMEMH2dddd53FRDpcLioqogsnGzduZKaTBLoQTZe7uTrF5mpqaujpq1at4h46OzsPHjw4NjaWLr1kZWXt378/Ozub4rCHHnro8OHDX375pZ2dHf9c2ivRJfeXXnqJynfccceRI0e4Pitb2r59+xdffEGFgICAzz//nLWbateDAkehwF5kPKihm8h4rkARmLGPYKHpSp/pYh9daae3bCzpjZ2CGfQCgd742NQtmOkEVSYUOItVex8SOi0TukYxAIAOqmqs3ZOVzD+M9Q1jcLGc556OlnzxxReff/557qFUKqUgrF+/fsHBwZSgnThxgi78aDSaTz75hNK05cuXm1dec3R0/Prrr6dMmUJlirTo+g0FbVZfZEVFxaOPPkoFoVBI14ccHNo1PAJXLVmhNTb02Zb7U4zHqBDXATKRvUrX2M9jjIc8sLg+I6c6ibWPi8xHIpKdKt/FAPoe5F82IiEh4ejRo3RpYuHChdyVdgAAAA5dI3nmmWdam5ucnDx//vxTp041NjbS5XEuhOLRKQFdCefOHOgQ/9lnn33wwQfNdzQ6nY6isUceeYSysB9//LGwsJCun4tEIn6Bp59+mi68nzx5ki6M09nFa6+91vI1KBSK2267jSvTWYS7uztrD4Neuflmg7BWaC8RGDMv440ObYz1v0TGYeK5e2O6ZboZ/6c/0/kXhV864yBaBlqMGZpGiJSLmFqpOvSKfMp3DACgg1Yf32Uwa0M9LtLWLkuPHTu26UJCz3M+ezryyiuv8OHXrbfe+vrrr3t4eJgvsHfv3ueee452cAcPHhw1atSePXvMI7DJkyfffvvtdAVIrVbT03fv3i2wVvWPdqAlJSVcYcyYMay9aKfFqlVldK/Rq46XbU30nzM17JY1GR+NCryC/tCBolXtXhXzkPvr9JqiulQG0Peg/aONGDZsGF2moB9cujTBAAAA2o2uoFDkxJV/+ukni3Obt99+mwu/hgwZcuzYsccee8ziKgtFXfPmzdu/f/+4cePo4ebNmx9//HHzBWj3RFe56Vo3ld955x26it7yNdBZB9cty4033jhz5kzWPrrqVF3JTqGjyNiekavzxYdfYmPzRtND0yzhmc5guIyMa/woMlYEMy3MlU3tIh3EurId2lLsTAGgw9Yk7+DLno6uoyMGMOgZ2t7TUVxF2RYVXFxcNm3a9NVXX1mEX2TkyJFr16698847qUxXeihNs+jq68033wwIMHb3RkmZ1VrMtDOlP02F2NhYittYuym0DbXqSpWukXt4sHiNWqcIdR3o4xDmaudbVJeWUXWg/WtzlwcodY0GdHYJfRLyLxshk8kSExOZ6eebAQAAdMTo0aN9fHyoQBfGuUvTnPLycq7pIp0S/PXXXy0bjPDoVOGXX35xdnZmpl6T6cK4+dzhw4c//PDDVNBoNHRh3OLE48iRI++99x4VQkNDP/jgA9Zu2tSfBXZCJhWaRnI0NXs0DftYUaP7bGnF2x+dLijUtDzEpyknTipffbv0u98qVVqDKQIzDQQpNraRFEgFQgex8uDLDACgIw7knkwpzeUfXjFokoCh868epLU9HaFLO3q9sY4VJV+TJ09ubQ10vefjjz8eMWIElWk3x+25eLSj5McKeOqpp0pLS83n1tfX33777czUM+b3339v3lHAOWn0yrLGHK7sKHUXCUWpFXvtxA6LE14VCoQp5budZZ72Epd2ro1SM5W2gQH0Sci/bMfYsWOZqdvFlJQUBgAA3Wrz5s10lZiOtumAOD4+ni4Uv/322xbXil988UWuTlLLSxerVq3iZi1cuLDlyunSMc26/PLLWdcJDg7mCgqFgp9IaRQ3sjAdtXOd+7YhMDCQjvi5MmVhFnPpzfbr14+ZLox/8skn/HQuEaN7KtOZA5egtYdBp9Jm/SGwFxkDLKGphpeQq+3Fnn+jNCvFsHV73Z33F1TX6CyeWFCgeeGl05VFol//rHnzozJ2pqcwY1MVrkyZWkM2AwBoN7VO8/yar8ynXD1kKrM5bYz/qFarly5dOnXqVNqbuLm5TZs2bcmSJTU1NXRiwj1lzZo1VteZnp5+77330okM7S5p73bjjTdu2rSJXRhW93T//fcftxemSzVXX31122ugCIyPvX780bLL+dmzZ3N9kFVXV993333ms5588snsbOOehTbLsGHDWGctjn/ltsEfJXhP4qdMDruRplwd+3Q71+DrGH66MY8B9EnIv2xHREREQkICFb799tv2jLwLAAAXQk5OzmWXXTZlypQvvviCrg/X1taeOHHijz/+oMvLQ4YM2bGjuXUMHShzBQrLLFbCT2k5i7/OMWfOHNZFqqqquGaJjo6OoaGh/HT+JOSmm25qz3LAZj0AABAASURBVHoWL17MFf7880+d7qzgSS6X03V1rkwxGW0lrkwnEocPH6bCXXfdRedLrN30FclMpGcyASVWTZ3ci0y9eIlYbp7a3UlK1/LVakNpqdbiiZu31jvZiaRi4yHQzj2NdQ36M93kn1kPzTJU6RuKGQBA+3yze2VhdRn/8NIB470cXVmfcfr06ZEjR95yyy2018jPz6f0Z+PGjW+88QalWtyovsw0CEnLJ9I+bsSIEXRRZNeuXbS7pL3b999/TyEa7RFYV2ttT8e18Sc333xze9YzatQo7nLOyZMnjxw5YjH3/fff52qZ0X7wr7/+4ibu27fv448/psLAgQPb6KSsPX46/r+vjtxHt5L6THq4Ku197uFfp9rVoFImsneR+WRXHWEAfRLyL5tyww030AkG7XLopIurxAsAABcTXQC//PLLV65cSeXp06d/+eWX//7773fffUe/z8x0rDx+/Pj9+/dzCycmJvr5+VFhy5YtFuvhg6eysrJjx46Zz1q/fj1X6ML6X//73/8aG40diyxcuJDrqIuZGmscOGDsUoQO5emafHvWExAQwHXoW1pa2rIyMp0I0UV+KtTV1XHnNllZWVyXK1FRUW+99RbrCEN9LgVVAqF5D/emPu+FAq3OsPVIhdaUv7XsqVksFuSfVh5MreYemkaKPPNcgakJpIgJxCJ11koGANAOh/JSvtn1D//QXmr30ORFrM/QaDR09YJLgiZNmkSXOmjHRycjlBMdP378iiuu4BZr2XF+eXn5jBkzKJaaP38+xV5///03X2fq888/X7p0KetSVvd0zFSpjStwvVi2x7x587jC3r17LWa5u7t/+OGHXPnBBx+k8zKtVsv1GiaRSOh4QCqVsvOg1inVOhXdtHq1+UO+d7C2+ThE0F4utyaZAfRJGP/Rpjg5OdH+g35Y6eIG3dPleqtXWgAA4AJ58sknjx49yky1mT766CN+GETKvyjt4o7s77nnHjpi5mbRMfRnn31GB98UNtEVaW5hunienGw8NuUGNtm2bRtdMeb/BJd/UY7WsnfeDqFkLT09nf7QDz/8wHXXZW9v/+yzz/IL0Fw6aqdCXFxc+1ebkJBAl/GpUFJS0nIA+Ndee23NmjXZ2dn0LujaOOWDSqWSmWout3MYeJ6+ocTYw71QwAVfgjPpFQVhA+LlR44Z27Y4OwsD/C3HRB4/zuHP5VUNjcYzsZnTnJycRUzDDAJDU4JmLAiYRKgp2m2XcAcDAGhTdkXR/X+8rdU313i9b+I1bvZOrGf79ddf+YsxVrVMdlpDWRV3nYairl9++UUmk3HTr7322iuvvJKysNaeSL//XOeSU6c2tRWlfSLt72699VYqL1u2rJ0Vstpwzj0dM9Wq5gpcra724NrcMNOeruXca665hjbvihUrCgsL6W/RhS7uwIDKgwad75CgNw18y1HaPETylbFLuMLphtwfkpec8+kBTlH16sp6TRUD6JOQf9kautJCP7X//fffvn375HK51Y5jAADgQlAoFNxVXwqMPvjgAz784tx7772UZNGB/sGDB6nA9bA7a9Ysyr8o5Nq6devcuXO5Jbm2GIGBgfHx8ZQT7dix4/777+dm0bVrrmoYPZG1G63wnJdDPD096ZXQH+Wn1NbWcgW6uMLajY+xioqKWs6ljI/OlOiCP5VvueUWrnOxhx56qCPDwJ+hqjB2Ws9M7Rb5N2eqC/b8077f/1RZXa27+w5PZ2eRxfOCAqVvveb/y2/VIcGSxYvcactQ+GVK0SgFa6pKJhAJ9dXpDACgTSmluXf9+lqDurkzqVHhA+YPnc56vO+//551Ea5lHyVZX331FR9+MdPugP5KZGQkXeBp7blvvfUWH35x6Pr9yy+/nJOTk5SUxDqic3s6UlFRwUx7OvNKYW3jr1cVF1tvKU9/hfbdtGa6EkaJGzMNH7lkybnzqXNalf6hRGjcyBOCF3o5hG7L/ZnrzEuprWvP0+kpFYoiBtBXof2jDbrqqqsmTpxIBTqbotMMrqIvAABcaIcPH+YqTD355JMSiaTlAvw1Z4rAuMKUKVPoWgU7u58vrkynBMOHD2emY3q+2ciGDRu4ruL5sOz8xcbGUgJ1/Phx2n2YT2/ZVqU9+J1Oa+ch06dP5y7pc+EX/fVXX32VdYbp5XF/5Ow/ZW8vvOt2zycf93FxEVl9ZlSk3XNP+954vYdY3OrJkkHT6gkbAADZm338xu+fr2pszh1C3H3fueIBYV9qfkH7jrS0NGYaJsXd3d1iro+PDzfoYWv4hoQ8CqEGDBjATK0jWddpbU/Hd1XZoV1eQ0PT+Imt7el8fX3ffvttrky7RdrRL126VCzugqonRXWpuTVJdKtVGbdPbk0y97C0fcO2uNv5VSL/gj4M9b9s08KFC729vf/4448jR45kZWVde+215m1nAADgQjh06BBX4I7dW4qPj+eaNPJL0mXhGTNmrFixgs+/6BD8v//+o8KECRO4PnSrq6tp+cTERCpzDUmio6NpVazdoqKiuBGpOJSg/fnnn1z/XPPnz6crJa6uVvppDggI4Arp6R2oCcUvbHGB3RydFaxcuZI7t/nyyy87NAx8M4PprIM7YelMUtfmug0GgdyLAQC0Ys3xXc+s+kxvFpo4SOWfLnjCXtqpH7SLbv369VxV3Na8++67jzzyCDsX/nJOay3l29hbOTo6enlZ+aV1c3NjptaRdEmp/ZlR5/Z0IpEoNDQ0Jyenvr6+oKCgjT2XuYyMDK7QxvI33njjL7/8wu3Qn3nmmXZ2o3lBDfSZ5i4P+DfrSwbQVyH/sllTpkwJDw+n84rKyspPP/00KCiIdnJDhw5tf81eAADoEG4cQ0I/v1YXoAvFMTExycnJfP7FTC0ZKf86duxYWVkZXbqg6xalpaU0ffLkyR4eHnwXYFz+xfWsf8kll7COCAkJsRhw6vHHH6dr8r/++uvvv/++f//+DRs2REZGWjyLHx6LDvTpCrlFc87WtOesgM5twsLCuPyr852hUD6lNZ156g1NWRjlVnqDMlPbkKnVqwxcKGbQWsvGjC0cjU8RiJnYSegULxXKBMbT2DM3g0YrcgllAAAtlNZVvrPxpw2n9plP9HBw+WTBEwGu3qyP4RsABgcHW12Afu1be66LiwvrOp3b0zHT3oobkjgtLa2j+Rd/ociqhIQELv9q7arY+ThVsbtadbpBU211rkQou7zfExuzvqlUFvITRwbMO1m+s7gerfuh70IUYstof0O7Ae6qS35+/tdff/2///3vn3/+4cchBgCALsR15c5M15Pb/yy+JeO6devYmc6/+vXrR+cSDg4Oo0aNoofbt2+n+6NHj3Kdap1/40e66v7zzz/fdtttVM7OzqasrWUnJhKJZPTo0cx0FZ1r3nJOKpWKO4vw9/ePiIhgF5LQwc+gMzBT7Qv6v0HP9HpDzTFHg+crGWFvet+4zfPaDYrxS+tGf+x+9V90y496iivI53yf1/91mut57X9Vo76v6vdhXeFcbZWONa3IVPtLpZYETGQAAGZUWs3nO5Zf+tnDFuFXiLvfLze/3M8nhPU95xzNsI0+uS70OF3t2dMRvgPK9ld25vOvSZMmsW6SWrFna+4PjZoaq3Pd5f5BzrGXRj8oETZVSBzqN9te4nqgCEMbQ5+G/MvG2dvb33fffQ899NDQoUPpYWVl5dq1a1966SUKwlasWNFycHoAAOg0/sIyf2TcEvfD6+3dXEeAoqKRI0dSYcuWLexM1MX1js/OHFvTRK1Wy4386OXl1f4x2ttAJx4fffTR4MGDmekaCT/qvLlFixZxha+++qo96/zkk0+4wvXXX3+hT2yEzhFMqzdFYE2VtnT1MtdZ/zgNmqeWOIuc/SSeoUK3QIFHmF3wQLqpXCO4giRwgNbBh+ZKPEMMdi5CjwjPS15VaS6j9RjjL6JjuoZGaXjHKtkBgA2rbKj9dPtfsz65//MdyygFM581ICDyp5te9HFyZ30Sv+MrLCy0ugDtX1j3ac+ejnZYXOGbb77hOvFs26FDh7ihMyk4a6N228VkL3GJ95pkNhYMG+w7S6tXu9r5DPQxDi8gFztPDLnuWOnGCgWqQUCfhvaPfUI/k+rq6j179uzevbusrKy8vHydCc2NiYmhuXR/oa/VAwDYNv5XNCcnhx8c3VxJSQnXe71FU4hZs2bt3bt348aNdOS9bds2Zur8i5vFjWdCP+B0tE0XMKg8Z86cDtUva4NMJvv+++/pAgm9qmXLlv32228LFiwwX4AePvfccxUVFe+9994VV1wxduzYNtaWmppKF1e48uLFi9kFJnSLZQapQaUXSAVMTzdDo9rrcFIqvRCFQrFr1y5mqo9Gcdbp06epXF9fz03U6XQNDQ1cubGxUSgU0uciEyYk6FcaozRKwVRaA3MWyFwZAPR5+3NOrEzevjp5p9W5d4+/6vaxl7M+jM+/Wmtf0r35F2vHni4uLm7KlCmbNm06cODAG2+8we/IrFIqlTfeeCMXk12EPV07CEJcEubFPCoSiD3tA7fm/siMaZdTf69xu/P/dJJ5jg9elFNzLNpjJO0N9xYsZwB9G+p/9SGurq50ivXSSy899dRTXLcy3HQ6Y/nnn3/efPNNuiRCV0g2bNiQl5fHAACggy699FJuTPSffvrJ6gIffvghV7DodXj27NnMdPGcjtG5ceKnTZvGzaLLy9zQ6XTUzkU2XTjyIzP1TkI7Ba78wAMP0AUS87m0p3j//fe5Mh3oU0jX2noyMzPpjIJrAfr444/379+fXWhCsST6BqbUG7TGbr8MeiZxdfI1EYvFXMHJycnBwYErSyQSruDl5cmXHRzsnZwcqeDp628Mv3TG3sS01bUin2EMAPqw3MriD7f+PuOj+27/5VWr4deQoH5r73m/j4dfzDSuItfXyh9//NFyCEW63kB5E+tube/pyGeffcbtal944YUvv2y1e3jaQd9www3Hjx+n8rhx42699VbW3a6Je+aKfo8X1aVuy/tpiO8sZ6knTfR3itbq1XsLV/yX9XWlsvCKmCdG+M/bXfBno7aGAfRtyL/6opCQkPnz57/66quvvPLK9ddfP3z4cK77SbVaTT/odIpF0x966KHPP/9869atdFWcAQBAO1Ba9PDDDzPTacDXX39tPkuv19NV5ddee42ZGjBOnTrVfG5iYiLX2fw777xD93SZmhv9ilCUw7WF/PTTT2kldnZ206dPZ13qySef5M5e6JSAfvwt5lLsRbkeFXJzcydMmPDWW2+1PMP57rvv6DUfPXqUyoMHD6YLLeyiEEdebVDomVrPRVd2+pLwsMCIiAiKtyJMaFO7u7tzZZlMxhWCgoJpM3JlV1c3Dw9PKgQ6pxtrfukNepVOU1XjMO5NBgB9T42i/pcD/y5c+vRlnz+6dPfK0rrKlsu42Tu9fMldS697xt8Fo8QyoVD42GOPMVMPlc8995zFXJqSlJTEeoC293RRUVHcDlqj0dxxyLp+AAAQAElEQVRxxx3XXHMNdy3K3KFDh2hPR/t3Kjs7O//www/tH5vyArkm9hlfh/B1GZ/+deq1pNLNGr1qTtR9AiaM95pYoyozdpDJ9Juyv3WQuik0tXsL/2YAfR7aP/ZpniZcp4+Uc6WmpqakpKSlpdEvfmNj4xETZhqchWsjSVd46ESCAQD0MQcPHmw707nuuuu4AIvyL7p4QIfXt91225o1a2bPnh0UFERPX758OfeLSr799lsnJyeLNcycOZOeeOrUKSqPHz/efBY9XL16NVe1ioKzls89TxQMffXVV1xH+7/88su1117L1Ufj/fzzz3feeSfd02WSxx9/nE4SKOSinQI9ka6acCNXcktOnDjx999/P2d3yF1F4BQmDpmrLVsjlAiN3Z6oKjUp14tDnhUwQwdWoqvXlf2qy//Q2JWYzqAuLJGGXylyCWcA0GeodZotaYfWJO/clXlMZ9C3tpiPk/vi4bOuHDzZXmrH4IxFixa9+eabJ06coB0lhUSXX3457fjy8/Npx8f1tcLpqpb7nXPOPd39999P4deSJUu0Wu2ff/5Ju92BAwfSGZCfnx/tmund8T170rujt8YPkXwx2YkclboGU5+XzEnqEeQStz7j85SK3fRQo1cuO/X6/P7PDPCZHOY6aFfBH9xT8mtPbs39Ua1VMABA/gU8riUIXdunC/uFhYVcFpaenq5QKGpqavabMFPtBq43McrCuvwcDACgZ9pl0sYC48aN4w6F6YLB1q1bb7311t27d68wMV8sPDz866+/tjpc1KxZsyj/4spcn1888+W7tvEjb+TIkXffffenn35K5dtvv50O9M2HpXd0dPzpp5/oPX700Uc0q6qqarOJ+RroMvg999zz9ttvX8zr4QKBQDb2fe2fuwyNtUwkNkZgdSc1pxaMdhVokhgTCgKFxpru2lTjkmP8mDbNeM5gp2cj3ZnmhLGpY6SWsUaDtooZtAa6actr9Tp75/FvMwDoGw7lpfyTtO2/U/sUGlUbi8X5hl03Yvas/qMZtEA/+9u2bbvqqqto97fWhJ81dOjQadOmvf7661Tu9hOHtvd05JFHHklMTKQUb9OmTXQGtNfEYiV0seqHH37w8uqGqn9udv43D3onqXTTjvzflNr64QGX6g26jKoD/AJF9anFdelTw27R6FSHi5uTxyMl6xkAmCD/Akt0khBoMmXKFMrC8vLyUkzoogdd+a+oqODPAykv47IwujbCtZkHAAC6PLBz585vvvlm+/btdC3h5MmTdKAcHR1NV8jnz59Pl6CtPmvq1KlyuZwOuIVCIT/4I4fOH+gYnS5FUPmSSy7UoIRvvPHGypUrCwoK6BLIgw8++O2331oscIcJvak1a9Ykm9BLogvjdCV8+vTpN954o/mglheT3dSfGtfNFQl1zMFYuUBgEBhbaBoETGQaGlJomiakx6yp4aZxLjPW8DCNHWnQmcIvnUFfo1AXlThfs0to78MAwKblVZWuStq+5vjOopryNhbzdfaYHT/msgHjQ9z9GLSOLpD/999/b7311oEDByhXqqysHDJkyPjx4x999NEvvviCW8YibOoW59zTTTDJysr65Zdfjhw5Qnvw3NxcHx8fOusZNWoUXdyKi4tj3UEmsr82/mWlrjHWc1y0x4j1mZ8P9J5GQZhK12i+2PLUN+8c8llhXarOcO6BLAH6IEHLXjwArNLpdNnZ2akmmZmZ5sMDU2RG5z9cG8moqKjWzu4AAAAuBG3+JsWW68VezgJ7ERMxgUhgvBcKmKn+l4CiL35QeANrCr8o+aJDIK2xFhjlX5qyanVxmcvVO8V+IxgA2KhaZcPaE7tWJ+88XpTZxmIOUvm02OFz4scmhsQKmn8+oDOef/75F154gQp0TZ3OFxh0xDubFlUrSqlwdez/vB3Cvjx8r1gkvTzmMV+HCKW24dNDt7MW7f297UMV2to6deU5V67T6auqlINDJt0+6VUG0HFLliypqqq6//77L8aoR10E9b+gvUQiUaTJnDlzNBoNRWBcG0m6KkLRWJ4JXfkRCoWhoaFcvbCIiIhu7xgSAABsnjhoinzG3w0br5NodQJHMdMLBRRvmcIv48149mp2BmswNOVfxq6BmV6hUeUXGfTOrgv3i7wGMwCwORqddnvGkVVJO3ZmHtXqda0tJhIIx0QMnJMwdlL0UKlIwqB9rrvuOkdHxwkTJixYsKDlXK4JoZ+fX0BAAINOmRhynb9TzLJTr2n0Srr9ceLF/l7jdcYazlYqspQ15jAAaAWyCegMiUTCJVyXXXaZSqXKyMigIIziMIrA9Hp9lsnatWsp/KIILDY2NiYmhkIxisYYAADABSD2Ge50xS7F3mc1BSvEbvZCR5lAZEy9BAIKwoxtH5ngzJkCl38ZDLoGlba8Wltdbxd3k3zUi0I5hnIDsDVHC9JWJ+/499S+OmVDG4vF+0XMSRgzu/8YF7kjgw4qLi7etGnTunXr5s6dS0GY+awvvvji33//pcKVV16JE4HO8XOMGuw7c0ferwV1p7gpWoPmWNkm1gXQDgz6HORfcL5kMll/EyorFIrUMwoLC7VaLVfmFouOjubaSAYGBgoEqEwOAABdSSj3dJj0qa7qgcZdT2kLjghlKqGDTCARC0QiJjLtdPQUeukMGp2+UamtrDHo7cW+o1xnvS7y6DX19gGgPYpqylcmbafkq6C6rI3F/F0858SPvWTA+GA39PrXeY8++ijlX7m5udOnT3/wwQe9vb2VSmVycvLq1au3b99OC9Dl8Oeff55Bx2m1+nJV/r+ZX5ws3866mkKhYwB9DPIv6EpyuXyQCZXr6+u5BpKkrKxMpVJx/SXTLAcHB8rCuBpkvr6+DAAAoIuI3GKc5i6jgrbkgDLpY1X2eoOm0djW0aA3dglGN4m9NHCi45z7Jf5jGADYkDpV478n96xK2nGsML2NxZxk9tPjRs6NHzsoKBrde52/mTNnvvrqq0899dQeE4u5EyZM+PHHHz08PBh0nEjvUFqeW123kXU1lUqr1xsLQgHq5UEfgv7v4WKorq7msjC6r6ioMJ/l4uLS7wx3d3cGAADQhehAR6diBi3T65hAxIRigUjGUAcZwIZo9bodGUdXJ+/YnnFEo2t12DuxUDQ2YtDchLETooZIRKgE0MVOnDjxxhtv0KXuwsJChUIREhISHx9/0003TZ8+Hc0+Oq2yoeS5Zddo9Rp2wTww44N+fsMZQMf1xv7vkX/BxVZeXs4FYaSmpsZ8lqenJ6VgMTExsbGxTk5ODAAAAACgFclFGauTd64/uadGUd/GYgMCIucmjJsZN8rZzoEB9CrF1dmn6wou0Dm7l3Ogv2s4A+gU5F8AHVNSUsLVC0tLS6uvP+vAxc/Pj+ssjO7t7e0ZAAAAAAAdQNZWrEzavub4ztzKkjYWC3T1ptjrkoSxAa7eDAAAulRvzL9Q9Re6k6/JhAkTKIctLCzksrD09HSFQlFssnXrVoFAEBQUxDWQjIyMlMlkDAAAAAD6mAa14t+Te1cn7zycn9LGYs52DjPiRs1NGDswIIoBAACcgfwLegQKuQJNpkyZQllYbm4ul4VlZGSo1eo8kw0bNohEotDQUK5SWEREhFiMLzAAAACALdPqdbuzklYn79iadlita7UjJIlIPD5y8NyEceMiB4mFIgYAAHA2xAfQ41AWFmoyY8YMnU6XnZ3NZWFZWVlarTbTZM2aNRKJhCIwLgujhYVCjF0CAAAAYDtOlmSvStqx/uTuqsa6NhYbHBQzJ37sjLiRTjL0mAEAAK1C/gU9mkgkijSZM2eORqOh5IvLwnJycuhhigktZmdnFxUVxbWRDAgIwCgzAAAAAL1UWX3VqqTtq5N3ZlcUtbFYiLvfnPgxlw4Y7+vswQAAAM4F+Rf0GhKJhEu4LrvsMpVKlZGRweVf+fn5SqUy2YQWc3R0jI6O5uqF+fr6MgAA6Ap6vZ5+e6kgl8sZAEBXa1Qr/0vZvzp5x4Hck20s5mbvxHXvFe8XwQA6hc4dDAaDTCZDCxKAPgX5F/RKtLvqb0JlhUKRlpZ26tQpui8sLKyvrz9sQrOcnJwoCIuPj4+NjXVxcWEAANBZWq32wQcfpML//ve/4OBgBgDQFfQGw56spFXJO7akHVRpW+3eSyqSTIweMjdh3OjwAejeC87Tk08+2djY+Nhjj0VGRjIA6DOQf0GvJ5fLB5pQmcKvlJQUro1kWVlZXV3dAROa5ePjw1Ufi4mJcXBwYAAA0BFSqdTPz6+4uDg7Oxv5FwCcv5TS3DXJO9ae2F3RUNPGYonBsXMTxk6LHeEgReVT6BoikTFC1ev1DAD6EuRfYFMcHR0TTahcXV3NBWEnTpyoqakpNdm2bRvNCgwMjI2NpSAsOjpaJpMxAABoh7CwMMq/cnJyJkyYwAAAOqW8vnr18Z2rkndkni5oY7Fwz4C58WPnDhjn7ejGALoU1+wR+RdAX4P8C2yWq6vrCBMql5WVcZ2FUSJWX19fYPLff//Rzi80NJSrFxYRESEW418EAECrKP/avXs35V8MAKCDFBrVppQDq4/v2Jd9wsAMrS3m7uA8K2703ISxsb5hDODCQP4F0DfhbB/6BG+T8ePHGwyGoqIiLgtLT09XKBRZJmvXrqXwiyIwrl4YhWLoDhMAwAL9NtJ9cXGxWq2WSqUMAOBc9AbDvpzjq5N3bko9oNSoWlvMTiydFJM4N37syPAEkQDHYHBhccf5Op2OAUBfgvwL+haBQBBgMmXKFLrmk5uby7WRzMjI0Gg0qSbM1L8+N4gkoYXpWQwAoM8LDAyUSCT0a5mTk0M/kgwAoHVZ5YX/JG1be3zX6frq1pYRMMHw0P5z4sdMix0hl6BLCrhIuPyLroszAOhLkH9B30V7vjCTmTNnarXarKwsroFkdna2SqVKNmGmPsX4LMzHx4cBAPRV9LMZHBycmZmJ/AsAWlPZULvm+M7Vx3emlua2sVikV9DchLFz48d6OroygIsL9b8A+ibkXwBGYrE42oTKarU6PT2dy8Ly8vLq6+sPmzBTn2IxMTGxsbGUhbm5oTdWAOhz6JoB5V90nYABAJhRaTWbUvevTt65NztZ33q1Gi9H11n9x1DyFe2NYWSh26D/L4C+CfkXgCWpVNrfhMoKhYJrIEmKi4urq6v3mdAsLy+vfmc4OjoyAIA+gPIvukcX+ADAMTDDwdxTq5J3bEzZ36hWtraYXCKbHDOMYq8RofFCdCsB3Q35F0DfhPwLoC1yuXyQCZXr6ur4QSRPn7Fjxw6aFRAQwNULi46OtrOzYwAANorLvyorK2tra52dnRkA9FW5lcUrjhm79yqtq2xtGYq6RoQlzI0fO6XfMDsxBs2AngL5F0DfhPwLoL2cnJyGmTDTuV/KGTU1NYUmmzdvFggEISEhXKWwiIgIjI8GADbGw8ODfgzpekBOTs6AAQMYAPQxNYr6Ncd3rUrecaqkrXbQ/XxC5iSMm9N/jLsDVAf0zwAAEABJREFUgnLocZB/AfRNyL8AOsPd3X20CZVLSkq4NpJ039DQkGOyfv16sVgcFhbGZWFUEIlEDACg9wsNDU1OTkb+BdCnqHWaLWmHVifv2J2ZpDO0mhr4OLnPjh8zb+CEEHc/BtBTIf8C6JuQfwGcL1+TCRMmGAyGgoICLghLS0tTqVTpJqtWrZJKpVFRUVwWFhQUJEDPFwDQa1GgT/kXusAH6AsMzHA4L3X18R3/ndpXr1K0tpiDVD6137C5CeMSQ2IFDAc50NNxl6WRfwH0Nci/ALoMpVpBJtOmTaMdak5ODgVhp06dyszMVKvVJ0xoMXt7++joaC4L8/PD1VEA6GXQBT5AX5BXVboqafua4zuLaspbW0YkEI6OGDAnfuyk6ESZWMIAegnuUjTyL4C+BvkXwAUhFArDTWbNmqXVaikC4zoLozPGxsbGoya0mIuLS0xMDAVhsbGx7u7uDACgx6NfNrqnn7LCwsKAgAAGADakVtmw9sSu1ck7jxdltrFYnG/Y3IRxs/qPdrN3YgC9Dep/AfRNyL8ALjixWBxjctlll3GNIrksrKCgoKamZr8JM/UqzVUKoyzMyQlHkwDQQ9nZ2QUHB+fl5dGvGfIvANug0Wm3pR+m2Gtn5lGtXtfaYn7OnnMSxlw6YEKwmw8D6LXQ/xdA34T8C+Cikslk8SbMVHuC6ziflJSUVFRU7DKhWX5+fpSXURAWHR1tb2/PAAB6kqioKC7/mjhxIgOA3uxoQdrq5B3/ntpXp2xobRknmf3U2OFz48cNCY5B915gA5B/AfRNyL8Aug0FW4NNqFxTU8N1Fkb3FIQVm2zdupXrU4yrF0YnnFKplAEAdDf6Odq0aVNaWhoDgN6pqKb8n6Rta5J3FlSXtbaMWCgaEzFwbsLYCVFDpCJ07wW2g8u/dDodA4C+BPkXQI/g4uIy3ITK5eXl3CCSdF9bW5tnsmHDBpFIFBYWxtULo4JYjH+/ANA9oqOj6Z5+oMrKyry9vRkA9BJ1qsb1J3avTt55rDC9jcUS/CMp9prVf7SznQMDsDlc/mUwGBgA9CU4fwbocTw9PceaULm4uJhrIJmWltbY2JhhsmbNGqlUGhERwdULCw4O5vbiAAAXh4ODg5+fH/1ApaenI/8C6Pm0et2OjKOrkndsTz/cRvdeAa7ec+LHXDZgPBUYgO1C/S+Avgn5F0CP5mcyadIkukKVn5/PZWEUgalUqlMmtIxcLo+KiuKyMPRFDQAXB/3scPnXmDFjGAD0VMlFGauSdvx7am+Nor61ZZztHKbHjpybMHZQYDQD6APQ/xdA34T8C6B3EAgEwSbTp0+nq1XZ2dlcA8msrCyFQpFkQos5OTnFxMRwWZiXlxcDALgwKP/avn07ugAD6JlKaitWJm1fc3xnbmVJa8uIhaLxUUPmxo+heyozgD4D+RdA34T8C6D3EYlEkSZz5szRaDSZmZlcvbDc3Ny6urqDJrSYu7s7n4W5uroyAICuQz8vdF9RUVFTU+Pi4sIAoAdoUCv+Pbl3VfKOI/mpbSw2KDB6bsLYGXGjnGQYYxr6IjqWZsi/APoe5F8AvZtEIuESLiqrVCquUhjdFxQUVFZW7jGhWT4+PrQMF4c5OKAvWwA4X5R5eXl5nT59mn5zRowYwQCgW23POLI6ecfWtMNqnaa1ZYLdfOYmjKObv4snA+jDBAIBa0f+tWbNGoPBMGnSJBw8A9gG5F8AtkMmkw0woXJDQwM/iGTpGdu2baNZgYGBXGQWHR1NT2EAAJ0SFRVF+Vd6ejryL4DucrQgbXXyzg2n9tYqG1pbxsnOYW782NnxoxP8IxmATdNqtS+88EJZWVl7Fv7PpO1lBg4ciPALwGYg/wKwTbSrHmpC5erqaq6BJMVhlZWVBSYbN24UCoWhoaFcpbDIyEixGD8IANABlH/t3r2b8i8GABdXUU35yqTtq5N3FFS3ep4vFUkmRA2ZmzB2TMRAdO8FfQQdzV533XXvvPMO6wq0tgULFjAAsBU43QWwfa6uriNNqMw1VuKysLq6uiyTdevW0Q4+IiKCqxdGoRjXLSgAQBso/6L7kpKShoYGXB4HuAjqVI3rT+xenbzzWGFbufPQ4H5z48dNjxvhIJUzgD4mOjp61KhRXAcg52nmzJnu7u4MAGwF8i+AvsXLZNy4cVQuLCzkGkimpaUpFIpUk3/++Ucmk9GhA1cvLDAwkOsiAQDAAv2YODs719bW0k/HkCFDGABcGFq9bnv6YYq9tmccoXJri4V5+M+JHzs3YayvswcD6MOuuuqqpKQkujbDzoObm9usWbMYANgQ5F8AfVeAyeTJkw0GQ15eHlcvLCMjQ6VSJZswUztKLgije19fXwYAYIZ+GQ4cOJCeno78C+BCaE/3Xl6OrrP6j5kRN7K/XzgDAMYcHR0pAvv+++/ZeViwYAH6BgGwMfgnDQDGQXBCTGbMmKHT6bKysrh6YVSgS2eHTZipHSWXhcXGxtI1MQYAfV5UVBTlX2lpaQwAuk57uveyk8imxCTOjR87IixBiJraAGcbPXr0+fRQGRcXN2jQIAYAtgX5FwCcRSQSRZnMnTtXrVZnZGRw9cLy8vKqq6v3mTBTuyeuszBKxJycnBgA9EnR0dHM1JhaqVTa2dkxADgP7eneS8AEI8L6z40fN6XfMLkEgzgDtOq666575ZVXVCoV6yCxWDx//nwGADYH+RcAtEoqlcaZUJlObrlKYXRP57qnTXbs2MFM7Sj5NpI4AQboU/z8/Ozt7RsbG+kae0JCAgOAjmtn916RXkFzE8bOjR/r6ejKAOBcfHx8Lrvssj/++IN10JQpU9DpB4BNQv4FAO1CwdZAEyrX1dVxWRihFKzQZPPmzVw7Si4Ii4yMpPiMAYCti46OPnr0aFpaGvIvgI46VphOsde/J/e00b2Xp7F7r9EUe8X4hDAA6IhJkybt3bs3Ly+v/U9xc3ObPXs2AwBbhPwLADrMyckp0YTKVVVVKWdUV1fnmKxfv14kEoWHh3NtJMPCwughAwBbxOVfne5jBaAPalf3XmLp5JhhcxPGjkT3XgCdJRQKr7vuuldffdVgMLTzKVdeeSVaMwDYKuRfAHBe6CrZKBMql5WVnTp1KtWkvr4+3WTVqlVSqTQqKoqrFxYcHCzAcTyADaF/3XSfm5ur0WgkEknbC//888+LFi3CjwD0Te3s3mt4aH+Kvab2G47uvQDOHx15Tpo0afPmze1ZmA5Whw0bxgDARiH/AoAu420yYcIEushWWFjItZFMS0tTKpUnTGgZe3v76Ohorl6Yn58fA4BeLjAwUCaTqVSqzMxM+nfdcoGlS5dSFF5ZWUnlgQMHIvyCvqad3XtFeAXOjR97ScI4dO8F0LXmzZt3+PDh6urqthej3dPChQsZANgu5F8A0PXoACLQZMqUKXq9Pjc3l2sgSafHjY2NR01oMWdnZ65SGN17enoyAOiFhEJhZGQkBdwUdvP515dffkkP6+rqLBbGdXXoU9rTvZeHg8vs/qPnJIzrh+69AC4MukhDwdZnn33W9mKTJk1Ct/cAtg35FwBcWHRuHGYya9YsrVablZXFDSKZnZ1dW1u734QW8/Dw4CqFxcbGOjk5MQDoPaKjoyn/2rp165YtWyjjbm0xkUgUHx/PAGwd173XmuM786tKW1vGTiydFJM4N37sqPAB6N4L4EIbNGjQwIEDjx071toCjo6Ol112GQMAm4b8CwAuHrFYHG1CZbVanZ6eztULy8/Pr6io2GVCs+jiG5eFxcTE2NvbMwDoqd5//30KtVUqFZUbGhraXpj+RcvlcgZgo9rZvdew0DiKvabFjkD3XgAX08KFC+mYk9thtYRu7wH6AuRfANA9pFJpfxMqNzY2pqWlcVlYcXFxicnWrVsFAkFQUBCXhUVGRspkOFUA6GYrVqyg5DonJ0er1bIOosvvDMDmGLv3yjhi7N4r/XBb3Xt5BsxNGIfuvQC6i5ub22WXXfbHH3+0nBUSEjJ69GgGALYO+RcAdD97e/tBJlSuq6vjBpGkLKy8vDzPZMOGDSKRKDQ0lMvCwsPDxWL8fAFcJH/99RdlXvQvUa/Xs86iOHvw4MEMwIa0p3svdwfn2f3HzI0f2883lAFAt5o0adLevXtpd2Y+kXZPixYtYgDQB+AEEgB6Ficnp+EmVK6srEw5o6amJtNkzZo1EokkIiIiNjY2JiaGLtkJhUIGABdGRUXFoUOHuNEbzwfl187Ozgyg92tn914To4fOTRg3KjxBJMBOCqBHoCPG66677tVXXzUYDPzEsWPH0h6KAUAfgPwLAHoud3f30SZULikp4YKwtLS0hoYGrkzT5XJ5VFQUVy8sICCAAUCX8vDwePTRR99+++3zjMDQ+BF6u3Z275UYEkux17R+w+2l6EsIoMcJDg6eNGnS5s2buYeOjo7z5s1jANA3IP8CgN7B12TixIl0ya6goIDLv9LT0xUKRZIJMx3E8B3ne3t7MwDoCl0SgSH/gl6qnd17hXsGzI0fO3fAOG9HNwYAPRgFXocPH66urqbypZdeSkePDAD6BuRfANDLcJ3ik2nTpun1+pycHC4Ly8zMrK+vP2jCTL2c9jvD1RWdDQOcl/OMwAIDAym/ZgC9Sju795oVN3puwthY3zAGAL2BTCZbuHDhZ599FhISMm7cOAYAfQbyLwDoxYRCYbjJ7NmztVotRWBc3/kUilVVVe0xocW8vb25zsIoC3NwcGAA0HHnE4ENGzaMAfQS7eneSyaWTIxOnBs/dnTEAHTvBdDrDBo0aODAgXT0iD5kAfoUgXnnfwAAtkGlUqWlpXGDSObn55vPCgwM5CqFRUdH0wVABgAdUVFR0YkI7IUXXkD9L+jh6lSN/57csyppRxvde5FhIXFz4sdOjx2B7r2gPXCqBXA+BAIBg55qyZIlVVVV999/f//+/VkvgfpfAGCDKNhKMKFyQ0MDZWFcvbCSkpICk40bN9IVv5CQEC4Li4iIkEgkDADOpRO1wHx8fBB+QY/Vzu69wjz85yaMvWTAeHTvBRaQcAFcOG3/+0I6Bh2F/AsAbJyDg8NgEyrX1NRwnYVRFlZRUZFtsm7dOrFYTBEYl4WFhoaiMjxAGzoagaHne+iZ2tO9l5u986z+o+YmjItD915wRhsn5MjCAC4oi8DL4l8c4jA4J7R/BIA+qry8nM/Camtr+ekymSwqKorLwgIDA7ErBbCq/Q0hn3jiifDwcAbQM7S3e6+ooRR7oXsv4Fg9Y2o50XwKTrIAuorF0bj5w9YO1HEAfxGg/SMAQK/h6ek51oTKxcXFXBaWlpbW2Nh43ISZ6o5FR0dzfeejAReAuXbWAnNxcQkLQ8UZ6H5c916rk3ceLUhrY7HE4Ni5CWOnx45E917A2pdwtZZ5WTwXcRhAO7WMriwCL+5fEzeRyvxc88X4f3EIwsAc8i8AAOZnMmnSJNpZ5uXlcR3np6enNzQ0HDFhptN4rlIYxTrCLjUAABAASURBVGFubuj/BaBdEdiAAQNw6AndqJ3de4V6+M2NH3fpQHTvBUZtxF7mmZf5RIsFGus1WrVerdJrNXSvUyt1GnXz1w+/igAW6N+ERCqSyITcvdRUkMlFZgsIrN6bP7SahSEIA3PIvwAAmtGuMcRk+vTpOp0uOzuby8KysrJqamr2mdBiXl5eMTExXL0wJycn1sNUVFRQMMEALrxzRmDDhg1jAN2hfd17Oc2MGz03YWx/PzTRhXPEXhbJF1eoLFOcLmwsK2wsL2wqlBU0Kht1DAC6goun1Mvf3itA7h1ozxfs7MV85tWywFppIGleawz6LPT/BQBwbhqNJiMjg+ssLCcnx/yX09/fn6sXFh0dLZfLWQ/w9NNPL1myxNHRkQFcFK31Bebi4vLGG2/gWBMupqKa8lVJ21e32b2XVCSZGD3E2L1X+ACxUMSgz2utraJ57HUGK8yqSz1cmXqkIv1YdUOthgHAxUURWPRgN7rFDHJzdpexM/mXeRZmkYux9vUaBh3SG/v/Qv4FANAxSqUyLS2Ny8IKCgr46bQrDQ4O5rKwyMhIqVTKuskdd9wRGhp69913U/rAAC4KqxHYuHHjFi9ezAAuvHZ27zU0uN/c+HHT40Y4SHvE5QrodlaTr5axV3mx4tiuUgq8KPlC5gXQc/gEy2MGu8cMcY8b7m4nlzDTATk3krvADLNWNYwhCDs/yL8AAPqW+vp6roEkKSsr46eLRKLw8HAuCwsLC6OH7GKhDCI9PZ0Kvr6+jz/+uIODAwO4KFpGYL3rkAh6o/Z37zUnfuwlCeN8ndE2HJqcM/nS6/UUdR3YVLz336KsEzUMAHowqZ1o4BjP4dN8+w11F4mFXOxFQZjV6mBIwboE8i8AgL6ruro65QzaGfDTpVJpZGQkl4UFBwdf6F3sPffco9VquTL9uQcffBARGFw05hGYnZ3dO++8Ixajp1G4INrZvdeMuFFzE8bG+0UwgDPaSL44aqXu8LaS/ZuKk3eXt2+VzDfY0ctf7h3o6OUnd/eRy+zEYqlAIhVJpSKxVGjqzxstbQHaolRotWq9RqVXq3UalU6j1tOU0ryGihJTz3qFjdXlyvasx8FFnDjZZ9gU37A4F4sIzGqNMA4isE5A/gUAAEZlZWVcvTC6r6ur46fb29tHR0dzfef7+fmxC+COO+4wf0gR2KOPPiqTyRjARcFHYImJibfddhsD6FLt7N5rQtSQSwagey+wwvzcp2XyVVet3vRnzta/89tu5EipVkiMS1ica1g/F+8gR3dvOwYAF15xbj3dsk9WZZ6opkLbCwdGOE5dGJw4yYdPwVpmYQwp2HlA/gUAAJYKCwspBTt16lR6erpCoeCnOzs7UxDG1Qvz9PRkXWH58uX//vuvxcSoqKj77rsPERhcNFwEdsUVV2DwR+gq7ezea0hQv7kJY2fEjUT3XtBS28lXZZli3Y9ZO1cXaDXWT46kMlFsomd4rGsI3aKcGQB0K2WjNudUddapmqwTFIdVtbaYh5/d9IXBo2f7C02QgnUh5F8AANAq+r3Nzc3lKoVlZGSo1Wp+loeHB5eFxcXFOTk5sc566aWXzLvk51EE9sADD0gkEgZwUVAERt9qBnB++O69dmQc0ei0rS0W4u43J37MpQPGo3svsKrt5Ks0v2HtD5n7NhTrdFZOiwRCFjPIc9gkv4SR3hKZkAFAz1NdoTqwuejg5uKyQust4p3dpZOuChx/aaCdvbg9KRgisPZA/gUAAO2i0+mysrK4zsKys7PpIT/L19eXqxRGiZi9vT3rCIvGj+bi4+PvvvvujvbEj30EAHSLpMKMNck7N6TsrVG02sLFVe44I3b0nIQx8f4d7t4L5zZ9h0X4xfdwb+reXr38i7QdKwus7ut8gx2HTfajm5MrKlAD9A55abUHNhce3lHaWGelCbODi3jebREjZviJRK3WBUNFsPZD/gUAAB2mVqszMjK4LCwvL4//WaadblBQEFcvLCoqqj0NGNvIv0hiYuLNN9/cngistV0DdhkAcEEV1ZRT7LX2xK6C6rLWlpGIxOMiB8+JH9Oh7r1aO43B6Y0Na6Pal06n37m6YPnnaVb7+Yoe5DHlytDoge4MAHohjUq/b1PhluU5lWVWuswPjnZc+HBMYKSTeYvIliNFcgtjH9EG5F8AAHBeFApFqgllYUVFRfx0Cq1CQ0O5SmERERFWx9T7/fffN2/e3Pb6KQK79dZb296XWx0Yy+osAIAuUadq3Jiyf/2JPUmF6W0sNjAwambc6GmxwzvXvVdrV/VxemOTrFb74uSn1/7wxvGclFqLp9AXIWGk97RrwgIj0L0XQK+n1xkObS/e9FdOaX6LRpECw9i5/pfcEm7vKBGaQUWwDkH+BQAAXaauro4Lwsjp06f56RKJhCIwro1kSEgI7a256a11/mVh7Nix1113XWtzrV4tN5+OvQYAdBWtXrc7K2nDqX17s5I1+la79wpy9Z4WO3Jm/1E+Tp2vj2N+Mb/lhX2c29gYi30Wn3zV16isNngUiQRDJvpNuzrMy79j3Q4AQA9H/9iP7zu98a+svDTLyNvBRXzZreHDp/uKxSKrKRjDbqJNyL8AAOCCoL3LqVOnuL7zq6ur+el2dnbR0dFcvTDKv9q5tmnTpl111VUtp1s9YbAoMERgAHDeTpXkbErZvy3jSJ2yobVlnOwcJkYNmdJvWD+fUHZ++NMY8wLObWyVxb5Mr9dze7H0pMrPnz5aW6m2WD6iv9uC++M8/ZB8AdiyY7tK//46taZCZTE9epDLDf+Lc3aTtYzAuGvM2E20BvkXAABccCUlJVwbSUrEGhsbWafMmDHjiiuuMJ/SMvxS/Han4XSaxUTa92PHAQCdo9FpqxV11Yp6tVbT2jL0I+Mks3e1d3KU2XfVqQb/w2V320omtW+tt2Oc2/R2rbV5pAhs3Y+Z/3yTqT97hEc6473s5ughE3wZAPQBSoV23U+ZO9bkGfRnTXfxkN70TGxYnItIJGqtOSS3JHYT5npj/iVmAADQq/iaTJgwgY7pCwsLuQaSJ0+eNB9E8pz+/fdfe3v7mTNnWp3b1D1w3kFD0VHLWQwAoJPouNPTdDsHBWOmeq5d9YPDr0enUTGRjO/wmF8ApzQ2wGoVZuMgj3War547emJ/hfnCAiEbMytozvWRdnKcDQH0FfTv/fLbYkZM9f/945N56c3NIWsq1B8+cmze7eHj5wVQBGY+FBW/p+B2E9yVYAa9lpABAEDvRDvgwMDAqVOn3nvvvS4uLqyD/v777w0bNlhMNL9gzgAAbItGo6FLBfoz0LjbZrQWfuWkVL9wwy6L8MvZTXr/68OvvKMfwi+APsg/zOnBt0fMWRwpMMtC9Dq2/LOsL5853lCnot2EVqvldxYWx8bYU/Rq+NEHALAFlZWVrOOWLVsml8vHjRvXss0I7e/ZmQtc4ugJ4qDB7VmhNnOPNmcfFYTuwdLBVzAAgC6lzdmvzdxNBYGLvyzxmvY8RV9/Wr3vZ65M5zMGU1VZvlcXrmkkruf3aq11+HVsV+ln/zuq0551shoz2OP6RxPsnSQMAPoq+smfek1Y5AD3b187WlvV3Cfgyf1V7z1w5M5X4929jR0C8oEX3xzSvCcQ7Dh6I+RfAAB92s8/G08Lx44dy87u596Yf505o5BEjZeNvaU9a1PqdXz+ZTf1QQYA0KWUWz7h8i+hq387f2R0xSf5/Isu6YvONBWnUxf6obPoBR96HavhF93vXF3w45snzCtqiMSCuTdETbwshAEAMBbaz+WJj0f//N6Jkwebh1kvzVO+/8Cxu99I8AlyEIlE7Mz1EnamOSR/yQTXTnojtH8EAOj1vvvuO9ZZtPOmCOzgwYP8Q+7MAbW7AcD28K1auIYtTVm/WfoPvYt5+MXvvOh+1dKMH944K/xy97Z76O0RCL8AwJy9k+S2ZwddfmsM5eP8xJoKzQcPHcs6Ua01MW8Iad5wnqEtZC+E/AsAoNdLTU1l54F23pSgFRYW8g8RgQGATWrZqwvDCUyvZRF+NY3cotN/92ryqm8zzZeMH+n12EejAsKdGABAC+MvDaZ8nFJyfkpjne7TJcdP7q/QmWnZFxjDHqS3QftHAIBer3OdfxE7O7v+/fsPGDAgISFBLpebdxuM3TkA2B4Kv4Q6HdeTCxeBcQ1b0J6l17EafqmU2i+ePZq067T5kjMWRMxcFM4AAFpH+fij74/87JlD+Zl13BSt2vDNCylX3Rs2cqYf/byIxU3JScuxg7Hj6EWQfwEA9Dne3t4DTCIjI/lhni3uuTZBAAC2hC7gs7MHf+Tg1KV3sRp+0Wf64WMHUw9XmS95+a0x4y8NZgAA5yJ3lNzz2rBvXjqantx0XVmvM/zxQZZGrR93aQA95LoDY9YiMOgtkH8BAPRun376aXsWo90zpV2UeQ0aNIjyrzaWPOuckAEA2A5j/qXT0TmM1WYs0CtYb/ao1X/+zBGL8GvBfXEjpgUwAID2kdmJbntu8LevHjt1uJyf+PdnOfZO4qGTfMyXtIjAcB2lt0D+BQDQu6Wnp7cx197ePj4+nmKv/v37U5kBAPRhxgaPiL16M4s+d/iaX9++lnRkexm/mFAkuO6RhEFjfRgAQEdIpMJbnhn049vJx3aV8hN/fSeTIrB+Q93Nl0QE1hsh/wIA6N0aGxstpkgkktjYWK6RY1RUlPnuuT3MTyqwGwcAW8LHJS0jMK6Ms5degfuw+OHYVn6Tvnd9sfkCNz05MH64FwMA6DiRSHDjEwN+fu/EwS1F3BS9zvDdy2l3vhobGutiviR3jM2HX4jAej7kXwAANsLR0TEhIWHgwIH9+/eXSqWs4/izQdSMAACb1PLHjf/Rw0lLz2f+2fHh15bluau/yzJf7LpHEhB+AcB5Wnh/XH2NOuVMQ0iNSv/1c6fueyfeJ8jRfDFuNBX+YjP2Jj0c8i8AgF7s008/9fPzG2gSFhbWtXtc7L8BwMYYzsag92jZ7Redcx7cUvLreynmi829PnLIBF8GAHB+hCLBzU8O/PipA3nptdwURb3+i/+l3PNWnKevAzMdJ3OHyhR+mdcgRgTWkyH/AgDoxa699loXFxcGAAAdhwist7AafuWl1X79/DHzxcZfGjzlqjAGANAVJDLhnS8M+XDJwZK8em5KTbn62xdT73sn3k4u5UMuruUjX2bQg3WsUxgAAOhRLmj4hTNDALA9+GXrdayGX4116k+fOqzXNy82ZLzv5bfGMACAriN3lNz10hBXTzt+SnG2YvXSXK2JTqejnyPu3rxmMXY0PRbyLwAAAAAA6NH4s0q9yTcvJ1eWqvi5gRHO1z4UzwAAupqzm+zOF4aIJc3Jye7VZUk7y3Vn6M9ABNbzIf8CAAAAAICeqGWf92Tbivzk3eX8dHsnyS1PDxKK0OwIAC4InyCH+ffGmU/544Ps04UN5vmXoZVhhaFHQf4FAAAAAAA9jtWWj/kZNX9+nGq+2M3EtlDaAAAQAElEQVRPDXT1kDEAgAsmcZLfyOkB/EO1Uv/Da+kqpYZrBdlGCgY9Cvq/BwAAAACAHsp8yE6VQvvZ/45p1M39fs1cFB7R343ZBMr31DoFuwAkIrlQgHoPAOflitv75aXVFuXUcQ9LcpSrl+bOuyNMKBQKBAKKwFiLvvAxFmRPg/wLAAAAAAB6FotmRFzlr78+TS0vak6IKPmaPj+C2YT0yp0bcj9U6xpZl6LtVl+vYXrp5XGPJPhNYgDQWRKp8JanB715726VUsdN2bPmdMJot8gBboKzMQwE2VPhOgAAAAAAAPREZ7d8rN2+soCf5ewuu+nJgbZxjqnWKTfkvM+HXwImEAqEQoGIuwnO45SNTsKdnKRaveKPpFc1OhUDgPPg7m23+NEE8ynLP8nVqJvHgkRH+D0c6n8BAAAAAEAPYn7eyOdf379+wtDc8JEtfjjewVnCbIKB6bUGDVf2d4myl7gIjf35C7j2U1q9OrP8MDsPlKVpdLqKxkJfp3AGAOchfrjXsCn+BzYVcQ/Li1S7VpeMn+fPtYLkoRVkz4T6XwAAAAAA0FO0HPOR7nevK8xPq+OnDxzjEzXAndkU47t2k/s523mKRRKhwNSjkF5b3pCfU5nMAKDHuPTGKLlDc0Wijb8W11aprHaEz6CHQf4FAAAAAAA9i3nLx8Y69bJP0/lZEpnwittjmC1ykLnw5cqG4qzyIxUNhTq9pv1rkInt58U/et/YpdcOednPKZIBQFdzdJHOuT6Kf6hW6td9l28efqEVZI+F9o8AAACdV/rgaH1lUWtzBQ4uImdPobuf2DNQNmiy3dDprIs0bPhWeWSTtjBdX18lcvGSj7lCFj+m4tUFNMt50TMOM29hvZYmO1kSlsB6GF1ZntDBVeDgzADgQrLa7f3KpZkNtc0Z0MxFEc5uMmaLJCLj+6J3nV91slFTyzpILJRen/i6v7PxzNzd3s9V7vPJrttYB10z45fKCivd8IslQld3uYuLnYeX/YixwROnhbm42rHukJFaHhnjyXqYoweLH71zDRUeeWbcrMua8tlflh5d+ulBKnz12xVhkTZWY7FPGz0zcN/Gwvz0pn+kR7ZWDZ9ZFxbr0rIVJFo+9iio/wUAAHChGBpqtMWZ6hM7G7f9VvXB7VWf3se6QsO6r2t/eoFWq68uZVq1rqJQILaFTnAMyoaab5ZUfXgn61EMhob135x+aoa+oZoBwEVhMFNdrty2ornbe+8Ah4mXhjAbJRSI6L68Pr8T4RcZH76QC784HvYBrOtoNfry0obMtIr9u/I/emPXorm/Lv/lOLu4FArNx2/tfvnJLQygW1GoteDeOPMp678vaNn+EVXAehrU/wIAAOgCjpfc03Kivq5SV1mkOrmXaY2jbin3rlIMnCwfczk7P/XrvuIKIo8A2cCJQgdXuyHT9I01rJer/OAOCvWE7v6sJ6lf+XHdsncYAFx4Vit/rf85W69rnr7g/jhj1/C2S6fXVjQWso5L8Js0Nuwa8ykKbR3rLKlMtOimgeZT9HpWXamoqlSknSovLa5XKXWfvrvX0UU2fU4Uu1hefWrLnh15AcGoigvdzz/MaezswJ1rm9L53FONeal1oaYqYIR+u1AFrAdC/gUAANAFnK5+rLVZ+urT1V8+ojq+ncp1y9+Vj57HzuNIyFBfbaz2xZgkbIDnCyvNZ/n9kMN6M4OqgfU8ekVPfFUANsy856+GWvXO1c1hUP9hnmGxrsx20bvW6FWs47wdQ2f1u0sgOKtxz46s31hnSSSixbcOsTpLq9F/9dH+ZabKXx+9sXvMhBAHRym7KBSKDnSF1hMsunkQ3RjYqOkLwvdsKNRpmwL6LX+VXP+Uo9CMef0vZGE9Ado/AgAAXFhCVy+3uz8SOLhRWXc6X5N+XsPY6xX1XEEaOYQBANiKlpW/yMY/crXq5umTrwhjNq1WWV7ZWNTRZ4mF0qsH/k8ucTKfeKxo097cv9kFIJYI73p45IAhflRWNGr27y5gvUdOZtXRg8Upx08zgPPm5CobNb25lXHqwdqygkarveAz6BmQfwEAAFxwAkcXWexIrqwty2Xnw6BvKki6p+NhAIALx7zyl0qp3bo8n58VFOkc3t+WK3+R8oZ8isA69BShQHTtkBc9HQLNJ5bWZa8++SG7kEaND+YKuZlVrPf4+Zsjj9655p2XdzCArjDx8lC+RpdAINi2rFR3BnoB64HQ/hEAAOBiELo0DVZlUCtaztXmnWzY8L2mKF1bnCkQScQBUZKQ/o6zbxe6evPL1K/4sG75u/zDhrWf040K9hMXudz8qjplb8vxH+v+fKt+1Se0Ep8P9xuUjYpdy1Wn9qhP7WUisSS4nzRmhMOkaymbs/qClQf/Ve5foynK0JVk04sXB0RLoxMdac3iDrRzMagU9Ss/pj+qqyzW11YInT3E3iHiwGi7IdNl8WP5xSpev1Z9chdX1lcWFV8fSgWH6Tc5L37OoFaW3NqPHrre+jY9pea3V1TJ24VyJ1qJ09x7xP6RJXcbe6iRj7vG9bY3W74AblV2ibPc7v/M8rWplYrtfyr2rtSW5ugbaoTOnmKvINp0/DCdFhu87NHxdC8OjvN6eS0Var5/pnHTj1Tw+WCf0M3HYuXclqeC16sb6KVyE8ufu1STnSQfe6Xrza/X/vGG8tC/ekWdJCjWfswV8vFXs05seZ22+KZIruj3bQZ9rAyg9+PPFbf+na9o0PHTpy8IZ32GRGRHwZZOr9WeqznkmNBrQt3P6qiLnvXb0Re1ejW7kFzcmq7BqNU6i1k6nWHD6rRjB4sz0ytLi+uDQl1CwtyGDPefOjvS6qrW/ZO6Z1tuYUHd6dIGub04KMQlMNglYbDv+ClhEqmIW+bpB//du7MpDC3Mq52a+DUV5l8/4Lb7h7OL7tDegtV/p2alVVRWKMIi3KL7e125MN7qkm2M/1hZ0bhmeUoWbaKiOnrvcgdJUIhrYJDzgCG+E6aFC4VWWsnVVCtXLz+1Z3tecX6dWCqMifMcOMT/ikXxa5afev814z505fYb7O2N4+GolLo5Y7+lwpIXJw4a5rf0k0MHduc7OslCI92uWZwQm9B0aJGRWr5pXWZeTk1xYV1ZUZ2Xr4N/kEtouOv4qeG0cvM/zY9u+dPK+R6e9htWp2/dmJ2ZWiGzE0XFeEyfGz12cii3ZOrJ8h2bso8eKsrLrvELcBo2KnDxbYPt7Gx29+ThIx88zvfw9hLuYdLO6qmLVB4+IsLV/0IvYD0KjpMAAAAuBk3WMa4gDoixmNW46aeaX15imqaTHLoyqK4tV5/a07j9D+eFT9tPuIadN31lccXbN2kLUvgpqupSVdK2ho0/eD7zl8jzrIoDTKup+eG5xq2/8BN0p/Pppjq6qXHb7253vi+JaFdvJobGuorXF2lyks1fhppuKXsbN/7gOOcup/lPsHYzaFXlL1+lKzc2tNE11FDBZdEzrLO0BamV797Cre3MaytS0y11n2zgJPeHvmZCEbtgqr54WLlvFVemD1o+bNaZl9U1Wx6g1+FrRpjbftawj/b9h3mxvmGQ/7TZsfdIRDKVVvHP8XdPle1sbckoz+GTIq8zn0Lh1zf7H65WlLALrLigqXN9irfMpx87VPzpO3sz0yr4KaknTtONErHN6zMfeHKMj5+j+fIfv7V7xe8n+YeNDeqK042UtqxenrJhTcYr700XS3pQiyWK9t5/dScFdvyUk8lldNu8LvP6OzrQKcGqZSlffbif3iw/paFeXV7acGR/4aplp7b+l/XsG1NFZ4/zQLnSU/etr6lR8lN2b8ujW9KR4sGJTePGtAxYNBrdY3euy881jl9cVamgwq33DqOyWqX78qP9K347Yb5wfm4N3fbtzPv9h6TbHxh+zXUDWr5yCjSfe3Rj8+dbwyi13L0978pF8Xc9PHLj2ow3ntvK13Cixeh2eF/BR9/PE9nusBVTrgzl8y+Dnh3YUD5tUYBOp2utFzAG3Qf5FwAAwAWn2PW3JjuJCiLvYGnkWRFG3fL361e8z4zdhPnYT1wgCerHdFptSXbDhu/09ZU13zzO9Fr7SYtoAcd599NNV5bHVURymH2n84Il7fnrBmXD6Wcv0deWU7JjN2Sa0MFVdXK3cv9aWr++qqTujzdd7z6rmYyxNlbafipIQhPshs+R+Efq66s1eScpLNOV5pS/co3Xi6v5Ok1tqPn5BS78ksWPk8YMFwdEGdeTc1x5YJ2+rqJ+zWf0YiRRxhMGjyU/0335i5drMo4I3f193t/dcm3165dycZXYP0pbni/2Chb5hhnqOzPqpa44q/zFKw1KY09q8tGXS2OGCZ296KVS4EgbRHVsS/U3T7re9ia3wWt/e52rZ+f99nb6+Nh5U2cc1ZVkUoFiR4OyUd9YQxuZm9VVWx6g9+IbP2Yer6ooaT7Vn3J1WB85bZRLnC6Je0BoiuBlYvnEyMWt5V9ejiHzEh41P52mTbcl44fi2gx2gWm1+v0787hyeJQHP70gr+bphzYoGo291F9yZWzsAG93d3lxUf2WfzOTDhfv353/8G2rv/rjSq6OEqFEjAu/ouM8R4wJDg51kcrE6SkVFMGkp5Qf2luw/LfjXArz8vsz6P7RO9dQNBYQ7Pz98i64MtQJH77eFH4Fh7nNvTwmOMy1orxx7878HZuyv/pwXztXQmnRB68ZP1OKAsdMDA0Jc6UCpUhpp8o3/5tJQdiurbmr/jo1b34c/xTasPTeuQ0789KYQYl+zq6y3Kzq379PooUP72/qM65l0zravFz4Fd3PoyC/LijYOSDIOHrmt58d5MIv2vLDRgYFhri4uMkKc2uTjpbs3ppDMd+XH+wfMtw/MsbTYoVvvbC9pKguLNJ91qXRvoHOSYeK//rZuKNf9stxsVhIwVlgsMu8a+J8AhxPHC3bsDq9sqIxLaViw6q0WfNimI3yD3PqN8Qz5XBTy+UjWyqnLPCj/Ku1KmCoC9aNkH8BAABcEJQ6aQvT6aZM2qrcv4ab6HTlo+aN1HQlOfWrP6WCbPBU9/s+NW/gZj/lusp3btJkHa39/XW7wdOErp2v+ECvhG6O8x5wuuIhbord8NlOl95btmQqZUCKg/+6qBQCmZybpdjxFxfBOF31qOOl9/Irodn2464qf/1aQ0NV9dInPJ89V7fKWo1ij3F4SmN1qke+NZ/jMPX6008Z2xjW/7vULaq9F8wpM5L2G+l253tCdz9aua6qlHWOwVD12QOm8Evg9sCXdkOncZOp4Dj79tPPzqWkSbHjD+erHzufbd4GeiP0Ftzv+YTL/oyNHJ2NZ4+d2fIicW8f9BOAtVL568Cm5hpMMjvR0PF+rG+QiuyEZvVPPe0DXWSeNaryFovJ58U/Yn92n/cpZbt35fzJLrD6WtWXHx1IPWV8SXEJ3tGxTREJhWJvPr+Ny2gef2HC9DlR/FNmXhL17ss7/lubUVpSv/TTg/c+OoqbvnGtMaqj9OfdL+baeEE17wAAEABJREFUyZt2jmMmhsy/IeHuxSvyc2v++f2k1VpI3YKitzV/G8OvwcMDXnxnqlzelOLNuCT6s3f3cgNitsdv3x6lezuZ+JX3Z4RGuPHTKSGaeVn0Pdf/Q+XtG7PM8y/aaNyGvfnuRH5AyeGjg0ZPCHnyvvVFBbWt/a3MtIphowIfeWa8p7e9VqOntI4m1tYo//nTGDvSX3/nizn8G2Gj2eUL+y/7+fhn7+01voZNOS3zLwq/ps6KfPTZ8Vy9vNHjg52dZUs/M7bxpPCLUrY3Ppnt5CKjh6PGhdDbuevaFQqFZtvGbBvOv8jomYF8/lVXpctNqQ/v78JHYFwVMIbkqwdA/gUAANAFuH6m2iRwmH2bfNSl5pOqv3+aadVCR3e3O9+36N1J6OTmevs7p5dMMTTWKnb/7TD7dnYeJJGD+fCraf3uvnZDpyt2LWdale50njjQeGBqaKyjuI0K0rjR5hEMRxwS53zlwzU/PKPJOKLJOS4JjW/jL+rrq+mtGf90UD/L9QRG209cKLB3kfXrWL8tLte/YAy/jKuQiLwCWaeo0w5xtdLkIy/hwy+OQO7ovPCpqveNm1qx5x+HWbeyC4OCNsmZ4E/kaxzPrgu3PEBvR6eIFHEf3NyccQ8a6ysS95WTxnpVlUqrkImbrklQFjYl+qblyW9ZLDYv/mF/5yjzKWX1uX8lvc66iEaj++nrs0Yr1utZVYWiorzh6MESruGeWCx86H9j+dP5YweLTiaVUWHWZTHm4ReRSEX3Pznm8MGiirLGtX+n3PnACC494eIY/0BnPvziUCIzb0F8cUFteLQ7pTadbgJ5YHdB6sky8yl5OcZawzVVSot35+3nZPGaW+KbPd754PDmzMjk9gdG7N+VT4EdOxdKD+nr7eFlP2pcsHn4xYmJ8wqLdM/OqKSgkJ9Yfrph+8ZsKsQmePPhFycgyPnOh0Y++8iGNv7iXQ+PoPCLmQbu5BqfZqRVBgS5VJ5uvOb6ARZvhEycEc7lX6dLG1quzdVNTh+l+Scy6/IYLv8idzw0kgu/OIHBLjH9PSk3bCOhsw1xiZ4yuVil0HIPj22vCunnSOEX1wqSj8D4WmAIwroL8i8AAIALS+DoKosd7TjzVsnZdZ30dVXqE8YWELL4sZS8tHyi2D9C5B2iK8tVZyc7sPNiP+ZKK+v3CeEKBmUjV1Alb9PXGi9gys+0yLNgN2QqpTBU0GQebTuFEbp6CeydKbyrX/+NyDtYPuIS8/focvNrrIMEDm5cSHeelIf/5QoOU29oOddu8DTPZ/8WunqLWnRp34Vk8eMtpnThlgfovfjGj6mHqxpqtPz0IeMv4L/HnkZn0O7O/nNS1PX8lBivUWKh1Lw/+7Fh82N9xp71LL3296Mv6g1a1kXUKt13nx9uY4GgEJeH/jfOvE/31JNN9V+uu81KxV7KWRbeOOjjN3fTmtNSyuNMXbD7BzplplUcOVD01Yf7L5/f39OneV932dWx7Lwd2lvwl7VqWZUVjRbvbtiowLbzL73ecHC3sQ1+3ADviGgPi7kikYCypHdeOvewko7Osk9/uryNBTw87Sn/UimbRxXYtbWpqemimwe2XH70hODofh5pKRWtrE0eHGaZsg0Z5v/Vb1ew1l8AvR2dzqBWWfk6DR0ZwDdf5bi5y+nDVSg0Ht72A4da1tOkvIzuiwttPP+igH7gaO/9m5oaoh7fXTP7Jn+xmGv+eNYokIi9uhfyLwAAgC7geMk95g9Vp/ZoMozH1iLfMPcHvxL7Wxn0Sne6aSgrxd6VdGtj5eZdyHeOZQ/3JgJZ05mGQdt0WqU93dTbdM13/6NbGytUZyXZT2Ftc5h+s7FrM626ZumTNT88J4sdZTdkmt2wWVxzv46ShPZnXUGT29TRssg7yMpsgUASOZhdUGIZJZsW07p2ywP0IlYbP+77r5hfwNFFGpngzvqS/fmrxkcsFAmbUgaJSOYgdalRnuYeejoETYxYbPGU344+X9lYxC4kykR8/Jx8/Bx9/Z369feacUm0RbWs9FRjBEN5h7ev9Us2EVFNn2Payab86/IF/Xdvy6Wo5fcfkugWP8hn1PiQMRNDAoNdWA9TVang+p739nG0ukBwqCvruIY6dVZGZUV5Y3WlsrS4LvloSeoJ4wet0TTnX+mnmoLF0HDr/xDColrNv6Jjz92Qv6ykoSC/pqKssaZaUZBbc/RgMX0ixteg1bdcOCTMytuUSkWUf/n7O7ecxY3g2bJjMtszZJwvn3+pGvVpR2r6j/AQiURcps9XAUMv+N0L+RcAAEAXcLr6sbMeMla/8uO6v97WlWSf/t8st7vet2tRr0dXUcjaR1eaY2xLeHYDyQ6xXpup+fCr6chUV9ne0ydtYdo5l3G64kFac/2KD43r16pVydvoVvP9M5LwgeKAaHniDNngDgQ5Qkc31hUMCtOYZUKx0KV7xpITOlo5r+vaLQ/QG/GVvzQq/bGdp/npg8b5CG135DirVLrGRk2dk6wp7BAIhKNCrlif+gWV3eX+t474QCRsPomjjbYx7ZuM8sOsSzk4Sv/Zen2HnsLFNP6BTq0t4B/UlI+kpzQFOgOG+L307vTXn91Wa4qWjh8tpdtXH+6PiPaIjPGgOGzqrEguQOmcOx8eSTfzKa88tXnLhqywSPc2KkBZVVPVNBqDh5e91QW8WsnFrMrPrVm97BQlTeYDZbam0tRKlPbYXj7Wg0W/gFb/tKOzrLVZe3fmbV6fmXSkpNxaO8fW2Du0eiji4ChhfVjUQHe5o0RRr+EeJu+qiR3mZl7/i+sIH73gdy/kXwAAABeE46X3itx8q796lOk0VZ/e727vLIsfZ76AQaPiCvaTF9slzjzH6oSdPwHowNPVTS/J5aZXRV5tjXUolLfrQN/pioccJi5Q7F2tPLpJnXaQ6bXG9511lG7GPubnP+kw5w7WPgJhx/t/sXbFWSCVs4ugjYvdQmtHX1295QF6I+4sMfVIhVrZXPGk7/R8z6Mz5VOlO4cHN/cXOThw5qb0b4UC8eUDHuO7BuNkVRzel/cPfxmjG6mUnWl9OXxM0E+r5u/Zlntgd8H+3QVcEEapEN3+XZVGU557o0dUeRUKzxFVyOXtPbOmd/rMIxu0muYvuV+AE+V90bFegxL9vvvi8KG9BebLiyXnSklaj1HEYuu7zu+/OPzjV4fNVxAe5REe5R43wHvwMP9br1mmtVb5y7RCRDbWUUw/ZJzPrnVNn1364Xq9Gb5yK4NuhfwLAADgQpGPu4pCn8ZtvzG9rvrLR71f3yiwb74wLvYJbSrp9bL4sawHEPmGcgWB3KmrXpLQ3c9h9m10Myjqlce2qI5uUp3cra82dkhcu/xd2kSdaw7ZpPmg38qRuqGxruVEkU8wS91HSZy+5rTQ1Zud/582WPnTemU964gLseUBegvzM0O6z0iu5mfZO0lC+/W4pnAXwfbMX4YGzhGduXQhFdn5OIUPCpge6HLWiCIVDQU/H37G0APCL2bqEayqUlFcWNfaAqXFTT+Mrm525tPt7SVTZkXSjTKXpMPFh/cVHdlfyI0vuWNT9r6deSPGtnVV4OJwc296zSVF1t9gaUkdawd6+ktPbqbwy04mvvSauMRRAdH9PM1rael1lvsU/wBjvTn691FxupHrwN7C6ZKO7XG2b8zmwi9a29wrYwcO9YuI8pDZNX3Z6FNoLfyCtsUmevL5l0ZlKMlRBEaK+QhMaLqMhyaQ3auTQ2kAAABAezhf+6zQ3Z8K+urSml9eNJ8l9mvqBEpblN7a0xvWfd24+WdV8nZ2UTS/pIJUqwsY6qvrV36i2P6nJudcA73TIXxlsSbzKF+zSSB3lI+8xPXO930+3C8fa+qPX6M637cmOlOvTaNuOVNXXtByotg3/Mxc6+1PSx8cRbe2O+FixvpoTRcRDVb/dEUx64iu3PIAvYdFbQiulkRmcvMgeuGxnelTyQY0aGoqGvLNp8xLeGxo4CzzKRqd6ufDz/aQ8Iv4BRpjGorAlK1UBOPzL67XfPrwa6oUWemV9BRuulgsHDI84Nb7hn3y47ynXp7ETdy3K5/1AC5uci57ai1sKilqVyvCzeszudEzb31g+O0PDKf3a9FEsazUcv3+Z3pDO91KQ8Wykg40YGRmA1m+9O70hTcOjEvw5sMvQikbg06J6O9mHmrlptS37P+eQbdC/gUAAHABCezsXW9pGpCewgvzuEdg7yR0NnZBpc44os071fK56pO7a399mYIYisDYRcGnMIpdfxtUipYL1K//pu6vt6q/fkydur/tVTVu/Y1SpPIX5imTt7WcKxswkSsYFGYH+gLT8behA5edBdKmC/LasryWc5VH/ms5UT50Bj2PGYcdWNVyriY7mWI7uom9Q868qDNnBfqzXhh9sk1/ujjLYiUGZaM6dR/riC7c8gC9EX9mqNXqc1Oah4oL699H8y+SX33WfsHD3t9igVUn3q9SdCxqv6DGTQnlCuv/sdJNIX2yK34/wUx1Z0eNM9bnKi6svXLaz7cvXP7XT1bGeBk6oun9Khqb0zSuIbyhmyonjRpvfNnpqRUZqeUt5277L7M9Kyk5EwL262+lD8pTyWWFecbvv86sdeTw0YHcUAPbNmW1fAqFX8mHS1hHcFXY5PaS8CgrHepv/a/pr+hRC6yD7OzF/mHN1fxzTzVabQLJp2CIwy4+5F8AAAAXlixhvHzUZVy5+psl5umGw/QbjP/Ra6s+e4BrEsjTV5+uXrrkzGI3sYtC7B8h7W9sfKerKKz+5nGmPatmEyUv9WuNHTAL7BztJyxoe1V2w2bTmQoVan9/46yQixmDJOXBf7mi+WCLQpkxUTI01Fj83bYIRWJ/44j1xj7FMo+e9WpP7a1f+2XLZ4j8wuWjjR9Hw8YfaJmz5hkMNT8+2/T6R8zlCgJZU86lqznrA5IENbVCavjvu7PWoWyoWbrE0Nixsd67cMsD9DrmQ0DmnKrRaprPCSPiumbgi97oYMGaNuZuy/w5uWQr60lGjg0elGjsrO3bzw+mnjwrIaqrUb3x3LYTx0qpPGxUkIOTsQ91/0DnfvHGDGj18pSs9EqLte3amssVIqOb28jL5cYLEjXVSo1axy66WZfFiMVC+rZ++MbumqqzLlRQZrRlQ1Z7VuLl3bRPSUkus5hFsdRbLzRdJNOaXXHx9XeaNse4p1v5x8mDe86q16xUaN97ZYdS1bGe1zxNXfUrGjUte98/vL/w+y8OcWU94q+OCzeL7PNTFebhFyqC9QTo/wsAAOCCc7n+JWXyNkN9tb6yqPaXl11ueoWb7njJParkHerUfdrCtLInplDOJfaPFIjE6rQDjbuWG5MgOtwffbk0diS7WNzu+uD0k9P1dRXKvavKspMpbRH7h+trK9UndysOrKNL0qa38wJf+6k1Qic3x0vurl/5sa4ks+zRCfIx8yTB/QUyuYaOB3ct0502tmeRj54nCY1vfoqzqUWMWlHx+rXSmKalkXYAABAASURBVOGSiIF2Q6af8wVTmFX319tUqHznZqerHhF5h9DGpHyNtqrII0Dg7qctyrB4itPlDyn2rqbYseK1hfaTFkkjBgndfZlWW7/6M03GEVrAYfadIg//M6+q6dSr+vOH6AULnTwcZt5MD2UDJwscXekzVSVvq3r/dvvJ1xo0anXq3sady2iibNAU1dFNrCM6s+V12uKbIrmi37cZTITjOuh9zMMvOj/MSGru/EsiFQZGOrO+qqQus6KhwMMhsOWsvKoTu7L/ZD3PDXcMPXpwdUOd+t4bVlw2v390rKeTszTpUMnmDZkVZcZWdS6u8geeHMMvf/M9w564e21DvfqBm1dNmRUR09/Lw8u+KK929468w/uMTdTDo9wvuSqWX97Fzdj3Py3/v4c2DBjsE9XPs6Ndg/3v1cl0Y50SEe1x411Dv/7owMmkstuv/fvy+f3p5dVUqY4fLV7zd6pcLlEoNOdcyeBhAd9/Yex765tPDjY2asZMCvXxdczJrNq1LXfN8hSu+3+i1ejVKp1U1lQB+ZrrBmxZl0k515L71s+bHxcT5+3iKsvPqaHoMD+3+Z/MOTvp5wwZ7n9kv3HzvvD4psW3DqKXJJeL006Vb1qfuWF1Gp/MKNvxdsBCRH/3HauaWuw21OiqSlVeAWLzCEx4ZjAfjP/YLXCcBAAAcMEJHJxdFj1b/eXDVG7c8ov92CslUUNMMwTujyyt+/Othv++Nyjq6v/50OKJsvhxrre+yS4iins8n/+n+pvHKXbRlebU/fH62fMFjpfd19R717k4XfmIJu+k6uhmynQa1n9jMdcucZbrbW+fNWXYHMXuFVSg+I9u9N7bk39RaEjxkDb3hL6+0rzTLkoSPR7/qerLR1iL/EvkE+LxxE9VXzxMcWTjlp/pZjZP4jD1OucFS5pf1aApNRIZ06h0FYX1qz5hUjsu/6IcymXx8xSKGat8Hd5AN/4pzouelYQN6Gj+1YVbHqBXMG8ExFeIyDre3PlXaKyrSNSnzw9TT+8b3SL/alTX/HLkOY1exXqehMG+r7w//cPXd5eW1K/47YTF3AGDfR99brx5D+5Dhvnf+eDIz9/fS8kRRTl0M18+up/Hi+9N5zMgMm5S6LoVxr6rKB2j2+jxwRe5a/wFNww06Cm6OkBxHgVh/HR3D/snXhj/xL3rz7mG+EE+dz008rP3jG956acH6WY+d/zUsIho928/NdbAKsyv4TpKY6axBd77Zu7zj20sLa5f8ftJxk7yT5k0I0Kl0u7emkv/WOzs2nV2P//6Aekp5ds3ZhcV1L75/Fm9cIrFQkrEsjKqaC69AAYdFBl/VpPt3JQGT397vvIXM/u5Q/jVLZB/AQAAXAzysVc07vyLog06+Kn64kHv1zcysbEBiMDOwfm65+WjLmvc9ru2OFNblKlXNYhcvUXeIY7Tb5IN7oZx30VegR5LflHs+luVtFVbnEWvionEQmcvSWic0yX3iIP6tXdFlO49vFR1ZFPDf99py/L0tRUG06iI4uA4+/FXt2zUaTd0muutbyv2/qPOTjI01BjU7Tq7ow3o9czyxu2/N2z8QVuUIbBzlPYbIYsbYz/uKoodW3uWNHak9xub6td8rslO0ham6+ur6H1JoxIdpt3A1/ziCF29PJf8Wr/uK1qSIjCBRK6vPk0TGVd/LTCmfu2Xiv1rmVYlDoqVxY2yS5wpjRmuTj3IOq7LtjxAL8SdExZmNjeXDjTrSadvSqP8K/Ss1FutU36x5z6VtmP9nV9MFEh9+bvvit9PpJ+qyMuuLiuu9/Z3iurnMeOSqCHDA1ouf+W18cPGBP7xQ3JGakVVRUNFubFdYUCQ87ipYYtvGWwR6AwfE7TkxYnbN2adOn66qlKhUndDC72FNw0cMTbor5+PpxwvO13aEBrpFh7pdsXCeItBLdtAbzl+sM+PXx4uyKstK61Xq3QOtOOK975mcfzQkYF5OdVc/rVzSw6ff5Gofp4ff3/Z798nZWdW5WRWikXC6P5eI8YEzrw05oUnjJdbXFzl7XwBQqHg2denbNmQteqvU6VFdfQaKJnx9HEYNMRv0S2DgkNd1yxPofyLPosjB4oGD/Nn0G4OzlIXD1lNRdMBTGmeyqLzL4vlEYRdZAI0PQUA6OP461HcHlqn02m1Wo1Gwz6dKCw1dkkrn/OMbOwt7VmVcsM7yi0fUUEcOdbxlp8YAECXUm75RLnhLSqIQhKd7vyrPU/RFZ+s+3A2Vy68cbfIwU0mk0lNJCZisVhoIjiDwUXB7X24M0OdiUqpfnBmc22Ua+6JHTUjkPUBKl3j50cX6Fv06y5gwocn/OQoa+4E7e/kt5OKO1a3lNTUKDUa/X1jvvZ1Cmdgcx67ay0FVUEhrt8uu4pBd/vkqYMZx6u4ctQQ+/mPhEjPoN0N7XREJrSv4dpC9t6dzpIlS6qqqu6///7+/fuzXgL93wMAAAAAQDewaBB0uuisPsW9AhxY32Zg+nUpn/EPd2b/0YnwC3q7wvzal5Zs+vjtPSnHT7ecq1BostKNaUtkPw8GPYCn2Q9X9WktX/mLLzCznz4GFxfaPwIAAAAAQDejU8Hys/MvTz971uedLN3x6a47/Z2jq5TFeVXHGfQ9Xt4Ou7bmarX60yX1L7w9zXyWTmf48PXdNdXGfzhjJoYw6AG8/JobolaWqFsmX4i9uhHyLwAAAAAA6B4GM+b5l1gidPWQsT6DggxBKy1zTjfk0o11Fp16U3TCoNeSykRXXzfg12+PUgr26tNbps2OkkhFNdXK3KyqzeszC/KMvdSPnhA8YSoat/YInn7N9b90GtZQq5V4SMy7AEMX+N0I+RcAAAAAAFxUVmtAmLd/9A1yZH1JTY1aLDF0+ekwbWalUsuVhUIRg97ppruG5mRU7tmRR4EX3SzmXnZN3O33j0CW0kN4B5w1EEFVmdrF3a61/u/hIkP+BQAAAAAA3YY/M6woVvITPf3bO5idDZAK7bwdQ4pqMtgFE+k51NsB7eN6K6FQ8NJ70/fvyv/nz1PFBbXlpxslYqG3n2NsvNfcK2PDo9wZ9Bgevmc13K45rTHEtKz71RyEoSLYxYT8CwAAAAAAuoH5eSAV6qrV/Cxn9z7U+FEgEN4+/KPcqmS1TsUuALFQEuwax6CXGz4miG4MejaJVGjvJGms03APG2p0SL56DuRfAAAAAABwsVmcB9K9Wqnjp0hlfauxnkQki/RMZADQ+9HPF59/qVU6q8M+IvzqFkIGAAAAAADQTfhqEWplczftUjt0VgUAvZKdfXM1I63aevjFzUWPYBcZ6n8BAAAAAEA3o/NAjbo5/7Kzw3kKAPRKUrvmakZcrG/e+BGZVzfCfgUAAAAAALoNfzZ4dv0vtFMBgF5JJm+OWdQqvUVHhwwRWPdB/gUAAAAAAN3AokLEWf1/yXGeAgC9ksys+bZG1RTrW3R+D90C11UAAAAAAKCbadQ683NDGep/AUDvZF7/i+//i2Me+iMOu/hwXQUAAAAAAC4eq2d9FtNEQuRfANAriUTNAzvqdGjw2IMg/wIAAAAAgG4mkZ4VeKlUOgYA0AtpzH6+xOKmLAwVvnoCXFcBAAAAAIDuJ5aYD5qG/AsAeiW1ef4lFSL26jmQfwEAAAAAQPcTS5sbDalR/wsAeieVwjz/Mv6sIQLrIZB/AQAAAABAN6PzQ/MmkMi/AKCXMm++LTGL9aHbof8vAAAAAADoZgKBQCprzr80yL8AoHcyb74tRv7VkyD/AgAAAACA7icxy79USj0DAOiFzPMv85816Hb4MAAAAAAAoPs5OEv4cn2NmgEA9EJ11c0/X3JHocCEQQ+A+l8AAAAAAND93LylfLmyRMEAAHqb2iqVVtNcfdXZA5FLD4IPAwAAAAAAup+bj4wvl5c0MgCA3qbi7Oyey78EZzDoVmj/CAAAAAAAFw9/EmhxNujubceXq04rdToDAwDoVSzyL1dvifkPHSKw7oX6XwAA0Cs1bPhWeWSTtjBdX18lcvGSj7nC6apHWJdSp+yteHUBFZwXPeMw8xbWrZQH1lV9dBcVXO98Xz56HoPWFV8fSvd2Iy5xu+cj1mOUv3SVJv2g0NXb58P9rPfomRsTbAl3NsjVjDCv/0WqyhSefvasW61alrJ/Z15OVlVlRaOXt+O0uZHX3jyYXXifv7fvr5+TqfDHv4vcPc6xEX76+vB3nx+mwjd/XhUS5sr6mJKiOicnmYOTtKNP/HdV2pq/U4oL6lQqnV+A0/AxQYtvGSyzEzHoalqtfubIpVSYNifqiRcmtOcpu7flPfvIBio8/drkidPCWe9RWdacf9k7C4VnahyZ5/6oDtZdkH8BAEDv07Du69pfX+Yf6ioKBWIJAwCAXog/CXTzPiv/qijp5vxrxR8nP35zN/+wIK9GJELrmR7EYGAr/zq19JMDX/xyeUfzr7de2E75F/8wM62Cbru35X649BIHxw5HaQC8crP6Xy6eYvOoC5lXt0P+BQAAvU/9uq+4gsgjQDZwotDB1W7INAYAAL0WnRZ6+NqJpQKtuqnZY1FufcxgD9Z9lplqYJHAYJcRY4OcnKUjxwYz6DH++DHpq07VqP39hyQu/Irp73XJlf2EQsGK306kpVTkZlV9/t6+R54ZxwA6qzinni+7+zXlLRYpGINugvwLAAB6GUN9tb66lAqSsAGeL6xkAADQm5nXiQiMdMg52XT2mHOqms0LYd2krkZVXFhHhYRBvu99PZdBz6No1LKO0+kMP319hAqhEW7vfjGXa/A4fmr4HQuXF+bXbt2Q9eBTY0UiJBTQGRqVvjCrln/oHSK1WucLEVh3QQ1eAADoZfSKplMjaeQQBgAAvZNFVQjuLDE42pFfIPN4Nes+jY0arhCb4M3AhuTnVCtMH+7IscF8b192duJhowOpoFBoSovrGECn5KbXGMzG7fANlQqs4eaiOeTFh/wLAAB6G4O+qSCxYwAA0Gu17BA6yCz/aqhTV5UpWTcxnDmLlcrQYsamSCRNmVdhfo359IZ6YygmFgu9fR0ZQKdkn2pO7YVC5h0kayP8YnDR4dccAAB6DeXhDVXv384/bFj7Od2oYD9xkcvNr/LTDY219euXajKPaPJTDGqF2D9C7BflMGG+JHqoxQprf3m5Yf3XIq8g73d2NG7+uXHb79qiDHFQjDR6uPOCJ1t7GQa1suKNazXph6gsGzzV/YEvmLDpYJpWojy4XluWp6suFUrtRb4hYt9wWewo+ahLmfgC9qerK8lu2PiDOjtZW5gmkMjEAVGSoH6Os24Xuvu29hRV0jbF3pWavFPakiyRqw89RRoxyHHmbXSqZ7EkNwKg86Jn7CcurF/1iTr1gKYghaaIvYPths12mHq9QG7lVEF9am/Dhm+1xZm66jKDVk3bQewbJg0bIB9/jdDJjXUF+rDq13yuTjuoqygWefhJgmLtJy2UJYxv4ymGhtq6lR8Z33VhukFZLw6IFvtHOUxaKIm0PqDuVCOVAAAQAElEQVQbfdaNG39UZx3TleVqy/OZWkUbSuQTIg1NsJ+0yOob19dVNvz7rfLIRnqKwM5BEhxnN3iK/dTr2XlQHvxXuX+NpiiDPmihiye9bGl0ouPMW1p+qbgPy+WGl+2nLNZkHVMeWK9K2avJPyXxj5KE9LcbMVcWP9bqn+joxuyurzrYJPMTwqAoB/NZ2SnVbt6+7OLatTX3uUf/4x/+9PVhulHh8oX973lkFD+d4rnff0zKTq/Myaqqq1NHRLmHhLvOuCQmJs6ztTVnZ1SuXp6Sl12dk1kllgjDIt0joj0uXxB3zhEe26+xUfPbd8dST5ZnpFRIZcLIaI+xk0OnzIqkWMfq8ocPFG3/LyvL+C6qvXwcQsNdY/p7zbumv1RmOQziY3evO7K/kBu/73Rpw7ZN2UkHi5KOlvr7O4aEuw0ZETh5ZoTVZoN6vWHFbydOJpflZleXFtcHBTsHh7uNHBc8YWqY1Ze07p/UPdtyCwvq6K/I7cVBIS6BwS4Jg33HTwmTSJte1W/fH/v6owP8UxZf+jvdxyV4f/jtpexcAoKdabNnplXs2Jyze3ve6PHGPt3ote3ckkOFmZdGt7at2lBW0vDHT0kZKeX0BuuqVX5BzoHBzuFR7pNmRNCLt/qU3Kyqf/48eeJYWXFhnVQqoo0/cKjfwpsGurhaXttTKXW0TVJPni4urC3Kr1OptOGR7n6BztH9PKZfGm1vf9b4P9xgoL7+Tj+tnK9UaLdsyEw6VHzkULFELKTXQ5tx5iXRjs5n7eg7/clmpJZvWpeZl1NDb6GsqM7L18E/yIW+QuOnhrfxr4CZhlU9sDsv9cRpoUhI/3CiYr2uWhTfoREMLsI/pc7JTW3Ov7yCJUKRoDX8YgjCLibkXwAAYFMaNnxXt+J9Q33z8Ycm4wjdFDv+oAzC+ZonKJJo+Sw6ma/57n/88iJ3/1b/gFZd+faNVsOvmm+WNG77jV9Qr1bqMyqNf3rnssZtf3gs+ZldgEEqDcrG2l9eatz+B9PrmqZQ9lRzWn1yN/1R5/lL7Cdfy84+tNKV5dGbVR3fYTYll26qIxtpPa63vCmNHWnlD2lU5S9eri1I5adoco7TreG/7+mtif0jzRdW7Fxe/dWjzTX1aLPlnaQbhTj1677yfP4fkWcAOz8US9X88Kzp7ZreQmkO3ZQH17nc/HprT9FkHq388E59VYnZlCN0U+xa5jD9JudrHrcIbtRpB6o+vV9fWXzWSrKT6Kbcu4reuOczyywSRk364Yp3bzI0NNUpMKgaVcnb6KbOOMw6R6up+eG5xq2/8BN0p/Pppjq6ieJatzvfl0QMsvq8hvXfULzLbx9NTjLd6PvpeOl9Tlc9YrFwRzdmt3zVwbbxJ4TuvnYyuVClaPr1yEmtHjL+Yudf7UFhxCtPbSkqaO7o59ihYrqt/Tv16usGXH/bYD6p4VGE8ek7exVnmlUSyhr278pftyL19geHT58Txc5bRVnDG89sSUupMP8Te3bkUVLw6vsznFzOSj1Kiuo+fXsPBUD8lNwsNYUy2zZmr1+Z/uCTYwYMsb7lTxwrfeHxTZUVjdzDtFoV/cX/1mZsXp/x0rvTKYwwX5gWe+3prUcOFPFTUk+V0+2/Nembxgc/+L+xFoHFx2/tXvH7Sf5hY4O64nTj0YPF9BY2rMl45T3L9XfOjXcNeeYhY8T5xrNbP1x6CWVt77y4gz6amFjP2+4bzjqIIpgn7llbUd486h+lM3SjfO2nr4+88v6MxFGBFk/57rNDP31zhH/Y2MCqqxTpKeXrVqY+9+bUIcOaD0JOJpW98dzWwvxa86cnHy2h24bVxiFK3/5itqeXlQOb8rLG5x77jzImfgqlVJTtrvzz1Nufz/H2tfKU9n+yapXuy4/2U6xp/vT83Bq67duZ9/sPSbc/MPya6wa0/BNKpfblJzdv/S+Ln0Jf0b078zesSnv1o5khYa6sHS7CP6VOy0lprlToHSJpLfOC7oL8CwAAeg27IdP9fsih+KbsUWO1FIfZdzovWGK+gGLHX7U/PW8sSWSOs24T+0cJZHJtcWbD2q/09ZWNG3/QlWS7P/6jxWqNEdJfb1FBYO8sdHKnM3/58NnWX4FOW/nureqUvaxF+GU68zcmAuLAGLuBk8UBUQKpnTorSXV0o7YoQ522v37tF46X3su6GsUWip1/UUHo7u8w9Xqxfzi9HU3eKYo/DMr6mu+f1jfWOl5yd/MTtOqKt2/SlWRSURo93G7EHLFXkK66VHVit3LfKtq2Fa8t8HxmuSTKsm81WqG+rkLg4OY8/3G7oTMMinrF3pV1f72try6tePkar9c3CJ2bLvbqSnKqly6h8Evo4mU3bLYkMFro4q3NP6k6uYc2nb62vGbpkpafQocotv9Z88MzVBDI7B1m3CwJTTCoFZqsYw0bvjXlOFaoT+yqeOt6Y0ootXOYsEASEi90dNWW5jTu/lube6Jh/df66jLXuz/kl9dXllS8sZhpVEwskyfOEAfHSvyj9PXVmoIUxd5V9K51FYXV3z/t/tDXzZu2IK38jUVMbWyuZT9+vjRmmMDeRZt/qn7tl4rdKzpXK6ri9Wvpy0MFeo92w+dI/CONryHvZAN9mUtzyl+5xuvF1eLAaItn1a//mubS99lx5i30hdSWZKuStnHf2/qVH8tHzxP7R3R6Y3bXVx1sDJ0Kcg0MzU8OhUIh3UcOcj6xp+kaRurhSnbRjZkYsvHgrRQPcbWKFt865MY7z/pJpJzriXvWabV6ewfp3Cv6hUe5O7vKigrqKCagtOLXb49WVSgeffasMQR/WXp06acHqeAX4DTrspjQCHedTl+YX/P3byco33nzuW0GvWHGJdHs/Dz32EYKBaL6edKq/AIcM9Iq/vghuaFefSq57NN39z7xwgR+SY1a99yjGzPTjEnZ0JGB4yeH+vg5UvBx5EAxJVN52VUP37764+8u6xfvZfEnaFVb/s2kz+6qRfH9ErzVat2RfYVb/svSavQH9hRsXJc+89IYfuGaKsVd162oKDPmKdPmRA0Y7Ovl40BRBW3AjesyKHoryF/3+U/z+Lpmm9dncuFXdJzniDHBwaEuUpk4PaWCIhXKhg7tLVj+23EuVVlww0C6ffd5U9W8n1bO9/V3Yu02alzI7Mv7rf07hTbOo3eurao0RleDhwc8+9rkDtVCYsZ2suyV/22h8Esul0ycHh4R7eEf6FSUX0sJ6ZYNWfQleeul7d/+dbV5La1P3tnz96/G5Cgw2GXulf38g1zq61QH9xTQhm2oU7+8ZPP738wNDjUmQeWnG564dx19prTy8VPDwqLcaZvUVqtys6u3bsikPKsgr+azd/Y+8/oUi1dVX6++76Z/aFOPmxw6clywo5Ms6XAxpU70ZaPQ9vsvDj32nGX13g59st9+dpALv+iTGjYyKDDExcVNVphbm3S0ZPfWHJ3O8OUH+4cM94+MsawFtmNTNt17+jhcvSghOMyVvnKUW1HkWlpS/8xDG7789Qo7+TkCiovzT6lzCjJrG2qbU7mgaMvGj9xPHOKwboT8CwAAbISuvKDmx+eoQBmNx+M/SMIS+Fn2oy+veHMxnZyrju9Q7FlpbKJlhmIdyiZc7/xAPnIu5Vn6ymKBo7UGenpd5Qd3qI5vZy3CL9K4/U+6p8TH89m/BXZNV7Pths82zLvv9FMz6LU1bPi+y0MB5YF1XPglDunv8fiPFN5x0yngsBs8pfKdmykCq1vxAb1fkWfTxeean1/iwi/5uKtcb3mDfwv2Exc2hA2o/e0VKlN65fXKOvN3x0xbSeQR4PHkbyLvIONjJ3d6OwI7RwocKVus+eF5t3s/btoUlPVo1VTwePR7cUhc0/OHTnOc90DVB3coD/1Ln4K2KNM8gukQfW1FzU8vUEHo5OH57HKRTwj/riURg6s/e8DKc7QayqroE6TtYKy05ebDTZZRijr9xprvn2nc+ivFebRN+BZ/FOIYwy/GXBY/a6xDd4ac3voVD5U9OoGCPNWxLZQ28h939dInuPDL7YEv7YZO59+43ZBpFGPRVmIdRHkuF345XfWo+ZeHXoP9uKvKX7/W0FBFf5S+chZPpPCL3qnHU7/xn7vj3Lu41r50sqbY/TetkHV2Y3bLVx36AsGZ7vDjhrvy+VdZYUNpfoNPkAPrMSgO+OTtPZRrBIW4vP3FHA/P5upLlIV9/v4+ygXWr0ydPCuCr8VDicMv3xylwoSpYUtenGheNWz2vJjnH9tE2cRXHx4YPibIzV3OzgMFJTffnbjo5qZqoSPGBo+ZEHrn4r/pNe/cnPPI0+P4KjzffHyAC78uuTL23sdH863bps+Njonz+vit3VT+6I1dH353mUXDNwpcKK567cNZA4f6NT1lTtTkmZFP3r+eypv/zTJPSb77/BCFX/RH3/l8Tv+BPvz0WfNiRowNotiIgrbfvj92/e1N8eLGtRl0T0ncu1/M5XMQiiPn35Bw9+IV+bk1//x+0mqtok64enHCpnXpKqWOC78W3zL4+juGUDrBOujEsdLsDOPPO235yxf2N59Fb/n913bRFti2IYveMjeRci4u/Bo2KvCZN6bwuRhtxsGJ/u+8vKO2Rrnyz5P3PjaaJtKSXC2nux8dSVmP+coX3Tzw5qv+ooRr19ZcpUJrERvV16roZv5loM149XUJty/4m9a/fWP2fU+MtrM76ynt/2RpDf/8aYwpQyPc3vliDmVzTasYbWwjvOzn45+9Z7zcsn1TTsv8iwSHub3x8UxKQrmHlFVFfneMvpD0z+S3747deNdQ1rqL9k+pc47tLuPLdAwVmiC3SL4YWjt2N/R/DwAANqJh4w8GZQMVnOc/bh5+MWPdKF/X299pWuy/71o+127QZPnoy7jER+juJ5C26Flfr6/6+F7V0U3MWvhFdNXGgx6RVyCfCHAEdg4O02+yn3q9sdGZVsO6VP2aL4z/EUnc7/6ID7840pjhTpfdZyxpVI2bf+YmGlQKrizyDna96TWLt+Aw+zbZoMlU0BamqU7savnnnK55oin84p8y/UZxoPGAWHlwnaGhqXVGUwNDkUTka9m3i/2U6+Rjr3Re+LRQ3vnehSmoolzP+Ndn3cbnNRxK+uQjL2n5lPq1X+pKjNec3e78gA+/mojELje8JDS1eG3473t+sq6iSOjqLfIJtZ+0yGJt9JnKBho3FAVqujOtI7UFqZoMY2MW2cBJzeGXiTg41unqR1kHGRrran83Nj+Uxo1uGSdRsOh85cOMa96bc7zl011ufIUPvzj0YTW91KIMfmInNma3fNXBVvEnhOb6j/QwX+bY7lLWk/z9+4msdGPe8fjzE8zDL2bqOv3OB0cEBDtTefWyU/z0z97Zq1RpPbzsH3l2vEW7SGcXu4efNvbKV12loJSEnZ+psyL5vINDCcXEqeHMNKxh4ZnWmkqllt4FMyUR9zw6yiLhmjc/btwU46936qnyY4eLW/6Va64byEcknGGjXGgyTgAAEABJREFUA4NCjPWVcrOr+IkpJ06vWmbsLPKmuxLNwy/OpBkR00zt1P75o3lDVZQba4r5BzpbpDmUsMxbEH/VtQk33DWUsjx2fmhTfPbu3tsWLKPwi5+YnVnZuWCCe80kJNLyytmk6RGTZ0bcet+waLPOsFaYtjx9VR54coxF112UkcUNMA42uu2/bG70hdNlDb7+TvQhmqeKHNomo0w9l1EUW366oeULG5ToZ/Fl8PRyGDfZ+DtPW6DM2hiX7fxkM9IqA4JcXFzsrrl+QHP4dcbEGeFcgbI5Zs29j47kwy/O/OsHcEnZij9PUpbHWnfR/il1zrFdzT9WgTEyyhOFZwjO1QsYXBzIvwAAwEZospKY8bQ8yH7CgpZzJeEDZYOnGRfLO0lhlsVcWdxoa6tsPi6p/vxBinhYK+EXEZuyAwojan96gaIT81kOM29xuf5F+4kLurhTJL1ek2c8baCQQuQX3nK+w4ybhY7GUExt2jLM1HcV1yeX06X3WX0xzlc2xTSazKMWsyjMspqGNMVDeh1XM864pE+o8T86TeX7t2myk80XlsWPpSDSYdatliFUR6iSm/6Qw5TFLec6Xf5gy4nG5od00OPq03IMBNMrFsv6G78AmpzmV+v2wBc+H+73fmsrs3Z4KjrT7ZdB3TQ4nfLoFq5gP2lhy+XpOyl061gfRqrkbfracirIh8+xuoDdkKlcoeWHRcmdbMAEi4nGOMzUBtOgbDT7Kx3emN3wVQebZl4ngjshlDuIgvs1nx4n7SljPcmW9cYE2S/AKTbBu+VcyjWGDDP2b5h2spybUluj3LPD2MdW4shAi7yDExjsEhJujE4ob2LnZ/SEkJYTw6Obro7U16q4QkZKhU5nzFcW3jjQanda193aNCRI2snTLedOmx3ZcqJ/kDH1UzQ0hxdb/s3kCpNnWK/tO8zUK1ZNtaIwrymY8w80tmE8cqDoqw/3l5+dnlx2deydD42YPifqPPv/oo2w5N71y345TjkaxSh3PDiCW+Gurbk/fNnUUaNGrVu/MpWrF3ZO3GsmH7+x+9DeAm7DchycpE+9PGnBDQMjopsi3YZ69WFTV2j03q022HzypUnf/HnVd8uu5vY89PSfVs7/+vcrreYknp5N/0xUSiuZ0ZRZVj4m3wBnrtDYaOUp7fxkhwzz/+q3K5ZtWmy1py0KhblEVa2y8ifiB/kMGWHZASilQzMvMa6KPp3jR0tYKy7mP6VOKM1vOF3UvHsNS7DS+JEPwhh0E7R/BAAAG8HVgjFWR2rlwEISEqc68h9TKyk2koSe1UhBEtzf2jOajmLr13+jryw6s5L4luEXcZx1myppG6VLDRu+pZuxt6ah0+2Gze50K79z0uSeYFrjyYwkKNb6EmKJODBanbLXGHtxTzkTlIiD46w/IziWCcVMr1WfeQpPGjHY6oYVezXVCNMWN53q2I+/un7NF4aGKvWJneXP7aTYxbgphs6QxgxnXXHMpzXV5BI4uFgdftFY6cz0Fs56ymnjEbO+upQbHrE1+uoyffVpoatlfzd0FE+xqa6ySFd9Wl9Vqk4/pM46EzmZWnoa/1vcdLVZ7BFoZdVCodg3TF3V6mF9S9rTBVyh5rv/8YMzWEX5pv3Zfb+IPKwPLyCQyQ1ateHMa2ad2pgX/6sOfYR5K6F+iS55KU3xR2FWXWWpwt2nG1ozWZVvCmuKC+umJn7dxmIlRXUUoLi5y0uL67kp/65Ko1sbT8lIrWDnx6JaDcfpzGB/qjN5RPqZdCA8yvpovGGR7pQKUUKUbi1HsNp1utxUY0utbv65KCtpeuML5/zK2pSWUs5Vmrt8Qf/d23IpQvr9hyS6UVYyanzImIkhrQ2h2AlPP7zhxDFjJZ3ho4OeeGG8i5vc08v+lf8ZL2D8+NXh0Ai3CVPDjh4sfvtF4xAx868fcNv95+gOP6qfJ8UxB/cW5OVUP3Hvelc3+eiJISPHBg8dESCzszxayM2uVquMlc68/axXgqZctbU/RE/MyqgsL2usrmysKFecTC47caRpn6LVGlou7+Nr5U/Iz8RGVqvRtfOTtVBW0lCQX1NR1khRZkFuDW09LgTUaK38ifBId6sr8T6TBmamV7YcLoBzMf8pdYJFTdWIQXKhmdZiL2RhFxnyLwAAsAW64iyuGRcfx7Qk5uolGWuKHbXIv4RObqx1XPglsHMwKBvqV38qHz67ZY/j0rjRbvd/Uf3FQ9zL4Ibbq1v2jsg3QhraX9pvBKVCnesBvTWarGNcwaLZmjmRVzBL2WtQ1OlKckS+oeozDeXErT1FIBB5BepKc1o2qWvtKSKPpg5udDVNp0lCZw/PZ/6q+uB2LhEzdgj171K6CR3dJVFDpGEJ9pMX0zKss/T1xlYYIlefVt+Cuy/9UX6CsWGmRsXah964bNCkpifWV9ev+0p1Yqdxa+h1rB2vipltEAsidz+LKbW/vaY7nd9ySYcpi+nrpKssYu2jLbQ8DRC5eFlftMVxdkc3JuuOrzrYKqtd4HMRWNxwtw0/Nf8TOLq7dPLloawHaKhTm48617astIqhIwNPlza2c/nsjEqNWtdy4Mj2c3BsV9VLypu4gl+gs9UF6KciKMSVXk96imWO4OEpt/oKm35dzHKYslaav7WUk1HFTK3GBwzxe+nd6a8/u622xli19vjRUrp99eH+iGiPyBgPisOmzoo8n+2zcW0GrZCZekZ74a2pXM2vSTMi8nNruMpfb7+wPTDYmR+dMLKfZ3tW++ybU955cfu2jcbLCdVVirV/p9CNkqaBQ3wpSZw6O5KrlMRM3x+uYHXERqvqalT//Hni8L4iCry02g60/XQ/u3Euh09buH965tr/yXL27szbvD4z6UhJebs/aOLlaz348/JuerX0flt7bof+Ken1hk705nY+kvc0V5b0CBA7uootftbQ8rEnQP4FAAC2gG+G1kkiqzvE5qMT+/Hz5eOurnjlKqZVV316v9fLa1rWArMbOs3ng73Kg+uVRzapju/g0gFdSaaCbntXKo9ucn94Kes6nXjLzU8Rdvz8QdBKkxP+GNrsYE7sH+H12gbV8Z3KwxuUhzboa4wHhfr6StWRjXRr2Pq798vrBI6dvp5/jsYvAtlZB/0GTdO7lkQNdbr8obafKznTYb+uNLf85au4V960WjtHSUh/SViCLHaUKvVAw9rPz/qj5zqWtXhVhJI1be6JlkvKEsZTxkTX+rmHLje9aswxW2elM7UOfL4d25ici/xVhz7C/BTRJ1juHSQry2/6V7B/Y1EPyb9UZ2rBDB4ecO3ZnSu1FGbqEIqvOHPlovhR40PafopQdF6N+wysXSfVlLI1/bmOBwSCdr9C7q84u9g9+8aUtpc0r7Y2fEzQT6vm79mWe2B3wf7dBVwQlplWQbd/V6XRlOfOtbY2bD7TJPP2B4abt6O8/vYh+TnVWzZkKRSaF5/YxHWnRQuMGBvUntXa20ueeX3KwtTyvTvy9uzITz1h3HFQTrp3Zz7d/vw5+f2vL+nX33hZQmbXsbPv4sK6R+9cw9d7YqbtGR3rGRXrOWCw74mkMm74S6sEHfxwBR357n3/xeEfv2r+07QDDI/yCI9yjxvgPXiY/63XLGstqrPobI7H90vh6Nzq5ZMO/VO6yAFTaX5DQVYt/zA68azKX3wVML4XfOguyL8AAMAWiP2a2l7xrcZa4uvaCFurHWOpKdmRDZ7qcvNrdKIgH3+1Yvuf2oKU+tWfO156T8snCOSO8nFX0Y3ptKoTu1RJ24wZh6l6juroZgqD7IZMZ11EfKbPL11ZXmvL6CoKuYLQxXgRW+wbyp1N6kqym0dmtHiKaStZ9KZvWpX16kja8qatKnI9uyscoUg2YALdXG58RZOVpEraokzeYayzptPoK4vqVnzgvPhZ1ikiZ3dtQxXXpNH6SyrNOeuF0AsTSym4NNRXy+LHsvYwGCrfu4ULv+yGzpCPulQSOsC873912kGLZwidPfm/LnG0clbc/vpcHJFvKFcQyJ3a+7I7rqMbk3cxv+pg2wRnd4HPnyuOnOW98sumnxc6t0w7WhE9qPP1RruKu4e9nUysVGnralSDEv3a8xS+RZveYGjnUy40rkcnUpRfS5mF1WUoD6J7Vzc71ln0xrPSKynACo9yo9Sm/U+kOGnKrEi6UYaSdLj48L6iI/sLuR6ddmzK3rczb8TYYNYpednGNyWViULCXC1mPfbchLLShhPHSgvzm1KMy+f3t9rJVGsiYzzptvjWIadLG/bvyj+0v/DogWJ6+1qN/tO393z4rXHgaf+gpi+D1R7rLdDVJQrjuPBr8syI8VPCo/p5+Jg1nDyZ3D1d423fmM2FX/Ri5l4ZO3CoX0SUB9/Ykz61NuqptVa9q7SoqT/+gKBWr431wH9KvM3Lc5ofCAzxYx2shl/s7OquDC465F8AAGATpDKhm6++qsSirZY5PhqTnj065DnJYkcx01GLy8JnlIf/oxiF4hv5sFnNvc4bDPq6Sn1VKSVrTb1HicRc+kNFxc5l1V8+QgXloY1dmX/5Nv11rbU2dBwu/xJ5BnK9O/EtQCnvsJp/0VvgGvpJgi37FGstvtGVNW1VSWjTVjU01uqqy+hIj98+kvABdHOc94CuJKfsqRlMq1Ie29zp/EsS0t/YslKt1NdVtWy4Sp8OM+vfiiP2j9TmnTR20aXVWO2aXXlwva6yWOTiJRs4SWDnoE7dxw2SSNGn2wNftFxe16InL75FLX0DJRHW8q8WyazXS2tY65oj3YJUxqyMPEDvtGHzzxQ7ioNjJaHxrFM6vDG746sOfQqfgg2e6LHu+0KNqulEevuqvJ6QfzFTd/KUO2SmlVOuYbUv9t3b8ypON7q52Q0dFSCXSwJDms7nc7OqW1vnij9OymQiH3+nIcP82YXHd9leUlxvNf+qKG/kIozW0rH24Dvtys6oshhVkJOeUn7iaKmrh7z/AB8vHweKe2qrFRXlCjcPuZu7sbs342ACwwPoxtiwzeszX33a2EvXvl35nc6/XNzsSorq1Cod3Vt0P0+h2AtvT73/plVFplEyKeVcfNvg9qyT1lZZ0dhQr+Y7uaf3MueKfnRTKrSP3L6akjv6wtAm9fC09/RycHCSNtSpT5dZz7/WLE/59rNDHl72T740sa5WlW5qqTphathTL09quTA/9ORFtu6fVK7w0rvTW35D6MvfxnNTTlrvmb7kzHiU/JezpR74T4nTUKs5vL35qCBykJ3cUcRnXmj52KNg/EcAALARFEgxU19I2tyTLefqKoqUh9YzYxQSJXTv5GVDgYOzy7XPGUtaddVnD/BN/3SluaX3Dj39zOz61Z+2fJZswESuYFB15aGqyDfU2Nm/MWv416CyMkyV6sgmnanyDj8UoB1tIrGxI+TGHX9ZXWf9ui+blhxoeaitStnHDUdooXHXMuN/JLKmOkoGQ9mT008vmVr5yb3WX7OXsV9bg7ID3YVYkA1qavyisPYuGn3CSOIAABAASURBVHcuazlR7Btm+q+hYdOPLecaFPXVXzxc+9MLNT88J5AYt4+2tKk+lLHX/5bLN9Ypj21tKuuamhHZJc5segGmsSYtaAvStIXprCP4/Eux62+rn2/9+m/q/nqr+uvH1Kn7WWd1dGN2y1cdbBh/KihoMUqanb14wLjmTPbEgfLy4h7xvQowVZ6in/91K1Nbzm1s1Lzx3NYPXtv58Tt7JBJjjRgHBynXE3nS4eKczKqWT6HpH7+5+52Xdqz/J5VdFKPGh1AwR4VNa63/Lv39e1PT7MSRgayzAs7UMlvzd4rVBb7++ODHb+95+cnNikZjzl5cWHvltJ9vX7j8r5+SWy48dERTnKEwG7hQfKYuh15vYO0QFtEU1vz9m5W251oN/aI35a1KlfaP75PbsUr2/mu7Fl/6+z03/NOyZpOdXBw3yOfMy27qNm78ZOP+6OiBYkrNWq7t4L7C6ioFRUhBoa7FZ6pE9Yu3MtJoQ4N6345crsy/7IujxPTC5PYSq/Eo33ua3lotsCP7C82bc3KUSu2/q4xfxZhYz/CoVmPuHvhPibNrXb75eALx4x0sur1vWQWMWxJZ2MWH/AsAAGyE42X3CewcmF5X9cXDxnpMZrQFqZVv32hoNF3UHT6HnQf5mMuNfTOZuv2uX9NUM8gY65gGYWzc+lvL9E25v6maj0Wn++fPecFTzFhpq6Tm2yct6ukoD22o+qKpryv5yEu5gtDJ3WH6TcwYjW1s3PjDWevS6+tXfNCw/hsqCuydZQkTLP+YWln99RN8p1ScuuXvcz1Y2Y+5oqnPKYHAbugM+q8272TjVssxv4yVsEyRnCSk85vCbsg0LsGsW/G+Jjv57PWfqlvxQcunOEy7ievNre7PtzRph86aR1+YT+/j8hr7yddyPcGJPJoSUnXaAYtVGZSNxuUbzhx5G850o+PswdV4Mm7brb+d9ZSG2uqvHrXSe3CbxP4R0v7GSFFXUVj9zeMWny9lXvVrjV8/gZ2j/YQFrLM6ujG766sOtk3QwpkmkGf1Pr59dR7rAS65Oo47af36owOnzm6AptMZ3np+G9fH+aVXxIrFTadal8031relM2Saa5F6VFUq3n9tN1eee0UsuyhcXO2uvNZYY3fbxuy1Z4dTFCT9+t2x3749ZlpMPnhE5yvRjJscxtWx2rw+c/WyUxZz//71xKG9xlqxFLEFhxmDTv9A537xxlqlq5enZKVXWiy/a2tT1hMZ3ZyPyOya6vNWVShYO8y9sh9XWL381I5N2eaz8nKqLXra+nnpkd++P3bOdY6dHMpMH+6n7+61mEXfhKRDxmpBbu5y/zNDDSy4YSB9MRob1B+9sVulPGtklSMHirhXNXZSiEgk8PJu6haNG7DSnFKhfev57RXlTe9ar+vY/uU8efoYQyhK9DLTLIdHOLy/8Psvmnay+lZCuWcf+Y8yPv4h5YavPrU5N8u4V731/uFtJ0I97Z8SM/2r37mmuX63s6coKMaO+wUTmZhnYczs545Bd0D7RwAAsBHGcGfGLfX/fKgtSCl7cprDtBuNNWgMetWxLYoD65jOeOlVEj7Q6bJ72flxvfWtsicmM42q7u/35MPncN1COS94svKtGwxqxekXLpePnCuNHCJy9dGWZCkP/8dlKCLfMMfpN/MrUe5fW/Xx3cw4mt4YjyU/s06RDZggjR5G61fsXqHOSrIff43YP1xXkqM8ulmd0nQgToGXtN8I/ilOl9zduPUXigJrfnhWeWSTbNBksUeAOuuo8sA6brhG4xu87W2BvZUGCKqjm04/O9d+4gKxb5ixPt3h/1TJ22i60NHd+ZolzX9i7l3Kfav1dRU1S59UHlgvixst9o/UVRZTZKPYv5aO0wVSufM1T3R6Uwjs7N3ueK/i9UUGZUP5C5c7TL9BEjpAIJGqM481bFhqzInEMqY9K6eTxiQ6Xnpv/cqP6AMqf/kq+4kLJRGDRE7u6pzjij0ruFpy4sAYx7l3NS0fPkjg4GJoqFElba3+7AGHKdeLg2N15fmq5B0N/3131uCSZhXZXG99s+ypo/rqspqlS1THd8rix4icvTSFaQ3/fa+vLm35qs7J7a4PTj85nbakcu+qsuxkyrno89XXVqpP7ua/0i7Xv0AbhHVWJzZmR7/qAO1nPlAa3QeEO4bGOeScbPpXtu/fornXRUntOj/8X5eIS/C+8a6h3356qKFeff/NK+ct6B/Vz9PVzS4jpWLzv5lctZToOM8rrm1ulXz14gGH9xUd3FuQeqr8tmuWX7koPjDERSQWnkwq3bA6nc7baZnZl/cbMMSXXSxXXxtPmRTFEO++snPvrvwRo4O8fB3STpXv3JybkdpU1fex58c5OHR+LFcnF9mjz46nUImZKknt350/Ykywt69jYV7Nnp35XPjl7GJ39yPNe6ib7xn2xN1racM+cPOqKbMiYvp7eXjZF+XV7t6Rd3ifsTl/eJT7JVc1RxsuZ7one+uF7VNnRzi7yi+9qq3go19/r8W3Dvnp68MUPL3wxKZxU8JGjQuir92R/UXbN2VxaRR9OiFhrrRZmCniLCmsu/fx0XyU2dLIsUFDRgTQy/tvTTp9+uOnhIVFuTXWayjCW/dPWk218cO97YHh/FADAcHOMy6JWvN36o7NOfm5K2ZfFhMY6iKVirPTK7/70pgcefk4LLzJ2IievkUUnNHXY+eWnHde2jF7XkxYpHtZSd3hA8X//H4yP7e5DaBS0d4xSbvEkOH+R/YbP44XHt+0+NZBg4cFyOVi+vJsWp+5YXUaPyiO1Vcll0soNXvwltXjp4b16++dcqJs09qM0hJj7DhpevjgczVa7IH/lI7uKKmrbt5LDp7qYLXne8RePQTyLwAAsB1Olz8gkNrVrfiA8h0KwizmysddZWy9KDrffZ/IM8Dpsvvr/nqLIrCqz+/3fPZvZhqzz+max+v+eJPCAsXOZYqzG46J/aM8Hv+RSWWsq7k/+FXNzy8qdi3XlWTV/fH6WfOkds6XP+Qw+3bzaQIHZ8+n/6z64mFt7glKr7gAiyd09XG9/W1Z/LiWf0gWP17fWKvJOlr7y0vm08VBsRTTmA/mKHT3dbv3k8p3bqKIpOWfENg7u9//uTj4vK7NSmNHuj/ybeWHdzC1kquzdmbtQpcbX2n4dymf5fGcrnxY5OZT++eb9N2gBJDRzYzII8D94aUCmfzMi3Ryv++zindvpvUr9vxDN/OFKc6jNK368weprC3J5j9UgaOr59PLKt5YpDudr9y/mm78U+RjrhBIZKYKcR049hU6e3g+/0/1N49T4EUhneXnS3/wsvvkY69k56ejG7O7vupgq+iE0GA6Y25Z/4tMusb32+ebvoFqtW7L3zkzFkaw7rbopsHuHvZff3SQ0o2/f7VsSRcY7PLCW9PszEb6o3Pe596a8uOXR/78KammRrn0M8sBNEaPD77/8dHsInJwkr775ey3X9pxMqls99bc3WdqV3H8Apwefnrc4PPuQWlQot97X8394PVdFAzt3pZHt7Neg6P0qZcncpW/OEOG+d/54MjP39+rUGhWL0+hm/ny0f08XnxvulTWHIAOGxUot5coGjUFeTXffX7Y3kHadv5FbrxziJuH/Iv396pVuh2bss1rgdE2ufPBEbMuM3YsQHM/fnsPFdJSynVag7j1AwcKN/73yqSHb1+Tm1WVnlLO9djFo4/+nkdHT58TZT7xrkdG2ckly345TpvFotZYRLTHY8+N4zq5p/DxmdcnP/3Qf40N6nX/pK47u00fpa7zbxjw8pObqVxYUJfILp751w+gt7l9Y3ZRQe2bz283n0VBISViWRlVNLcwv4afzuc+i24edCq5dPf2vF+WHuXn0md67S2DFt446Jx/uqf9U9LrDOt/zeIfOrgK+4+xkn+ZD/6Ixo/dC/kXAADYEKHI8ZK75cNm129YauxxqSjToKynuEoaM8Jhxk0UW7Au4jj3ToqcKBfQZBxpWL/UYebNpol32Q2ZVr/iQ03uCV1tJddETujuJx8+2+nKR/lspWtR5uJ6x7vy0fMUe1bS6zEOwCeWiD2D6JXYT76WApSWTxEHxni9uLpx04+qlH20iSjBETq6iH3C5GMutx99eWvJhcDOwfPhr2t/e71x++8GZYPQ2UscEGk/YYF85CXc4ADmKFLxfm93/epPVcd36mvL9XWVxmpfdo6yQZOcr35C5NX5DmV4sgETfN7aVr/2C1Xydm15gcjFSxIUSxGn3dDpFNlYewMC+ymL7YbOoKcYvxslWbrqMqGTu4g+oFGXOUxeZBwj0vwtxI32eXNr7W+vqrOT9FWllOUxoVgcEGU/cYHD5Gvpm1b76yv6mtOK/WscZt7CP0vkHeT16obGzT8r9q7UluYIhGJJaH9p3BjHOXfUfPs/0yIda6VC28pjyS+KXX+rkrZqi7OMURRd6Xb2koTGOV1yjzioH+sKHd2Y3fJVB9vW2iiQEQnOAZF2hRlKbrHNy3JHTA909ejmgJVeLKUkI8cFL//1RG5WZX5OTVlpvYeng5ePw6Tp4TMuiZZILSupyeWS2x8YPmFa+H9r0vJyanKzqxrrNV7eDgFBzpdeHTdsdBf8KnYUBU8ffHPpuhUpyUdK8nJr8rKqXdzsKLybPCti4tRw85jpfCQM9v3sx3n//Hky9WR5YW51XnaNg4vU08thyPCAqxb1d3Gz/Lm48tr4YWMC//ghOSO1oqqigWviR1tp3NSwxbcMNk8Vmald4Vufzl7x+4mUE6cpApPLRVWVCq7v/DZcdnVsv/6e/65My8+tyUyrlEgEtCko7Js6O8rbt6nJ4bwF/WVy8XefHXz+zWmyc1U5dHG1++Lny/9dlbb1vyz6JlSeVlB+J5YIE0cEXHFtQsuO2Old3PXwyLGTQjevz8jNqs7KrKI4NSbWY+T4kPFTwsxTkQFD/Jb+deW3nx5KO1VeVlLfUK+m1UbGeMy6NGbGpdEikfCrD/eXFtfv3JxNb4pdLBTjPPv6lC0bslb9daq0qI7eMiXYnj4Og4b4LbplUHCo65rlKZR/0Wd35EARl6IaztQKk0iFz7459Y/vk44dKUk/VR4U6jJ0RMDEaWHmMWjbetQ/pd3/Fpj3S5g4w4ESwJYtHzkMjR97AAH/XQQAgL6J2xHQvd5Ep9NptVqNRsM+nSgsNfYHJJ/zjGzsLe1ZlXLDO8otH1FBHDnW8ZafGJxL2SPjJMFxVkcY7DmKrw9lxv7dZ7nd/xm7YHrFpoBup9zyiXLDW1QQhSQ63flXe56iKz5Z9+Fsrlx4426Rg5tMJpOaSEzE3PmKWRMVBheX+W6I7rndELcnIqlHKr97obmGxbDJ/oseRAdzcDE01KkdnDrfAhRsm7JR++KtOxX1Tc08HVyF17/oLZMZdyvSM/i9DKFEjK8Fxmyi/teSJUuqqqruv//+/v17zW8y+r8HAADoHvq6Kl1FscgnhPV52BQAfZlFgyDz+l9cFbDAqOZztqadAAAQAElEQVQaPQc2FxVk1jKACw/hF7Thv9+z+fCLtaj8ZVH/y+L6Ci60dBfkXwAAAN3BYDB2pKXXys9vPEpbgE0BAC1GgeRPI8Vi8awbA8yX/Prlo0qFlgEAdJPUY5Wb/87hHzp7imJH2XO/V6KzmXf7hSrG3Q75FwAAQDcwDtq4a7nj3Lsl4QNZ34ZNAQA8i/6/OCH9nBKnNXcPVFOhWvN9OgMA6A6Uv//6/nHzKdNucJHKxFzaZbXzL1T+6iHQ/z0AAEA3kMYM9/lwv9DVm/V52BQAwI0C2bIXfDqN5DqmnL7YP/VgXV1VU7WvnWsLEif5h8S4MACAi4vyd0rh+Yexo+18w6QWLR8tKn/9n727AI+ryvs4fkfinkYat3rq7u5FCoVCC2VxX9hdeFlskWWXRRZncdcixWpQatTdPUljjXvS+MzkPclNb25mJqm3ydzv55lnnjPn3pHMJFPOj/85h/Ul2wjqvwAAuDhIfBS8FQAUtiVgYhjp7ul82Z3NZkF++co+U61FAoALKO1IqcjflZsePvqRV3pbxV52F/+S0AZQ/wUAAFoT8lmKBADnWeslYEKXfj7xw733b2hc/D4vs+LXr49eckMnCQAuCJG5f/7SXnXPuOu9XdwMdtkt/iIIu7io/wIAAADQhthdBUyMJ6ffFOrm2TR+WflDMntBArhgROaen1Wh3Izr7xzZzUX5glIWv6f4q80i/wIAAABw8VkVf1ltBCl4+bpMvTFEOb/OIn38n90VZbUSAJxnh3cWrFyQrNx0dpNGX+0jx17qbR/lryyKv9om8i8AAAAAbYtVCZgytuwzyj+mp4dyWmFu1fvP7DSb6iQAOG9y0ss/enZ3neqbZuQsT3evptmOVhEYxV9tE/kXAAAAgDbBtgTMKv8SLr8zzMmlaUiZcqjkq9f2SQBwfhwvqXn7ye011WalJ6yLU7chHnbDLyX/ovirDSL/AgAAANDmtBSB+QW5XnlvuHosueOP7OXfJksAcK6J2Ou9p3eW5FcrPR6+usk3+bYSfolr+YuLzKutIf8CAAAA0FbYbgGpngUpDzW7DfKZfEOw+l6Lv0jcvSFXAoBzp65O+uyFPemJTftsOLvpLrvXT575qKz8ZTxBWflLXEsnvsckir/aDPIvAAAAAG2RMpJU13/J48whUwMGTfVVn/zFS3vTEtgOEsA5s/jzxP1b85WbOn3d9Dt8/IKdlJov9eL3bPvY9pF/AQAAAGhD1BUTLa0CJky+PqTLgKa18E21lvee2lmsmqYEAGds++qsFd83m1g96U/eoXEu6povuyvfs/JXm0X+BQAAAKBtaWkWpHqqkZOT8Yp7w8M6uSr3Ki+refuJ7dVVZgkAzkLKoZKvX9uv7hlyqXtcPzd12ZdVBGZV/EX41QaRfwEAAABou1qJwFzdnGY/EOEbaFROzj1W/v7TO6sqTBIAnJHUhNL3nt5hNtcpPd2Hu/Sb6GEbfqmX/WLmY9tH/gUAAACgzbEqAZMjMGV7NWUU6uXrfM3/Rbi4N41rkvYXvf73rWXFTIQEcNqO7Cp465FtleVNGXpoJ8Poq71bSr6ULyVmPrZ95F8AAAAA2iK7syCV8EsZjgaFu81+IExvaLpjVurxVx/cUphTKQHAKdu1Luedp3bU1DTNofbrqJ92u5/RyWC11aNtBGZV/0X41QaRfwEAAABo65SBpe0sSCGqm+dVfwkzOjUNOAtzq155cEtmcpkEAKdgzS9pn76wp87S1CPCr0vv8XV1b0y+nJycTiX5QptF/gUAAACgjbLaC1KvohSCOTXo0t977iPhLm5N48/jJTWvP7wt+UCxBACtWvRpwo8fHFb3BEUZrviLn5efs/ieUZIvpWF3z0ep+VcW2hryLwCAffzLDcDx8M3WHrW0EJhSAqY0Irp43PBEpLt30xinutL01j+2r1uSLgGAPVUVpg//tWvFghR1Z0Q3p0vv9XX1sD/n0WrZe5b9ai/IvwAAAKAJVmMShijtiDoCs6r/Uo9OnZycgiLc/vRkhI9qR0hTrWXBO4c+eW43m0ICsHIsqfTF+zft25Kn7ozr7zztdh9Xt2azHdWTH62Kv1j2q70g/wIA2CH+8a6rq5MAwLGo/xc92iOrtfDVC4HJo1Nx7R/sdsMT4UERzuo77t6QK0a5mSksBwag0bol6a89tNVqo4w+410n/cnHydmo/m5Rvl6sKr/UxV8S2jyjBABAA+Vfbqt/wisXPyMu0ukwJa4rfiRaAoDzw5y67Sy/ZBirtDvq/zEjxpwWi0Vct3Syt58074mIRe9nHd5SoXSKUe6rD2658rauQ6eESwA0rLrK/PWr+0Qsru40OEmjZ3t0HexuNefRNvxSir/kLF55BP5laePIvwAATdQRWB3/hANwLC2t0sL/um8v5AhMuZYaPtNWqpVn3h26q0fx8i/yzScmPtbWWL7538FdG3KvvbeHb6CrBEB79m7K++G9Q8X5VepO7wD9lFu8O4Q6qZcUbCn8Ys37dor8CwDQTFMEJgGAQ7Fdq1h9lKFLu6AOv2TiY23l5H7j/IKjnX96M7c0v2nxr8M7C569e/3kq2PHXhFldGJBGEArivOq5r95QHwDWPXH9HYaf72Ps2vjfGq7Gz6qwy9xbff/pqCNI/8CADSj/FtuueyV2ori2tpas9lsMpnMDSwWi7gWp4mGPAhhmTAAbY1cE6R8mynDlToXL9sVWxi0tDunGIEpH25ojMdNT4cvfDfn6J6mVX5qqy2Lv0jcvDzj2vvj4+L9JAAOzWyuW7Ug5fdvk2tqzOp+vUEafoVH/Eg3ZTMNqyUFCb8cCfkXAGidekUV5V9x8a+7OaxvXW2tZDJZRARWW6uOwAT5LoRfANom9SrplobhinRi+GJV/8W4pT2yjcBs1wJTf8Q6L92sv4Rs/a1ozXdFFkvTOfnZlW8+sm3gmJDLb+3i6eMsAXBESfuLvn3zYG5GuVW/u49u6q3eQZHOtuFXSwt+EX61a+RfAIB68j/e6oqJxnKJujol7WocSaryL4kIDEDbo1Ot6qVsEaiMbeSbdrerZxjTjlhFYHbzL6UhGzzVP6qH2/IvCjISqtVnbvsja+/m3CGTwsZdEe0b4CIBcBSHdxSs/DHlyO5Cq37x/RE/2nXIDC95zqNt+GVV9mWw+d8nhF/tEfkXAKAZdf6lRGCSTfhF/gWgzVLnX0qabxWBWa1ejPbINgJrVvNlT0i0fs7DLvs3lK75vri8pGkaVHWVec3CtHVL0vuODJ4wKzo02ksC0G5ZzHU71mav/ik142iZ7dGgKMO467z9ghv/ObBKvqzatv/XhPCr/SL/AgA0UcYS8uo5yooqShymlIMRewFo49T5l65hFTC7/w9fYv/H9kzXwkRIdY/6N8FkMolGzxE+nfp5rP+pcNfK4+rpkPVj5j+yxSWyi/eg8aH9R3V093KSALQfOenlm37P2PFHVmlRje1Rdx/d0MvcOw9wU/9/Ebvhl9U/GYRfjoH8CwDQSKda/EtqXtgl/2Mv/gtACb/IvwC0cervNJ1qFXzb/5MvoT3TtbwWmFXxl/Khy6PZ8XMC+03w3rS45OCGcnUKJqQdKRWXnz443GNQ4ODxod0HBhgM/J4Abdfxkpptq7O2rcqyW/AluHvr+ox3ix/h7uSiV/4VUAIvdexlteAX4ZcjIf8CALS4BL7SI2IvpfhLaojGyL8AtH1W2Yct8i/HoI7AlH+zpBZmQSpVYKLRoaN+6o3OQy/x2bKk5ODGClNts3/azKa6vRtzxcXDy7nfmODB40IiOvtIANoMU61l3+a8rSuzDu3Mt5jt/6eph6+u7wT3HsPdDEadVdmXuvjLKvlSl33J15LqP5IltE9GCQCAE3TNFxJWjxbUC+Gz+BeANs5qrGJVAWQVfjGkcQBKBCau5X+zJNU/UnZjUJGCyQ3/IP2keU5DL6ndsrR4/7pKqxRMKC+rWbcoXVy8/Zyju/nGdPcV12GxXk7OegnAhVVeWpN8sCTlcEnKweL0hNKaGnNLZ3r56/pOdO821M1g0Cl5llXyZRt7qcu+bCuF+ZeiXSP/AgDUsy0BU8YP8iF5RCERfgFoJ3Q22/+1RIJDUEdgyv+5sS3+Us+CNJvNSgrmG2CYMDdwxOWmg1vKD24sz06utX2K0qKaPRtzxUW+GdXVJyjcIzDUPSjUXVyHxrBqPnCOHS+pycuoyM0sz8+qzD1Wnp1WnptR3vpdDEYppo9zl0EuEd1c1EmWejF7q8zLandgq+SL8MthkH8BAJrR2dtRXpnwaPV/1AGgLbMatFgNZhjVOB6dzVpgUvOKZhF46WwKwcwn1N/w0vcbZ+wzxqsgu1qkYAc3VZYXW1p6utTDJeKi7vENcOkQ7O7sYjC66MW1k7Pe6Kx3dhYNgwSgBeLPtqbabKox11RbamvEpb5RVVGbk15RXWk69ccJiTOK2Cuun6uza9PURavFH1uiVy0NSfjlqMi/AACNlBIw9b/0cvIl91jFXqRgANoyq7GKzmaqI6Mah2T1b5lyU6kFs1gs6vxLjHjNNsQ5gaH6Dle4DL/ckn648tDmiqSd1TVVJ/9Xrzi/WlwkABeQT6BBxF5dBrt4+hrUk9xbD7/UFWF2wy+JfyYcDvkXAKCJOudS/i+60mn1bz/5F4C2zHa4Ynckw6jG8aj/2VLPhVT+dVOnYPJi+VZZmOhUrqN7GCK7udfONeem1mYcqcpIrMlKqqkl4wIuKk9/fWicU8c4Y1gnZ59Ao1LXqWvY7beVyi+riZDq2Y6UfTk88i8AgDXbQjCp+QJhSo8EAO2B3e8rvsQcm9VcSNtCMDkFU/IvOfxSIjDlpnyO0WiJ6OIU1slV3g0mN602M7E6P6OmJM9cVmA53vIcSQDnhE+Q3jtA7xtkDAg3hndx9vCpn1OsXs5PZ7PPr1X+ZXWtRtmXRpB/AQDsUP69V2de/EcAAMfAt5lGqP93jlUhmDJmViIwca2OwJQSMFvi7qGxxpAYV7ktK8o2F+fVFueaqsvrTLWNF3NNXW1tncUk2e4piYtIfF61tbXiF8DJyUlCGyC+kg1GyeCsE9f1q+Y5NTRc9J6+eq8Oep9Ag5e/UVIt2qhE2OroSm/PqcdeVmVfEv9SOCLyLwBAa/i3HwDQftlO4deplrZUQjEl27IKwiwtkKvA5McRDfGwgeGWwHAXpcSMvZLbspqamszMTPHRR0V1lNBW6Zrv4SupNihXx1WthF/qCMw2+bIKvyTKvjSA/AsAAACAI9O1usGLei0wJd5qJfyyzb+UKjBJtVGyOvlqKQUjHbsoRP5VXV0tPmKjkeHwRdZS0qSzt3uvZFP5dSr5l7rU66TJl0T45dD4gwcAAADg4HT2NniRTgyn5RhLScGUVMs28zqV/MsqCLN9McReF1dVVZWIwET45ezsLKEN0J1su5KW8i+9zfxHqyzspLEXyZemkH8BAAAA0ARdCzsaKymYoD+xKaQ6BVPCmR4BKQAAEABJREFUr5aSLzWJKZBtm/hwq6vrt/B0cXGR0CbZzb/ssg2/rK519jZ21DHhUZPIvwAAAABoiK7lbY7VS4PJWVhLgVdL4Zfd4i8isDZFfL5VVVXiw6X+q82yTalaz7+sQi6rtvru6seXSL40hvwLAAAAgLbomk+HVPdb1XApKZia3fBLannyI/lXW1NdXe3cQELbY1v8JdmbAmk37bIl2aygb/Us0A7yLwAAAABapAyA6+ytjq+UidlGXQaD4dTDL4n8q+0R+ZeHhwf5V9tkm1JZBVgtJVy2nZLNVEeJ5EvDyL8AAAAAaJptOZg6ArMKwiRVIibZ2/CR4q82zmKx1NTUiGsnJycJbZLdEjCp5SDM7iHJJuoi+dI48i8AAAAAaJaCSa0GYVLzkOvUy77IwtoCJf8yGhkOtyF2wyldC3MhpRbWsCf2Qiv4gwcAAACARlaTIiWbIExS7SBpt8iLmY9tnPhQTCaT+ATJv9o4nb1V6nUtr2Fvm3ORfEGNP3gAAAAAsNZSECbZ20Hy1DMvErGLztxANOSdAdFGtJJVtbJ6F5kXTh35FwAAAAC0SD2cts3ClJstHVJTCsdwEZlMJovFom8goc04lT+NU8zIALvIvwAAAADglFiNsdXFXGc5escFI8Iv8cEZjUbyr3aNvyacLvIvAAAAADgTdkfgzHBs4+T6L9KTdoQPC+cE+RcAAAAAnDOM1ds4EX6Ja6PRyCcFaAr5FwAAAABAK0wmk7g2GAwSAC0h/wIAAAAAaIW8+aPRyFgY0Bb+5gEAAAAAWiHnX9R/AVpD/gUAAAAA0AryL0CbyL8AAAAAAFpB/gVoE/kXAAAAAEAryL8AbSL/AgAAAABoBfkXoE3kXwAAAAAArSD/ArSJ/AsAAAAAoBUmk0ki/wK0h/wLAAAAAKAV1H8B2kT+BQAAAADQCjn/MhoZCwPawt88AAAAAEArqP8CtIn8CwAAAACgFeRfgDaRfwEAAAAAtMJisUjkX4D2kH8BAAAAALRCzr90Op0EQEvIvwAAAAAAWiHnX3q9XgKgJeRfAAAAAACtqKurk8i/AO0h/wIAAAAAaAX1X4A2kX8BAAAAALSC9b8AbSL/AgAAAABoBfMfAW0i/wIAAAAAaAX1X4A2kX8BAAAAALSC+i9Am8i/AAAAAABaQf0XoE3kXwAAAAAArWD/R0CbyL8AAAAAAFrB/EdAm8i/AAAAAABaQf0XoE3kXwAAAAAArWD9L0CbyL8AAAAAAFpB/RegTeRfAAAAAACtYP0vQJvIvwAAAAAAWsH8R0CbyL8AAAAAAFpB/RegTeRfAAAAAACtoP4L0CbyLwAAAACAVlD/BWgT+RcAAAAAQCvY/xHQJvIvAAAAAIBWyPVfzH8EtIb8CwAAAACgCXLxl0T9F6A95F8AAAAAAE2Qi78k8i9Ae8i/AAAAAAAA4MjIvwAAAAAAmqAs+6UUggHQCPIvAAAAAIAmKNMelYXAAGgE+RcAAAAAQFuo/wK0hjX/AAAAAABaIZeAUf8FaA35FwAAAABAK+T8i/ovQGuY/wgAAAAA0Ap5CXzqvwCtIf8CAAAAAGgF9V+ANpF/AQAAAAC0gvW/AG0i/wIAAAAAaIU8/5H6L0BryL8AAAAAAFpB/RegTeRfAAAAAACtoP4L0CbyLwAAAACAVlD/BWgT+RcAAAAAQCuo/wK0ifwLAAAAAKAV1H8B2kT+BQAAAADQCuq/AG0i/wIAAAAAaAX1X4A2kX8BAAAAALSC+i9Am8i/AAAAAABaQf0XoE3kXwAAAAAArZDzL+q/AK0h/wIAAAAAaIU8/5H6L0BryL8AAAAAAFpB/RegTeRfAAAAAACtYP0vQJvIvwAAAAAAjmnFihW1tbWmE0S7oKCgrq5O9G/fvl19SE3u79ix4yOPPCLnZQDaO/IvAAAAAEC7V1RU9Mwzz5SXl5/0TJ1Ol5KSctLT5s6dS/gFOAz+mAEAAAAA7Z6fn99VV10lnSMDBw6MiYmRADgK8i8AAAAAgCMYPnx4586dpbNmNBpnzZolAXAg5F8AAAAAAAcxb948kV5JZ2fq1Kn+/v4SAAdC/gUAAAAAcBDBwcEivZLOgki+pk2bJgFwLORfAAAAAADHIdKryMhI6UxdeeWVZ19BBqCtIf8CAAAAADgOkV7NmzdPp9NJp6979+6DBg2SADgc8i8AAAAAgEOJjIwcN26cdJpEZHbNNddIABwR+RcAAAAAwNHMnDnT19f3tO4ycuTIkJAQCYAjIv8CAAAAADgaFxeXuXPnntb5l19+uQTAQZF/AQAAAAAcUJ8+fYYNG3aKJ4vwy8vLSwLgoMi/AAAAAACO6aqrrvLw8DjpaSEhIWewXhiAdoT8CwAAAADgmDw9PUUEdtLTrr76ar2e0THgyPgLBwAAAAA4rOHDh/fu3buVE3r06BEfHy8BcGjkXwAAAAAARzZ37lwXFxe7h4xG4+zZsyUAjo78CwAAAADgyPz8/Fra23HChAkhISESAEdH/gUAAAAAcHDjxo2LjIy06vT09Jw+fboEQAPIvwAAAAAADk6v18+bN0+n06k7Z82a5erqKgHQAPIvAAAAAIDji4yMnDx5snIzJiZm+PDhEgBtIP8CAAAAAGjCZZddFhQUJLevueYaCYBmkH8BAAAAADTBaDTOmzdPNAYOHBgTEyMB0AyjBAAAAACANnTp0mXs2LFTpkyRAGgJ+RcAAAAAtGl1dXUSzp1rr71W4l09D6y2FwDaFPIvAAAAAGgrziyUIcrBBXDSeKul30NyMbQF5F8AAAAAcNG0El2dNNUi9sKFZPX71nqqpT56WncEzhPyLwAAAAC4oFrKraz6lZuneD5wwYgMy+6vn5JtiaPqnMtuHEYQhguJ/AsAAAAALgS7eYFtyHUqDaBNUZIs28xLvlbHYeqMzPZewHlC/gUAAAAA55dtbqWOtKziLauenPTyoryq6kpzbY2lttpsqrHUVFtMteLaXGdp8fGBc87opDc46VxcDUZnvbOzwclFXPRuHsaAEDdvf2ereEu5VhpKBKY0CMJwIZF/AQAAAMB50VLsZXWtNEoLq5MPlIjAKy+zIjejIje9oiC7SgLaPCdnfXCEe4cQ18Aw96Bwd9GO7eFndNapUzB1W47AWgrCSMFwPpB/AQAAAMA5ZnclL9vYSygrqjm0o+DwzsLDOwpz0iskoB2qrbEcSzouLkqP0Ukf3d27S1/frv39Y3r4ODkbJFUQprAbhFEOhvOB/AsAAAAAzhl18mU7yVGJvUTgteOP7EPbC7NSyiXA4ZhqLYl7isVlyWcpRiddTLxP94H+QyaF+AW56uxpZYEwUjCcE+RfAAAAAHAOtJJ8KTKOlm36LXPL71lFedXSaXJxNzYsuqR3ql99Se/kYiAXwIVkNlsaFqGz1FSbaqvramvMNdXmU7mjqbYuYVexuPzywdGYHt7Dpob0HR3k4e2k1+vtZmHyvUjBcG6RfwEAAADAWTlp8lVSUL1h6bHNv2dlqCaItUTkAoGh7oGhHkGh7gH1DffAMHdnF4MEtD2lRdX5mZV5mfKideK6siC7QsRkLZ2ffKBUXL55/Uj3Qf5DJnXsNTzQuSHJFaziMPl8dQpGBIazQf4FAAAAAGfopMlXZkrZwo+Stq/OrmsxEJB0eiksxju6u09sd9+YHn6+HVwkoJ3w9nMRl9h4X6VH/KpnpJQmHyxJOVh89EBRcb6dUkezqW7fxgJxcfcyjr8qYuwV4W6eTnLCZRWEyeer1wUjBcOZIf8CAAAAgDNhG36pk6/UwyWLPk3atSa3pbv7BrgOnhAaF+8b3c3X2ZXyLjgIkeeGx3qLy6gZEeJmcUH10X1FR3YX7lyTXVNjPV+yosy06OPk379JG3tF2ISrI9296idFykEYKRjOLZ3tjrwAAAAAgFa0nnwl7i1a9EnS/s35du/r6m7sNzJ40PjQmB6+EqAZNdXmPRtzt67MSthdYDeHcHbVj7wkdOI1kd7+LvoGdidF2k6NxIX38MMPFxUV3XffffHx8VI7Qf0XAAAAAJwG9TxHqXnyVZhb+fWrB+3WfOn0Ure+AYMmhPQcEuTkrJcAjXF2MQwcGyIupUXVW1dkblmZlXus2eanNVWWld8fW7swc9q8qHFXRTg5GeRasJYiMArBcFrIvwAAAADglLRS9lVba/59fvKiT47WVFnP8DI66QdPCJ14VYxfkKsEaJ63n8uEq2LE5fCOgt++PZp8oFh9tLba8ssHyRuXZs99sEtcT1+DwaBMhxTUZyopGBEYTgX5FwAAAACcnFX4pZawp/CTZ/flHquwuouTi37YlPDxV0b5+JN8Ada69u8gLkn7i5bNP3pkd6H6UF5G5Wt/3T1wQtAVd8TJ0yHlvzWrRcEoBMOpI/8CAAAAgJOwO+fRYrGUFVd/9+bhjb9mWp3v4moYMT1i3BVRnj7OEoCWxcX73fXMgLSE0t++PnpgW5760LYVufs25l96S+yIS0KNRoM6AlPXglEIhlNB/gUAAAAArbEKv0TsJY/DD+0oePcfu46X1Fqd329Uxytv70ryBZy6yM7etz3RN2lf0TdvHsjLbCqlrKqwfPdG4vZVubc8Ee/l5yxPh5TDL7kKTNkvUiICQ6tYdhEAAAAA7JNzLnVbDr/E9eLPkl7+y1ar8Ms3wOWuZwbc8H+9CL+AMxDX0++hN4ZNnRNrdGoWVhzdV/rcHduO7i82mUzmE5Q/Rqu/Uwmwh/ovAAAAALDD7oJfYrBdebz23Sd27d9SoD5Zb9CNvTxq6pw4JxeKDIAzJ5KvKXPi+o0O+eaN/UdVS+OXFdW+/rfdM++IHT0zTK4Ck/vVcyGpAkMryL8AAAAAwFpLC36lJ5b+75GdBVmV6pN9A1xufqRPRGcfCcC5EBTm/ufnBq36KXXxpwlmc+Mfo8Ui/fD20YTdRfMe7u7q5iT+JEUQJodfVsuBEYHBFv9rAgAAAACasV3wS7Z/S96zt220Cr96DAx86I3hhF/AOTduZtR9zw/2DWi2fereDUWv3r+rOL9SPRFSpqTVEhMhYUMvAQAAAABOsLvavbjesjzztQe3m2qbBtUGg27mLV1ve6KvmwcTa4DzIrKL90NvDOveP0DdmZlc8cr9u/Iyyq2WA5NJzcs2JaAB+RcAAAAANGop/Fr1Q9r7T+2pszSd6Rvg8teXhoy5PFICcD6JfPn2p/pdfnMXkTgrnUW5NS/fvys9sdTUQMm/5D9YyeZvGSD/AgAAAIB6LW31+P1bh79+5aD6zIhO3g++Oiws1ksCcEGMnRl1x9P9nV0MSk9FqfmNB/Ym7imyKgFjU0jYRf4FAAAAANbhl8xssrz/9O5lX6eoz+zSx//P/xnk4e0kAbiAOvf2//NzAz19nJWemirLO48e2LM+z2oipPqvWAIakH8BAAAA0LqWdnt8/+ldW5dnq8/sMyL4jqf6O7kwkgIugvA477/+d7B/UNOK+GZT3Sf/Prxvc1EgBosAABAASURBVL48EVL82dqNwAjCwLc2AAAAAE1rac2v7948tG1ljvrM8VdE3/j33nrVIkQALjD/YLe//HdweKy30lNnkT7795GE3fUTIW0jMIkdIdGA/AsAAAAArMOv5d+m/P5NqvqEWXd2v/SmzhKAi83L1+Xe5wZ27uWv9Jhq6z7+56H0xFLbCMxqR0gJWkX+BQAAAEC71ONhZbS8eVnmt28cVp921V3dR04PlwC0DS6uhtuf6te5d1MEVlVhee/xg3mZ5UoEZndHSCIwzSL/AgAAAKBRtmvei3Hy/s35H/17r/q0SbNjR0wj/ALaFqOT/pbH+6onQpaXmN599EBpUZXtjpDq2IsITJvIvwAAAABokd3wK2FP4VuP7qyzNJ02aELo9OvjJABtj4ur4c5/9gvo6Kb0FObUvPfYwYrjNcqOkHa3gyQC0yDyLwAAAACaYzf8Ks6vevOhHbU1TelX/KCAOX+OlwC0VR7eznf/a6CXr4vSk5lc8fVLCer8yyoFk6BJ5F8AAAAANEpZD6h+hGyyvPP4rspys3K0U0+/Gx/uo2PMBLRtfkGudz3T38XNqPTs31S8flGWOgJTT4RkITBt4rscAAAAgLbYrnkv/PJRwtH9JUq/X6DrLf/oa3RixAS0AyFRnn/6ey91z8IP0jKOltmuAsZCYJrFtzkAAAAADbG/7NfuwiWfJSvnGAy6Wx/v66oqJwHQxnXvHzDx6hjlpsUsffZsQmV500JgzILUOPIvAAAAAJqjXg+7rLj6nX/sVh+98o5uoTFeEoB2Zfp1nTr38lduFmbXfPvaURF7yRGYVRUYsyC1hvwLAAAAgFaoR7xy5ZfwxYv7y4pqlHP6DA8aPjVcAtDe6PTSn/7eS70W/t71RXvW5avrv5QUTDmHCEwjyL8AAAAAaILViFd2aEfBzjV5Sn9QuMfcv/SUALRPHt7ONz3cW6dr6ln4QVplRY3dhcBIvjSF/AsAAACAhqiX/aquMn32/AHlkLOz4dbH+zq7GiQA7VZMD9/p8zopN0sLTcu+OMZekCD/AgAAAOD4rIq/5NHvks+SCrIqlX4xZg4MdZcAtHMTr4qJ6Oyt3NywOC8nvcJqFXyrWZBweORfAAAAALRCPe8pN6P8t69SlUNBYR6jLomQADiEa+/tobTrLNL3rydbrQLGQvhaQ/4FAAAAwMFZLXsvl3589tx+i7lpxHvtfT30Bp0EwCGExngNnxKm3DyWULn5txyrWZAsAaYpRgkAAAAAtEEJv/ZuzEvYXaz09x/TMaa7r9Q2/PvRlauWHbXt1+kkXz83b19X/w5uPft2nDAtLjzSRzo7JpNl6tCPRGPSjM5/f3rMqdxlwx9pTzywTDQe/8/4sZNi5c6vPtr10VvbROP9+VfGdPKXTt8XH+z45J0dovHhd1dFxZyvz0L8sOJHHjc59rFnx0twdJf8qfPOdTmV5Sb55rIvsvqPC9A30KnIEZjc0OkIwR0W9V8AAAAAHJm67EtZ9Gfxp00Bk4ub8fKbu0htnvg5igorU48W7dya+fn7O2688rvnn1gt0hwJgD1unk4iAlNuVh43b/ktz6r+i4XwtYP6LwAAAACaoIxyD24rSDlYqvSPuSzS289FansundW9Q6Cbuqe0pEZEYOkpJYmH88XN35ckGp0MD/xjlATAnmGTw//4OTU3o0K+uXpB9qApjSVgggi/1PVfEhwa+RcAAAAAh2Vb/CUs/TxZOcHJRT/28kipTZp6edeuPQLsHlq2OOHlZ9aaTJalPx8eNzWu/6BQ6aKae3NfcZHavF833SxBS3R6acJVMV+/tl++WV5i3r4if+jUYCUCk6dAGgwGUjCHx/xHAAAAAI5PCcKS9hUf2VWk9I+aHunm6SS1N5NndL72T33k9rqVyRJwweXnlO/aliUutTVmqQ0bMDbEP8hVubnmh9yaGpNFRT3/UWIKpOMi/wIAAADgmOwWfy1RrfxlMOrGXRkltU9DRzeWraUeLZaAC279mrQH71wsLqWl1VIbZjCIP/MY5WZJfu2u1QXmE5RvBunEd4UEB8X8RwAAAAAOTgnC0o6UHthaqPQPmxLu6eMstU9+/o1Lg9Woqm/uvuGnIwfyYzr5vz//Stu7/N/dS3duyQgI9pi/eI7dx1y44NDWDWmH9+fpDfq4zv6duwdeNbenh9fJ36KW9n/MzS7/9os9iYfyc7KOlxVXh0R4h0d6x3b2Hzeltc0rKypq53+y+/CB/MRDBc4u+k5dOowcHz1hWiejsVkBh7J5pdQwsdHqqF22+z/u2pYlEhzR+OKXazoEuC9blLB6eXLS4QIXV0Pnrh0mX9JFPLV8png9a1ck79qemZZcEhLmNWhY+PW39XN1tTOmTjycv2JpUlpKSVZGWW5mWWBHj9AIn+hY39ETY1ua0Lpt47HFPx1OTigsyKuI7uQn3vyZ18RHx/ldO+Pr/Jzya27ofdt9g63ukpxYuOiHQ2nJxSlJRUYnvXjb47p0uOLaHv4d3G0fv6rK9P0Xe3Zvz87NPp6fVx4Q6BEW4RMZ4zt0VGTfgSGSoxs6KfT3b4+WFjbmdGt/yus/LsBgMMjJl16vl5MvZfIjG0E6JPIvAAAAAI5MDr/kge7qH9KVfr1BN/HqaKndyjjWuIR/RJSvdNZEPvKvR1au/r2pOC4vp3zTuvRlC488+8bUqJgzeQqRy/z9niUF+ZVKj4hsxGXtypQvPtj571enDBwWbnuvgtzy5/+x6sihAvUr2bg2TWQ9z746xcvnfO1UIBK6Jx9cnnTkxPOW1D/vhjVps+b2vOtvQ5cvSXz+ydVKbZA4TVx2bD72xqczDYamoKSm2vzeG1t+mr9f/cjpqSXisnld2jef7bn9/sGz5/VWHzWb68Qjr/w1Sek5uDdXXFb9fvSpFya29GqX/nz4rZc2VVbUKj3i1W5Zn770p8O3/2Xw5Bmd1SeXl9c8dv9v+3blKD0Z6aXismVD+vdf7p13W/8/3dFfcmgiHxw3M+rnj47INwuzaxJ2lXQf5K9eBUxOwYi9HBj5FwAAAAAHpNR8SSemNZlqLTv+yFVO6Dk40MffVWq3Nq1Jkxuxnf2ks7Z2Rf0iYgHBHlfP7RUZ41tYUCHClD+WJ+dkH//HX5e99/WVrm6nN3gUb/y/H1slwi83N6exk2PjunQIDffKTC89fCBv1bKjJpPlxWfWfPz91e7u1ouvPfl/y0Ws07lbwJRLu4SEeSYeKfj2s73lx2tEJPTWy5v+/vQY6fx48ek12ZllMZ38p13WpWO4957tWSIbEv0LvtpnNOpFdBUe6TNzdo/gMM/9u3KXLUoQb5EI6UQ+OG1mV+VBPn57mxx+dekRMGhoRHiUj4+fS0Zq6Z5d2RtWp4io673XtvQfHNqpa1MV2JsvrJfDL/nNj4jxKS6q2rbxmOh8+N6lBntFbUq1XUiY17TLu0bH+ZvNloz0kh/n7y/Iq3jhyT/qLHXi3VPO/+D1rXL4NXx0ZHzfjhHRvsfLqpMOF/yxIjk/p/zz93cMGRHRrWeg5NCGTglb8kVibY1Fvrl3fXGX/j7qEjCrvSDJwhwP+RcAAAAAR6as/7VnQ151ZdNUwQFjL/KeiWdMhEeLfjj0w9f7RNvD03nsxFjpXIiM8Xv+zamBwR7yTRGgdPpk94dvbs08Vjr/k9033jXgdB5M2r87JzmxfqrpzXcPvGJOvPpQfJ/gV/+zviC34o9lR9XhkUyEX+Iuym6SQ0ZGjhgTfef1P4r4ct3KlAceH2V0aoyERCy1fNut0jkiwq+J0zo9+MRo+fFFVOTt7fLR2/Uxkwi/unTr8Pz/psvVZ8NGRU29vMtd1/1UWVkrIkLlRygtqfr5uwOiER3n99K7M0Tw1/jQwyXxDiz4ct/br2wSt9asSFHyr4RD+QsXHJIaivheeGua8uZPntE5JNT7y492ms3WS8uLj+OrD3eJxpiJMQ//c6yTs0E5NH1m16f+b8WeHVnvv7518IgIeYaseN9+X5QgGqPGRz+pLiib0Xn6Fd1uufp70RQvu1vP8xUsthEiwI0fHLhrXWMR3MEtpeKdMRjMrcyChIMh/wIAAADgaKxWvpdtXZGtnODmYYwfFCC1bb/+fHjrhjR1T2lJTUFe+eED+SKskXtu+/OggBOhyVm698Ghgc0f6pobev/xe3Li4fyfvjtw7Y19TqsErCC/Qm5EdbIuTxs3OW7PzuzYzv5d7C2GJUIoJfySiThJZHzLlyaKvCnjWOmZTcY8KV8/t/seGaGEa8K0K7rK+Zdwx1+Hqqdehkf6dI0P2LUtK/PELFQh8UhhWIRPYV7F7Bt6N4VfJ4ydEivnX3k55UrnL98flBt3PTDE6s2/6e4B4tNXzwOVvf3SpqpqU4dA9weeGK0OvwRvH9e/PT7yxiu/Ky6qFNnizGvrY8eysmpxvmio12WTiXdSnOPp6dKzT5B0MqnJxWtXHFX3HDmQLzd++Gqfm3vT74ZOr7vu5n5S2zNwbIiSf9VUWQ5sKeozMkC9EaQSgUkNJWASHAv5FwAAAACHpez8WFleu29jvtLfb1RHg7Gtj28XLjjYylEPL+eb7x50yazu0rnQs29w/yFhVp16vW7qpZ3fPJx/vLR6365su8t1tSQ03EtuvPn8hnseHNp3UJiyTpZ45Y/+a1xLdxw+xs6OnLFd/KWl9Y3j522rwQFDw6wmY/r5u4kYS4RuHYLc+wywXiRe5GXiOiujKf/qPyjU7rYDsg4B7uIdMJvrahrSKKlhiuiWdfX5ZreegYOHR9je5bpb+z/54O/qntKSqo1r6+8ycGi47dRRqSGYi4r1Sz1adPhgvvJT+Pi6lRRXfvPZ7o6hniPHx6jveO+Dw6RTcyy15JN3dtg99M1ne9Q3jUZ928y/ug8IcPN0qjzeuGjavvXFPYf5mc31JWDKF4V65iO1YA6G/AsAAACAY1JXge34I8dUW6ccGji2Xe551yHQPTTMOyjEMyrGd8aV3Xx8z9n6ZbE2xUGyoNDGGCspofC08q/O3QJERrNt07G0lOK/3/urSIuGj40aOjJywJAwF1dDK3cMtFfO5uXdWHtVfSI8OufslpU5OxtE/hUa6m17SK69qqtr8QFzs8uPpZcU5FaI7EmER7u2ZYnwS/TXmhqXoMrOLJM3B4iOtf/mx9iUzuVkHZcbvy08Ii5SyxIPNxWOzZob/9Fb26qrzC88tea159YPGBo+bFTk8NGRPn5ukpboDboBYzuuW9S4CUbi7vKqcpPRaJSLv5RCUQkOivwLAAAAgEOxXfle2LepKQ7w9neJ6XFe5tCdW//7bGbXHhdokmZgR0/7/UHucqOs5LQLr554YcJL/1zzx/L6lfWLiyqX/HhIXNzcnfr07xjTyX/i9E5RsXZW7vfwdJIuBncP55YOndZL2rQubeWvSXt2Zuer5jnaVZDXOEU0sIUZrEEdPXW6ZhFbXk6FdGqSEwtra8xySCfPJ/347W3ioUQPxIapAAAQAElEQVQKtmF1qri8rJN69QuJjvMdNipq0PCTJ5sjxkZZrbb283cH33h+vWh88+vcDgHuUnswcFyokn+ZauqS9h7vNdxZLgFTz39kCqRDIv8CAAAA4JjUi38d2Vmk9A+ZGCahOWVyohVLY62S5OntLJ0md3enfzw3Yc7h/E1r0zauTT+8P09qWN5+07p0cfnuy72vfnBpt3jrbQfrpIsTOhjPxXzYT9/d8fn7TZMERX4S27lDbGf/Hr2D+g0KvXX2AtOJ4q/6Zzyx1lhLMYvBoDcY9abaprvU1DSWv82a23PY6CipVXpD01pmIgKbfEmXdatStqxP37E1QzymSHj27MgSl1++O3jPA8Os9ihwVFGdvTsEuxXkVMo3k/eXxQ/1lWc+qkvAmALpkMi/AAAAADgseSibmXy8oqxp3lzPwYGSg5LH6mIgb/doRXlNS3dsqbwr58RC+2ERPtIZ6dQ1QFyuv7V/Xk65CF+2b8nYtTWrtKRKRDBv/Xfj6x9fJjmKNcuT5fArOMTzklnd+wwIievcQZnsKZIvdfgl1e/52PiW5ufZr+oS75g6/BJCwhqno4qopu/A05vDGxDkPvOaHuJSUVG7feOxLRuP7dySKW+k8NHb28ZPjdXIdMhew4JW/5Qqt1MPViiL38spmFwCJsERkX8BAAAAcDTqSUz1xV+7CpVDTs76sDgvyUHJZVymWrPdozmZx1u646ED+Xb7s7Ma8y9lPftTVFNtLiyoKD9eE9elg9wTGOwx48pu4lJVaXrg9kWHD+Yf2JtbkF/RXqbOndTSnw/LjWdenhzb2XpJrwKbkMvD07lDgFtBfmVLMyVzTrz5ivATkVnq0WKpBT99e8DFxRAc6tV/UKi4aTbXFRVUFuSXx8T5O7vUh3Hu7k6jJsSIi2i/+uy6RT8cqqyo3bE1a9zkWEkDYrv5rpYa86+89JrK47VG32ZLgEknvkAkpkA6Fr0EAAAAAI7CqnZDHscm7G4KC6K7+rY0188BuLrVr1SVl1teUVFrdejAntziosqW7rhzS4aytrqiqsr028IE0ejaPSC2cwfpdLz6n/XXX/bNPX/62bayzNXN2KNvsNyutHmd7ZdcS+Xm7mQbfgmrfz8qNyyqKrDhY6LF9Z7tWfl55a3cReHh4RzcsFLbnh1ZKUlFtncR/W++sOGlZ9b+eiKMW7boyLXTv7rnhp93bM2wPX/AiU0/qxzog2hdTHyztf+S95dbzXyk/stRkX8BAAAAcEDNF/9qyr/axcr3Zywmrn5F+Zpq89IfD6v7c7PL335lU+v3feKB39UBmcitnn10ZerR+pDl1vsGn24dzMjx0VJ9JZrlrZetn7e8rGbP9mzR8PN3Cw33lhxFQHB9MiUSvaQjBVaHdmzJ+PTd7XLboprROPuG3uKNrao2vfyvdVWVzba23Lbx2M/fHrB9lsuv6SE1vLEvPvVHYUGzmrKiwspX/7NBbl9yZXe5MWJslBz4fvzWdqtUVMQ+G9akye0uF2qnhYvO08c5KKyp5DDlQLlFxTYFIw5zGMx/BAAAAOBo1JOYslLK1Yt/xTp0/jVuctyCr/aJxnuvb66oqOnVL6SstHrL+vTflyQ4ORkGj4gQbbt3dHNzEqnNX25ZNHpiTLf4oEP7c1csSczJPt7wmLH9GmbSnZahIyP6DwnbsTnj98UJKUlFoyfExHT2qzheezShcOnPR0qK64O22+4frNefeS2eyWSZOvQjuf3rppuNxotc3tF/cOjOLfU1Vk8/tOL6W/v2GxTm5mY8cjB/xa9JyxYdUVKUqsqmECokzGv6zK6LfzwsPpe7rv/pkiu7RUT7lBRXH9iTs3DBQeU0napi8erre+/YnLlt07HDB/Nvm/3DrLk9w6N8DEa9uMuyRQkiAhPnTL+iW+/+HeXzvX1c593e/5O3t4vP9+arv584vVNcJ38XV6eUpMLlSxLTUuqj4WkzuyrTVE/d5Vd3FxepHYrp7peb0Rgdph2qaCn8YvF7B0P+BQAAAMChqMMvIS2hVDlUvx9fDz/JcXXrGTjz2vif5u83m+s+fbdpI0IPL+dnX52yd1e2Vf6lDO/n3tz34N6cDWvSvvpol3LU2cVw3S1959zYVzp9Ith67N/j/nb74tSjRQmH8sWl+fNK9zw4fPKMzpIDueaG3uLHXLM8OfNY6QtPrVEfEtmcSMSOJhaJoxnpJepD9z080tnV+OPX+9NTi9U1en7+btfd2u/NF+rrudwbprXKxFv35IsTPn9v53df7Ckpqfro7W1WL2P46Mj7Hhqu7rnu5n5JRwrXrkjOzymf//Fuq/MnTut0/8MjJC2J6e6zeXnjbNDc9GqzyVLnVCevf28VfhGBORLyLwAAAAAOSwxf8441zekLDPVwcnHwRWDufXDYoKFhC78/uGldugiwevbt2HdAyNjJsaHh3iL/sjpZmdvl5Kx/4oWJ3366Z/fO7ISD+RHRPgOGhI2dFBMZc+ZxoY+v67tfXvHbwiOrfz+am3O8MK+ysrLW6KQfOCTsyut69T/9mrI2TkR+Tzw3YdWyo+LNz8ksEz+yeHcDgj369g+Ze0vfyGjfxT8cEvlXQX7lzq2ZSkmdwaC754FhPXoGbV6XnnK0WGRn0XG+3XsGXX1dr+Lixl9dDy8X9RO5uTndfv/gMZNif198JC2lJDW5qOJ4bWCQR1iE92VX9xg0PNzqhdVHZs9P2Lrh2MLvD2QcKysqqCwtqRL93XsFTb6ky6WzukkaExar2syhTleYU90x0snu5Ec4Eh2fKwAAAADHoBRuyLOZzGazyWT68Jm9O1c3Fh/1GBh42xNnUs0EXHg7tmY+dNcS0fj702Mnzegk4RyprbE8dNUK5eZVfw3tMdjPuYFTA6PRaDAY9A10DSQ09/DDDxcVFd13333x8fFSO0H9FwAAAAAHpNRx5GdWKZ0BoW4S0GZ89eGujGOlYeHec2+xE8se2pMrNzp3O+3FudAKJ2e9l69LWXHjzqSF2TW2W0CqS4WYBekYyL8AAAAAOBSrvdty0pr2yAvs6C4BbYbJbPlt4RHRGDg8vEv3ZjswHtyb++2Xe0UjOs4vOs6RF627KEQUrs6/lKJRki8HRv4FAAAAwHGoky/heElNTZVFORoQQv0X2pBpl3f95buDxUWVT//f8tl/6hMV4ysimIz00j3bs9auTDGZLAaD7q+PjpRwrgWEuCcfKJbbxbm1dou/WALfwZB/AQAAAHBM9YvfZ1SpewJCqf9CGxIY7PHov8Y++X/Lc7KPv/H8equjHUO9HnpqTHyfYAnnWlBI01dBYU6tOvOSmteQwmGQfwEAAABwKOoijpL8pvxLp5f8g6j/QtvSf0jY5z/P/u7zvbu2ZxXkV5QWVwUEeoSGe4+bEjtmUqyrK2P280IdhZcXm+SvC/X8R3UJmASHwN8SAAAAAEdgt16jssKktD29XfQGhrJoc3z93G67b7CEC8jL11lpm01SncV66rRE+OVw9BIAAAAAOBx5EFtdaVZ6nF0Y/gCo5+xqUN+sLDfZLv4lwbFQ/wUAAADA0Shj12b5V/MRLwDNcnZp9m0g75JhO/lRggPhf4AAAAAAcExi+FpV3jT/kfwLgMyl+beBCMpt939UIwtzAORfAAAAAByHVQVHdUNZh4z8C4DMybr+q8V4i+TLYZB/AQAAAHAQViPV+vov1fr3Li7kXwDqObdQ/yU1n/xI+OVIyL8AAAAAOJqm9b8qWP8LgDUnZ716N9iaE4WidsMvUjDHwPr3AAAAAByQPGTV6dQ9EgDI6ixN3wgWcx0hl8Mj/wIAAADgsNSr/NRUmSQAkKTaaos673J2tZ4bRxzmeMi/AAAAADgsJ5emYW2Nai18AFpW3TwNNzrXV4q2tPkjHAP5FwAAAACHpS7rqKb+C0CDmiqz+qazC2ujOz7yLwAAAAAOSz2srW4+4gWgWVbfBnL9Fxwb+RcAAAAAh9V8/iP5F4B61ZXNvg2cqP/SAPIvAAAAAA7LxbVpyFNTTf4FoJ7VbhhOLtR/OT4yTgAAAAAOy8OnKf8qL601m1nZGoBUWlSjtHV6yc2zMRvRNZDgiMi/AAAAADisDh1d1TfzsyokAJqXn1WptL39DXJDnXyRgjke8i8AAAAADkgevpJ/AbCVn930VeDdoT7/sg28iMAcDOt/AQAAAHA0ysDVw8dodNaZahqnPRaoij4uiokDP1Dat9wzaM5NfVo/f9nihBee/KPxvtM6PfzMWMkR7d2Z/dfbFonGn/8+4vKru5/KXb74YMcn7+wQjU9/mB0W6d36yRv+SHvigWWi8fh/xo+dFCt3fvXRro/e2iYa78+/MqaTv3Smpg79yGSyjJsc+9iz46U2qa5O2rk14/dFCSlHiwsLKo6XVUdF+4ZH+3btHjjtiq7u7k5W59930y8H9uZKp+Ohp0ZPvqSLuictpfjmq76X2/98afLwMZFSW5KXWa60vQOMyjeG3LBKvgjCHAP5FwAAAAAHIYapdXV16ptCh44uOWlVck9eW6r/Wv9Hyknzr3UrkiXgLOzZkf3ac+tTjxapO48cKhCXlb8mffPZntk39Lri2p4GwzmOeH79+Yiqfait5V8F2U1RuE+gUXeCRPjluMi/AAAAADgO20Gsf7Crkn/lX+z6L7VD+/Jyso4Hh3i2dEJZSfWWDcck4Ex98s6OLz/cIWfCHp7Offp37BDo4e3jmpdbnpJYH4EVFlS888rm5MSiB58YreQ8Uy/rMnhEuNVDrVuVlng4XzQundW9Q6Cb1dHYzs0K6CyWuhW/Jcr9RxMKN6xJa/1X/QKrqjCVl9YqN30CmoKR1gvB0K6RfwEAAABwTHIW5t/RRelpI+t/BXf0zMk+Lhqrfz96zQ29Wzpt/R8pJpPF3cO5orxGcmi9+nVcvu1W6cKae3NfcZEc16IFB7/4oH6KqIeX8633Dpo0vbOrW7MEYMfWzDef35CWUvzbwiNe3i53/nWI3D/9im62j3YstVTOv6Ze3rVrj4DWn3rz+rSC3Pq/NfG8j97/m2j8+suRP93RX2obcjOafQ/4Bjlb1X8Rezkk1r8HAAAA4GjUw9eQGHelXZBdUVVhki62sCifuC4dRGP9qpRWTlu7MlVcDx/dtiaO4cLYtytn17as9NQS6YxkHit997UtouHfwf3V9y+5dFZ3q/BL6D8o9Pn/TQsNr1897fsv9x5NKJTOkeWLE+WnHjQ8okevINFe/MMhi6VOahsyjpaqbtUFhjnLLZ0N5SQSMQdA/gUAAADAASkj2OjuTbOu6uqkpP1FUhswakK0uD6wNzcn67jdE8pKqrdvOtZwZowE7fnn31c8eOfiH+fvk87IFx/sqqyon+I3+0+9W1ndPzDY4/rb+snt+Z/uls6F4qLKjWvTRGPIqAiRGg0fGyXahQUVG1anSm1D0v5ipR0Y4WR0tp95wcEw/xEAAACAI1AWv7eaxxQU7u7uZawoayz7OrqvOH5QJtPAfwAAEABJREFUoHSxjZ0U+8nb20Xjj+VHZ8+zMwVS9JtMltBw767dW5trZrHU/TR/v8jRUpOLRZQWEekdGes3dFTkmInWqdnWDcceue9X0fh68ZysjLJvP9u9d3dORJRPVIzf7fcPrl8B6s7F4ugXv1zTIcB92aKE1cuTkw4XuLgaOnftMPmSLiPHR8uPc/hA/toVybu2Z6Yll4SEeQ0aFi4CFFdXO0PLxMP5K5YmpaWUiKfLzSwL7OgRGuETHes7emKs1QS6VvZ/rK0xL1+auPLXpLTU4tpqS1zXDr36Bl89r5d01uzu//h/dy/duSVj0ozOf396TF5O+R8rkvdsy9yzKyc01DMq1q//kPDxU+NOcan4D97YKidK4sH/+/Y0Hz836UKpqKhdu7J+5wQfH9fpM7u2fvL4yXHbNh4LDfeJivWVzoVVvx6tqTaLxtCR9aWLoyfEiLdCNJb+ckT5Lbq4EnY3VbqFdqqfH61OvpgI6ajIvwAAAAA4IPUINrqH54HNjRUfifvO2SSvsxEe6dOpa4BIiNavTrWbf61ZmSKux0yKbWXOWGFBxX8eX71za6bSc/hgvrj8vjhhxejIvzw20r+Du+29UpKKnnro9+qq+oTi0L68ooJKbx9X5agI0Z58cHnSkYLG2yWSiIE2rEmbNbfnXX8bunxJ4vNPrlb22BSnicuOzcfe+HSmOhUS8cd7b2wRwZz6edNTS8Rl87q0bz7bIxI3uz+1leKiysf/uky8SKVHhFPismlNar/BYdL5tH93ztMPrRDvsHzzSGn1kUMFvy8RSVziMy9PNjqdZCrVFx/uvFjhl1S/Vn2KXPzVd1CIu7tT6yeLn+XRf42Tzp0lPx8W1z6+bkNGRIiGyHB79+u4Z2f2lvVtYhX8/OzK0qJq5WZonIv8LaE/gZXvHRX5FwAAAADHpExoiuzmoeRf6YmltdUWJ5eLuRSMnB+NmhAl8i+Rs9iGAiJ2ESmPVF87E93Sg5QUVd417yd5lfFJMzqLiCEw2ENkVbu3Zy1fmigSq2PpS9/5Yqazi8Hqjh+8uVWEXy6uhugYv8QjBSPHRatH+i8+vSY7s0ykNtMu69Ix3HvP9qzvv9wr+hd8tc9o1IvoSiR3M2f3CA7z3L8rd9miBPFSRTC0bOGRaao6o4/f3iaHX116BAwaGhEe5ePj55KRWrpnV/aG1Slmc917r23pPzhUJIBSy2przA/dvVRelGrIyMiR46ICgzyyMsuW/nhIPGNqSrF03hzcm7vqt6S6urqr5vbs1iuopsa8c3PGqt+PmmotWzceW740YeplrRVViXdMLu67KOGXVB9r5sqN3gNCpQvryMH85MT6j2zMpGglJZwwrZPIv8Sv/aIfDt1yz0DpokpqnoBHdne1mvzIREhHRf4FAAAAwHHIsyCtRrMxPbwlKUM+QQzCj+4v6tq/g3SxjZkY+/Fb9SnJ2pXJV13XbELf2pWp4nVGxvh17hYgIi27d//kne0i/BIRw0vvzIjvE6z0ixxqyMiIfz+2Ki25aP6nu2+43XrTvaQjBXNu6jv35j5ubk7l5TUiZlIfFeHXxGmdHnxitBxeDB8d6e3t8tHb9fMERfjVpVuH5/833cunfsrYsFFRUy/vctd1P1VW1v6xPFnJv0pLqn7+7oBoRMf5vfTuDPEsjQ89XLpiTvyCL/e9/comcWvNipTW86+vP9kth1+z5/W+/f7BSv/4qXFPPvD7rm1Z0nlzLK1E5Ib/eX1anwEhcs/kGZ3HT+0kTyBd+dvRVvKvn787+M4rm6WLF34JZaWNG4ZGRHlLF9aKpYlyY/yUTkrn+Glx4j0Rvye/NewCKYJU6eJJ2teUnHr56908DXLxl1IFJjWvHiUIcxisfw8AAADAoainL8nD16iuXs5uTWOffVvzpDYgPNJHxFtS/S6Q1uuCr2tYvMl2DS/Fof15CxccEo2b7hqoDr9k46bETZrRWTR+/vag7X0Dgz1uvHOAHEt5eDj7Ng9oxM37Hhmhnt837YqmrOeOvw6Vwy/lR+gaX/8jZB5r2lAv8UhhWISPj4/r7Bt6N4VfJ4ydEis3Wsr1FIt/qH/x/h3c/3THAHW/eM0P/GP0+c5QZs/ro4RfskHDwyOi6lfISk1ucQuFpT8dfuP59dLph1+LFhz84oMd6otIi0R/4qECq/49O04e/JWXNeZftu//eWWqtSxfkiTV524+Pfs2/VqKlyGv/FVYULH+oq6CbzHXHdyer9yM7OGqDr+scnMJjoX6LwAAAACOqWlZH4MufqjvzlWN8552r8+94tauesPFH9+OHB+VcCh/767sgvyKDgGNa3WJjGDXtvolvVqZ/LjqtyS5MX5KnN0TBg0L/31xQklxZUZaaVhksyKgvgNCWlnBfcDQMKsVo/z83UR+IeKYDkHuVpGQ1JCXieusjKb8q/+g0PfnX9nS44sfUzy72VxXU22SWibeloL8StGYfElnF1frKZwhYV4i4xM/oHTeTJreybYzNMI7PbW4srz5K5ffS53u98WJL/97rXRGlV9Lfj585EC+bf+Bvbniou65+e6BvfuHtP5o7h6Nn2BllUm6gDauSRW/clL9hEfrX0vxfsqfl4gIWwl2z7eE3YXHS2qUm536uelaoL4XWZhjIP8CAAAA4CCstoBU6zXMX8m/yoqrE/YUdu3XhqZArv7t6Kzresqdoi1PflQ2JbSVm31cbsyZ8XWrzyAdOZRvlX9Ft/ywQlSMnU0AnZ0NIv8KDbUzmc7JuT6cqmt5lf7c7PJj6SUFuRUiGTmWWrJrW5YIv0R/rckitexYWmOgFhDsYfeEyOhzs1lhS4I62nleN7f6EXRNTfNQqeFnP7Qvd/WyJPl9CAh0vyjTHhW+HRqfvaSoSrqAfl/SmEhOmNbZ6lC/wWHBIZ45Wce3bTp2LK0kPNJHuhi2r8lW2k4uushurvrmWknB0N6RfwEAAABwTMogVgxru/T3MTrrTDWNOc2ONdltIf+Sp0AmHMpf/0eqkn+tW5Ui1ScIsa3cMfdkkwcVKYlF0uRmPd6qCYy23D2cWzrk4Xkak+k2rUtb+WvSnp3Z+af8UtVKihuDm4BA+/lXQJCHdN50CHCTcz0rjXmIvbAvK6NMXHt6uxwvrd668djSnw9Pu7y1NfKtvPXZTKue2VO+KiyouOzq7vf9fYR0mvz9G/Ov9PO5S4CV4qLKzevS5fa8y79p5cxffz5y658HSRec2VS3Z0OOcjO2r4veoDuV+i84BvIvAAAAAA7Fdv0vQcQZPQb77lnXuHLT7g25s+/pYTBe/FHuqHHRIv/asyNLngKZm10uMiPRP3ZiXCv3khet9/ZxfeL5Ca0/fqBN/ZSh1YmfxnPxnnz67o7P39+h3BQfRWznDrGd/Xv0Duo3KPTW2QtMrRZ/CXr9SV6Gm/t5XNlKZzidxcVOvNL4PsGPPzv+nht+FrnVO69uHjQ0vKXitfOtW89AubF3V86pnP/j1/szMkqjYvyGjY5oKXA8qWWLEuTKvlM588a7Blz4VfD3bcmrrmra7aFzP/eWir8kFr93RORfAAAAAByTVUFHj6FN+Vd1pWn/1vzewwKli23khGh5d8W1K1JmXtNjzYqjot01PtBq0qKVkDCvowmFpSVVsZ39RAomtSVrlifL4VdwiOcls7r3GRAS17mDsoaXSL5OGn4Jfn6NP1R2VpndE/JOzAC9+Boyn4gon2deniQ+i7v+NuTfj60qL6t57bn1z7wyWboY+gwI9fN3Kyqs3Lsjq6SosvXJmBZL3fzPdhfkVYioZ9jIOdKZWrG0fk06o5P+2Ven6FsIEL/8aNfOLRkiH1y7MmXc5Fjpwtr+R9PWAXpjXWQPF6vwyyoCg4Nh/0cAAAAAjkMZuKqTL3l822Own5tn06S2HWtOvo/eBRAZ7dulW/1MzI1r06SG8Ehcjxwb3fq9lOWTkhPt70WYcCj/p/n7V/9+NO+Mph+ejaU/H5Ybz7w8ec6NfXr0ClIvYC9yllN5kE4NO2NKLedcLeViF0unrh3kIHLclLh+g8Okhg902flcob8VBoNu/NT6+kERNX7yzo7WT960Ll3+UEZPiDnjgrWDe3OTjhSIxvAxUf2HhPUdGGL3Mn1m45zQJT8dli6sqkrTgS1NG792G1w/xVUdeLW0+BdZmMMg/wIAAADgsJRhrbh2djEMmty05te+zbklhRd0dfCWjBxfvx3erq0ZiYfz5c3+xp6sNCYsorE6bPGPh+ye8MGb297878Z/PbKysqJGurCyM+uTKTd3p9jOdhbaF5Gc3LC0WgUWEuYV16X+w1q3MkUkF1ZHa6rNol9qq/722Eh5eua7L28uKqyULoa5N/XxacjjFi44+PvixJZOE/Ho+69tltszruwmnSll5fuxE1v71R0+OsrDs36BuZ1bMo6llUgX0KbfMtTTM/uO91K+GezOgpRIvhwO+RcAAAAAR2NVx6EMdIfPCNadGAOZTXXLv0+R2oDRE+vzLzE4f+XZ9VLDMlIi/Wn9LqPGx3QMrT9n5a9JixYctDr649f7t286JhoDh4ZHxvhJF1ZAsKe4rqyolQuC1HZsyfj03e1y23KySZByHJOTffzdVzepp0xaLHXvvb45p+3Mf7QhPr7rb+0nGiUlVa88u066GHz83G66e4Dcfv7J1W+/vKkg37rybtVvSX+7fVF6an0ONfmSLv0bytbOQHWVWZ786OHlPGRkZCtnurgaJkxtXNhu0YJD0oViqrUs/y5FuRnexalDqJO+5Z0fJcIvR8T6XwAAAAAck+0USG9/557DfPeub9wUb+Ovx6ZcE+vp4yxdVOGRPl27Bxw+mH94f/38rJHjok96Fy8flwefGP3gnYtF+9X/rN+yIX3IiMigjp4ZaSUb16XL4Ze3j+vdDwyRLrj+g0N3bskQjacfWnH9rX37DQpzczMeOZi/4tekZYuO1J0owamqrG39cS67qvvmdemb16UtXHAoOalowrROIaFeOVnHV/9+dOfWTDc3p8qTPcJFdNV1vVb9djTxcP6G1akiZho3Je50H+Hb3+ZKZ+eSWd1LS6o/eqt+dbkFX+37+dsDIuHqGObp6eWSl308OalYvDz5zH6Dw/722EjpTK1fnVJ+vL7McNS4GPVcV7vE5/jL9/WJ7e+LEm67b3DruzGcKxuXZZSXNRVC9hnnKX8hGBq0FIFJpGCOhfwLAAAAgEMRQ9a6ujr1TfVEp2EzgpT8y2yqW7Eg5fKbu0gX24hx0SL/kttjJp7SuuB9B4a88v4lrz23PiWpaMMfaeKiPurh6fzov8Ze+OIv4Zobeiccyl+zPDnzWOkLT61RHzIa9SIRO5pYJI5mpJ98+tsTz03496MrNqxJ27crZ59qK8MevYKmXtbl5X83lFa1yYBCxDp/e3zkPTf8JH4T33pp04ChYRdlm4K5N/eN6+L/yTs7xCdiMllETmp1gogRZ1zR9fpb+xmdznxy2PKljfMrx3xaVscAABAASURBVE6KOenJ8X2CI6J80lNLSkqqcrLKQsO9pfPMbK5b/u1R5aaXvz66l6vdaY/qyY9wPORfAAAAAByQMolJXf8lRHXz7Bjlmp3auPLX+qXpE2ZFX/QSsNETY+Q6nd79OgZ1PNU1yHv16/j25zN//u7A4QP5GanFacklHj7OAYEe/QeHXTU3vvVd/84fkSGI3GrVsqMLvz+Yk1mWm3NcZEABwR59+4fMvaVvZLTv4h8OifyrIL9y59bMfoNCW3koF1fD0y9NXrcqZenPh1OPFh0/XtOlW0DXHoFzbuqzY3NG40l1UtvUpXvAzGvjf/x6f1Fh5RsvbHzs3+Oki2HIyEhxEb8h4m1MTylOSynJyz4eEeUdFukT27nDjCu7nmUwl59bsbUhVusQ5N7v1GZQTprRWf5tzzpWegHyr60rMkuL1MVfHqqSrxZX/iIFczzN/scIAAAAADgAeZhT18BisZjNZlOD2gb7NhZ8+XyycvKEq2IuuaGTBMDh1Fmkf966tji/Me929dD96ZkgNw9nmZOTk9IwGo3KdEhWATuphx9+uKio6L777ouPj5faCda/BwAAAOBo1KNWdf2XPLjtPtg3vHNTbdSahanFeW1iI0gA59a6xelK+CUMudTT2bVpzS+rwMsq9iL8cjDkXwAAAAAck9VsJnUENuOWcOW02mrLt/87KAFwLKVF1Ys/T1BuegcY4kd4yN8AVivfU/OlBeRfAAAAAByQegc3JfySG2LcG97Jo8fQpoWHDu7I37shVwLgQH5473B1lVm5OeJKTznyUtd/2Y3AJFIwR0T+BQAAAMBh6ZpTBrpi3Dv5uhC9ajz0/buHaqrNEgCHcGh7/u71TXuGBkUZY3u7GZqzSr7UUyDheMi/AAAAADg42/BL6BDiNnCyv3JOaVH1ks8TJQDtX22NZf7/Dqh7xlzjra75Ukdg8pcDyZfDI/8CAAAA4JjUi38pEZi6+mP6TeGhsa7K+X/8krb651QJQHtWZ5HeeGRrSX610jNilkdwlIv4k5c3eVS2emx9/Xs4GPIvAAAAAI7PqgRMDsLEKPjKP0cYnZvGuku+SMzLrJAAtFsrf0hOTyhVbgZHG/uM9bTKvltZ+QuOivwLAAAAgMOyLQGzqgILDHMbNztIOb+22vLFS3vr6iQA7VFOevnSr5KUmwYnacIN3rbhl93KL4q/HBv5FwAAAABNsLsKmDBsRmBY56ZZkGkJpat+SpEAtDd1Fumz/+41m5oC7GGXe/gFOct/6VaTHyn+0hryLwAAAACOrKUSsBNTIOuHw1fe22wW5OLPEo/sLpQAtCvf/O9AZnKZcjOkk7H3GM9Wwi+KvzSF/AsAAACAVliFX0oE1qGj67jZgcppFnPdh//adSypVALQTvz2ddLm3zOUmwYnaeINPsrfuN1l7yn+0hTyLwAAAAAOzqoEzHYKpBgYD5sR1HWgp3KXmmrzO0/uKMqtkgC0eZuWZfz69VFVR92kG728/Z3Uf+OtrHxP8ZcWkH8BAAAA0BCrEjDV8Lh+L8jQOBflzPLS2rce31ZeWiMBaMP2bc779n8H1D3DZnrG9nY/McHZaFX5RfGXNpF/AQAAAHB8tquAqavA5BGyq5vTnIeivDsYlHvlZ1e+88TO6iqzBKBNOrq/+JPnd6v3bO021KXveA91zZdVCma7+JdE8ZcGkH8BAAAA0AS7EZhVVYinj/Pch6Nc3JsGSseOln74r11mc50EoI3JOVb+3j93qjd8DO9mHHONt3rao91lv5j5qEHkXwAAAAA0Rw6/1BGYUiESFO52zYPh6pMT9hR++fI+CUBbUpxX9dZj26srTUqPf6hhys2+Rqdmf9GtFH9J0BLyLwAAAABa0fpC+Mo4Oaqb58x7Q+pUU6p2rs3+4JmdtTUWCUAbkHOs/NW/byktqlZ63L11M+70cXU3nmL4RfGX1pB/AQAAANCc1veCFHoO8x07O0B9l/1b89/+x/aqCpME4KJKSyh99cEtJflN4ZfBSbr0Hl8vP6eThl/MfNQs8i8AAAAAGqIe7ra0EL5s5OWBvUZ6qe+bfLD49b9vLSuulgBcJEd2Fbz5yNZmSbSubsotXh1CnVsJv5QIjJmPmkX+BQAAAEBbTroQvjJyvvT2sJ4jmkVgWanHX31wS2FOpQTggtu1Luedp3aoZyLrDdK023yiergpf7lOTk7MfIQt8i8AAAAAmqOOwPQq6vBLjKKdnI2X3Rk6dIav+r6FuVUv/W1z4r4iCcCFYjHXLfwk4dMX9tSpVuEzOkuX3usT3dPVquZLicCswi91/Rfhl9aQfwEAAADQrpOWgAnjrgmaMLeD+l4VZbVvPbbtt/lJqiXyAZwvx0tq3nhk68ofUtSdrh66mX/xCY1zsY29Wpn5SOylWUYJAAAAALRHDIOVHR7F2NhisYhruUfpVxqDp3Zw8zIsfj9XqT0RR3796ujR/cU3/F9vD28nCcD5kXyw+JPn9qi3ehS8/HWX3OPrG+jUUuWX3ZmPyt1JwTSI+i8AAAAAGqWeBqWeC2lVBebUoNcI36v/Gmp0bjZsPrK78MX7Nx5LKpUAnAcrf0h589FtVuGXf6j+ygf8/YKcrZIvOfwS1+qyL5b9goz8CwAAAIB2Wa2F39JekPLQOq6P5w1PhPsGNZtGU1JQ/er/bVm35JgE4NypqjB9+K9dCz9JsJibTTOO7ed0xV/9PLyN1qv1qdb8Mraw7L1E+KVhzH8EAAAAoGnyREhlVCxGy62c3DFKd9M/Ixe9l5Wwo2kLSLOpbsE7B/dsyJl1Z7fgcA8JwNnZuS7n548Ol+Q3K/syOEnDr/CIH+Fuu0jfqez5KBF+aRv5FwAAAACts4rA5EKwls6UPKQr/hy6Y0XRqvlFIvlSDiXsKXzxzxvHzoyaODvG1Y2hFnAmctLLv3nzQPLBYqt+7wD9pJu8AsOdreYmqyMwpfLL7rRHaBxfygAAAADQSB4n2w2/rBbPHjDRv2OMy89v5ZYVmJV+s7luxYKUrauyLr+5S//RHSUAp6yqwrT0y6R1S9KtJjwKMb2dxl/v4+yqVxIuu6vdK+GXuJZTbHX4RQqmceRfAAAAANC0HWRLEZjVSmFCeCfPm59xWftDwc6VZcq+kEJpYfXn/9276sfUSbNjeg0NYtANtK7yeO2aRWlrFqZXlNVaHXLz0g27wqNzf1erXSlsKXMeCb9gF/kXAAAAANSzG4FZDZt1Vjx1E+YG9hju+dsn+XlpzYbux5JKP/7P7qAwjwlXRw8cE6I3MPwGrJUWVf/xU9r6X49VV5psDtb1GOE65FIPF7em5Mtu/mVQkWMvwi/YIv8CAAAAgEa2EZjFYpHLSaxW0VYLjdHN+0fYzpXF634sqa1qNnUrN6P861f3//ZV0rgrY4ZMDHVy1ksAJKk4v3rF90c3L8+srbHYHvUN1o+7ziso0kmdbannOdqGX8qaX4RfsIv8CwAAAACa2EZg8k2rcxT6RqaBk/w79XNf/U1RwvZKq/MLc6sWvHNw6ZeJfYYFDRgXEtvDjyE5tKmq0rR3Q+72NdlHdhfU2Qm+6jd5HDjVrc84D4NRL09mtK38UvfI55z4M2y226NE+AUV8i8AAAAAaMYqApOaz4W0Kv5SSk5MJpNfoO6yu5wzkyo3LipO2Vtt9bAVZbUbl2WIi2+AS/9RIf3HdAyL9ZIADTDVWg5sK9ixJuvAtrzaaovdc4zOUvxI1z7j3N29m1bysq38Uq7VC37Z3e2R8Atq5F8AAAAAYM1uBKb02M2/lBQsvLP+yvtcc9OrNi8uTdheIe5h9eDF+dUrf0wRF98A1069/Dv39uvU088/2E0CHIjFXJeeWJq4tzBhb1HKweLqKnNLZ7q4S/GjXHuNcXfzaMqz1JVfdpMvu2VfhF9oCfkXAAAAANhhFYGJa4vFohSC2aZgcvglrs1ms2h0jNJfeqdrQVb1liUlBzdV2n2K4vyqbasyxUW0/QLrs7BOvf3CY71Co6kLQ7t0vKQmL6Pi6IGipH3FSfuLaqrNrZ/v5qXrM96txwhXZ5fGMEsJttRRlzoFU5+jU632RfiF1pF/AQAAAIB98ihapGByFqaUgCkrgqnW/9KrIzA5BRMCw/RTb3YedZXp8NbygxvLc9NMLT1XUV7V1pWZ4iLf9A1wDQr3CAxxCwz1CAp3d3U3OjnrnVwMzs4GJxe90Vnv6sZoDhdaZbmptsZcU20xNVzXVptLi6rzMivyjlXk51RkpZVXV5hO8aGiezl1Hewa3ctF/BGpK7kMzVkVfKnPVFd+SaqcWgLs4RsTAAAAAFojh1/KtZyCtVQCpiRfchVY43jezzBgolPfcV6F2TUHN5Uf2VpVWnCSupji/CpxObJLAhxIXUgnp04DnDv1c3VxM6j/atRzHq2Kv6zW+WLOI84M+RcAAAAAnIQSfqk7rUbgFovFthxMDsLEuF2+DgwzdLjCZfjllvyMmtQDVWkHqzMSqi0mBu1wZO7eurCuThFdnSO6O7t5GnSq9fKswi/b+q+TJl+EXzhF5F8AAAAAcHK2y4HVNVDXfylrhKkH9iL5Ep1KECa3O0YZgyJcB0yy1NaYMxNrRBCWdrCqIMMsAQ7BYJRCOznVx17dnP1DjDrVQl3qGMsq+VKXgKlnO4qGckd17EX4hVNnlAAAAAAAp0C9HJi6Xx6Ty/2WBurwS30th19yCiYzGo0xPZ2ieriJu1eUmbKP1hbm1Jbmm0ryzKX55tICiwS0eUZnyTvA4BNg8ArQi2u/YGNoJ2dJtVOEuuDLtvLLNgI7ac0XyRdOF/kXAAAAAJyGlgrBrGrBBDkIE9dK2ZdybUXcV1x7+xm9+rvINxUleaayInNtdZ3ZJJlr60w1ltoa0a6/WdcQjimL8UtkAadAvL0VFRWi4enpKeGU1e//YJCMTjqDk0i79E5Oer1REm0XN713B4O7t17XfBF6q+Sr9fCrpbZtzRdlXzhj5F8AAAAAcHpsC8GspkMqK+XL+ZdMKQRrKf9SrmWiLR45INSpQ0id1b6T6swLp6W6ujojo1B8OjExoRLOjs5m40UlorIKrdRlXHobtqVe6gbJF84J8i8AAAAAOBPqQjB1FiYG88p+ker8S9xsJfyym38psZc6/yIFOxs1NTUiAhMfhJOTk4QzZZVDWYVftpVfduu/Ws+8lLurH9nq2YFTR/4FAAAAAGeopUIw6UQKpmwKaVXkpW60Uv+lzr+sYi/CrzNTWVkp8i8Rfjk7O0s4UyfNv9R1W1aplt3Ay/Z82+IyieQLZ4H8CwAAAADOyklTMKUQTFyrs62Wru2S7CVfpGCnS3w0Iv8S1+RfZ6OV/MuWbVWXVWmYVV5G8oXzgfwLAAAAAM4BXfN18SXVvEhlaTAlzLIKwmzbdsOvupPNfCQOOynxKVRVVYlckvzr1LWUPal/1VuPwFqJuuQeqweRSL5wrpF/AQAAAMC5oRSCSc0H7UryJakmM1oFYScToRvfAAAQAElEQVSNvci/zgnxFlVXV7u6upJ/nbpTyb8kVfgltRqE2ZKar/BF8oXzgfwLAAAAAM6l1lMwpUzMNuRqPfaqa2HZLzKv0yXyL4vFQv51xqxiKV0Lu0Dq7AVhdo/aPizJF8458i8AAAAAOPeUAbw6CFNHYOogTDpZ4NVK5Rf512kRb1dNTY3Iv9j/8YzZzb+kloMwyd7cxpaKvEi+cJ6QfwEAAADAeaQuB5NsgjCp1ZyL8OucE8lXbW2taBiNDIfP3KlHYK13tvSAwDnHHzwAAAAAnHdW5WBSC+N/26jLKuFi5a+zZDabTSaT1LA1p4TTZDelaj0Lk1pdz4vYCxcM+RcAAAAAXDjqAX9La4RJ9vIyuzdxuiwNxNtL/nWutF7JdSqRGXABkH8BAAAAwMVhm4VJ9uIDdeZFcHCW5PxL30DCOdX6Lye/uri4yL8AAAAA4OKzm4XZHsJZMpvNcv7Fu3q+8Q6jTSH/AgAAAIC2pfXggCmQZ8NkMok3kOKvc4WQC+0F+RcAAAAAtCckDmfDbDaLaycnJ95GQFPIvwAAAAAAWiHnXyx+D2gN+RcAAAAAQCvIvwBtIv8CAAAAAGgF+RegTeRfAAAAAACtMJlMEvkXoD3kXwAAAAAAraD+C9Am8i8AAAAAgFaQfwHaRP4FAAAAANAK8i9Am8i/AAAAAABaIedfRiNjYUBb+JsHAAAAAGgF9V+ANpF/AQAAAAC0gvwL0CbyLwAAAACAVpB/AdpE/gUAAAAA0AqTySSx/hegPfzNAwAAAAC0gvovQJvIvwAAAAAAWmGxWMS1Xq+XAGgJ+RcAAAAAQCvk/Eun00kAtIT8CwAAAACgFXV1dRL1X4D2kH8BAAAAALSC+i9Am8i/AAAAAABaQf0XoE3kXwAAAAAArWD9e0CbyL8AAAAAAFoh138x/xHQGvIvAAAAAIBWUP8FaBP5FwAAAABAK8i/AG0i/wIAAAAAaAX5F6BN5F8AAAAAAK1g/S9Am8i/AAAAAABaQf0XoE3kXwAAAAAArZDzL+q/AK0h/wIAAAAAaIU8/5H6L0BryL8AAAAAAFpB/RegTeRfAAAAAACtoP4L0CbyLwAAAACAVrD+PaBN5F8AAAAAAK0g/wK0ifwLAAAAAKAVzH8EtIn8CwAAAACgFax/D2gT+RcAAAAAQCuY/whoE/kXAAAAAEBbqP8CtIb8CwAAAACgCXLxl0T9F6A95F8AAAAAAE2QF78HoEHkXwAAAAAATVDKvpRCMAAaQf4FAAAAANAEZdkvCsEArWHOMwAAAABAK+QIjPwL0BryLwAAAACAVshTIJn/CGgN8x8BAAAAAFpB/RegTeRfAAAAAACtoP4L0CbyLwAAAACAVlD/BWgT+RcAAAAAQCvk+i/yL0BryL8AAAAAAFoh138x/xHQGvIvAAAAAIBWMP8R0CbyLwAAAACAVjD/EdAm8i8AAAAAgFYw/xHQJvIvAAAAAIBWMP8R0CbyLwAAAACAVsjzH6n/ArSG/AsAAAAAoBXUfwHaRP4FAAAAANAK6r8AbSL/AgAAAABoBfVfgDaRfwEAAAAAtIL9HwFtIv8CAAAAAGiFPP+R+i9Aa8i/AAAAAABaQf0XoE3kXwAAAAAAraD+C9Am8i8AAAAAgFZQ/wVoE/kXAAAAAEArDAaDRP0XoD3kXwAAAACAdi8lJeW7774zm82WE9Rt5WZlZaU4+ZNPPvn0009FTysP2KNHj/vvv18C4BDIvwAAAAAA7V50dLS7u/uePXtO5eSTzn80Go2zZ8+WADgKvQQAAAAAQPs3d+5cFxcX6VyYMGFCSEiIBMBRkH8BAAAAAByBn5/f5ZdfLp01T0/P6dOnSwAcCPkXAAAAAMBBjBs3LjIyUjo7s2bNcnV1lQA4EPIvAAAAAICD0Ov18+bN0+l00pmKjo4ePny4BMCxkH8BAAAAABxHZGTkuHHjpDN17bXXSgAcDvkXAAAAAMChzJw509fXVzp9w4YNi4mJkQA4HPIvAAAAAIBDcXFxmTNnjnSaxL1mzZolAXBE5F8AAAAAAEfTt2/fgQMHntZdpk+f7uXlJQFwRORfAAAAAAAHNGfOHA8Pj1M8uWPHjhMnTpQAOCjyLwAAAACAA/L09LzqqqtO8eTZs2cbjUYJgIMi/wIAAAAAOKbhw4d37tz5pKf16NEjPj5eAuC4yL8AAAAAAA5r3rx5rRd2iaOzZ8+WADg08i8AAAAAgMMKDg6eOnVqKydMmDAhJCREAuDQyL8AAAAAAI5s2rRpQUFBdg95enpOnz5dAuDoyL8AAAAAAI7MaDTOmzdPp9PZHpo1a5arq6sEwNGRfwEAAAAAHFyXLl3GjRtn1RkdHT18+HAJgAaQfwEAAAAAHN/MmTN9fX3VPddee60EQBvIvwAAAAAAjs/FxWXOnDnKzYEDB8bExEgAtIH8CwAAAACgCX379u3Tp4/UkIXNmjVLAqAZ5F8AAAAAAK2YM2eOCL+mT5/u7+8vAdAMowQAAAAAgDb4+fndeOONvXv3lgBoCfkXAAAAALRRdXV1Es61fv36Sby3541Op5OAtof8CwAAAAAuJoIYOJLWf59Jx3CxkH8BAAAAwIXTejpAFgbHo868rH7DicNwwZB/AQAAAMB5ZzfYsu1U95CFof2yyrysci7lpvqXnCwM5xX5FwAAAACcFyfNvOR2S5mX1d2Jw9CWtZRwWd2UG+pEzDYLIwjD+UD+BQAAAADnWCuFXerMy/Zabliqq5tdqqrqamvrTCbl0QgI0CYYjXoXF52zs97VVS+uXVwMnp7KQfm31CrnUq5PpSiM33OcQ+RfAAAAAHButBR72b2uZzJVZ2RUHTtWfeJSlZ5em52tjrqA9kVEYE6hoS5hYS7h4c5hYa4REa7h4caAACX5sm1IzRMxgjCcD+RfAAAAAHC27M5VtBN4CTU1ZXv2HN+xo2z79uP79klmswQ4EPPx4+YjR6qOHFF3Gnx8PPr29RowwLN/f9foaJ2KdCILUyKwloIwUjCcDfIvAAAAADhzdlfskpMuSRV7Hd+7t3TLlvrMa8cOCdAYc0lJ6R9/iItoG3x9RQomsjCvYcOcg4J09rSyQBgpGM4M+RcAAAAAnIlWki9FVWpqwZIlBcuW1WZltfJQTv4d3MLD3cLCXEPD3KOijF7eehfnhgWV5GWVnA0enhLQxtQvTldTY6mptlSdaFRXV+fkVGVmVqanVR47VpmRYamqtLqXubi4ZOVKcRFt9759/SZM8J040ejlpWuBfC9SMJwl8i8AAAAAOD1293BUN6pzc0XsVbR8eWVCgt1HcA2P8Ond26t7d4/YOLfIKL2rqwS0N3oXF3GRJK9WzqktyBdBWOn+/WUHD5Qd2G8qLVUfrdi1S1wyXnrJc8QIv4kTfSdM0Ov1cuylNKzmSMp3JAXD6SL/AgAAAIBT1XryZbFYKg4fzvr44+LVq23v69Wjh3ev3uLi1SPe6OUlARrg1CFAXLz79JVvVqamlB08WLp/X/H2bTV5ecppx9evF5fMV17xv/LKgKuucvLxkadAKkGY1PAnZpuCEYHhFJF/AQAAAMApaSn8kpOvsh07sj/9tHTzZqt7uXTsGDRxctDUaS7BwRKgbW5R0eIi/hzEH0/Jrp25y34rWLfWUlUlHzWXluZ98kn+/Pn+l18ecM01zgEBIvxSB2Hqh1JCMYlCMJwC8i8AAAAAOIlWki+h6I8/sj77rGLfPvVd9K5uAWPGBE2a7N27j8TgHLCi0/n06y8ucff9JX/NHyIIK92zWz5SV1VV8M03BQsW+E2dGjB3rmt4uL6B+FuzmhQpkYLhlJF/AQAAAEBr1GvbS82Tr4qkpJRnnqk4eFB9vpOfX+iVV3W87DKDu4cEoFV6N7egKVPFpTI97djXX+WtXCGZzfUHTKaiRYuKli71v+KKjrfcYvDwUGrBbJcGkx+K6ZBoBfkXAAAAANhnW/ZlsVjka0tFRfrbb+d9/73U0CNz6dgx7OprgqdO0zk7SwBOh1tEZOeHHo666eZj38zP/XWppbq6vtdsLvz++5JVqzrefbe8Or66EEw9I1K9RpgE2CD/AgAAAAA7Wir7EtlX4W+/pb/+uqmgQDnZPTo67Jo5gePGSwaDBOBMOQcGxd57X8T1N2T9sCDrl5/M5eWi01xQkPHMM4U//RT64IOuUVEGg0GOwNQzIuW7iwZzIWEX+RcAAAAAWLMKv5Syr8qUlNT//Of4rl3KmUZv76hbbgueNp1FvoBzxcnXN/LmW8JmX5Py/rs5SxbLnZV79x695Ra/WbOCb7rJ4OYmUjC5/ku9TaRS/0UhGKzoJQAAAADACXKRl7otYi9xbTabs7/5Zv/cuerwS8ReAz79Inj6DMIv4JwzeHrG/fWB3m/8zz02Vu6pM5kKv/km8cYby48cMTUQf5gWFau/Xwk4gfwLAAAAABpZJV9K/mWuqEh65JFjL7/cuDK3JIkBuRiWx/3tQTFElwCcN57duvd9+72Yu+81uLvLPbXZ2Sn33JP/yy8i/JJTMKv8iwgMtsi/AAAAAKCe7YJf8oi6Iilp3/XXF69a1XieThc+57q+b70rhuUSgAtArw+54sp+73/k2b3xj66upibn5ZfT/vnP2vJy8wl2UzB1HAYtI/8CAAAAADsLfsnyly49dNNNNceOyUed/PziX/hv5M23sM49cIE5BwX1fuV1kT4r042Pr1p19I47KlNT5YmQVnMhJZu/a2gZ+RcAAAAArbO74Je4Tn/jjZSnnrJUV8tHvfv07ffehz59+0kALgqDQaTPIoMWSbTcUZuennznnWU7dlhFYMofMhEYZORfAAAAADTN7ppf5pqapEcfzf3yy8aTxKj7plt6vviS0ddXAnBRiQxaJNEij5Zv1lVWpj/0UPHKlcqK+HIKpv6LbjyTCEzDyL8AAAAAaJdt+CWGzaaKisP33iuG0/Ih58DAXi+/Gj73OjZ5BNoIkUSLPDrq1tsbZyKbzVn/+lfBjz+qIzCrFEy+IxGYZpF/AQAAANAou+FXTWHhodtuK9+1Sz7kEdep7zvve/WIlwC0KTpd2DXX9nzhv3pXV7kj7803s99+u/Xl8CUiMK0i/wIAAACgRXbDr8q0tEM33VSZkCAf8uk/oNerrxu9vSUAbZJ37z69XnldmZhcsmDBsaefrq2qIgKDFfIvAAAAAJpjN/yqzso6fNttNdnZ8qEOo8fEP/ucUloCoG3y6NSpz5tvuwQHyzfL167NaIjAbFfEJwLTMr0EAAAAAFpif9pjQcGhu+4yFRfLh0KvurrrP55sXFoIQNsmwq/eb77tEddJvlmxaVPWCy/Ia4GJv24iMEjkXwAAAAA0xW74VVtWlnD//bVZWfKhyBtvir7jLglA++Hk69vr5Vc9u3aTbx5ftSrvww9PGoFBO8i/AAAAAGiF3fDLXF2d+Ne/Kmt+BV9yafh18yQA7Y3e3T3+uRdcwyPkm8XffFN4YkdIrrUqIAAAEABJREFUi4o6AiMI0w7yLwAAAADaoox76/Ov2tqkhx8u37tXPtRh1Oi4+/4iAWifDJ6ePf/7klOHAPlmwdtvFy9bJkdgtiVgRGCaQv4FAAAAQBPUY115DCyuj731VumGDfIJvgMGdnn0cUmnkwC0W84dAnq++F8RhMk3c19+ufzAAfMJ6ghMav61AMdG/gUAAADA8anHt8rMx6I//sj96iu507Nrt25PP6MzGiUA7ZxbRGT8f56XN2/VWSw5//xnTXGx3e0glbsQgTk88i8AAAAADs7usl9VmZnJTz4p9zv5+vZ49jm9i4sEwCF4duve5ZHH5La5sDD7P/8x1daqq8CsZkHC4ZF/AQAAANCEZmveV1Ul/d//1VVV1R/Q67s9/YzR21sC4ED8h48IuWKW3K7asaPgyy+tSsBYC19TyL8AAAAAODKrVX7k/Cv95ZerkpLkE6Jvv8OrR7wEwOGIv27Prt3kdvGXX5Zt325WYSEwTSH/AgAAAOCw7C77VbB0acEvv8idfoOHhM66WgLgiHRGY7ennparO3WSlP/cc9V5eXZLwCQ4OvIvAAAAAA5OPfOxJi8v/fnn5X7X0NCuj/1DAuC4nAMCu/6jcaU/S1lZ3iuvMAtSm8i/AAAAADgmq2lN8ig37b//tVRXix6dk1P3Z/6td3eXADg0n779Iq6/QW5Xbd9eumaNOgJTvhwkZkE6NPIvAAAAAA7IduajULJxY8kff8idUTfd4hYZJQHQgIgb/uQeEyO3i955x1RRYRWBMQvS4ZF/AQAAAHBYVns+pj77rNzvGh4ReuUsCYBG6HSdHvg/uWkpLi785BMl/FImQjIL0rGRfwEAAABwNFbFX/LINvPDD035+XJn5wcfkgwGCYBmeHbtFjzjErl9fPHiqqQk9Spg6lmQcEjkXwAAAAAcU51KRXJy7ldfyf2BkyZ7xcdLADQm+tbbjT4+9S2LpeD1180mk91ZkJSAOSTyLwAAAAAOxWoda7msI+uddySzWfQYPD1jbr9TattM1dVP9+n5eJe454YPbemcmvLyJ+O7iXPE5Ys7bmvptCOrV8vnLH7mn9JZyDpwQDoLH994g3gNL4weIaHNE38yZ/lxt1nizz/6tjvkdm1iYtmaNXY3glTOJwJzJORfAAAAAByTEn5VJCWVrFkjd0bddIvR11dq24wuLtGDBovG8fy8/KNJds85unmTubZWbidt2mhq2NTSVuqO7XIjdtgw6YyIoG3RP5+e/5f7JGhA0bFjH91w/aYvPpMcVNCUqUr5Z+n8+WYV2xIwOBLyLwAAAACOQ132pcj+9FP5qEtwcMdLLpXag9jBQ+RG+u7ddk9IWr9eXOuNRnFdW1mZdiLnspK+a6d8WuzQFkvJWvft3/5Sn4YQB2iAxWx+45LpyZs3SQ4t5q575IYpPb1806bWS8DgMMi/AAAAADgmufirKjOzZMUKuSf82rmSvn0MgmJOxFXpu3fZPSFh/Tpx3XPqNPlmYkMcZsVUVZW2c4doRPbr7+LpJZ2R6ooKCRpRV1dTUS45Os+u3bx795Hbpd98ow6/2AjSgZF/AQAAAHAQVsVf8jg2++OP5dolo49P0JSpUjsRGt/TrWGeZtqOHbZHC1JS5HmRXceNjx44SDSObtpoe1rGvn3yvMhOI1h4C2gSfs0cuWFKSqrYudNqI0hKwBwS+RcAAAAABySPYGvz8gqXLpV7wmZfq3NyktoJvcEQO7R+xa7sQwcrS0qsjiZuaKz26jJqdJcxY0Xj2J7dx/PyrE5L3b5NbsQMPsPJj4BD8h082D06Wm6Xffed1RRISsAcklECAAAAAMfStPLXZ5/pLBbRo3d1C2knK38pYgYN3v9rfXiXvnNnl7Fj1YeSGiY/RvTr5+brGzd8uPRSfacIxfpePlN9mrwomIuXV0Tfvur+rAMHdi/8OTcpqehYenFGhk/HEP+oqODOnXtOnRbWq7dy2ue333p49Sq5XZCa8niXONEYddvtU/7v78o54k1OXLNmx48Lsg4dKs7M8PDz8w0N6zV9xqBr5xhaSBsLUpI3fPpJ1qGDOYcPewUFR/TpI1523PDTrlDLTTiy+asvU7dvFz+F0cXFO7hj7NChY+64y93Pz/bk6rLSTV9+KVLC7MOHqsvLgzt3CerUSTxvRN9+Vmeu+t8bK157tUNU9F9/XyEixS3zvzqyZk1uQoJ3x47ibRw274bQ+J7ymQdXLBfvT9KG9TUVFR2iowfMumrAVbPVD5W8edOH864TjQdW/uEdFLTzxx/2Ll2SeWC/s5tbSPce/a+c1WPyFPnMjL179v32a/LmzXlJiX7h4Z1Hjxl/z5+d3Nxsf5A6i2Xj55+KX4ncpETx2QVExwR17tx1zNie02dYnak8+1+XrRAv79DKFUc3bTy6aVNJdlZYz16hPeIHXj1bfO7K+U/36VlbWSm3t3//nbiIxrz3Pug6dpzcmbJt65avv8pLSirNyTZVV4vn7RAZFdarV9/LZrq1+T0lbIVff8ORf9Vvilq7f3/V4cOGHj1EBKbX60X4Ja7lLxCdTifBUZB/AQAAAHAEtpMfzVVVBYsXy0dDr7hS7+4utSuxQ5qWAFPnXxaTKalhtmPc0OHiOrRnL3d//4rCwqSNG9T5l3gLUhrqvzoNHyEvky+I2OK3F54XAYr6ifKTj4rLkdWr1r7/3tSHHh55623Sqak5fvzbB/56aNVKpackK0tcUrdvE7HRzZ987hkYaHWXoxs3fPXne6pKS+Wb1ceP5x9NEsHQ4DlzL3v6GemULX/1ldVvvancFI9TXlCQdWD/9u++nfvmW7HDhqtP3jr/6xWvv3Y8v6k+TmRD4rL5yy9G3HzLhD/f7+zhYfsUImT89sG/iYeVb4rXKS67f/5p9kuvxE+bvujpJ0X6ppwsTkvbvj374KEZ/3jC9qFEMvjl3XdkHzok36wsLhbvkgikht940/RHH9/9y8/f/98DSpGROE1cktavv/P7H/QGg/pxRB4n3nD1XNeMfXvFRbyB3X75eeYz/7Z9wwVzbc0Pjzy8Y8F3Sk/iurXisuHTj69/+91OI0dJp2DPooXiRVrMZqVHZHDisuvnn9Z9+MHt87/1CQmV2pWAUaNTO3aszs4W7bKFC127djUYDEr9l66B/KGQgjkG8i8AAAAADkWJwErWraurqpI7O17azoq/hKAuXbw7dizNzrZaAj9l65bqsjLRiGtY1UsMzjuPGLl74S9JzZfAzz50UI6Z5HmUsuWvviyHX2G9enceOSogNtbD1y8/NTll27aDvy8T6cavLzwXN3xESI8eUkPtj7j+cN51IiqS66HUjy+itI9uvOHYnt0Nr2Rk/KTJfmHhBelpexYvFElQbkLC53feftuXXxtdXZW7VBQVfXLzjeJZek2f0WXMWBdPz6MbN9ZvLilJW77+KqxXL6v6qZYs/tczGz/7RDQ6RMcMvnZOh+ho8ZMeWbtm76KFVWVlX9//5zvmfxsQGyefLN6Zn594XDScPTxH33ZbQHSMk7u7yPvWf/RRaU72+o8+LEhJuf6d96yeoryo8Ov77hWP1mXsuF5Tpzm5uu5ZvOiA/Ba9+LyI/ETuI5KjXtOnu3p5H1nzx84fFohD4mcZPGdOYKfOVo/2w8MPFR07Fty164CrrvaPiEzeslk8r+jf8MnHBicnETuKH2To9fP8IiJEdLjzhx9EVJe5f9/OH74fcPU1Te9eYeFbV84Ur1m0+868ImbQIJ+OISXZWUc3bxYJmkjTPkxLvefHX4wuLlbPPv+v9+ceORIa31M8u29YWOa+vfuXLRO/HuITXPj0U/f/ukxO2Z7cvU9Eq0/06Cra4swrnn1OeYTCtLQfH3tE/IDi7j2nTguMi/MKCMo+fCh565aENX+ILE88ju172Nbp9R0vvTz1/XdFs3rrVnNNjdlg0DewLQGjFswBkH8BAAAAaPesir9kRcuXy0e9e/V2DgyS2qHYIUNFzpK2Y0edxaI7sXOlvNWji5dXVP8BjacNGyZSHpGMZB04IEdXUv3iX9vlRtywxvyrsrh40xefSw3J2i2ffaEUPXWWxgy74cYNn3y05Nl/i5v7fl2qPEgrVr75uhx+jb79zkkPPCinAyL4ETnOdw/+TSQyGXv3iFBGPS9PBC7iZc99/U2Rl8k9PSZNDune7cfHHhXt/b/9dir5V+LaNXL41Xn06DmvvuHs6Sn3i0gobuhQ8VANP+YXlzzxpOgsycxc+HR9wzMw6E/vf6j8XF3Hjus945LPbr8t68B+8SL3LV3Sc9p09bPI0eGlTz495Lrr5Z74adM/vfWmxLVrizMydmVk9J919RX/flb+UOKnTBWflPipxW/dgeW/j7HJv0T41eeyy6/8z/PynNBu4ye4+/r+/nL9tFURfolk6qZPPnPz8ak/NG78wKuu/t/My2sqyvf+ulSdfy1/7RXxEYtHuOWzLyMHDFD6xTnix/n2b3/JS0xc89474/98v9Wzi/BLvMKrX3xJziLFyWPuvPvjm/4kYs2C1BSRuMUMHiK1au+SxfLUyHnvvC9SPLmzy9ixo++489sH/rpn4S/iPSxISRYpntSuBI4dJ+dfUlVVxaZNhtGj5RIwq28SiRIwh8D69wAAAAAchzxYrZ/8WF5etmGD3Bk4foLUPsUMqQ8mRBSSeWC/0pm0sf7nihs6TJnV2Gl4Y5yU2LAumCxtZ/3Gkf6RkUolVNbBAx2io939/EbfervtjL/e0y+RGyXZWdLJmGtqtn4zX2qowJr4179ZpQMzHvuHvHbV/mW/Wd1x2kMPK+GXTARJvmFhopF9+JB0CjZ+Xl8vJn72y556Rgm/ZCIJiuzfXzT2/rpE/k0QL1JOsqY88KBVqOcVFCwCLLm9Zf7Xtk/UZew4JfySGhKQgbOultviPZz+yKNKIik1RGByFVVBSqrtQ3l06HD5U/9UL4g2UJX0TXvkUTn8kom3NKxXL9EoTG16KBE1bvn6K9GY+Je/qcMvWe9LLhXxn2hs+vIL22d39/e//Oln1IV44t0bcFXjz5KXlCSdTFlurrg2uriIXyerQ4NmXzPo2jmXPPGUi7uH1N44BwV59+wltyvXrbM0p86/JFbBb/+o/wIAAADgIJTwq774a/XqOpOpvlev79CwQ2J7FDescVX4Y3v2hDUM1I/n5mbs3SM1TDlUTvMJDQ3u2jXn8OHkrVtG3Xa73Jm8ZUv9aap15WOHDf/zwiUtPZdnUJBIcCxms6m6WjqZ5M2bKouLRWPg1bOt1qiSGuKhO79dICIw7yDrsrvuEydZ9YgUqWPXbsUZGRVFRdLJVJeVyvFfl1Gj/cLDbU+4+sWXTTXVItuSI7mM/fvEdWBcp75XXGl7cmh8z17TZ+xdsli8peoKO1m3ceOtzhfvs9zoPHKUq7e3+pDIhtz8/Mrz80tzc2yfqNPwEVZRnUdAgLO7h0g2vYM72pZfeXboIK6L0tOVnj2LFsqN3hAiobcAABAASURBVJdcItkj3pBdP/1YUVhYkJLS4cTOhrKuY8aKCMzqfP+IxiSrpqJCOhn/qPqTxS/GN3+5b8L9f1UniTFDhsYMace7iwaMG1+6b69o1O7caTp+3ODjo5SAyauASXAU5F8AAAAA2jdl8qOkXvxrZeOi7H4DBxm9vKT2yTcsLCA2Lv9oUtqO7UPm1u/ll3CiwkuZ1Xji5nCRf6Vs2WIxmfRGY0FKcllDEBPbcjZRkplZkJpSmptbXlCQn5J8dNMmeXVzc22tdDJZBw8qr9DuCcosOTWR+Hg0JDtW5OonEa/IL15qWW5iohzPtfS8fhER6pvyDM3gLl1aCjI6dusu8q/q48dzjhzp2K2b+lBw5y5WJxudG5fW8g218+zOrq7lDdsO2B4Ksnmo+kdzcRb5l90UT17DS11wVJLVWJT34piTLFefuX+fVf5ld2V6lxMFgKfycfe99PI17713PC/30KqV4iJ+J3tMmtR1zLjIAQPae0Ik8q+j/3tDpOZ1NTWVmzc7TZyo1H8pS4AxBdIxkH8BAAAAcBDKYNVcVVW6ZYs8Wg2cMFFqz2KHDBH5V/quxiXwkzbUL/5VP6sxJlZ9WtzwERs++VjkKeLMqIEDU7dtk/s7jxpt9YCHV6/avfCXlK1bSht2vjszVQ0L8As+wR1P/V6uZx1EKs/rfQrPW5CSIhep2c2YZP4n8rLMfXut8i+X5hVbaqf7g7h4eJzlQyn510mJIK/XjGY9XkFnu/idu7//bV9+Nf/++7IOHpAatsJc8664vOMVFBw1YEBoj/iBV8+2LTFrF0Q47jtgQPHWraJdvW2bZfx42/mPrILvGMi/AAAAADgCdf3X8b17dXIZjk7nP3SY1J7FDBm65euvCtNSy3JzPAMCkzZulBrm31mfNmiwwcnJXFubtmO7yL/SGraMjOjb12qa3orXX1v15uvKTTGYD+7aLaR794g+feOGD39t+lSLPGn0ZJw93KUzcNbRgZP7aTzvqUzkbIXB6ZyNl9Urf52Z2ur6nUzdfH3nvvG/1s/06Rhi1aPXn4OFvztEx9z1w0/JmzeJ/PTA78uKMzKk+nXBcvYtXSIu27//7q4FP1r9srUX/kOGyflX7eHD9UsHms0Gg0Ge/yiXgElwCORfAAAAANo9qymQ5SeqpdxjY/XuZ5TUtBmdTqzzlbZzp194eOOsRptQz9nDI3rQ4KQN69Mbki+5/itmcLPJjyKnkMMv37CwwdfOjRk8OKR7D2VZdJF8nWL4JdVXVDWWTZXknHkR2RnocGL99dJTeF5lGqAc1tilHPIICJDasA6RUTmHD1cWF3fs2k2kYNLFoDcY4oaPEJfpjz6edWB/wtq1SRs3pG7fJnLGgtSUP957Z8qDD0ntkHfvPnKjrqio9tgxQ1SUuv5LOpGqS0yBbOfY/xEAAABAO6benU0u2ajPv3bvljt9evaW2jk3H5/Q+J6ikbF3r8gapIZBuHpVe0XcsOFSwy6Kx3Nz85ISpfrsrNlp2xd8JzfmvfP+6DvujOjXX70nYGnDHn+nSImWWppEueDv//fC6BHvz7lGXlPsXPEKCpYnDJa08Lzbvpn/n2GD37zsktwjR5T9Cotayb+yMuVGSPfuUhumvOHZRw7bPUEEUhs/+3TvksUlJ36ic6i6rDT/aFJBSorSE9IjXvwK3fTJZ/ct/tW5YefHI3+slton95gY44nKtap9+9TfJOqGhHaO/AsAAACA46gfr9bWVuzfL9/07t3u8y+pfgpk/f6AWYcOHttTv/Nj1ICBdieaxQ2vz78K09KOrPlDNJzc3CL7D1CfUJR+TKqvFPO0uzj93sWL5IZVFZi8vaN4X9WdId26d4iKFo39y361fShzbe2RtWtENOYVGGi7O+RZip8yVVwf3bTxeF6e7dGE9evKCwrK8nID4uKUkzP378s5bCc2Ks3O2ru0fkNMkTB6n85CZhee/G4LW7+Zb/eE3/774uJ//fObv9xXU14unSndiQ+rztIU94i/qf9dcfmrUyd///cHbe8iEsYOUVGiUX38uNRuefdq/KIwHTyoFH/J11ZnEoS1X+RfAAAAANo99TZt5Xv3Sie2tPPp209q/+TZjpkH9sv5V9yIEXZPC+3ZS16DfFtDnVfskKHyNoIKn5D6laFqyo9nn9i9UZG0Yf2K11+V25bmOxg6u7mJ6/KiInNNjdKpNxrH3n2PaKTt2LHm3XesHm3Nu2+X5+eLRveJk6RzbfTtd4pnF2nLwn8+ZaqqUh8Sodj+X5eKRo9Jk+XcbdStt4usUCR6Pz72yPHmBW55iQlf3n1XRWGhdCIma8vEK5RX8d+z8Jet87+2Orrxs08S160VjU6jRgV26iydKZ1OJ6/6f7wgX90p3k/RSN+5c+cPC6zuIoLFnIQjUkOGKLVbSlBee+CAev17q1XwJbRnrP8FAAAAoH1TT4EU49XjJxb/couINLbPBbmtxAwaLDIIkSjJoVLsEPsr+otzOo0YKfKRtO3bJXtrhMUNGy5vH/nVn+8ed/e9scOGuXh4Zuzds3vhwp0/LlDextqKCvW95Eytuqzssztuix44MCy+Z5ex40RP38tnrv3gvdyEhGUvvZi+a2fXceNFQCNSp/2//bbpi8+khi0pe06bLp1rHaKj+8+6ats38/f/9mte8tGBV88OjI41urpkHz604rX6CE/EfGPuvLvxxfv5jbr1tt9ffunYnt1vXH7J8D/d2CEySvykCWvX7lm8UF4gP3rgIHGO1La5+fhc+Z/nP5x3nWj//MTjR/5Y3XXsOPGT5qekHF69Sg6/3Hx9ZzzymHR2PAMCRbYoHl8khr6hofGTpgR16TLippv3LF5Ump294OGHDiz/PXbo0IDomNLcnNRt23cv/FnEiy5eXhPv+4vUbvmolwDLzDRGRqojMGUDAfZ/bNfIvwAAAAC0V1aLf8k3qxIS5E7vXr0kh+Ds4RHZf4C8+JcIGiL69m3pzLhhw0T+daI93OroqNtuz9y/b9+vSwvT0kSQoT6kNxrH33NvzuHD4mh+aqr6kEhAtn/3rWgkrV8nLt3GT5DzL51e/6f3P/rpiccS1qw5uGK5uKjv1WPS5FnPPX/2+x7aNePRx53d3DZ88nHukSNL/v0v9aGO3brNeu5FEdwoPaNuu8Po7LLijdfLCwpEEGb1UIPnXjflwf8TP77U5sUMGXrbV9/8/NQ/xE9t+4aLX4xrXnrlbIq/ZPFTpsgFffKH7uTiKvIvr6Dg2S+/+vkdt4kY9ODy38VFfReRkM5943/iNKnd8oiN07u5Wyrrk19TcnJdRIR6/qPy9UL41a6RfwEAAABwHGKMWn3smNz2iOskOQqRfcj5V+cRI1sJazoNb9ws0ju4Y0ebBd1FYnXt62/uXbxo81dfFmccK8nKEm+Xd8eOMYOHjLv7noDYuG3fzBf51/G83KObNirlY13Gjr36vy/vXbI4fc/u8vx8k2oWpE9o6J8++HjH998d3bwpNzGxIDUlMK5TRO8+fWfODOt1Hldec3Jzm/7o4/GTp+5e+HNuQkL2kcNeQUFh8T27jRsfP226VUihNxhG3HxL94mTNn/1hXiReYkJlWVl/hGRMYMGD54zR/zUUvsRNXDgPT/8vOmLzzP27c1PTs47muTm7eMdHCyyzhE33SxX6p2lCff9xcXDM3H9uox9+0xVldUnigGjBw56cMXqdR99mLRxw/H8vNKcHIvJ5ObrK/JQcRd14Ngu6fWecXGl+/aKpikrS73/o90lwAjC2iMdU1gBAAAAtFPycEYeqZob1NbW7p84UWpYwb3Hs8/5DhosAcDJJLz4fN6y30TDacwY33vucT7BaDQ6OTkZGojYS54LSf718MMPFxUV3XffffHx8VI7wfr3AAAAANoxqwlKtfn50ontC11D2nlNCoALxbVj4waglpwc5ftE3gtC+ZKR0J6RfwEAAABwEGKAWnNi8qNUn3+FSABwCpS43JKdrUx+lJqvLSiRgrVn5F8AAAAA2rc6leqMDLnTJThYMhgkADgFTflXUVFddbXlBHXxF+FXu0b+BQAAAKBdsjsWrc3MlBsuHSn+AnCqlHJRnU5napgCKTUv/iL8au/Y/xEAAABAu9e0/ldBgdzjfC72wgOgEU6qb4z6ErAW5j+i/aL+CwAAAICDqN8FsqJCbhvc3CQAOGV6V1e5UVddbRt7tdRGe0H+BQAAAKAds5qdVFdVJfeTfwE4LQY3d7khf43UNSepvm3QHpF/AQAAAGivrDZlE9eWykq5x+DuIQHAKVNC87rKSqvkS7L5tkG7w/pfAAAAAByBPCi1UP8F4Iw05V9VVcx2dDzkXwAAAAAcRPP6L3cJAE5ZU/5VXS2x+aPDIf8CAAAA0O41TU1S8i/qvwCcDv2JLw0L9V+OiPwLAAAAgOOwNBRuSORfAE6TUSkatan/kkjB2j/yLwAAAADtmNXWbDpj4xjHUlMjAcApUxIunV5v9xARWLvG/o8AAAAAHIfO1VVumE8shA8Ap8JcWdHYOvE1ImMupGOg/gsAAABA+9PSKFRZwcd8YiEwADgV5orGL406Z2dyLsdD/gUAAADAcehPFG5YqP8CcDqULw2di4tEqZfDIf8CAAAA4EAaBq4S8x8BnCalaFTXfP4jHAP5FwAAAADHYTixg5ulivmPAE5D06Rp8i9HxPr3AAAAANofnU5nv1+p/2L9LwCnw6r+q6UvGbRT1H8BAAAAcBBivGr085PbNUVFEgCcmrqaGqVoVO/trQ6/WmqjfSH/AgAAANCOKcNRueEUGirfrMrMkADg1FSkpSltfceOVkflrxfCr3aN/AsAAABA+6YelBpPDFwr09MlADg1VRnHGlvu7pKbm9TwxSKTuwm/2jvyLwAAAADtnlKd4Xyi/kuyWKpzclyCg6WLylRVtfqdt9N2bM9JOGKuqfEOCZn64ENdxo6TtO3oxg1bv5mfm5RYkJrq6e8fGt9z7v/els6n1G3b3p97jWhc+uTTQ667Xmpv2tHrryor+9eAvqIx9Pp5lzzxlNROVGY0VozqgoLUsZdE8uUoyL8AAAAAOA7nkBDJYJDMZqmhoOOi518LHn5o75LFyk0RDbj5+Ejalrl/3yc332hp+IyE4szM4C5dJeCiqsrMlBsi/2psNK//QntH/gUAAADAETQOUw0GQ0CAOSdHaijo8Ok/QLp4ClNT5fBLvLaI/v1jBg0xujiT9Wz6/HM5/PLo0KHr2PF+4WFh8T0l4KJS5j/qAgNtYy+CMAdA/gUAAACgvRIj0rq6Okk1/1FwCg2V86+mBX0ukuwjh+XG6DvumvS3ByQ0yGl4W5w9PP/y6+8XrBouauDAfx1Jktqt9v762z5l/qM+OFhnQzmNIKz90ksAAAAA0G4pw1FlUOocGys3jicmShdVTXm53Ijo10/CCdUNb0tw505MBUUbUVtQUFtUKLf1kZFyQx1+6dj/sf0j/wIAAADgIOTBqnu1W0FHAAAQAElEQVTPxsl0ZQcP1JlM0sVTZ7HIDScXFwknyG+L0cVVAtqGkt275Eads7MhIsKq8ovwyzEw/xEAAABAu6cer7r27i131tXUlB3Y7927j3TBfX77rYdXr1JufnzjDXJjzutvxk+dpvQf3bhh79Il2YcP5SYk+ISEBHXqHN6r99B5Nxht8rL351yTun3boGvnXPKPJ1e+/tqB5b9XlpSExsf3vuTSvpfPlE4mN+HI5q++TN2+vehYunhw7+COsUOHjrnjLnc/P9uTq8tKN3355bE9u8ULqy4vD+7cJahTJ/EsEX2tq9hW/e+NFa+96hce/sDKP2orKvYsWZS8efPRzZsMTk4h3bpHDRg44KqrXb295ZPTd+5495qrlfsmb970eJc40Qjp3uOenxceXP77l3ffKW5e88prvWZcYvVE4uQP510nGpf/81/iTVAf2v79tweXLy9MTyvJynJ29wiIiRGX6EGDe06ZanB2Vk5rff/EwtTUrd/Oz9y/P+vQQWc3t6DOXTp27Tps3g1eQdb7J4iPMmnD+n5XXDnr+RdLsjL3/bpU/Mgp27b6R0SKd6nTyFHiE9EbDNKpqa2sXPfRB8lbthRnZJTm5ngHBXeIjhaP023c+JghQ9VntvL6zTU1u375affChQUpydXHj4f16h3as6f4cMtyc16bNkWcMO+9D7qe2HL0jF9/1oEDuxf+nJuUJH6FxKv16RjiHxUV3Llzz6nTxDNK5/SHvfCU/MvQtauk16snOdpOgZTIwton8i8AAAAA7ZLV4l9Kp8HDwykqqjY1VWoY1l6U/Oukio4dW/yvfx5auULpERGYuOxbumT7D9+LlCd64CC7d/zp8Ud3/viD3D7yx+oekyZLJ7P81VdWv/WmclNEJOUFBVkH9m//7tu5b74VO2y4+uSt879e8fprx/PzlB6RPYnL5i+/GHHzLRP+fL+zh4ftU5TmZH91z90iMmv6AdPTD/y+bPNXX9zy2Zc+oaHS+bHon09v+uIz5ab40UToI16t+CnEuzTv3fdFEtf6I4jYbtlL/9389ZeWE6WCFZIkApojq1dt/Wb+1If+3n/W1XbDjrTt27/68z3KG5W5f5+47PpZ5FA/X//2eyd93oZXW/bZbbeKWFPpKUxLFZeENX+s/+jDcffeN+G++0/6IOKj/OTmG7MOHlB6RLwlLiJ+nfHIY3KP3ajm1F+/qbr6txee3/j5p+q75ycfFRfxLq19/72pDz088tbbpPP/w54/Jbsbf3X1nTvr7JHIvNo/8i8AAAAA7Z7VYNUlPv5E/rU7Yp504c177wNxvfOHBQsefkg0bvrks7jhI5Sj5pqaL+++M/vQQdHuNHJUzylTfUNDy/Lyjm7eJFKbvMTED+Zee+d3C8L79LV62PRdu+R7BcTG1cdYhQU9Jk5q/ZUs/tczGz/7RDQ6RMcMvnZOh+joqtLSI2vX7F20sKqs7Ov7/3zH/G/Fo8kn7174y89PPC41LE4/+rbbAqJjnNzdRcyx/qOPRMIlcoqClJTr33nP6ikqS0vfnX1VSVZW/JSpXceOc/PxSd6yee+SJSKKKkxLE2nalc89L9UvgtZfXsH9lUkTClJTYoYMveXzL6WzsGfhL3L4Fdard5cxYwNjY51cXTP37z+0aqVI9xLXrd346ScnzWWWPv+fLV9/Vf/+REUPuf76gKjo6oqKnCNH1r7/bmVx8Y+PPlJVWiaCP6t7pe3cKd4rqa5uxE03i49JfKCJ69ftXbLYXFubsGbN7p9/6n/V1Sd9/b/990U5D+o2fkLUgIGBcXGVJSUiydr369LS7OxVb77edcwY298BNfF0H990Q/ahQ6It3s8+l17mGxJSlJGx48cF6Tt3fnnvPfJpdTZ3PK3Xv/zVl+XwS7zPnUeOCoiN9fD1y09NTtm27eDvyyxm868vPCd+vUN69JDO5w97/tQWFCh7Zei7dpW/Q/QnMAXSYZB/AQAAAHAE6vzLrVev40uWSCeWANMZ29bAZ9lLL8ox1uC5113yjyeV6Wb9rpwV1rPXomeeFu2FTz91x3cLrGaiiXv5R0bNfullOSkoTE119/dv5YkS166Rw6/Oo0fPefUNZ09Pub/vzCvihg798bFHRcSz6YsvLnniSdFZkpm58On6hmdg0J/e/1CJM0Sk1XvGJZ/dfpsIlQ6tXLFv6ZKe06arn0UEauIy6W8PjrnzLrmn+8RJo2697fVLpovHFwHHpU8+5eTmJp1rO3/+SVz7hoXd+vmXIqdTP/VbV84UsZ1Ix1rPvw6uWC6HX5H9+1//9nvKbNBe02d0GTX687tuF69/xRuv95w6zaqErSAl2eji8qcPP44ZPETuEW+piJ8+vfVm0d69eNFJ8y+RNMl1fCI0nPPG/5T+fldcOeiaa+V5i5u+/OKqViMh8eLl8KvH5CmzX3pFmTYrXslX992TuHZtS3c89dff8BvyuWgEdelyy2dfKNV/naUxw264ccMnHy159t/ipviUW8m/zskPe/6UnKhbrDMaddHRSuylU+0qS/LlAFj/HgAAAEA7ZludIcauIv+Sj9bV1BSrply1BbWVlRs/q6+mCezUacZj/7BKuIbOu0FeICxj396ULZtt7z7ylluVMhn/qKjWn2vj5/XlUXqj8bKnnlHCL9mAq68RoY9o7P11iTyNdOs380WMJRpTHnjQKsvwCgq+4t/Pyu0t87+2faKYIUOV8Eu5iwg7RKOmorz4RHHNuVWWmyOu/SMilfBLJjKaYTf8qX625v1/FclLK4+w/qMPpfqV+F1mPfei1VJokQMGjL/3z1L9Jp7Hty/4zva+o269XQmPZJ1Hj5Er6fJOYePRqpIS8ZsgGsFdulgdCozrNGzen8bd8+e+l17W+oPIyZSLl9cV/3pWvWaceAeueu5FZ3ePVu57iq8/6+CBDtHR4s0ZfevttlNfe09vXKmtJDurlec6Jz/s+VO4aaPc0MXG6p2c1Ek6QZgjof4LAAAAQPsmLwSmHq8aO3Rwio2tPXpUHM1bucLvYq+urZa5f7/FbBaNMXfcZXeVqPH3/Hn/r0tFI2PvXqvFuYTYoaf6s1SXlSZt3CAaXUaN9gsPtz3h6hdfNtVUi6BKHtJn7N8nNeQRfa+40vbk0PievabP2LtkccbePXUWi3ij1Uf7Xn657V38wyMaX0lFhXQedIiKzj506Oimjb+9+PyweTd4dwxRDtmucG9L/BTis5AaSp9ExGN7wuA51619//3SnGzxQdgetbvtgH9kZP7RpOry49LJeAQEuPv7VxQWrnn/Pb+w8PjJU9QB5Yx/PHHSR8g5fLggJVk0Bl1zrZuvr9VRz8DAQddcs/7jj1q6+ym+fvEb+OeFS1p6EM+gIBHgit9nU3W11LKz/2HPH0t1dcG6xkI5Q+/etskXsZfDoP4LAID/Z+8+wKOo9j6On+2bZBMSQgq99y6IggUUQUVEVPT1evFiAcUGFqxXveq1XEVFsAKKDQVRESmKCAqIdKT3HlpI79m+79lMGJbdJKRRsvv9PPssJzNnZmd3SZ5nfs//nAMACB7qzaqlTx9lS8Zfy9xWqzhvHN22RWkktm5TYof4Vq2UXEwJpHwVrW/YTJRPyp49SioRXb9+iR1iGjaUaZc5MlL5UZm9PqFVq9Ju9RPbtBVFc8wf37XLb1d03RJmuFfLhVz2soqwKq3nv4Yp1XN/Tp705uWXTv7H/8mGEgmVh8zO7AX5spHYqnWJHeS3kNDaW6906MTigL6iS5rU31RUiVZ2GKS65E7vYEOn1frD00++1uuirx8Yue77GTIkEuVzZEtxKhffvEWJHRJatirj8Mpdf/bRo/tWLN/w06y/pnz60wvPjet/lRLmll1nJ6r8Zs8c+ffBY7crbV2vXr7TfvkVf6mHkIXVUNR/AQAAAKipND5LQPreqcob14grrsic4i1+cdtsGSuW17niSnF+UGqOhLc8qkGJHeT112nW7PjOnUcD8q+I2jGi3Ky5uUojKiHxtJ3TDxwozMqSjZhSrkp4RxoW13Md3bI5sc0p4V1kXHxg/zMdEzS5sMfQjyZ99+TjypUfXLdWPn4d+4bM6eq1a9+4e7cugwbrjMbSDleDyJgT7ytQ7YaN5HNBZmZGUlLtRo3U7Za4+JLPXPSWlf+Tp6WMGF047m3ZXwZD2xf+Jh+zNM827n6hTCHbXHFly8t7l3F4bmrx0o3RpSyvWcb7quj171z8x8Y5sw+sWZ2TnCwqpYpv9sxJVddgbdVKW6uW7+T3fsVfxF41HfVfAAAAAIKEWrIhnw2xscYOHZTtJ29xzwNqcY3m1Jm/ykOrq0AFg9+sWGUrZ8lSaTS6M3trWVqi1KpPnyd+X3LL2+M6D7pBHQOYvGP73zO///HZZ2aMeayMczqslX/L2mp6vzIVemLpsoHP/0emP0rRn3ynMmZa9fXUL4bfraxdUJoSB8+eovS8pkLXv2jC+K/uHb5pzmwl/JK/XzJh7HrjTYNefPnRBQu15V5coipv9gxx5uZmrlmttLU9evglX0RgQYb6LwAAAAA1m+bU2anVu1ZLnz4ZW7w1Pllr18gbXf2JgX7nVu1GxZPWZyQlJbQueeRd6t698jkiNlZUQeyJeqWc46ev2VEnwMo6cqS0PuquiDp1RLU7kSx43O7Anbb8/NKOM1osna8fJB9up3P/6lV7lv+1b/lyZWzg1vm/7Fr8R6s+V5R4YJ0TqwdkHi51en71LVvKXGezKqISEi++41/yYc/L273sz11/Lt23YrlySb+NG9d54KDSlviMPXH9OcePl9gh+1hZc9KX05Zffv7j/QmiaBRtj9tub9qjR9227fRms7JXfubyUf6zVfrNniHpS5cI5f+bTqfr3l17qjKGQKImov4LAAAAQFBRizjCL7lEU1Sc4nE6vTe65wc1lsosZVXEvJQUJVMobYKwcoqMT1Dm9souZcza2m+nv96zx/uDBqbs2qU3mZTxfZll5F/HjiqNum3biuqmO1EN5zwxGZOvwCjH4/EUZGQc37kzPy1N2aLV65v3uuTqMU/eP3PWrW+PUzbuXLJYlKJ24yZKo4zlKZW3XKdpM7/VM6vO7XJ5Z9bfslmtvJMv0f6aa2989fXHf19y4W3/EEVLTyorGJQo9kSQWtr3Wy35l7r25R0fT778vpENu16ghl9STkpKeU5S9Td7hpysDG3fXmuxqJmXX/jF5F/BgfwLAAAAQA2m3o76FX/Jhj4qyti1q7L36I8/iPNDm75XGcO9E8Nv+GlWiR2Wf/mF0mh56WWiatpffY183rdyRd6JuaJ87f5rWX56em5qSp3mzdXOR7dukaFSYOec5GObf/GuA1ivfYfyTChWUepozYykpMC9uwLiy8xDh167+ML3rh+w7LNPA/u3uORSpVFG4ZjM++p37CQb235b4CgsDOywe+kS5aNo1bv6p6Za/+MPb152yUc3DS4x9GnR6xKloczQX6K4Fi3iW3lnjcdp2wAAEABJREFUuN/887zA8aEycto0b46ossxD3nDQGGEpsVZx87y5xS9XZhVY1d/smVB48EBO0ZoPomjwY2mVXxR/BQ3yLwAAAAA1nt+dqlrEEXnddUqHwoMHM896dUmJwmNiLrnLuxbell9+XjvjW99dHrd76cSPl0762Nutdu3mvXqJqrn83pFavd6Wlzfn5Redpy6CKUOxrfN/kY12/forqyheNvxec1SUDDJ+/PczeafW9aTu2f31A/crq/UpMVm1Uxcr3Dh3ti0vV90uk52VU7/atfgPv/4yvWrQuYtsrJ4+LTCw27bwN6VRr107Ubr+j48RRYnb3Fdedp1ad7Zz8R/fP/WE0m7fv/rfcrurij/23955256X57tL/jfYfqIuqX6HTqWdQf4Xv+yeEaJovrNF49/12yu3lJhjVlStunVFUXFW8vbtfrv2Lv9r0YTi13WXNGpVVfU3eyYc+urL4muIitJ366b8xdDpdH5BmDj1zwtqLub/AgAAABA8fKvAvKtAdu+e1by5s2g6raQvv4jpWdVEqVpccvc9q6d/k5+ePuu5Z2XO0rp3n1qJdY9s3bz111+Pbd+m9Ln5f2+aLFWdsCy2SZMLbh6y9tvpW3+dn7p/X/dbbo1r0kxvNiXv3KEkJjLd6D3yAaWzDOYuGz5CJhSHN21874aBvYbdGduosYyfdv/556Z5c5SRa026Xyj7iDNAvnqbK/vu+H1R5qFDn905rPf9D5jCw49s2bJh9iyZ47Tuc8XeFcv9Junv/9jjn935L1tu7sT/u6XzoEENOnWKiktIO3hgxx+/7/1rmeyQ0Lp1j3/8s4wXbd7rkuaXXCo7r/tuxpHNm+RnVadxk/SkpF1Ll+w+UXF22Yh7G3fvLqpbWHT0lQ+PWvjuOJlevTvg6i6DBie2aWMIC0vZvXvDT7NS9+6RfbrdcmtimUNNO18/6M9PJslDFn/4/tGtW2SUWSsxMTs5eeuCX3f7VMxpNZUvfGnes5fMuWTjm4cfuOKBh5r17GmKsMjPauOcOet//EGtO3MUFIgz/Garl/Xw4bQTH5G2f3+NwRA4+RexV5Ah/wIAAABQs8kbVOU+3PeWVb2PrXXrremvvy735u/ZnbV2TXT3C8W5Zo6MHP7V1z8+92zS339vX/jb9hPFSoqYhg1vfPX1Zhf3FNXhumefM4aFLf/8s5Rdu35+9RXfXTKDuPl/Y6Pr1VO3XDbiPr3RtOi9CTKbk0GY36l63P7Pq8c8Uf71/ipKnvzQxg3ypWUA9/X996nbu9ww+KbX3/hvty5+/Zv17HXtM8/+8vpr9oL8NdOnyYfv3nrtO9wxcZLeZCr7RW97d8Kvb70pI8LkHTv8Ph+TxXLVI49efMcwcWb0vv/BYzt2bJ3/S05yslL056vzoBtueOm/ZZ9BfhfDp06b9vCD+1ev2rVk8S6fyc7k229x6aVLJ3pPa4yIEJUl4z+ZrG2Z/0tGUtIPTz/p9+pXPviQTCfl3rSDB8s+T9XfbPU6NO1roYR34eG63r21JfGb/14wCrKGI/8CAAAAEAwCV4EsngX/4oszExPdRXOEH5r65fmQfwnv5E0tR0ybse67GQfWrE7bvz9lz56I2jGxTZt2Hjio44DrTpvalJ8hLGzAs8+173/Nxjk/pezenbxrZ2R8fP32HdpccWX7awf43c9rdbpL7r6n7VX9Vn0zVV5S6p7dhbm5tRs2anphjx7/+EedZs3FmSQ/k1Fzfl417et133+XfexY7UaNZYLT7KKL219zbWm5Q6877251ee+lkycf27Y1Ny0tL9U7bFMe2OGaa6948CH53k/7omG1ag3+76udBlwnQ5zUvXuP7dguE8DYxo3l59NtyC1ndDlC+ab+MeH93UuXrPrm64xDSbmpqYVZWXJ7wy5dut54c49/3F6ek4THxNz1+Zd/fjL5yOZNx3fvLszOkslXkwsvvPTu4Wu+LQ4EzVVY+VT+It024f3N8+bKi8w6clh+LzJrjkpMbNrjoiseeFD+l5DRofzo5Ce/b+WKMkLbanmz1cV2/HjqooXFF3bVVbqwMF2RwAhMMPgxiGgC58kDAAAAgJpFua+Rz263Wz67XC5nEYfDYbfbcxYtyhxXvCBgh7fHRXXqLIBgt2jC+D/enyAbTyz+s5ZPlR/2jnv7+M/zZMNjNBrfektvsRgMBuMJhiL6IjIUU6vABPVfPp5++unMzMxRo0a1b99e1BDMfw8AAACgxvMboORb/yXvYCMuv1wXH6902D/xY0ERAILCd2Mem/2f5zfNLXmdx0Mb18tnS1x8VGL1r9dZcxUeSjr+63ylrb3ySk1YmPJXIrD+yy/zIvyq6ci/AAAAAAQJTYDiCMxgiPrXv5Q++bt2Js/+SQA1X25q6upp3yx4602/RRUluX3Pn3/KRoerr9ZoufE/ac9bbwqXSzY8ERH6a67xXfPRNwLz+0siUPMx/xcAAACAoOIfful0Lpcr4rLL8ubPd2zZIjsc+PST2EsvM8TGCqAmu+zu4ftWLM86evSze+7sNewuS2ys02pL3rVz5x+/H1i7RninQmt05cOjBU44/vO83G3FS6xqb75ZExGhZF46HyXOfI8gQP4FAAAAIBgoq0D6jn+UP/pGYDEPPpjy8MPC6XQXFuz/6INWz70ggJqsZe/e/R4b89s7bx1av/7b9ev99ja5sMctY98Oj4kRKOLMzj4weaLS9jRtqr/kksDky6/+S/gMqRao4ci/AAAAAASbwFUg5c2tsV69iBtvzP/uO9khbcnihIHX1+rSVQA1We+R97e9su/SyROTd+7MSTnutNqi69dLaNnqgptubnHZ5aQ2vvZP/MhVNFBUxuS6YcPUAY9q+KVGYIx8DErkXwAAAACCRGklYPK21l0kasiQgsWLPampssPuN17vOnmKzmIRQE0W36rVkLFvC5Qpa/Xq1N8WFP/Qt6+2bl1dgMDJ7xWkYMGBafAAAAAABKHAWcC8zObo++9XOtjT0na9/qoAEOzsaak7X39FaXsiI/WDBqmZl16v98u/mPk+WJF/AQAAAAgeflP2aE8lb3HDunY19+2rdM5cverojG8FgODlcTp3vPgf14klMrX33KM1m8tT/MXMX0GG/AsAAABAEPKt/1ILPZRaj+gHHjB06qR0OzB5Ys6mjQJAkNr33vi8nTuKf7jzTl3btr5/ENQ/C76LP1L5FZTIvwAAAAAEFbVqw5da/6Xc7tYaPVoTFaX03/nqK87cXAEg6GSuWnn853lK29O1q+7ii32jcDX5Km3kIylYMCH/AgAAABC0/MIvtRbMWLt21EMPKX0cGenbn/+3x+EQAIJIwf79Mt1W2p6oKO3QoSenAjx15i+/CEwgGJF/AQAAAAg2fiVgvvN/qcK6dTMPHqz0z926Zcd/XxIejwAQFGzHj299aoy7sEC2PXq95oEHdBZLYOVX4MxfFH8FK/IvAAAAAMGshFUgTwyAivrnP40XX6x0y1yxfN/7EwSAms+Vl7f1yccdmZmyLVNtzb336po08fv1L23lR4EgRf4FAAAAIAgFzgIWWAKmTASmb9NGOSR59k9Hpk8TAGoyt8229eknrUePFv98++3ajh1LnPBeaQRO/iUo/gpG5F8AAAAAglPZEVjxfbDJVOupp7QNGiiHHPx0curC3wSAGsrl2vHSC+qCj55+/XSXXaYvCSMfQw35FwAAAIDgV+IsYMX3wZGRUf/+tyY6Wum5e+wb2ev/FgBqIPn7m7VmjdL2dO2qvfFG31IvRj6GMvIvAAAAAEGrPKMgDQaDKS4u6rnnNGFh3mPc7u3P/ztr7RoBoAbxePa8NTZ10ULlJ3fTptq77/ZNuuVveuD894x8DB3kXwAAAACCX2n5l1oPYmrc2DJmjNDpRNH8Qdueezbtj98FgJrA43TuePGFlF9/Kf4xPl770EM6o7HEYY++4ZffyEcEMfIvAAAAAMHM97a2xFnA1BTM3LGjZdSo4q4u167XXjn6/XcCwPnNVZC/9eknM5b/pfwowy/NI4/oIiL85rz3Db9KS75IwYKYXgAAAABAUJP3tB6PR72zlfe9wjtYyqMrqvaSDeVZCuvZU4SH540dK+x2ufHAxI/smRlNRtwnAJyXHFlZW8Y8WnjwoPKjp359zejRuqgoNfNShz0y7X2Io/4LAAAAQPArcSIwv1GQyn2yuVMnywsviIgI5cCjM77dPfYNj9MpAJxnbMePb3ro/pPhV4sW2iee8A2/AiMwpv0KWeRfAAAAAELIaScCk7fK5pYtI196ScTEKIekLvh1y5hHHenpAsB5I2vtmg0jR8gITPnR07GjdvRordns+7tcYvLlV/wlEBrIvwAAAACEBN8bXeXW128iMLVOxLsiZMOGUS+/rElMVPrnbt26fuSI7HVrBYBzzuU6OHnitmeecuXlKRvcF12kue8+3wnv1fDLd9lH5fc9cOYvUrBQQP4FAAAAIFT4DnRSIzDfEjDfQjBjfHzkf/+r7dJFOdaZlbX16SeTpnwq770FgHPEkZ626dFRR2Z8q/zo0ek8t96qGzZMBl2+QXZg+OU78lGZBFBB+BUiyL8AAAAAhBDfCCxwIKR6t6zcPxujoqKeeML0z3+KopnypcPTvt78+CP2tFQB4KzLWrvm7+F3523frvzojo4WY8Zo+/RRki+DD7857/3WfBSn/ilAKGD9RwAAAAChxW85SHFiRUi/PicbAwboWrQoHD/ek5UllLGQI+5pfNc9iQOvF1pKCoCzwZGVdWDiR6kLf1O3uDt00AwbprNY1OJN39jLr/LLb7VHwq8QxB9rAAAAACHHbzlIdT5s3yow31oSU+vWEa+9pm3XTjnclZe3773xG+6/N3/3LgHgjPJ4kn+a9fdd/1LDL49W677hBu399+sjI/0CL7/6L7857wm/Qhn1XwAAAABCkV8VmLbMSi7vHXNMjPbppwtnzXLMmiXcbrmxYN++jQ+MTBhwXZMR9+ksFgGgusmIec87b+fv2a1u8URFeUaM0DVvHrh4qx/CL/gi/wIAAAAQok4bgWkC3XSTvVMn6+efew4cUPoc/3le2tIldW+4sf6QW0jBgOoi8+Wkr77IWPanukX+rnouvVQ7eLAuPLzs8Mt3tnv5zLBHCPIvAAAAAPCNwHxn/vIbJlmsZUv9Sy9Zly51zJghcnNF0XDIw19/dXTmD3VvuKH+Lf+nj4oSACorf8/upC8+z1y5wneju1EjzR136OrXV8cpq1GXX/KlPCvdmPMLKvIvAAAAAKFLKQETp94VqwUjah8/3pvqPn2M3btbZ850LlqkKRoO6S4sODJ92rFZPyZeN7D+rbcZatcWACoid9vWQ199kbV2re9G74DHwYO1F12kJl9+lV++WZhv5Vdg+IVQRv4FAAAAIKSVGIGpYyH9KkeUm2qn0+l9jorS3nGH46qr7HPmuFesEC6X7OO2Wo/+8P2xn2bFXHRxfL/+8lmj57YLKMNRQi0AABAASURBVIszKytl0W+pv/2Wv3eP73ZPrVqeK67Q9u6tM5vVei7fIi+/mq/SJvyi8guC/AsAAAAAlBtjdS4w+ex2u32nAztZ9uVbAqbEYfXr60eMcA4ebJ871/3XX8Lh8J7K6cz4a5l86KOi6vS5QgZhljZtBQAfHrs9fflfqb8tyFy3VomPT+6KiRH9+omePXUmk1/Zl9/gR9/wS+tD+fUUPou9CoQ28i8AAAAA8NKcmA5fPss7Z7UoLHDw48kSsKJnr4QE3Z13um64wf7LL64//tAUpWCSMycnefZP8mFu0DC+f//4/lcbY+sIIJR5PDmbN6Uu/C1t6RJXfr7fTnedOqJ/f13PnsJnDq/A8Muv5suv7EudyI/wCyryLwAAAAAo5huBKXfRvimYODUOU262XS7XyRQsNlZ3++0yBXOuXu1csULs2qWe2Xr4UNKUT+UjrHHjqA4dvY+OnUwJCQIIBS5X3p7dOZs352zZnLN1izMry2+/22jUdO3q6d5d27at1ifM8su/fDMv2VZ3lTbmURB+4QTyLwAAAAA4SQ2/1C2+KZjb7VaTL18uH9rISN0VVxh693alpsoUzL18uUhJUc9WePCgfByfN1e2DbVjLS1aGOvUMcXHG+vEmerUMcbFmeITtGazAGomR2amPS3VlppqT0uTD1vKcVtKSu7OHR67vcT+nrZtRY8emi5dtEVDHZXfL13pxV9+NV+6E4s8En6hbORfAAAAAHAKvxnx1R+VXEySIVdgCibvw31TMO8MYgkJukGD3AMHOvfu9axe7V65Upw62suRkZ65Or3Ea9CGhetMRm8iYJQPo0zENDqdAM4nbrvdbbe5bXa3zVrUtrut1nIe66lf3xt79eihrVXrlAn1Sg+/fH/07ek7JZ/wybwIv+CL/AsAAAAA/PlGYL5jIZWNoqgoTK0FU5Mv37bcqzxL+tat3S1bum+7zXX4sHvvXve+fWL/fs+xY2XcnbsLC+RDAMHCYzCIxo1Fkyaapk1FixbayEi/2Etplxh++Y1zVBuUfaH8yL8AAAAAoAR+i0KKkkIxZUSkslikGn4pz2r+paZgbrmjSRNP48buPn3k4e7CQvf+/SIlxX38uCclRaSmirQ0deJ8oEZzR0Ro4+M9dep44uJkQyQkaBo18ps+LzD/Ciz+8nv25Rt+Ccq+cDrkXwAAAABQqjIKwdTbeDUCUzIuNQJTn90BvPmXTufp0MFzKpGd7UlL8xQUCBmEORweu13jdAq73SN/dLtFUR7ne20CFSQ//IICb2GdxWIRqALvf0W9XhgM8qExmZS2R7bDwzV16+pMJr8VGAPDrxIHEZcYhJUWe/mVfQl+KVA68i8AAAAAKEtphWB+K0Wq2ZYahJ1S/BWYfxU9q9xKvFWnjic2Vg251HnHBKqJzWbLOHJEfmXRTZsKVDe/zEv4rJ3qF1ppAyq/SkzB/JIvv/BLUPaFciP/AgAAAIDT05w6Kb44NQVT5wLzjbfUFKzE8Csw/1LTLt/Yyy8LQxU5HA4ZgclvymAwCFQfvxzKL/wqrfKrtAjMb2/ZyZcg/EI5kH8BAAAAQLmohWDCZzikOHFvr2RY6gBJv6jLL/YKLAEj/zo7rFarzL9k+GU0GgWqz2nzL9/0Shsw+ZdfEObXxy/2IvlCJZB/AQAAAEAFBA6HVLerFWG+M4UFBl5q7OVXAnZyFjCfFEwQgVUr+b3I/Es2yL+qV2D+pSlp5q/AKrASn0tLvgQDHlFZegEAAAAAqCBNwHBI4TMiUp0aTNKemC+/PMlX2fmXH+KwSpDfi9VqlV8K+VdVlJY9+YZTZeRfgQlX4OxgvscGnlwAFUT+BQAAAACVoTl1OKTvdr8YS+WbhZUde5F/nTk2m81YRKCyKpp/iTKDsEB+B572dYHTIv8CAAAAgMpTb8g9Jc2Or5aJBYZcZcdepYVfZF5VJ/OviIgI8q9qFBhRacodhIlT67xKLPgSJF+oMvIvAAAAAKgGgeVgvhGYbxAmSg+8PKeb8578q4rkB2i3291uN+s/ViNNwFx4vg1N6StCltanjJMDlUP+BQAAAADVxjcFEwFBmCgz5yL8Ogtk8uVwOOQnqddzO1xtAiOqMiKwsjeWcU6gKviFBwAAAIBq5jcoUpRyb+853QqPzPxV7WT+5XQ6ZUOn0wlUWRnJV+CW8gxsJPbCGUL+BQAAAABnStlBmCZgEUlm+zrT3EXkB07+dYacNhErMeEi9sKZRv4FAAAAAGec7+29b6oVGA2UsRdVp+RfMvzSarUCZ1jZ/4H5742zifwLAAAAAM6qwNt+Mq+zxul0yvxLhl98zmcfnznOIfIvAAAAADjHysgFGAJZvWT+JT9Sir/OHEIunJ/IvwAAAADg/EWaUL3cbrd81uv1fLBASCH/AgAAAACECpfLJVj8EQg95F8AAAAAgFBB/gWEJvIvAAAAAECocDqdgvwLCD3kXwAAAACAUEH9FxCayL8AAAAAAKGC/AsITeRfAAAAAIBQQf4FhCbyLwAAAABAqCD/AkIT+RcAAAAAIFSQfwGhifwLAAAAABAqlPxLr+deGAgt/M4DAAAAAEIF9V9AaCL/AgAAAACECvIvIDSRfwEAAAAAQgX5F1B1Ho9HPms0GlFzkH8BAAAAAEKF2+0W5F9A1dhsNvlsNBpFzUH+BQAAAAAIFUry5XQ6BYDKslqt8tlsNouag/wLAAAAABAqlJUfHQ6HAFApdrtdGf9oMplEzUH+BQAAAAAIFUr+Rf0XUGnK4EdB/RcAAAAAAOcn6r+AKlIGPwryLwAAAAAAzk8Gg0FQ/wVUgZJ/aTQa5beppiD/AgAAAACECqX+Kzc3VwColMzMTPkcExMjahTyLwAAAABAqIiKipLPaWlpAkClJCcny+fExERRo5B/AQAAAABCRUJCgiD/Aqrg6NGj8rlu3bqiRtEKAAAAAABCQ3x8vHzOycmx2+0CQMUdO3ZMkH8BAAAAAHDeUm/aKQEDKkep/6px4x/JvwAAAAAAocJgMNSqVUuQfwGVcuzYMaV2kvwLAAAAAIDzV6NGjeRzUlKSAFBBO3bskM/R0dGRkZGiRiH/AgAAAACEkNatW8vn7du3CwAVpPzidOzYUdQ05F8AAAAAgBCi5F/79u2zWq0CQLl5PB4l/2rfvr2oaci/AAAAAAAhpEGDBiaTye127969WwAotwMHDiiTf7Vp00bUNORfAAAAAIAQotVqGQIJVIIy+VfTpk3DwsJETUP+BQAAAAAILUr+tXbtWo/HIwCUz6pVq+Rzu3btRA1E/gUAAAAACC1du3aVz9nZ2Uo9C4DT2r9//7Fjx2SjZ8+eogYi/wIAAAAAhJbY2FilhmXZsmUCQDksXbpUPrds2TIuLk7UQORfAAAAAICQc+mll8rnv//+u6CgQAAoU2Fh4erVq2Wjd+/eomYi/wIAAAAAhJwuXbpERES43e6VK1cKAGVatWqV0+kMDw+/4IILRM1E/gUAAAAACDk6ne6SSy6RjYULF8oUTAAohcvlWrBggWxcfvnl8hdH1EzkXwAAAACAUHTllVfq9fr09PQlS5YIAKWQvyDy18RoNF511VWixiL/AgAAAACEopiYmL59+8rG7NmzbTabABBA/mrMmTNHNvr16xcZGSlqLPIvAAAAAECIuvbaa81mc0FBwW+//SYABFiwYIH8BQkPD7/66qtFTUb+BQAAAAAIUWFhYdddd51s/Prrr/n5+QKAD/lLocz8df3115tMJlGTkX8BAAAAAEJX3759o6Oj7Xb71KlTBQAfX3/9tfzViI2N7d27t6jhyL8AAAAAAKFLp9MNGzZMNv7+++/ly5cLAEVWr169bt062bjzzjtr7rKPKvIvAAAAAEBIa9eunVLeMm3atNTUVAGEvOzs7K+//lo2+vTp06pVK1HzkX8BAAAAAELdLbfckpCQYLfbJ06c6HK5BBDaJk+ebLVa5S/FkCFDRFAg/wIAAAAAhDqDwXDfffdptdpDhw59+eWXAghhCxcu3L17t/x1kL8U8ldDBAXyLwAAAAAARP369W+44QbZWLly5dy5cwUQkvbs2fPDDz/IxsCBA+UvhQgW5F8AAAAAAHhdffXVF1xwgWzMmTNnxYoVAggxR44cmTBhgtvt7tChw4ABA0QQIf8CAAAAAMBLo9EMHz68devWsv3FF19s375dACEjKytr3LhxNputUaNG9913n/x1EEGE/AsAAAAAgGI6ne7BBx9s2LChx+P58MMPjxw5IoAQUFBQ8M477+Tm5tauXXv06NFGo1EEF/IvAAAAAABOMplMjzzyiLIc5FtvvbV3714BBLW8vDz5X/348ePh4eGPPvqoxWIRQUcjI20BAAAAAAB85OTkjBs37ujRo3q9fsSIEV26dBFAMMrNzX3zzTdTUlJ0Ot2YMWOaNWsmghH5FwAAAAAAJbBarRMmTFDqv4YMGdKvXz8BBJesrCwZfqWnp5tMpoceeqhVq1YiSJF/AQAAAABQqo8//nj9+vWycdlllw0dOlQAwSItLe3tt9/OyMiwWCyPP/54vXr1RPAi/wIAAAAAoFTyrnnq1KnLli2T7RYtWtx///1BOTsSQs3hw4fHjRuXl5cXHx//yCOPxMbGiqBG/gUAAAAAwGksWLDghx9+kI3o6OgHH3ywUaNGAqixNm/ePGnSJLvd3rhx49GjR0dERIhgR/4FAAAAAMDp7dix4+OPPy4sLNTr9ffcc88FF1wggBrol19+mTVrlmx07tx5+PDhRqNRhADyLwAAAAAAyiU9PX38+PHHjx+X7X79+t18880ajUYANYTD4fjss8/WrVsn29dee+3gwYNFyCD/AgAAAACgvGw22+TJkzdv3izbrVu3HjlyZHh4uADOe7m5uTK9PXTokE6nu+eee7p16yZCCfkXAAAAAAAVM2/evNmzZ8tG7dq1R48enZiYKIDzWFJS0vvvv5+dnR0ZGfnQQw81adJEhBjyLwAAAAAAKmzr1q0ff/yx3W43Go0jRozo1KmTAM5LGzZsmDx5stPprFevnoxro6OjRegh/wIAAAAAoDKSk5Pfe++9tLQ02b7uuuuuv/56pgPD+Wb27Nnz5s0TITbbfSDyLwAAAAAAKqmwsHDSpEnbtm2T7Xbt2o0cOdJkMgngPGC32z/55JONGzfK9oABA2644QYRwsi/AAAAAACoPHlbPWvWrPnz58t2QkLCww8/HBcXJ4BzKisra/z48UePHtXr9XfffXeozXYfiPwLAAAAAICq+vvvv6dMmeJwOMxm87333tu+fXtRcePGjXv00UcFUDUHDhx4//33c3NzIyMjR40a1ahRIxHydC+++KIAAAAAAABVULdu3S5dumzevFmGDqtXr9bpdC1btqzQGV555ZV9+/bJk9SqVUsAlbVq1aoPP/zQarU2bNhwzJgxCQkJAuRfAAAAAABUi8jIyF69eu3duzcjI2PHjh1Hjhzp1KmTDMLKc+x8J0zoAAAQAElEQVTkyZPlIbKh1+s7dOgggIrzeDwzZ878/vvvZaNz586jRo2KiIgQKML4RwAAAAAAqo3b7ZYBxKJFi0RRUdjDDz8cGxtb9iHz58//8ccflbYM0caOHcs6kqgom802adKkLVu2iKLVSAcNGiTgg/wLAAAAAIBqtnbt2s8++8zpdIaFhT344INlj4UcOXKk7735Y4891rp1awGUW0ZGxvjx45OTk5ntvjSMfwQAAAAAoJrVq1evU6dOGzZsyM/PX7FihdlsbtasWYk9H3nkEYfD4bexS5cuAiifvXv3vv3225mZmZGRkY8//njbtm0FAlD/BQAAAADAGZGbm/vBBx/s379ftrt163bXXXcZDAbfDi+88MLx48f9jjKZTGPHjpXPAjid5cuXf/XVV263u2HDhg899FB0dLRASaj/AgAAAADgjJAZVs+ePXNycpKSko4dO7Zp06YuXbqYzWZl74QJE5RozI/L5apfRACl83g8M2bMmDVrFrPdlwf5FwAAAAAAZ4pWq+3UqVNcXJwMv7Kzs1esWNGyZcuYmJg5c+b89ddfpR0lI7ALL7xQAKUoLCx8//3316xZI9sDBw4cOnRoOVcaDVmMfwQAAAAA4Izbt2/fBx98kJeXJ3OK//u//5s2bVoZ9+OyzxtvvBEZGSmAACkpKRMmTEhNTdXr9SNGjGC2uPIg/wIAAAAA4GzIzs5+//33k5KSytP51ltv7du3rwBOtWvXLhmkWq1WGY+OGjWqUaNGAuVA/gUAAAAAwNkzevRoGV6ctluDBg2ef/55AfiYM2fO3LlzZYPZ7itKLwAAAAAAwFkxYcKE8oRf0uHDh5OTkxMTEwUghMPhmDx58saNG2W7c+fOI0aM8FtLFGXTCgAAAAAAcObNnDlz69at5e+vzG4OZGVlvfnmm0r4df311z/wwAOEXxVF/gUAAAAAwNnw66+/Vqj/ypUrmbMISUlJr7zyijJt3KBBgwYOHChQcYx/BAAAAADgjHvooYdEBaWlpe3atat169YCoWrDhg2TJ092Op1Go/Gee+5hqcdKI/8CAAAAAODMevrppx0Oh6i4NWvWkH+FLHW2+1q1ao0ePbp+/foClcX4RwAAAAAAzqCxY8dmZmaKStmwYYPL5RIIMTIt/fDDD5Xwq3Hjxs8//zzhVxVR/wUAAAAAwJkyc+bMPXv2iMrKzc3dvHkzo95CSlZW1vvvv3/o0CHZ7tGjx7Bhw/R60puq4hMEAAAAAOBMqeic94GWL19O/hU6kpKSJkyYIHNPjUZz00039e/fX6A6kH8BAAAAAHBGVGLO+0Bbtmyx2Wwmk0kg2K1bt27KlClOp1N+3SNGjOjYsaNANdGwlioAAAAAANXu4MGD+/fvT01NTUtLU55ljCUq5Y477rj00ksFgtrs2bPnzZsnG7GxsaNGjUpMTBSoPuRfAAAAAIDzRXDfoubm5vrGYfI5PT09KyvrtO+6RYsWY8aMEQhSDodj8uTJmzZtku2mTZs+/PDD4eHhAqfSaDSiChj/CAAAAAA4l8qTeQVHLmYpIgMO341OpzMjI0MGYalFlIZ8tlqtap+9e/empKTExcUJBB0ZgH744YeHDx+W+U7Pnj1vv/12nU4XsrVKZYRc6mdSuSCM+i8AAAAAwDnjd08aeIsasjeteXl56UWUOKx9+/adO3cWCC6HDh2S4Zf8rmX75ptv7tOnj0ARv5Cr7B/LdULyLwAAAADAOeF7Q6q0fZ8D+wDBZMOGDVOnTnW5XCaTafjw4S1atBAo4htvKW11S2CjvOfkTwkAAAAA4OxT70bVzMsvAuN2FUFswYIFixYtEkWz3d9999116tQROJWafAU2fDuU92z8QQEAAAAAnGV+4Zfr+E7Humni1NiLKjAEJbfbvXXr1vT0dNmOjo7u0KGDXs/k7Cf5xVu6zjdrE9tptVpxIgJTgzBRkQiMjxgAAAAAcG4oqZaMA1wpu+y//lcAoaG92pIh2JJf3AKl8sS10ce3kX8rlAhMVdHxj1oBAAAAAMBZ5FfYxVBHAKWRfxxcLpc3JS96DhwoXc7zUP8FAAAAADgHPD7kba26Xd/04nKewbl/pdLQ1W2nMUcJAOcfjy3PdXSL0tY36SE05arEUn+7vbGX06nT6dT6L9mQfzQqWv9F/gUAAAAAOGf8679MFsu908t5ZNazTZVm2KAXvffVAM4/rsObcj8YpLQtd30hjGHlOSr7lW6efO8UaTL/0rhc4kSpl4y9lL8YSoP5vwAAAAAA5yPf6e3V4i/GPwIokcy/hNOptNXJ79UITBT9JSlPCkb+BQAAAAA429S5e5j/C0AZZP7l8cm/lMGPotyxl4r8CwAAAABwzpB/ASiDu2jqezX5kj9Vbv4v1n8EAAAAAJwDvuMffee/BwCVuvKjwhOgnOeh/gsAAAAAAADnoxLDL1Fx1H8BAAAAAM6NShRxAAgpaomo0lA3igqi/gsAAAAAcFb53buSfwEog1r5Jarw54L8CwAAAABwtpF5ASgPvzm/RGWRfwEAAAAAzhm1pkMAQIDAclHB+EcAAAAAAAAEDY1GU2L9V0UjMPIvAAAAAAAAnI+qqziU/AsAAAAAAADBjPwLAAAAAAAAwYz8CwAAAAAAAMGM/AsAAAAAAADBjPwLAAAAAAAAwYz8CwAAAAAAAMGM/AsAAAAAAADBjPwLAAAAAAAAwYz8CwAAAAAAAMGM/AsAAAAAgFKlvXyjY8/68vTUJTSJH7tYnDeO/auJfDZfdH3Mg++dtnP6a7fZd6zUWKITP9wgzpZjdzYXbpf5gv4xj0wSlZX73di8OR/IRtxrC/QNWpX/QI8135WRrK/XXFQ35f+MNjo+YcJqcX6olo+6RtMKAAAAAACAUGLbsizlqb72XedLPoUzjfovAAAAAABOL6L/XRpTeBkdtJG1BWoC+861GW8OFQglegEAAAAAAE7Hct1IbUyCCFKxz04XZ13dz/eKc8FjyxcIMeRfAAAAAAAACGbkXwAAAAAAAAhm5F8AAAAAAJwp1rW/WlfPcxzd40rer61VR1+/lbFVd8s19wi9sboOcR7dkzfvY/uuta70Y7rYuoaGbcOv+Iep4+WiIkpc/1FZQbLWsFfC+w517NtoXTPftmOl49B2Q72WhsbtzRcNNHW4NPBUBb9/bV0735mS5Mo6rjWG6xIb6xObmdr2DOs5yO8tlLEooW3D7/m/T3Ue2unKTtPXa25o1NZyzXB9o7bHH+zmzk2P6H9X1ND/BL60pzAvd9Z4x96NjsM7NHqjvmGbsB4Dwi+/VeiK0w/7zrXprw5R+2dPeUY+ZCNx4hZNmKWi118ets1L5QkdSdvcOen6hq0NDdtFXH13aYtOOvZvLvjze+fR3a60w66MZF10vC6+kaFB67CLBxladC3xEI/dWrj0u8KVs53HD7jzs7VRdfRxDSOuucfcrb8oh5ypL+cvmCKKVi+t8/wP2qhYEaTIvwAAAAAAOAOcjuwv/1Ow+Bt1gyv1kHzYNiwqWPJtzMh3Dc27VP2QgoVfZX/5goxBivsfPyAf1rW/1Lr7f6L65M//NOebV9RXcRzYLB8FS6ZbBj0cOeRx357Znz4tt6s/uu1W954Mx571hct+KFgyI/bpr4XecJoXc7sy33vAuu5XdYMzaZt8WNf8EjN6YhnHudKPZr7/oAyPlB/ltdq3LpOP/EVT6zz9jYz2RDlUw/X7yJ35bt6s8Sc/tz3r5aNg6Yzoe9/2pmm+7LbsqS8WLJ7mu82bgqUdtm9bnr/gs8ghYyyDHvI7v/Pwzox37pF9Tl5wxlG7fOxcZep8Re1HPxFaXVmX9/1bIRJ+CfIvAAAAAADOhPT//dO+a7VsGJp0NPe4zlCvhTsvy5G0LX/hlzKiSnv11riX5+obtKrKIYVLv8v+8nnZ0JjCI66+Wx7lsRc69m2UcUlRKFY98uZ/Il9dEx5lueYefYPWzuT9tk1L7DtWenfNfj+s12C1mqkoJPKGR7KbufOV+votNUazfd8m24aFzqN75FvL+3liYIjjJ+uTp5TwSxsZG3HtcEO9lq6cNNvGP+TGjLHDygh0MibcJxw2fb0W4Zf/ny6xsWPf5vz5n8gPRGZnWV88H/Pge7KPsXX3ul8ekNef8dYw+WOtu18P7/MP9QzVcv0qd1ZK3qx3hVZvuXaEoXlnj93m/WoWfiFcjqyJj+rjG/mmmdnTX1PCL/nSpk695bvWWmKcx/badq6ybVwsPG6ZVZk69jY07age4jq2L+3lmz3WPNkO63WjsfWF2qg4by65dIY7M1l+YlmfPhM94s3SLi9vzofy6xOhEX4J8i8AAAAAAMojb97HMmYqbW/4ZbfoEpuoPxb++b2SZPmV7YR5ew5J+98/PfmZWVOeqvPCj5U+xJ2Tnj31JVGUE9V5YaYuoXFx/16DDc27Zn00WlQTGX7p6jSIfXa6fFa2WAben/PNKzJd8o44XP6jvGBle8HS77zXUytOXqTGXPxZmXsM8Ax+OPXZq11ph/MXfFF2fuTYt6lw2feyUfSK3+rq1Fe2h/e5LWf6a/k/TxIud+kH2yyDH4m86ZHi172gf1iPAakvXC/cTuu6BcLpOG3pVtWv35/eVPuxT0wdLlN+Cut1g7n71elvDJURWPZX/6nz4k/KdnduZsEf3qI/bxT1wkyNOULZbhJXRVx3X97cj3JnvCF/LFw5+2T+5fFkfjS6KPzSxIyeZO7Wr/hqu/WzDLg39YWB8lsr/HNG1C1PaKPjAq8rf/6nud+9KUIm/JK0AgAAAAAAnE7+gs/y5nxQ2sOZclDt6SnIzfnWO/zQ2K5XYFyib9wu6ubHhDIa7sCWSh8i0xCl9ifi2hFq+KUI6zko7OLrRfWpdeeraviliOh/p9JwHt2jbnRlpchnXVwDNTxSyEAnov9d4Vf9yztYUuZQpVOG43lfceiLaviliLrtWX29lmUca75wgBp+KfSN2hZPg+W0OZP3i9Op+vX7kZ+SGn4pjG0uCr/0ZuFN+jbad6xSNjoObJZvVhMWaRn4gBp+qcIvuan48tKPqRvtu9bJo2RDftFq+FV8tWGWqH88q7QLV/wUeFUFC7/K+ea/IpTCL0H+BQAAAABA9bJtXuLOSZONsB7XldjBfMFVSsOxd0MVDlmqNCL6Dg3sH3njI6KaaKPjTZ16+230xmFFk8F7rAXqRn1RDCdDupypL7nSj/r2j7jmnlr/ejm8z21lFWF5PNaNS7znadjWdOL9+oq86VFROnP3awI3Ghq3Uxru/CxxOlW9fv/TGSMHPRi4OfzE92Vdv1BpmDpeHj92ceLEzeG9bw3sr41JEBpveuNxWNWN1r+L50eLuGpY4CHmrv3qvPBj/Dt/qTGljMWUf4rGzHrHxoZU+CUY/wgAAAAAQHkkjF/lTSLKwZlaPB959uf/lo8yetr3bQrvW9lDigqaNBG11IULfekSmwqtXridosp0sfVL3K4xhXmcdvlQdcsZ5AAAEABJREFUt1iuHWHbtER43PkLPpMP7yxm3fqbLxxQ2nKHflwpSZ78TNkw1C+5zsvQqF0Zh+tLuk5tRPG09x5boTidKl6/H11sPU14VOB2fXwjpeFI2l7iga60w86je91ZKa7sVOexvfbtK+UleXf4lJ45Dm4rfpX4hiWcQqMJWC/SOwe/fd9G69+/KW1dTGLohF+C/AsAAAAAgOrlyjhazp7OI7sqfYg7zxsV6aJLieQ0Gl3tRN+VAStNVyuutJfw22Bs1ytm1MSsiY8qAzOVZSJzf3hbl9jc2KS9d+jf5bcoVWMlcmUmF79iKYmbLq5BUR2Tp+TLCbeIqqni9ftfbWw9UfJ1RmnMER5rvvINqqzrFhQu+8G+a607N12cjqcw1/uPVq8t7dspiTvruCgazilf3b5jZcGiqeElFQ8GJfIvAAAAAACqld2m/Fvrrtd0cY3K6KhVS7cqccjpZjQqY7b+iil9ycVA5m79EsavtK6db12/yLblTyVIciXvLZSPlbOtGxbVfmxKacdq1GhJU/qVyEepRW2lHVYBVbl+/6sp/XPzFFVyqbVpUu63b+TN+8j3aF1iM0PjdsYWXU0de6c+21+4Xaec3BgmKqb4wzE06SAzvtQXrvPkZeVMf83U5crScrogQ/4FAAAAAEB1UheC1IRFmjpceqYOiartzM90piaV1sF5/IA4FzRhlrDLhsiHcDltW/+ybVpi27pMKVuzbfjd+vcC8wX9SzxQHWboykgusYMr/Ui1jOgsW6Wv349fedfJ7TlpomjQqD6hibKlcMVsJfzS1oqL6DvU2PYSQ9MOGqO5+ACX0y/8Et7ZuxqJnavkp+HOTtVGx4vTKxrzWKdB7Se+0kbG1Lr9haxJj3lsBVmfPBn71FQRApj/HgAAAACA6qSvW5zjOA/vLLGDJy8rb/YHhUu/UxdzrMQhhsbtvf/Yre7czBL7C5+Zuc4Gj8edk+48uM2dlVq8Rac3deodNfSFuNcXRN/7trLNum5haSfwDgyMiBHe/OtYiR2qZThnqap8/X4cR3aXOOmY63hxZKnmXwV/fKM0Ysd8YRk82ti6+8nwq5Q0UJ/YrHhv2hFRkuOP9JQPv7nkDI3ayfBLNsIuvcnQsrts2LcuK1g8XYQA8i8AAAAAAKqTGmYV/vVjiQlI3vxPc78fm/XJE/adqyt9iKlL3+JD/vw+sH/Bsh/E2eU6fvD4Q91Snx+QN/fDwL2mTn2UhsdWUMZJzBd435R9z9/ukkKfwmU/imqhjkx0u9Vt1XL9p3DYrKvnBW7O/+1z7z96k7nHgOKXVnI9g0nfuIQJ/guXF79rj+tk7VtYt6uVIY2FK+eU8Mr7N7szjsmHPr6xKEWMTPQMJtnImfbqycgveJF/AQAAAABQnfT1mhvbe8cwutKPZH36pF8dlgyw8n6eKLzTkFvCe99W6UPMF/TT1q4rG7mz3pV5h29/Z9L23FnjxdmlS2yib9hWNgoWT3eeWJ1QpSZBhibtyzhJ5KCHvbGO057pnYT+lKTJtuH3gqXfiuqgNUcoDXf2ydynWq7fT/aXL9h3rj35s9uVM/31wpWzZdNy9d26OsXT/BevK+qwqcV9KtumJbmzJqiHn7zaus3Cet0gG/kLv/QuEOnL48n+6gWlab5ooCiFLqFx5KCHRNFU+lmTx4hgx/xfAAAAAABUs5j7x6c+09+dm25dOSdl/2YZWunrNXPnZNi3LS9c84tweac/r/WvlzTm8EofIhsx941L/9/tHmt+2ks3RvQfZmjSSWMw2vduzF8wxZug6U3CaRNnUdRtz2SMHeaxF6a+dGPYxQONLS7QRSc4k/dZ//7NvmuN8GZMTS397y7jDDKUCbvkxsK/Ztq3r0h9tn/4lf/U123hyc+y7Vx1SpmbtkrVPNqoOkojd97H7sJcjcFsuf4BjTmi6td/Cr3JYyvIeHtY2EXXG9v1cqUmFa6YrcwjJoNLyw0PqR3NHS937F4nGxnjhkfeONrU4XKt2WLfu15+DkXlXcXrXcoL8z195I2PFq6cK9zO9Nf/EX7F7cbmXbS1E4XTmTf3I8ee9bJDxICRZc9tL9914fJZzmN7bZuXFC6bGXbpTSJ4kX8BAAAAAFDNtFGxdV78KevTJ2V65Tp+IHfG/07dr7Hc8HDYpTdX8RBj24trP/5ZxoT7hN2aP/9Tn77aWne+mv/rFBltiLPI1PHyyFufzJ3xpszdCpf9UHjqGEx9vZaxT34ljKayTxI9YqwMpAoWf+NKO5w74w11uyaiVuSgh3OmveJtmyNFFejiG+obtXMmbVM/N3OXvoaWF1TL9atM7S42NO2c99OEgiXT5ePk9s5XxNz3ruZEDZpkGfSwfd8m24ZF7szk7CnPnHIWrc5y3UjHoR1yr/P4KWsdyKww9qmpmRMfc2ccLfjja/nw2WeIuOqOqNuePs0lanXR972T9uJgma1lf/2SvDBldrCgRP4FAAAAAED108U1iH36m8K/frRtWuw8ts8bRen02qg4Q5N2kdc/qG/YploOMXXqnTB2Sd7PE22blzrTDutqxRkatg27bIi5W3+Zf4mzzjLwfvMF/fJmTXAc3OrKyfDke+fm19auG9ZjQOTNYzSmsNOfQqurdfdrxlbdresXOg/vdKYf0ddtbmzexXL9g+6c9OIu4VXKv4R3pvnPc38cb9+1xnl0j9AbXLlphuq6fpVHRN78mD6hceHKOfJsGr3R1KmPPLmpcx//nlpt7cc+ld97/m9fuNKOeBeIFB5tZKyxdY/IIY/r67WQ22X+JS/GtuVPU4fL1ONkABr/xqK8eR879m9yHtntzsuU/0mMLbtH9BtWduWXytCsc3iff8i00ZOfnf3pUzGPTBJBSuPxeAQAAAAAAGeF5wR3EWcRx5a5+ulDvbtNlugXt5TzRFnPNlWalvtm6Jv0EAh2tk1LMt4aJhvRw8eGXX6LQE3gOrwp94NBSjv6pe3CWK4MMfuVbp58b9yZeuVYZ5vrjD4MBoPuBM0Jpz0h9V8AAAAAAOC8kPvDO67jB3QJTSJvfixwr71okizhnYS+gwAqgvwLAAAAAACcH1wOZXlEc9e+hmadffc4dq3L/9U7V5dMx/SN2gqgIsi/AAAAAADAeSH8yqH5v3/tKcjJeGe4ZeBIfYPWwu1yHttr377SumGRbAuNNnr4mwKoIPIvAAAAAABwXtDVqR9z/4SMCfe5c1Jzvvmv315tdLzca2zNXG+oMPIvAAAAAABwvjB17pMw7q+82R/Ytq1wZ6e6C3K0UbH6+MZhvW4I63VjxVZgBE4g/wIAAAAAAOcRbVSdqKH/EUD1If8CAAAAAABAMCP/AgAAAAAAQDAj/wIAAAAAAEAwI/8CAAAAAABAMCP/AgAAAAAAQDAj/wIAAAAAAEAwI/8CAAAAAABAMCP/AgAAAAAAQDAj/wIAAAAAAEAwI/8CAAAAAABAMCP/AgAAAAAAQDAj/wIAAAAAAEAwI/8CAAAAAABAMCP/AgAAAAAAQDAj/wIAAAAAAEAwI/8CAAAAAABAMCP/AgAAAAAAQDDTCgAAAAAAUCnH7mx+7F9NMt+9V1Sdx+PYv1mEHldKkic/R1SZbcsy+V3IR8GiqerG3JnjlI3OpG0CIYz8CwAAAACAc0xmQGn/vSl//icipHg8+fM/TX32and+lgDOJMY/AgAAAABwTrldKU/3E06bPq6RCCV5s9/P/eFtAZx55F8AAAAAAFRS3c/3iqrzeGT4JUKPuzBfnGGRNz0qHwIhj/wLAAAAAAAAwYz8CwAAAAAAAMGM/AsAAAAAgEo6dmdz4XaZL+gf88gkZYtty7KMN4fKRvwbv+vqNrOunW/b8qdt20p31nFDo3aGZh0jrhyqS2x68gx3txJOu9IuXPGTfMhGzOhJ5m79T76M21XwxzTb1r8ch7a7MpP18U30DVqaO/QOu3yIKLe0/w5x7F5rvuj6mAffc6UdKVw5275tuX3P37ra9fQNWpk79Qm79Cah1ZVwpNud9/Mk++51zqO7va8e10jfoLW561VhvW7w7aW+cU1YZPwbi7TR8afs3fBHxjt3yYYuoUncq/Pzf56UO/MddW/KmMvls75Ru7hXfhblIM+W//tXjqTt7twMfd3mxmadLdeNLLFn7sxxebPGy4Y8szz/KW8rKyV/wefejzT1sCvtsMYULr8XfWITU9teYb0GC20JCwY6j+7Jm/ex/Chc6Ud1MQmGhm3DLr1ZflOZE+63rv3F9/o9dmvy8DayET38LVOHS7Onv2rbvFQbFik/6siBDxpadVO6OfZvLvjze+8Hm3bYlZGsi47XxTcyNGgddvEgQ4uuoqSPN/6tpbraifl/TJPfoPPQTo3RbGjUNrz3/5kvGlh8zj3rC1fOsW1f4Ty+X3658puNvOUJjSlMhDbyLwAAAAAAqp/Hac/6cJQMKdQt9l2r5SP/ty9rj55k6nJFOc9j3/pX1hfPu5L3qVuch3fIh3XlnIJl30cPH6uLbygqwr5zdcb4ez15xUsuyvBFPqyr5xUs+yH2ya+E3uDbWYZEGRPuk5HKyVc/sks+rKvmFMpXv/dtNeeSKU/4lUMLfp/qKczN+uSJ2mO+OHmSnLSsSY97W3pj7Yc/lJGNqDS3K2viY0pKWHw9SdvkQyY+kTc+Uv7T5C/4LGfGG8JuVbd47IXu3HQZERb++X3hyp9qPzbFLw0s+P3r7M+fkx2VH10pSfJhXbcg8ubHhEbj3aQ8n8rjtKW9MkTGW95D8rNlo9btz3t32G3ZU18sWDzNt7M3BUs7LHNJeXmRQ8ZYBj0UeEJX6qH0t+5U/z94rHnegHXLn+HbV9S689XCpd/LD//kRSbvy0/eJ/fGvTa/5HAzZJB/AQAAAABQ/TImjHQdP6Cv1zK8z226uIaOvRsK1/7qSt4rXI6sz/+d8M6fSh5Rd8ou4XIeu6uFbIf1vCH6/vG+J3Ee3Zv+zt3C4Z0dP+yyIcaW3XXR8c6Ug4XLf3Ls22DfsTLt5Zvix/6hCbOU86oce/5OX/Oz8HjC+95hbNnN47DbNi+xrv1VuJ3ybAVLZ4Rf+U+1szsnPfXZa9x5GbJt7jHQ1OYiXZ36rrQjtm3LrWt/kamKTHbiX/tNGE1K/6jbn5NnkwGNbdMS66q5akVS5oejlJNE3fKkUoRlGTxKPnKm/y//54+FUtMUX661L7MmP6GEX7J/eJ/bDQ1auTKTresX2jb8nvPdm6J8rGvn50x9STa0teLMF/TXN2ilj2so35d9/0brqnkyCJPXnz9/SsSAEeohhct+yP78396WVm+5doShWSeP0+HYvyl//qfeJSwNRZ+AxxP4Wnnzpyjhl/yf4Ew7pI9rpFT/ZU9/TQm/9A1amzr1NtRrqbXEOI/tte1cZdu4WHjcud+/ZerY29C0o98JMyc+KkNJXUKT8N636RObyO+iYOGXoiie0+iNMjjTxdaP6DdMF9/YvmNVwfKZMuiU+WbB76pZBlkAABAASURBVN+EX3WHCGHkXwAAAAAAVD8Zfpk6XxHz8EdKuZO5W//Imx9Le/UWx5717oyj9u0rje0vOd0pnJkfjVLCr1r3vBne+1Zls8xaIq78Z+bHj1pXz3PnpOZMe7XW3a+L8nGlHxE6Q+wTn6uvLk9rW78oY9w9sl24fJZv/pUz/XVvbqXVxz7zjbF1D3W7TFIKl83MmvSYKyUpd9a7kbc+pWyX7zRm5Pi0/94so6DsL/8j4xtNeKRMZ+zblnsvu2PviGuHiyqwbVlW+NdM2TC07Bb7xJcac0Tx9VxxuwynZABUzvPkzprg/UdvlCfRN2p78n2JOxxXDk17abBsF66eq+ZfHluh/CiKDjHFPj5F/ejCeg4ytr4o84MHle+oRDLxNLa5OGbkOG3tusLpcGUelxvduZkFf3wjikaD1nlhpvpGTOKqiOvuy5v7Ue6MN7zXsHJ2YP4lwy9z92tjHpigVOqZu1+jjYjO+8n7jmT4JVO2Os99p7FEF+26Wn6bqc8NEE5b4aq5IZ5/aQUAAAAAAKhumvCo6BFvnTLWT6eP6HO70nQc2XXaM9g2/+k8uFUU1YWp4VcxvTF6+JtaS23ZLPjzexmsiHKLuPoev+jN1LWvrk4DUVRupm70TiO17HvZiLxxtG/4pQi79CZzD295V/6pqZOh5QXKVFzu3PSc6a85k7Znf/OK/FEbFRdzamlbJRT8PlVp1LrjJTUzKt7yr5eVt3Banrxs+XHJjy7s4ut9w6/i62/eRWZSwhsUHlU3Fq74yZ2TJhsRVw31++jM3fqF97mt7Fes9a+XvOGXpDfo4rwX6TiwWVenviYs0jLwAb83IoVfcpPScKUfCzxb0f+rsb7DVCP6ngy2at3xohJ+KfT1mhuaeAvunCkHRWgj/wIAAAAAoPqZOvbWRsX6bdQlNlEaHmvBac9g37dRaUTe8kTgXpmbWK5/wNtyOex7N4pyi/CL0pQLKxp+6LafvKqCovBLCjsRx/gxF01h5inIcR3b57s98ubH9A1ae8+weFrGe/crs/tH3/e2by5TGW63betf8l994/aGJh3892p1pU2B70djqRX3v98SPvw7+t63S+ygi06Qzx6fki7bht+Vl4gcPDqwf9nzjmkiYpRPw5ep4+XxYxcnTtwcXtJ3oY1JEBpt0TVYA/ea2vXyG+6qjY4Teu8ATBnqBRYVaiPryGd3Ud1ZKGP8IwAAAAAA1U8XWy9wo9ZUXOzjKUfFluPAJlFU71NaZZOhaXEM5Ni73ti6uygfpQTJj0a5MKdT3aIWQKU8dppxmjKnC6vb7OTPekPMA++lvjBQJl+u4wfkhohr7pGJj6gad3aqpzBXNnS165XYQd+glag4T36O49A2V0ayOyvVmXbYvnO189AO7w6fL8h+YLPwxkzx8rsIPIM2srY2JtGdmVzi+Q1N2ovTcaUddh7d685KcWWnOo/ttW9fKTxuv2tQBaZpksZg9DhtJX+zxRWIJcxNFlLIvwAAAAAAqH5KGZG/kysEnj6PcBzY4j1P6cP69AlNT/TcLMpHExEj9MYSthevXXjyqkocfFcix6HtYeJG3y0yirJcMzxv7ofeM5vCo05MEFYV7px0paGLSSixQ4mBY2lk3pS/YIpt2wrfhTVL5vHIaMx7/tqJpXWR31Fp+ZfWElPaUdZ1CwqX/WDftdadmy7KTWsuda0DTVikQCnIvwAAAAAAOAO0VZ1xyFP6rOqVpin3VXmc3lfXmC0xoz4uu6e+Tn3/TS6ndf3C4vPYCnJnTYgcMkZUkUZT9v4ygiE/3vn+x98n3CeL3bTRCYbG7YzNOpvaX5Yz4w37rtWnvK780Lz1WJrSL630XaV84LnfvpE37yPfjrrEZt5raNHV1LF36rP9hdtV8hl9Zv5C+ZF/AQAAAABwPtInNHHs2+hdsbEUzpRDSiNworFqePX4Rq7k/R5rnqFxe21kTIWOzf3hbWfRBP8aY5jHXpg39yNz16sMzbuIKtBGxysNV9qhEjs4Uw+JcnClJGV88KA3/NIbI6643dT5CmOzLhpLLbWDx+0/6lCf2NR5eKc7K6XUc2aUt1ZOUbhithJ+aWvFRfQdamx7iaFph5NLJbicpYZfqCzmvwcAAAAA4Hykj28svBNUZXtshSV2UJMgQ6PTTzJV4VdPLJ7Sy5m0rcQOjn2b8n+eVLh8livtlITOsXdD3ryJ3jM0aBP77LdCq5dpTubER5WJ8CtNZnwyLRLed320xA6u1CRRDgXLfhB277zyUbc8GXXHi6ZOvX3DL+95Mvynile+CFdGsvCUNGrV4/HuqoiCP75RGrFjvrAMHm1s3d13ndCKng3lQf4FAAAAAMA5pdUVN06NV8wXDVQaBYumlnCUy5n/66dFLY25W39R3fSJxZOL5S/8ssQOOd+8kjP9tayPH/FY89SNHmt+5ocPe6dv1+pj7n/X0KyTZcC93otN3p/9zSt+Z9DoTrxxt1uUg7lLX+GdumuPY38J850VLv+pPCdxpRTHZMaW3QL3Onatc2d48zWPTwWWufvVRRfpLFw1t4TXXfGT71DKcl1D2mHvPwaTvnG7Ek64/Eel4XFV7LQoA/kXAAAAAADnlEYjisp/XNmpvptlqmVo0VU2cn8c59iz3neXJy8r870HlAnyjW0u0kREieoWdvEgZcihdd2v+Qs+99ubP2+iMkmWsfVFvisSZk990VU0DtEycKS+YRvZiLz5MV1R/VTBwq/sO1f7nkRjClcaruxShxb6Cu97R1FW6Mma8rQ6Hb6icPks698LynMSXe26SsO+a43fLhmNZU58pPgHn0gurNeNuriGspEz7VU1PlMPkSGgqCCtMoW/w6Z8g75sm5bkzppw4hoYBVltmP8LAAAAAIBzTBcZ60o/Yt++IuvjR3Sx9cMuGqhv1FZuj7r1qfTXbvPYCtJevim8z22GZp21lhjbtuXWlXPceRmygyY8KnrEW+IM0Fiio+99J+PNobKdM/VF24bfTV376us0cB7ba/17oRJ+acyWWsNeVg+RfQqXfud9O4nNI288ESTp9DH3vpP2yhCZW2V+NDr+fws15ghljzptWdbHj4b1GqyNjI245u4yLsnQpH3k4NG5M99xHtya+nS/iP53Ghq1c+dl2ravKPxrptCbhPP0KwaYOvVWFqbM+f5ttzU/rMd1OvmmDu0oXPNzweLpJ2vZ3E5htwmjqehCtZE3jM76ZIw7Mzn12asjrr7b0Ng74FSmV/kLPvPYi0enatQ6vtMxd7zcsXudbGSMGx5542hTh8u1Zot973r5LgpXzlFX4VTPjKoj/wIAAAAA4Bwzd786/9cpoqiOSXgLo8IsRfmXsc3FMY9Myp7yb3dOasHiaUI+fMg4LGbkeF1cA3FmmDpcGvvs9KxPn3YdP2DbslQ+fPdqjGExD0xQi788eVlZk4oWedTqYu5/V8ZeJ6+zVbfwK24v+ONrd8ax7M//HT3yXWW7uUvfbINJOGwy+8ub84EwmsvOvyTL4FHC48798V0Z/8kg7OTFWKJj7h2X8c5dRT+UtVKksc1Fkbc+lTvjDRmW5c0aLx+nvOUufWWmljf7Pdl2Ju/VNyoenxh2+RChEVmfPeudzl9eqkqrjxzyRP78T+X1qLneaVkGPWzft8m2YZEM1LKnPHPKPq3Oct1Ix6Edcq/zeLlmNEN5kH8BAAAAAHCORf3fM5qwKNuWJY6D24TT4SnMV3eZL+hvatMz7+dJjgObncf2ujKP62onyowmvM8/TJ16izNMBnDxry/I++UTx94NzuT9zpSDWrNFGx0vozHLwPt9153MnPSYUpIWcc0IQ9OOfueJuu0Z6/rf3FkpMuALu3iQqcuVwrukY1ydp6fl/TLZsX+TjMA0hjB3VqrcWPYlWW58RH4mufM+kpfkykzR12tuaNjGMuBeZXZ8rxJnqfc9w8D7TW175nw3VuZ6rqwU4XLILM/QpKN3e5crnEf3KPlX4cq5kY1Ozs8VdtkQfULT/MXfOA/vkl+E/BDk24y4cqgM1PLmfex9O+HlHoWq1dZ+7NPCv37M/+0LV9oRd06avGhtZKyxdY/IIY/r67WQ22X+5cnPtG3509ThMoEq03hO998CAAAAAIDq4jnBXcRZxLFlrn66d5ydMFmiX9xSzhNlPVs8Qbvlvhn6Jj0EcE64nMfuain/R4ZdclP0fe8InMp1eFPuB4OUdvRL24UxrDxHZb/SzZPvneIt9cqxzjbXGX0YDAbdCZoTTntC6r8AAAAAAABKZV39c+HKOdrouMjBo7RRdfz22netVWbsMjTuIHC+Iv8CAAAAAAAolSbMYl37iyhaO9Iy8H7fXe6s1OwvnlN6mS+8RuB8Rf4FAAAAAABQKlO7XoYWXR171ufOHOfOTjV1vkJudKUdduzbVLhytsfqnawtcsgYXWw9gfMV+RcAAAAAAEDpdPraD3+c+tJgd8ax/F+nKCt1nqQ3Rt369GlXrsS5Rf4FAAAAAABQFm1MQsJbS/J//7pw+U+uzGR3bobWbNHFNTB17B3Rd6jcK3B+I/8CAAAAAAA4Hb0xov9d8iFQA5F/AQAAAAAAIJiRfwEAAAAAACCYkX8BAAAAAAAgmJF/AQAAAAAAIJiRfwEAAAAAACCYkX8BAAAAAAAgmJF/AQAAAAAAIJiRfwEAAAAAACCYkX8BAAAAAAAgmJF/AQAAAAAAIJiRfwEAAAAAACCYkX8BAAAAAAAgmJF/AQAAAAAAIJiRfwEAAAAAACCYkX8BAAAAAAAgmJF/AQAAAAAAIJiRfwEAAAAAzgGNRlNiGwBUmlP5bqzIaci/AAAAAADnjv9NrC0v65kmooLyJt4qAJz3sv7TVlScb/hV6axcKwAAAAAAOIv8ajcqUcoBIERotVq/8Ktyfy6o/wIAAAAAnBvEXgDKJv9KKBFYYBBWIeRfAAAAAIBzpnhcU6MejjtmulwuZxHXCW632+PxKM+yl2wIAMFIDbYUMu3S6XTyWcS38f5zIvyqdLko+RcAAAAA4Nw4eTsbEatpdpnH4XDLhwzAHA4lBXMX8ZwgAAQvNQIryru0bp1OX0QJwrQBKViFsjDyLwAAAADAOSBvXJWqLq0PeaOrRF3Kdt/8Sx5CBAYEqxLrv3RFEZjuBCX/EpVC/gUAAAAAODf8yj3kja66vbgA5NTiL/IvIFipwZY61Zcae/mVgPlOBFZ+5F8AAAAAgLNHLfsSRXmWvJVVnpXKL/ksTtwAyzaDH4FQo9Z/qTWhvsVflZ4CjPwLAAAAAHBuKDexvhGYeuvrN/MX+RcQCnxHQfpGYOqzOgSyomtBkn8BAAAAAM4N3ynA1C3KOo/qso+MfARCim+RlzoQUq0Jpf4LAAAAAFAzqLGXOhBSyb98i78Cp/0iAgOCm+8UYOpfBjUF831m/i8AAAAAQI3hewerjIJUQjGl7TvskfALCAWBEZhf5uWXfJU/BSP/AgAAAACcbUrOJU693fWr+SLirjFJAAABU0lEQVT8AkKQ798E4TMcUgTM+VWhEjDyLwAAAADAORAYgflu9Mu8iMCAUOAXaQWmXX7pWAXOzB8RAAAAAMC54ntPWlpbkH8BoSEw1Sox8Kpo+CXIvwAAAAAA51zgnSn3qgDKiMMqfCr+pgAAAAAAzgfcnwIoTaWTLwXzfwEAAAAAzgtVvL8FgNKQfwEAAAAAACCYkX8BAAAAAAAgmJF/AQAAAAAAIJiRfwEAAAAAACCYkX8BAAAAAAAgmJF/AQAAAAAAIJiRfwEAAAAAACCYkX8BAAAAAAAgmJF/AQAAAAAAIJiRfwEAAAAAACCYkX8BAAAAAAAgmJF/AQAAAAAAIJiRfwEAAAAAACCYkX8BAAAAAAAgmJF/AQAAAAAAIJiRfwEAAAAAACCYkX8BAAAAAAAgmJF/AQAAAAAAIJiRfwEAAAAAACCYkX8BAAAAAAAgmP0/AAAA///NwHgGAAAABklEQVQDALeFImrb7ApAAAAAAElFTkSuQmCC"/>
</p:tagLst>
</file>

<file path=ppt/tags/tag4.xml><?xml version="1.0" encoding="utf-8"?>
<p:tagLst xmlns:a="http://schemas.openxmlformats.org/drawingml/2006/main" xmlns:r="http://schemas.openxmlformats.org/officeDocument/2006/relationships" xmlns:p="http://schemas.openxmlformats.org/presentationml/2006/main">
  <p:tag name="MCDIAGRAM" val="mcDiagram:25d9e851-f712-4f1d-accf-4ee7e2a76413:b49cf4f6-5071-4207-8673-0ae56d328ed6:0:1"/>
  <p:tag name="MC:BASE64" val="iVBORw0KGgoAAAANSUhEUgAABYQAAA8ACAIAAADcGJ6VAAAQAElEQVR4nOzdB1yU9ePA8e+xUVRQFFAQJ7hBxb333nuUWZpZalaWWVaOUnNXllpWmpaae++9NyiiuFFwI4igbH5f7sn7nSwPheOO+7z/vJ7Xc889ty//v+/nnmGRlJQkAAAAAAAA9MVCAAAAAAAA6BExAgAAAAAA6BUxAgAAAAAA6BUxAgAAAAAA6BUxAgAAAAAA6BUxAgAAAAAA6BUxAjA4nHAXgO5UKpUAAAAwNsQIwFBoN4gUPYI8AUCRIj3Ii5p/H6gSAADAiKgY5ACGQPkvMb0pAGhTukN6UwAAAMPHlhFAztN0h6SkxITYcGU+MTFRvSRJGV1QJQBo/jVQqZlb2atUZsq8eL6VBD0CAAAYBWIEkMO0SkRS3LO71ze6CQDQgVvrmxY2hc3UlCX0CAAAYCyIEYChUHqEAADdJCQkiPh4c3Nz+U+HnNIgAACAESFGADlPs1NG8tACAHQTFxeXZB6vzCslwszMjCQBAACMAjECyEnam0IkqmkuerTcpjKzEgCgJTEh+vKONsp8bGyssIhXjhkhM4Tm3xP21AAAAIaPGAHkPGUHjRQxwszCTmVuLQBAi0r1///HHRcXZxYfr5QI+a+HpkdQIgAAgOEzEwBylPYBLDlmBADdxaslqPFvCAAAMC5sGQHkPM0oQnvLCADImJIhlCPOKFMBAABgJIgRgKEgRgDIFKVEkCEAAIAxIkYAAGCslBLBPhoAAMDoECMAg8BAAkBmaZ8+I8UMAACAgSNGAABglDSbRQgAAABjQ4wAAAAAAAB6RYwAAAAAAAB6RYwAAAAAAAB6RYwAAAAAAAB6RYwAAAAAAAB6RYwAAAAAAAB6RYwAAAAAAAB6RYwAAAAAAAB6RYwAAAAAAAB6RYwAAAAAAAB6RYwAAAAAAAB6RYwAAAAAAAB6RYwAAAAAAAB6ZSYAABlKinoqEhNfsk5ouHgWk/7VSYn3HwkAAAAAasQIAHiJpPuh8QdOiuiYDNZJ8LuYcP5yOtclxO8/kRhyTwAAAABQI0YAwEuoCjnI1hA9e6GIepreOomXryecPJ3GxhGyROw7Ebdmh3mZ4gIAAACAGjECAF5Cld/OomltEXUp5puPEw4fSXoSlXqdpJgQEXk4MejWC0tjYxMOHIrf+ru5j5uwsRYAAAAA1DiAJQC8nHn50onVmonLsxOPTE+43Ny8VkvzcqVfWCPqoVm+SwkXTqnKlFRZmMsFSRFP4nfuEYGLzItYmlX0Ulm+/N/bvbu3Hj924ObN6yHBQQULObq5lSzrUaFrt362efIKfflw2BtXLl/4feE6Z5diAgAAAMgexAgA0IG5uUXThjEBpy0LbhXPViRsu5x4pYNFs7oq2/+2d1A9e2heMioucK9o2FIUckgKfxy/ZbO4s9S86IOEmOZmLkUzvvu42NgZ0745sH+HZsndOyHy78Txg1u3rJk24zdnF1cBAAAA5BbECADQiaqAnc3bQ2J/uWxZKcAs4WDC9cC4n1ta9OxpVtwlKSYmKSFc5WBtHnktbuc+yzbN49asMotcaVHuSeJ9mySHqqJwwYzvfPmyP2WJkMWhV++BpUp5uJco/fDh/fPnff9d/mfIraDJk7744ae/BAAAAJBbECMAQGcuhVV1eiZemmNW/qlF0ZjEoFXxfwaaNX9TVaiIKk+MKFjAzPJp3Pp1cQ9umsWtMy8XKxwLJAY6WvhUVpmbZ3zHhw7ultMPP/qqilf1/x6qqKv8q+LlM/TdnlcuBQRe8PcsX0kAAAAAuQIxAgAywaJGnbibfqq7W1Q17M1c8loWvBR/aEpCQjVzuzhh56yysrMsfz0p7oZ5uQRVqWJJAcEJCU3My778PBpPn0bKaZEiTimWFyni3L3Hm76+Jx49eqgskdli0sTPBg35qESJMps2rjzrdzJfvgLVqtfu0XNAEScX7dseO7L/8KE9165dunnzev78BQoXce7RY0Cdeo2Vax+Hh/Xt1aJBw5Zduvb94/cfQ4KDZPj49PNvUzyB+Li4MZ8PDfD3rV238Zdjvzd7WVUBAAAAdMHZNAAgE1SF7M2rt0l4VEpcDhb5Cqpq17VopLIotNPMKUpY5BXFSpsXeWZRPFrl4SFikuKv2JlXqydCH8fvPRa3eW9SUlJ6d1vWo4Kczvtl+r27t1Nc1affoO+nzddEBMWRQ3vHjvngUeiDVq07OxZ22rxx5ccfvnX/3h3l2sTExInjR00Y9/HOHRvu379b3K1kePijwAvnvp0w6uD+Xf+9EPl/QoSHh341drj/udNhYaGyd6hUKu1Hkfcz6bvRskT41Kj3xdgplAgAAABkFbaMAIDMMDMzr1ol4WyrhLvXzK8ECp9WKq825i6nRODF5BhhX1EUOimcXISDe9L1ffEBRVVhWxMPBic+srF498MUQ31tffsPPnP62InjB08cP+TlXaN5y/bVqte2t0/3SBPn/c80btpm1GcTlPuc+/PUjev//XX+zLFfT5MX9+/dfvTwXrt8BSZ+96PMHHKdmJjopX8vWLF84aaNK+o3bCbXSRLJZeTc2VPF3Ut/M36WnZ3d06iUpyz9cfa3x47s965a86tvppub8/8vAAAAkGX4H5cAkJGk6Ji45ZuTbt8T9lbmBe1EgXwqBwfzSmVjf/O0LnjeLDhAlKovXDuIghVEoqWw8BBVGwtbD3FjvwiPsmp40yzfxYTbDmZV3rXwLJnBo5Qq5TF3/vIV/y7atWOjn+9x+ScXFnNzr127Udt2XVOfSsPKyvq9oaM0dWPwux8dOrDryKE9YWGhDg6FbGxtGzRsWa9BEw/PisoK1tY2rdt0kTFCs7uHxiejxpXxKP//y+r7lPe8eNHcHdvWV6pc7ZsJsywsLQUAAACQdYgRAJARlY21ZZcW8Tv3JgVsSoq+rHoQnxhvJWLNzd3MRYS5CLosHMsIh5LCrpFQWQtVPlGgh4i+JGJCVe6u5pZxSdeskqwaWtRuKF62ZUERJ5cPhn8+eMhHZ/1O+p4+fvLkkVs3r6269de6NUvfemdYl679tFeuU69JvvwFNBdlLKhVp9HWzatPnTzSvEX72nUayT/NtfFxcRcvnAsIOCvn4+LitO/HNk/eF0qEpN6XZNPGlatW/GVpZT1uwiwZPgQAAACQpYgRAPASqvx2lu1aJJYuGb93pSp+v0XJSJWTvXDIL+IKivhYER0sx/vC3EGoCgiVrUhKEBb3Rcn2ItI/yf9w/OXiZi07qpwcdXwsOfL3qVFP/g0a8lFYWOjWzWv++fu3BfNn2drkad22i2Y1l6Ipt5Uo7Jh88Mv7zw85Efkk4uCBXbdv37oUeP5CwNn4+P8aRFJiovatChRwSPNpyBJhY5sn+tnTjRtW9ug1QAAAAABZigNYAoAOrK3NqlSwHPhJkvO7cQFOSSHh4s795B5Rroko0kqoCgphm7xZhJxR5ReWpUVMpDh3LP60uSjdzbxKeZH+0SKk2yG3tm1Z63/uTIrlDg6F+vQb9Mmo8XJ+86ZV2leZq9L+1ztRvV3DrZs33hnY+acfvpNN4cmTiDp1m/TpN3jajAWp1ze3SHVMSvVT9fCs+PPcf6ytbZYsnn/3TrAAAAAAshRbRgCAblSq5E0kunWL3+0Se/hPy/L+ZmHHhWuwqNBUWBQXQjlTRlLyeSriQsS9gyLmmUgokHBqlxBxZtWrmzk7qWzT3t/B78zxOT9NrlOvSaXKVVNf612tppw+eHBPe+HD0AcpVnvwMHmFQoUKy+mSv+ZFPono1KXvu+99rFkh9Xk60qbOGR+PGu/s4ioTxsI/fvph1reTp84TAAAAQNZhywgAyISk+ARVARuVpZ2ItxZFCglnV5GgEs/8RGKYSLyf/JcUKszthHNVUaakZZ0Yq3Ink/xXxC9dkxgUkt59VqpSXU6PHz0Qciso9bWnThyRUxeXYi8sPHk4XuvoD3GxscePHZAdpGat+iL5HBmn5bRd++7aNzl+XK4gEl7cTSM9luojVnbp1s/ZpdhZv5Pbt64TAAAAQNYhRgCAzqJj4tavTzr2s0V5f7My+UUeG3HnjvDdIp76iWf+4t6/IvaSiNwiYs+JiFviyrW4QxbxUS3Nmgyxeruvefpn03ArXqJ1264JCfFfjHl/7+6tTyIeK8vDwx8tX/rH7FkT5Hz7jj21b/Lwwb3ZMyfKBiHnY6KjZ0z75lHogxatOhRyLCKXOBZOnt64cUWz/sUL5/78fU7yyjHPhM4sLCyGjfhCzvz266yI8HABAAAAZBF20wAAnSQG342dt8Cq2AGV0yORJBIvJSY8SDSze2ZeWiWsLMXJRSLmqahqLUL2iYinomxp4WCfFKNSlWthXr+Gytw84zv/YNho2RT27N487fuxqa/t2Kl302ZttZc4uxTbs3vL4UO7i7uXltEhLjamVGnPQYM/Uq7t2Wvg5O9GT50ytkOHHiozs4DzfoEX/WWheGZpGRUZKROGpZWV0E3VarXqN2h+8MDOX36e+vmXkwQAAACQFdgyAgBeIikmNv7Imdg5MyydjydEFoq9UDs2sE+82SeJSS1EvCopX56kXQfijqjiTuVNun9QBN+KPxaddOBsUh5ryyoPEg5vEVEv3xjBzNx81OgJwz/80sOzomahSmXm5V3zmwmzh7w/KsX6latU/376r15VawYH3yha1K1f/3e/nzbfLl8+5dr6DZtNnDSnrEf5LVvWrF65+MH9u1279/9l3jJ5q6SkRD+/EyIz3h36ibW1zYH920+dOCwAAACArKBKSkoSAHJIklpiYmJ8fHxcXFx0ZPDDfRWUq8q1PaQytxYwAAlnA+P3HFPZWJq5FVMVdzZzK6oqYCcSE2NnfmXpvDMp1jo+rLJwbql6cs7CaZ+Ijojx72BW1NzM/KiFU1j8HXtReoRF88bCPGu2RDt0cPekiZ+1aNVx5MdfC5iepPhnF7c0UOYTyu23sXOxUbO2tra0tDRXU6kJAAAAA8ZuGgDwEmZOjtbv9hS2NtoLE6/eFJEBiWEFE/O0MG/bybyse/y+/ImXjiZGFLBo1dKsfJmE01Xjzm00Mw9MvLIrsUIlMzdnAQAAAECNGAEAL6FyKpR6YdymfSIub4JTH8sWrVQOBeQSc8/y8RfKJYSE21SvJPLmMWvWIrFytYRdm+OPHxIuJ82Kts6qjSMAAAAAY8f/MgaATEuKfJpw8pzVwA8smtYWz7eHV7k6i3y1VaUiZYlIvmxhbla0iFnfN8w8qsWu3WHesJ6Zo4MAAAAAQIwAgFeQGBpmM36EWeniKZabNahpHh37wiJzc/NaVWxKFku6FyqyIkbUq99007aTAgAAADBmxAgAyDRz92JpLy9VPM3lqiKF5J8AAAAAoEaMAAAAAAAAekWMAAAAAAAAekWMAAAAAAAAekWMAAAAAAAAekWMAAAAAAAAekWMAAAAAAAAekWMAAAAAAAAekWMAAAAAAAAekWMAAAAAAAAekWMAAAAAAAAekWMAAAAAAAARx41AQAAEABJREFUemUmAJiScV+NbNfKp3/vVomJiSIrLJg/S97h9q3rdFxfPu7O7Rvmzpkqcs6Hw96Qz/nunRBh8J49fbrkr/mbN67SLJn/y3T55Hft2CRew+VLAR3a1tq0YaUuK8fFxv69+Nchg7p36VDvoxEDFv4xJzY25hXWkXbv3PTh8De7dmrw3uCeP8769t7d28KAPQ4Pk2/10Hd7ZepWF877ff7pEPmfWOcO9QYN7DJr+viwsFABAACAFxEjABMiB0WnTh4xMzeXM0cO7xU54crlC7NmjL93z6BHoYZj86aVS//+7dmzKJF1Ih6HT5k0JjEhQZeVnz2NGv3pu/8s+fXB/bvFS5QOCrq2YvnCMZ8NjX72LFPrSL/89P2Mad9cuxLo6ur++HHYtq1rP/5wYMitIJGLyNoy6uNB586eiouPK168pPye79yxQTaaO7eDBQAAALQQIwATsnvn5sTEhNZtusj5bVvWiqzQtn33yVPn+dSoJ4zHsBFj5HMuWMhRmJ6HD+6N+3qk7luF/LVoXuBF/3r1my5fufuHn/5a+u+OKl4+Fy+cXfjHnEytc/jgnk0bV7i6lfh90boff14i1+nec0B4eOhkmUWyaCOdHHf/3p05P04WImnoB6OX/rsz+WUu39G0ebuoyCfTpn4lAAAAoIUYAZiQHdvXy2mv3gMdHAqdOnk4S/ZTKFrMTY48jWtgX9ajgnzOVlbWwpTExsasWf33sPf7ynDgUtRNl5vEREdv2bxazgwZOsrSykrOWFvbjPpsgpzZunXts6dPdVxHWr9umZz26TuoSBFnZcnAd4bLp3H92qWzfidFriBjX0xMtKwP7Tv2MDNL/n+vdvnyfzhyrENBx8AL526H3BIAAAB4jhgBmIpLgedv3bxernwVx8JOcrwkl2zf9pIDPSiHJ7hy6cLmjavGfDa0a6cGIz7ov+zv3+X4U7NOmseMOHJo7/hvPu7bs2X3Lo0++2SwvKgsnz1zwkcjBsiZE8cPyltNnTJWzv/0wyQ5f2D/Du17kBflQnmV9sVNG1bu2rHp7QGdhgzqvmrFX8pV8sks++f3zz8dIh/r4w/fWvTnL5FPIjJ+XSmOGfEo9OG8n6cNG9q3U/u6H7zXZ9aMCQH+vund9tiR/fK23038THvhN2M/lAv/WviL9sI3+7Xr2rF+fFyccvG8v++Yz97r36e1fJ5jxwxbt2ZpQkK8ZmXl8ARTvvsi8IL/6FHv9u/daurkL995q/MfC36U18qpvHbr5jXa9y/H8JO+Hd2re7P33+0l36ibN66JDO3dvVV+WPLt+uTT8Q0athA6uHz5QlxsTLXqdQo5FtEslPOVKleTy/18T+i4Tnx8/MWL/nny2tWt30T7/hs1aSWnJ44dTPPRPxz+pnzV169d1iyRGUUu6dC2lvYBKeTbIhfK74ByUV4l3673Bvfo0qGefGfm/DT5VtB17bv95afv5fo3rl+RX5XePZp9PHLg8edP4MC+nV+Mfr9b54bye/7Pkt9iUh32IuOvikPBQvUbNG+j3vJIw8LSUsYvOXP3rhEcowQAAEBvOJsGYCp2bN8gp02atpbTlq06ysH85k2r+r/5nvITbgZ++3WW/7nTtes0atu264kThxb/NdfP78TESXMsLNL+B2TKd2OUsuDsUsxW2J73PyP/hrz/acdOvWrVamimMtu2dW3RYsUbNW5VokQZoaMklZycOXPsyKE9yoJodRCRoWTc1yPDwkItLK1KlCh9506wHK/K1/XlV1OreFXX5Y7lOPnzz4aEBAfZ5StQomQZWShuXL+8c/v6oR+Mlr9vp16/uk8dCwtLGQKSkpJUquRnJZuCv/8Zoc4NmtWCgq6GPrxXp14TORaVF7dsWj3nx+Sw4uBQqFix4ufOnT5z+ujGDSvGjZ9VzM1dLleJ5LsKDw/9auzwqMgncv7Ro4fyHZPV5szpY1Wr1ZIVqUyZcpr7X7v6n2vXAs3NLdxLlJbDdflw+/dt/2Phunz5C6T3Sq2tbbp07de1+xsFCznKcbjQwdUrF+XUw7NCiuVly5aXX4kbN67UrttIl3Vu3rwmw4SHR4UUW6PIdZT3Ks1H96lR98qlAPllK1mqrLLEzzd5G4rEhIQLAWe9vGsoC+X7I6c1azcQ6uN9jhjW/3bITeWdefw4fMvGVVs3rend953+bw5R1lc+tSWL5yvfpcCIczY2tnJmxfJFC//4Sc64FS8ZFfXk78Xzd+/arP18XvpVadWms/xL8SpCQx9cCPCTM/L5CAAAADxHjABMghxH7du7zdLKunGTNvKiq1uJCpW85Y+6hw/uqd+wWca3lUPK4R9+2bpt8u+9Ml58MeZ9ORTftGFFpy59Uq+8c8dGWSIKFio89utpnuUqySXyp/4vv/jg919nN2jYvE69xoUcC8sYIQfkmsGhTlRJInmDiz116zd9Z9CIO3dCiqp3NPh5zhRZInr2HihHm3KwLZdsXL9i/tzpv8z5/pf5y17aWaSjh/fJ4WXHTr2HvD9KXpSJQS6Z9N3ohX/OadOuixzTplhfxgXvqjVPnjh07WpgaXUduBQYEP3sqZmZuRwhy/dZaTTKCLlGzfpyevdO8K/zZsin98mn4+s1SH63n0ZFzp418dCBXT/M/nbqjN+SH1ckv8BzZ08Vdy/9zfhZdnZ2T6Oiylf0io+PU2JEtx5vaj8NWSLeHjSifYee1jY29+/dGTP6PTk23rNnq+wX6b3SRk1aKVsi6C4iIlxObW3zpFhuly+/nMqhvq7rPE57nfz5ktPJ4/DwNB+9Zs36y/5ecM7vVOcufZUl8v2R73NiYsL5c2eUGJGYmOjre9yxsFOpUh7y4oLfZssSUb1G3VGfTshfwF4uOXXi8NTvxy79+7fKVaopN5EfsVB/l/r1f7dNu66+vicqVa4adOPKoj9/ls9Z5iH5tovkDU9OfTthlPbzyexXRYqJif76yxFPIh43btqmUKHCAgAAAM+xmwZgEg4f2i1/b69du5FdvnzKkhYtOsip7AIvvW0ZjwpKiZBsbG0/+uhrObNh/b9prqzc4XtDRyklQvIsX0kOJuXI8Pw5X/F65J18NvpbZxdXOTh3ci56/OiBS4HnK1WpPmDgB0qJkORv1PXqN7t181qK/T7Sc/du8mkOrKz/+8Ve/mwui8mID78cPuKLhHTON1Hdp46c+p45oVz0U880aNQiISH+4oVzysLTJ4/Kae3aDeV06T9/xMbGyFyilAgpT167Tz+bKIfQ5/3PpDhiwiejxlWs5O1eoowyJE6PHG/LPCFLhJwv4uQiR8hyRvYRkaVkEBHJESFviuUF8ieP82Oin+m4TlRUZJrrKL0gOuZZmo/u4VlRvlEyFij5QL69Z8+eqlO3kRz2+z/fCEV+ASKfRNSomXz8VBlltm5enb+Aw5gvJiv3LNRv1IC3PpAz//y9QPvOa9Zu2PeNdx0KOjZp2kZGq00bViUlJfbpN0jztlfxqt658wu5LbNflcgnT778/IMb1y+Xr+D1wbDRAgAAAFqIEYBJ2Lljo5y2bN1Rs6Rx09bWNranTx2VQ7iMb5tiH3g395LF3Nzv3L714P7dFGvGx8dfOH/WzNy8Tr0XDg3Q/80hi//Z8tJNMF6qfIUqyiESFVfVY28vL58Uq1X3qS2SzyF6Ueiguk9dOV3576JvJ3y6c/sG5UW1aNWxUZNW6R3hsmat5O0dNBHBz++kvX2h5i3ay3n/s6flNC42Vi6UY+kC9g7yYtCN5N0QGjZqqX0n8oXUrZv8LmnvpGCbJ28Zj/JCByledYmSyTu8KGP+LGSu3sojITHVSFu9p4OZuZmO61iotxpITIxPuYp655T0NmCRo31Zc6KfPZXFQV6UX634uFgv75ryjQ0I8FOOuHH65BGR/IkkR58b168I9c4d8m3Uvp+GjZIPkHHzxZ1BqlR5YS8emTnkVPlENJo0a6t9MVNfFRlQvvnqwwsBfrJATZk2X1YVAQAAAC3spgHkfo9CH545lbzXwPKlfyxf9qdmubm5uRw0bdm8ZsDA9zO4uUtR1xRLCjs6hdwKunsnpPDzMyMoHj8Okz8vOxZy1mX/iFeQP7+99sXbITfl9O/F8+Vf6pWVa1+qZKmyAwZ+sOjPn48c2qMcRKBEybJt23Vr3bZzmhvei+RjYbgWc3X39z8jx8OJCYlyYFynTqPy5auoVGb+/jJGvHPu3Gk5bNac7jQ4+Ia8qnARpxT3U8TZRf08gzVLChRwELpJsabyVBPT2ZTjlRUsmHySlMiIxymWP3mSvCRv3nw6rqPsofAk1YFFI5R17PKl8/iimk+d3bs2+/me8CxXyVd9LMzKlavdu3dbDvIDL/hXqOR9+vQxCwvLatVqieT3OUiotxNJcSd2+fLLPBHxODzyyRPNlkEpvkv378skpyrk+MKeFEWcnIU6lygy9VXZs2vzxQtnK1Wu9vmYSWbJ/6EBAADgBcQIIPfbtXNTovqHa/9zp1Nfu2XzqjcGZHQYSzNV2lcphznQZmmRfLBGZaP615QQn8a4OsWQT6V+zu7upfMVsE+9cpEiLkI3PXsPrFuviRz0ytFs8M0b8gf2X+ZM2bN7y8TvfrLNkyfNm8gfydevXSrHw7FxsbI7yDGnXNPDs4K/v29iYqLyc72y74B8NxLi4zN4T8y1RqrmFrqOWlUqfWzXpoSGJ+oDamqLUKcH5R3WaR11jJAtIOU66mNJFCmc7idVo0Z9+VrP+p2Un5Gc2uUrULxEqcpVqq9a8ZeMQaVKe14IOCvfZ+Uoocq+EkmJianvRzlopfYhV81fDATKCkmJSUJrsfy+WWltiSMy81VRjrXZoWMvSgQAAECaiBFA7rdzR/J5NKbP+qN8hSray+UIeUC/dqGh9zM+jOXD0Pspljx4eE9OCxVMeUC+/AXs5a/Qjx49lANy7bpx//7d40f3e3hWlH+p719ZM8Vw/UnkY/EyLi7Jm2y0bNNJc4DDV+bqVuLNt/7bPOR2yK0vx3wgf3vfsWNDeseDrFmrvowR8rd6ZWeByl7V5FQmicCL/pcDA06ePCLfCuXFylFu0WLFb1y//OD+PWeXYtp3cv9u8g4yymDeMCkR4cqVCymWX76cvKSket8QXdZxKFhIvhM3b16LiYnWHN1Ds06JkumeZsIuX77yFaucO3dGhowLF87Wq9dULqxUqap6I5Qz6vczSTlKqFRUvQnPgwf3UtxJ5JOIp1GRNrZ5bGxt03sg+SncDrn58KH8jP6/HdDj8LDYVGf31PGr8vhxmEg+MYe7AAAAQFo4ZgSQy128cC741g3Hwk4pSoRQj5Obt0w+0sHWLWsyuIcjh/dqXwwKuhpy66aTczHlnJQpODsXS0xIOHZkv/bCQwd2zf156skTh8Xzn6C1WVkm//ic4tAVyg/LGatbr3Hy0zu0N8Xy3+bN7N+71cZ0DrGZwvy5M3p1bxagdVbOosXcOnZOHljeuxOS3q3kj/NWVgqwXOAAABAASURBVNa+Z46f9/ctUKCgu3vycFrGCKHeDuXWzWu11IeuVCj7uezbu037HuJiY48e2SeSD5ToIzKiEjnHs1xFu3wF5JsT+vD/QUrO+589ZWllXaq0p47ryA+9uk+d+Pi4w8/PzKrYs3uLnJYrXzmD51CjRr34uNg1a/6W3yvlHbbNk6esR3n5zh87ekA8P4SH5FIs+QQr8mv29MVjZ+zbu11Ovbwzep8rVvKW0/37dmovPHRwt/bFTH1Vxk2cvWnbSXfdT14LAABgYogRQC6nbBbRqHHa53Rs2Sr5kJZnTh/L4DCWMiWsX7tMmb97J2Tq5LHy5+h+/d9Nc+XWrTvL6fx5069du6QseRT6cOW/f5mbWzRu0lo8PxnBvXt3Ep9vTi9/apbTTRtWymgiks+/EL1m9d9HXhy1pkmO9KrXqOt/7vSqFYs1C2UHWb9u+eOIcOVwgy9Vuoxn5JPHfy2aG/3sv3M6yKHsgf07NU8sTRYWFtWq15a/1V8KPF/F679DIVZOHiqrlLKj+bleat+hh1AfsOPA87Hus6dPZ0wbd//+Hc/ylcuULZf+sxPW6rfrzt0QoRfy5Zz1Oxka+uD5o9u0a99Nzkyf+o38XORMbGyMnJczLVt2VDY00GUdqUu3fnL65+9zQoL/O5bHn7//dPdOsOw4yhk30+NTI/lz3LBuudA66qSMQdHPnh7Yt6NkKQ/NgUtKliwra0XE47Apk7+IfH58ilMnDv+16BeR/Cn0zOBRWquP0rps6e+ajiZjx+K/5mqvk6mvSuBFf/lOhj16KAAAAJAWdtMAcjP5Y/L+fclnuGzUuGWaKzi7uHqWqyQHTps3rXrr7WHprTN/7vSl/yxwdHS6fu1yUlJi8xYdmrVol+bKbdp38/M7eWD/juFD+7oVL1nAvuDVKxefPY16Y8DQouofrosUdrGwsLwZdPWdtzp7eFQYM3ZK02ZtN29cde1a4JBB3d2Kl7p7NyQuNvaNN4emGAqmqf8bQwLO+/2x4Ie9e7bmyWsXFxcbqD655keffJP6uJtpata83b49206fOiKfj2vxEnJJ8M0b4eGh5St4tWjZIYMbythx9Mi+mISEipW9lSXyF/syHuWvXAqQL9BHK4V4V60pX/7iRXOnTPp8/txChRyL3LhxVf7aX8jR6aOPv8n46RUtVlxOt2xcFXDOt1mL9t16vCGy04+zv7t+7dLwD7/UnMy1Y+fee3ZtOet3ok+vFvIDvXXzekz0szIeFTS7Kui4TtVqtWSgOXH84Hvv9ihRoszDh/dlNbDLl//Tz79NvbGMttJlyuUv4KBeOfmAEcrCihW9V634KyEhXjkwh0LezyefTRj9yWAZIPr2auleovTjx+Gh6l2KevR6S8ajDB6lXPnK3XsOWPnvognjPi7iVFQWlls3r3l51wwI8NOsk6mvyuyZE+WX/ONR49P7LwUAAMDEsWUEkJvdCLoaFfnEpaibHNGlt05T9fkL5e/5yuEPUuvbb7AcnRZzdb99+1aFil4jRo4d+cnXIn2ffzn5ncEj5S/ecsApS0SpUh6jv5jUq8/byrVyxD70g8+sbWzv37v9UL1hv7WNzfTZv/fpN1g+ydDQ+15ePl+Pm9G4aWuhAw/Pir/MX16zdsOoqMiLF849vH9PjninzljQPMOOoE2OYL8aN/2tt4cXLOR47WrgzaBrHp4VhgwdNWXqPOWwiOnR7B2gfZJI9cYRyb/byxelvXLvvu+M//YH+WwTE5PkQ8jf2N8eNGL+b/+6qce0GZBD6FatO6tUZkFBVyMjI4Te2dsX/OGnxXXrN82fv8CN61ccCxeRn9S0Gb9pTkuh4zrS1+NnduvxpouLa/CtG1ZWVk2atv1l3rKSpcq+9DnUrNVAvLifRRUvH+UQnjW1tkARycfLdP553lL5lXZyLnrr1g0zM1Xjpm2mzViQXmjTNvCd4fIzkt+fqKgnZmZmPXu/PeG7H7UPffLKXxUAAACkpsqS494DeDVJaomJifHx8XFxcdGRwQ/3VVCuKtf2kMrcWuSo+b9MX79uGb/umpRPRr7doWNPHWMQ9C8p/tnFLQ2U+YRy+23sXGzUrK2tLS0tzdVUagIAAMCAsZsGAOA/9+/duXo1MIPtaAAAAIAsQYwAAPznx9nftW/f/aU7jwAAAACviRgBAPjP6DHf5ctfQAAAAADZjBgBIF1D3h8l/wRMBiUCAAAA+kGMAAAAAAAAekWMAAAAAAAAekWMAAAAAAAAekWMAAAAAAAAekWMAAAAAAAAekWMAAAAAAAAekWMAAAAAAAAekWMAAAAAAAAekWMAAAAAAAAekWMAAAAAAAAekWMAAAAAAAAekWMAAAAAAAAekWMAAAAAAAAekWMAAAAAAAAekWMAAAAAAAAekWMAAAAAAAAekWMAAAAAAAAekWMAAAAAAAAekWMAAAAAAAAekWMAAAAAAAAekWMAAAAAAAAekWMAAyFSqXSvnh5Zzu5TADAC5I0c2ZmZqrnlCUp/hkBAAAwWMQIwCAoQwjtgURCbLgAgPSlKBEAAABGhBgBGApGFAAyxew5qgQAADA6xAjAICgDCQtrR/sa2+Li4mJjY+U0Pj4+ISEhUU1ZLSkpScDExMTEhIWFFSxY0MrKSsBUaUKDUh/Mzc0tJGsHOSOvUnqEAAAAMB7ECCCHqbSYmVtZ2VcXsbFJsbEiLk7+qRKSmSUlkSFM1rMnT8JibtjblLSwsxMwbf/9Q2FmZqGwtDJXY+MIAABgdIgRQM7THDBC84OnTA/KRXWLSFBKBD3CNEVFRT179kx+GaytrQVMWOp/KCwtLeVUiRGajSPoEQAAwCgQI4CcJIcNSmLQDDCSnm8EoYwulH00NBmCHmGC5LdC9gg5tbGxETBV2ufLeGFPDTXtI0cIegQAADAGxAjAIGi2vpYDDKHVJpQSwZYRpkx+DZ4+fUqMgCY0aPcIDfbRAAAAxoUYAeQ8ZQghhxaaiylKBBnClMlvQnR0NDECiv8fYuZFHDMCAAAYF2IEkMOUPTU0PUIzzNDsncFmESZOfhmUGMHZNKC9s4bmJBraMwIAAMBIECMAQ6F96j5lSoaAUH8T4uLi5NTS0lIAL+6vIbS2ldC+FgAAwMARI4Ccp30YS808B62EQn4lZIyQU+V4IkDq7kCJAAAARocYARgEZQihSRLaSxhdmDj5BUhMTFQ2xReAWup/FviHAgAAGBdiBGBAGE4gTdqVChB8GQAAgPEjRgAGjSEHUhwgAAAAAMgF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VElJSQIAkKNu3LixatWqNK+KiooKDg52c3PLkydPmiv06tXL1dVVAAAAAMaDLSMAIOeVKFFCpVIFBgamea28SvaINK/y8vKiRAAAAMDomAkAgAHo27evhUXmArFcv0+fPgIAAAAwNsQIADAIzs7OrVu3ztRN5PoODg4CAAAAMDbECAAwFG3atHFyctJxZbmmXF8AAAAARogYAQCGwsLCol+/fjquLNfM7G4dAAAAgIEgRgCAAfH09PTx8XnpanXq1JFrCgAAAMA4ESMAwLB069bN2to6gxXy5s3bvXt3AQAAABgtYgQAGJaCBQt26tQpgxXktXZ2dgIAAAAwWsQIADA4TZo0cXd3T/Oq4sWLN2jQQAAAAADGjBgBAAbHzMysX79+KpUqxXK5pH///vJaAQAAABgz/hctABgid3f3Jk2apFiYwRYTAAAAgBEhRgCAgUpxbAh7e/vOnTsLAAAAwPgRIwDAQNnY2HTr1k1zsU+fPhmfZQMAAAAwFsQIADBcdevW9fT0lDNeXl7e3t4CAAAAyBWIEQBg0Pr27WtjY9OnTx8BAAAA5BaqpKQkAQAwYHfv3nV2dhYAAABAbkGMAJA5/KMBU5P6HKsAAAB4TRYCAF6GAAFTpv39J0wAAABkCWIEgIxohmEZzAC5kqY7aM8oX3uSBAAAwGsiRgBIlzLu0kwVKZYDuZVSHDTTFEmCHgEAAPA6iBEA0qbdIA6euxUVHZekRfMTMZBbaXKDna1V3YrFzMzMNEmCHgEAAPCaiBEA0qVJD4t3+N95FCUAk1SskF1NTyczLYIeAQAA8HqIEQDSoH1giMTERGXe3ExlYW4mAJMRn5CYkJjc4+Lj483NzZWF2rtsAAAA4NUQIwCkTbNZhIwRSpvoUL9i5wYVBWAy1uzzX3fwvPz+x8XFaQqdUiKUvTYEAAAAXgkxAkC6lBKRkJDA4SFgypQYIZ5vE6HspqG5iiQBAADwCogRAFLS3kdDezcNwDQpMULJEJL8L0JOyRAAAACvg92/AaRN+2waAjBt8fHxCWrKXkv8RwEAAPCaiBEA0qBdItgyAiZO/leQokRoCAAAALwSdtMAkC5GXIAiUY3/HAAAALIKMQJA2rQHXQzAYOJSbBMhAAAA8HqIEQAywtALIEMAAABkOWIEAAC6okcAAABkCWIEAAAAAADQK2IEAAAAAADQK2IEAAAAAADQK2IEAAAAAADQK2IEAAAAAADQK2IEAAAAAADQK2IEAAAAAADQK2IEAAAAAADQK2IEAAAAAADQK2IEAAAAAADQK2IEAAAAAADQK2IEAAAAAADQK2IEAAAAAADQK2IEAAAAAADQK2IEAAAAAADQK2IEAAAAAADQKzMBADknKSlp/4FDn372ZYdOParXqN+0RbuB77y3aPE/ERFPRM65ffvu2K8mnA+4qFnSt//ACpV9gkNui2yWmJi4bv2mKVNnaJZMnTZLPvSGjVsEnpNfD/metO/YXQAAAMA4ESMA5JiwsPBB737w3vsfbtqy7UbQzbIeZSwsLI4dP/n91Jlt23c5cvS4yCGTv5++eu36pMREoXcBARfHfPlNSMgdAQAAAORe7KYBIGfIH7ffGDDo2vUbjo6FPh/9SeNGDfPY2sjlARcuTpo8/fQZX9kpfv5pVuNG9YUB+HLMZ1FPo+RTFQAAAABeG1tGAMgZ4ydOkiXCw6PMqn//btu6pVIipArX5uujAAAQAElEQVTly/35+7zWrZonJSV9OXbcvXv3hQGoWLF8zRo+NtbWAgAAAMBrY8sIADng5q3gLVt3yJnPRn1UuLBjimstLS0mT5oQcvvOuXPnV65e98HQwXLh5q3bR336xRv9e48ZPUqz5qOw8PoNm3uULbN29TLNwqfPov/+Z9nRYycuBFwsXbpkrZo+b77RL3/+fJoV4uLil/y9bM/efYGXLzvY21esUL5J40bt2rZSqVR3795r2qKdslrPPm/K6ZaNa9zd3fr2H+jrd2771vWuxYoq196//2DG7J/kM7x//768B5/q1d7o38fevoDmUeTN5b3t37PtryVL9+07cOFCYPkK5Vo0a9KzR1czs7RD8LgJk/5dsVrO7Nq9t0Jln06d2k/+dpzm2uMnTq5Ysebo8RNORYp4eVXu26dn6VIltW8uH27xkqWnzvjeuhlcpUqlRo3q9+jWxdzcXKQjIuJJ7XpNWrZo9tGHwxb+9ffRY8eio2N8qlXt16+3t1dlzWrdevR7FBa2YvmSmbN/PLD/UJUqlUd/9nFxN1d51arV61auXiMfztLKSt6wVesWzZs2Vm41c/acBb8vHPnhB+8OGqj9oL//vki+bx+8/+4HQ99Vlpw67btmzfozfmefPXvmU71qh/ZtG9Svq1l/+45dIz8ePe7rL2xtbefOX2BlZdmpY/tuXTop1z5+HDH/19/37j9oplL5+FTr17dX2TKlBQAAAAweMQJADti2faec1qlds26dWmmuYG1l1adXDznU37FzlxIjdHQ+4OLwDz+Rw3JbGxtPz7I3bwbLse7yFatnTp9cw6e6ss53k77/d+WavHZ5i7u6xsTEyCwi//btPzjt+2/t8uYd9sF7W7duv3L1Wq+e3WUoKVAgf+pHCbhw8c2B7z6Neiobh6eHx9Wr106cPL3835UTx3/dpElD7TW/nzpz0eJ/XF2LFSvmcuLEqSNHjp0/f2HihK/SfPKNGtRXqczk/ZQpXap165Zly/5/XL3kn2Xy3bC2tvL09JD3IJ/A1q07Nm9crXl669ZvmjBx8rPo6IIO9rKenDx9Rr6i5f+u+nXeT4UdHTN4x0JCQvq9MTB/gQJNmjR6cO/Bth275N/cn2fXq1tbWUE2Gjn9ZNTn8jXKmWMnTir9aPSYr5TDasomYmllKWvRpi3bmjRuOHPGFPnxtW3TSsaIHTt3p4gRW3ckf/SyOCgXJ02ZLsOQnCle3LVQQYet23Zu3LS1XdvW8rPQfvSjx47Lq5Ql0dHRykx4eHiX7n0ePHhYsWL5O7fvyo6zbv1G+Xo1HzQAAAAMFjECQA64cuWqnFaoUD6DdWrW8JHTy5evxsXFW1rq+o/V5CnTZYkYOmTQoEFvyR4hlyxfseq7SdMmfz9j5fIlZmZmoY/CVq/dIH/5X7xogbLVwNVr14eN+HjT5q1v9u9TuXLF998bdOHCRRkjunXpWKlShdQPERsb99XXE2WJkI8y9L1BFhYWiYmJi/76Z9qM2V+Pm7jee4WDg72y5sOHoRs3bflr4W/yB3958cb1oJ79Bqxas+6tt/qn2KhBIUOGHOfLGOHuXlw+De2rZIn4dNRI2Ufy2Nrcvn138HvDrl+/sXnLtj69e8hr5YuaOOl7OTNrxpSWLZrJAXx0TMyUqTP//XfVvPm/f/Xl6AzeMZlvKpQv9/tvvyhdo+Wu5h+O/PSb8d9uWLdSeQOTkpLu3bv/7Nmz6dMmVa/qHRBwUS6X6UGWCPkqZkyf7FG2jFwtKOjWqM/G7Nm7f8Hvi2Q/KudZtly55G5y48bNEiWKK48l25BcUtXbS9mw4uChI7JEyDv5fspE+RzkEvlAn30+Vn4W8q1o27ql8uhyKktEm9YtRn44LCTktpv6tkK9XYy8lXx7lc1V/v5n+XeTp306euzm9avy5M0jAAAAYMA4ZgSAHCB/zZZTzagyTcrP73Isqqysi/0HDp0+41unds3hw95TBtJSrx7d5Dj24sVL23fslhdvh9yOj5d1w1Kzr4QcDH89dsykb8c5ORXR5VG2bttx4WJgo4b15aPIEiGXyLsa+Fb/Du3byCiwdPlK7ZXferO/UiKkEiXdWzRrItSnzBCZ1KRxw4ED+itH1iha1LmvukEEXrqsXLvor79lHJH9pVXL5sqmBDbW1mPHfOrqWuzfFatf+gZ+NHKYZgsL+QzbtWkle8euXXu11xn63mBZB+RbpGz68fMvv8rpxAlfKyVCcnd3mzxpgnz0339fGBMbK5e0b9tGTrft2Km5kw2bNsup/DiUi3PnLZDTr7/6XCkRkrz/cV9/IWd+W/Cn9qMXdnSc9N14N9ditWvVKFbURbN8wvixmh1n+vXt1bpV8/v3H2zZtkMAAADAsBEjAOQYZdicnti4OGUmMUnXU2xeDLwkpzVr+qRYXrd28s4gAReSE4Cnp4ezs9OJk6f79B/4z9J/lZvIftG5U/siRQrr8ihXrl6TUznsT7G8Zctmcnr92nXthdWelwiFssdETGyMyCQfn2raF8uoj4zw5MkT5eLFwEA5TbF7ggwltWvWSEhIkOkkg3suVsxFs0eGoknTRnJ68uQp7YU1tJ5AbGzc9es3ZH3QPrRE8rMqXapixfLRMTE3b96SF9u2aSk/4h3qBqTYsmW7fFat1Zs8SOf8k3c8qV7thbeoZMkSJUoUDwy8rBQNhbd3FWsrqxTPvGyZ0pqKoWjcqKFytwIAAACGjd00AOSAwuph/61bwRmsc0095pd0P6HmzaDkMfAPP/4i/9K4Vj1CtrKy/HbC16M+/eLsWX/5J5fIn9bbtW094M1+2oefzMCNG0Fy6uLinGJ5UZfkX+xvBr/wolIEDguL5B1DEhN0zSsaBR0cXryf5H+9E57fj/LS3nwr7YNrBMm3pYFIT3E3txRLnIskbyESfPtOek/gsnovG+X1piAX+vsH3LoZLEuBjD516tQ6fPiosqeGXH7t+o3GjRs4Fioo17wVHBKfTFTyqinScu3a9fLlPJV5zZ4v2oo4pYxHyrYtd+/eEwAAADBsxAgAOaBShQobNmzOOEYoI17503cGJ9RMSIjXvqjseSFvkuZRJ4s+zwd169TatGHV2vUbr1y5KofxAQEX5//2x7oNm+bP/VGXczEkJCSI58cySC3F2SvMzbJmAzSzDO9HubZWTZ80V8uXzy6D26rSueekxBeKibnF/19XQnzy256YmG5S0azctnVLGSO2bNs+dMigLduT955o06ql9nPOl99OfhnEy6R5ThBzs5QLlQ9F+8wpAAAAMEzECAA5oEXzJpO/n37g0GHtoxtKP82Z175d65IlS8TExi5dvkIuqft8DwJlVJ+iAISHP9a+6OpWTE47d2rfv19vkSH5S/vAAf2V+adRT0eN/mLvvoPzf/19+tRJ4mWUgy+m/vn99p3kTQkcC+m6HUcWcnUtJt/J0Z99XM7TQ2TSg/sPUiy5e/++eL71Sprc3ZM/srv30tgA4b834fn5O1o2bzp+4qTdu/e+9+47O7bvsrWxaaY+aoZUrKiLhWRm8ftvv4hXEhYenmKJ8qG4uboKAAAAGDaOGQEgBzg7OzVv1kRWgNFffPUgNFRZKEeSc+cvaNex++gvvv5m/Hfnz1+wsbbu16encq21VfL2Ebdf3Hfg+PGT2hebNE4+ZMCevftTPNy0mT80bdFu2b/Jh5bctHlri9YdFvyxUHNtnrx5hg8bKmdCbt8WOpAjf/H87KTatm/fJVId3CGzMj6ORnoaN0zeDWP3npQvvO8bb7ft0FXZGyU9167fkH/aS3buTD7KQ/26ddK7SYEC+Qs62AcF3fL1O6e9/MrVaxcvXsqfP185z7LKErt8dq1btTgfcHHrtp3BIbdbtW6uHINTIZuUDArHT7zwIcrvQ4NGLbr37P/s+Sk80+PvH5CiRu1QP3PlawAAAABDRowAkDPGjP4kr13ec+fOd+/Rb/uOXXLk6eRUZMXyJdWreW/YsHn9+k3yV/MpkydoznBRooS7nB46fGTvvoNCvY/A/gOH5s1foH2fZcuUlgPRI0ePL/zrb83CffsPLl68NDQ0tG6d5I0sqlSpfPv23cWLl928+d9OIklJSfLhRPIP/u7KEhv1mTjk4DnNZ96yVXM5FJd3+8OPv2h22fhz4ZING7fYFyjQtk0r8Rqsbf5rLhnsBJFaly4dHR0LLVjwp6YOyKckn56v71kzlVmaJyjVkC/hy6/G3bt3X7n456IlMhx4eJRp2aJZBrfqo45EX3094WLgf2f0uHkr+Iux4+Lj4/v27qm9V4WyX8b302aK5L02XnhzBrzRT04nfz/j/vOtM54+ix47dnzoozD5nDXnQ0mPfI2fjRkb9fSZMv/rgj9lh6pZo3rGrxcAAACGgN00AOQMFxfnv//6/atvJsoeMfLj0XL4WqFCuZDgkEdh/217LwfJ+/cf8vaqohwDskSJ4r16dl/+78r3h410d3eLinr68GFon949ZJ7QvtuhQwadOeM3ddqsrdt25M2TJy4u7uSpM3L55O/GK7tXuLkW+/jDYTNm/9SlW29v7ypySWjoo0uXrxQu7Djs/SHKnShrjh4z9rcFf3419vMU54woXKjQ1O+/G/HRp/N/+2Pp8hWlS5UKCgqSTztPHtsJE75Sjs74yoo6O9tYW1+4GNi+U/eKFSpM+/5bXW4lx+3Dhw0dN/67NwYMkqNxueRRWFhg4GWZe2bOmJLx8SZkWAm+FdKidcdKFcvfuhUsQ4CDvf2USROsrCwzuNWQwW9fuBC4e8++rt37lC5V0tLKUj6cLAJ1atd89923tdesV69OoYIOMjfIz1Feq31VlSqVOnduv3btxm49+np4JG9MEXTzpkxF5ct5fvbJSPEyFcqXCwq61ahJS08PD+UjkG/dB++/KwAAAGDw2DICQI7xKFtm6ZI/f/pxequWzYsXd7ty+aptHts6dWp98/WYrZvXypnVa9e37djt9GlfZf1vvvp84viv6tWr/Tg8okzpUqM/+/irL0en2K9B/iq+asXfzZs1iYh44ut79u7de82aNl6yaEGnju0067zzzoBZM6Z4eVW+fiPIPyCgUKGC7783aPXKpa7FiiorvNG/T62aPnFx8ZevXI2IiEj9zOvWqbVy2ZKGDeoVKFDgwoWLMqwMHPjG2tXLmzdtLF5Pnrx5vvziM7t8djdu3Lx//77uN+zRrfOiP3+tXq3qzVu3ZI6Jj4vv2b3LmpVL5Zuc8Q3t7e3/Xba4a+cOIbfvyMeVfeefJX++9NgTFhYWP/0w/ZORw2URePQo7P69+40a1Z829bsFv/6c4oCjlpb/ncuzTasWqY9DOWniuK/Hfu5S1EW+1X5nzxUsWHDE8KGLF/4m3wfxMkWKOMo127ZuFRwSYm5uUbtWjX/+/jPF+U0BAABgmFTpHRAegMlKUktMTExISIiLi4uNjf3k1wP3H0d3blipc4OKQl/kE1izdsPfS5f/Nv9n+dO6Qoh7TAAAEABJREFUQFaTvaZ2vSalSpbYuH6lQFrW7PNfd/B84XxWn3X2tFGzVrO0tJRhxczMTKUmAAAAkEnspgHAQMmRXreuneSfAAAAAJC7ECMAAAAAAIBeESMAAAAAAIBeESMAwETlz58v4NxJAQAAAOgdMQIAAAAAAOgVMQIAAAAAAOgVMQIAAAAAAOgVMQIAAAAAAOgVMQIAAAAAAOgVMQIAAAAAAOgVMQIAAAAAAOgVMQIAAAAAAOgVMQIAAAAAAOgVMQIAAAAAAOgVMQIAAAAAAOgVMQIAAAAAAOgVMQIAAAAAAOgVMQIAAAAAAOgVMQIAAAAAAOgVMQIAAAAAAOgVMQIAAAAAAOgVMQIAAAAAAOgVMQIAAAAAAOgVMQIAAAAAAOgVMQIAAF2pVCoBAACA10aMAJARlZoyHx+f8CwmTgAmIy4hQZlRPScAAACQFYgRANKmPe5S5jceviD/BGB6NCWCJAEAAJAliBEA0qX5NTgpKUkApkr+J2D2HCUCAAAgSxAjAKRBCRBKiZADsHdaVYh6FhOnlpCQEB8fL69NTExMUmN4lq1iY2MfP35coEABKysrgeyn/c1X5LG1srCw0MQIbQIAAACvhBgBIG3aG6VXcC8Uq6b0CBkjZJJIek4gO0VGRgZF33d3srWzsxPQC+XLL9ODuZqlpaWFmnaPEAAAAHgNxAgAKWn2y9D8PizHY3IkplkoLxIj9OapmnzPra2tBbKfdoZTYoRSIpR5egQAAECWIEYASJd2jEhRIjT7aAhks4iIiGfPnsm33dbWVkBftPfUUEqEMk1x2AiSBAAAwKshRgBIm7J9hBx6KcVBmcqL2iWCGKEHcgCsbBlhY2MjoC+ao0IoPcL8Oe3DRggAAAC8KmIEgDRoDmAp1AFCTpUd5mWGULaSoETojXzDnz17Jt9/YoSepegR2igRAAAAr4kYASBdmhihGZKxTYT+ybc9OjpaTjmbhv5p94gUM4J9NAAAAF4DMQJA2rQ3jhDq3+dT77UBPZDveVxcnJxaWloK6Jf2wSyFVpsQAAAAeD3ECAAvoYy+lDBBidA/+bbHx8crhw4V0LsUG0GkngEAAMArIEYASJcy3NKcRyPFEuiHfM8TEhKUHQQE9C51dCBDAAAAvD5iBICXSDH00t53A/qRmJgoGAPnHN55AACALEeMAJA5DMz0LMVhCwAAAIBcgB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SpWUlCQAADkqOjp63LhxYWFhIpMcHBzkDW1sbAQAAABgPMwEACCnyZrQrVs3kXm9e/emRAAAAMDoECMAwCDUqFHD09MzUzepUKGCt7e3AAAAAIwNMQIADEXfvn0tLHQ9lI9cs1evXgIAAAAwQsQIADAUzs7OrVu31nFluaZcXwAAAABGiBgBAAakTZs2Dg4OL13NyclJrikAAAAA40SMAAADYmFh0bt375eu1qtXL9136AAAAAAMDTECAAyLt7e3l5dXBivIaytWrCgAAAAAo0WMAACD07t3b2tr6zSvkst12XQCAAAAMGTECAAwOAULFmzbtm2aV3Xq1EleKwAAAABjRowAAEPUvHlzJyenFAvlkiZNmggAAADAyBEjAMAQWVhY9OvXL8VCucTMjH+3AQAAYPT4H7UAYKA8PT3r1KmjuSjn5RIBAAAAGD9iBAAYru7duytHsrSzs5PzAgAAAMgViBEAYLhkg+jUqZOc6dixo5wXAAAAQK5gIQAABqxJkyZ3795t0KCBAAAAAHILVVJSkgAAAAAAANAXtowAAAAAAAB6RYwAAIOW3vZrKpVKAAAAAMaJGAEABkqTIVL3CFkilIUkCQAAABgjzqYBAAYnSU2ZSUxMlNOgi48Tn0t6TqS/3QQAAABgyIgRAGBYtDOEFBebsGTK+cXfnb905lFCQoKyUJmhRwAAAMBIcTYNADAgmr6g2SZi+YzAK37hyrXdPyxT2quASqUyMzPTTDUEAAAAYCSIEQBgKFKUCOnfmbJEPNZep/MHJcp425s9Z25uTo8AAACA0WE3DQAwCClKREJCwj9TLyglokpdp3cn+OSxs5Tza3++cenMo7i4uPj4+AS1FEeRAAAAAAwfW0YAQM5LUSJiY+JXzL503T9CqEtEmzc9VCoReufZ39P9nkbGmZmJtu+6lq5SwELN3Nxc2UqC7SMAAABgLNgyAgBymC4lQirkYttvlFceO8vERLHlt5ArfuGa7SNSn2UDAAAAMGTECADISTqWCIWmRyQkJG1dcPvq2cf0CAAAABgjYgQA5JhMlQiF0iNs81jQIwAAAGC8iBEAkDNeoUQoZI/o80kVpUds+S2EHgEAAACjQ4wAgBzwyiVCUcQ1r9IjlONH0CMAAABgXIgRAKBvr1kiFPQIAAAAGC9iBADoVZaUCIXSI6xtzekRAAAAMC7ECADQnywsEYrkHvExPQIAAABGhhgBAHqSokTExb5uiVA4F7ejRwAAAMC4ECMAQB9Sl4hVP11+/RKhoEcAAADAuBAjACDbpVkirvg+FllRIhT0CAAAABgRYgQAZC89lAiF0iOsrM2UHnH9PD0CAAAABooYAQDZSG8lQiF7RO+P/usRm3+lRwAAAMBAESMAILvouUQoipbMp/SIhHh6BAAAAAwUMQIAskWOlAiF0iPMLVT0CAAAABgmYgQAZL0cLBEK2SN6fliZHgEAAADDRIwAgCyW4yVC4e5RgB4BAAAAw0SMAICsZCAlQkGPAAAAgGEiRgBAljGoEqGgRwAAAMAAESMAIGsYYIlQ0CMAAABgaIgRAJAFDLZEKOgRAAAAMCjECAB4XQZeIhT0CAAAABgOYgQAvJYUJUKO7TUlwqu+c9sBBlEiFPQIAAAAGAhiBAC8utTbRKyYfUmzTUTr/mWFgaFHAAAAwBAQIwDgFRnF3hmp0SMAAACQ44gRAPAqjGjvjNToEQAAAMhZxAgAyDSj2zsjNXoEAAAAchAxAgAyx0j3zkiNHgEAAICcQowAgEzINSVCQY8AAABAjiBGAICuclmJUNAjAAAAoH/ECADQSa4sEQp6BAAAAPSMGAEAL5eLS4SCHgEAAAB9IkYAwEvk+hKhoEcAAABAb4gRAJAREykRCnoEAAAA9IMYAQDpMqkSoaBHAAAAQA+IEQCQNhMsEQp6BAAAALIbMQIA0mCyJUJBjwAAAEC2IkYAQEomXiIU9AgAAABkH2IEALyAEqFBjwAAAEA2IUYAwP9RIlKgRwAAACA7ECMA4D+UiDTRIwAAAJDliBEAkIwSkQF6BAAAALIWMQIAKBEvR48AAABAFiJGADB1lAgd0SMAAACQVYgRAEwaJSJT6BEAAADIEsQIAKaLEvEK6BEAAAB4fcQIACYqgxJRsVYRSkQG6BEAAAB4TcQIAKYo4xLRfqAnJSJj9AgAAAC8DmIEAJNDicgSSo+wsDSjRwAAACCzVPzPRAAmhRKRtUKuRiyddS4+LtHcQrR9t1jJigUsLS0tLCzMzc3N1FTPCQAAAOA5towAYEIoEVmuWOn8fT5i+wgAAABkDjECgKmgRGQTegQAAAAyixgBwCRQIrIVPQIAAACZQowAkPtRIvSAHgEAAADdESMA5HKUCL2hRwAAAEBHxAgAuRklQs/oEQAAANAFMQJArkWJyBH0CAAAALwUMQJA7kSJyEH0CAAAAGSMGAEgF6JE5Dh6BAAAADJAjACQ21AiDAQ9AgAAAOkhRgDIVSgRBoUeAQAAgDQRIwDkHpQIA0SPAAAAQGrECAC5BCXCYNEjAAAAkAIxAkBukLJExCVQIgxKih5xK/AJPQIAAMCUESMAGL3UJWLNz5QIg6PdIzbMDaZHAAAAmDJiBADjlmaJuHQqXFAiDI+mR8THJdEjAAAATBkxAoARo0QYnYx7RJIWAQAAgNyLGAHAWFEijFQGPUKiRwAAAJgCYgQAo0SJMGr0CAAAABNHjABgfCgRuQA9AgAAwJQRIwAYGUpErkGPAAAAMFnECADGhBKRy9AjAAAATBMxAoDRoETkSvQIAAAAE0SMAGAcKBG5GD0CAADA1BAjABgBSkSuR48AAAAwKcQIAIaOEmEi6BEAAACmgxgBwKBRIkwKPQIAAMBEECMAGC5KhAmiRwAAAJgCYgQAA0WJMFn0CAAAgFyPGAHAEFEiTBw9AgAAIHcjRgAwOJQICHoEAABArkaMAGBYKBHQoEcAAADkVsQIAAaEEoEU6BEAAAC5EjECgKGgRCBN9AgAAIDchxgBwCBQIpABegQAAEAuQ4wAkPMoEXgpegQAAEBuQowAkMMoEdARPQIAACDXIEYAyEmUCGQKPQIAACB3IEYAyDGUCLwCegQAAEAuQIwAkDMoEXhl9AgAAABjR4wAkAMoEXhN9AgAAACjRowAoG+UCGQJegQAAIDxIkYA0CtKBLIQPQIAAMBIESMA6A8lAlmOHgEAAGCMiBEA9IQSgWxCjwAAADA6xAgA+kCJQLaiRwAAABgXFf/LDEB2o0RAP0KuRiz/4VxsTKKFparDUFc3z3yWlpYWFhbmaiotAgAAADmKGAEge1EioE93bjxZOvMsPQIAAMDAsZsGgGxEiYCeuZTI1+fjKlbW7K8BAABg0IgRALILJQI5gh4BAABg+IgRALIFJQI5iB4BAABg4IgRALIeJQI5jh4BAABgyIgRALIYJQIGgh4BAABgsIgRALISJQIGhR4BAABgmIgRALIMJQIGiB4BAABggIgRALIGJQIGix4BAABgaIgRALIAJQIGjh4BAABgUIgRAF4XJQJGgR4BAABgOIgRAF4LJQJGhB4BAABgIIgRAF4dJQJGhx4BAABgCIgRAF4RJQJGih4BAACQ44gRAF4FJQJGjR4BAACQs4gRADItgxLhWc2REgGjQI8AAADIQcQIAJmTcYnoNLg8JQLGgh4BAACQU4gRADLhpSXCjH9UYFToEQAAADmCcQMAXVEikCvRIwAAAPSPoQMAnVAikIvRIwAAAPSM0QOAl6NEIE4L9eMAABAASURBVNejRwAAAOgTAwgAL0GJgImgRwAAAOgNYwgAGUlRIuS4jBKBXIweAQAAoB8MIwCkK3WJWD//KiUCuRs9AgAAQA8YSQBIW5olIuDoI0GJQG5HjwAAAMhuDCYApIESARNHjwAAAMhWjCcApESJAAQ9AgAAIDsxpADwAkoEoEGPAAAAyCaMKgD8HyUCSIEeAQAAkB0YWAD4DyUCSBM9AgAAIMsxtgCQjBIBZIAeAQAAkLUYXgCgRAAvR48AAADIQowwAFNHiQB0lKJHBF+hRwAAALwiBhmASaNEAJnyQo/4mR4BAADwihhnAKaLEgG8Ak2PiItNWj/nluwR8Wr0CAAAAN0x1ABMFCUCeGVa20cI2SNuXY6gRwAAAGQKow3AFFEigNdEjwAAAHgdDDgAk0OJALIEPQIAAOCVMeYATAslAshC9AgAAIBXw7ADMCGUCCDL0SMAAABeASMPwFRQIoBsQo8AAADILAYfgEmgRADZih4BAACQKYw/gNyPEgHoAT0CAABAdwxBgFyOEgHoDT0CAABAR4xCgNyMEgHoGT0CAABAFwxEgFyLEgHkCHoEAADAS6n4H0NArkSJAHLWnRtPls0+F/MswcJSdBzm5lY2v4WauZpKiwAAADA9xAggF6JEAIbg3q2of2b40SMAAABSY0QC5DaUCMBAOLnl7fuJl7WtOftrAAAApMCgBMhVKBGAQaFHAAAApIlxCZB7UCIyy9//QqWyPp3a9BCvISrq6dw5C1YsX6NZMnXSLHm3G9dtEXq3b89B+dBfj5ko9Ovhg1D5uD079RdIhR4BAACQGkMTIJegROSUlctX//zDvKdRUQJIBz0CAAAgBUYnQG5AiYCiinelP5bMe2vQGwIGhh4BAACgjQEKYPQoEdBwcLCvWcunVOkSAoaHHgEAAKDBGAUwbpSIrBUXF7/w9yUD+g6uU61x2+adR304ZtP6rRkMDju27j5t8mw5I6eVyvqsXrlO+9rjx05+9tGXjeq07Nmp/7fjv7965XqKm58+6fvV5xM6tOrevGG70Z+MPbDvcAbPbf++Q/Ihhg4akWK535lzcvmgN4eKtI4ZsWPrrg8Gj5T3X79Gs/ffHSlf3bOn0Zpr5bOS68t1tO9QXpQL5VXaC/ftPTjuy2/7dH/Lp0r9lo07yLdo7679AplEjwAAAFBYCABGixKR5b4b//3K5Wvs7PK6ubnGxMZs3bxD/u3fe/D7md+muX7vvj0O7j8sM0HDRvUqe1f2LO+puWrJX8v8z563srbyLOcR4H8hIODitk07Nu5YXaBAfmWFyROn//3XMjlT3N21YEGHbZt3yvDRrkPr9B6rXv3ahQo5HDl0PDz8sb19Ac1y+QzltHX7VqlvsmHt5jGffm1paeFW3LWQY6EDew/t33Nw/ZqNC//5LX/+fEI38qs1auQX27fslPOFHAuWKVs68ELg7ZA7p06cmf3ztOYtmwhkhtIj/pnhF/MsQfaIjsPc3Mrm11xrbm6umVepVAIAACCXYqQCGCtKRJYLDQ1bu2qDV9XKh07uXrH+7/VbV67bssLd3W3Thq0yK6R5k75v9qpVt4ackdOhwwZVrFhOc5W8yadjRh46vnvpyoVbd60rWapEWFj4lg3blGsP7j8iS0TpMiX/Xbdk8861/65dsm3Pep+a1eRjbdm0Pc3HksPUth3ayF/Rd2zbrVkoP/3tW3fK5NGiVdPUN1m88J+8efNs27NBvpblq/86cHxnk+aNLgVeWb1indDZti07ZYmQGULew97D25atWnTk1N4h778jr/p36SqBzGP7CAAAAAYrgFGiRGSHOyG35YDQ0tLS7PnbJ2PBVxPGfDtlXBGnIiKTGjdrOODt/rZ5bOS8SzHnPv2STyAaGHhZuXb+LwvkdOy4zytU+K9fODkX+WbiF3Jmwfw/07vPtu1byunObf/fq+LY0ZP37t5v3LShZoMLbTduBMlf12WqUC7a2xf4+NPhX0/8ok7dWkJnefLkad+pzdhvRlesXEH5rd7G1qZrj05y5uHDhwKvhB4BAABMHLtpAMYnRYmIi0tY/dOly2cey4WlKjp0fKccJeLVeJTzcHZxOnn8dN8eAzt2alu1une5Ch6169YUr6RGzWraF0t7lJbTJxFPlIvn/JL34Kheo6r2OiVLlXAvUTzwwuXYmFhNQdBW2auSXOfwwWOaPTWUvSfatmuZ5nNo1LjBlk3be3Tu171nl6rVvapW85Y3l38iMxo1qS//NBdjY+PO+fn7+Z5Lno+JE3hVskf0+KDS8h/PxcUmrvspuOMHxdw82F8DAACYCmIEYGQyLhHd3q9obsG45RVZWVlOnPz1pyO/kINt+SeXFHMt2q5D6zff7qd9jAYdOTg4aF+0tEj+9zYhMVFOg2+FyN/ARbyo4pl26bh67Xp5rcNPaGvfqc1Ps+bKBtGzT7e4uPgtG7fly2fXqGnDNFf++LMRlwIvX71yXd5EXpRrNm/ZZODgAZk93UZExJOd23ffCgr2Pxdw+pRvTHSMsjxJ/XLwylzL5u81orLSI9b/HNLxA0GPAAAAJoIYARgTSkR2q1Ov1obtq9av2Xjl0tWgoFsB5y/+OveP9Ws3zV3wY1n1pg26M0t/AxUzVfJVMg1UrFxBZFLb9q1kWdixbbeMEYcOHHnyJLJH766Wlmn/Y+5S1HnFun+2bd7he+Zs8K3gC+cvrlm1YdPGbZOmjm/dtkV6DxGfkKB98fq1G2/1HRwaGibnK1Yq36JVU/cS7rXr1Hij9zsCr40eAQAATBMxAjAalAj9cHCwH/B2f2U+Kurppx99sX/PwV9/+X3a7EkiixR1dbFQW7DoF5FJbsVda9SsfvzoSVkHdqgPHtGuQ+sM1reysuzQua38E+ovz5zZ8+b/8vuUb6crMcLczFw8/2ppRIRHaF+cN2eBfKy33uk/6vORmoW3g+8IZBF6BAAAMEHsWQ4YB0qEHmzasLVl4w4L5i/ULMmbN8/wj4bKmZCQ2+nd6tXGh81bNgkLCz9+7KT2wocPQhvVbtGzU//oZ9EZ3LZNh1YJCQl7du3bvWOvq1uxFAee0LhxPahj6+7Dh36i/VTly7G3LyAfKDIySqhThZzevn1X+4YpntWJ46fktEefbtoLD+w7JJ7vdYLXp/QISyuzhPgk2SNuXYqIi4vjeJYAACAXI0YARoASoR9e3pXv3L67ZNGym0HByhL5hq9fvUnOlCjpnt6trK2tRXKtyNyWAgPe7ien33834/69B8qSZ0+jvxozPjQ0rGKVCja2NhnctmXrZvLX8l9+nP/kSWSbdi3TqyHuJYrL6d5d+/fuPqBZuGvH3vDwx0WLudjZ5U1+XaWSX9eKpatkuVCeg3z529QHxdRwdnGS06uXrmqWnPX1nz1jjnr9pwJZJOMeIf/Dp0cAAIDchN00AEOXQYlw9yxAichCrm7FRo4aNmvaT1079PauWkUueRT66FLglcJFHD8YMSS9WxV3d5PTf/5a7nvSr33nNm8O7KfLY1X2qtS5a/u1qzf26NS3rGdZuSQo6OadkLvly3tq7w2RJnv7Ak2aNdy5fY+cb9exTXqryUgx7tuxA/oOHjbko2o+3lZWVnJwe+rEGRkyxo7/XFmnbbvWK5at8T97vn3LbuXKe9y8eUv2iA8/+eCHGT9r7uftwQNGfvDpZ5+M7du/p5mZme+Zs2dO+RVzdbGysgwPj0jvxB94BSn212j3nihR/oUztmoORML+GgAAwNixZQRg0DIuET2GV6JEZK133h0w88cp3t6Vb1wPOn8uoGChgkOHDVq5fmkx16Lp3aROvVq9+naXI/yAgIsRj5/o/ljffj/uq3GfOxd1uXL56lm/cwULFhz+0dCFS3/LmzfPS2/bpn0roT6cZJmypTJYTTaIf9ctadWmeejDR/IhZIzo+2avFev+btionrKCbR6bhUvmf/Dhe1W8K927e79WnZpzfp3VVn3nGs1bNvlt4c9VqlRasWz1gvkL79y++/bgN5evWeJTs7r8xf7E8dMCWUd7+4iNc4NvXPj/9hGJamwfAQAAcgcV/4MGMFgpS0Rs/Oo5l7VLhIUlPRHIhYIvRyjbR5iZi/ZDXUuUz29paWlhYSGbl5ma6jkBAABgnIgRgIFKXSJWzL507VzyaQ4oEUCuJ3vEsh/Oxscl0SMAAECuxGAGMESUCMDEuZbN332Y/C9dlZgg2F8DAADkPoxnAINDiQAglShnT48AAAC5FUMawLBQIgBo0CMAAEBuxagGMCCUCAApZNwjNBmCHgEAAIwLAxvAsGhKRHxcwsofLlMiAKTuEUqM0N4+QtAjAACAUWFsAxgK7V84ZYlYMfvS1bOcxRNAshQ94nrA47i4OKVHsKcGAAAwRgxvAAOiGVSs+umyUiKej0D4TxUwdfJfg24f/NcjNs0LvhEQkWLLCMHGEQAAwHgwwgEMi7KPhpmZSrnoVNzO0or/TgEkc3SyzZvfSqj/oZAhgsNYAgAA48UgBzAI2qMIOd/+XfdSVfLJ+WPbg7cvuyoAmLwnYbGLp/s9Do0xM09qNsDRpbQVJQIAABgvYgRgWJQRhcpMtH+3eIlKeeX86T236RGAiUsuEdN8I9Qlon7vfE4lLZWtqCgRAADASBEjAAMle0TLt5zdytsIegRg2rRLRK1uNrJECA4PAQAAjBwxAjBEKlXyMSPMLcyavVHYtZy1oEcApkq7RPh0tpQlQv77YPaceP7PBQAAgHEhRgAGQTOcUD2njDQsrSwa9y1Y1CP5h1B6BGBqtEtE9U4WskSYq5lp0fyjIQAAAIwHMQIwLJoMYf6clbUlPQIwQdololpHc1kiLNQsLZNnNElCUyLoEQAAwIgQIwADkmKzCM3AQ/aIRn0cXMpaCHoEYBrSLBGWWpR/H5QkwZYRAADA6BAjAEOhvaeGZssIZdRhZWVlbWOVC3pEVNTTuXMWrFi+RmS17yZMrVTWZ+e23WleNEbyvZIvoV3zLiL7zZz6o3ystas2ah46mz4mA+d7+uzgtz5o3rBdTe8Gndr0GPflt6EPH4mckLpEKP8OKDQxQnt/DTaOAAAAxoUYARgW7Y0j5Ejj/xtHWFnZ2Fobe49YuXz1zz/MexoVJWDATPNj2rR+6xu93zly6FhcbGyZsqVvBt1a+e/aLu163roZLPQrvRKhmabeLEIAAAAYGwsBwGDIQUVSUpJSIlJfq5zJT/aIfUvD7lyOlz1CXmzZu7RAbmRjY/3HknnWVtYi+3Xv1bV+o7olS5UQpupOyN2J30yW/4l9PWFM915d5H+AERFPpk+evXrlurGfj1/0z29CX15aIpQpx4wAAADGjhgBGJaMe4SCHmEK5FCzZi0foRfF3V3lnzBhGzdsiYyM6tq9U88+3ZQl+fPnGzv+8yNHjp06ceZmULB+3p+MS4RmHw2lRKQ4WgQlAgAAGBdiBGCgDLBHXL50dc3K9ZcuXjrvf8HaxtrJqUjzVk05CJxFAAAQAElEQVQHDXlLexQUGxu3ZuW6HVt3yXXy5c9XsXKFocMGe3iWkVd1bN392tUbcmba5Nnyb8Lkr+TYr2v73pcCr+w/trNgQXvNnUz5dvqSRcumzZ7Upl1Lzd2uX7vp+JETFy8E3r5919nZqUQp9w8//qCsx8tf+Ifvj9q1Y+/3M79t16G19vIJX0/+d+mqH3+Z3rRF4zRvKKvQutWb9u09cOaUn3x6PrWq9+nXI8XmAy99YvKt+Gj46K8nfpHH1nbezwusrC07dWnfpXunutWbyFc37ruxc3/69cSxU3fv3vOpUa1bz85169dWbhgV9bSWd0N3d7dNO5OP3SB/qH/pTRT37t5f9MffRw4dfXD/oU/Nav0H9Al7FCafw6djRg54u3+ar3Tm1B//+O2vb6eM69ytfZofU1xc/N9/Lduza9+li5cdCtpXqFi+SbNGbTu0ymAA/NKb9Or65u3g25t3rf3rjyWHDh69fvVGpSoV5ZvTvlObTL3DigsXApcvWXHqpO+9e/dKlyktX0bPPt3lsF2zwumTvvLb63vm7LNnz6rXqNq+Y9sGjepqrnUsXEh+Pbp076h9n3LgX7Fi+Tshd0OCQ/QQIygRAADApBAjAIOjbBwhDKxHLPx9yYzvf5BPLE9e27IeZa5duS5zg/x7FBo2+suPlXUePQofNOC9SxevyBGTh2fZ2yF35FB87659S1YsrFixXO++PQ7uP7x/36GGjepV9q7sWd5Tx4eWo+uhg0bIZiHnS5UuUbSosxwt37gedPrEmX/XLnF1K5bxzTt2aS9jxOaN27RjREx0zJaN22RiaNC4fpq3kr+Tvz/4QzmClZ9C+QqeMg3889fyf/9ZNerzkf0H9Nb9iSmjxGOHj2/bslO51bNn0cpM1NOnw9796MTxUxUqlrOzs5MryL9JU8d37NIuvdfy0pvcvXNvYP8ht24G29nlLV221NHDx/ftOdC0eWOhszQ/pu/Gf79y+Rp5n25urjGxMVs375B/+/celIknvfvR5Sbx8fFD3h52KyhYPsPKVSrJ1/L5qK9uBt16f8S7ur/D0vJ/Vk6aMC0hIaFwEcdSpUud8/OXfzIhTf9hsrLC5InTZRkR6m1AChZ02LZ556b1W+X3QfNkunTrKP9SvIT79x/KeCFnSpfN9thHiQAAAKaGA1gChijFmTVSn1xDTvV5PEs5Jpw+ZbYsEdNmTzp4fPff//556OTun3+dLa/6d9kq+du1stqPM3+WJaJWbZ/t+zYuX7N439Ht8nd1+Qv5+C+Sh3x93+xVq24NOSOnQ4cNknlCx0f/bf6fcjhau27NnfvlEHKl/DtwfKf8WTsi4smmDVtfevOGjes7FnY8tP+I9pkRdm7f8+RJZPtO7bR/PNf2+/yFskTIQfKug1vkuHfTjtWLl/1eyLHgjO9n3w6+o/sTU7qSHGa3btti6+51C/6a27HTf+Fg/56D8QnxcqFy/8rA+Kcf5spBdXqv5aU3kR+TLBGdurbfe3ib/Jj2H93RtUdnTQfRReqPKTQ0bO2qDV5VK8sPfcX6v+XLXLdlRfImGxu2+p89n+ad6HgT+RFcv3pj/sI54yeNHfPVqEX//Co/qblzfrtwIVD3dzgo6NbUybPMLcy/+37cnkNbl61atPvQ1kpVKsr2IT9lucLB/UdkiShdpuS/65Zs3rlWvnXb9qz3qVlN3sOWTdvTex+in0UPH/LRwwehnbu2L1LEUWQnSgQAADBBxAjAQBlUj4iKetq9Z+f3Rwxp066lfGS5RD6fRk3qy+FlTHRMxOMIueRp1LON67fkyWs7Zea3hQs7Kut07d6pfsM60THRmgH8K5CP0rxV068nfOHs4qQscXCwb9UmeQ+Ohw9DX3pzOYjr0KmN/BF+88ZtmoUb12+W0w5d2qZ5k8ePIxb+vtjevsB3U8dpBqJVq3u9N2ywbCsL/1yS2Scmx9iTpo6Xv+TXrlOjqKuLZvmo0SM1P+/LH+rdirveCbn74P5Dkb4MbnL/3gM5Ai/mWvTr8WNsbG3kEitrqy++/lSXnVkycCfktnz35PdNs52OHNh/NWHMt1PGFXEq8po36ftGrwoV/stS7iWKD/1gkMw3K5au/m+JDu/wpnWb5ZewV5/kfX6UJfIj++jT4bIcBfhfkBfn/7JATseO+1zzQE7ORb6Z+IWcWTD/zzSf/5OIyKGDPjzvf6FGzeqjx44S2YkSAQAATBO7aQCGy3D21yhVusS478ZqLspnJX+7DrxwKTomRl6MU28Zcfasv/wxuV6D2kqJ0Jj3+0/i9bzxVl/5p7kof073PX32zCnf5IeOidXlHrr26PTngsUyRrzxVh+hHrTLX8s9ypUpn86uIlcvX5PRoWLl8vny2Wkvr1cv+egMF85fzOwT865WRXaBFI8il1TxrqS9pHARx1s3g2PU72qaMr7JoYNH5bR+o7rWNv8/B4ccvjZv2eTypVcPVR7lPGQLOHn8dN8eAzt2alu1une5Ch6169bMkpt0fF4QFE1bNp44bsqJY6eUi7q8w6dPJl+Ur1H7fmrV9tl35L+tHs75nZfvW/UaVbVXKFmqhGwfgRcux8bEpvho5Nd7+NCP5ZNv277Vd1PHp7ftTJagRAAAAJNFjAAMmuH0CDk4P7T/cMD5i1euXDt+5ER4+GPNVYlJiXL6KDR5J4giRYqIbCDH27t27L13976f79mzvv7/f+jEJF1uLkeeVat7nTnld/XKdfkT/bo1G+W72rV75/TWDwq6JaeHDhytVDaN81lcVx/fMVNPTP6en/p+XFycU4wnLcyT/01OSEgU6cj4Jnfv3JNTp1RbKxRxdhKvQQ6HJ07++tORXyjHYpBLirkWbdeh9Ztv97O3L/A6N5FjbFfXoto3dHQsJIfeN64HKeeUETq8w6HqL56Tc9pfvOBbIfHx8SJeVPFMu55cvXY9RZPavGGbLBEynUyePkGO/0W2oUQAAABTRowADJ0h9Aj56/GbfQcre/u7FHP2qVmtuLtb3fq1Z0376bx6S3iRPP5Ufl7WqQ5kLP7FgyZs3bxDDmvlmyB/wfb2rtKtR+eynmVsbG3Gffmt7vfZoXM7GSM2rd8y4uP3N6zdJN/MNu1bpbeymXqk5+pWLOOjY+r+xMwt0hjTytGlyKSMbyKHreL5USqyVp16tTZsX7V+zcYrl67KUiOb1K9z/1i/dtPcBT+mtw+ILjeRb3MGX2mh2zssh+si/Vdtpkq+/3z57CpWriB0c+LYSTnt3a8HJQIAACD7ECMAI5DjPWLNqvWyRNSoWX3e7z9q7wIQGRmlmXdzSz734f37D1Lc9vRJ36Cgm7VqvXCsBA3l5aQYSUaER2jm5c/a0ybPkivMmTezcbOGmuXrVm8UmSF/lp8+Zda2LTtbtGl27eqNFq2bFSrkkN7KbsWTX0uFSuVn/jglvXWy6ollIdfiyenk/r2UH8E99RYTr8nBwV5zZtCoqKeffvTF/j0Hf/3l92mzJ73yTeLi4h88CNU+POTDh6FyYdFiLvKrruM7LD8sWTrkq1Y+NY0li5a5ubs2alzfQm3Bol+Ebh49ChfqA1iIbEOJAAAA4ACWgHHI2eNZnlbvpd+hS1vtEnFZ/uJ946Z4vo+AMhI+c9rvwYMXjr/418J/vvp8wp07d0Va4yhld/07Ibc1S+RY9OSJ05qLQTdu3bt7X45OtYejInkfiiMieVv9dE88kULevHlatmomn/Dyv1fKix07tc1g5UpVKjq7OJ06fioi4on28r279jes1Vy+nCx8Ylmodt2aNrY2hw8e1ZzfRP1MEnft2JOp+0nxMW3asLVl4w4L5i/ULJFv5vCPhsqZEK0P7tVusmfHXu2LO7bsktP6DesKnd/hYuodPfbs2qe9TkDAxSnfTv9HfTrP5i2bhIWFH1dv76Dx8EFoo9otenbqH/38TKsaP86d7n/55Gse9TMDlAgAAABBjACMSA72iCJFCsvplUvXNEtCQ8M+H/XfIS2fPX0m1KPNDp3bPo169tXn4zVHlDh29OTObbtLlHSvWt1LXrS2Tm4ZISH/P7OGvEpOf537pzLsD334aPzYb7V/21eOBRAeHi5Hj5qFy/9ZqZwa41mqkWQGOnRJPlbiutUbHAsXqt+oXgZryvey35u95Wv8bvz3moH9zaDg7yZOlT+b16pTI2ufWFaxty/QqUv7WzeDJ349OVZ9fEdZdr7/bqZy9Erdx7EpPiYv78p3bt9dsmiZfAeUJUlJSetXbxLPP77UdL/J3J9/U45AKR09cmLez7/J4PXWO28Ind/hDp3byaS17J+V25+fwVS+6jkz54rkzWHayOmAt/vJ6fffzdB8r549jf5qzHj5+VasUkE57Yg2/7PnZbnQftAsRIkAAABQsJsGYExyan+Nnn26rVy+5q8//34S8cSlqNP58xdPHT8tn4mHZ5lLgVfCwsKU1T774uMrgVcP7j/StH6b8hU8baytj6tPizBh0lfKsy3u7ian//y13PekX/vObd4c2O+dd986sPfQ7p17G9U+WNajzIWAwIKFHN56p//C3/87faadXd7+A3rLYe0bvd+Rw87H4Y9PnTh98cKlKt6Vzvr6h6m3qNdRzVrV5c/st0PutG3f+qWnSOjes8vm9Vs3rd96/twF5bySvmfOyl/Ru3bv1L5Tm6x9YlloyPvvnPPzX7Nq/Y5tu8p6lrly6eqTJ5GlSpe4dvWGbZ48Ot5J6o9p5Khhs6b91LVDb++qVYT6YKXycy9cxPGDEUPSvAdXt2I63iR//nxv9hlUrrxHTEzs9Ws35JJJU8cXd0/e4ULHd7isR+nPv/xk4jdTPh7xufx85ZO/HXJbRpCGjep17NJOrlDZq1Lnru3Xrt7Yo1Pfsp5lRfIBSm/eCblbvrznqM9Hpn7y48dOunAhcMr0icoHnYUoEQAAABpsGQEYmRzZPsKtuOvSVYtatG525PCxX376ze/02WYtm6xc/48csctrjx/9bwN4Bwf7v5b93qN31+LFXS9funLrVohcbdmaxdV8vJUV6tSr1atvd/lsAwIuRjxO3hSidJmS/65d0u/N3vIhwsLD23Vs/cfi+WXKltF+dNk4xn4zuoB9gQXz//z7r2UWlpYTp3zz19IFhQo5nD3r/yQiUsdXId+xcurzJnTu2uGlK+fLb7fk3z/kONzK2vL8uQD5cipXrigHqOO++zLLn1gWKuJUWD6Bwe8NlCXi0sXLRV1dvp0yrkWrZkJ9EEcd7yT1x/TOuwNm/jjF27vyjetB8t0oWKjg0GGDVq5fWuzFc2Fo0/EmP82f9f6IISqhioiIaNWm+R9L5ikFQaHjOyxj2W+Lfqleo2p8fPxZv3MF7O0/HTNy5k/fa+7n2+/HfTXuc+eiLlcuX5UrFCxYcPhHQxcu/S1vXl0DzeujRAAAAGhTZcdx1wFkN81/uXImUS1BLU4tNjZWTqOfxSjbR8jVqjUpmh3n+zQuERFPmtRr7eVVeEyFKAAAEABJREFUWY54RW4U/Sw6OPi2LEHKkTg0Ph7x+fYtO9dsWp59x0F4Bb26vikjxc79m5QNT3I3SgQAAEAKbBkBGKWcPZ6lMYqMjJry7fSY6JiuPTqJXEp+Dbq069W2RZfHj/9/OpJTJ87s2LrLw7OMQZUIk0KJAAAASI1jRgDGKsfP92ksnj2NruFVX5kvWapE85ZNRC5lZW3VuWuHNavWt2naqUKl8nJJbGzsOT9/B4cCE78fJ5ATKBEAAABpIkYARoweoQvbPDYenmXu33vQqGmD4SOHpj57Qm7yzbdfeFWrsmv77mtXb4SFhZUqXeqdd9/q1a974cKOAnpHiQAAAEgPx4wAjB7HjwAMECUCAAAgAxwzAjB6HD8CMDSUCAAAgIwRI4DcgB4BGA5KBAAAwEsRI4Bcgh4BGAJKBAAAgC6IEUDuQY8AchYlAgAAQEfECCBXoUcAOYUSAQAAoDtiBJDb0CMA/aNEAAAAZAoxAsiF6BGAPlEiAAAAMosYAeRO9AhAPygRAAAAr4AYAeRa9Aggu1EiAAAAXg0xAsjN6BFA9qFEAAAAvDJiBJDL0SOA7ECJAAAAeB3ECCD3o0cAWYsSAQAA8JqIEYBJoEcAWYUSAQAA8PqIEYCpoEcAr48SAQAAkCWIEYAJoUcAr4MSAQAAkFWIEYBpoUcAr4YSAQAAkIWIEYDJoUcAmUWJAAAAyFrECMAU0SMA3VEiAAAAshwxAjBR9AhAF5QIAACA7ECMAEwXPQLIGCUCAAAgmxAjAJNGjwDSQ4kAAADIPsQIwNTRI4DUKBEAAADZihgBgB4BvIASAQAAkN2IEQCS0SMABSUCAABAD4gRAP5DjwAoEQAAAPpBjADwf/QImDJKBAAAgN4QIwC8gB4B00SJAAAA0CdiBICU6BEwNZQIAAAAPSNGAEgDPQKmgxIBAACgf8QIAGmjR8AUUCIAAAByBDECQLroEcjdKBEAAAA5hRgBICP0CORWlAgAAIAcRIwA8BL0COQ+lAgAAICcRYwA8HL0COQmlAgAAIAcR4wAoBN6BHIHSgQAAIAhIEYA0BU9AsaOEgEAAGAgiBEAMoEeAeNFiQAAADAcxAgAmUOPgDGiRAAAABgUYgSATKNHwLhQIgAAAAwNMQLAq6BHwFhQIgAAAAwQMQLAK6JHwPBRIgAAAAwTMQLAq6NHwJBRIgAAAAwWMQLAa6FHwDBRIgAAAAwZMQLA66JHwNBQIgAAAAwcMQJAFqBHwHBQIgAAAAwfMQJA1qBHwBBQIgAAAIwCMQJAlqFHIGdRIgAAAIwFMQJAVqJHIKdQIgAAAIwIMQJAFqNHQP8oEQAAAMZFlZSUJAAgq2n+bZEziWoJanFqsbGxchr9LGbf0rA7l+Plat71nVu/UVYAmUeJAAAAMDpsGQEgW2R2+wjfg3e3Lr4sgEyiRAAAABgjYgSA7EKPQHajRAAAABgpYgSAbESPQPahRAAAABgvYgSA7EWPQHagRAAAABg1YgSAbEePQNaiRAAAABg7YgQAfaBHIKtQIgAAAHIBYgQAPaFH4PVRIgAAAHIHYgQA/aFH4HVQIgAAAHINYgQAvaJH4NVQIgAAAHITYgQAfaNHILMoEQAAALkMMQJADqBHQHeUCAAAgNyHGAEgZ9AjoAtNiVCZJbrXCy/gkkCJAAAAyAWIEQByDD0CGdPeJsK7vcq20LOgoKCYmBhKBAAAgLEjRgDISfQIpCfF3hlFy9i4ubnFxsaePn06KiqKEgEAAGDUiBEAchg9AqmleZyIAgUKVK5cOTo6eseOHREREZQIAAAA42U+btw4AQA5SrtHaI8ntadysOlazjL0dmzko8S7NyMjw2PLeBUSyI0yOGJl/vz5nZyczp8/7+/vX65cOXmREgEAAGCMiBEADAI9AoqXnjujYMGCxYoVO3369JkzZypVqpQvXz5KBAAAgNEhRgAwFPQI6HgWT0dHR9kjjh8/LpOEt7d33rx5BSUCAADAqBAjABgQeoQp07FEKMeJcHJyKlq06JEjR86cOVO1atU8efIIAAAAGA9iBADDQo8wTZkqEcpxIpydnWWSOHz4sK+vr4+Pj42NjQAAAICRIEYAMDj0CFPzCiVC+W4ULVq0cOHCskf4+fnVqFHD2tpaAAAAwBgQIwAYInqE6XjlEiHU3wRXV1d7e/sjR46cPXu2Zs2acmUBAAAAg0eMAGCg6BGm4DVLhHIn7u7u1tbWJ06c8Pf3lz1Cri8AAABg2IgRAAwXPSJ3y5ISoShdurS89uTJkwEBAbJHyJsIAAAAGDBiBACDRo/IrbKwRCg8PDxiYmLOnDkTGBgoe4S8iQAAAIChIkYAMHT0iNwny0uEokKFCpGRkb6+vleuXKlRowY9AgAAwGARIwAYAXpEbpJNJUJRuXLl8PBw2SOuXbsme4S8rQAAAIDhIUYAMA469giXsmZBgWFxURb0CMOUrSVCUaVKlQcPHvj5+d28edPHx4ceAQAAYICIEQCMhi494uy5szFWt2xVTk8fC3qEodFDiVDW9PLyunv3ruwRwcHB1atX1/22AAAA0A9iBABjkl6PUGbk+PPo0aMenmWrN3Z9GBwbFcb+GgZEPyVCIdevWrWqLBGyR8hvhZynRwAAABgUYgQAI5Nmj5Di4uKWL19ua2vbqFEjOZJ1LW9FjzAc+iwRCnmratWqBQUFyR7x8OFDb29vegQAAIDhIEYAMD5p9ojNmzdfuXKle/fuBQoUSF5iJugRBkL/JUIh76d69erXrl2TPSI8PNzLy0sAAADAMBAjABilFD3ixo0bK1asqF27to+Pz//HsfQIA5BTJUIh701+JS5fvuzr6xsZGVm5cmUBAAAAA0CMAGCsNCPVhISEn376SY5mBw4cKIe1QnuLCXpEjsrZEqGQdyt7xMWLF2WPiImJqVChggAAAEBOI0YAMGLKeHXt2rX+/v6DBg1ycXFJcSAJQY/IOYZQIhRKjwgICDhz5oy8Zw8PDwEAAIAcRYwAYNyCg4MXLlxYu3btFi1apMwQ9IicYzglQiEfqEaNGufOnTt58qS1tXXp0qUFAAAAcg4xAoARS0hImD17tpwZNmyYHNmmkSHoETnB0EqEQj6ij4+Pn5/fiRMn7OzsSpYsKQAAAJBDiBEAjNjmzZtPnTo1ePBgV1dXZQk9IscZZolQyIeWPcLX1/fYsWP29vbu7u4CAAAAOYEYAcBY3b59e8GCBVWrVm3Xrp1I53yf9Ag9M+QSobC2tq5evfrp06dljyhcuLAmYwEAAECfiBEAjFJiYuIPP/wQExMzcuRIOb5VFtIjcpbhlwiFjY2NbFiyRxw9etTZ2blo0aICAAAA+mUmAMAI7dy5Mzg4uE+fPnZ2dtrLtXuEmZoc9FqoaYbENrZWjfs5OJWykKv5Hry7dfFlgddmLCVCUbBgwVGjRuXLl2/BggW+vr4CAAAA+kWMAGB8QkND165dW758+dq1a6e+lh6hf8ZVIhSOjo6yR+TNm3f+/Pnnzp0TAAAA0CN20wBgfObMmRMZGTly5EhbW9s0V2B/DX0yxhKhsLOzq1KlyrFjx44ePVqqVKnChQsLAAAA6AVbRgAwMnv37r169Wq3bt0cHBwyWI3tI/TDeEuEwsXF5ZNPPpHPUBauS5cuCQAAAOgFMQKAMQkLC1u9enXZsmUbNWr00pXpEdnN2EuEwtXV9eOPP5ZP78cff7x27ZoAAABA9iNGADAmCxcuTExMfOutt3Rcnx6RfXJHiVC4u7uPHDlSzsyePTsoKEgAAAAgmxEjABiNw4cPX7x4sVOnTo6Ojrrfih6RHXJTiVCUKlVqxIgRCQkJM2fOvHPnjgAAAEB2IkYAMA4RERHLly93c3Nr3ry5yCR6RNbKfSVC4eHhMWzYsLi4uOnTp9+7d08AAAAg2xAjABiHRYsWxcbGvv322682mqVHZJXcWiIU5cuXHzp06NOnT2WPePjwoQAAAED2IEYAMAInT5709/dv165d0aJFxauiR7y+3F0iFJUrVx4yZMiTJ09kj3j06JEAAABANjAfN26cAAADFhUV9cMPPzg6Or7zzjtycCteg3aP0IyQU86YCdfyVg+DY6PCEu/ejIwMjy3jVUjANEqEwlnt8OHDZ86c8fHxsbGxEQAAAMhSxAgAhm7x4sVBQUEjRoxwcHAQr40e8WpMp0QoihYtKvuX7BF+fn41atSwtrYWAAAAyDrECAAG7dy5c2vWrGnZsmWdOnVEFqFHZJaplQiFq6urvb39kSNHzp49W7NmTfkaBQAAALIIMQKA4YqOjp41a5YcEA4ZMuQ1d9BIgR6hO9MsEQp3d3c7O7ujR4/6+/vLHiFfpgAAAEBWIEYAMFxLly69cuXK8OHDCxXK+gpAj9CFKZcIRcmSJa2trY8dOxYQECB7hHylAgAAAK+NGAHAQMkMsWzZssaNGzdo0EBkD3pExigRitKlSyclJZ08eTIwMFD2CPlKBQAAAF4PMQKAIYqNjZ05c6b8RXro0KHZ+ls0PSI9lAhtnp6eMTExp06dko2sRo0a9AgAAIDXRIwAYIhWrlwZEBAwZMgQFxcXkc3oEalRIlKrUKFCZGTk6dOnr127JntE1h7EBAAAwNQQIwAYnOvXry9evLhOnTotWrQQekGP0EaJSE/lypXDw8Nlj7h586aPjw89AgAA4JURIwAYlvj4+FmzZskh7vDhw/V58gJ6hIISkbEqVao8ePDgzJkzwcHB1atXN4WXDAAAkB2IEQAMy7p1686ePTt48GBXV1ehX/QISsRLyZfp5eV19+5d2SPktGrVqvQIAACAV0CMAGBAbt269eeff8ofnNu2bStygin3CEqEjuSLlQ0iODhY9oiHDx96e3vTIwAAADKLGAHAUCQkJMyePTsuLm7kyJFy3CtyiGn2CEpEpsiXXK1ataCgINkjwsPDvby8BAAAADKDGAHAUGzZsuXUqVNvvPFGqVKlRI4ytR5BiXgF8k2oXr365cuXfX19IyMjK1euLAAAAKAzYgQAg3D79u0FCxaUK1eue/fuwgCYTo+gRLwy+Vb4+PhcvHhR9oiYmJgKFSoIAAAA6IYYASDnJSYm/vDDD9HR0SNHjrS1tRWGwRR6BCXiNcn3RPaIgICAM2fOyIuenp4CAAAAOiBGAMh5O3fuPHr0aK9evcqVKycMSe7uEZSILCHfnxo1apw7d+7UqVPW1talS5cWAAAAeBliBIAcFhoaOm/ePDmE69u3rzA8OvaI4pWsHt6KjVT3iKgncWUqFxSGjRKRheQb5ePj4+fnd+LECTs7u5IlSwoAAABkiBgBIIfNmTPn8ePHI0eOzJMnjzBIuvQI6f/bRwQZ+vYRlIgsJ98x2SN8fX2PHTtmb2/v7u4uAAAAkD5iBICctG/fvv3793ft2tXAT0aQm/bXoERkE2tr6+rVq58+fVr2iMKFC7u6ugoAAACkgxgBIMeEhYX98ssvRYsWfeuttwx/lKv7/nKs5UYAABAASURBVBqhIXGRjwx0fw1KRLaysbGpWrWq7BFHjx51dnaW320BAACAtBAjAOSYefPmPXjwYOTIkfnz5xfGQMf9NYqVszTM/TUoEXpga2vr7e194sQJ2SNcXV1lkhAAAABIxUwAQE44fPjwxYsX27VrZ1y/Hmv3CDM1OWi3UNMM6W1srRr3c3AqZSFX8z14d+viy8IAPH4YQ4nQD0dHx1GjRuXNm3f+/Pnnzp0TAAAASIUYASAHRERELF++3MXFpU2bNsLYGGOPoETomZOTk+wRNjY2c+fOvXDhggAAAMCLiBEAcsCiRYtiYmLefvttOe4VRsi4eoRSIiLDYykR+iRb2yeffCLf2Dlz5ly6dEkAAABACzECgL6dPHnS39+/RYsWxYsXF0bLWHoEJSIHubq6fvzxx/Jd/fHHH69duyYAAADwHDECgF5FRUX9/fffRYoU6dSpkzByht8jKBE5zt3dfeTIkXJm9uzZQUFBAgAAAGrECAB6tWzZsqdPn7799ttyACyMnyH3CEqEgShVqtSIESMSEhJmzpwZHBwsAAAAQIwAoE8XLlw4fvx448aNS5YsKXILw+wRlAiD4uHhMWzYsLi4uBkzZty5c0cAAACYPPNx48YJAMh+0dHRs2fPtrGxGTp0aO7YLEJDu0doxvMpZ8yEa3mrh8GxUWGJd29GykxQxquQyB6UCANUuHDh4sWLHzly5MSJE97e3nZ2dgIAAMCEsWUEAD1ZsWJFeHj4gAEDZI8QuY7hbB9BiTBYlStXHjJkSFRU1PTp0x8+fCgAAABMGFtGANCHK1euLFu2rE6dOi1atBC5lCFsHxH+IHrJdD95typVUvVOlAiD46x29OjR06dPV6tWzdbWVgAAAJgkYgSAbBcbGztz5kw5AB4+fLgcCYvcK2d7hCwRi6f6Rj2OkyXCq62ZSxkrSoQBKlq0qKOj45EjR3x9fX18fHLlhkIAAAAvRYwAkO1WrlwZEBAwePBgV1dXkdvlVI/4r0RE/FciinlSIgyX/A/B3t7+2LFjfn5+NWrUsLa2FgAAACaGGAEge12/fn3x4sXVq1dv27atMA367xGUCKPj7u5uZ2cne8TZs2dr1qwpPyABAABgSogRALJRfHz8rFmzEhMTR44caVLDLX32iDRLhHaGoEQYppIlS1pbW584ccLf31/2iNy9BxMAAEAKxAgA2WjdunXyh98333yzVKlSwsTop0dQIoxa6dKl5fTUqVMBAQGyR+SyU94CAABkgBgBILvcunXrzz//LF++fPfu3YVJerUeUbpKIR0rASUiF/D09IyJiTlz5kxgYKDsEfJjEgAAACaAGAEgWyQkJMyePTs2NnbkyJGmfP7CV+gRj0Ojy3o5vrQVaEqEEEne7SgRRqxChQqRkZG+vr5XrlyRPUJ+UgIAgP+xdxdwUaR/HMeHDlEBUUFAbLALA7sDu/Oss669807PC0/PPuO8tNuz8+zuLuwWFbBQQKTz/4PR/e+tiGAs9Xm7r3k9O/vs7OzM7uLznWeeATI7wggA78WWLVtOnTrVuXNnNzc3JWtLbR7xyDf0tXmEdhJRtqmRkxtJRMZWunTpoKAgySPu3r3r7u5OHgEAADI9wggA7969e/dmz55dpEiRLl26KHjXeYRuElHchCQiEyhTpoy/v/+ZM2d8fX0rVqzIngIAAJkbYQSAdyw+Pv63334LCwsbNGiQpaWlgkTvKo8gicisZO+ULVv2wYMHkkfItHz58uwvAACQiRFGAHjHdu7cefTo0bZt25YuXVqBlrfPI15OIiR0MP0vkoiMS/aRZBC+vr6SRzx+/LhcuXLsNQAAkFkRRgB4l548eTJ9+nRHR8devXrRjnrZ2+QRSfaJIInIZGRPVahQ4c6dO5JHBAUFlS1bVgEAAMiMCCMAvEt//vlnQEDAoEGDcuTIoSApKcwj8pcy9b/7/zwit6PV4udJhMLZGZmb7LuKFSveunXr9OnTISEh9DACAACZEmEEgHdm3759+/fvb968uTSlFLxaSvIIIXnEY9+okICEPOLU7nvRkXEys5ynkXMJ3WtnmLxAEpE5yB50d3e/fv265BGRkZElSpRQAAAAMhcuHgbg3QgMDFy9erWDg0PTpk0VvI52HmGYSEIE40SalMHMzKxOV1v7wiYvnhRfsYVp/pJmL5+aQRKR+cgO/fzzzwsWLLhjx45///1XAQAAyFwIIwC8G/Pnz4+KiurTp4+0hxWkQEryCHML0/o9bR2KJuQRlVtnK1DaQhIKTVRBEpG5yf4dNGhQ/vz5N23atH37dgUAACAT4TQNAO/AkSNHdu7c2ahRIw8PDwUp9trzNVQFy1jkKWjs7Gah5hQvDxVBEpFZyR6vVKnS+fPnjx07ZmVlVbBgQQUAACBToGcEgLcVHBy8bNmyPHnytGrVSkEqvap/hKbLg9oJwrlYdjMtjFiZdVhYWAwePNje3l6+ZQcOHFAAAAAyBcIIAG9rwYIFERERffr0kYaxgtRLMo9QIwlN9weSiKwsW7ZsX3/9teR9ixcvPnr0qAIAAJDxEUYAeCunTp26cOFCnTp16ED+NpIZP0InjNBOItQwgiQiK8iePbvkEbly5Zo/f/7JkycVAACADI4wAsCbCw0NlUO11tbWbdq0UfB2kh/PUocmhiCJyDpy5swpeYR83WbPnu3l5aUAAABkZIQRAN7csmXLwsLCevbsaW5uruCtJZNHaEcS6kz6RGRBtra2kkdkz559xowZ58+fVwAAADIswggAb+jy5cvHjx/38PAoUaKEgndE5/oa2pGEkRb6RGRZdnZ2kkdYWlpOmzZNvoMKAABAxkQYAeBNREREzJ8/X47QdurUScE79fLVPbVHtdSOIUgisqa8efNKHmFiYvLnn39eu3ZNAQAAyIAIIwC8iZUrVwYFBfXo0cPCwkLBe/ByJKFDuw6yGgcHh6+++krCqd9///3WrVsKAABARkMYASDVbty4cfDgwYoVK5YpU0bB+2SQLAVZmIuLy6BBg6QwderUO3fuKAAAABkKYQSA1ImKipozZ465uXnXrl0VAGmnUKFCn3/+eWxs7JQpU3x9fRUAAICMgzACQOqsXbs2ICBAkggrKysFQJoqVqzYp59+Gh0dPXny5Pv37ysAAAAZBGEEgFTw9vbevXt38eLFq1SpogBIB+T7+NFHH0VEREyaNOnhw4cKAABARkAYASClYmJi5syZY2Zm1rNnTwVAulG6dOkBAwaEhoZKHvH48WMFAAAg3SOMAJBSGzZs8Pf3b9++vY2NjQIgPSlXrlzfvn2fPXsmeURAQIACAACQvhFGAEgRHx+fbdu2FS1atFatWgqA9Mfd3b1Xr16BgYGSRzx9+lQBAABIxwgjALxebGzsnDlzjI2NpamjAEivqlat2r179ydPnkge8ezZMwUAACC9IowA8Hpbt269f/9+q1at7OzsFADpWM2aNTt37vzo0SPJI0JDQxUAAIB0iTACwGtIq2bjxo3Ozs4NGjRQAKR7devWbdeu3YMHDyZPnhweHq4AAACkP4QRAJITHx8/Z84cKfTp08fAwEABkBE0atSoRYsWfn5+U6ZMiYiIUAAAANIZwggAydm5c+ft27ebN2+eL18+BUDGIV/bhg0b3r17d+rUqVFRUQoAAEB6QhgB4JWePHmyfv16BweHJk2aKAAymvbt29epU8fb2/v333+Pjo5WAAAA0g3CCACvNGfOnJiYmD59+hgZGSkAMqAuXbrUqFHj+vXrf/75p3ydFQAAgPSBMAJA0vbt23fz5s2GDRvmz59fAZBhde/evUqVKleuXJk2bVpsbKwCAACQDhBGAEhCYGDg6tWr8+TJ06pVKwVARmZgYNCrV6+KFSteuHBhxowZcXFxCgAAQFojjACQhPnz50dGRvbp08fY2FgBkMEZGhr27du3bNmyZ8+enT17NnkEAABIc4QRAHQdOXLkypUrderUKViwoAIgU5A8YsCAAaVKlTp16pSkjfHx8QoAAEDaIYwA8B/BwcHLli2ztrZu06aNAiATMTIy+uijj9zc3I4dO7Z48WIFAAAg7RBGAPiPBQsWRERE9OzZ09zcXAGQuRgbG3/66adFixY9ePDg0qVLFQAAgDRCGAHg/06dOnXhwgUPD48SJUooADIjExOTzz//vGDBgnv37l21apUCAACQFggjADwXGhq6ePHi7Nmzd+rUSQGQeZmamg4aNCh//vw7duzYtGmTAgAAoHeEEQCeW758eVhYWI8ePSwsLBQAmZq5uflXX33l6Oj477//7tmzRwEAANAvwggACS5fvnzs2LGKFSuWKVNGAZAFSOw4ePBge3v7ZcuWHThwQAEAANAjwggASlRU1Pz58y0tLbt06aIAyDKyZcv29ddf58mTZ/HixUePHlUAAAD0hTACgLJp06agoKCOHTtmz55dAZCVyLde8ohcuXJJInny5EkFAABALwgjgKzO399/+/btLi4uHh4eCoCsJ2fOnJJHWFtbz54928vLSwEAAHj/CCOArG7hwoVxcXE9e/ZUAGRVtra2kkdkz559xowZ58+fVwAAAN4zwgggSztz5sy1a9dq167t6OioAMjC7OzsJI+wtLScNm3a5cuXFQAAgPfJID4+XgEAAAAAANAXYwUAAAAAAECPCCMAAAAAAIBeEUYAAAAAAAC9IowAAAAAAAB6RRgBAAAAAAD0ijACAAAAAADolaECIMOqUKGCgYFB3759k3x03Lhx8uioUaMUAEiBoKAgS0tL+d2YNWtWkhViY2M9PDykwhdffKEAAAC8BcIIIMObM2fO7t27FQB4O9bW1mp8OWTIED8/v5crTJ069ejRo0WLFp0wYYICAADwFggjgMygb9++ISEhCgC8nUGDBlWpUiUoKKh///46D3l7e48cOdLQ0HDevHnm5uYKAADAWyCMADK8fPnySSPh22+/VQDg7RgZGc2ZM8fU1HTz5s1LlizRfkjiiWfPnn311VfVq1dXAAAA3g5hBJCBGRgYyPTXX381MTH566+/Dh48+NqnHDp0qHHjxgUKFLC1tW3evPmff/4ZExOjAMALJUuW/PHHH6UgucPjx4/VmYsWLdq5c6c8pD0Mja+v79dff121atXcuXPL78n06dNjY2O1F3Xq1KkPPvigePHiOXLkqFu37rBhw3x8fBQAAADCCCATKFu27JAhQ6TQp0+f8PDwZGrKAc8aNWps3749Li7Ozc1tz549n332Wbly5a5fv64AwAvffvtt+fLlHz58+Pnnn8vdJ0+eyI+MsbGx9gkaEk+4urpOnjz51q1bRYsWPXDgwEcffVSxYsUHDx6oFa5du1anTp3FixdHRkaWLl365MmT48ePl9+r48ePKwAAIMsjjAAyg+HDh5coUUIyhe+///5Vdby9vb/88ks5Prl27dq7d+8ePnz4/v37Xbp0uXjxojQhFAB4QXKHmTNnynTp0qV79+4dNmyYRAxDhw6tVKnLVxUHAAAQAElEQVSSWsHf3/+TTz6RwsqVKyWzkN8TmQ4cOPDs2bOjR49W60yfPj0kJGTdunWSVhw6dOjx48cjRowIDAwcO3asAgAAsjzCCCADi4+PV6empqZyxNLQ0PC333571VFHOSb57NkzSStat26tzpFgQp5VuHDhXbt2SXtDAYAX3N3dBw8eLIVPP/101qxZ5cqVk9BT8+iUKVPk90RCivbt26vni5mbm//xxx+FChWaMWOGBJ0yRzIImVpYWKhPMTMzk/pTp06VBSoAACDLI4wAMonKlSt/9dVXcXFxvXv3joqKernCxYsXZdqxY0ftmdI8aNWqlRQuX76sAICWn376qVixYvLTIXHn/PnzZap5yMvLS6a1a9fWrm9sbFyvXr2YmBj10UaNGsm0TZs2gwYN2rBhQ3BwsCzhiy++aNCggQIAALI8wggg8/j555+LFi166dIlaUK8/KjMl6aCk5OTznwXFxeZ3rx5UwEALRYWFuqYES1atChbtqz2Qzdu3JBprVq1DP5r9uzZMl8dhqZ///5t27YNCwv77bffWrZsaWdn5+npuX37dgUAAEAOYygAMgtpOcydO7dmzZqTJ0/u1KmT9kPx8fFyuDIuLu5Vz5WcQgGA/zIxMdFMtRkaJhzMqFevnlrQkTNnTiXxV2X16tW7d+/esmWLxBMXLlzYkmjw4MGTJk1SAABA1kbzA8hUatSo8cUXX8hxyN69e7dr1055cflPmbq6up48edLX17dAgQLaT7lz545M7e3tFQBImUKFCl27dm3KlCk6PSZeVi+RWt68eXP79u0lLe3bt6+bm5sCAACyME7TADKbMWPGFClSxMvLa9q0acqLQS6VxMaDTJcvX65dOTIycsOGDcpL534DQDKaN28u03///VdnfvXq1SX3PH78uPzyyK+Kk5OT9hA2np6ezZo1U16c5QEAALIywgggs8mWLduMGTOkcO/ePe35AwYMkOnYsWPXrFmjzgkJCZHjk9evX69Vq1b58uUVAEiZPn362Nvbjxs37ujRo+ocSR9++OGHw4cPGxkZubu7GxgYuLm5+fn5/fTTT5pI9OrVqwcOHJBCsWLFFAAAkLVxmgaQCdWrV0+iBzWS0J4pLYdhw4a1a9fO2dlZjliePXs2LCysUKFCM2fOVAAgxSwsLEaNGiW/MzVr1qxTp47M8ff3l5+UHDlyrFixQh1IYsyYMTt27Bg/fvymTZvy5s0rcw4dOhQeHi6/QoQRAACAnhFA5jRhwgRHR0edmd9+++22bdtq1KgRFxd34cIFOXo5efJkLy8vV1dXBQBSo2/fvnv37pUw4saNG5IyREdH9+/fX/KIUqVKqRXs7OyOHDny+eefGxgYHDt27N69e+3bt1+3bt3YsWMVAACQ5RloOk8CAAAAAADoAadpAAAAAAAAvSKMAAAAAAAAekUYAQAAAAAA9IowAgAAAAAA6BVhBAAAAAAA0CvCCAAAAAAAoFeEEQAAAAAAQK8IIwAAAAAAgF4ZKgAytUuXLt29e1cBgPfA29v76tWrCgAAQCoRRgCZ3F9//bV//34FAN6D3bt3z5w5UwEAAEglTtMAMrO4uLiYmBgLCwsFAN4DS0vL0NBQBQAAIJXoGQFkZmFhYTI1NzdXAOA9sLKyio+Pj4iIUAAAAFKDMALIzMLDw2VKzwgA70m2bNlkSucIAACQWpymAWRm6uFKwggA74na8UrNPQEAAFKOMALIzNQwgtM0ALxX8fHxCgAAQGoQRgCZGadpAAAAAEiHCCOAzIzTNAAAAACkQ4QRQGYWExMjU0NDhqoFAAAAkI4QRgAAAAAAAL0ijAAAAAAAAHpFGAEAAAAAAPSKMAIAAAAAAOgVYQQAAAAAANArwggAAAAAAKBXhBEAAAAAAECvCCOADO/q1asbN25M8qHg4OD4+PhFixaZmZklWaFPnz42NjYKAAAAAOgRYQSQ4RUtWjQyMvLOnTtJPmpgYPCqhzw8PEgiAAAAAOifoQIggzM0NOzWrZuEDql6VrZs2dq3b68AAAAAgN4RRgCZgYuLS926dVP1FEkirKysFAAAAADQO8IIIJNo1apVysOF/PnzV6tWTQEAAACAtEAYAWQS5ubm7dq1S0lNAwOD7t27KwAAAACQRggjgMyjWrVqrq6ur61Wt25dFxcXBQAAAADSCGEEkKl07drV2Di5q+RYW1u3bt1aAQAAAIC0QxgBZCr29vZNmjRJpkKXLl3MzMwUAAAAAEg7hBFAZtO0adO8efMm+VDZsmXLlSunAAAAAECaIowAMhtjY+NOnTq9PN/MzKxLly4KAAAAAKQ1wgggEypZsmTZsmV1Znp6etrY2CgAAAAAkNYII4DMqXPnztpjQ+TNm7dBgwYKAAAAAKQDhBFA5mRra9uqVSvN3W7duiV/lQ0AAAAA0BvCCCDTqlu3rouLixQ8PDxcXV0VAAAAAEgfCCOATMvQ0LBbt27Zs2dv3769AgAAAADpBt22gczMxcVlyJAhVlZWCgAAAACkGwbx8fEKkAJ8VIC0YmBgoABpJyQk5LvvvouMjFRSKW/evCNGjDA0pBsmAADQxf8P8Erx/6UASCN8GZG2rKystAfETblu3bqRRAAAgCRxmgaSoN3aUcu0f4C0pekcIQX5PtJXAnpWt27dY8eO3blzJ+VPYehcAACQDE7TgC7t9EFzGJbjsUBaUXMHzVSl/RCgH5JEjBs3LoV/C6ysrEaOHMmANQAA4FXoGYH/0E4igm/cDn/kr2h1EVcPyXJUFtAD9WtoaGiofuOsCjhb2OdRkwiZyXcQ+ufi4lKjRo0DBw6kpHLLli1JIgAAQDIII6BLEz3c277X/8AxBUA64NSplUOTOoaJlMSQgvM1oH+tW7c+c+ZMSEhI8tUktqhZs6YCAADwagwrhf/TdL6VQlxcHOdlAOmHfCVjYmJiY2PV76bmG8r3FPpkZWXVrl275OtIQMa4lQAA4LXoGYH/0B6xX1o7MsemhGvpz/soANLI0SGjo4KfxSRS56hnatAtAmmiWrVqR48evXr16qsq1K1b18XFRQEAAEgWYQR0qUmEHIB9ft9AMTAyUgCkKQkHo6OjlcQkQsoM4II01LVr1xEjRiTZK+eNLwIKAACyGnpRIgmcpgGkN5IPqqdpaM7UUIA0Ym9vX7du3SQfateunbm5uQIAAPA6hBHQpX2mhgIgfdCEEXGJ+IYibbVq1crGxkZnpqura7Vq1RQAAIAUIIzAc9qD4dHOAdIbCSC0u0UweiXSlrm5uc5IlsbGxl27dlUAAABShjACuugZAaRDahhBnwikH5UqVXJ1ddXcrV+/vr29vQIAAJAyhBFIGq0dIL3RTgmJJJAedO3a1dg4YSRsGxsbT09PBQAAIMUII/BKNHWA9IMYAumQvb19kyZNpNC5c2fGrQQAAKnCpT3xSlwyEEhviCGQ3jRt2jQkJKRcuXIKAABAahBGAACAN2RsbNylSxcFAAAglQgjAADpBV0/AD2jFyQAIK0QRgAA0p52DEEkAeiHJBGarxupBABAzwgjAABpTDM2p/LfETpJJYB3ThM6qEmEele7DACAfhBGAADSknYGoUMhjwDeNU36oE0hjwAA6B1hBAAgzWgSh7i4uO83/Hr5wQ21OaTdOYLWEfA+NC5es69HB/l+GSZSyCMAAPpFGAEASBvaSYRMgyNCnkaEKAD0IiwyPCYmRo0hBHkEAEDPCCMAAGlGc0aG5BHqnBL5ilQrXF4B8N5sOLfn4dPH8qWLjo42Nv7/fwUljyCGAADoDWEEACAtacIItaNEgVyOzcvUVQC8N4dunJYwIjY2VsIIdY46coT6ZSSPAADoB2EEACCNaYcRAPRDvnQxMTFqDKEZNkJFJAEA0APCCABAmtF0i9CcpgFAP9QwQjIIIyMjNQ0kEAQA6JOhAgCA3uk0e+gZAeiZGkbExsZqJxF8DQEAekPPCABAWorXogDQF8kg1CRCE0bwHQQA6BM9IwAAaUPT8lELnKMO6FmSUSCRBABAP+gZAQBIM3QOB9KKZuBYvoMAgDRBzwgAAIAsSieJIJIAAOgNPSOQ8YQ+De5fuZb2HCMTE5s8djltbV1KFPfs1d2hUAElo4kIDd0yf3FOO7t6ndqpc37q1OOG17mpuzbldnJUMpRvW3bwuXp9xtG9VjbWL98FXoVWEAAAQNZBzwhkBrHR0Y/97t88f3H38lXDWnc8sHaDktHsXr5m1e/TIkLDFAAAAADI7OgZgQxs4cWTRsYJn+G42NjAh4+CnjzZu2Lt7hWrZwwbntPOtkzN6kpG1uuHoeFhYdZ2dgoAAAAAZC6EEcgMDI2McuVzkFvh0qVs8uZe/cf0WT+O+mXjKgsrKyXDKli6pAIAAAAAmRFhBDKbNp8MOLBu0yMfn6Obt9ft2FYz/+rJM/vWrLt25mxkeERx9/LVWzYrW6uGznPvXLqyY+mKKydPBzx45FSkUPWWng06dzAyMdFUuHbqzJq/Zt6/fTv8WWjR8mXL1qpWXyoYP/8eHd+687cvvv5w5A9mlhZr/55pbGpaq3VLzz4fyEO+12/sXb3u7pXrty5cMjUztbW3r9SoXsv+fdRrGX7j2ebeTW8p/DNhstz6jRlRp31r7TEjRnbpde20109L5hWrWF57hScN+OzM3gPfzZ9R0qOKknjK/YF1G87s3X/tlFd2G5vilSs26tY5mRE0RnTuef3M2fH/rnR2LarOuXn+wvD23eUtzzl50MTcTJ25d9W6Wd+P6DT4c1lhuRscELB7+eqb5y7Ie4mKiMjlYF+kbOkug7/IZp1TeR11vI/KTRp0/uqzzfP+OX/4aHRkpGvFCk16dClSrox2zde+yuLxk7bMWzx69RLvi5dPbN91/ex5x0IFKtSv06RHVzMLC+1FJb/rk9lrAAAAAN4TwghkNtK8r9K4wYbZ8y6fOKkJIxaOnrBt0VIp5M3vnNPW9uiWHYc2bKnW3POTyWM1T9y5dMWCURPiYmOt8+R2KlxQmsFyu3bq7GdTJ6gV9q5cO+uHkVKwdbCXFv6l4ye89h3YuXTVV3/9al8gv/rSMr1w5PixrdvVp0RGhMt005yFSyf+KkmBmaWlc7Eifje9vS9clNuzgIDuw76RCg27dvTaf+jsvoNla9coWra0i1sxnTfl0ayxhBHHt+/UDiNCg56eO3jEJm+eElUry93wkJCJAz6ThresRoESxcNDQ7YvXrZr2apuQ79q3KNrktuqTA0PCSPkjWjCiMvHTiqJY3Bc9zqrLlZcPHJcpuUSG/CXjh7/bdCQkMAgeZWCpUoEPHzkc/W63O5cvjpi2QJNLpM8f597P3XuZZUzh3uDOgEP/I9v2yG3b2b+Ubq6h1oh5a+ybNJvF44ck3Sjfqd2Zw8cWjHlD3kL38z4XRMhvXbXv2qvAQAAAHh/CCOQCal9Afz97qt3zx04JM1RxyKFPv5lTIGSxWVOwIOHf33z3eGNmyvUr+XhDdqonQAAEABJREFU2UTmPLxzZ/H4yUbGRv3HjKjZpoXMCXrkP+XjQUe3bKvq2ahSo/qPfHwXjZtkYWU1cPzP7g3rSYXwZ8/m/DT2yKYtc0eM+W7+DOXFtQCkTVu1aeNOgz/z9/WTBrC81pJfpsj8T38dX6lBPTnwHh8XJ9HDpAGf7Vy2qvPgL2ROo+5dYqJiJIwoVbVKksfkZYGLx00+tnVnt2+/VhvP4siWbbExMTVaNlfnbJg5T5KIig3q9vnpO8lTZI7kF398OfSfX36tWL+OnWO+lxcr2cfqP6ZfOXm68QfP04orJ05JU18We+3M8zBC1vbC4aN5nJ3zJ0YkC8dMlIxAVrLNR/0tc2SXOfdueo/p1f/W+YvXT591q1xRSQHvi5dkR3w3d7razeHE9gZTPxs8+8efJ25aa2phnqpXkSRC7Ugi5baf9P+l/6fnDx3ZtXyVbNIU7vok95oCAAAA4H3iahrIhHLa2SoJZwQ8Ve+u/XuWTHv/9J3aHBW29nn7jvxRCv/OmKvOOfjvluiIyAZdOqhJhJD2fOevv8iRy9b74mUlsakfERraauCHahIhLLJnHzBupLTSLx45dunYCc2rW+e2GzhhVB5np5IeVSQCiAgNq9uxbbvPBkrTV3IHqWBgaFi+Ts28LvnlFUODnykpIKtRtlZ1aUhL3KCZeXzbLiWx04SS2Eti49yFVtY5Pxr/s5pEiGIVyrX5uH9sdPSmuQuTXGyhUiWtbKwvHD6mNsglg7h47ETlRg1MzEyvnvJS69w8fzE4IKBcrYTRQGVRxStXrNbcUzIUNSMQ+QoXVB8NevJYSbHOgz/XnHAhWY9Hs6aP/e6f2Lk7ta9StHxZNYkQZpaWHybu1p1LV6pzUrLrVTp7TQEAAADwPtEzApmQoWFCyqY2sMXNcxekde3mXkG7jkOhAvYF8t+9ci06Miqx7Z3QyHdvUF+7Tomqlacd3q2WfW/cVBJ6KDTSriBPrNig9pZ5i+W4fYkqldSZRSuUlfmaOtKK7jtquOaurNWdS1fuJLxupNyVV1dSRkKH07v3ndixy61Swht5cu/+paPHXYq7yi1x9W5JG17CBYlItJ9VpkbCiQ+3L11JcpkGBgYV69Xet3r9rQsXC5cudf3MuajwiBJV3KXBLxtEsgkjY+MLh49KzXJ1Es7RMDIx6fnjt9pLCHz46MbZ8w99fKUcExmtpIydUz7NGRkq2YxHNm25cvxU9RaeqXqVOu3baN+Vre1crKjPtesB9x/YOtinZNerM3X2GgAAAID3ijACmVBocLBMrXImHHh/5OMrjerYGKV78QpJVr5385ZLCbenj58oCYfN87xqmX43bhkaGclxdZ35ufMlHEV/6OOjmZPd2kanjsQEZw8cvn3psu/1mxePHg8Jeqp5KD4+TkmZSg3qy5H/49t2dh+WcKbGsa07Jdeo1ryp+ujDu3dleu7g4W6u5V5+7r1b3q9abOnqVSWMuHT0hIQRl48n9O9wda/w+N79y8dOSku+WIVyF44cMzE3K/li/Ahxw+ucvAvZsNfOnFXH3VTFpfi92DvrngeRK2/ChvX3u5faV8njpNuLQXaihBGPfPxiEvb763e9Wn55rwEAAAB4fwgjkAndvnRVSTxIrrzoJWGZI3uhkiWSeYpJ4gkUyovOFDqk2R8bGxsf98rGtpHh/79KRkZG2g/J4fdR3XrfPH9RynaODsUru+fN71y6useyyb97X7iopJgkAlWaNNy/Zv2VE6dkIce2bpdIolqzJuqjBgYJbzOPk1MeZ0clNcrWrCHLuXziVIt+vS+fOJ0jl61jkUJulSqsnzHn6qkzLm7Frhw/VaF+HfUEE0VrPMhsOXIUKV+mlEeVImVLS16wc8mKlL+ogWHSJ4hptnDKX8XQ0CjJRUlmkcJdr9LZawAAAADeK8IIZDYSHJzatUcKJSq7Kwnt/3xGxsaGRkbDEseYfJU8zk7eFy8FPPTP89/BC7ctXJLXxblc7ZoOBQtIdhDw4GFup/+09v3vJRzMz5nb7lVL3rdmnSQRxau4D535l+ZimSJ8ZIpGi9BWvXlTCSPk3cnB/xtnz0uiYetgr1l/mRYsVfzz3yamZpEJbXWJNi4fPxkW/OzKydNVmzRQEgebkC127bSXpBuyPcvVrK5W9rtxUzICKxvrsWuW5srnoFnIpeMnldQIfOSvM+fJw4cytc6bO7WvEuj/SGdOwIOEObZ586Zw1wMAAADQPwawRGazb/X6+953rPPkrtTw+QAQUggJDNIeY1I8ffzkI49637ftEhUeIXdzJ/b2P71nr3ad2xcvLxzzy7aFCYfo8yRmEEc3b9OuEB0ZdXr3fikUr1ThVetzLXE0ihotm2snEb7Xbzy4nXBiRVxcrDpHc42MZJSoWknSh9N7DhzbulPuVvVsrHmocJmS8tDl46dCnwZrP+X07n0DPerO/O6nZBZbpoaHbIStC/+JjY52TRxewTxbtiLlykg24bX/gNwtV7uGWlPmyLR8nZraGYE899KRhG0bF5vS0zTu3fLWPvNCnNi2O3FNqqX2VU7t2q99V4IM2bYOBV3Ui62mZNcDAAAA0D/CCGQS6sCQq377e87wUXK3+7DB6kUihWef7jJdNHZi4MPnR9Ejw8NnDBseHBBQqFRJtVrN1s1NzEx3LFlxbMsOtY60zFf89pcUqrfwlGn9zu1kun7G3BOJ17AQEaGhs34Y8fDOXbdKFTQXa3iZdd6EcSh8b9zQzJHX/evr756vSdjz9rCJecJ5EP5+fsqryUF+j2aN5RW3L15mZGJSudH/h9s0NjVt0r2LLHnBqHExUc8HxXx49+6C0eOfBQRqj/jwMjUC2P7Pcpm6uT+/aqZbxfJhwc+ObNpaqHRJTf8L28SRHSRHiIt9nqFIYdYPPz/yTRhaMioiXEkZeZZs/4AHD9W7m+cuOrZ1u7Nr0SqNG6T2VY5s2rL9n2Vq2d/Xb9rQ4fJJaPNxf3VOSnY9AAAAAP3jNA1kYD1Kuic5/4PvvvHwbKK5W7hM6VptW+5f8+93rTvndy0qcx7cvfvY775LCbduQ79U6zgVLSLPmjdi7O+DvrGblM/e2dnf797Duz5la9eo0bq5VCjpUaXT4M+XT/596ueDpXFumzfP3avX5NB6Hienvj8PT2YlG3Rqv2fFmi3zFkvbPpeDg/fFS1dOnJYGs3rRh+CAQLWaff6EI/mSMlw7c7ZGi2ZNe3dPcmkeTRtvmr1AmtZVmzbWXPZSVbdj20ObthzasOXWhUu57BPig2teZ2UN67RvXb1ls2TWULaDdZ7cQY/81QEj1Jmu7uWVmQldP8q+OEdDlKpWtXCZUjfPXRj/4cfFK1W4d+vOpeMn5IlFypa+cfZ8cECQkjLZbW0e+fgNqt+sYKkSj+76SjRgZWP90YTR6sgUqXqVfIULLvh5/Ppps3M52HtfvCyxhWwHzftNya4HAAAAoH+EEcg88uZ3LlKudK3WLUtVr6rz0IBxPxcuXWrfmvU+129EhIU7Fi5Yt0PbJj26mmfLpqlTv3MHe5f8a/6a8fCu7/Wz552KFGrQpWODLh00FVr271OghNvav2fJEXjf6zcLlSpRsV7duh3bWFhZJbNWefI7/7xi8Yqpf5w/fCzg/gMr65zuDeu2/bi/1/6DC0ZNuHTsRKlqVaSarLO83O4Vq29fvFy+ds1XLU1a7w6FCty/ddujWWOdhySbGLl0wfKpf1w4fOzWxUvGJibSpK/bvo3mihvJqFCnlrx0yapVNHPc3CsYGhlJ275srf+HESZmpkNn/73q97/PHz665q+ZRibGJapU+mzyeHnpYa06Jl6M4yMlBbLbWH87++9102af3rvfIrtVlSYNm/bqmtfF5Q1epfXAvtFR0Yf+3XT78pXild2rt/CU9EH7tVKy6wEAAADomUH8Ky4fgKxG/STExUnzMzYmJiYqKur23GVPj52xKelaZlA/BXgXQp8G969cK1/hghM3r1XezuLxk7bMW/zxxDHJ9/vIBI4MHhkV/MyiQY2ctSqbJzIzMzM1NTU2NjYyMjI0NEzJgCPpUHwi7d+cIRsnXXt827N07f61OinvSNsPO5+7/J/L1lhls7LPnTefvUP50mWb1W9SKH8BJTXOXDj7+9xp86ZMV961ew/u/TF3Wrd2XUq5Pr/+S/v+3b0unN27aqtTvpReJafZB+2u3rx2YvMBG2trJfX8nzz2aFG3pGvx9fNScX2cJE34a8qsf+ZN+GFUO8/WcjckLHTe8kV5bO06tWqvpD+bd239/Mdvenfs/v2goUrin8L12zZeunpZvSv2HN7X7+tPO7RoM27Yz2+2TJ0NkraGrZl8+f7Nmo7lu5dprv2rYmJiYpjIIJECAMD7xJgRAIAsJCQ05Mbtm/uPHvxt1l+dBn5w6+7t1Dxb6f3VR2cunFPeg1FTx6/cuC4uLnMeIVixfrVs8NCwMCUjuHD18jejvvd94KcAAID3htM0AACZ3ILfZlWv9J+zt+4/fND360+u3rw2euqEuVOmKenST18NCw0Ns8tlp2RAnVt1qF21ZiGXAkqmUK5E2cV/zLWzy6W8qUy2QQAAeHuEEQCALMchr/33Xwzp8Xnf/UcPhkdEWJinx0urlHYrqWRYLk7OclMyCxtr66oVKylvIZNtEAAA3h6naQDQn2w5c/xz1evtB4wQ3b/9WhaV6QeMwPtTpkQptfD0WbBm5ooNa9v361bZs1aN1g0G/TRk+/7dmofWb9tYpFrpkJBncpNCnfb/v2TP/YcPxv4xsX2/rpU8a/b9+pMla5bHvrgwrQh+Fiz1vxg+JCQsdNwfk9r06Vy1eZ3Pfvj6wLHDmqdLhR379yiJg1xI+bbPXSVxzAgp+977/8kC129dH/P7RMlQyjWq5tGirixq2sJZqR37KSo6StZQXUjtdo0/+/6razevJ1M/+RcNCAqUlRw8cpjXxfM9v+hXo03Db0Z9L49O+GuKzF+9eZ3UadKllWwfKchUZspG/vjbL6SwYftmndf6ceKoxE2xO8k1kY0j++VpcPCvM/+QjePetEbvLwds3r1dHgp6+nTklLFNurWRfScLVzegasTkMbLMLXt2aC9K7spMeejlV/nhl5/lhaQge0TqDBn9g5I4ZoSUh417fu0k2SBy98LVS8vXr5J1kC0jHxvZLGGvvsKx9gbROHn21LCxPzbu0lK221cjvt1/5KD2o6N/nSBPkb3z26y/ZMt3+bjXlRtXFQAAMgt6RgAAsiKvxKEfrKyy2+fOo86RFrUkDlIoUqCwiYnxpp1bN+7YUr9G3d9HTzQzNXMtXPSLfp9MXzBbKgzs2Teb5fMLsqzd8u/wiaPCIyJsrW1cnFxOnj299/D+JetWzp0yLY9dbs3LhYWFDRjy6bHTJ0u5lsiezWrL7m1ym/jjmDZNW1plyyZL3rRz2w3vG13bdsqdy846R86XV3jO0gXj/5ws7fxsFpZFCxe9cfvW+SsX5UPZ5cAAABAASURBVBYQGPj9F0OUlJHs4IPP+l69ec3E2MStSDHfB37SLN95YO/KWYs1A2em6kUNlIRhDp8EPun/zSeycCVhFEx/nbEP5U3tO3pw35EDtT1qlitVpkQxV+ucOSXo2bBjS4tGnppqEZGRMkc2Y51qr7yikBIfP/Dbz094nXJ2dDI1MZVA5+DxI4aGU/6cO9377u3iRV0fPX4kS75w7cr2pf+am5kpqVe3Wk1DQ0PJa4oULNKsQeNihYq+qubEv389dOJo07oNu7Rqv//oocnTfz9+5uTMiX/Ktk3JC436dfyClf9IwcXR2c7advPubf9u3yQb5NcRE9QK6lb8Y94M+agoicOLGhnz3zYAQOZBzwgAQJZz7vLFcX9MkkKT2vXVOZt2bkno+1Cg8OZFa7YuWbdhwaodyzZK+3zXwT0zFs+VCm5FXD/rPdDEVJrAplLo0+kDJaERHjBy8lgp/D568rFN+1bNXHx0494ubTrKEey/F8zUfkU5tB4dE7tn5ZZ185bvWL5RbXD+Ouuv2NjY7FbZZYEFnRP68Ldv1kbK0lbXWeH7jx7KCkso8NvPv5zYekBe6PTWg7Mm/SkPLV23Iio6SkmZyTN+lyTCo2LlfWu2rZ277NjGfWOH/RwdE/39+BEvV07Ji8YrCV0kJBGwz5N3+bQFWxav+eLDj3WW06ND1+ruCWN2yFTenWxVafBLUrP/2MHHAU801bbv2xkS8qxVkxbJNOYf+D+6dcd73q8zZEseXLezfbPWsnqffvelo30+ubtq1j8nNu+vWbX6vQf3dh3YrbwRiZ9kL0hB9oisbeMXn5CXSRIhW++PMVOGfvLVipmLKpWrKOHI0rUrlRSQ8EKSCPm8rZ+3YtfKzfKp2LNqa+Xy7hu2b5aPolpH7X0iScSX/T87smHP1JG/FHEppAAAkFkQRgAAMrmeX/QrUq209q3th52lTe7okG/IJ1+pdX6fkzCM5bjvRhYr/PxIeAHn/BOHj5GD/DMXzYmMikxyyXOXLQwJCx3wQV/Peo3U7gByNP6nL4fJcful61Y+fPxIu/KwTwfLfLUsB8DzOzlLm/nRY38lBULDQzu2bPd534+bNWgqcYjMkaP3davVLuCUPyIy8mlwcMoWEvbvto3ZLCwn/zRe7bUhC+nYoo203iMjIv3u+73Ni44dNrJi2QpFCxUtX7rca9dE4oaWjZrFxMRs2Pn/MzXWbU3oltKmSYvknzug+4c1q1RTV+bDLj3UmSO/+UG9mqmRkVGdqgkdK+7e81XeM3mnsvXUsmzVUUMTTuJYsjZFV0X9c/4MmY78+vuSrsXVOQ558o4akrCEaQvnaNeUNOSTXv1z57Jr3rApl9sEAGQm9PcDAGQh0gzOkzt3bttctarU+LBbL2lDKonDKNy84y1t7PKlympXLlqwSGm3EucuX7zre7doUt31L12/ItMq5d21ZxobG1etWHnlv2uuXLua1+75OSBmpmblSpbRrpYnV567vj4Rr4g5dMgh8bHfjtDcjY+Pv3TtyqXrV9WnR6esZ8TZi+fDIyKkJa99/oiYN2W6WvB/8vjNXjRH9hxJnuWRjA4t2s5eMn/Tji29Oyb0MXng/+jAsUOuhYuVKOaW/BMl8tCU7WwT3oittY3mXBv1rpJwQkqQ8p51aN5W+65sLkmyrt28fv/hA4e89sk/99yl8/KRqFSuovbMwi4FCzq7XLlxVcIveVSd6V6+ogIAQGZEGAEAyORevrSnjmu3bsjU0SHfyw852ueTMOKOn0+SYcTdxIESu3zcK8nFevvdqa08H/4gX157ncPaxsYJnRNj42KVlImOid5/9ODFq5eve988cupY0NOnmofi4lI0hmVAYIBMtdvt7+pF89im+vqj0vCuUKb86XNnrt++WbRA4bVb1kvY0aFlm9c+0TantaZsZGSYOMdGu4KhoZ66Dzjnc9SZY587r4QRPvd8kw8jfPx8Y4QSU6xG2SQr3LztrQlldN4dAACZBmEEACCri4lJSATi4uJeVcHYKOk/l4aGCY1hj4qV1YKO7NmsNGUjQyPlLcih8q4f9zp76YKU89nnq1LOPb9T/hqVq02aNvX8lYspXIiJacKpFim/+EbKX9TQ+E3eXdsmLSSM2LBt81cDPlu/ZaOENS0aeL72WcbvYhDHuNgY5a0ZGSZ9rutrsyE1Lslulb1M8ddfvdXY6K0+OQAApFuEEQCArK6gs4uSeInNlx/ye3BPpna5kj7y7+To5O1z57vPvyle9DUnFyhvZ/XGdRIKVKngPmfydO2LRIyYFJLyhbgkjlihM5KFOHX29C2fu9UqVjI1NXvnL5qM5o08x/0xacvubU3qNrxx51bTug1z2dgq75oaA+lcADUoZaNsJO/l8T4e+D+Uad48r+l74ujgaJzAaMFvsxQAALIqBrAEAGR1OXPksLW2ue1798yFs9rzr3vfuHT9ao7sOYoXcVXn6JwAUK9abZnuPLhXZ4EdBnzQsFNzr4vnlRQzUJI7ueDkuTMybdW4pXYocP3WdYlClIRzPeKUFHDKlxBGnD7npdOKnrd80bCxP957KYt5Jy/6XFJvzsoym8QQsrR/1i5PeKEmzZX3wMQk4doc9x/e15559PSJZJ6SwmEidx7co31XPi3Xb90olL+Amm0lr1HtBoFBQUdP/Wc1/J88rtKsdqveHcMjIhQAADI7wggAAJTu7TrLdNjYn67cuKrOuevrM3T0DzExMR+062z0oqu8pblFeHiYpnNB++Ztcueym7FwtibFkCPwU2b8cea8lxyQT0knfA0zc3OZ+t5P+hoQ6pCT0tzVzHkSGPDliGFqOTwiTEkBafy3btIiNDxs6NgfNaM/HDl1fOvendKErlim/Pt4UZV5Yp8L35cu2NG6aUuZrtm0XjZjbY+ayntQKH9BmS5du+LW3dtSCIsIn79y8Zbd25J5ihq++D24H5ds4LJxx5ZFq5aqZd97fkNG/SB7/5PeA5QU6NM54Togo3+b8MD/+WdJVmzomB9lC5cuXsoi8cMAAEDmxmkaAAAoH/fsf+na1Z0Hdjfv0b5IgcImJsZXblyTtmX1SlU/6tlfU61A/vySRDTv0c7ONvfmRaul0fhlv0+/nzCy80c9q1aopCQ01wMlzrDKZvX76EmGhqlI/F0cnWU6eMSw6Qtnj/z6B53renRt3XH5v6vnLVsYEhLskMfhwtXLx71OSvKhXr5BXjSFr/L950Ou3bp+4Oih6q3qFy/mZmFmpvYRGDds5Mtr+65eVOR3yi/ThauWnDp/plXj5mpTXMhGc3TI53f/XvOGnibGJsp70LxR0+X/rjx76UKjzi2KF3WVjEma/YMHfj55+u+veopDXgfJIy5du9K4S8tSxUv+OmJCktWKuBQaOWXstIWz8uW1P3/lUmxsbMeW7eTdKSlQrmTpdp6tVm9e36pXB7cixWSOt8/dew/ulSjm9u2ngxUAALIAekYAAJAwLOK08VOHfPxlSdfiT4KePPR/VLda7akjf5k/dab2SQpDP/na2dEpMCjoof/DwKcJF4+U9ueSv+ZVKlfhtu/dU+fOxMTEdGrVfuOCVdJiV1KjV8cPPCpWjo6JvnbrRvBLIxrkd3JePXtJ07oND5w4+vvcaacvnGlUu/6/81d2btleHj2W7EkH2mysrZdNX9i5dQdnR+frN6/fvefbuHb9tXOXaV8v852/qKhR2aNr205GRkYXr14Ofvb/d2dgYFCiaMIpMO2btVLeD0tzi8V/zvui3yflSpZ54P/Qw73qrIl/Jj9SppVltuFffW9lld3b585D/0evqvZRr35jh/1cyKXAzTu3q5R3H/fdqDFDf1JSbMIPoyV1crR3kD3udeGcnY3Nl/0/W/L3fHl1BQCALMAgPuXDaiNTUz8JcXFxcmxH/jMdFRV1e+6yp8fO2JR0LTOonwIgjRwZPDIq+JlFgxo5a1U2T2RmZmZqapow/J2RkRzNNjDQ04UM3634RNq/OUM2Trr2+LZn6dr9a3VSkDVIMFGtZb1ypcos/mOuknGM+X3ivGULJ/80LoX9INKbYWsmX75/s6Zj+e5lmmv/qpiYmBgmMkikAADwPtEzAunXmb0HurmWm/X9CM2cG17nJvT9RHP31M49UmHO8NEKEkWEhsoG+apRS+Wt/dSphyzK39dPs+S1f83YvXy1knkd3bJN3vKisRMVAHrxLDRk1NQJEZGRHZq3VQAAQBbDmBHISMZrJRHQp93L16z6fVq3oZzJDOAdCIsIL1Ovslou7FKwUe0GCgAAyGIII5B+FS1b+vuFs6zt7BSkjKm5uWwxU63z299Yrx+GhoeFsfEBvA+W5hbFChd99PhRvep1vuz3KRePAAAgCyKMQPplZWNdokolBSlmaGT0rrZYwdKpuCQhAKTW5kVrlAzr+8+/kZsCAADeAmEE9OSRj++XDZpXbdr4s6n/v0balI8Hndq1t+2nA9t9NlAz88v6zZ8FBU0/svv84WOTBnxWp33rfmNGHPp309/ffK9W6OZaLreT49RdmzRP8ff12zx30cVjJ0KDg10rlK/VtkW52q+5Xr3v9Rt7V6+7e+X6rQuXTM1Mbe3tKzWq17J/n2SG7IqNjt66cOnpPXvvXr2e3dq6YMkSFerXrta8qeYp37bo4HPt+vQje7Lb2mietXDML9sWLvn01/Eenk3k7uLxk7bMWzx69RLvi5dPbN91/ex5x0IFKtSv06RHVzMLC+2Xu3ryzL41666dORsZHlHcvXz1ls3K1qqhefT41p2/ffH1hyN/MLO0WPv3TGNT01qtW9br1PbDCtXzuuSfsv1fTc3Ah4+WTf7t5rkLAQ/9C5YqXty9YpOeXa2srdVHnwUEDvSoW72lZ+MPuqyY8ue923dKVHEfOH7UiM49b3idk40sm/obzzb3bnpL5X8mTJab7I4ze/ef3LH7k8ljqzX/z4j0c38as2vZyq/++rVig7pJbsOYqCjZ7Me37ZLNni1n9kKlSrT9ZIBzsf9fdCA6IlLezpl9Bx75+NkXyF+sfNmGXTvlK1xQU0HdgBM2rrpy4vTJnXtunr+Qr1DBCnVrtRzwYXxc3IbZ8732HvC5ftO5aOG2nw4oXd1D+1kp2ew6Au4/2LLwH9kXD318i5QpXb5uzXod20noIw+FBT/7rk1n+ez1+H5I4x5d1fqRYWHft+t6/9Zt2Ury0VUAAAAAJIUwAnpil8/BxNzs0rET8fHxaus9Nibm8olTUrh26oymmt+Nm498fas0aSSta+2nS3u1/ecfrZ8xR8qtBnxons1K89DVU2eGttgsjcDCpUs+uf/g2Nbtcvth0ezild1ftTKb5ixcOvFXWRMzS0vnYkX8bnp7X7got2cBAd2HvfJg1/yfx+9esdrCyipPfqfoyMijW7bJzWvvQWmTK6m0bNJvF44cq9ykQf1O7c4eOLRiyh+Xj538ZsbvRiYmaoWFoydsW7RUCnnzO+e0tT26ZccJ7g0yAAAQAElEQVShDVuk5a95LXUbXjhyXN6sOicyIvzlF7p98fKoD/pGhIZmy5HDxa2Y341bV46f2rlsZf8xIyrUq61ZztPHARMHfC7BhJSDHj3WSWQadu3otf/Q2X0Hy9auUbRsaVmOVc4cEkYc3rhVO4yQHOHwpq0SxJSrXSPJdy3LH9Orv8/V6/I287sW8/fzk0jl1K59I5ctKFiqhJI4TObwjj3kM2BiZioVngUEbV+8bOfSlW0/6d/mkwHai1r953R5rkX27Hmc8kloIre4uLj73rcP/bvZpbhr9pw5r532mvDhx2PXLc/vVizlm13HwXUb54wYHRUeIW/K3iW/fNK89h3YtWzV0Nl/W+e2s8yRvd/o4WN7DVgx9a9KDevZOtgrCanHFEkiytepSRIBAAAAJIMwAnoiB5PLVPc4tWvv3ctXXUq4yRzvC5fk2LKRsfHV02dio6PVBqG0FWVarnZ1nadLk1Jum+YtlrJOu1TarjVaNevy9SDrPLklkpj27Y8ntu3atXTVq8KIgAcPl/wyRQqf/jq+UoN6knrIEXVpbE8a8NnOZas6D/5CJwdRBQcE7Fuzvki5Mj8tmaceGJeG/eSPBx3euLlJr66FS5dSUkPepubIubS0f+n/6flDR3YtX9WoexeZc+7AIUkiHIsU+viXMQVKFlfX+a9vvpPXqlC/ltrDQr0UqyQRVZs27jT4Mzk+L7GFzqvEREXN/GGktPDbfCyN+f6yqeWdbp63WN7+rO9HTty8xsrGWl3OhcNHZad89ecUaWCHh4TqLEfWKiYqRsKIUlWrePb5IGF3uBaV1vi5A4eDnwTkyGWrVju+Y1f4s2dNe3d/Vdt+xa9/ShJRomrlTyaNlafLyuxb8++s70fMHj5qzJqE5GXZpN9lb0pKMmDcSLXvhmyWv7/+ftXv01wrlpcnahYlSUSvn4bVbd9GdtbeVetkIat++9uhoMsvm9bIdpMK66bNWjn1r93LV0u1FG52HbLH5/08TgqfT50o+YUENJK2LBo3adeylev+nqUutqRHlXqd2u9evmrBmF++/HPK6d37pCzJRd/RPykAAAAAXo1Le0J/SlWvKtNLx06qdy8eOyHTai2aRkdG3Th7QZ15/tBRmZavUyvli81ha9t31E+SREjZzNKy7ccJUcWdq1dfVT8iNKxux7btPhsorXo1dzAwNJRD2Xld8ktrMzT4WZLP8ve7FxsTY2xqIpXVOdLo7TPi+wHjf7bNk0dJpaLly2qOnMs6fzjyRynsXLpSnbP271ky7f3Td2oSIWzt8/ZNrPPvjLnay5Em/cAJo/I4O0mr2M4xn86rHN2y486lK+Vq12z/xceSRKjvtNmHPaq39JSW9o4ly7Ur9xs1vFjF8k5Fi8i6Ka8jcUP1Vs1kgxzeuEUz89C/CSfO1GzZPMmnSE50cMMmebNqEqGujGyEMjWrR0VEPPa799jvvqyS7MePJ47RnEVSurpHh0EJl1BZP32O9tIqNqjbsGsndffJQnLa5ZJC208HqEmE8uIj9NDHV/tZyW92HZvnLpYcp2X/PlWaNlS7ipiYm/X8cWgeJyfJL4Ie+avVug4ZJHNO7th9bMuOGcOGy5zew4epbxAAAADAqxBGQH/KJQ55cPnE8zDiyvFT0sau0aJZQvnUaZlKKnHx6HFpEmuPufBaRSuUNTH7f18Gp6KFpekYEvT0VfXzFS7Yd9Twtp8+H6UiPj7+9sXL+1avj46MVNchyWe5uBazdbCXdf6p4wfb/1l253JC2FGqWpVabVra5E11GFGnfRudVXIuVtTvxq2A+w/k7s1zF+QdublX0K7jUKiAfYH8d69c015Dnfeuw/f6TZlKW1pnfpXGCXP8bt7WzMmWI4d6okTK1W2X8BY0YUTgw0fnDhx2di2qdnt52Y2z56PCI1wrlNNpqA+d/dfEzWslSfG7cUNJ+JBUt7Cy+s/aNklYW98bN7VnulYor31X3QWOhQtr5uRI/AiFBAVpV0t+s+u4cyVhFxev9J/+NZLplPCoFBcbe+fyFXWOrG3vEQm9JKYP+1E+dR7NmlZp2kgBAAAAkCxO04D+yAF8OfB++cQpOaIeFxsnAUSlBnWLlCttaGR0NXHYiKsnT0t7tUwNj1QtNsd/kwtZmtzi4uKSeUpsdPTZA4dvX7oszXWJP7STi/j4pJ8oB+EHjBnxx1dDJSmQm8zJ7eRYrXlTz97dNYfxUy6Pk24vBlv7PD7Xrj/y8YuJiYlNuCndi1dI8rn3bt7SNPizWyeX2jy4c0emdoljGWizy+cg00d372rm5MydS0klCUeKVSh37bSXNOYdixTav26DxDp1/9va1xYcEKAkpAa5X1XhnnfC+uR6aW2z5cxhZZ0zyP9xWPAzyxzZ1ZnZbXJq1zFM7K6S3fr/MzUdWLQls9ltX3rdh3cS1mdU9z5KUh7c8dF0IClTs3r1lp6H/t2cEEwM/1YBAAAA8DqEEdCrMjU9Ns9dJI356MjIhOPk7hXMs2UrWr7MlROn4+Pizh9OOEejbM3qqVqmgUHqOvhER0aN6tb75vmLUrZzdChe2T1vfufS1T2WTf7d+8LFZJ5YqnrVyVvX71+7wef6jYd373pfvLx++uwD6zcOnfWnhCyvelZcTOzLMw0NjZKuHB+ntqul1V2o5Ou7KhgZGSXzqIQayovRJZJYB2NjreW8yU9BzVbNJYw4tGFzxy8/Pbh+o4GBgUfzJq+qbGximrgyr1xa3PO1TeqxxLMkjIz//2aNjN9khZPZ7Em8pmHCi5aoWtkwqQusWGT/f/eNiNDQa6fPSiE8JOTGufPaFz0BAAAAkCTCCOhV2Zo1JIy4fPyk2k5Wz0Rwq1jh6skzty5cPH/oiHVuu0KlSyrv07416ySJKF7FfejMv0zMzTTzw0c+e+1zrWys1REclcQm6J9ffXtm74F1f8/+9NfxSkKnjIQcIV75T3s65Gnwy8sJ9H+kMyfgQcIc27x57RzzSUvb0Mho2PwZytvJm99Jpk8ePNSZ//jefSVxvAnl7VRr0XTxhCnHtm6v0rjBvZvelZs0yGFrq7xyZRLG19QMtaBx7dSZ+7fvlqxaKa9LQoWAB7pnTIQ+DQ4JDJJ0xszSUnk7yWz2lyvncXZ+cPtu928HuxR3VZK15Jep/r5+Hs2anty1e9YPP4//d8UbdJYBAAAAshTGjIBeFa+U0BXi4tETV0952eTN41gk4SR/V/eE8/8Pbdhy5/LVCvXqJPP0pA5Rp5p6JdEaLZtrJxG+129Iy1MKcXGxST7r8MbNX9T33DDz/+NHyhvp8EXC2Ir+fn7qHJPE8RT9/e5p6sRGR185eerlpZ3atV/7rt+Nm7ICDgVd7Avkl7uVGtaX5velxAE+NZ4+fvKRR73v23aJCo9QUiaPc0IYcWzLDp35x7YlzNEZkyJ5BkltetkCVZo0kO2mjgFZ4xVDV75YGUeZXj3tFeT/WHv+5gWLZ3730+N7D9S19dp/KPzZf1KhY1sSrl1a0qOy8taS3+w6ytetKdPTu/fqzB/Ruefgxi1vnjuv3r1w6OiuZSvzODn1GzO8Vf8+gQ8fzRsxTgEAAACQLMII6JWRiUmZmh5XTp6+ee5CicoV1ZmuFctLW3f38lVK4viFyTzd1Nw8Mizs5aPrqWKdONihb+JwiarggIC/vv5OLUeGJd3UL1K2zBO/+1sXLnn4YqiF+Pj4A+s3SMG+oIs6Ry2snz4nNLE3RPCTgNnDR0nr9OWlHdm0Zfs/y9SyHFSfNnS4LK3Nx/3VOZ59ust00diJmudGhofPGDZc1rNQqZKmFuZKylRp0ii7rY3XvgMrfv0zLjZWXedNcxYe+nezlXXOas2bKilmYq7mLH4682u2Sggg9q39N6ddruT3nSQXNVo1k903Y9hPmnElLx09fmLbLokDXCuWc3YtWsqjiuzcv4f8EPqiO8n5Q0dW/va3FBp06qC8teQ3u446bRMu0rF+5twbXufUOVJZtuT1M2cNjYxkRyiJvWNkF0uhz8/fm1lYNO/bW97L0S3b5KYAAAAAeDVO04C+la7mcXzrzvDo6GIvLoggzdQi5cpIG8/E3Ey9/OerSEtPGqtDW3awtrMbv2Gl8kYadGq/Z8WaLfMWhwU/y+Xg4H3xUsKIFfHxzsWK+ly7HhwQmOSz5Lh9p8GfL5v027ctOxYrlzB24dMnAVLfOk/u9p99pNZp2a+P176Dp3bu+WjfwfzFit6+dFmygGYf9pD2v87S8hUuuODn8eunzc7lYO998bIkBXU7tq3espn6aOEypWu1bbl/zb/fte6c37WozHlw9+5jv/suJdy6Df1SSTFpS386adyvnw1eP332ziUrHIsUun/7zrOAQDNLy36jf8qRyzbli7LPn9B3YPviZdfOnK3RolnT3t3V+cWrVLJzyvfY9161Fk0laUp+IR8M+8bn+s1zBw59WquRS3E3iZYuJ/b+6D9mhDreZP+xI8b0GnB6975PajbI71rsWUDQI9+Ea3O2/qhf8h+MFEp+s+uQ0KfDF5/MGT5qZNfeJSonXFMjODDw7pVrFlZWn0/9RV3hpZN+k1CjatPGpasnjLpqYmbaZ+QPY3r0WzBqQonKlVK1hQEAAIAshZ4R0LdytZ8P7+dW6f+nCbhVTCiXrFJZDi8n89yu33yZx8kpJDAo8OEjmSpvJE9+559XLK7cpMH5w8fW/DldQhD3hnXHrVtWr1NbeVTn5AhtLfr1/nzqxKLlyt67fefWxUs5c9m2+WTAuPXLczs5qhWktT92zdLGH3TJm9/pWVCgtM9/WDg7ybEtWw/s22/MiHyFCko6ULyye/+xIz/8+UftCgPG/dz7p+/sHB18rt+4fvZ8DlvbDoM+Gb54jgQ3SmpIG37MmqVla9fIljOn96XLdg4Ozfr2nLBhpXvDeqldToMuHQ2NjG5fvBwa/P9RMAwMDFzcEoZUqN2m1WsXYmVj/dOSefU6tc/j7Oxz7YYEDe6N6o1e9U+xis9jqVz5HMas/qd2u1ZSwffGLQNDAwllflo6X9678i68drPrkKjih0Vz3NwrPPDxuXrGKzYmpl7HdrLHJbdSEi7+ckYiHssc2Xv8METzlBJVKsk6Bz8JmPXDSAUAAADAKxjEJzO6PbIS9ZMQFydHi6XNFRMVFXV77rKnx87YlHQtM6ifgndk8fhJW+Yt/njimFcdkM9YQp8Gf1KrYdGyZb5fOEtJxzL0Zj8yeGRU8DOLBjVy1qpsnsjMzMzU1NTY2NjIyMjQ0NDgnQymonfxibR/c4ZsnHTt8W3P0rX71+qkAHhvhq2ZfPn+zZqO5buXaa79q2JiYmKYyCCRAgDA+8RpGgDeUHhIyMKxv0RHRNZp31oBAAAAgBQjjACQapHh4X3Keahlh0IFKjWsrwAAAABAihFGAEg1MwsL52JFAx89Kl+3VscvPkn5BT4AAAAAQCGMAPSs+7dfy03J+N74aiZpItNsdgAAACBzNWPMDwAAEABJREFUIIwAAAAAAAB6RRgBAAAAAAD0ijACAAAAAADoFWEEACBdMDAwUAAAAJA1EEYAAABkaUSBAAD9I4wAAKQlgxfi4+Pl7gW/69P2LVUAvDcPnvoriV89Q0ND9dunvMgjSCUAAHpDGAEASBuaVpC2uwH35KYAeP908gjNTAUAgPePMAIAkJY0x2ML5XKWVlFcXFx8IrUgD6lTpE+ym2JiYkxMTGjBZhRqACEF++x2RkZGhok0HZQUAAD0hTACAJAGNOdlKC9aR/2rdIh6ITpRbGwskUQ6Fxwc/OjRI2dnZzMzMwXpmCZukO+aZBDGxsYSIRklerlzBAAAekAYAQBIM5rWkUzVBpImfZCZEkaoXSQUpFchISERERHSrDU3N1eQvmnyCPW7pqJzBAAgrRBGAADSmOZoreQOaod/NYmIS0SfiPRM9lRYWBhhRIagBg1q9KDJI5LsHEEkAQDQA8IIAECa0T5UK6GDNI00fSW0kwjyiHRLdpaEEbLjCCPSP00YoX2yhnYYoRBDAAD0iDACAJCWtM9jfzmJUClIr2R/hYeH0zMio9AeOULTRUJTJokAAOgTYQQAIG2oY1hq0gdNGKG5lAZJRPqnhhFygJ0BLDMK7TxCk0owYAQAQP8IIwAAaUxtEWmCiXgtCtI32WVRUVESJJmamirIIAySov2oAgDA+0cYAQBIM5oLfGrOV9dkECQRGYLsspiYGHX0AQUZh+YbpzNUBEkEAEBv+K8DACAt6eQRykvNIVKJdE7CCLVLi4J0T+fLlfxdAADeK8IIAEAa0zSB1DM1XvUo0qe4uDjCiAyNrxgAIE0QRgAA0gsaRRmOZhRS9h0AAEgVwggAyAA4VQEAAACZCWEEXonGD5B+cNgZAAAAmQlhBF5JbfzERkSE+txTAKSR+Lg4tZDkRfgAAACAjIgwAknTjG8ffPPOyZ+nKADS1MtJBJEEAAAAMi7CCOh6+arjANKc4Qt0jgAAAEAmQBiB5zQjoqt3pc3j0LqJTb1qUVFR0YliE8XFxcUnUpARhIeHBwUF2dnZmZiYKMhQ1MRBvolGicxtbYyNjbXzCIXEEAAAABkWYQR0qe0fmZrZWhtYWRpFRRlHRxsn5hFxiQgjMpDwwMBnIcH2uXOZW1goyFC0wwiJISROUlMJnTwCAAAAyIgII5AEtQmktoLUI+rqHE0YoSCDkB0XHh4uO9Hc3FxBRqPdM0LNI2Sq5hEkEQAAAMjQCCPwH5rT0dUmkCZ30NwljMhYZFeGhYURRmRQmm5Kahjxcs8IIgkAAABkUIQR0KUJIyR0kPaPpk9EbGxs/AsKMgjZd+Hh4bIfCSMyIs2XUdNTSZNHkEQAAAAgQyOMwP9pLueptn8UrbaQhBHSoNUkEeQRGUhYWJjsOzMzMwUZimaISp1IQk0iNGdqEEkAAAAgIyKMgC7tFo52LwntGIIwIqOQ3RcZGSnH0k1NTRVkHJqIQeebqCkoAAAAQEZGGIH/0FzgU6ZqBqHpLqEJIEgiMhDZfdHR0ZqBSJHhvBwO6sxRAAAAgAyIMAK6NHmE5q7y3wCCMCJjkTBCHW5AQUajnTXofCUVkggAAABkZIQRSIImgEgykqAJlIHIzoqLi6Njf8aV5NeN7yAAAAAyOsIIvBINnsxBDZXYmxkUOw4AAACZEmEEUoF2UYajPdaAAgAAAADpA2EEAAAAAADQK8IIAAAAAACgV4QRAAAAAABArwgjAAAAAACAXhFGAAAAAAAAvSKMAAAAAAAAekUYAQAAAAAA9IowAgAAAAAA6BVhBAAAAAAA0CvCCCAzMzZO+I7HxMQoAAAAAJBuEEYAmZm5ublMIyMjFQAAAABINwgjgMzMwsJCphEREQoAvDcGBgYKAABAahBGAJmZmZmZQhgB4L0JDw9XXuSeAAAAKUcYAWRmNjY2Mg0KClIA4D0gjAAAAG+GMALIzLJnz25mZnbv3j0FAN4DNYxQh6cBAABIOcIIIJNzdHS8f/++AgDvwePHj21sbAwNDRUAAIDU4H8PQCbn4OBAzwgA74mPj4+zs7MCAACQSoQRQCZXqFChmJiYO3fuKADwToWHhz958sTJyUkBAABIJcIIIJMrW7asTM+fP68AwDt16dIlmdIzAgAAvAHCCCCTy549uxy3PHfunAIA79SJEycMDQ3d3NwUAACAVCKMADK/UqVK3blzx9/fXwGAdyQqKurChQtlypSxtLRUAAAAUokwAsj8qlSpItOdO3cqAPCO7Nu3Lzo6umrVqgoAAEDqEUYAmV++fPnc3NwOHTokRzIVAHhrkZGRmzdvzp07tzoqDQAAQGoRRgBZQv369eUYpuQRCgC8tR07doSFhXXs2NHQkP9IAACAN8H/IYAsoXTp0nZ2dnIkk84RAN6Sn5/fli1bypcvX6ZMGQUAAOCNEEYAWYKBgUGbNm2Cg4PXr1+vAMCbCg8P/+OPPywtLXv16qUAAAC8KcIIIKtwd3cvUaLErl275KimAgCpJ0nEr7/+GhgY2K9fP3NzcwUAAOBNEUYAWUiPHj2MjY1nzJjByRoAUkuSiEmTJt25c6dXr17FihVTAAAA3gJhBJCF2NjYSB7x8OHDuXPnKgCQYnfv3h09erSvr68kER4eHgoAAMDbMRoxYoQCIMtwdHQMCws7cuRItmzZChYsqABAsuLj47du3SoJphQ++eST8uXLKwAAAG/NWAGQxXTo0MHb23vFihU5c+asWLGiAgCvIL8Vixcv9vX1LVCgwMCBA21sbBQAAIB3wUAOdCgAspjQ0NBff/1VGhi9e/euUqWKAgD/FRQUtGbNmmPHjklq2bJlyxo1aigAAADvDmEEkEWFh4dPnjyZPAKAjsePH2/ZsuXIkSOmpqaNGzeuX7++FBQAAIB3ijACyLo0eUSLFi08PT0NDAwUAFnY/fv3N23adPLkSUtLS8kg6tWrZ2FhoQAAALwHhBFAlhYZGTlv3rwzZ86UKFGiX79+0gJRAGQ9d+7c2bhx47lz53LmzNmoUaNatWrRGwIAALxXhBEAlO3bt69evTpXrlx9+/YtVKiQAiDLuHLlyubNm69evZo7d+7GjRtXq1bNyMhIAQAAeM8IIwAkkKbIrFmznj175unp2apVKwVAZnf27NktW7Z4e3vny5evadOmlSpV4lwtAACgN4QRAJ4LCwubN2/euXPnXFxc+vXrJ4dJFQCZjvzdP3HihMQQ9+7dK1CggMQQ5cqVUwAAAPSLMALAfxw6dGj58uVS6NSpU/Xq1RUAmUVsbOzhw4e3bdvm7+/v6urq6enp5uamAAAApAXCCAC6pKEya9asO3fulClTpnfv3oxqCWR0UVFR+/fv37FjR1BQkHyvmzdv7uLiogAAAKQdwggASYiLi9u4cePmzZuzZ8/er1+/YsWKKQAyoPDw8N2JQkNDK1asKDGEg4ODAgAAkNYIIwC80u3bt2fMmBEQENCgQYM2bdoYGxsrADKIZ8+e7dixY9++fdHR0R4eHk2bNrWzs1MAAADSB8IIAMmJjIxcsmTJ0aNH7e3tBw4cyDFVIP0LDAzcunXroUOHDAwMatSo0aRJk5w5cyoAAADpCWEEgNc7ffr0ggULYmJi2rVrV69ePQVAuvTo0aPNmzcfP37c1NS0Tp06DRs2zJYtmwIAAJD+EEYASBE51jpnzpzr16+7ubl9+OGHOXLkSMmzNm7cWLduXZpDwPvm5+e3adMmyQ2trKzq168v3ztzc3MFAAAgvSKMAJBS8nOxY8eOdevWSSOnT58+pUqVeu1TBg4c2Lp16yZNmigA3o9bt25JDHHhwgUbG5tGjRrVrFnTxMREAQAASN8IIwCkjhyAnT59+qNHj6TN07FjR1NT01fV/O677548eWJtbT127FgjIyMFwH+dP3++dOnSypu6ePHili1brl+/nidPHon8qlatyhcNAABkFIQRAFItOjp65cqV+/bts7OzGzBgQP78+V+uM2vWrJMnT6rlvn37VqpUSQGgJSQkZPjw4VOmTFFSSf5we3l5bd68+e7du05OTk2bNq1YsaKBgYECAACQcRBGAHhDFy5cmD9/flhYWIsWLeSorE5bSEIKTblgwYLffvutAkCLfH2OHDmSJ0+eUaNGpfApcXFxx44d27p164MHDwoVKuTp6fk2HSsAAADSEGEEgDcnh3bnzp178eJFaRf179/fxsZGnf/ZZ59FRUVp1xw6dKjUUQAkOnfu3F9//aWWZ8yY8dr6MTExhw4d2rZt25MnT4oXL960aVNXV1cFAAAgwyKMAPC29u3bt3LlSmNj4y5dulSpUmX8+PHe3t46ddzd3fv166cAUJTIyMjhw4cHBQWpd5PvHCGV5Su2Y8eO4ODgcuXKNWvWLMkTowAAADIWwggA78DDhw+nT59+7949e3v7Bw8evFzB0NBw7Nixmq4TQFa2fPny3bt3a89JsnNEWFjYrl27pGZERESlSpU8PT3l+6UAAABkCoQRAN6Z1atXb9++/VWPNm7cuG3btgqQtV2/fn3y5Mk6f3x1xlUJDg6Wr9L+/ftjY2OrVavWtGlTW1tbBQAAIBMxVgDgHTl16lQyjx44cKB58+bJXAoUyPRiYmIWLlz48mEAzZlNAQEBW7ZsOXz4sJGRUa1atRo1apQjRw4FAAAg0yGMAPBuzJo168mTJ8lUCAsLO3LkSO3atRUgq5Kg4dGjR0k+9Msvv9jZ2Z04ccLc3LxJkyb169e3tLRUAAAAMinCCADvxsmTJ19bZ/fu3XKwV+cioEAWcffuXQkjXvXojRs3JKdo06aNBHZmZmYKAABApmaoAMBb+/LLL1NS7cGDB5cuXVKArCcuLm7hwoWxsbGvqiAhXcGCBRs1akQSAQAAsgLCCABva/z48WFhYSmsvHPnTgXIevbs2ePj45N8nXPnzikAAABZA2EEgLeydetWzdh7KXHp0qX79+8rQFby6NGj9evXp6Tm/PnzFQAAgCyAMALAW/n333+VVNq1a5cCZCULFy6MjIxMSc1jx44pAAAAWYDByxcYA6B/GfSb6Ofn9+DBg7CwsPDw8LD/0syJi4vTeZa5ufno0aOzZcumAFnA4cOHFy1alPL6devW7dixo/JGGB0WAABkFFxNA0hjmhji5Twi/ScUDomSrxMREaGdTagFCwuLl0MKIPMJCgpau3atoWEq+iEeOnSoffv2r632cu4gc9QfDSIJAACQ/tEzAkgz2jGEWtaeAsgErly5cvbs2WfPngUHBz9LlJIveP369T09PZWUUaOHV00BAADSJ8IIIG1o5w7hkdFxcXE6eQTfTSBTCg0NDdESFhYmOYXmbnh4uJJ4KtO333772kUZJFIL5qbGBv+lkEcAAIB0jDACSBvxWtqPXBsdwzkLAN6QmYnRP8OaSfRgmEgnkgAAAEiHGDMCSAPaJ2ho+kQAwJuR0CE6OtrIyEj9MVHzCCXxF4Y8AgAApE+EEUDa0HSLkDAisbUQ3zGE+e8AABAASURBVLBS0RIF7BUASLEL3g92nbwuPyMSRsjvieQRaocImaOJJAAAANIhwgggzahJhOaiEvnz2JQvlk8BgBQLDotQCxJGqAU1jJBUQr1L5wgAAJA+EUYA+qY9RCWnaQB4JySMUGMIQ0NDtVsEMQQAAEjPCCOANKMJIxQAeDsxMTHq6JXqyBGa0JM8AgAApE+GCgC90xnAktYCgLchvyQSRsTGxqo9rTQUAACA9IqeEUDaiP8vBQDelASaahKh4icFAACkf4QRQFoiiQDwTmgGoOEnBQAAZAiEEQAAZGw6SQSRBAAASP8IIwAAAAAAgF4RRgAAAAAAAL0ijAAAAAAAAHpFGAEAAAAAAPSKMAIAAAAAAOgVYQQAAAAAANArwggAAAAAAKBXhBEAAAAAAECvCCMAAAAAAIBeEUYAAAAAAAC9IowAAAAAAAB6RRgBAAAAAAD0ijACAAAAAADoFWEEAAAAAADQK8IIAAAAAACgV4QRAAAAAABArwgjAAAAAACAXhkqAKAXHbv0KFHaXXMrWaZS7bpN2nbo+uXgb48eO6G8qVVr1vX/6LPK1ep4tmh7/NhJWXLT5m2U9y8sNOzv6bNXrFqrmaO+wQcPHioZzeixv8ia79i5W0kLXmfPyx5Mvo5sbb3tWQAAAOgBYQSAtBEfH+//+PGVK9e2bd/Zp+9H0h6WOUoq7di1Z/hPow8dOprfySkuLi6ndU5FX5avWvPnX9NDQ0MVvB1JIiSPUAAAAJCVcJoGAL2aM+tvj6qVlcQw4nFAwJPHT44cPf77H38vWboiZ44cn306MFVLO+N1VqZDh3zVo3sXKcTGxs6fO93U1ExB5mJmbsaeBQAAyEwIIwCkDQMDg9y5csnNzbVYcTfX/gM/mz5zTt06tUqVKpHyhURGRMrU0dFBvWtkZFS5kruCTIc9CwAAkMkQRgBIe1WrVGrevMm6dRsXLVk2YezPmvkPHjxctHjpqTNePnd9y5QpVbt2jQ7t2ki7VB7au+/gx58OUqt99vnXMu3ft7fc3KvWcnFx3rIxYSiHXXv2ykM/fj+0SpVKs+fOP3PmbFxcfDWPqr16dJM62isQFh7xz5JlR4+duHzpSuHCBatUdu/xQbccObK/aoWbt2x/y/u2FCZOmiq3USN/bNe2lfpQfHz86jXrt+/Y5XXuXLEiRSq5V+zZo1vOnDm0n37qtNfatf+eOXsuPDzcvWL5Fs09a9aopryaLG3QV0NHDP/OwsJi2ozZpqYmrVo2792zewrX/ElA4MpVa86fv3jh4qWIyAgHe/uypUt99eXnOmuVjI5devj7P163etmChf8cPXb89u27JUoW79CudeNGDYKCnv7594zjx08GBASUL1/u66++0Nm2ybzZDRu3DB32o1ouUdrdyTHf9q3/JvlmO7Vvq71nVf6PHy9fvurAoSM3b96SNyV7+eOP+tvaWKuPTv3tr5mz53k2bTTpl7EKAAAA0hnCCADpQuOGDSSMOKY1kuX6fzf9PGpceESENC+lFXry9Jl9+w8uX7F65vQ/ctvZFcjv/OknAw8ePOR19nyL5k1dXFzKlyuT5JJv37kjbdpnz54Vd3P187u/fMWqjZu3/LNwTrGiRdQKFy9d+eyLwRJ8WJibu7oWvXvXV9rPy1eumTJpnEQJSS6zS+cOBw4e3n/gUK2a1cuUKe3m5qp56Muvvz137oKss2O+fLIcuZ09d37OrL81FcaOn7T4n2VSyJ/fKZetzdZtOzdu2trMs8nECaOVVzAwMJCppABSWZ0TERGRwjU/dvzkV4O/DQwKkoWULFn84cNH167dkNvlq9eWLJprbJzSvwISsshrnTx1xsnJ0cTE5PDho0eOHJs6xfDv6bNu377j5lbskb//rt17L1+5svHf1eZmZil5s0WLFpGdOGv2XCn369snWzbLZN6sjjNe5z797Ct5X1bZrYoWLXz1yvUlS1ccPnJsxZIFMkcBAABA+sYAlgDShYIFC8j00SP/8MSWpxzMHzV2ghR+nTz+wL4dSxbPO7B3e8eO7a5evT59xhyZX6Cgy8cD+xYv7iblRo3qS1kdiuJlixYvq1en1oE922Uh+/ZslYWEhoTOnjNfU2Hc+EnSnv9oQN+DB3aqdX4aPuzp0+BxEybHxcUlucxuXTvJcXgpJByNH9i3ZAk3zUO+Pr5//T5l/97ta1YumT93uomJ8ZGjx69dv6E+evDQEWmcFy5UcNWKxVs3rVu5fPGOrf9Wcq+wafPWzVu3K6+gDu0pjfOmTRpu27J+7uxpLVs0S+GaSx1psffu2f3ooT0rli7ct3vrxn9X5c5td+HCJWnPKykmu8bb+/asGX9u37J+z67NbVq3kLX64ssh+Rwcdu/YvHTx/EP7d9ao4XHv3oPde/al8M26uRaVrWdiaio3KfT8oGsyb1ZbTEzMD8N/lvf1QffOh/btlFc/eGBXp47tJRb5a9pMtU7btq1k+w/o/6ECAACA9IcwAkC6kCtXLrUQ/DRYpgsW/hMWGta3b6/GjRqoh8rlYPsPw76Rw/IrVq7x93+c8iXb2eX65puvNEfL+/T6QKaXLl1R7+4/cOj0GS8JMj77dKCFubk6s1OHdtISvnLl2vYdqb7aZZ/ePevWrWVomPDrWrmSe/16daQgGYr66LTps2U6/MdvSxR/nl/kzZtnxPDvpDBr9rzkl5zbzm7smJHOTo5Vq1RyzOeQkjWPjo6pVKliM88mXw76NPuLLVCoYIFaNapL4fHjJ0qq3lqfntWrVZWCvLteiSeJiJ9+HGaTeGaEkZGRulhfX793/mZ1Hj156owkI6VKlfh2yGCJe2SOpYX514O/kH199drzTZ3f2Um2f9EihRUAAACkP4QRANIFI6PnP0fqgfErV6/KVOcsCWNj46qVK8XGxl6+clVJsZIlimeztNDczZMnt0wjoyLVu1euXpNp5cq6gyNWq1pFppcuX1FSqXKl/6xz4cIJjeFnz56pd89fuGhmZlqxQnntOgULFihQIL8EFpFRUcksuVy5Mmamppq7KVlzaah/P+ybiRNGa07HePTIf8euPT6+vlKOSvblXuautdp2ieGRrY21uj1VaioRFBikvOs3q+PU6TMylaBHDapUspf379k2d/Y0BQAAAOkeY0YASBeeBT9vrufImVOmd+/6yLRHr35JVr5zx0epqaSQHGPXvmucOP5lTEysevfunYQX+u33v+X28nPV1UgVW1tb7bvqcfvY2ISTJnx8/WISKKXKJn1Gya1b3sW1hp/QYfNiaMbUrrnX2fPHjp/w9fE743VWHXdTpeY+KWettQLqMKLW1v9ZJQPD/wfc7/bN6njyJECmeXLnVgAAAJAxEUYASBcuJp43IcfMLS0SzjhQT3OoUtnd0DCJDlzZUzNCoaFRcl3A1OWXKO6W5KUl8jnYK6lkaGiQ/Gtlz2FVqkQqLl+qobb/dZb22jXXDCGZI0f2cmXLeHhUKVO6lKQSy5avUlLJxDgVfzLe7ZvVoXaaSG2YAgAAgPSDMAJAurBnz14lcZAF9a6Tk+Pt23eHDvnKzbWY8j45OTvKtHWr5t27dVbeM8d8DsbC0Fj74hpvLCVrfuPmLUkibKytV61Y7KAVrJw4cUp5z97tm9UhHw8l8dKeOvO3btsZGxdbt1ZNy8QLcwAAACDdYswIAGnvytXrm7Zsk0L7tq3VOXVqJZyGsXvPfp2aXT/o49mi7blzF5R3pG6dWjLds1f3hSZO+a1ew2bLVryy+4D2aAUp17BB3cCgoOMnTmrP9H/ypGbthu07dg9P6hqWr5KSNVfHVqhVu4Z2EiGvcvR4wiVUY2NjlfcphW/2DTako2NCGKHz3qOjY8aMnfDTyDGGxkYKAAAA0jfCCABpydfv3srV6/oN+CQsLLxrl46lSj3v0t+mTUs7u1yzZ8/zOntenRMfH//b7397eZ0zNDDUVHt7RYsUllb9kaPH5y/8RzNz3/6DixYtffLkSTWPqq96orm5mUzv3buvpEbPD7rJdNyEyY8e+atzwsIjfvhh5JOAQHlTmotivKs1z5s7j0y9vW9rcgcpDP9ptHrBi4jUZB9vIIVv1tzMPDwsPFVXSKlSxb1gwQKSSU2Z+qfmrc2cPU+W3KxJI3OzhF1z18dXcpDrN24qAAAASH84TQOAXn3Y7+Mk5zdqWH/Y0MGau9JS/ezTj0aMHPNBz77q9SkCAgOvXr2ezSrblMnjkxxI4o19NKDvmTNnf5n469ZtO7JZWkZHR588ldChYNyYkfmdnV71rPzOzjL9Z8lyeW7z5k179eiWktcqU6ZU69bN163b2K5D12LFisqcO3fv3rv3oLib65DBg5RUeu2ae1SrIq8ojfZ+Az51d68oqYS0z6XZX7ZsqbNnLwQGBirvUwrfbMECLrJKrdt2lvhp3ZplKVmyfDzGjPrp408GzZ4zf8XK1W6uxULDwi5evGxvn/erLz9X66xZs17iCc+mjSb9MlYBAABAOkPPCABpyTpnTjm8P+Kn7ydPHKszZmGHdq0XzJtZsUL5uz4+0uSOiY7p2L7N2lVLixUtorxTcpR+9cp/GtSvGxz8zMvr3IMHD+vXq7N4wexWLZsl86xqHlU6dWwv63zp8hXNpUBSYuyoEcN/+NYhn4MctD977rytre3nn320aP6sNxjm4LVrbmZqOnPaH926dnr4yH/a9Fm7du2RIEC26k8/fi+PHn//I0ek5M1+/dUXTk6OgUFBDx89Cgx6msIllytbesXyRXXq1MyZM+f58xfDw8I7d2q/7J/5SQ7nCQAAgPTGgNHIAT2LTxQXFxcbGyuHsqOionpP2RkTG/9hs8o1yxVUACDF9nndmrfphImRwZguJc1fMDU1NTExSRg/1NDQIJECAACQznCaBgAAAAAA0CvCCAAAAAAAoFeEEQAAAAAAQK8IIwAAAAAAgF4RRgAAAAAAAL0ijAAAAAAAAHpFGAEAAAAAAPSKMAIAAAAAAOgVYQQAAAAAANArwggAAAAAAKBXhBEAAAAAAECvCCMAAAAAAIBeEUYAAAAAAAC9IowAAAAAAAB6RRgBAAAAAAD0ylABgCwsLDRMAVIpLi4uLDxCAQAAwJsijADwvnTs0qNEaXe5Xb5yNZlqixYvU6uNmzBJeT+SfAlpTy5cvPT74T8reDsf9Oyrbl6vs+eVtCC5wF/TZspqVKlep3uPvlJW569es/7jTwdVq1G/Tfsu3/044tmzEOVduHPHp2fv/teuXVcAAADwpjhNA0BW5O//+Osh3504ebpO7RoKMrhvhny3Z+9+tXz6jFeOnNmlMHfeoklTflNnBj196ut3b/TI4cpbW7FyzYRfpoRH0C0CAADgrRBGAMiKLl66IkmEAr37sN/HR44el8L8udMrV3JX3lpUVLSaRBgYGAzs/6GRsXHZ0qXk7v4Dh9QKrVo1d3ZysrPLZWj4DjoDrlu/gSQCAADg7RFGAEhjH3TvLDflfdJ/+y9lAAAQAElEQVTDSyCthIaGqgVbW5vPPh2omR8S8vykjF49ursWK6IAAAAgPSGMALI0X797y5avOnnqtM9dX7lbqFABNzfXtm1aFndzVSusWLlmxM9jpTBh3Cg3t2Jz5y86evS4jY21R5XKvXv3yGVrs3HT1i3btnudOVegoEvNGtX69+1tZGT08gvt2bN/+crV585dKF26ZMOG9dq1aSXHsdWHFi1epg7lIHnBsKFfa55y85b3osVLDx8+amZmVq1alYH9+/7594yly1bKQ0sWzytXtrQUSpR+fmj90vmTmid+PeS7zVu2S2HqlAmNGtZ/+SU0FcTefQdlIXKIvlmzJj+NGC1zqlR2nzdnumZpss6du/WSgpNjvm1b1mtWWyM4+FnV6nWlUKOGR+cO7f/4e7qPj28+B4c/f5+SP7+T+t43b90uG9nCwkLefrs2LbV7BLz9Fj595uz69RvOeJ279+BBCTfX0mVK9fqgW+7cduqjXw7+dtv2nVL47tuvu3f7fyKzYeOWocN+lEKdOjX//uNXdeaNm7eWr1h9/PjJwKCgsmVK16lds13bVjrvV/bLggX/HD123DKbZe2aNT76qJ/yniWzATX9LMSTJwHq56FL545Ll63QPL1Nu4R3/eP3Q7t07qDO2SSL27H78uUrwc+eydusUrmSbBlTUxPNU36Z+Ov8hf9IYdb0P9et33Do8FETU5Ma1T3WrtugqdO1e2+Zzpn1t0fVygoAAABSiTACyLokifigZ9+HDx9p5pw67SW31avXLflnvptrUe3K+w8cGjV2QkjiEIDylCtXrsmcMmVKaZpnXl7n5CYNwh++G6LzQvMXLJamr1o+cPCw3DZv3jbt79/MTE1ftW7r128cMWpsZGSUelcawNIidXZ2Ut4bz6aNJ/wyOSws/PiJU/5PnuTOlUudv3P3XrXQsoXny0mEtocPHg357kf18hzhEeHOzo7x8fGSBWzfsUtT5/btOxs2bP54YN9PPxmo8/Q328LSZpaWs+buyVNn5LZ+3YbhPw5Tg5iWzT3VMEJWQzuM0KxVi2aeamHu3IW//v5XbGysenfX7r1y271n34SxP1tlt1Jnrly9bvSY8dHRMerda9duHDtxMjwsXEkxab2nvHKqNmBKREVFD/n2B+0Fqh/IfzdumjBu9MsdKCRakjRKLTs42CsAAAB4R7iaBpB1zZ23UE0iXF2L9urVvWP7NgUKuMjdiMjI1WvW6VSWg8m57ex6ftC1YYN66hwJCKSdXLKEmzxX7acglixdERAYpPNcSSIKFSwgz61Vs7o65+ixEwsSjzwnKTj42cTJU9UkokCB/PJEOXov0YnmGPhbalC/XosWz1vgsmLSrJWgIZulReNGDZTEBvCWF/0mlIRG+0610LJl8+QXe/3GTUki7Oxy2dpY165VU5KLNWv/Vdu90pj3bNqoXZtW8pDc/Xv67JffyxtsYWlFa5KISu4Vevf+oHy5slKWCt8M/f6W920p165dQ+0lISHF/fsP1MpPnwbv239QCrI+DeondOu47X1HTSKMjIyqV68qq6F+GPbs3T9/4WL1WfL0ceMmqkmEi4uz1Klbp5a01eWNK+/Hazdgi+aefT/spVa2zGYpu1JuVau6y1TTN6Rb105yt2SJ4lL+6+8Z6gJl7zRp3KBXj27yRpTEVOXLwUMjo6J0VkBNIoolhhQN69eT5eTL9zyS6Nihrdx1dMynAAAAIPXoGQFkXfXr1cmVy9bb+/aP33+bM2cOmXPs+MneHyYccL53775OZUtLi0ULZqtNwS++HLJj524pSMNs0cI55mZmUm7s2drHJ+Fcjzt37qrVNKpUdp8x7Q+1G/yCRUsm/DIlobDgn/59eye5YqtWr1Pb29K0njtnmtqB4t8Nm7/97h1cDUFIK9Tc3FwOsEs5f34nOcyuzm/VspnaDWHHjl09uneRwsWLl+8mnsAia5I/Bf0yZJP+MmG0sZHx0+BguTttxiyZSvN+2T/zJfVQEq7i8ZFny3ahIaEzZs7R6d7/Blv419/+VJ8rucDQIV8piUnKiJFjVq5eJ5HBuAmTZk3/09DQsGWLZnPmLpBHt2zd0af3BwlvcNfumJiETKFp08YmJgl/CKbNmqP2ifhp+LD2bVtLYcg3X3b9oPfZsxcW/rOse7cu1tY5ly5fJUGVPCTJyLy5M9T9Iq+lnt6SjP4ffXbw4JFkKmjOu9Hx2g3YulVz+ajMnjM/YQNaWGh2pQQHu3bt8fd/LOUO7dsUK5qQJvg/eTI7cTuIqb/+0jAxhfloYL++Az45f/7i7dt35i9YPKBfH+0VkI0ze+ZfldwrPnrknydPbontDh48dO9eQqbTulWLJNcZAAAAKUHPCCDrql6t6icf9Z/0y1hJIuTgtsQE0hhTHwpNPNdAW4UK5TQRg719HrVQo3o1tZ2sJA6poBbCwnSf27VLR80J+R0SG7oiMChIjs8rSbl6/frzyu3baE7laNnCU1qDyvtUuZJ7gQL5lcTTVdROBGoiIJp5Nk7JEj7s09PC3FxasHa5bP0fP1ZbrfnyOagNaSGH60slHqI/fuKUzttP7Ra+dv3GlSvXpCCJ0qBBn6oPyQH/IV9/mc0qm5QPHToamngCRdvWLdRHt+98fnqCeuKGknCORlO1cDVxUepG0CyqRjUPKYQ8Czl5+oySEFHdUx/q1KGdZr+0atHMMpul8h6kdgO+1s4duyWsURIzIzWJENmzW335xfOtt3//IZ2nyHdEkggpvO/PHgAAQFZDzwggS/M6e37uvIWnTp2RaCD5mg5582rKJibPG6LSStTMNDN7PlNt72nL5/D/atJwdXFxvnPHR8p+9+6pPTJ0+Pr4qYW8efNoz3dydJQD1MrrxMXFKW9KDndP/e0v5UUngq3bd0jZ2Ni4+YtGe/I0bWYlof+Cj1rw8fHVDLSp7UlAgPbbT+0WliP56t3ChQppj74hSUTBAi4XLlyS8tWr1yqUL1uwYIGKFcpJwnLu3AVZK0sry8OHjymJZx+UKZNwFczY2Fj1nA7RxLP1y6sa8CRA0eovk8/x/2slMZOLs/PlK1eVdy21G/C1bt95vsV0xoYoUdxNLVy5clU9UUXzUAEXFwUAAADvAWEEkHWtXbfhh+E/qy1baUWXLlPKJb/z739MUxI6xut2mzI2MXl5CSZJzXxZeEREkvNfSi2ei4t/PoaiTqwQGxejvEJMTIxEBmpZPZXgzbRu2fy33/+WbbJz1+6qVSup52jUqV0zR47sr32urIB2tfj412QiT54EaIcXqd3Cpi8Ci5dH1dTkQZoN2KpVcwkjpLBtx06rbNnUCq1ejIIhd5MdmlMJCAxMfKHnn4qoyGglNWZO+0NJvdRuwNfSbGGdgUj/v7ni43Qesv7vCUcAAAB4VwgjgCxKAoIJE6dIM8zC3Hz6tN8ruVeQmRcvXVHDiHfr+vUb7hXLq+XQkFA/v+cH2NUhEl9mn9f+rJIwcOCdO3erV6uqzgwLj9AcvdeQpqPakoyMitaEEQEBgcrrvKrtnSdP7tq1a+zde8Dr7HnNEJvNmzVRUsDU7D8XB3HM56gWihUrsm71MuVd03RPuHnLOzIqStM5Qrbw7Tt31XJx12JqwbNxo/ETEq4VsnffgRzZExIT2Vwtmj8fxVPKjo6OaleLfXu3aa4kosPJKd8Zr7NSuOvjU115vl/kpe/4+CgpprkY5/y507Uvcfqyd74BnfI9P8/l6rUb2vM13TqKFStqaPifGM7Y6KW/ksnHNgAAAEgZxowAsig55h8c/EwKee3zqkmEOHPGS3kP5i1Y/ORFQLB+wyZ16MTcue2yWVokWb9K5edt1LXrN2iuNPnHH38/Cw7RqakZZMH7lrda8PW7d/2/Tc0kaRqZ0TG6vS1atWimFtTLkWbPYVW3Tm0lBcxM/hNG5Mtn75p4eVRv79uaGMXf/3HNOo169RkweuwvMTExylsoVrSIk1NCc/3x4ydTpz4fyVKimfG/TJE8QspNmzRUB49QEs+OaZh4pU8vr3NHjiaco1G7Vg27XLaapWlCn/37DqqFuLi4rt17d+rac+h3w+8mDpzp7PQ8Hdi6bYemz8X69RvDXhph5J145xuwRo1qamHnrj179uxXyyHPQqZMfd5xQ7PrNV7umWL84iSOt9x9AAAAWRw9I4Asyv7FcAxyPHzItz+0bNHM2/vO1BdXZ4h66RqHb8PX169Hr361a9cwMTLWXCeyQ7vWr6rf3LPJLxN/jYiMvHjx8meDvi5Z3O30mbNJXtfT1c318OGjUvjqm2Ef9ukR+ix02YpVrzorRJu1dU614HX2/PhfJufMmfOjAc8vxFCvbh0ba2vNIBpNmzy/3sQb6Nql008jRkdHx/T+cGCvHt1z5bKdt2DRkycBcnN2ctJ05Xhj3bt1Hj9hspJ4jZJLl6+UKl3S68w5tfOCuZnZV19+rl1ZWtoSHEhBvTZni+b/GQWja+cO/yxZLoWfR4+76e1dvmyZdes3ysZRErta5HNIuJ6lp2eTOfMWRkZGnTh5+ush3xUpUiQyIkKzQ9+Hd7sBJUxp2KCeOijpp18Mbtyovn3evHv27VcHpyhR3K1Tx3avXYh8VNTC1N/+cq9Yvk6dWlxTAwAA4A0QRgBZVM6cObp07rB02Uopb9y0VW5KYnd9aXhL28/H1095R2SZ/fv2+nv6bG+tkywqV6rYv9+Hr3qKVXaryRPHDRo8RNZk794DclMSr8d5/8GDs2cTTt8wedEKHdCvz/HjJ+UYteQdI38epyQeTu/Yoe2KlWuUZBUsVNDS0iIsLFxa2gsXLbW3z6sJI2QLtGzhKc179W6zpim6jkaS2rZucevmLVmUHM+fOHmqZr6Li/OXX36mvLUPunW+5X17xYrVUpaAQG7qfAlTRvz0naPW4JdKYn8TR0cH9RwZWxtrne4eBQsW+GX86OE/jZIMaP78xfNfzJdQY/Son9Rmf6GCBYYN/XrEz2OVhM4RO5VtCZfkKO7mWqRIIbUXSUrMmfW3kmLvfAP+NPy7gICAU6e94uPjt27bqZlftEjhMaNHaA9d+SolSxbftXuvFE6f8ZJbPsd8hBEAAABvgNM0gKzru2+//mbwIFfXomZmptLmrFWz+vS/f2uQeMnDR4/8L168rLwjn34ycNyYkdWrV81mla1AARc5nj9z+p+ai30mqW7dWrNm/CkBRG47u5Il3D75eIA0lQ0NnrcVs1k+v5ZkJfcKf/4+2dnZSb0rx72XLJrn7Oj42lWytDAfN/ZnWRkDAwNZfq0XHfhVLokX+FQSG72a0S7egDRuhw75auKE0U2bNNQMkCHpxpyZ02zfxciIsvIjfhy2fMmCrl06FitWxDKbpaxtn9491q1ZJpvi5cptWrd6vg7Nmrzc3aN5sybz5s5o16aVbBA1fShVqsTMGX9qN7Yl6JEPSZkypSQwcnMr1rtn90XzZ+WytVXej3e+AeVZC+fP+u3XX2QhTm9jLAAAEABJREFU+fM75ciRvWaNavItWLl8sc4lNl6lR7cuzTwTtp4sSr4ymuutAgAAIFUM4l81nD2A9yM+UVxcXGxsbHR0dFRUVO8pO2Ni4z9sVrlmuYIKFOWM17mLFy/lzJnT1samWrUqmgscNGraytfXT9rJx47stTA3V94P2Ttt2nW5dj1h4ImB/T/8/LOPFCC92ud1a96mEyZGBmO6lDR/wVSiPslLjI0NDQ0NEikAAADpDKdpAEh3QkNDx46fpJYlDqhc2f3ylasHDx3xTTx5RA7+v6ckYumylYFBT69evaYmEeZmZikZRAAAAABAahFGAEh3PKpWrl+vjnpm/vSZc+Smecg6Z85PPh6gvB87d+3RHiazc5cOeV8M8wkAAADgHSKMAJDuGBkZTZ0yYev2nWvXbbh37/7DBw/DIyJsbayrVav6xeef6IzL+A6VKV1KDSPKlyvbsX2bFi08FQAAAADvAWEEgPRI8ohmTRu/zZUs3sAXn38sNwUAAADAe0YYAQAAAAAA9IowAgAAAAAA6BVhBAAAAAAA0CvCCAAAAAAAoFeEEQAAAAAAQK8IIwAAAAAAgF4RRgAAAAAAAL0ijAAAAAAAAHpFGAEAAAAAAPSKMAIAAAAAAOgVYQQAAAAAANArQwUAkJXExcWFhUcoAAAAQNohjACALOTOHZ+evftfu3ZdAQAAANIOp2kAQFaxYuWaCb9MCY+gWwQAAADSGGEEAGQV69ZvIIkAAABAekAYAQAAAAAA9IowAgDesQcPHs6Zt/DU6TN+9+6ZGBnnd8lftnSpDh3aFipYQK0QExNTpnxVKVSsUG7K5PHzFiw+fdrL18e3UiX3Th3bVa1SSXtpUnnlqrX79h88d+6Ck7Nj2TKle/bo5uSYT1NBnj5x0lQpTJo4Vh6dPWfB8RMnIyMjateq2ad3D8d8DvLQtes3WrftrHlK1+69ZTpn1t8eVSsrAAAAgN4RRgDAu3Tj5q0ePfsFPX2qmRMQGOTldW7Dxs0L5s8qXKigduWIyMhefQZ6e99W727bvlNufT/s9dWgT9U59+8/GPjxF9dv3FTvymIvXLi0fsOmsaNHNKhXR+elr129/svEXx898lfvLl22ct26Db9NnVijuocCAAAApCdcTQMA3qV58xepScRHA/r+8fukqVMmtGjeVEmMJCZP+U2n8sWLlyWJKFeuTO+e3cuUKaXOnD1n/vETJ9Xy739NV5MIJ8d83bt1rle3tpmZacizkO9+GBEU9FRnaTNnz7PKlq1zp/adOra3sbaWOeERERKCSMHW1vbTTwbmy2ev1uzYoa3cddTqXgEAAADoEz0jAOBd8vO7pxZq1KhWvlwZKdSvV6dM6VKFCxdycy32cv2eH3QdOuQrKcTHx4/8eeyKVWulvGDhksqV3G/fvrt+/Ua5W6BA/nWrl5uamkh5776DH386SPKIxf8slUBBe1HWOXMuXjjH2jqnlN0rlvtm6A9SuH3nrkztctl+PLDvwYOH7t17IHdbt2pRrmxpBQAAAEgj9IwAgHepQAEXtdDtgz516jcd+t3wtes3VPeoWrVKJTUm0NGrZ3e1YGBg0LVrJ7Xs6+sn00tXrqh3y5crqyYRomaN5+dc7DtwSGdRVbReonDhwmohODhYAQAAANIZekYAwLvUr2/vY8dP3LnjI+VHj/w3bNgsNyk3bFBv9M/Ds2e30q5sbGycJ09uzV2nfM/Pm7jr4xMfH+/j46veXbtug9x0Xujx4yc6c/LksdOUs2WzVAuxMbEKAAAAkM7QMwIA3iXHfA6rl//zw3dDXF2Las/fsXP354O+jouL054Zk+D/YYEEEGrB0MDQwMBAp7IOSTo09VXGJiaasokxWTMAAADSL/63CgDvmGU2y65dOsrt8ZOA4ydO7tt3YMPGLTL/2PGTFy5c0gxUqbrlfdu1WBG17Hf/vlpwKZBfpvkcHNS7sihJN177ugby7zU1XlcBAAAA0At6RgDAO/PsWciPw0d179G3UdNWoWHhdrlsPZs0mjBuVO1aNdQKT18awWHZ8lWa8pJlK9VCfmdnmXpUrWxikhAZHz16PDwiQn1o+45dDRo3H/DR54v/WaakkrGRkVqIiYlRAAAAgLRDzwgAeGeyZ7e6duPG+fMXpdyzV79WLZvbO+Q9cuTY4SNHZY6RkVHJkiV0nrJ8xaqY6Ojcue2OHT95xuusOrNd21ZKwhgQuZs0abRhw+Zb3rd79u7ftXPHgIDAefMXPgkIvHfvQdMmjZRUypnz+fCWU3/7y71i+Tp1anFNDQAAAKQJwggAeJfGjxk54OMvfH39Ll2+Ijfth4Z8/aWtjbX2HIknateqsXrteu2ZH3TvXLNGNbX87TdfPXzw8PiJUxcuXPruhxGaOvXq1m7ZwlNJpZIli+/avVcKp894yS2fYz7CCAAAAKQJwggAeJcKFiywduWSFavX7tq118fHNzQs1MHevnDhQp07ta9apZJOZQMDg9+nTly2fNW27TsvXr7i7OTYpnXLHt27aCrY2FjPnvnX3PmLzpw5e+nSFf/Hjy3Mzbt16/zRwL6Ghqk+z65Hty43b3pv37Ezu5VVqVIlnRzzKQAAAEBaMNAZjB3A+xafKC4uLjY2Njo6OioqqveUnTGx8R82q1yzXEEFWUBMTEyZ8lWVxEt7njtzVAHe1D6vW/M2nTAxMhjTpaT5C6ampiYmJvLpksTKIJECAACQztAzAgAAAAAA6BVhBAAAAAAA0CvCCAAAAAAAoFeEEQCgb8bGxpfOn1QAAACArIowAgAAAAAA6BVhBAAAAAAA0CvCCAAAAAAAoFeEEQAAAAAAQK8IIwAAAAAAgF4RRgAAAAAAAL0ijAAAAAAAAHpFGAEAAAAAAPSKMAIAAAAAAOgVYQQAAAAAANArwggAAAAAAKBXhBEAAAAAAECvCCMAAAAAAIBeEUYAAAAAAAC9IowAAAAAAAB6RRgBAAAAAAD0ijACAAAAAADoFWEEAAAAAADQK8IIAAAAAACgV4QRAAAAAABArwgjAAAAAACAXhFGAOlFRHTMs7AoBQBSLCIyRi0YvKCWFQAAgPSNMAJIS5rGg/hn+2m5KQCQSvIzYmhoSB4BAAAyEEMFQJrSziMA4M0YJtLOIwAAANIzekYAacDgv75qXTYiKio6OjomUWxsbFxcXPwLCrK2qKiop0+f5syZ09TUVAESaf+AGBsbm5oYGxkZkUcAAIAMhDACSDNqg0EaDyUL5JIkIiqRFGITSR4hdQgj8OzZszthDwvksbeyslKARGrWIL8eRolMTEyME6mRhOZMDSIJAACQbhFGAPomzQOJGDRJhNqckOhBGhJKYutCDSM03SLII7K4sLCw8PBw+ZCYmZkpwIskQvMbIp8N+fVQ8whNGEEMAQAA0jnCCCAtadoS6l01m4hLxDkaUAUHB0seIR8SCwsLBXhBJ9DU9IzQySNIJQAAQPpEGAGkDU1DQhIH7TBC7SXBgBHQkI+E2jPC3NxcAV7QjA2hySNeTiIAAADSLcIIIM1ozvpWtLpIkERAhxpGyEFvwgjo0M4jZKoZw5I8AgAApH+EEUAa0AwboSSGEZrmhPbZGYQRUMkHIyIiQqZcTQM6dAaP0CkoAAAA6RhhBJCWNA0GtX+EetaGQhIBLfKpiIqKkqmJiYkC/JfOhTN0rutJJAEAANItwgggbaidI5QXjQftDIIkAtrk4xETE6N2wleAl+gMVEkSAQAAMgTCCCDNqE0FTSShMwdQyaciLi5O7X6vAC95OXQghgAAAOkfYQSQxnSaDZqxJAANCSMUWph4NT4bAAAgwyGMANIXGhXQoTMoAAAAAJAJEE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RHoUHx+vAEAi9QchPpECAMgyDAwMFADIvAgj0pGXWxq0PQAQRgBAlqLJIDQ/+6QSADIlwoh0QfPHRrtAwwOAohVGxMXFKQCAzE6NHjQBhBTkTwB5BIDMhzAi7WlaGsqLDIIDoQA01AxCprGxsQoAILMzSKRTII8AkPkQRqQx7SQiPDw8ODhYk0eof3jURzXlDEF7bV8u63mqvWIZ7g95mm+9V23JDCrNt+GbbU/5WVCnT548UdKHDLol0610sg0z9PZMJ7+W6gqwJdmGb/DeDQ0NNVteLVtZWUlBHpWpQh4BIDMijEgv5LBnREREQEBAev4/dwr/j6JWSFfrnKr/A6UTGeX/bW/wP1clPXnj/yvrjfwyyDQyMjI0NFR7nVO4/mq1NP+E8E3Uz3oqqV/ndCKjbGfttdUup+e1VWXib6JaIfP94pmbm0sMYWRkpC5WDSbS4a4BgDdGGJH24hNPBVen8gcmf/788udHAYBEYWFhMs2bN2/BggWVrOTl9p52Wc9T9aXTYQsTQOYTHBwcEhISExOjJhHKi74SCiNZAshcCCPSUrzWmRfqaeH8pQGgw+C/Zw5nKdpv+eWyPqfJrw8AvFvyCyNhhGbcYu1glCQUQKZBGJHG4l+IS8RfFwAAgCxO/mcYGRlpYmKiJtH8FxFApkQYkfa084h4Lp8BAACQtUn0EB0drQ4VYWRkpPm/IpEEgMzEUEE6oEki+BsDAACQxcn/CWMTxb0Qr3X9NQDIHOgZkS7QMwIA0glpARhERiqGhoqZmUJADCAtyNEpTRih/i9RYbQIAJkOYUTa0/yNURgRDQD0Rn54w8LiHz6Mu3XTNJuVEh6e8EOcLZsSGBgfHiY/x3HSDMid26BAQUN7e8XUVAEAfdG+1BpHqgBkVpymkV7Q+w6AfsUBkOgAABAASURBVHz11VdVqlTZvHlzMnUCAwOlTpcuXZR3LSwsbObMmatXr9bM6dmzp7yWn5+fok/R0Yq3t+GpkzFbtxo8eKgEBcUGBUZev6b4+8eFh0X7+4ffvBl544bhvXuGp08ZnD+vBAcrAKAv6uUzNN0itA9cAUCmQRiRxrT/tND7DkCmJzHEnDlzJJJQ0lBgoOHFiwaXLkVeuRIXHRX9+HHMs2BDM/P4mJio+/eVuHgTewcjK6u46Gj5hTYwNFLu3InZsyf2zh2FxgAAvSB9AJAVcJpGekHPCABZ09ChQ8PDw+3s7BT98Pc3unpVefZMjjya5rWXaXxsbJSfr2F+CwNjk9hnwXHhYUY5csjNwNg4NvipEhtraGlpKPWPHY0LDzd0c1MA4D1Te0bwn0MAmRthRPpCzwgAWU2JEiUUvZE0wds7+u5dQ1NTQzOz6CdPjLJZGufIaV6gYHxcXGxYiKVbcckjYgIDzXLZxZtbJPwoGxsrhoZSP2Fgy6CguNDQhHElAOB9IoAAkBUQRqQv/O0BkCZ27dq1Zs2aixcvuri41KxZs3nz5i/XiYiIWLJkyYkTJ65evVqwYEF3d/du3brlyJFDu05AQMDq1atlOZcvX46MjMybN2/JkiW/+OKLnDlzyqPt2rXz9fWVwp+Jhg0b1rp16549e165ckVe3dHRUV2IPHHWrFkHDhy4f/++k5NT2bJlO3bsKK+oeZUpU6YsX778n3/+efDgwdq1a8+dOycvVK1aNVlUtuSTgtBQg6DAuIjwuPBwU3t7o+zZo/x846OjDUxM4mNi4yMjJXwwMDUzyp4j3Ns7JjhYkggjS0sTW5vowCAJI7KZmytBQYqlJVfZAPBecXQKQFZAGJG+8LcHgP4tWLDg77//lkKBAgWePXsmQcCWLVt06ki4MHjw4CdPnpiYmBQuXFgyhQsXLkiCMH78+IoVK6p1Tp48OXTo0JCQECkXLVrU39//dqJr167Nnz/f2Ni4Q4cOhw4dOn78eOXKlUuXLu3q6vryyoSFhfXo0cPHx0fqywsFBgbKq0ji0KdPn/79+2vX3L1799y5cy0sLPLnzy+vIu9i7969CxcuNJfI4BXiw0LjQkJM7HJH+tyJeRpkbG0THxMTFxZmaGVlZGUl0UOkn6+BmXnUw4fyc2xRuLCBoWF0QEDo9RumefKY2dsrcXHxd+8aSMHISAGA94ajUwCyAsKI9IW/PQD07MaNG9OmTcuePfvkyZPLli0rc06dOjVkyBCdahMnTpQkomfPnhIKqK39VatWyVNk/pIlSwwNE4ZD/uWXXySJ6NSpU79+/WSBMsfb23vgwIHXr18/e/asZBadO3eOjo5Ww4gPPvggyfX57bffJInw8PAYMWKEtbW1zDly5MiPP/44Z86cChUquLu7a2rKHFnP1q1bGxkZhYeHy4vKC23cuLF9+/averPxgYESLpjaOxiamUsGEZ8tm2QQpo5OEj3EBgdHBQSGe99RDA0llcheoYJxzpwSEBtlyxYXEWHu7GyY0HsiJubWTRMJXwgjALxPHJ0CkBVwNY30hb89APRszZo1EoN++OGHahIh1NRAu87BgwcvXrwoWcDHH3+s6Xcgbf569epJ3LBz5065K+10eWL9+vU///xzNYkQBQsWrFatmhQeP36ckpW5f//+unXrJIMYM2aMmkQICSY++ugjJTF90K5cpUqVdu3aGSXmAhYWFh06dJDClStXklm+SdDT+LjYZ8ePxYaEmOS1NzA0MnPOLzFwTFDQs/Pnjayy56xRI0eVysY2NvHR0VI/LipKbpbFiiWUo6Oj/B8pISEGKXsvAPDGODoFICsgjEhf+NsDQM9Onz4t0zp16mjPbNq0qfbdq1evKokhhc5zq1atqrxo/xsbGw8dOnTs2LFSUB999OjRrl271EEiohPb9q918+ZNmUp+oTP0Q8OGDWV669Yt7Znly5fXvqtejyMyMjK5F4iONrG2Ncmb19LVTYmNDff2Dr91K/L+/ZALFwxNTa1KlDCxtjbOnt2qVCmT3LmlelxYWIz/o/ioqKh7fnKLefzYKJuV4uenAMD7xNEpAFkBp2mkL/ztAbKmiIiI4cOHq6MtJOmPP/5Icr6VldXPP/+czCgJr3X//n2Z5k5se2vY29tr3/Xx8ZHprEQvL0F9VHXu3Lnjx4/7+flJQY0hVHFxcUoK3LlzR6YODg4683PkyCHxRFBQ0LNnzzTdLnSuBqqGIK95Ick4nj1Tf2njIiOjHj4wtXcwsrKyKFgw6sEDmWNoZhbz9Gl8dIypg4NUiw0PSzhrw8zMNK99fGysUbZssWGhRkFBCgC8TxydApAVEEakL/ztAbImSRPatGmzaNEiJZXkWW+TRCgvMlCdHx9p2JuZmWnuqkNCFC5cWL0ohg5NdvDLL7+sXr1aCpaWlqVKlapcubJMz549u379eiVlYmJilFcECup6arpdaNYqVeKcnQ2fPjV1cpZy5P17RtlzmLu4GBgaSspgYmtjYGoq8+Ojo6N8JV6Jk0gi0tfH2NrGwNg4OjDA0MjYxMHB1NpGXjVWAYD3iKNTALICwoj0hb89QJbl4eFx7Nixa9eupfwpxYoVk2cpb8fOzs7Hx+fhw4dOTk6amYGBgdrnO6gX3WzRokWXLl1etZybN29KEmFlZfXPP/9od6w4deqUkmLOzgkxgayMzvzg4OCQkBCLRMpbiMudO8bc3MDf3yAuLvKuj6Wbm6GJSUzw0whvb/MCBQyMjGLCw6Pu3ZM8IvLuXVMnJ6tyFSLv+UX6+JgXLCRRRfSjR2YSZJiYKADwPnF0CkBWwJgR6Qt/e4CsrHPnzilPJI2NjXWGmXwz5cqVk+muXbu0Z+7evVv7bu3atWW6b98+nedOnTrV09Nz5cqVUj5z5oxMq1evrp1EREREnDhxQtHq7JD8G1QDkcOHD+ucsbJjxw6Zal9K480YmJkZV68eX758VLZsBrlzK2qvkOhoiSEkgwg9dzbsymXJHSzcipvaO5jlczK0sDCysjIvUsQ4Vy6jbNmMbW0Tfqbz5lUA4H3i6BSArIAwIn3hbw+QlUkzXmcgyWTUq1dPZ2SHN9OqVSuZzp0798CBA+ocLy+vmTNnatcpUqSIh4eHxA2LFy/WzJT6y5cvDwoKUntnqKNO3L59Ozb2+UkMUvj5558fPXqkJKYS6kz17I979+4luTJFixYtX768LPOHH34IDg5WZx45cmTatGlSUK+X8ZYMTExMSpWyaN/evFGj2KiouOjo+JgY8yJFzYsWMzA2MXNyMpHcIUdOCXviEwKU+Chjk/v+j4MeP443MDCxsTXIly/OxUUBgPeJo1MAsgJO00hf+NsDZHEtWrSQLCAwMDD5ajY2Nk2aNFHehdKlS/fo0WPhwoVff/21g4ODubm5t7e3u7v7uXPntKv169dP5vzxxx/bt2/Pli1bVFTUhQsXZP6PP/6odmeQSMLV1fXq1asff/xxxYoVJZU4deqUxApubm5XrlzRvKP8+fMridcTPXv2rKenZ/fu3bVfRQLZESNGDBgwQAKIpk2bFi5cWJ6oxhk9e/asUqWK8u6YlikTFRsb4+NjkjuPvHBsSIhiZmpgkjBshIGxsZlDvpiYmGDvu9cuXzaMjg4yNfWxsnJo3ty2fHklcWgJAHh/ODoFICsgjEhf+NsDZHGSBXTs2HHGjBnJV5M6bzlupbZPPvmkfPnyq1atkoBAgoZevXpJ9FC/fn3tOiVLllyyZMnEiRNvJbK2tq5evbqkGOpZHsLU1PTPP/+cNm3asWPH5s6da2RkVKFCBVlU9uzZP/jgg5MnT6rVJFBo1arVv//+e/PmTU3fB2329vb//PPPpEmTJOyQWMTW1rZx48Zt27bVvNA7Y2JiWrmyUrlyXGSkEhMjb8AicTCIe1u3Pt23LyokxCgqKigyMoeJSURs7NOQEBsHh5xlypBEANADjk4ByAoM+LFLQ7Lx4xLJ8Tc5zBicyMXF5S1HaAOQ0f3xxx+XL19+1aNlypQZOHCggvcjLjw8/OTJJ0eOPLl71yQyMjw62tjExNbFJa8EQMWKKQDwnsn/BkNDQ58+fWpmZib/JzRLZGJiYmxsbGhoaJBIAYCMj54R6Qt/XQAoiYMjjB07Vr3OpQ75z2jHjh0VvDeGFhbZqlc3dXOzvXs3+OHDuIiI/7F3H2BNXX0cx6/soYLgAEUB9564rRNn3ds6qrW22mqrrdrh3rPWTq2j1Trq3nvirHsr4B7gALeCyPI95GreFBFREU8438/Dk+fm5iYkIbl/zu9/h126dA4FCtiZnG0EAN4qmoUAVEAYIRdqDwDNsKtC7dq1V69e/fxNYr6Li4uGt8rCwjpTJvGT1rDxWhrRirTgeM8AUg7dKQAq4L8ruVB7AOhE6JDluVNIijlivoYUY2FhYWVFEgEghdGdAqAC/sGSC7UHgM7Kyur5M1m2adNGzNcAAKka3SkAKiCMkAu1B4BRwYIFixYtarxaqlSpvBxAEQAUQHcKgAoII+RC7QFgqmXLlra2tmJCXDZp0kQDACiA7hQAFRBGyIXaA8CUi4tLgwYNxIS45LiVAKAIulMAVMC+x3Kh9gCIp2rVqpcuXRKXGgBADXSnAKiAMEIu1B4A8VhYWHTq1EkDACiD7hQAFRBGyIXaA7PDhxapD7kwgHeLtRAAFRBGyIXaA3NhmkGQRyA1Eeth40eadTKAd4LCCkAFhBFyofbALOgf1OcvNT7DME/G0EFPIvSrptMAkJJY8wBQAWGEXKg9kJ8xfYjHOFMDzI0xfTClkUcAeEcopgBUQBghF2oPJGcaOizaHrjx0CXjHNON2wGzo3+Aa5XybFwht4WFhbgqLjXyCADvAuscACogjJALtQfy05OI2NjY+2GPQ+6EaUAqcu9hRHR0tIghLC0tNcOpTDTWzABSHOE+ABUQRsiF2gOZmR4YQoQR+tUM6eyrl8qtAWZu84Ezdx9GiA+2CCP0JEJ7tuOG9mzbHw0AUgQrHAAqIIyQC7UHkjMeIcIYRjiltWtQsaAGmLn9AVeMYYT+2Y538AgNAFIK3SkAKiCMkAu1B/IzJhHiUgNSF5FEREVFaYYdNMQnXFwat4lg4wgAKYa1DQAVEEbIhdoDs2C6ZQSQyhiPGWF6phgASEmseQCowEKDTKg9kF+803kCqYlI2WIMYg2MJ4vRACAF0Z0CoAK2jJALtQfSijcqY3iGVCn2GUI3AO8Qax4AKiCMkAu1B/JjkIZUzPSQKHzCAbwrdKcAqIAwQi7UHgB4hwjaAMiAtRAAFRBGyIXaA3PBgA2pkkiETfMIPuQA3gm6UwBUQBghF2oPALxDpukDSQSAd4X1DwAVEEbIhdoDAACgOLpTAFRAGCEXag8AAIDi6E4BUAFhhFyoPQAAAIqjOwVABYQRcqH2AAAAKI7uFAAVEEbIhdoDAACgOLpTAFRAGCEXag8AAIDi6E4BUAFhhFyoPQAAAIrSsBt+AAAQAElEQVSjOwVABYQRcqH2AAAAKI7uFAAVEEbIhdoDAACgOLpTAFRAGCEXag8AAIDi6E4BUAFhhFyoPQAAAIqjOwVABYQRcqH2AAAAKI7uFAAVEEbIhdoDAACgOLpTAFRAGAEAAAAAAFIUYYRcCMIBAAAUx6ayAFRAGCEXag8AAIDi6E4BUIGFBplQe6C47/oPLljEx/SndPkqbdp1HDho+PHjJ7Vk8kG7TuKRg4Kvam/Bho2bxYOPGjNeg6atXbdRvBujx/6gAQCSjO4UABUQRsiF2gPEE/Yw7OjRE4uWLOvQqcumLX4aAACpHd0pACpgNw25UHsAYUC/b9q0biEmYmNjb968deNGyNp1G2b8Pee7foNKrVmeIYOz9mb6fdc3LDwsY0ZXDQAA+dCdAqACwgi5UHsAUxYWFpkzZxI/RYoU2n/g4MlTAQcPH/GtXlV7M4UKFdAAAJAV3SkAKiCMkAu1B3iRnDm9RRgR9uChfnXDxs09v/pm8MDv7e3tJ/0xzcbGulHD+p0+bCduOnP23NKlKwICT5845W9na5slS+aavtW7dO5o/H590K7TkaPHN6xb4ZEt6/37D8pVrFavbq2hg/r/OnnK/v0Hr1+/UdqnZLOmjStWKPfSZ/U4MvKfeQvFkxG/tHixIu/XrePgYG+6wJp1G3r3+b59u9bffdPbOPP2nbuVKvvmzZN72ZJ54urmrX49vugtXkvWrO6Llyw/cPBQBmdnH5+SX/b4zMkp/br1m5YuW3H02HG3LFmaNGnYoV0b/YXoz7xWzRq9vuw+4+85e/bujYh47FOyRNu2rcUzSfxp37p9Z+GiJcePnzxx8lTE4wh3N7diRQp/1esL8ev0BcaO+1E8pnh64t1YtHjZ4SNH3d3d3qtY4aOO7R3TOsZ7gcuWrzxx/FS2bO5VKlf6pEvnNm07XgkO3rfb70W/XTzmrNn/iFzpyuWgokULV6lSqUWzJpaWlsYFTp70/3v23BMn/W+EhBQuWKBo0SJtWjUXT0ADADXQnQKgAsIIuVB7gBcJDDwjLosULaxf1Qfke/buE2N1fU5ERIS4/GvG7PETfhJfJREKiNH+2fMXxMhW/Ny5feebvl+96MHDw8M/69Fr3/6DhQrmT5curXhM8TNqxJBGDd9P5CnFxMR89fW3W/22W1tbFSyYPyDg9K5de3Ll9NZey+5/94pQQ4zJCxTI5+8fePbc+aDg4GpVKg8bMSZrVrfsHtlEFjNm7AQba2t9HxZdcHBw2/ad0js5VatWJfRG6PqNm8XPpN8mJpKk7N13QDztO3fvivewUKECN26EnD59Vvz4B56eO+tPK6v/14VNm/0mTZ7q6OiQ09vrzLnzJ06c2rzF75+5M+zt7PQFpkz7a+JPv4kJ8VZHRUX/Pnnav3v2h4WHJfIyl69YPXTYqEcRES4ZnD09sx84dHjb9p3zFyyeMvmXTBkzigUuXrj04UefhIc/ElGReFgRl4i/y4KFi6dM+qXos78+AKRudKcAqIAwQi7UHuB5Ylg+e+7802fONm/aWIyK9Zl6cicig7p1avb8sntw8NXs2T3EuHrcDxPF/PHjRvpWr2ZjYx0bG7t9x+7PuvcUw91ePXuIOQn+Cr9tO0sUL7Z+7XIx5hdXV69Z1+eb/r/8Nqn++3VMO/bxLF66QiQRYjz/288TMmfOJObMnjNv5OjXPI+GSCLEC/z6q7jNEwICz7T7sPPOnf/u33/w159+qF69ilhg/4FDH3b6RLwQ0zBCJBQFC+SfPvV3faOGWpt9v+zZZ9CQ4SuXLzJGBvGMGj1eJBGdPmzX9dOPRfIi5py/cLFT564iazh85Fhpn5LGJX/9bfLggd83a9pIvAlh4Y86df5ULLNi5epWLZqJW/0DAkUS4eqSYcIPY/R7ibt/1ftb8VdIa3jY5926fWfYyDFi4scfRteqWUOs8SIePx49dsKCBYsn/zF9QL9vxE3zFy4WScQvP4+vUa2qZtj2ZNr0Gb/9PkUEH7/+zFk5ACiB7hQAFXA2DblQewBh2Igxpmf3bNi4pRisNqhfd/Cg7+MtKXrpI0cMEQlCubKls2V1DwsPb9Gs8eeffVqvTi09d7CwsKhapZLowItB770H9xP5pX1699STCOH9enVEtHH16vXQ0JuJ3GX+/EXicvjQQXoSIbRr27pCEnbuSJAY1ffr11fPFPLny1Ot8ntionGjhnoSIYgBv0sG50uXL4uExfSOvXp2N+5eUbNGtffr1hbPfPNmvwR/S1RUdOnSpcQLFPdK9ywyEBFP5UoVxcTNm7dMFxZvXcsWTfU4xtHBvnXL5mLC3z/Q9OV/1u0TY35RonjR3l99ob3YzL/nhIeFf/xxx9q1fPXs1c7Wtv93fTw8si1YuER/t68EBcfNt3mapNja2HTp3Onbb77+oE1LDQDUQHcKgAoII+RC7QFeZOWqtd/1HxwTE2M6s3jxomKwarwqBtVDBvf/vFsX/apI9075ByxZuiIi4rG4GvU46kUPbmtrU+y/uwBkzhS3y4B+xwSJJr9/QKCXl2e+vLlN54scRHstxYr957W4ZnQRl7lyepku4+Li8vhx5MOH/98PIls293h7ZFQzhBcHDhxM8LdYW1v1+67PuDHDjbtjhISEbty89UpQkJiOjIw0XbhkyeKmV/XMRcQ6+tU9+/aLS98a1UyXqelbQ3uxgMC4IKO0TynTmeKZlCtTWvxlxfspruov54uevUeNGb916/aHDx6KXKlDuzYVypfVAEANdKcAqIDdNORC7QE0k1N7CuGPIq5du3bh4qVffpm0cuUa9yxZen75uXHJ50/zKTr/O3fuPhUQcPbs+b1799+9d894U+yT2Bf9Rnd3t3hRoKWllfEu48ZP/GvmbNNbfxg3St+MQs8sTGXN6q69FmcnJ9OrFmniwmKneDMt4ifIObJnjzfHLXNmcRl09Zr2YkeOHt+7b3/QleDDR46ev3DROD/eKiiT639enb6JxBPDdhliyStXgkW0Ee8MqSI4cHPL8jAs4cNGXL58RVx26NglwVsvXbqivae1aN7k3z37Nm3eOmv2PPEjoory5cp0aPdBxYqvuckJAJgdulMAVEAYIRdqDxCPg71drpze4idLpkytPvjw71lzu3/+qbGrH++ADo8jI8VA9/jxk1pcKODm41MyR47sotM+YeIvJ0/6J/Jb9JH/K3n2bY3/nXV0cHjpfWNiop+faWX9OivkNBYJP/MnsS9MXkaOHj97TtxZPNKnT1e8WNHy5csWLVJYpBLzDLtdmLJ48fEytLgtGhK7NUF6mFK2jI9FQk9b321E/HF/njhuz97923fuunzpypmz53bs3C1+On3Yrk/vnhoAKIDuFAAVEEbIhdoDvEiRIoU0wz4CV69dz5HdI8Flli5bIZKIMqVLTZ70s52trXF+WFiY9gbEGPj5YXBISKi4vH7jerz5167/Z46lYdQd75t99+49LZmEGp6GqeshIeIy07PDWMQTdzTQOfMyODsvWjDb9GSZ+/cnvFvHi4gsxtvb6/Tps6GhNzOb/K7o6OgbN0Linf7TyMMj28WLl7/p+1X+fHkTf/xyZUuLH3162/advb765q+Zs5s1+/8RTAEgFaM7BUAFHDNCLtQe4EUCT5/VDAd3yJgx44uWOXToiLhsUL+eaRIhWutiACwmYmNiteQjRuBeXp6XLwedPBVgOn/zFj/Tq7Y2cc/k6n93mti374CWTM5fuGi6n4WwadMWcVmpQvkElz946LC4rFylkmkS8SgiQj8ARLxDciSuUsUK4nLL1m2mMzds2pJIqFrVcFTOLVu3x5v/QfuP6jVoeuzYCXHfDh27VK1RNzLy/wf4qFK5UuXKlcTE5UtXNABQAN0pACogjJALtQd4nhghb97q17vPd2K6Vs0aDvZ2L1pS3xzg3Lnzxjm3bt/p+21/fTr80SMtWTVv2lhc9hswWA87hAULl6xctdZ0GRFYiMtdu//127ZTTBhONbpr8h/TtGQi3hzxBG7cCNGv/jVz9rr1m/LmzS3eqASXz5Ip7ogSFy5cNOYOYmLgoOFBhnNYREREaEnWvm1rKyur3ydP3X/gkD7nxIlTE378WYvLVRO+S5MmDTNmdJ027a8jR4/rc8RK76effz9y5JhFGovChQuKQDant1dISOivv/9hXB+KZ6tnKF6eOYy/aN/+A4mf6wQAzBfdKQAqYDcNuVB7AM1wak/x8/z87Nk9+vTulcgdW7Votmjx0hl/z7l//4G7e5aT/gFinCzGtHnz5D595uydO3e0ZNWubWuRLIhR8fsNmxUpUujatbhTgdap7SviAOMyXl45WrVsPn/Bos+69/T0zB4WFn7z5q02rVuIeEJLDi4ZnIOuBNes07BwoQJXrgSJ8CWDs/PokUP1M5s+r3yFskWLFj527ESXT7v7+JQS43x9VF+sWOGjR0+80luUJUvmb/r0Gjl6/IedPvH29rK1tQkIOJ0rp7cWd+CMhHfTsLez69G92+AhI9p/+HGZ0nHn1Lh9505g4BnHtI4TfhitH0jiiy8+3/3v3mnTZ2zfvtPVNe6UIocPH414/LhL545e3p764wwdMVrkEcOGDGjWtJEGAKkO3SkAKmDLCLlQe4DniZCuUKECHTu0nT1zWkbD6PRFcmT3mD97Zq2aNXbv2fvbpKlHDh/zrVFtycK5LZo30ZJ15widGPBPn/rboIHf+ZQqcf7CRdHSHzFs0EcdO8RbbNCAb8WwuWLFcvfu3s+dK+c3fb8a0O+b5EoenZ2dF8yb1bRxg+Cr19KmSytijrmz/0rkiAy2NjZTJv3S9oNWN0JCJ02eunnz1gL58838a8qgAf3Erfte8cgR4nGmTflN5C/379+/ffuOeLf/nD5JMxwa80V3adGssfh1pUqWuHzlikgZoqOiWzZvsnTRPyIw0hcQ8cqcOX+JoEdLox09fiIkJLRmrRq//Dy+V8/uGgCoge4UABWkYfT7Dok3P9YgOjo6MjJS/Df/4MGDHDly2Nvba4Bk9HWF+LjGxMTon9hZm/w3Hgn2cs8w+KNaGlKcWGGUq1hNJCCrVizS3oXLV4Ls7ewy/ffkpgGBp5s2/+D9urXHjR2hvU0fdvqkVavm9eok22dv4PT1l6/ffS+/S6MyHra2tnZ2djYG1tbWlpaW+lYbDA8ApADxD+HDhw/FpVgXif8JbQ3EusjKykqsi9IYaABg/tgyQi5kQwDMxYoVq6pUrzPtzxnGOSKr+vmX38VE9epVtbfp6tXrJ0/5F3jZKTkAwEwRNwBQAceMkAu1B4C58PWtMWPW3Ak//rp+w+b06eL2y7hyJSgo+GqzJo3q1qmpvU3DRoxu3aqFt7eXBgCpEd0pACogjJALtQeAucifL8/cWX8uWLjk6NFjx06cdHZKXyB//m/7fl29ehXtLRs9cqiTU3oNAFIpulMAVEAYIRdqD4AkSp8+3anjyXxIzleVN0/u/t/31VIcW4xlWgAAEABJREFUSQSA1I3uFAAVEEbIhdoDAACgOLpTAFRAGCEXag8AAIDi6E4BUAFhhFyoPQAAAIqjOwVABYQRcqH2AAAAKI7uFAAVEEbIhdoDAACgOLpTAFRAGCEXag8AAIDi6E4BUAFhhFyoPQAAAIqjOwVABYQRcqH2AAAAKI7uFAAVEEbIhdoDAACgOLpTAFRAGCEXag8AAIDi6E4BUAFhhFyoPQAAAIqjOwVABRYaZELtARQxfOTYgkV8Nm7aoqWszVv9xO8dPHSkliI+aNdJ/Lqg4KsaACDJ6E4BUAFbRsiF2gMAAKA4ulMAVEAYIRdqDwAAgOLoTgFQAWGEXKg9AAAAiqM7BUAFhBFyofYASRT+KGLO3Hl79u73PxWQK5d32TI+Hdq3TZ8+nX5rjy97b97iV9O3+k8/jjXepc83/VevWdeoUf1Rwwfrc86cPbd06YqAwNMnTvnb2dpmyZJZ3KVL547Gb2LLNh1CQ28uWzxv5t9z9uzdd/Hi5YKFCrRo1rh2Ld+7d+/9+vsf+/YduH37dokSxXt/9aWnZ3b9XmPH/Tjj7zkL588+ecp/46bNR4+dyJXTq1rVKu3atnGwt0vkRR08dEQ8n8NHjz169MinVIkG9eu9V6mC6QIbNm5eumxl4OkzEY8iihcvUtrHp1Wr5ok/5osEBV+dMXO2eP737t8vVbJ4o4b1q1SuZLrAoUNHfv9j2sWLFx8+DCtRvFiliuVbtWxmZfWfqhESEvrDxF+OHz8ZEhJSqGABn1Il27dr4+zs9KJfGhkZ9Wm3Hnv3HRBv4PixIywtLaOiomfPmbfVb1vgmTMZnJ3Fg4g36v16tVkZAlAZ3SkAKuAAlnKh9gBJcfJUQP2GzX6c+OuRw0e9vHJcvhz0++Rp7zdstv/AQX2BQQO/FyPbjZu2bNy8VZ+zctVakURkzerW75ve+py/Zsxu3LS1SA2OHT+RO6d3xOPHJ0/6T/zpNxElmP4u8a3s8eXXk6dMv3nrtrW19e7de77q/Z145E4fd128ZJljWofomBgRfHT+pJt4BNM7Tvjx58FDRjg6OLZs3vTRowjxyF/07C3G3i96USNHj2//4cdLlq2IiYl2dcmwbv2mT7t9IQIU4wIrVq7p+dU3u//d42Bv75E927btu8b9MPGDth3v33+gvSIRNDRu2mruPwvsHezDwsPF7+r2eU/juycsWrKs3YcfixcbG/skp7eXyCxGjBrXtPkHIo4xLnPKP6Bew2YrV64RcUy+vHnPnTs/6Y9p4u+ydev2BH9pbGxsn2/6iSSierUq48YMF0mEmDli5BjxKvwDT3tkzWZlabV23ca+3/bv++0ADQAURiALQAWEEXKh9gBJMWr0+OvXb3T79OOdOzbNnf3Xtq3rBg387t69+6PG/CBGvGKBjK4u337ztZgYM/aH8LDwa9eujxgVt4nEkEH906ZLKyZu3AgRY2ARNIwfN3L3ji3iQfbs3PL7rxPFTfMXLBYNfOPvEs3/CxcuTv3j1w1rl2/dvKZJ4wbiXl/26pvV3X3LxjX/zJ6xa/umSpXKX716fcvWbaZP8t89+4YNGTBxwpjeX30xZ9ZfPqVKiLH9goWLE3xFO3f9O3vOvFw5vRctmL1u9bKF82dvXLeitE9JEaCsWbdBX2bW7LkOjg4b161ctWLRgn/+Fr9XjOpPnzm7eMly7RWdPXe+Ro1q27asmz935rYt62v6VtdfuH7rlaDg0WMnOKZ1/Pmn8Vs2ro57h7ese79ubXGvocNH6cuIt2jAwGHivY37K2zbOGfW9O1+G/p83fP2nbsDBw+7c+fu87906PDRIsR5r1KFCeNH61tY3Lp9Z8mylcWLFRFv/uKFc8TrWrl8oadndvGqjx8/qQGAquhOAVABYYRcqD3AS23fsevQ4SPly5Xp0b2rvd3TPRRatWhWt07NgIDTGzY+PVlmg/p1fWtUExnBtD9n9h807P79B20/aFWxQjn91rDw8BbNGn/+2af16tSysbEWcywsLKpWqSRGwhGPH997cN/0N3700Yf6HcUyHT9sp88cNOC7DBmcxYTo8FeuVFFMBAUFm96rePGizZo20qcdHewHD+onJubNX5Tgi5o0eZq4HDjg24IF8utzsmTJPHjg92Ji6rS/9DkXLl4SeaWNjY1+1dnZ6etePcQy5cuX1V6Rq0uGoYP7Z8qUUX9u3bp2ERPi3dNvnT59hkgZun78kW/1qvockeAMHz4oe3aPPXv379t/QMxZt36jf0BglcqVxF9BTxbEm9OpYzvxtouI4R/jyzQErOJp/zZpyoKFS8Rf7aeJ4/Q3XLgafDU6Otra2lrcV58j4piB/b8bOXywePkaAKiK7hQAFRBGyIXaA7xUQGDcmLlMGZ948yuUixuTn/IPMM4Z0O8bZyenmX/P+fffvV5eOXr17GG8Kae315DB/T/v1kW/KnJAccclS1dERMTtahH1OMr0kX1KljBOZ3R1FZcuGZwzZ85knKmnEnf/uzlAsyaNTK+K35g3T+5z5y9cv35De87xEydtbW1KmfwiwdvbSzztwMAzjyMjxdWqVd4LexjWvFXbyVOmi0QgKipaLNCyRdP8+fJor6h48WK2z0INIU/unGLlc+/+0wjmzNnz4rJ2nZqmdxHL16hWRUycP39RM2xbEbdMLd94j1yrVg1xeeH8hafXDQHrggWLf/t9ioOD/c8/jrOztTUunC9fXje3LPsPHGrTrtPcfxbof1kRWDRuVN/07QUA1dCdAqACDmApF2oP8FKXL10Rlz/9/Lv4SeDWy1eM06Lz3/PLzwcPHSmm+3//TbwDPYrB/M6du08FBJw9e37v3v13790z3hT7JNZ0SWdD1qDTj3Tg7OxsukAaiwSCXQ+PbPHmiG7/6TNnrwQFixG46XwxJzqOVrhYGS0h589fKJA/39e9vhDBhIgzfv5lkmbYWqFmjWqdP/pQxBzaK3LJ8J/nb2kQG/P0VZ87f15cdXtu2wR3d/e4Z3slSFxevHjJMMct3jJZDctcDgoynTl1+ox06dM+uP9w/sIlH3Vqb5xvY2M9fOjA3n2+P3bshPgRczyyZX2/Xp0PO7RN5CiYAJDq0Z0CoALCCLlQe4CX0jfpL1ggv5NT+udvzfrf4fGOnbufTuzYVcFkd4bHkZEdOnbRD0yQNaubj0/JHDmyV6xQbsLEX06e9I/3mNZWr7OqtLBIeNOzJ/9NOoxLiuF64YIFtRcTI//FC+euW7/x8JFjQcFB/qcCli5buWbt+pHDh9T971YML5XG4oWbxYlINDomRj/0RoIsDHFMTEyM9uL8VI9sDL8pbp1WskTxUSOHNG3xwW+//1GzZvXsJjGN+KOsXrl42YpVZ8+eE0HSqVMBf0z9c/nK1X9M+jlP7lwaACiJ7hQAFRBGyIXaA7yUR/a4oWzjRvXbtW2d+JKrVq/bvMWvePGiYQ/DZs6aW7161dI+JfWbli5bIZKIMqVLTZ70s+mOA2FhYVoyCQkNjTfnxo0QcZk5U/wtDrJldbcSLKymT/098ce0sbFu2KCe+NEMq4tffp08ecr0UWPGv2oYkQgRiXp7eYpE5vqNEI9sWU1vunbtmrjMmDFuR5Uc2T3E5fO7nFzVlzHszKJpT3fTGDakvwggun3y8fgJPw0ZNmraH7+a3iVDBudOz47EER4W3vub7/227fxjyvTxY0dqAKAkulMAVMAxI+RC7QFeqlrVyuJyq1/880eOm/BT9Zrvz1vw9NCJoTdvjhn7g2jRD+z/Xb/v+4g5g4YMDwt/pN966NARLe4gl/VMk4gzZ8/pp6407rDwJvz+e4bLs+fOi8f38vL08srx/MI1favduXtXPzakUeitW+9Vqdm8ZbtHEREXL1yq37B59y++Nt4qVhdf9Ojm7OR08+YtkbZoyUffcmHd+g2mMx9HRm7dFveK9EBH3wll/YZN8e67YcNmcenzLPTRWRuOT9G+XRtvb6/du/csW75Kn796zbqadRpM+3OGcUkHR4ce3buJieCrVzUAUBXdKQAqIIyQC7UHeKk8uXOJPOLfPftm/D3HOHPb9p2zZv1z69atCuWfni9j6LDRt27fad++Tf58ecqU9mnauKEIGn6c+It+aybD8RHPGY7CqBML9/22vz4d/uiR9sZWr10/958F+nRQ8NXv+g0SX/Bun36c4MIftm8rLkeN+SEkJPTZc4jo33+IeFaFCxe0t7PzNEQYIoLx89thvNemLX53793Lls3dMa2juBodHS3iDPEjwgvtDbRs0Uxc/jH1r42bnp6aJDwsfOCgYZcuXfEpVUI/30et2r4uGZzF2/7Tz78bd9n4a8bslavWinykXt3azz+stbXVgH7fiIlx4yfq5/4sWrTI1avXZ82ad/ny02NMiAdZsWK1mPD09NQAQFV0pwCogN005ELtAZJCDOkPHz46dtyP69ZvdHRwiIqKOnDwsJg/asQQffcBEQRs3uInuvc9Pu+q3+Xrr77w27ZdpAO+NaqVK1u6VYtmixYvFXHG/fsP3N2znPQP2H/gkBgJ582T+/SZs3fu3NHeWE5vr+Ejx/4x5U/3rG4nT/qLEXuLZo0b1K+b4MJFixZu3Lj+smWrmrX4IG/euLNjXLp8WQzUC+TP1/frnpph5TBkcP8OHbt81qNXqZLFbWxs9FdtaWk5oN+3+oOEhz/q+FHc6127aqmnZ3btdYn3p1fP7j9O/PXLXn3d3LK4ZckcGHhGBBzi/RxiOEGpkMnVdeyYEV/06vPH1D//mb8wV86cly5dun3nroOD/dChAzK6urzokd+vV2f1mnWjx/4wZtSw7B7Zvvqy+w8Tf2nSrHXx4kXFArdu3Rbvf6ZMGbt/9qkGAKqiOwVABWwZIRdqD5AUhQsXXLxwjogVRJRw5Mix69dv1KhedfbMaY0avi9uvXv33ugxP4iJQQO+s7d7egaNDBmc9VN7Dhg0NCz8kcgs5s+eWatmjd179v42aeqRw8fEoy1ZOLdF8yZimX37Dmhv7NNPOg8bMsDb2+vCxYulfUoOHzpw8LORfIJGDhs8sP+37lndz5w9d/TYcRcXly96dJs1Y6qDo4O+gMggFi2YXae2763bt8UCUdFRbT9oJd6Hyu9V1JJbl84dp07+tWSJ4rGxsafPnitUqECf3j2XLpwrXo5xmQrlyy6aN1v8dicnJ3//AHd3t06d2i9bMt+3etVEHrlv756OaR1Xrlq7a/cecbVz5w9//GF0sWJFLly8dOLUKVdXl8+6frxk0T/xDlcBAEqhOwVABWkY/b5D4s2PNYiOjo6MjLwvxlUPHuTIkcPe3l4DJKOvK8THVXT49U/srE3+G48Ee7lnGPxRLQ0mxo77ccbfc0Tn/0XbQbw94k9TrGR5vy1rM2XMqOFVDJy+/vL1u+/ld2lUxsPW1tbOzs7GwNra2tLSUj/jCcMDAClA/EP48OFDcSnWReJ/QlsDsS6KO9KxhUUaAw0AzB+7aVuqQFQAABAASURBVMiFbAjAm9i8xc/dPYuri4sGADBbxA0AVMBuGnKh9gB4beGPIoaPHPtN36/1Nj4AwEzRnQKgAraMkAu1B8Brc7C3W7V8kZNTeg0AYM7oTgFQAWGEXKg9QCrQt08v8aO9CyQRAJAK0J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2BGyM6Q+ph+qvmEA3hXWP8AUAFhhFyoPTAXfFaRKolEOM0zGp9zAO8I3SkAKiCMkAu1B/KLNzy7fvvB+H+2aYCZC7nzUDN8vI1JBAC8K6yFAKiAMEIu1B6YBdMBW8Tj6BPnr2tAqiA+1RYWFmwcAeDdojsFQAWEEXKh9kBaYkimb8FuvJrTPX2FAlliYmJin3nyjMaHOfnEhD/SJywd7DUkK2PcYJQjk6PFM2wiAeBdYeUDQAWEEXKh9kB+xmFbufxupXK5RkZGRkVFicvo6GhjMKEhmTyJib0feFafdsrvqVlYaEhuevRgaWlpZWVlbW1taWDMIzTWzABSHIE+ABUQRsiF2gOzoG/Kbhy/6VtDiKum20doSA5PoqPThD3dMsLGxiaNpaWGZGUM1/QPs/Ey3s4aAJCSWPMAUAFhhFyoPZCfnkSI0EEM2Iy5g5ipbxYhptkyIhnFRkZqz8IIWxsbC2trDclNTxyM4ZoxjDDdOEJj/QwgBZHpA1ABYYRcqD2QnHGrdQvD/gL6J1YfxYkwQs8mCCOSUax4sx+G69O2traEEcnO9COtf5KN2DgCwLvCageACggj5ELtgcz0Y1hqJmGE6CGLaZE+iKvG/TXI1JJRzBMtzbMDWNrZ2FjY2mpIbqYHsDRuEGEMIzQASHFUUgAqIIyQC7UH8tOHZ3oYoY/fOI/G2xMTE5smPEKfthFhhI2NhrcgXh5hTCU4wSeAd4J1DgAVEEbIhdoDyZme4FMM1fRpfUIzxBAkEcnLIipKi3isT8cdy4DdNN6ONM+d45MdNAC8QxRTACogjJALtQfmwjh4M90agg9wsktjbZPeO4c+bW1tY2HFSvttMd0CIt7WEEQSAFIYqx0AKuD/WrlQeyA//VNq3D7CdFsJJDvLtI5FvumuIQWZfpj5YAN4Jwj3AaiAMEIu1B6YC+MgjSQCqQ8faQDvFmshACogjJALtQdmhw8tAADJi+4UABUQRsiF2gMAAKA4gn4AKiCMkAu1BwAAQHF0pwCogDBCLtQeAAAAxdGdAqACwgi5UHsAmIp+GLbnkz76dPnpP1ja22sAgNSO7hQAFRBGyIXaAwAAoDi6UwBUQBghF2oPAACA4uhOAVABYYRcqD0AAACKozsFQAWEEXKh9gAAACiO7hQAFRBGyIXaAwAAoDi6UwBUQBghF2oPAACA4uhOAVABYYRcqD0AAACKozsFQAWEEXKh9gAAACiO7hQAFRBGyIXaA8CUhY11jmbvP522stYAAAqgOwVABYQRcqH2ADBlYWNjDCMAAIqgOwVABYQRcqH2AAAAKI7uFAAVEEbIhdoDAACgOLpTAFRAGCEXag8AAIDi6E4BUAFhhFyoPQAAAIqjOwVABYQRcqH2ADD1JCbmfuA5fdopf27NwkIDAKR2dKcAqIAwQi7UHgCmYh5FHB8+UZ8uP/0HS3t7DQCQ2tGdAqACwgi5UHsAAAAUR3cKgAoII+RC7QEAAFAc3SkAKiCMkAu1BwAAQHF0pwCogDBCLtQeAAAAxdGdAqACwgi5UHsAAAAUR3cKgAoII+RC7QEAAFAc3SkAKiCMkAu1BwAAQHF0pwCogDBCLtQeAAAAxdGdAqACwgi5UHsAmLJK61hp7u8aAEAldKcAqIAwQi7UHgAAAMXRnQKgAsIIuVB7AAAAFEd3CoAKCCPkQu0BAABQHN0pACogjJALtQcAAEBxdKcAqIAwQi7UHgAAAMXRnQKgAsIIuVB7AJiKeRRxavwkfbpQ388tbG00AEBqR3cKgAoII+RC7QFg6klMzD3/M0+nY2M0AIAC6E4BUAFhhFyoPQAAAIqjOwVABYQRcqH2AAAAKI7uFAAVEEbIhdoDAACgOLpTAFRAGCEXag8AAIDi6E4BUAFhhFyoPQAAAIqjOwVABYQRcqH2AAAAKI7uFAAVEEbIhdoDAACgOLpTAFRAGCEXag+gpkdXrx/sM0xLNI78t/PXz89MY2VVcvT39lndNABAakF3CoAKLDTIhNoDqEmkCVlrV9VeXbZ61UkiACCVoTsFQAWEEXKh9gDK8mzRwNY1wyvdRSyfvVEdDQCQutCdAqACwgi5UHsAZVna2+X8sOUr3UUsL+6lAQBSF7pTAFRAGCEXag+gMlefYs5FCyRxYZdSRcXyGgAg1aE7BUAFhBFyofYAisvVoUUaq5cfWlgsk6vjq21GAQAwF3SnAKiAMEIu1B5AcfZZ3bI3qv3SxcQytq4uGgAgNaI7BUAFhBFyofYAyN6wtr17lkQWELeKZTQAQCpFdwqACggj5ELtAZDG2ipnhxaJLJC7cxuxjAYASKXoTgFQAWGEXKg9AIQMxQq6lCqa4E0Zy5VyKphXAwCkXnSnAKiAMEIu1B4AulwdW1ra2cabKeZ4t22iAQBSNbpTAFRAGCEXag8Ana2rS47mDeLNFHM4biUApHp0pwCogDBCLtQeAEbZ6lS1y5LJeDWtV3YxRwMApHZ0pwCogDBCLtQeAP9nYZGzXVPjNe92zcQcDQCQ2tGdAqACjscuF2oPAFPp8+U2Tqf1zq4BABRAdwqACmiyyYXaAyABrBgAQCV0pwCogC0j5ELtAWDK0t6uSP+eT6dtbTUAgALoTgFQAWGEXKg9SAX4GCcnC4v0BfLok3FvK+/tW0AKDEA2rJcAqIAwQi7UHpiveBkEkQTkp69yjZ9V1sAAJEENBaACwgi5UHtgpvSPrvED/MRAA+SWxsA4LT605BEAZMC6CIAKCCPkQu2BOTImEUYaeQSkZ0wiTCfIIwDIgAIKQAWEEXKh9sDsGKOHR4+jZm44of13KwnTbSU04F0zDRr0DKK9bwE7G2t92sLCgjwCgAxYCwFQAWGEXKg9MC/GxCE2NjYyKmbd/gsaYFZaVs5tZZHG0tJSJBHiY0weAUAGJPgAVEAYIRdqD8yOcdeMmJgYfY5HJid7W2sNkFh4RGTwzftiIjqOhWb4JItIQl8Jk0QAeLdYCwFQAWGEXKg9MEd6GCG6yvrV1r7FC+d00wCJHTt7bcL87WIiKioqxtpSTFhZWaV5RjN8qlkhA3hX6E4BUAFhhFyoPTAjpseDiDXQAHNj2DIiWkxYGOjJGjEEgHeLtRAAFVhokAm1B2aHc2fArEVFRYkwQkRpMTEx4jLegVcB4J1gLQRABYQRcqH2wLzEO6mnBpibmGfinZsWAN4hulMAVMBuGnKh9sDsGMdv7KYBc6QnEfo2EcQQACTB6giACggj5ELtgZliIAczpedobBYBQCp0pwCogDBCLtQemC9GcTBHxh00NACQBislACogjJALtQfmiLEcUgHTs8NoAPBO0Z0CoALCCLlQewAgJXH6DAASYqUE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WEEXKh9gCmNm/16/FFb9M5Dg72mTJlzJwpU9myZT5o3cLZ2UlLJpGRUVOn/blr957TZ89l98i2cN6skJCbv0+a0qZNy0IF82vvWmxs7MpVa/0DAr7t+/WLlhk/4ec///p75PDBjRvV1wAAZovuFAAVWGiQCbUHSFx4+KNLl67sP3Do198mN2ne5uRJfy2Z/Djxl98mTQ0IOJ03dy4rg1Fjxi9ZtuJJbKwmgVOnAr7rNyg4+JoGAEjt6E4BUAFbRsiF2gM8r0xpnxl/TtanH0dG3rgeciPkxs+/TDp46MhnPXot+OfvLFkya2/s8NFj4nL2rOkFC7z77SBeT8vmTSu/V8Hb20sDAJgzulMAVMCWEXKh9gCJs7WxyZHDo7RPqb+mTy5bxic09ObQ4aO15BDxKEJcemTLppkt8c6I4CZTxowaAMCc0Z0CoAK2jJALtQdIIisrq8ED+9Wt32Sr3/aLFy55eXuKmaPGjJ81e96yJfM2bNi0YNFSL88cXT7u9F6lCuKmbdt3btniF3jm7JnTZ11cM7i7uXX6sH21apW1Z4da0B+2XMVq4nL0yKHffj9Qn9OyTQdxuXbVUk/P7PGew/37D8TytWrW6PVl9xl/z9mzd29ExGOfkiXatm1dvFgR0yUjHj+ePHnath07rwQFe+XIUaJEsTatW+T09jJdZsPGzUuXrQw8fUbEIsWLFynt49OqVXMHeztx0+ChIxcsXCImNm/xK1jEp1Gj+qOGD37+PYl3zIix434Uz0q8G9ev31i0eNnhI0fd3d3eq1jho47tHdM6ai+gH6fju296586dc+GiJfv2HXB2dq5QoVzHDu2yZnUzPtWeX30zeOD39vb2k/6YZmNj3ahh/U4fthM3hYSE/jDxl+PHT4aEhBQqWMCnVMn27dqYHtojKip69px5W/22BZ45k8HZWSxTrWqV9+vVNo1ixZpw+YrVftt2HD58NEMG59KlS33QuoX3f98uAEjF6E4BUAFhhFyoPUDSiXSgePGiR44c23fgoB5G6N+gyX9MW7d+k5i4efNWj+5dY2Njv+7z/foNcXNcXV1y58kVEBAYHHztwMHDP00cV7NGtfLlyjg4OMybv1As/8nHnWxsbXPnytn9867r1m04e+58q5bNM2XK6OSU/kVPIzg4uG37TumdnKpVqxJ6I3T9xs3iZ9JvEytWKKcvEB4W3rptR/FQtrY2+fLlvX37zpy58+fNX9Sta5fPun6sL7Ni5RoRf1hbW2X38MiY0XXb9l1+23YuX7Hq7xlT06dPV+VaB18DAAAQAElEQVS9SmnSWMxfsEg8sTp1auXJk0tLsk2b/SZNnuro6CCyjzPnzp84cUokGv/MnWFvZ5fIvURYIJKdUiWLN23a+OTJUyI+2LR56+yZ0/U8Qn+f9+zdp7/PQkRE3HYlp/wDOnT6RLxe8Zzz5c177tz5/QcOiac9bMhAPfcRRowcI3IikYbk8PB4/Pjx2nUbxY+IisaNGa4vEPYwrOvnXx48dET8loIF8oWFh4u3a/6CxX2+7tm+XWsNABRAdwqACggj5ELtAV6Jt5enCCOCg6/qV/VvkBghf9GjW7NmjUVXv1TJEus2bBJJhIghJv06sVChAmKI+ygiYurUvyZPmS6GuCKMEKmB+NmwYZMIIz7q1EEMpMWDFCyY398/QCQIzZo0LFy4YCLP4eSpgIIF8k+f+rseWNTa7Ptlzz6DhgxfuXyRPuD/YeIv4nGqVa08YtggfRuBXbv3fPvdgF9/myxG+2XL+Ig5s2bPdXB0WLNicebMmcTVu3fv9R84dMvWbYuXLO/UsZ0YyYtARIzqPT1zGPOLJBK/ZfDA75s1bWRpaRkW/qhT509FHrFi5epWLZolcq89e/c3blx/xNBBeu4wZuyEmbPmjp8wccL40abvc906NXt+2V28/9mze0RGRg0YOEwkEd0+/bhb14+trKxEDDTz77njfpg4cPCwFcUXZsjgfOv2nSXLVhYvVmTWzGni+YgHOXf+Qvcvvlq9Zl2Hdm2KFCkk5kydPkMkETWqVx3Y/1vxqsWcQ4ePft3nO/Hbq1evki2ruwYAqR3dKQAq4JgRcqH2AK/ExcVFXN578MB0pm+Nal0/6ZzJ1fX9urUtLCwc7B0a1K87oN83IlPQv2IiI2jatJEWt+nETS059OrZ3bjphEg3xO+9evX65s1+4qqY+GfeQjGoHjtqmHFvBZF99OjxmZiYMvVPfc6Fi5fEc7OxsdGviiW/7tVDhAjly5fV3kzVKpVatmiqj/wdHexbt2wuJvz9AxO/l0hGvun9lXGN1KtnDze3LCJ9uHnrtnGZTBkzjhwxJLtHtnJlS4uMYN36jf4BgVUqV+rRvatIIsQC4s0XSYp480UG8c/8RXHvRvDV6Ohoa2trcZP+ILlyeg/s/93I4YP1o5Deu3f/r5mznJ2cRg0frCcRQskSxbp17RIVFT1j5mwNABRAdwqACggj5ELtAV6JpT6m/e8Xx8enpOlVMRofM2pYrZo19KuigX/g4OENhv0LxLT2xrJlczfukaGrVr2KuDxw4KC4PHvunLisXKlivMM01KnlG3fr2fPPnuR7YQ/DmrdqO3nK9H37D4iBt7e3lwgR8ufLo72ZkiWLm17Vt7yIePw48XvV9K1uumeKjY11tapx+1ns3r3HOLN48aK2z9KTuNdyLu611Da8LlO1asW98xfOXxCX+fLlFaHG/gOH2rTrNPefBQGBp8XM8uXKNG5UX39i4kHEay9UuEDadGlNH0R/h0+dCtAAQAF0pwCogN005ELtAV7JfcM2EenT/+eADhmcneMvdv/Bxk1brlwJOn7y1OFDR4xD8SdPYrU3liN7/ANbumWOa/IHXb2mGTZ5iJvj7hZvmfTp0zk7OYXevPngwcN06dJ+3euLwMAz585f+PmXSeJWMRSvWaNa548+jHeQy9eQyfU/J9fQN5F4EvuSF/78WUX0LReuXrtmnJMhw3/e54uGV+r+3CvN6h63Y8XloCDNEGoMHzqwd5/vjx07IX4Mvyjr+/XqfNihrb7ZyOXLV8Tlrl17Chbx0Z5z4cJFDQAUQHcKgAoII+RC7QFeSUBA3O4Guby9TGdaWlmaXhUj2A4du9y6fUdMFypUoGbN6p6enuXKlm7XobOWHNJYJLyJmT7gj4mO0a8kcEdD+GhhSAfEGH7xwrnr1m88fORYUHCQ/6mApctWrlm7fuTwIXXr1NTegP74r8rSMuEXFRv7xGSZ/zxyTEzcK33RSsy4cIXyZVevXLxsxaqzZ8+J6OHUqYA/pv65fOXqPyb9nCd3LgvDe+LhkS27hxmfYxUA3hDdKQAqIIyQC7UHSLqg4KtHjh4XE+XKlUlksd8nTxNJRMeO7fp+3dM4M/jqNS2ZhIaExptzPSREXGYy7HeQw3BC0OvXQ+Itc//+gzt376ZLn9bRwV6fY2Nj3bBBPfGjGYb0v/w6efKU6aPGjH/DMOL1hDz3om7ciHsJmTNnfNFdcmT30OJe6Y148/WNKTK6uhrnZMjgrJ8HVDOcaqT3N9/7bdv5x5Tp48eO9DA8SKGCBX78YbQGAKqiOwVABRwzQi7UHiDpfvk1bo+GGtWr6nsQvMh+w7EbWjX/z8kjduzYpcU185NhN43zFy6e/+/uA5s2bRGXlSqU157t77B9566HDx6aLrNu/UZxWa5MXIxy8cKl+g2bd//ia+OtIpf8okc3ZyenmzdvhT0M01I8qdy1e4/pATUeR0Zu37FTPIfKlSq+6C4ehm0Z9FOomtqwYbP27EAeq9esq1mnwbQ/ZxhvdXB06NG9mxYXD8WdEqVI4UJublkOHDgowhrTB9m6dXulyr79BwzVAEABdKcAqIAwQi7UHuClxMB4774Dvft+v3LV2vTp033ds0fiy7u7ZxGXZ8+fM845euzEhJ9+FROPwsMTuaOd4cScQc/OG/oiMTEx/QYM1jccEP6aOXvd+k158+bWD5mZL2/u8uXKhIbe/Ob7gcYBthjq60lKq5ZxEYmnVw5xudVvu5/fDuPDbtrid/fevWzZ3PUjX9ra2Wpx5+a4FhubDAHKS125EjRk2EjxVovp8EcRAwYODQ6+1qJ5E/0wkwmqVdvXJYPztu07f/r5d+MuG3/NmC3+TCJVqVe3tphTtGiRq1evz5o17/LlIP1eYpkVK1aLCU9PT82weUi7D1rfun1n+MgxxjRELDxi9Njbd+6WLVtaAwAF0J0CoAJ205ALtQd43r79BxI8nKFoqv/68wQvb8/E7/5Rpw+/7Nmnb9/+bdq0tLCwOHr02KHDR8Ug39ba+u69+2K8bXpKCFP6fgfffNd/6rS/BvT/tnixIgkuJkbgQVeCa9ZpWLhQATGGFwPpDM7Oo0cOFeNqzZAwDh868KMu3UTWUKV67Xz58t6+fScoKFjc1PWTzhUMZ+4UywwZ3L9Dxy6f9ehVqmRxGxubqKi4U35YWloO6Pet/luyurnZ2dr6BwTWb9S8UMGC48YM194mb2+vZctXbdi0JW/u3IGnT4eHPypatPDXvb5I5C6ZXF3HjhnxRa8+f0z985/5C3PlzHnp0iWRIDg42A8dOiCja9xJWLN7ZPvqy+4/TPylSbPWxYsXFXNu3bp9+szZTJkydv/sU/1xROSxes26VavXnTjp7+4WFyQdOXLsUUREsyaNGtSvqwGAAuhOAVABW0bIhdoDvJT4mhQqVKBd29aL5s32KVXipcvXrFFt2pTfihQpvHDxkmnTZ1y7dr1zpw7ivqVLlxIN/AP7D73oju3btSlbxicqKvrM2XP3799/0WLOzs4L5s1q2rhB8NVradOlbdO6xdzZf+XPl9e4gLu728J/xAINs3t4nD17zsIiTePG9Wf/Pf2LHt2My4gMYtGC2XVq+966ffvoseNR0VFtP2i1eOGcyu893S1CJC/9vu8rHv/ixcshISHaW1bap+TfM6aWL1vm3Pnz3l6e4qlOm/xruv+ebvN5IlsRb6x4zk5OTv7+AeKFd+rUftmS+b7VqxqX6dz5wx9/GF2sWJELFy+dOHXK1dXls64fL1n0j0e2rPoC4rfMmf1nxw5tRZojFhBRRZEihcaMGjZkcD8NANRAdwqACtKwsnuHxJsfaxAdHR0ZGXnfwNPT097eXgOk98RA/wCLTv6d++HdJ8XtZdC7TZXCOd00Bdy//6BcxWo5vb1WrVikpRabt/r1+KJ3yxZNBw/8Xku9jp29NmH+djExuEU+53SOtra2dnZ2NiL/sLa2NEhjoAFAihP/DYaFhd27d0+smsT/hLYGYu1kZWVlIfJs1k4AUgt205AL1QUAAEBxNAsBqIAwQi7UHgAAAMXRnQKgAsIIuVB7AAAAFEd3CoAKCCPkQu0BzEj69OlOHT+gpS41qlVNfS8KAMwL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BSUppnNACQBt0pACogjJALtQfmKN5Y7sqNu5YWFhogsSuhd43T+orX+BkmmADwzrEiAqACwgi5UHtgvoyf3vlbjmqAmbC0FNGZBeteAFKhOwVABYQRcqH2wEyxoTvMlJ5E6Jd8jAFIgnURABUQRsiF2gOzYxzCpbW3mfhJxcePH0dFRUVGRkZHR8fExIh8TVzqS5K1vYYnMbFhV4L1accc2dKw/8sbMK5gLS0txaWVgYOtjXHjCNbAACRBxQSgAsIIuVB7YF7E4E18aPVRnBjQOae1jbK1iIy0jI62EpFEjMGTZzS8OpHlaJGP9OkMaW3TGEbReG3G7EykD3oYYW0dd6nnEUQSACTBigiACggj5ELtgRkxTSIsnhGDOmtra/1WPYmIjY0liXhtsVFRacKehhF2trZprFhpvynjThnGPEKIl0SwKgbwblE3AaiA/2vlQu2BmTIO7bRnzWeRROgxhLjUl+Hj/Rpixag4LFyftiWMeDOm58swZmemyCMASIJVEAAV8H+tXKg9MDvGLSOMWYN+NdbAdAcNwojXECPezodPt4ywtbGxsLHR8LpMwwjTzXn0VIJ9NADIg4oJQAWEEXKh9sAc6eM3i2fHVoyXRPCpfhMxsU/ShD8LI2xtCSOSRRoTFv9FHgFABqyIAKiAMEIu1B6YF+NhIzSTUySKGELfUEKPIQgj3kRMdEyaR4/1aRtra8KIZGHcEcM0kuDUngDkQekEoALCCLlQe2CmjKM7PZtIMIbg4/06LC21x5HPJi0tOWbEmzHNGuJFEtp/9+PQAODdYS0EQAX8XysXag/MjjF6iDeQI3pIFpZpHQt9/ak+bevgoD3bFwbJIsH0gfUwgHeOGgpABYQRcqH2wByZpg8Jju74YL+2NFZWzgXyakg+iWQNxBAAJMHqCIAKCCPkQu2B+eLTC7PABxWA/AjxAaiAMEIu1B6kSgz/AABIOuomABUQRsiFp3ThJAAAEABJREFU2gMAAKA4ulMAVEAYIRdqDwAAgOLoTgFQAWGEXKg9AEzFRkYGrdyoT2dvWDuNNSttAEj96E4BUAH/18qF2gPAVGxk1OXFq/XpbPWqWxJGAIAC6E4BUAH/18qF2gMAAKA4ulMAVEAYIRdqDwAAgOLoTgFQAWGEXKg9AAAAiqM7BUAFhBFyofYAAAAoju4UABUQRsiF2gMAAKA4ulMAVEAYIRdqDwAAgOLoTgFQAWGEXKg9AAAAiqM7BUAFhBFyofYAAAAoju4UABUQRsiF2gPAlFVax0pzf9cAACqhOwVABYQRcqH2AAAAKI7uFAAVEEbIhdoDAACgOLpTAFRAGCEXag8AAIDi6E4BUAFhhFyoPQAAAIqjOwVABYQRcqH2AAAAKI7uFAAVEEbIhdoDwFTMo4hT4yfp04X6fm5ha6MBAFI7ulMAVEAYIRdqDwBTT2Ji7vmfeTodG6MBABRAdwqACggj5ELtAQAAUBzdKQAqIIyQC7UHAABAcXSnAKiAMEIu1B4AAADF0Z0CoALCCLlQewAAABRHdwqACggj5ELtAQAAUBzdKQAqIIyQC7UHAABAcXSnAKiAMEIu1B4AAADF0Z0CoALCCLlQewCYsrCxztHs/afTVtYaAEABdKcAqIAwQi7UHgCmLGxsjGEEAEARdKcAqIAwQi7UHgAAAMXRnQKgAsIIuVB7AAAAFEd3CoAKCCPkQu0BAABQHN0pACogjJALtQcAAEBxdKcAqIAwQi7UHgCmnsTE3A88p0875c+tWVhoAIDUju4UABUQRsiF2gPAVMyjiOPDJ+rT5af/YGlvrwEAUju6UwBUQBghF2oPAACA4uhOAVABYYRcqD0AAACKozsFQAWEEXKh9gAAACiO7hQAFRBGyIXaAwAAoDi6UwBUQBghF2oPAACA4uhOAVABYYRcqD0AAACKozsFQAWEEXKh9gAAACiO7hQAFRBGyIXaA6gp7ErwrX1Hnp8fGxlpnL6yfL2FtfXzy7iWKe6YPZsGAEgt6E4BUAFhhFyoPYCaHNyyBOw+8OjajUSWCVqx4fmZ9u5ZsjesrQEAUhG6UwBUYKFBJtQeQE1prK1yd26jvTpxL3FfDQCQitCdAqACwgi5UHsAZTkVzJuxXKlXukvmyuXEvTQAQOpCdwqACggj5ELtAVTm3baJpZ1tEhe2SuuYs21TDQCQ6tCdAqACwgi5UHsAldm6uuRo3iCJC3u2bGCVLq0GAEh16E4BUAFhhFyoPYDistWpmi6n50sXS+udw716JQ0AkBrRnQKgAsIIuVB7ANVZWOTs1FpLPJdMkybuaJcWrMABIHWiOwVABfwvKxdqD4B0uTyz1q6ayALi1rRJ2HoCAGCm6E4BUAFhhFyoPQAEzxYNrF9wPAhbF2fPlg01AEDqRXcKgAoII+RC7QEgWNrbeX3QJMGbcnZslfQzbgAAzBHdKQAqIIyQC7UHgC5LlfJOBfPGm+lSqqirTzENAJCq0Z0CoALCCLlQewAY5f6odRorK+NVMZ2rYysNAJDa0Z0CoALCCLlQewAY2Wd1y1a3mvFqtnrVbV0zaACA1I7uFAAVEEbIhdoDwFS2OtU1PaN88sSjXg0NAKAAulMAVGClQSbUHgCm0liLtXQak2kAQOpHdwqACvjXVi7UHgCm0lhaOhXME3XvvrVT+jQWlhoAQAF0pwCogDBCLtQeAKYs7e2KDOilAQBUQncKgAoII+RC7UHKIPYCUgZrdQCvgTINQAWEEXKh9uBtM/2MGaf54AHJxTR9ENP6l4tIAsArYaUBQAWEEXKh9uCt0sdFxkvTq6YLAHhV8TII0zl6JMHqHUDSUY4BqIAwQi7UHrw9xughMirm9oNH2rM8wphKaHwCgddlGj0ILunsrK0s9WmNPALAK2J1AUAFhBFyofbgLTHdGuJ08O3+f+7QALw1Qz+skD+7i1ilWxho5BEAXgW9AQAqIIyQC7UHb49xI4iYmBgNwNskvmXR0dGWlk/PxmrMIzQASAJWFwBUQBghF2oP3iqRRMTGxhozry9aVEpnb6sBSCb3wiN+XbRLTEQbiO+ayCNMt4lg4wgASUF3CoAKCCPkQu3B22C6j0asgT7f290lQzp7DUAyuXkvXJ/Qt4zQDBGz+MaxjwaAV8LqAoAKCCPkQu3BW2J6iEpjGAHgLYmKihJhhH4AS+NhI8gjACQR3SkAKiCMkAu1B2+PcbMIwgjgbdO3jNBjCOPhWkgiACQRqwsAKiCMkAu1B28bgReQAmIM9ODP9EAtAJAUrDQAqIAwQi7UHrxVxg6tBuBt0pMI0w2R+N4BSDq6UwBUQBghF2oP3h7Tw0ZoAN6yJ/+lAUCSsdIAoALCCLlQewAgFSCDAPAm6E4BUAFhhFyoPXirGCABKcP0W8Y3DsCrYr0B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UWGmRC7UEqcOLEqYJFfMTPvPmLtFcXHhYu7lu3fpNXuletOg3FvU6fOZvIMt/1HyyW+WfewkSWGTBwmP7k+3zT/0XL9BswRF9m81a/RB4qMjLqt9//+KBdJ59ylZs0bxMdHa0ln2R8nu+ceIvEkwwKvprIMqPGjBfLbNi4WUsmPb/6pppvPQ0ApER3CoAKCCPkQu1BKrBy9RpxaWtrs3jpcs1sbd22/VFExPPzo6KiN2/x05Lgx4m//DZpakDA6by5c1kZaG/Bmz9PBc2aPS8Zcw0ASHZ0pwCogN005ELtgbkTY+DVq9fl9Pby8Mi2fceuI0ePFy9WRDM3jmkdwx6G7dq9x7d61Xg3iZn37z/QF0j8QQ4fPSYuZ8+aXrBAfu3tSJbn+c71+65vWHhYxoyuWopYsHDJ2PE/agAgMbpTAFTAlhFyofbA3G3123b7zt0yZXyqV68qri41t40j9O9g9aqVxeWmzVufX2DTpi3p06crV6Z03MJPEvvCRjyK22DBI1s2Te7n+c4VKlSgTGkfO1tb7S0LPH22x5e9Bw8dmSNHdg0AJEZ3CoAKCCPkQu2BuVu5aq24rFG9ap1avmJ4uXrdhvCw8HjLhN68OWbshJZtOpQqXalF6/aDh4w4dPhoIo959er1ar71Xnq4h2RUtkxpMZIXg/zIyCjT+VFR0Zu2bBWvztLSUlx9kibhL+z4CT8bD2BRrmI1Mb1z17/6TYcOHfn40+6+teuL+d0+7zln7nzTY0mIHEcs/M13A44dO9G5y2fVa77/bb9BiawWXu95Hjx0pP+Aoe83bC4ev++3/Xfs3G1664aNm8VzWLBwifhT1mvQrHGz1n/NnH3//gP9iZ2/cHHIsNENG7esUr1Or6+/9Q8IFHc5eSqgT99+VarVqVW30fCRYx8+eGj6gLdu35k8ZfrnPb4Sdylbsap4wEGDh9+7d9+4wPPHjAgJCR077scGjVpUquz7Ve9vxRPWEjVh4q/iEaZM+yve/OnTZ4r5v02aol/t+VWfzVv8KlYsN2P6ZA0AJEZ3CoAKCCPkQu2BWRPDTr9tOzJlzFi+XBkxSK5Zq4ZIIlasWmO6jBgnf9zl85mz5l67dj1f/rzXr99YsGhpuw6d5y9cnOBj3rlz95Ou3W/cCOnTu2eb1i20FGFpYVG7ZtyT3/nfgfquXf+KYXnNGtUTv7t4+d0/76rvd/DJx53EdHYPDzG9aMmydh9+vHv3ntjYJzm9vfbtOzBi1LimzT+4ePGyfkf9+3/z1u3Puvf8d88+8eaEht5MZLXwGs9z5Ojx7T/8eMmyFTEx0a4uGdat3/Rpty9Mj4Kp/7o9e/eJ6OHixUunT5+NeHZMips3b7Xv8PH8BYusra3DwsPXb9gk8hSRs3Tu0m3Hrt3ZsrmHhobO/WfB4GEjjY+2d9+Bho1a/PzLJPHByJIls52tnXjAhYuXdena/UVH9BQvuWPnT2f8PUe8+ByeObbv3N2hY5fdu/dqL1avbm1xuXHTlnjz123cJC4b1H96oMoC+fP9+tMPUyb9kiGDswYAEqM7BUAFhBFyofbArK1YsTomJqZJ4wYWFnHrliaNGojLRYuXmS7jt33HmbPnOnZou8Nvw9xZf27fuv63nydYW1v99NPvz49Ow8IfdeveU3TjP//sk04fttNSUM2aNcTlpq3/2QNi4+a4fR8qViyf+H0rVij3WdePXTJkENMfdeogpj09s18JCh49doJjWseffxq/ZePqubP/2rZl3ft1a589d37o8FH6HfXv/7//7s2SJcvsmdOWL53f/bNPk/F5iuBg9px5uXJ6L1owe93qZQvnz964bkVpn5Kr16xbs27D0+dgWAuJkKJunZrr1y7/c9qkhg3e128S+UgOT481K5csXjhn8/pVBQvkDwkJ/aRrj3YftNrht9HwitaLgGPN2g2hN2/qdxk1evydu3fF327Prq0L/vlbvORVKxZlypTxxIlTh48cS/AVjZ/wk0hnxKdI/4SIywYN6p07f0F7sfz58uTPn/fkSX9jrCNcvhwk5pQoXixHdg99zoTxo6tXr0LmC0B+rKkAqIAwQi7UHpi15StXictGDZ+OXcuW8fHyynHKP+DI0ePGZYKuBGtx59p4eoAA8ZmvVq3y0EH9B/T/NjomRovbpyCNPl9kEz2/6hO3w8JHH37e7RMtRehD8SeGrRtcXV22bNlm3ANCPz9FzRrVRXSivbrp02eEh4V3/fgj48Em06ZLO3z4oOzZPfbs3b9v/wHThYcOGVCyZPE8uXOVKF40GZ/npMnTxOXAAd8aj6mZJUvmwQO/FxNT/7uPQ6aMGUeOGJLdI1u5sqWzZXU3zu/3bV/xNxUTTk7pmzdrLCbEk/z8s0/13yUSEB+fUpohCNCfSenSpd6vV6dXz+7p0qXVHyGnt1flShU1w3YWz7+uW7fvrFq9Tjwr8XmwtbERc+zt7Ab2/048spao+vXqisv1hk0hdPpZXUSkogGAuaE7BUAFhBFyofbAfInU4PTps2VKl/L29tLniEBBb6ovWfL/w1hWqFBOXP4x9c+ven+7fMXq69dviKuNGtUXg0b9EIZpDN+C2NjY7/sP3rVrT8kSxb/u1UNLcZaWljWqV71//8Huf5/uIPB034ea1V/vAc+cPS8ua/93bCzG2zWqVRET589fNM4UA+9CBZN6Ao5Xep7HT5y0tbUpVbKE6Uxvby+RLwQGnnkcGWmcWbx4UT0LMCXSk8KFCxqvihBEXObM6W2aotzAhyMAABAASURBVDo7x+0BcffeXXEpEop+3/UZN2a48bSmISGhGzdvvRIUF1VEmvw6owMHDorVYOVKFUyPZ+lgbydeo5aoenVriaexceP/99RYu3aD+L116tTSAMDc0J0CoAJO7SkXag/M16o168Tltes3Onf5zDjzwcO4YxmuWb+hT++eem88X97cX/fs8cPEX9at3yR+NMPJFFo0a9K0SUPjkFUztNbFT7r0aQ8dPvKuzg9a07f6goVLNm/eWrVKJc2474MhTHkN586fF8GBW5bM8ea7u8dtd3DlSpBxTkbXVzvJZRKf55Wg4Og4WuFiZRJ8nPPnLxTIn0+fTvCoCi7/nWlhGRdnOzml/89Mi/grMfHn27tvf9CV4MNHjp6/cNE4P8Hs9eq16+IyY8aM8eZnNdk6I0FublnKly+7e/eeixcvi2zlxIlT4ndVrfpeRkNiAgDmhe4UABUQRsiF2gMzFRUVvcYQRohBtem4WhceFr5q9Vrj4Sc7d/5QNLpXr10nxo0XLl46dSpg8MmRa9au//2XHx0cHZ48i+Tat2tdtnTp7l9+PWjw8MUL55hGFSmjXNnSovkvxvaDB30fG/tk8xa/2jVr6OeneFXiqx0dExMbG/uiBSxMHvZVX2kSn6d+IA+R7xQuWPClj5ngy7SyfOU/wcjR42fPmacZNvcoXqyoyAuKFiksUol58xcluHyapzvpxJ/vYO+gvUy9OrVEGLF2/YZun368dsNGMadubTaLAGCW6E4BUAFhhFyoPTBTYgB8+85d0Zn//deJ8W5aumxlvwFDFi9ZbnouDC9vz8+fHZrx8uWgrp9/sW//weUrV4tl9N00smZ1+7bv1+IbIZrbfn47pv/196ddPtJSlhiQ1/StLobNe/cdiIyMun//Qa2avtprES/E28vz5En/6zdCPLJlNb3p2rVrWty2AK+2NcRrPM9sWd1FzGFlYTV96u9aijh77rxIIjI4Oy9aMNvd3c04f//+gy+6SybD+3D9eki8+ddvXNdeppZv9SHDRm7Z4tf1k84bN2y2t7OrUaOaBgBmiO4UABVwzAi5UHtgplasWi0uExwDiy69g4P9Kf8A/ewJ48ZPfK9qrUOHjxoXyJHDo02rlmIi6OpV40xra2s9mxORhK2tzZQpf168cElLcWKQLy537ty9adMWlwzOZcv6aK8ru0c2Le4sFRtMZz6OjNy6bbuYKO1TUnsDSXyeNX2r3bl7N97BMkNv3XqvSs3mLds9enYKz+Ry8NBhcVm5SiXTJEL8lj379ouJGMPxSuMpbTj+5c7d/4aFPzLOjIqK3uq3Q3uZtOnS1qld8+SpgHXrNwUFX61dx9fB3k4DADNEdwqACggj5ELtgTm6dfvOjh27RWRQM6FGtIOjg96gXrp0hbjMly/vrVu3f5s0xTjafPjg4cZNm8WEt5fn83fPkd2jc6cOYgQ7cMhwLcWVKV0qU8aMftt3bPXbXquW75vsKtKyRTMt7sidf23c9PQgi+Fh4QMHDbt06YpPqRLG01u81ef5Yfu24nLUmB9CQkKfPodHEf37DxF/wcKFC9rbJfPQPUumuANkXLhw0Zg7iImBg4YHBcWdUSUioewjc+ZM1apWFk/v+36Dwh6GaYa8ZviI0fpdXkrfL2PMuAla3F4btTUAME90pwCogN005ELtgTlavmylGGTWqF7VMa1jggs0eL/uypVrVq9Z16d3zwb1665bv8Fv2876DZvl9PYSt56/cPHGjRAxnG5Y//0E796ly0crV687cPDwgkVLWzZv8uInojVu2vr5mR7Zsm5Yt8J4ddiIMeLn+cXWrlrq6Zk93sy4c1XUqKof4MD3zbb5L1e2dK+e3X+c+OuXvfq6uWVxy5I5MPCMCFk8PLINGdRPezNJfJ5FixZu3Lj+smWrmrX4IG/ePGLOpcuXr169XiB/vr5f99SSW/kKZcVvPHbsRJdPu/v4lBKpxL79B0JDbxYrVvjo0RN37txJ8F7f9Pnq9JkzIrLZuXN3/vz5zpw7Fx0ZVbVKJfGZeelvrFixvKtLBpFliFCjfLkyGgCYJ7pTAFTAlhFyofbAHK1YvUZc1qpV40ULiGFhpkwZxcB71eq14kM+4Ycxvb/6MkuWzAEBp8+eO1+4UMH+3/edMvlXGxvrBO9ua2PTt0/cUPmHH38KvXVLS1m1asa9LldXl7JlXn8fDV2Xzh2nTv61ZInisbGx4pUXKlRApDNLF8719vbS3lgSn+fIYYMH9v/WPav7mbPnjh477uLi8kWPbrNmTHVwfPkRIl+V+MNNmfRL2w9a3QgJnTR56ubNW0XqMfOvKYMGxIUv+15w5IgcOTwWzpv9ebcunl45zp0/X7a0z9Qpv5UunaQ339r66bk869au+XqHGgUAGdCdAqCCNKzs3iHx5scaREdHR0ZG3jfw9PS0t7fXgOTzxCAmJkZ80qKioo5fCBmz8IiY/+MXDTOk48MGJJub98J7/7pSTHSt6ZXPI4Otra2dnZ21tbWNjY2VlZXIR9IYaADwYuK/wbCwsHv37ol1iPif0NZArEnijkFsYcFqBECqwW4acqG6AAAAKI5mIQ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RYaZELtQQrgYwakjOjo6AsXLmzcuHHixIkaACQZ3SkAKmDLCLlQe/BWpTHQALxloaGhd4NPX716NTw8/PHjx5kzZ9YAIMko1gBUQBghF2oPUtKEedutrNg8Ckg20dGx+sSNGzccnjyMjY27KlLmTz75RAOAJKM7BUAFhBFyofbg7dGjLtONI66E3NUAvAUihoh9EvvkGYJmAK+ElQYAFRBGyIXag7dK/4C5prP3LZ5VjJViYmJiDcSEZhg+iQWSKxF7+PBhgvMtnqPh1Yk/2aNHj+zt7S0tLTWkLP0rEx0dHRc4GL4v+hdHiH3GWosSC+hfMRsbG43VO4BXQXcKgAoII+RC7cFbJYZDYvCfJYPDB1XzRhpERcUNmfRhlXFklSwuX44QkrKkGKrZ2tqKSzs7O0dHRw1JIP5k58+fz5jR1sXFRUPKunLlikiCjFf1b40eRkQ/Iz78jw1hhJAnTx6SCACvhJUGABUQRsiF2oO3JI0JkUeIdrqVlZU+iNKv6kmEcVilvTExANu3b19SljSO67y9vUUqoSEJxBslsqSwsDB3d3cNKUt8UAMCAsSbb5xj3B1DfI9EEhFlYIz5WrZsybFjAbwSulMAVEAYIRdqD94eYxKhE2GEPlNv3upH2tOS9UOoD8mSuHDWrFmzZ8+uIclsbGxu375tZ2enIcUVKVJEZG2m+yLpSYS41L9QIiqKfrZlhDGJII8AkESsLgCogDBCLtQevA3GI0HogyJLS0vjVZFK6EmEcbOIZOTm5hYYGJiUJZ2cnEqVKsXhD15JunTprly5Ym1tzfuW8kQGVLFixY0bNxrzCOOWEcY8Qt9Ewt7e/v79+y4uLqzeASQd3SkAKiCMkAu1B2+PPhbSDxhpZWUlroqBk76PhvZsKKUl64ewQoUKR44ceeli4slUrVrVwcFBw6twdXV99OjR3bt3s2bNqiHF2dra1qpVa+nSpeHh4ZrJkSOMx7DU8wjxBxoxYkTGjBkLFCiQL1++/Pnzi/xIA4BEEV8CUAFhhFyoPXjb9K0h9E0k9C6uvoNGsicROtEQvnr1auLL1KtXz83NTcMrEm9aRETEzZs3vby8NLwLmTJlatKkyZw5c/RjtepfH+PXSt9EokePHgEBAf7+/lu3bt2yZYuI3nLnzl3QgBQJwIvQnQKgAsIIuVB78Jboe2oYd1zXp0UqYTzwnr5YMn4CRbv4wIEDoi38+PHjRBYrUaJEqVKlNLy6LFmyiBGvyHrotL9DIlBo06bNn3/+qR8exTTa07c88jYQiZsILEQkccpAxBNLlixxdnbWU4kCBQrY29trAPAM3SkAKiCMkAu1B2+PaR5hvJrsMYR4nHPnzv37778nTpwQv6JYsWIPHjx40Tk+RW9fNJb1Q2niNYg3MCgoiDfw3fLy8urQocPUqVNjYmL0OcbDwebJk0d7tmIXcUNJAzEtIiQRSYhsYt++fbt37xYLiMBCRBIimBCPRiEAQHcKgAr4F1Yu1B68VaZHsjS9miwePny4Z88eEUOEhoaKQXL9+vXLli0rBmCLFy/etm3b88vb2NiIIRwN4Tch2vI7duwQExzD8t3Kly9fx44dp02bZtwyQv9yff755/oC8fKFrAa+vr5RUVFnzpw5efKkCCZWGzg4OOipROHChdOlS6cBUBKhJAAVEEbIhdqDt834GTNNJd6EeJzAwMBdu3YdO3ZM3xSiTZs2ekNY17x5cz8/v+fvKOazz/wb8vDwEKPf4OBgT09PDe9UkSJF2rVrN3PmTNPDr7z0+2Vtba3vqSGm7969e+LECX0/joMHD4o52bJl02/NlSsX278ASqE7BUAF/HMjF2oPUsybxxAPHz4UGcTu3btDQ0MzZ87coEGDChUqODo6Pr9k7ty5RfvXdE65cuXEwhreTPbs2cVKQ4QRHMNSBmXKlImIiJg3b55+1cXF5VXurTk7O1cyEAHT+fPn9f04NhrY2NjkzZu3QIEChQoVEt81DUBqR3cKgAoII+RC7YH8xOg3ICBg586dx44dE1eLFSv2wQcf5MuXL5G79OrV67PPPjNedXd3b926tYY35uHhYWlpeeXKFQ1yqFy58qNHj5YvXy6m9e0dXoOFhUVug4YNG4aFhZ165sSJEwsXLnR1dRWRhAgm8ufPb2trqwFIjehOAVABYYRcqD2Q2cOHD0UGsXv37ps3b2bMmLF+/foVK1ZMmzZtUu7r6OgohlWa4VARH3/8sbjU8MZEfJktWzbCCKnUrl1b5BEbNmwQIZ32xsQXp7SBmBZ/aD2V2LVr1/bt20UOlTNnTv0AE9mzZyfLBlITvtEAVEAYIRdqDySkbwqxY8eO48ePi+miRYu2adNGdGVf6eNapkyZrVu3ionWrVu7u7trSCYeHh4HDhwwPU8K3rnGjRvrZ/pMXtkNRNjx+PHjwMBAPZhYYZAuXTo9lRCSmA8CkBndKQAqIIyagfL9AAAQAElEQVSQC7UHUnnw4MEug1u3brm4uNSrV69SpUqvd4T/Fi1aiDCiWrVq5cqV05B8xOh09+7d169fJ+KRivjAa2+Nra1tUQMxHRISoqcSR44c2bdvn5iTI0cOEUmIbCJXrlwWFhYaADNEvgxABYQRcqH2QAYiFPP39zduClG4cOHWrVuL4c0bfj59fX0bNWqkIVl5eHiIy6CgIMIINWU2qFq1akxMzNmzZ/VgYp2BnZ1dvnz59LOEZsiQQQNgPuhOAVABYYRcqD14tx48eKAfFeLWrVvOzs5169atVKmSk5OTlhyaNm2qIbllz55dMxxNQD+sAJRlaWmZz6BJkybii6yfJTQgIODo0aPi1ixZsug7ceTJk4cjtgDyozsFQAWEEXKh9uCdECmYGLeIGELfFKJQoUItW7YUl2zjLT8xsHRzc7t8+bIGPJMuXbryBuLrfPHiRX9/f/EF9/Pz27p1q5WVVa5cufTzcWTLlk0DICW6UwBUQBghF2oPUti9e/d27dq1e/fu27dvOzk51alTp1KlSs7OzhrMh4eHx8mTJzXgOSLg9jaoV69eRESEiCT0YCIwMFDcKr7pIpLQgwl7e3sNgDToTgFQAWGEXKg9SBki9hLDV+OmEGIo0rx586JFi7IphDnKnj37gQMHbt265erqqgEvYGdnV9JATF+7dk0/usT+/fv//fdfUXq8vLz0w16K5IJKBLxzdKcAqIAwQi7UHrxt9+7dExmEGH7cvn07Xbp0tWrVeu+991xcXDSYLeNhIwgjkETuBjVq1IiKijpz5oweTKw2cHBwyJ8/f6FChQoXLvx6p84B8ObIBAGogDBCLtQevCX6phA7duw4ceKEmM6XL1/Tpk2LFStmaWmpwczpYcTVq1eLFy+uAa/C2tpaP7ClmL57965+2Et/f/9Dhw6JOVmzZtVvzZ07t5UV/zAAKYfuFAAV8L+FXKg9SHb6phC7d+++c+dO2rRpfX19K1euTAs9NXF0dBTd7Bs3bmjAG3B2dq5kEBsbe/78ef3oEps3b960aZONjU2ePHn0YCJLliwagLeM7hQAFRBGyIXag+QihhP6phDiUoRcYiDRpEmTEiVKsClEqiTGh6GhoRqQHCwsLHIbNGjQICwsTN+JQ2QT+nFSRZSppxL58+e3tbXVALwFdKcAqIAwQi7UHry5u3fv7jIQE6JhXr169ffeey9z5swaUq9MmTIdO3ZMA5Kbo6NjaQMxHRQUJPIIkUrs3r1bBJ0i2cyZM2eBAgVEMJE9e3bCdCAZ8YUCoALCCLlQe/DaYmNjT5w4sXPnTn1TCNHVbNy4ccmSJdnTWwUijIiIiBBNbDF01IC3w8Ogdu3akZGRgYGBejCxwiBdunR6KiGkTZtWA/Bm6E4BUAGjFLlQe/Aa7t69qx8VQkzY29tXrVr1vffec3Nz06AMfcuXkJAQb29vDXjLbGxsihiI6dDQUH0/jqNHj+7bt0/MyZEjh36W0Jw5c7JfGPB66E4BUAFhhFyoPUi62NjY48ePixhCDANEjCX+72/YsKGPjw+bQigoU6ZMmmFYSBiBFCY+e1UMYmJizp07p28usc7A1tY2f/78IpUQsUWGDBk0AElGdwqAChi0yIXag6S4ffv27t27d+3ade/ePTs7u/fee0+MBNzd3TWoSj/BAcewxDtkaWmZ16BJkyYPHjwQqYTISQMCAo4ePTpv3rzMmTPrO3GIBWxsbDQAiaI7BUAFhBFyofYgEfqmEDt27BCNR5FbeXp61q9fv3Tp0vxnD3t7e0dHx5CQEA2QQLp06coZiDXVpUuX9JNxbNu2zc/Pz8rKKleuXHowkS1bNg1AQuhOAVABYYRcqD1I0O3bt3fu3Pnvv//eu3fP1ta2YsWKVapU4f94mBKdZ8IIyEYk7F4G9erVi4iIEJGEHkwsNXB2djYe9lIEahqAZ+hOAVABYYRcqD2I5/jx46KXKP53F9NZs2atU6eOaDaKPEID/ouze0JydnZ2JQzE9LVr18Rq7eTJkwcOHBAxq55Z6Ie99Pb2phQCdKcAqIAwQi7UHujEJ+Hw4cPr16+/cuWKjY1NhQoVKlWqJP5Z14AXyJw5s+g8P3z4kBMrQn7uBtWrV4+Ojj59+rR+Po7VBg4ODvnz5xfBRKFChZycnDRASURyAFRAGCEXag+E4ODgmTNnBgUFiRiiVq1aNWvWdHR01IBE6SfUCAkJIYyAGbGystJ309AM+6OdOHEiICDA39//0KFDYk62bNmKFi1arFixHDlyaIBK6E4BUAFhhFyoPVixYsW6devERNWqVevVq8fAEkmUOXNmcXnz5s2cOXNqgBlycXGpbCCmz549q+/HsdZAZG1ifVi2bFkNUAPdKQAqIIyQC7VHZZGRkZMmTQoMDBSDyXbt2rm5uWlAkulhBMewROqQ26BBgwbXr1/ft2/fv//+O3PmzC1btrRq1Yq4DSqgOwVABYQRcqH2KOvBgwe//PJLUFBQlSpVxH/bGvCK7O3t06ZNSxiBVEbEsg0bNqxXr56fn9+GDRvGjx9fvXr1Ro0aWVtba0DqRXcKgAoII+RC7VFTVFTUTz/9dPXqVdEGrFu3rga8lsyZM4eGhmpAqmNlZeXr61uhQgV9+wh/f/9evXqxFxtSMbpTAFRgoUEm1B41zZo1SyQRtWvXJonAm0ifPv29e/c0IJVycHDo1q1b06ZNr1279uuvvz5+/FgDUim6UwBUQBghF2qPgk6cOHHgwIHChQs3bNhQA96AjY1NZGSkBqRqvr6+zZs3v3z58syZMzUglaI7BUAFhBFyofaoJiYmZuHChfb29h999BFRFN6QnZ0dvWKooHr16pUrVz5y5MipU6c0IDXiXwIAKiCMkAu1RzVbt24NDQ1t2LChGEZqwJuxtbWNMdCA1K5x48aOjo7//PMPH3ikSnSnAKiAMEIu1B6liD/3xo0bM2XK9N5772nAG7OxsRGXbBwBFYgAt1atWrdu3Tp06JAGpDp0pwCogDBCLtQepZw9e/bBgwe+vr4WFnwTkQxsbW01wggoo3z58lZWVnv37tWAVIfuFAAVMASSC7VHKXpDr2TJkhqQHAgjoJS0adP6+PgEBASwpwZSH7pTAFRAGCEXao9SAgMDPTw8HB0dNSA5EEZANUWLFo2Njb1w4YIGpC50pwCogDBCLtQedYhW3o0bNzw9PTUgmehhBGf3hDpEnisuCSOQ+tCdAqACKw0yofao48qVKyJ7IoxAMiKMgGpcXV3FZWhoqAakLnSnAKiAMEIu1B513L59W1xmzJhRA5IJZ9OAakSCny5duocPH2pA6kJ3CoAKCCPkQu1RR0REhLi0t7fXgGTCMSOgoLRp04aHh2tA6kJ3CoAKCCPkQu1RB2EEkh1hBBTk6Oior06B1ITuFAAVEEbIhdqjDn3HfsIIJCPCCKiJHB+pD59qACogjJALtUcd/K2R7PQwIioqSgMAmDO6UwBUQBghF2oPgNemH8CSTdYBwNzRsQCgAsIIuVB7ACQuNjZ23Lhxly5detECWwwSvKl169aVK1fWAAByozsFQAUWGmRC7QGQOAsLC5EpvMa6wtPTs1KlShoAQHp0pwCogDBCLtQeAC8lYoWqVau+yj3igk4RYYggQwMASI/uFAAV8I+pXKg9AJKiQYMGadOmTfryFStWFBGGBgAwB3SnAKiAMEIu1B4ASWFnZ9ekSZMkLixii4YNG2oAADNBdwqACggj5ELtAZBE5cuXz5s3b1KWFLHFK21GAQB4t+hOAVABYYRcqD0Akq5169ZWVi85KZKnp6eILTQAgPmgOwVABYQRcqH2AEg6Nze36tWrJ7KAftxKDQBgVuhOAVABYYRcqD0AXkmdOnUyZMjwolurVq3KcSsBwOzQnQKgAsIIuVB7ALwSOzu7li1bJniTCCkaNGigAQDMDd0pACogjJALtQfAqypWrFiBAgWen9+kSRMRVWgAAHNDdwqACggj5ELtAfAaWrRoEe9Ilnny5PHx8dEAAGaI7hQAFRBGyIXaA+A1uLm51a5d23hVBBNt2rTRAADmie4UABUQRsiF2gPg9YgwIkuWLMZpEU9oAADzRHcKgAoII+RC7QHweqysrFq0aCEmRCRhupUEAMDs0J0CoAIrDTKh9gB4bQULFixatGjlypXjHT8CAGBe6E4BUAH/sMqF2gPgTXTt2lUDAJg5ulMAVEAYIRdqDwAAgOLoTgFQAWGEXKg9AF7bi1YgpJwAYF5YbwNQAWGEXKg9AF6DaQxhOq2vUvQ5rF4AwFzQnQKgAsIIuVB7ALwqfb1hvIwIj7G1jztTkkgfxFU9gzCdBgBIjtU1ABVwak+5UHsAvBJjBiHExsYGnX3wS89Dp/beEtMxMTGxBvqtGnEnAJgJVtcAVEAYIRdqD4CkM0YMeugQdObB3DEBkRGxy34/J/KIaANjJGGaSgAAZEZ3CoAKCCPkQu0BkETxk4izD/4ZFxj1OFa/dcXkC8Y8QjAmEeQRACA/VtQAVEAYIRdqD4Ck0NcVxk0eRBIxb9xpkURY21o0+Cifk6utuHXNtCsB++9ERUWZbiJBHgEA8qM7BUAFhBFyofYAeCljEmE8TsR8QxJhY2vRplfRQmUzt+tdTM8j1v0ZFHjgbrz9NcgjAEByrKIBqIAwQi7UHgCJSziJiHwikojWvYpm9U4nbk3nYivyiHQZbMSyG2ZcDdh/hzwCAMwI3SkAKiCMkAu1B0Ai4iUR1y48fD6J0MXlEX2K63nEpr+vs30EAJgRVs4AVEAYIRdqD4AXeT6J+GdswkmEzsk1gTwiKiqKPAIAJEd3CoAKCCPkQu0BkKAEk4jIiNgXJRG65/MIkUSQRwCA5FgtA1ABYYRcqD0Anvd6SYQuXh5x9sg9kUSwvwYAyIzuFAAVEEbIhdoDIJ43SSJ0pnnE+j+vijyC/TUAQGaskAGogDBCLtQeAKbePInQiTyibe9iaZ1FHpFm3fRrZw6xfQQAyIvuFAAVEEbIhdoDwCi5kgidc0a79n3jto8Q0xtmPN0+gjwCACTEqhiACggj5ELtAaCLl0QEn3ugJxHWthatvizyqkmEzmR/jTTsrwEA0qI7BUAFhBFyofYA0BLaJmL++DP6NhFtehXNliu99rri9tf4upieR7C/BgDIiZUwABUQRsiF2gMgeffOeJ5zJjt9+wiN/TUAQEp0pwCogDBCLtQeQHHxkoir5x/OG/eme2c8L8H9NcgjAEASrH4BqIAwQi7UHkBlz28TIZKIx4+SYe+M55FHAIC06E4BUAFhhFyoPYCy3vbeGc8jjwAAObHiBaACwgi5UHsANaV8EqEjjwAACdGdAqACwgi5UHsABb0oibC2ebtJhI48AgBkwyoXgAoII+RC7QFUk0gS0eqLIm87idDpeUTa9NbkEQAgA7pTAFRAGCEXag+glMSTCI88yXnEysSJPKIteQQAyIGVLQAVEEbIhdoDqEP/vusj/HebBH66UgAAEABJREFUROgyZLYjjwAAGdCdAqACwgi5UHsARRiTCH2cf/3SO04idOQRACADVrMAVEAYIRdqD6CC55OIeWPPvPMkQhcvjzh//D55BACkMLpTAFRAGCEXag+Q6iWYRESEx8iQROhM84h108gjACClsYIFoALCCLlQe4DUTf4kQmfMI2JjNfIIAEhhdKcAqIAwQi7UHiAVM5ckQkceAQDvCqtWACogjJALtQdIrcwridCRRwDAO0F3CoAKCCPkQu0BUiVzTCJ05BEAkPJYqQJQAWGEXKg9QOpjvkmEjjwCAFIY3SkAKiCMkAu1B0hlzD2J0JFHAEBKYnUKQAWEEXKh9gCpSepIInTkEQCQYuhOAVABYYRcqD1AqpGakggdeQQApAxWpABUQBghF2oPkDqkviRCRx4BACmA7hQAFRBGyIXaA6QCqTWJ0JFHAMDbxioUgAoII+RC7QHMXepOInTkEQDwVtGdAqACwgi5UHsAs6ZCEqEjjwCAt4eVJwAVEEbIhdoDmC91kgidnkc4pCWPAIBkRncKgAoII+RC7QHM1IuSCCvrNKkyidDF5RG9i5FHAEDyYrUJQAWEEXKh9gDmKJEkonn3wqk1idC5utub5hEXT5FHAMCbojsFQAWEEXKh9gBmJ/Ekwiu/s5bameYRa6eSRwDAm2KFCUAFhBFyofYA5iVeEnEz+JFqSYTOmEfERJNHAMCbojsFQAWEEXKh9gBm5PkkYvaoAAWTCB15BAAkF1aVAFRAGCEXag9gLhJOIsIUTSJ05BEAkCzoTgFQAWGEXKg9gFkgiXgR8ggAeHOsJAGogDBCLtQeQH4kEYkjjwCAN0R3CoAKCCPkQu0BJEcSkRTkEQDwJlg9AlABYYRcqD2AzEgiko48AgBeG90pACogjJALtQeQFknEqyKPAIDXw4oRgAoII+RC7QHkRBLxesgjAOA10J0CoALCCLlQewAJkUS8CfIIAHhVrBIBqIAwQi7UHkA2JBFvjjwCAF4J3SkAKiCMkAu1B5AKSURyIY8AgKRjZQhABYQRcqH2APKIn0RcfTR3bKBIIiwt0zTpWogk4lWJPKJ1ryL2DlYij1gz5eqlgAfkEQCQILpTAFRAGCEXag8gieeTiDmjAsLvR1tYaE0/K5SrcAYNry6zh2Obr4uKPCI2Rls9OZg8AgASxGoQgAoII+RC7QFkkGAS8ehhjEgimnxakCTiTZBHAMBL0Z0CoALCCLlQe4B3LvEkIk9xVw1vhjwCABLHChCACggj5ELtAd4tkoiUQR4BAImgOwVABYQRcqH2AO8QSURKIo8AgBdh1QdABYQRcqH2AO8KSUTKI48AgATRnQKgAsIIuVB7gHeCJOJdIY8AgOex0gOgAsIIuVB7gJRHEvFukUcAQDx0pwCogDBCLtQeIIWRRMiAPAIATLG6A6ACwgi5UHuAlEQSIQ/yCAAwojsFQAWEEXKh9gAphiRCNuQRAKBjRQdABYQRcqH2ACmDJEJO5BEAoNGdAqAGwgi5UHuAFEASITPyCABgFQdABYQRcqH2AG8bSYT8yCMAKI7uFAAVEEbIhdoDvFUkEeZCzyNs7S3JIwAoiJUbABUQRsiF2gO8PSQR5iUuj/iKPAKAiuhOAVABYYRcqD3AW0ISYY7ccqQljwCgIFZrAFRAGCEXag/wNpBEmC/yCAAKojsFQAWEEXKh9gDJjiTC3JFHAFANKzQAKiCMkAu1B0heJBGpA3kEAKXQnQKgAsIIuVB7gGREEpGakEcAUAerMgAqIIyQC7UHSC4kEakPeQQARdCdAqACwgi5UHuAZEESkVqRRwBQASsxACogjJALtQd4cyQRqRt5BIBUj+4UABUQRsiF2gO8IZIIFZBHAEjdWH0BUAFhhFyoPcCbIIlQB3kEgFSM7hQAFRBGyIXaA7w2kgjVkEcASK1YcQFQAWGEXKg9wOshiVATeQSAVInuFAAVEEbIhdoDvAaSCJWRRwBIfVhlAVABYYRcqD3AqyKJAHkEgFSG7hQAFRBGyIXaA7wSkgjoyCMApCasrACogDBCLtQeIOlIImCKPAJAqkF3CoAKCCPkQu0BkogkAs8jjwCQOrCaAqACwgi5UHuApCCJwIuQRwBIBehOAVABYYRcqD3AS5FEIHHkEQDMHSsoACogjJALtQdIHEkEkoI8AoBZozsFQAWEEXKh9gCJeFESIb43JBGIJ14eceHEffIIAOaCVRMAFRBGyIXaA7xIIklEoy4FSCLwPNM8Ys3Uq+QRAMwF3SkAKiCMkAu1B0hQ4klE/lIZNSAhxjziSSx5BACzwUoJgAoII+RC7QGeRxKBN0EeAcDs0J0CoALCCLlQe4B4SCLw5sgjAJgXVkcAVEAYIRdqD2CKJALJhTwCgBmhOwVABYQRcqH2AEbxkogbl8NIIvAmyCMAmAtWRABUQBghF2oPoHs+iZg75jRJBN4QeQQAs0B3CoAKCCPkQu0BtBckEY/DSSKQDMgjAMiPVRAAFRBGyIXaA5BE4G0jjwAgObpTAFRAGCEXag8URxKBlEEeAUBmrHwAqIAwQi7UHqiMJAIpiTwCgLToTgFQAWGEXKg9UBZJBFIeeQQAObHaAaACwgi5UHugJpIIvCvkEQAkRHcKgAoII+RC7YGCSCLwbul5hI2tBXkEAEmwwgGgAsIIuVB7oBqSCMhA5BGte5FHAJAF3SkAKiCMkAu1B0ohiYA8snqnI48AIAlWNQBUQBghF2oP1EESAdmQRwCQBN0pACogjJALtQeKIImAnMgjAMiAlQwAFRBGyIXaAxWQREBm5BEA3jm6UwBUQBghF2oPUj2SCMiPPALAu8XqBYAKCCPkQu1B6kYSAXNBHgHgHaI7BUAFhBFyofYgFSOJgHkhjwDwrrBiAaACwgi5UHuQWpFEwByRRwB4J+hOAVABYYRcqD1IlUgiYL7IIwCkPFYpAFRAGCEXag9SH5IImDvyCAApjO4UABUQRsiF2oNUhiQCqQN5BICUxMoEgAoII+RC7UFqQhKB1IQ8AkCKoTsFQAWEEXKh9iDVIIlA6kMeASBlsBoBoALCCLlQe5A6yJZEtGraoXAeH+NPkbylq1ao07zhB1998e2ef/fHW3jb1p1imYHfDdNSnS0b/cRLGzJgpGY+xOdnxdLVY4b/oMmBPAJACqA7BUAFhBFyofYgFZB/mwjx3G6G3gzwP71h7aaPO3QbMXQsQ0dp+Z8M+L7voODga5o0yCMAvG2sQACowEqDTKg9MHcyJxHTZv5erkIZ/endunn7ZuitvXv2/TTh939mLXBKn757z676YkWLF/5z9uSMGdmRBC+k5xHzfjwW+ThW5BH1umjehdObLmBh8TTrJ2IG8BpYdQBQAVtGyIXaA7NmLseJEF+0jJlc8xfM++FH7X6f+pOVldUfv08/efyUfmuGDM5lyvrkzOWlAS/G9hEA3h5WHQBUwJYRcqH2wHyZ6REry5UvXb9hnWVLVs3+e96ocUM1wzEjPv+kZ9PmjYaOGmBcbJvfzq0b/QIDz545fdbFJYN7VrdOndtXrVHZ9KHWrt6wfMnKE8dOZc3mXqVapS7dOrdt3jEoKPjfQ37i1tu371Yu61u/Ud227Vv9NOH3ixculSnnM2LMYJGM3Lp1Z9H8JcePnRSBSMSjCPdsbkWLFu7V9wsnp6fN9rEjf/z7rzlLV88/tP/w5k1+x4+eyJnbu0q197p07STe6j+n/r3db+fZ0+dy583VrXuXCpXKvfRVBwddnfHn7P17Dty7d79kqeINm9avUrWS6QIhN0J/HP/L8aMnQ0JCChYq4FO6ZLuObZydnYwLtGra4cb1G36718+a8c+2rTsCTgUWKJTft2a1Fm2aGjcK0Ayfh+VLVm/z23H44FEXF2efsqXatG3hndPL9HdtXLd52eKVgYFnxGsvWqKISIJatWlu72AnbhoyYOTCeUvExJZNcUe7aNS0vnjHNGmwfQSAt4SVBgAVEEbIhdoDM2XW586oWddXhBF7nzuSpU68nN49v9+wdpOYds3okjtPrkD/wKvB1w7uPzzxt3G+tarpi02d/NdPP/wmJvLmyy3a45N+nbbn3/1h4WHGx9G/3Ldu3hZJhwgmxHRoyE3xld+750DvL769c+eumC5YuEDIjZDTAWfFj7//6TkL/rSy+v9a+vdfpohxe7p0abN5ZD16+Lj4Ec9NhBqrlq/NXyCvk7OTGPB/+lGPRcvn5iuQR3uxwwePNKnfKjzsUeGiha5dvb5+7Sbx89fsP0qXLaUvcOpUQKcPPgkLC0+fPl2+/HnPnz1/YN+hBf8sGjpyYLz8ZcyICbNmzPXInk3kL/v3Hvx3196TJ/yNIc7Dh2Gfdfny0IEj4qUVKJhPPODcv+cvmLu497c9233YWl9m5bI13/UZaG1tlT2Hh2tG1x1+u7Zv3bli6aoZc6eK3y4iEjGenz93Ue48OWvXq5Unby5NMuQRAN4GulMAVMBuGnKh9sAcmXUSIeQ0NOpDboSKzvzzt4qBukgiRAwxf8nffrvXz1s889+Dfp9+1lnctOCfxfoy/v6BIolwdc0wY86UJavmiZ/Z8/8UgcXlS0HGx9G/3GK4niVLlr//mbZ09fzPv/hUzBkzfLxIIj78qN3uA1vFr9i6a92KdYsyZc548vipI4eOmT4TkUT0H/TNtj0bF62Yqw/4f504+cSxU8vXLhRz1m1Z3qNXN/FXWLhgiZaos2fO16hZbcuudeK1bN213rd2ddPXEhkZNejbYSI46Pr5x9v3bpw1b7rfvxtEfCAClEH9homnanycm6G31qxcO3PuVPGrFyybvWzNfBGULFm0/NzZC/oC0/+YIZKI6r5VN+9cKxZYvXGJeDTxTv4wZuLVoKcHpBRZhqOjw/qtK8WrFi9/x75N1XyrnA48u2ThcnGryD6aNm8oJnJ45ujW/WNj9CMV9tcAkOyILwGogDBCLtQemB1zTyIEV1dXfeLevfvP3+rg4FC/UV2RAhQqUlD/htrZ2zVt0UhM3Lx5U19m/pxF4rJb9098ypTU5xQvWfSrvl8k+OsGjxpQ0qe4aPKLZaKion3Klnq/QZ1efbqnS59WXyBnLq/3Klc0PP4t0zuKUX3rdi1sbKzFdNPmjTJminva3Xp0yZXbW1+gStX3xGXQ5SDtJa83w5Dh/TNnjvvTODjad/u8i5gIDDit37p+zUaRrVSpWql7z676dhmit9+xczvxJty6dWee4ZUadfioXanSJfRpL29PPSzwPxmgv5kzps9ydnYaMXaw/ruEEqWKde3eRbzqGX/N1udcvHhJvKs2tjb6VbH8V316DBz2ffkKZTXzQR4BIHmxugCgAnbTkAu1B+YlkSSifqd8ZpFECJaWT2PZBL+AVapVEj/Gq5GRUcePnjh65Hjc9OMofea+PXG7eFT/b9++Zu0a32j94z1a+vTpChXKb7xqbW31/YA+pguE3Ag9dvTEFUOgEPk40vQmEWGYXjbPSLIAABAASURBVM2cKdPN0Fu5cuU0znFxzSAu79y5pyWqWIlixsG/kDtvThEHGIOYc2fPxz35Or7x7lWrdo1Vy9deOHfBdGYpnxKmVzNmivuLP458HPc4Z86L0KFQkQLp0qU1XaZixbhDWuiBhWYIUNau3tCicdvmLZuIqKJEyeLeOb3iHVTCLLC/BoBkxIoCgAoII+RC7YEZSTyJKFQ2s2Ym7t1/oE84OTkluMD9+w82bdhy5VLQieOnDh088jjisT5fvHLN8A5cuRwsYoVMmVxN72VjY+3mniXsYZjpzIz/XUZ39PDxvXv2B10OPnL46PlzF43zRUPddDEn5/88vTSGDMU5w/9nprFI0grExcXZ9KqlQWxMrH714oVL4tI9m1u8e7l7uIvLy//d7CJz5kymV62sLMVljOGhLl26Ii537dhTOI+P9pwLz17mV32/OB145tzZC7/8OElcFcmFb61qnbp8aI5nMyGPAJBc6E4BUAFhhFyoPTAXqSaJ0J516T29cuhncIjnwvmLHT/ocuvWHTFdqHCBmrWre3p5litfun3rzsZl9EF4UpgekFI3atj4OX/P0wwbTRQvUbRcxbJFixY+fPjo/P/uECFYWyXPGjuNRWI76EXHxGgvXhfFe6UWli98KAvDeNsjezbxo72Ye1a3hcvnrl+z8cjhY0FXgsTfYunilatXrR85dkidejU1c0MeASBZsIoAoALCCLlQe2AWUlMSIWzd5Ccuy5TzSfDWyb9OE0lEx87ten/b0zjTePxFzfC19c7ldTrgbGjIzcxZ/r+lQHR09I3rIWnTOmovdvbMeZFEZMjgvGDZbDEsN87fv/eg9o5kz+4hLq9fvRFv/jXDS86Y0TWpj5Mj7nEKFi4w4efRiS9pY2PdoHE98aMZPlS/Tpz8x+/TRw8fb45hhEYeASA50J0CoAIOYCkXag/kl8qSiED/M2tWrxcTzVs2TnCB/fvicoEWbZqZztyxbZe4jIl9umtDpfcqaHGhxjbTZTau3/LSb/ShA4fFZeVqlUyTiIhHEXsNB6GIfRKjpbjshg0ZNq7bFG/+hvWbxWWp0iWT+DiFixZyc89ycN/B+8/2gtH5bd5euazvgG+HaoZdQhrWad6j29fGW8X4vEevbs7OTjdDbz007OHyxAxH7BzPEsAbIqwEoALCCLlQeyC51JREBAddXbRg2ScffR4e9qhN+5aFihRMcDExohaX506fM845duTExB9+FROPwsP1OW07tLayspr029QD+w7pc04ePzVh3M8vewpa5ixx79j5cxdjYp7mDmJiUL/hQVeCxXREeISW4mrV9XVxcd7mt/PnCb/HPNtlY8b02auWrxUZQb36tZP4ODY21uJtuXXrzoghYyIjnx7p8/KloBHDxt6+fbds+dKaYdcYzRBP+G3ZYbzj5o1+d+/ey5rNXd+oxM7WVlxeC74W+yz6EaP6fXsPiJ8ET8UqCfIIAG+ClQMAFbCbhlyoPZCZuScRH3/4WYLza9ap8W2/r190r4+6fNjz8z59v+7/QbuWFhYWRw4fO3zwaDYPdzHYvnv3fuTjSBtbmyxumft+12vU8PEd237indPL1tYmwP+0fsZNx0R306hQsWyRYoWPHz3xaafupcqUunj+ohhjh4bcLFq8sIg87ty5o6W4jJlcx0wYIV7ylEl/zpuzMFeenJcuXBLxgYOj/ZCRA1wzuiT9oZq3bLJmxbrVK9adPO6vZzri3RMJQtPmjeo3qqsZ4tfBw/t/+EGX7p/2KulT3MbGJioq6uD+w5aWlv2HfKs/iHtWN1s7W3//wAa1mxcuUnDMhOHh4Y8+atdV3LR601JPz+yarNhfA8BrY7UAQAVsGSEXag+klcr2zhBEn79qjcqDhvcbP3GkGP2+aDHfWtWmzvitaNHCC+ctmfbHjGtXr3/UpcP8pbN9ypQSXe79zzaF+KBDK7FY7bq+9+/fv337jrjXtL/jTg+R3ildIs9BBBl//PmLuO+NG6GTf526aePWAgXyzZgzZdDQfuLWfe/oyBHlK5ZdsGx25SoVnZydTp0McHN36/Rx+6Wr5teoWfVVHkZLlz7t7AV/dujU1sbW+uTxU2dOny1SpNDo8cMGj+hnXEZkEAuWzxbv262bt48dPS7CCPFuLFw+R/x2fQFHR4d+g/qmS5f20sXLN26EaGaF7SMAvB5WCwBUkIaV3TtkHNeJ/00jIyPvG3h6etrb22tI7dauXbty5coxY8akS5dOk17qSyKS15XLQbZ2dpkzZzSdGXDqdPNGH9SrX3vsjyM0JCuxzixRsPyWXWszZcqoSe/qhQf69hFpLLR6XbJ6F05vZSAiMAuDNM9oeHUTJkx4/Pjxd999pwGphfhvMCws7N69e7a2tuJ/QlsDa2trsd4wrjE0ADB/bBkhF6oLJEQS8VIrlq6qXrHOtD9mGOeIN+rnib+LieqvuDUBkmLLRj+3rFlcXV9hn5F3iO0jALwqVggAVMAxI+RC7YFsSCKSwrdWjb//mjtx/K8b121Olz5uU5crl4OCg642bd7ITM9PKbNH4REjho4dMOQ74zEX5MfxIwC8ElYFAFTAlhFyofZAKiQRSZSvQJ5Z8/9s076leK9OHDt5+dKVAgXz/TLph6GjBmhIbvYOdivWLfKtVU0zK2wfASDpWBUAUAFbRsiF2gN5kES8krz5cvcb2FdDinBySq+ZIbaPAJBErAQAqIAtI+RC7YEk4iUR1y+SRADJQM8jrG3YPgJAYlgJAFABYYRcqD2QQbwk4tqFh3PHBJJEAMlC5BGtvihizCMunnxgmkcYqwDlAFAZ3SkAKiCMkAu1B5IwtmevXwz7Z+zpyIhYkggguXjkSW/MI1ZPCRZ5RIxB7DPGQFADoCS+/gBUQBghF2oP3jnTxuy1Cw/njA4USYS4+n5Hkggg2TzNIwzHs1w1Ofj88fvGPILdNADQnQKgAsIIuVB7IAPjZhHHd92MehyXRHgXcC5cjiQCSE4ijyhWyU2fPrLlNoeNAGDEGgCACggj5ELtgST0sVC1VtkKlHMWVy/4310z87QGIPns3xx8YPNVMZHZ06ZGh4wJbhZBUQDURHcKgAoII+RC7YE89EGRb7useX3izj54bPeNVTMCGRkByeLg1qubF5wXE64eltXaO1tYPYlHA6AwVgIAVEAYIRdqD2Qj8rFqH2TOVcJRTJ/4N2T1TPII4E2JJGLjvHNiwiWbRaXWjsYkQqMKADCgOwVABYQRcqH2QEIWFmkqt3L1LmavkUcAb8yYRDi7a2Wb2VjZpDHSnlUBagGgOHJJACogjJALtQfyMA6QLCwsLC0tKjZ39ixiq5FHAG8gXhJhY2dpYcI0lQCgMtYDAFRAGCEXag9k8N8YwlK/tLa2qtQiA3kE8NqMSYST25MyTa1FEmFlYPmMaSSh34WiAKiJ7hQAFRBGyIXaA0mY5hGC1VOWFZs75yhso5FHAK/o+W0irA3E90qfMGZ/7KkBgDUAABUQRsiF2oN3zrQla0wiDFtG6AOn1JZHLF64rGvnHuVLVn2/ZtPjR08k5S5tW3YqnMcnOOiqltzGjvxRPPKq5Ws1PHP08HHxBzJe3bLRT7xFQwaMfOkdQ26EfvN1f/FnLVWkYt0ajbt3/crfP1B7R0yTCH2bCNMkQv+Kicvnt4wAoCa6UwBUYKVBJtQeSEIfC4lxkX413idT5BGadvfyiUiRR4ir73+Yz0yHTps2bB30/XDxYgsUyPcw7KFzBmcNkjFNIpLu4oVL7Vt1vnPnrp29Xf4Cec+fveC3efu2LTvG/zSqdl1fLWUlmETY2Njol/qEcWcNPQRk4whAcXz9AaiAMEIu1B7IQHwORfpgHA7pW4/rNxlTidSRRxw5dFRc9v3+q/Yd22hILWJiYr75eoBIIpq3atL7255p0zpGR0cvmrd0+JAxQ/qPKOVTImMmVy2lJDGJ0MMI45YRGgC10Z0CoAJ205ALtQeSME0i9DBC34xc36rcMIKySgX7a0Q8fiwus2Vz15CKHD18/OTxUzlzefUf/I1IIsQc8blt3a5F7bq+9+8/2L5tp5ZSXjWJ4NCVAHSsAQCogC0j5ELtgWz0POJFt76r7SOWLFq+aP7SoMtBYkgnGt2169WsUbOq8dbRw8fPnjlvyap5G9dtWjh/qadXjo8/7fRelQqmj7Bt687PP+mpT3/xWW9x2aVrpy+//lxMnDl9bumiFacDTp884W9rZ5slS2bf2tU//rTji76ekZFR3Tr32LvnQK26vuN+HKFvRfIoPGLO3/P27tnvfzIgZ27vsuV82ndqmz59Oi1p9u09IDr54u5ZMmcuWrJIm7Ytc+X2/s/z99u5daNfYODZM6fPurhkcM/q1qlz+6o1Kuu3iiF3hVLVatap0bN397//nLNn114Ru4g3qm2H1sVKFEn6Ml9+1nvzRr8xE4a/36CO6W8fOnDUgn8W//z7+Oomb7upsSN//PuvOfOXzT51wn/T+s3HjpzwzuVVrUaVdh3a2DvYmb51K5at3vfv/gD/wKtXr7u5ZfHK6fnlV5/nyZtL3Lpq+dpvew/QlyycxyebR9b1W1cY7xscdHXGn7P37zlw7979kqWKN2xav0rVSvpNItVt0qxB0RJFxSDf9FkVL1l0/dpNV4OuaSniNZII43eNWgAoju4UABUQRsiF2gN56DtraPLlEWKAqh/iUYzPxXBu7eoNa1atF+PwCT+NtrGN21IjjRb3DP74bZoYeYqJm6G3un/ZNd6DeHpl//zLrju37xJd9PqN6np6eZYoWVTMnzF99g9jfhIv3MHRPk/e3OfPXhCRhPi5fevON/2+ev7JxMbG9v2qn0giqvlWGTthuJ5EnDwZ8GW3r69fu2Fnb5cvf57Ll4IOHTiyYN6S8RNHlS5b6qUvcPbf804cOyleS778ecVg/tSpgPWrN67auMTJKb3+G3v3/H6D4aW5ZnTJnSdXoBjJB187uP/wxN/G+daqZnyc4CvB7Vt2Su/kJJ5byI3QDes2i5/fp06sUKlcEpdp2KS+CCPE22saRjyOeLx21XoXF+f3ng3+X+THsT/v2b1P5B0tWjfduWP3Tz/8tn/vwd+mTBRjcHHrjesh3T7+4nTgWTGdM5dX1qxu589dvHjh0qH9hxcsm+2RPZt4/8XfaOrkP7W4qOijtGkdjI98+OCRJvVbhYc9Kly00LWr18UfWvz8NfsP/e0tVbqE+In3ZKKjo7dt2SEmchuSjreNJALAm2A9AEAF7KYhF2oPpPL8mTX0/TWMZwFI+f01RPQgkggRQyxZNW/52oWLVswVo/SChfL7bd4+bcpMfZknWtwzEKPTHr26+e1eP/bHEc8PTb28Pbt1/7hAofxiulbtGmK6XIUyYng8fvREkUSMmzhy574tcxb8tevAFjF4FsssmLdYtPGffz7DBo3etH7Le1Uq/PDTaGMffszw8SKJ6Pr5xzv3bhIP4rd73cCh3927e3/L4r/VAAAQAElEQVTMiB9ElKC9jEgi+nzXc9e+Lf8smrFu83LvnF537txdu3K9fuv/2LsLsCjSPw7gL93dUoKAgN2B3d3d7aln61kXnp5xd94Zd+fpnYnd3Q1it4QCgpR0Nyzw/8Gc+18XVFRiduf7eebZZ3Z2mJ1ddt6Z9/vOvEOfi5IIiiEOHHWnT7f/yM7bD69Pnjq+cCX3HZFcjq/PC3Nz8z2Hts9bOIu+hDXrV1GF/Idvf8rKzCrlPK3atDA2MfbyuB0flyD+k8sXr6WmpvXo3Z3LFD6Akohlq75b+8fPc76ZsXv/dvov3Lp559Dblfx383ZKIuhrv+xx5uT5wzR43rtM32RKSuqZU+dphuoujvR/UVOlWEaVRkaOGSZecmBAUPuOba96naePf83rQofO7Yp/fCk//bD6zu37lHq0a9+alTMkEQDwhdA6BQBCgDCCX7DvAb7hWx6xccM/9Lhs5fdO1R24Kba21it/XUart/WfHTnZOeI5O3RqS1V0YxOjbj06f+DMDknp6RkDBvWZOmNy1+6d6GOxovuJtG7bgt4iOys7JTmFm+2/DjWYAq3Mof1HqTq97s9fufmJxw2vRw+e0MSvZ32lrvHfJQmDhvbv0r3jCz//SxeufnQ12rRvNXrcCO5yBgtL86HDB9LIy5cB3Kuampo9enf99ocFNWq5cmtC79JvYG8aiYuLk1rUrPlfc+dTcF8IfRWREVFXLl0v5Tz0n+3ZuyvFE2dPXxDPf/rkWXrs2bcb+5i69Wv3G9D7v9XW0vhh+RIaObDvMDeFvlUKEb5fttjcwoybYmCg37lrp6IPEv/hJRsZGfz407empsbckqdMm1j4Fb3wL3FmKld//um3wweP05e55u3pM+UHSQQAfDmUBgAgBAgj+AX7HuAh/uQROTm5wUGvqRIr7tSA4+Bo71rThfKCkJAw8cQGjeqzT0TN5ktXfDt1+kTuKVVifX1fHDtykuvnMvftmRFcaHjwwJGNf/xDNeF1f/2qpq4mXshLv8IqceOmDaUW3qx5E3r083nBPqZR43fWvFrRZQWpKancUwpHVq9Z3rFLe+4pfScP7z/mLkjJyX7n3I0qlhaSV2SQth0KTwq4f+9h6efhYg5xGBETHXvT47aTs4OLS3X2MdzfitHXSxHSq8DgqMhoejpyzLB1f/5iY2vFvZqamuZ549bjh09oPFciVCpRnXp1JDMFByd7+nEmv02LpPy1fvOunftonfcc2C7OsMoJkggAKBNonQIAIUCfEfyCfQ/wE0/6jwgIKKzmWZR08wuqVPs89w0PDXd82yMANbOzT5ebK/LyuOXr8yIwMOje7ftJScnil/IL3rnCYsumHTo62lSFPrT/6NgJI8XTQ18XBiIbft9IQ/Hlc3HJr6vW7dy2W3L6mvWrunTr+HbNDSRfUim6+iNP4vqOlJTUyxevhoWEez/3ffTwCaUw3PSCd68BsbG1lnp3MzNTenwTEVn6eezsq9ZrUOfxw6cUIlRzsDtx7DT9EvoN6MO9+uEPYmllKb1wc1P/l4HhYRHc2RBhoeFXLl2Pjop5+uTZsyfe4tny8z9SEhoavvPP5dKx/LwSLoF5Ex7576btxiZG/2z7q7zv6IkkAgDKCsoEABAChBH8gn0P8BYf8oh8kYgVq3JLUlRWEo8rSYyXUk52zqhhE72f+bCi6yMaNq5PdfXmLZqu/fUPH28/8Wzcdlq/Yd2Vv/w4oNewvzZs7ti5nZX1fxVv7stxdXXW1dct/hYWFuYfWwv24YtKgoNejxk2MT4+kcZr1HSht7atatu0WaORQ8aXcjmS/VaUZp6efbpTGHHm5LkZc6aeOn6GPn7XHp1ZKSi9b+FFsc75s5fmz1pMPypVNdW6dWv3H9jHsbqDuob60iU/sY9RUCztaX0P7j/Ky8vr2r0zkggAkCFonQIAIUAYwS/Y9wCfVXoeYVPVhh65k/ylcC35xibG7AscO3KSkohGjRts2rpB8sqLtLR0ydm4L+HHFd9SADF52oTffl6/7PtV/2z/k3vVyqYwlejdv8fwUUPe90bzF82igX2WTX9uoSRizPgR8xb+fwkl3q4yNiZWakp0dOF/xNTM5JPm6d6zy5rVay+cu9yxa/ugV687dmlvZGRQmg8SU3zhUYULNzMzFYlEv65aS9/kn5t+F9+RlJw4epqVqcTEwtSmatEvp/wgiQCAsoWSAQCEAH1G8Av2PcBzldt/hJ6erqGhfkhI2NPHzyWnBwYEvfTz19XVcXZ2ZF/gUVGHBT37dpNMIgL8X4W8DqWRvHevAqBPSo8jRg+1s6966+ad40f+q0W3aVdYtb52xUNq4ZRZdGjV/cDew+zLcL05DBzaX3Ki5w0v9u6lHISCAxokp1wu6j7TrUWzT5pHS0uzU+f29CUc2FO48r16f7zrSs71d78E+jfRl1nVzta2qk3I6zAKJqpYWkgmEcTL8zYrPC8jj5WR0eNGeAc8GDx8ACs3SCIAoMyhdQoAhABhBL9g3wP8V7l5xJDhg+jx+8XLXvr9d3eJsNDwJQuWUkv70BGDaDXYFzA1LTwdINA/SDwlPj5x4bxvufHMjMzif0KfdMnSBawwa1iXmJhEI45O1aiCfefWPffte8Sz3bh+c9eOffFx8VK9RX4GrreFV/6vxFOePfFe99ufRWuYITlnXl7etwuXcicjkJ3bdl84d9nJ2UHc+WUp52GFAU0PVnjawiljE6MWrd1Y6Zw9fWHfroPceET4myXf/EBF3FfTJrCiziPoMSkpKS72/zfOoKSG6ykzU+Lmo+oa6hkZmTExceyzUIZy7+6D4KDXrHwgiQCA8oDyAQCEAJdp8Av2PSATKvF6jUlTx/n5vbx2+Ub/XkOrOdhRTe/liwBamabNG0+aMo59mUFD+x8+cIxChNSUVIsqZj4+Lx7ee0QLd6ru4P8ykDvhv7imzRp179nlzKnzP6/4bfWa5TRlyrQJTx4+/WXl2nNnLmlpaebmFt7wgqav/OVHaxsr9mXGTRw9a9r8b+Z+O2zEIPrynzx+9vjhU0srC6r2JiWl5GTniG8zYWioHxEW0bltrxq1XMJDwylYMTDQX/nzMvFdSEs5D2ncpEEVS4s3EZHdenShynXp1rTw9hkrlv2y+e9tFlXMfb39KPgYMKhPj95d6SVtba0Ro4fs3rl/5JDxPft0T05Kfnj/0Qs//9p1a1K2kpiQJF5I1aq2sTFx/XsMoRzk6On97BPt232Q3mXgkH4/LF/MyhqSCAAoJ2idAgAhwJkR/IJ9D8iKyjo/gha+YeOa2fOnu7o6J8QnxkTHtGrb4pe1K/7d8ZfktRWfh5KCfUd2duzS/vatuxv/+Pfpo2ftO7U9fHLvgEF96dV7dx687w/nLpxFtevTJ87dunmHntao5XroxJ4OndpSqEFhQVRkdLsObdz3benVtzv7YrRY+rC1a9c8tP/ols07It9EjZs46sCx3Q0bN6Da/v17j8Rz6hvo7z+6q0//nhQiaGtrDxkxcPeh7c6uTpJLK808rOi/7Fx0L88+/XqyUps0ZfyyVd/Z21d9HfS6UeP6y1d//8NPS8SvfrN4zrc/LNDT19uyefse9/30o1m++gf6loyMDJ49805NSeNmm7dwppW1ZWJiUnRUTGJiMuMNJBEAUH5QSgCAECig9luJ6MvPLyISiXJyclJSUlJTU21sbDQ0NBjIu3Pnzp06dernn3/W0dFhMktcgIh/zHlFcnNz6VdNj/TDLrxZ5uHC8yNotprNTMv8fp9QHJUlzRu0ta9W9eT5w18yj+TMbd261KlTa9vuTawUflm51n37ntVrlnPnQcgfJBH88fvvv2dnZy9atIgByAs6IExLS6NHNTU1OiZUK8KVKlx5gmIEAOQDLtPgF2RDIFv4cL9PKG9paemrf1qTnZXdb2BvBhJJhK4ZkggAKBcoKwBACBBG8Av2PSBzkEfIscyMrEZ1WnDjdvZVO3RqywTv3SRCCUkEAJQHtE4BgBAgjOAX7HtAFiGPkFcamupO1R1iomNbt2s5fdYUdQ11JmxSSYS6popkBoEkAgDKCkoMABAChBH8gn0PyCjkEbyiq6vjHfDgy+chn3EDC1bYOeVsGph8QRIBABUGrVMAIAQII/gF+x6QXcgjQI6VMongYggkEQDwhVBuAIAQIIzgF+x7QKYhjwC5VPokgoMkAgC+EFqnAEAIEEbwC/Y9IOuQR4CcQRIBABUPpQcACAHCCH7BvgfkAPIIkBtIIgCgUqB1CgCEAGEEv2DfA/IBeQTIASQRAFBZUIYAgBAgjOAX7HtAbiCPAJmGJAIAKhFapwBACBBG8Av2PSBPkEeAjEISAQCVCyUJAAgBwgh+wb4H5AzyCJA5SCIAoNKhdQoAhABhBL9g3wPyB3kEyBAkEQDAByhPAEAIEEbwC/Y9IJeQR4BMQBIBADyB1ikAEAKEEfyCfQ/IK+QRwHNIIgCAP1CqAIAQIIzgF+x7QI4hjwDeQhIBALyC1ikAEAKEEfyCfQ/IN+QRwEPiJELHUFSjUVxBsoaCsqGqlhaSCACoLChbAEAIEEbwC/Y9IPeQRwCvSCYRNZvGKufl5kSm5gaHZ6mr69nZaDg7IokAgIqH1ikAEAKEEfyCfQ8IAfII4In/X51hWlCndTpLy2VZ2QpZOQpZ2TmJyXHBYfGXPa3atTBza4wkAgAqEkoYABAChBH8gn0PCATyCKh07/YToayuaaasYJEbE5cVHCbKTKZIgoIJlpOrrKaGJAIAKhhapwBACBBG8Av2PSAcyCOgEr2vx0odp2oqNZxF0XFJj56nPvNTZArG9WtJJRGilFQVPV0GAFBukHgCgBAgjOAX7HtAUJBHQKX46L0ztOxtjZyqFfTqkhkRpaKuLnVOxMuNO7OiYszatTBv56aio80AAMoaWqcAQAgQRvAL9j0gNMgjoIJ9wl089XU1jQykkoicxKSk5340HnLgROjh00YN61i0b6lXszoDACg7aJ0CACFAGMEv2PeAACGPgArzCUnEe/qJSHjkLV5aQV5e3N1HNGiYmZi1dTNr00xFV4cBAHwxtE4BgBAoMuAT7HtAmMQxHFf3I1xVkKsZvq0lKlMeYVNTlWajPOLk1hfYXOCTfHkSQczbt6i3arFFx1aKaqriJWdGx77ef/zuVwtyEpMZAMAXQ+sUAAgBzozgF+x7QLA+9fwIv/ux9LTXeGdsNFAaZZJEcLRsraqNHWI3rF+M172oKzfTgkO56TrVbFUN9BgAwBdD6xQACAHCCH7BvgeEDHkElJMyTCLEFNVUzQv7sGyRHhoRefF6jOc9szZuxWeLu/PQuGkDBgDwKdA6BQBCgDCCX7DvAYFDHgFlrjySCElaNpYOE4bbjRhQfN6ER89fbNiqsvOgWetmFh1bqRkZMgCAUkDrFAAIAcIIfsG+BwB5BJSh8k4ixJTU1YpPjLrmRY+5yanhJy/SoF/LxaJ9S6OGtZkiOmwCIgBAMAAAEABJREFUgA9B6xQACAHCCH7BvgeAIY+AMlJhScT75OfkSj5Neu5Hg4qOtnn7FjTgRAkAeB+0TgGAECCM4BfsewA4yCPgC1V6EkFqLpqeHRsfecUz+vrt3JRUbmJualrY8fP01GHCcAYAUBK0TgGAECCM4BfsewDESp9HZGVFxQQqIo8AMT4kERw1E6OqQ/rYDuwZf/9J5GXPZF9/brpZ6+YMAOA90DoFAEKAMIJfsO8BkPTRPCI1NfXBgwcKVdINRU4Jr1WRRwDjUxIhpqCkZNy0AQ2ZUTHRV71SX73WcbSTmif6+u2C/HxTt0aKaqoMAIQNrVMAIAQII/gF+x4AKe/LI2jivXv3Hj58qKmpWa9evSrtLL0O43oN4GMSIUnD3LTqsL4lvFBQEHbsbFZsfPCeI6ZujS06tda0smAAIFRonQIAIUAYwS/Y9wAUVzyPiIiIOHz4cEJCgouLS5s2bahumZOTg/4jgOdJxAck+/pTEkEjeZlZkZc9aNBxsDNv18KkeQNFVZwoASA4aJ0CACFAGMEv2PcAlEicR+Tm5p46dcrT01NPT2/w4MEODg40RSQScbMhjxAy2U0iiLKutlGjuvH3n4inpAYG0xC086CJWyPbwb1UdLQZAAgGWqcAQAgQRvAL9j0A70PVxZcvX+7atSspKalFixY9evSg6mVeXp7UbMgjhEmmkwiiZW3pMntSbmpa1JWb0de8uLMkSF52doznHbsSr+wAAPmF1ikAEAKEEfyCfQ9AiTIyMg4ePHjv3j1TU9PZs2fb29tTcpefn1/izMgjhEbWkwgxFR1t6z5drHt3TnruF3nZM+HRc/qVGzWqq6SpwQBASNA6BQBCgDCCX7DvASiOMojDhw9nZmZ269atS5cuVJlkpbjfJ/IIgbh7MfzakWAm+0nE/yko6Nd2pSEnMTnqmpd+jepSr4tS054tX2vWprlZ62bKWpoMAOQOWqcAQAgQRvAL9j0AkuLj43ft2uXv729raztq1CgLi//uL/Dh+31ykEcIgRwmERJUDfRs+nUrPj3a405GeGTw7iOv958wblzPvH0LPRdHBgByBK1TACAECCP4BfseAA5tC1evXj116hTVGAcNGtS6dWvJquP77vcpBXmEfJPvJOIDoq56cSMFIlHsrfs0aFqam7VtYd6mGS7oAJAPaJ0CACFAGMEv2PcAsKI7d+7cuTM8PNzFxWXEiBEGBgbF50EeIXDiJELbuKBxP2XhJBHEacqo6Ou3Yzzv5Of+dx+ZjIio4N2HabDp350GBgAyDq1TACAECCP4BfseEDiRSHTmzJlLly5paWmNHz++QYMGH5gZeYRgSSYRTQeqqmsqCSeJIDoOdjTYDe8X43k36urN9NAI8UuKKioMAGQfWqcAQAgQRvAL9j0gZAEBAbt27YqLi2vWrFn//v01NT/eMx/yCAESeBIhpqShbtGpNQ0pAUFRlzzi7j7KzxWZtW4mNVtuSqqKrg4DAJmC1ikAEAKEEfyCfQ8IU2Zm5tGjR728vIyNjWfPnu3o+Am98SGPEBQkEcXpOtrTUG3skGS/ABU96dwheO+xpOd+5m3dzNu1UDXUZwAgC9A6BQBCgDCCX7DvAQF6/PjxgQMH0tLSOnbs2LNnT6pJsk+EPEIgPpxEcJQkCCGJEFPSUDesX0tqYn52dtztB/m5otCjZ0OPnTOoU8OiQ0vDujXY+zcTAOADtE4BgBAgjOAX7HtAUJKTk/fs2ePt7W1lZTV9+nRLS0v2uZBHyL2PJhE0QgGE+LQIQSUR75Pk4y/u5JJ2MIlPvGlQNdA3b+dm3tYNJ0oA8BZapwBACBBG8Av2PSAQFBx4enoeP348Pz+/b9++HTp0+PIfP/IIOYYk4vMY1q/V4LelUVc8o67dysvM5CbmJCaFHjlDQ92Vi7SrWjMA4B+0TgGAECCM4Bfse0AIYmJidu7cGRwc7OTkNHLkSCMjI1ZGkEfIJSQRX0LDwtRuRP+qQ3rH3XkUdc0r2S+Am65qoKdta8UAgJdQdgGAECCM4Bfse0C+5eXlXbhw4fz582pqaqNGjWratCkra8gj5MxnJBHighQlqpiCsrJJi8Y0ZEbFRF68EX3jtnlbN1bs+4m7+8i4SX0GAJUNrVMAIAQII/gF+x6QYyEhITt37oyKimrYsOGgQYO0tbVZ+UAeITc+L4ngMggkESXSMDe1HzWQBlF6htRLacGhL9ZvUdJQN2vV1KJjK40q5gwAKglKMAAQAoQR/IJ9D8il7OzsEydO3LhxQ09Pb/r06S4uLqycIY+QA0giypWylqbUlOhrt+gxLzPrzYXrNOhVdzBr38KkaX0FZRwqAFQ0tE4BgBDgCINfsO8B+ePn57dr167k5OQ2bdr06tVLTU2NVQjkETINSUTFyxflSj5NfhlIw6vtB8zbNjfv0FLD3JQBQEVBOQYAQoAwgl+w7wF5kpaWduDAgYcPH5qbm0+ePNnW1pZVLOQRMgpJRKVwnDTSdlCvqCs3o6/fyo5P5CbmZWZGnL2S8Sa6xjdTGQBUFLROAYAQIIzgF+x7QG7cvn37yJEjOTk5PXv27NSpE9UYWWVAHiFzkERUIlV9PZv+3W36dUt47B11xTPhiQ8r2nzM2zZnAFCBUJoBgBAgjOAX7HtADsTHx+/atcvf39/Ozm706NGmppV8djfyCBmCJIIXFBQM69eiISchKerqzYSHz4wa1ZWaJT0kPD8nV8fRjgFAOUDrFAAIAcIIfsG+B2Qa/YAvX758+vRpqisOGzbMzc2NJ/VD5BEyAUkE36ga6tsM6EFD8ZdeHziR+MRH08rCtGVTs1ZNVfR0GACUHZRpACAECCP4BfsekF1hYWG7du0KDw+vW7fu4MGD9fT0GJ8gj+A5JBEyJDs+gZIIGskIj3y979jr/ccNaruYtW5m1LAObr0BUCbQOgUAQoCDBn7BvgdkUU5OzpkzZy5fvqyrqzt16tSaNWsyXkIewVtIImRLgSjPxK1RrNf9t88LEp/60qCkoW7cpL5N365qJkYMAL4ASjYAEAKEEfyCfQ/IHH9/f3d394SEhBYtWvTr109dXZ3xGPIIHkISIXPUzUyqTxvrMHZItMedqCs3MyIiuel5mVnR129Z9+3KAODLoHUKAIQAYQS/YN8DMiQjI+Pw4cN37twxNTWdN2+evb09kwWlzyPyRIkRL3KRR5QrJBGyS0lTo0qXtjQkvwiMvnoz7u6j/FyRnoujOk6LAPhiKN8AQAgQRvAL9j0gKx48eHDo0CHKI7oWUZapC8VLmUe0GKR/82AS8ojygyRCPug5O9BgP3pQjMcddTOT4jO82nHAqH5t/douDABKB61TACAECCP4Bfse4L/ExMTdu3f7+fnZ2trOmjXLwsKCySDkEZUOSYScUdbSrNK1XfHpiU+8Iy/eoEHVQN+sZRPTNs00zCv5dr8A/IdSDgCEAGEEv2DfA3xGtffr16+fPHmSxgcOHNimTRuZ/sUij6hESCKE482F69xITmJS2MkLNOg42JlSKuHWSElTgwFASdA6BQBCgDCCX7DvAd6KjIx0d3cPCQlxcXEZMWKEgYEBk33IIyoFkghBsR85INLCM/rG7bzMLG5KamAwDa+276/Spa39qIEMAIpBWQcAQoAwgl+w7wEeEolE58+fv3Dhgqam5tixYxs1asTkSGn7sxyo53UoGXnEl0MSITQaVcwpcbAb2jf29oOoKzdTAoIYAHwMWqcAQAgQRvAL9j3AN0FBQe7u7jExMU2bNh0wYADlEUzuII+oMEgiBEtBRdm0VVMaMsIjIy97xHjey8vMtOjQkgFASVDiAYAQIIzgF+x7gD+ysrKOHTvm6elpaGg4a9YsJycnJr+QR1QAJBFANK0sqo0ZbDesb+ITX40q5lKvRpy9mvTc17ytm1HjegxAwNA6BQBCgDCCX7DvAZ7w9vbes2dPSkpKhw4devToQbVEJu+QR5QrJBEgSVFV1ahxXempBQVvzl3Jjk9MfOqrZmRg1qa5efsWqvp6DEB4UO4BgBAgjOAX7Hug0qWmpu7bt+/JkyeWlpZTp061trZmgoE8opwgiYDSSAsOpSSCG6eR0CNnaDCsV9OiYyuDujUZgJCgdQoAhABhBL9g3wOVy8vL6+jRoyKRqG/fvu3bt/9AhVxeIY8oc0gioJS07W0b/7ky6urNyEseualp3MSEx940qBroOc+aqOtozwCEAaUfAAgBwgh+wb4HKktsbOyuXbsCAwOdnJyGDx9uYmLChAp5RBlCEgGfRNVQ32ZAD5t+3eIfPY+67Jn43I8VbYy5yama5qYMQDDQOgUAQoAwgl+w74GKl5+ff/HixbNnz1K1cOTIkc2aNWOChzyiTCCJgM+kqGjUsA4NWbHx0VdvRl+/rV/bRVlHW2qu3OQUFT1dBiCPUAYCgBAgjOAX7HuggoWFhbm7u0dERDRo0GDw4MHa2toMiiCP+EJIIuDLqZsY2Q7uTUNuSqrUS6L0jPszvtWpVjUnL4WpqzEA+YLWKQAQAoQR/IJ9D1SYnJyckydPXrt2TU9Pb/r06S4uLgzehTzisyGJgLKloqsjNSX62q38XFHyi8BMrYI8JcXg3YfNO7TSwKUcIC9QEgKAECCM4Bfse6Bi+Pv7u7u7JyYmtm7dunfv3mpqaFcsGfKIz4AkAiqAKCNDPF6Qnx9x9ioNei6OZm3dDOvVVNbSZACyDK1TACAECCP4BfseKG9paWmHDx++d++eubn5N998Y2try+CDkEd8EiQRUDFsB/Wq0rVd9LVbiudPM1EuNzHZL4AGLRvLequXMABZhvIQAIQAYQS/YN8D5YoyCEoisrKyevTo0blzZ6oKMigF5BGlhCQCKpKKjrZVr046gd4ZycnGRjbx958U5OXRdOOmDRiAjEPrFAAIAcIIfsG+B8pJfHz8rl27/P397ezsRo8ebWqKK6s/DfKIj0ISAZVFSV3decZ4UVp61FWvGM+75u1bSM2QGRmTm5am62jPAGQESkUAEAKEEfyCfQ+UOapCX7169dSpU1SFHjJkSMuWLfEz+zzIIz4ASQRUOmVtLatenWgo/lLE6UtR17y0rC0ppzBt2URJQ50B8BtapwBACBBG8Av2PVC2IiIidu7cGR4eXrNmzeHDh+vp6TH4AsgjSoQkAvgsLzMz2vMujaSHRbzacSB47zGT5g3M27XQcbBjAHyFshEAhABhBL9g3wNlRSQSnTlz5tKlSzo6OhMnTqxXrx6DsoA8QgqSCOC5/ByRRTu3qBu387Nzip7mRF+/TYOWrZV5WzfTVk2V1HE7IeAdtE4BgBAgjOAX7HugTAQEBOzatSsuLs7Nza1fv34aGhoMyg7yCDFxEqFliCQCeEpFT8d+zOCqQ/vGeN2PvnozNSiEm54eEv5qxwFVAz2jRnUZAM+ghAQAIUAYwS/Y98AXyszMPHr0qJeXl7Gx8ezZsx0dHRmUA+QRTDqJUEESAXymqDoPHhsAABAASURBVKZq3s6NhvTQiMiLN2K97udlZ6sZGRg1rMMA+AetUwAgBAgj+AX7HvgSjx49OnjwYHp6epcuXbp160aVQAblRuB5hFQSoaGtjCQCZIKWjaXDhGF2I/rH3rynoKLMiv0aQ/af0HVxNKjjygAqD8pJABAC1FX4Bfse+DzJycl79uzx9va2tbWdPn26paUlg/In2DwCSQTIOiV1NfMOLYtPzwiPDDt5gZ28oG5iZNbWzbx9CxUdbQZQ4dA6BQBCgDCCX7DvgU9FvxlPT8/jx4/n5+cPGDCgbdu2qOxVJAHmEUgiQI5FnL3CjWTFxoccPBl65Ixhg1oW7Vvq13Rm+PVCBUJpCQBCgDCCX7DvgU8SExOzc+fO4OBgFxeXESNGGBgYMKhwgsojkESAfLPu00VFVzv6+u3clFR6WpCXF3/vCQ3qpsZmbd2se3dmABUCrVMAIAQII/gF+x4opby8vPPnz1+4cEFdXX3s2LGNGjViUHkEkkcgiQC5R6FD1SF9bAf2jL//NPKKZ7LPS256VkxckvcLhBFQYVBmAoAQIIzgF+x7oDRCQkJ27twZFRXVuHHjQYMGaWpqMqhscp9HIIkA4VBQUjJuWp+G7Nj4yEse0Tdu56amVenchgFUFLROAYAQIIzgF+x74MOys7OPHz/u4eFhYGAwa9YsJycnBrwhx3kEkggQJjUTo6rD+tIQd/dR8ZuA0kSKKszaNDdt0ZgBlCmUnAAgBAgj+AX7HvgAPz+/Xbt2JScnt2vXrmfPnlT9Y8AzcplHIIkAMG5Sv/jE6Gu3kn39aQjeddisTTOLDq0ovGAAZQGtUwAgBAgj+AX7HihRWlragQMHHj58aGlpOWXKFGtrawZ8JWd5BJIIgBLlJCYlPvPlxnNT08JPXaJBv2Z18/YtjRrWUVBSYgBfAOUnAAgBwgh+wb4Hirt9+/aRI0dyc3N79+7dsWPHD9RvgSfkJo9AEgHwPqoG+q7zpsTeuh9764F4YpL3SxqUtbWqTxltUK8mA/hcaJ0CACFAGMEv2PeApPj4+F27dvn7+zs4OIwcOdLExISBjJCDPAJJBMCHGdavRYPDuKExXvdjPO6kvnrNTRelpWtUMWMAXwClKAAIAcIIfsG+Bzj5+flXrlw5ffo0VflGjBjRvHlzBrJGpvMIJBEApaSkqWHRsRUNmW+iYjzvRnvc0bQ0VzeTzo5zEpJUDfUZQOmgdQoAhABhBL9g3wMkLCzM3d09IiKifv36gwcP1tHRYSCbZDSPQBIB8Bk0qpjbDu5NQ05ScvFXn3z3i6qutllbN7PWzRTV0P0wfATKUgAQAoQR/IJ9j8Dl5OScOXPm8uXLurq6U6dOrVkTlxzLPJnLI5BEAHwhVX09qSmJT3xyEpNoSNtx4PX+4yZujSw6ttaysWQA74HWKQAQAoQR/IJ9j5D5+/u7u7snJCS0bt26d+/e6urqDOSCDOURSCIAykPiUx/xeF5WdtSVmzToVLM1b9/SpHlDRdynGYpBiQoAQoAwgl+w7xGmjIyMw4cP37lzx9zcfN68efb29gzki0zkEUgiAMqJ/ehBxk0bxHrdj/G8m5edzU1MfRVCQ8ihU43/WsUA3oXWKQAQAoQR/IJ9jwA9ePDg0KFDlEd07969S5cuSrg7vZzieR6BJAKgXOlWr0aD/cgB8Q+eRt+4nfjcjxUVCMaN6jKAYlCuAoAQIIzgF+x7hGbLli0BAQF2dnajR482NTVlINd4m0cgiQCoGAoqysbNGtCQm5wafeNW9I07Fp1aS82Tm5ySHvZGv6YzAwFD6xQACAHCCH7Bvkcg6B8dHFxY9wsJCRk8eHCrVq1QoxMIHuYRSCIAKp6Kno5Vr840FH8p6vrtkAMnNMxMzNq1MG/bXFlbi4HwoHQFACFAGMEv2PcIQWRkpLu7++vXr+nfPX/+fEtLdKguLLzKI5BEAPBN9NWb9JgZHft637GQgyeNG9c1b99Sz9WJgZCgdQoAhABhBL9g3yPfRCLR+fPnL1y4oKWl1bBhw4cPH+rq6jIQHp7kEUgiAPgmNzWt8FSI2HjuaUFeXuzthzSomxhZdGxt1ra5spYmAwFAGQsAQoAwgl+w75FjQUFB7u7uMTExzZs379+///Xr1ymMYCBUpcwjWg7Wu3koOdy3MI9QVFToOa46KyNIIgB4SEVHu+6KhemhEZEXb8R63RffeiMrNj5471EFJcUqXdsxEAC0TgGAECCM4Bfse+RSVlbWsWPHPD09jY2NZ8+e7ejoyABKnUc076/nlV94foTP3Zj8/IIyOT8CSQQAn2nZWDpMGGY3on/szXtRV2+mvQ6jiQpKSmatmzEQBpS0ACAECCP4Bfse+ePt7b1nz57U1NTOnTt3796dancM4K1KuV4DSQSATFBSVzPv0JKG1MDg6Gu3CvLylDQ1pOYJO35es4qZUeN6DOQLWqcAQAhQL+IX7HvkCQUQ+/bte/LkiZWV1ddff42OKqFEpcwjWg3R9zyY9OXXayCJAJA5Og52NBSfnpeRGXrkDIUUqvp6Zm2ambdvoWZkyEAuoLwFACFAGMEv2PfIjZs3bx47diwvL69///7t2rXDfxY+oLTnRwzQv3kw6Uuu10ASASBPoj3uUBJBIzlJyWHHz4eduGBQ28WifUvD+rXY+0sSkAlonQIAIUAYwS/Y98iB2NjYXbt2BQYGOjk5jRw50sjIiAF8TCnziBaD/ssjPuN6jVtnQz1OhNCIthFr3B9JBIDM07Kx1HN1Svb1/+95QUHiU18aVA30zNu62QzowUBmodQFACFAGMEv2PfItPz8/IsXL549e1ZdXX3MmDGNGzdmAKVWrv1H3DwVevN0YRKhZVjQZACSCAB5QElELVenrOjYqCs3o2/czk1N46bnJCbHeN5FGCHT0DoFAEKAMIJfsO+RXWFhYe7u7hEREY0aNRo4cKC2tjYD+ETllEdcPRx871I4w9UZAPJI3cyk6rC+toN7xd19HHXFM9kvgCaatXVjIMtQ9gKAECCM4Bfse2RRTk7OyZMnr127ZmBgMH36dBcXFwbwuco8j0ASASAECkpKJs0b0pD5JirysqdZG+mbgKb4BwXvPmLeroVJ8waKqqoM+A2tUwAgBAgj+AX7Hpnj5+e3Z8+exMTEtm3b9urVSxVHePDFyjCPQBIBIDQaVcztRw0sPj36uldqYDANQbsOm7ZsbNGhlaaVBQO+QgkMAEKAMIJfsO+RIWlpaYcOHbp//76lpeXkyZOtra0ZQBkpkzwCSQQAcPKzs2NvP+TG8zIzIy/eoEHX0d68fQuTZg0VVHA0yDtonQIAIcDuh1+w75EV9+7dO3z4cFZWVq9evTp16qSIm6hBWfvCPOLmqRAkEQDAUVRTc5k1Kfr6rbi7j8QTUwKCaHi182C10YNMWzVlwCcohwFACBBG8Av2PfwXHx+/a9cuf39/BweHkSNHmpiYMIDyUco8ouVgPc8D/88jek9wpiTi5ulQhiQCAN4yqONKQ25yatTVm5RKZMXGc9PzMrNUdNDjMu+gdQoAhABhBL9g38Nn9N+5evXqqVOnqPI2fPhwNzf0VQ7lrpR5RKsh+p4HksL9CvOIuDfpsREZNFHbiDUdqKaupYgkAgA4Kno61n270pD41DfyskfCw2eqBnoG9WpKzZaTlKyqr8eg8qA0BgAhQBjBL9j38FZERMTOnTvDw8Pr1as3ZMgQHR0dBlAhSn1+xH95BJdE6JgoNCtKIih04AIIJBEAIMadKJGTmJQZEV38Vd9f/87PzjFr09ysbXNlLU0GFQ6tUwAgBAgj+AX7Hh4SiURnzpy5dOkSBRBTp06tWbMmA6hYpT4/wuD0PyEpERo6xgothmhSEsHlDlwegSQCAKSoGujTIDUxPSQ8LbjwOq/gvUdDDp00blLfrF0LPWcHBhUIZTIACAHCCH7BvodvAgICdu3aFRcX16pVqz59+qirqzOAyvCBPEIyUFCxfWGmV715dytVjcKJXOig8haSCAD4qITH3uLx/FxRzM17NGhamlt0bG3aorGSpgaD8ofWKQAQAoQR/IJ9D39kZmYePXrUy8vL1NR03rx59vb2DKBSffT8CJqYlZXlUDNdW0+Nm018ZgRH6S0kEQDwPtZ9uujVcIq+divW6x6FEdzEjIioVzsO0NBs21oldTUG5QwlMwAIAcIIfsG+hycePXp08ODB9PT0bt26denShWpxDIAHPnx+BE3Jzs7Oz89XU/t/GEFoOpIIACg9XUd7GuxHDoj2uBN99WZ62Btuun5tFyQRFQOtUwAgBKhi8Qv2PZUuOTl5z5493t7etra2M2fOtLCwYAB8UmIeIc4XKIygV8VhBDePOJJAEgEApaekoV6lcxsaUl4GRl27FeNxx7yN9G2k8nNyEp/5GTWsw6BMoXwGACFAGMEv2PdUIqrCeXp6Hj9+nEYGDRrUunVr/DuAn4rnEeLcIScnJy8vT0VFRXKiGJIIAPgMutUdaKg2amDxDiPi7j72/3unqoG+edvm5h1a4oagZQWtUwAgBAgj+AX7nsoSExOzc+fO4OBgFxeXESNGGBgYMAAek8ojaJxLGXJzc2mcCyPEr4pTCfY2g0ASAQCfqsSuK6Ov36LHnMSk0KNnQ4+dM6xX06J9S4O6NRgKmS+DUhoAhABhBL9g31PxqBn5fBFNTc3x48c3aNCAAcgCyTyCvT0Pgn7PNFGylxMFCeIpDACgTEg2ohQUJDx6ToOqgZ55uxYWHVqp6Okw+CxonQIAIUAYwS/Y91SwkJCQnTt3RkVFNWvWbMCAARoauGMZyBIuVuBOi+Cm5Ofn01PJviTeNwIA8OVqfT8nMyom6pJHtMcdUXoGNzEnMTn0yJn8nJyqQ/sy+CwoqwFACBBG8Av2PRUmOzv7+PHjHh4eRkZGs2fPdnR0ZACySfIUCQoj2HuuxUDxAgDlQcPc1G7kgKpD+8TeeRR95Wbyy0BuulnrZgw+F1qnAEAIEEbwC/Y9FcPPz2/Xrl0pKSkdOnTo2bMn7twJsk4cNBQUkcwdkEEAQAVQUFY2bdGYhoyIyKjLnpnRcRpVzKXmibx4Q0ldzbRVUwYfg6IbAIQAdTB+wb6nvKWlpR04cODhw4dWVlbTpk2ztLRkAPJFsnsIAIAKpmlpYT96UPHpBXl5rw+czMvMDNp12KxVU/OOrTTMTRm8B1qnAEAIEEbwC/Y95er27dtHjhwRiUT9+vVr3749KmwAAAAVI/7BU0oiaESUnhFx7ioNei6O5u1aGDepp4DzE4vBIQoACAFKf37BvqecxMbG7tmzx9/f38nJaeTIkUZGRgwAAAAqipqxkWG9mgmPvcVTkv0CaHi186BZq6Y2/bqVeOtQwULrFAAIAcIIfsG+pzxcvHjxzJkzqqqqo0aNatoUl6oCAABUNJ1qtq7zp+YkJUdduRl9zSs7IYmbLkpLj7p2y3ZwLwYS0DoFAEKAMIJfsO8pW+Hh4Tth3LxxAAAQAElEQVR37oyIiGjUqNHAgQO1tbUZAAAAVBJVfT2b/t1t+nZNeOwdecUz8akvtcOYtmysqKLCQAJapwBACBBG8Av2PWUlJyfnxIkT169f19XVnT59uouLCwMAAAA+UFQ0bFCbhuz4hKgrN42b1Jd6PSsmzu+3zRYdWxXmFGpqTHjQOgUAQoAwgl+w7ykTT548OXjwYFJSUosWLfr166eurs4AAACAZ9SMDG0HlXCBRsyN2+lhEYHb9gXvO2baskmVTq2L3yhUvqF1CgCEAGEEv2Df84USExN3797t5+dnbm4+b948e3t7BgAAADKkoCDqqhc3mpeZFXnxBg161R1M2zQzadpAUU2VCQBapwBACBBG8Av2PZ+Ncpzr16+fPHkyLy+ve/fuXbp0UVJSYgAAACBbFBSqzxgfff1WjOdd8bTkl4E0vNpxwHZAD8vuHZi8Q+sUAAgBwgh+wb7n80RGRrq7u4eEhNjZ2Y0ePdrU1JQBAACAbNJzcaTBftTA6Bu3o696ZbyJ4qbnZ+coaQji0ku0TgGAECCM4Bfsez6VSCQ6e/bspUuXVFVVhw0b5ubmhu8QAABADihraVp2a09Dsq9/1NWbcfee0B7e1K0REwC0TgGAECCM4Bfsez5JQEDArl274uLi6tWrN2TIEB0dHQYAAADyRc/ViQb71LTUgODiN9d4tW1fblqGWasmBnVrMnmBlhUAEAKEEfyCfU8pZWZmHj161MvLS19ff+rUqTVrys/xBwAAABSnoqNtWL+W1ERRalrU9dsFIlHcnYeq+nqmLRqbtW2uYWHGZBxapwBACBBG8Av2PaXx6NGjgwcPpqamtmnTpnfv3mqCvAM5AAAAJDzxoSSCG89JSg4/fYkGnWpVzdo0N2nWQElTg8kmtE4BgBAgjOAX7Hs+LDk5ec+ePd7e3ubm5lOmTLG1tWUAAAAgVKYtm2hVtYq+cjP6xp287GxuYuqr1zQEbt3bcN0ydVNjJoPQOgUAQoAwgl+w73kf+mY8PDxOnDghEol69erVsWNH3LkTAAAAtKwt7ccMrjqsb+ytB1FXblIMwU3XsDCT0SSCoXUKAIQBYQS/YN9TopiYmJ07dwYHBzs4OIwcOdLExIQBAAAAvKWoqmrWpjkN6SHhby5cj739wKJjq+Kz5SQlq+rrMd5D6xQACAHCCH7BvkeKSCS6cOHC+fPn1dTURowY0bx5cwYAAADwHlq2Vo6TRlQbPaggP1/qpbTXYU8Wr9KrUd3UrbGJW0NFFRXGV2idAgAhQBjBL9j3SAoODt61a1dUVFT9+vUHDx6MO3cCAABAaSiqqRafGHnhOj0m+7ykIcj9oHHTBqYtm+i5ODL+QesUAAgBwgh+wb6Hk5+ff/bs2XPnzunp6U2fPt3FxYUBAAAAfIHc1DTxeF5WdvT1WzSoGRmatWlGA40w3kDrFAAIAcIIfsG+h8THx2/ZsiUkJKRJkyZDhgzBnTsBAADgy7nOm5IdnxB15Wb0tVs5ySncRJoSeuRMVnSs09QxjDfQOgUAQoAwgl+w76EMYsOGDfQ9TJo0qW7dugwAAACgjKgZGdoO6mU7oEf8g6eRlz2TvF9w083a8KtTKrROAYAQIIzgF4Hve3x8fDZv3qyrqztz5kzcMgMAAADKhaKiUeN6NGTHxkde8UzxC9BzdZKaJTMqRlFFubKu3UDrFAAIAcIIfhHyvufevXs7d+40NzefNWsW+qoEAACA8qZmYlR1SJ8SXwo7ejb+/lObgT0tu7ZlFd5WhDMjAEAIFBnwiWD3Pc+ePduxY4eDg8P8+fORRAAAAEAlyklMir31IC87O3j34SeLV6WHRrCKRa1TCkUYAID8QhjBF9z+RphnRoSFhW3dutXKymr69Onq6uoMAAAAoPKkBrwuyM/nxtNCwh8vXJHw8BmrQJIxBCIJAJBXCCMqmdQORoD7m9TU1I0bN2pqak6bNk1ZGdcNAQAAQCUzaly33uol2rZW4il+a/+pyDxCfGYEkggAkGOo+/EFt7+hfU9iYmJKSgorB9zySzMufuQmvm+8TOzfvz85OXns2LHZ2dkxMTGMr8rkG5Mcz8jIYEX3Mc3KymLyq8y/N4H47O+N0C+KfldMYPhZvvFfKb8rPn9vubm5IpGIdp2swuGX9nlk5nvT07ZbMDXuqlf0qUv52TkF+fmUR9hMGq5bx5WVM/pV0ydVVFRUeBcDAJAvCCN4gdvBcDue1NRUbscsuYcWz1aaI8Xye+Te+pOOBj68zq9fv37x4kWtWrV0dXWTkpJ4uObl95iZmUnvQkFMTk5OKdf/k5T3+svidy6X61x8/ekXRb8rWVzzUq4zr34tcrnOxdefz1tlXl5efn4+7Tplbs1l8dt+3zrzav0/yUeXqd6kroWVeeSmPflZWZRHhGzaZT55uKajXbl+5+JXJfMIBgAgdxBGVD5uH0P7G01NTWVlZapIZGdn5xah1p78IgXy2JcEHUFevnyZPnXdunWLH0fKPe6EiJSUFPpHM4AyQmUF/bQSEhIYgDBw+0o+n1gHMk+RqfTvlHPwXEFurlKt6knqyklv3rBywB0NKhVRVVVVUVGhEcUiyCMAQC4hjOAFcR7B7YFo98NNpHGqsRcUYXLn+fPn6enpbdu21dbWZsLDdZChVoQBlBGu3MCPCoSDq6fhNw/ly8ZSZUiPvLhE1bourHxwWQMXPXCHgoQOFbg8QkECAwCQFwgjKpl418Lte/Lz88VJBE0RnxYhf2EEfaJnz57p6urWqlWLPjgTHnEYgRuIQNmiDQo/KhAOrp6G3zyUO4eqhUN5kjwgVH4LJ0cAgBxDGFH5JPMI8e0kxNlEwVtMvrx48SIlJaVr165aWlpMkBBGQDmhnxZ+VCAcXD0Nv3mQA+IDQqW3uDyCSyIkZ2MAAHIBYURlEnf7xCUR4uk0zvXIRa/mF93mWv7CCB8fHx0dnYYNGwr2dp7cKTDqRRhA2cGZESAo3A4Uv3mQdQpv+zLnftLi6zVwZgQAyDGEEZVPfJWg+CkFEJKnRTC5k5OT8+rVq5YtWwqztwgOzoyAcoIwAgQFl2mAPBEfE4pvpUFFOnqLAAB5hTCikkne20m875GMIeQyjHjx4kVeXp6rq6uqqioTKq6nDBUVFSF/CVAeuG7YGYAwcLtO/OahwuTEJ8Z53U/zf6Wip2s3cTgra1KnSEh1XYlIAgDkCcIIvhDvY8TZhByHEb6+vnTgWL16dcmLU4SG++zc5aAMoOxI9j4DIPe4Shp+81Bh0mLjI46doxE1Q/3y+OFJhg7IIABAvmHnXfkke44QT2FyGkNwgoKCbG1tuU4TBIv7L3OXgzKAssOd1ssAhEHc4R8DqBD6jvbcSHZCUn5ahoqeDisHUseEDHkEAMgjhBG8IN7BiE+LYPK716HPGBcXV6NGDSGfFsHevaM4Ayg7Uh3iAggBfvNQYRS1tTQsTDMjY2g8KypGzUCPlTPEEAAgrxBG8IsQ9jeRkZGUR1SpUkXgO1epMzAByhB+VCA0+M1DRVI3NebCCFFqGn57AACfDWEEVLTExER6pDCCAQAAAMgaZQ0NbiQnJZUBAMDnQhgBFS0zM5Me9fTK/bRGAAAAgDKnpKHGjeSmpDEAAPhcCCOgomVkZNAjbsMGAAAAskhR+b8euPMysxgAAHwuhBFQ0bgwQuC30gAAAAAAABAyhBFQ0bKyCpsREEYAAACALNKwMNNzcSwcMTNhAADwuRBGQEUrKChgAAAAALLJqnt7GhgAAHwZhBEAAAAAAAAAUKEQRgAAAAAAAABAhUIYAQAAAAAAAAAVCmEEAAAAAAAAAFQohBEAAAAAAAAAUKEQRgAAAAAAlFbAlr1vLt2gEeuenexH9GcAAPBZEEYAAAAAAAAAQIVCGAEAAAAAAAAAFQphBAAAAAAAAABUKIQRAAAAAAAAAFChEEYAVA6RSESPKioqDAAAAAAAQGAQRkBFU1BQYMBYZmYmfRXq6uoMAAAAAABAYBQZQMVSVi6MwLjzAoSMwggkEQAAAAAAIEwII6Ciqaqq0mNOTg4TNoQRAAAAAAAgWLhMAyoawggOhREaGhoMAAAAZIpV9w4mzRrQiLqxIQMAgM+FMAIqGsIITlZWFs6MAAAAkDkaFqY0MAAA+DK4TAMqGhdG5ObmMmHDmRFQHpSUlAoKChgAAAAAAL/hzAioaDgzgoMwAsqDmpoaNi4AAAAA4D+EEVDREEZwEEZAeaAwIjs7mwEAAAAA8BvCCKhoCCNIfn6+SCRCGAFlTl1dHUkfAAAAAPAfwgioaAgjSHp6OiuqNzKAMoXLNEBoFIowgAqU8Oh5yqvXNKJXvZpBbVcGAACfBWEEVDQTE5PJkyfb2NgwAcvMzKRHnBkBZa5fv34II0BQsrOzuYwboMKoGuhpWVsWjujrMgAA+FwII6CiUctt/fr1mbBlZWUxhBFQDhwdHRmAkFBxqquLCiFUKG07GxoYAAB8GYQRAJUAZ0YAAJQJdAYMAAAgoxBGAFSChIQEejQ0NGQAAPAFsrKy0P8OAACALEIYAVAJwsPDFRQULC0tGQAAfK6MjIzc3FwDAwMGAAAAsgZhBEAliIiIMDMzU1JSYgAA8LnCwsLosUqVKgwAAABkjSIDgAoXHh6O0yIAAL4QBbv0aGFhwQAAAEDW4MwIgIqWkZGRmpqKMAIA4Au9efNGSUnJ1NSUAQAAgKzBmRFQSFVVVeFjNm7cyMpHfn7+rl27Zs+eLZ6yYMECesedO3d+4K9mzZpF8xw5coTJmtDQUHpEGCFnKncjKitnzpyh9ZwwYQIDkAX+/v729vaKijiYgf94eHiMHj26Vq1aOjo6tJ9t2bLl5s2b8/LyWHmqX78+lZxxcXHc0+bNm9PT169f03hSUhKNu7q6fngJderUodni4+MZAICQYP8Nle/Ro0ejRo3idttCEB4eTo9WVlYMAAA+F9X9oqOja9euzQAYy87OpmOJ1q1bu7u7R0ZG1qtXjzLimzdvfvXVV5QOUCjAAACAZ3CZBhTKycmRfEoZ/+PHj69du9amTRtWGSZNmtS1a1dnZ2cmjyIiIlRUVIyNjRnIEb5tRJ+nadOmtM7m5uYMgPcePHhAjwgjgIhEom7dul29etXFxeXXX3/t3r07N93Pz++bb745ffp03759L1y4QPEEK39//PFHamoqClIAgI9CGAF8VK0Ik1Ph4eHW1tYMgH+MjIxkKz0BIbt9+zb9YlHlA/LDDz9QEtGgQQNKHOhXIZ5O2cShQ4fc3NyuX7++Y8cOaupg5Y9WgwEAQCngMg34BG/evBk1apSzs7OOjg7VWL7//vuEhASpebKyspYsWVK3bl1dXV3aH8+YMePFixcfWOZXX33VqFEjGjl+/LiCgsKYMWNYSX1G0FvPnTu3Ro0apqamgwcPvnnzpuRC1q5dS/NPnTpVauF79+6l6bRkxhv5+fm4lYaQlcdGRGjroJ+6t7f3uXPn+vfvT9WzitYfgwAAEABJREFUxo0b08KpdU5qzm3btjVr1oy2I0rEhg0bJrV1FO8z4uHDhyNHjqQDelqZtm3bLlq0iLuZIvvYdrdhwwYGUG58fX2joqKokslA8DIzM//66y8a2bhxo2QSwVFXV58/fz6VqOIeGbg+p6jApAjDwsKidevW58+f516iHfS8efOaNm1qYmLSo0ePTZs2Fe9v4sGDB1QqVq1a1cnJaebMmVw/UJIk+4wQS0xMpIKaCn9XV1c68vHx8WEflJGRsXr16k6dOhkbG7dq1YpWFVeaAID8QRgBpfX48WPaie7atSsmJqZOnTp0ILh8+XKacurUKfE8aWlpDRs2XLly5cuXL2l3SzvOP/74o1atWjTn+xbbvXv3KVOm0AgFDcuWLevdu3fxeSIjI6kW9Pvvv0dERDg6OlJ1iw4dLl26JJ6BDguUlZX37duXm5sr+Ye7d++mRy7s4An69iiPQIcRwlROG5HYsWPHevXqde3aNXt7e/pz+hOqqtFhungG2lLGjx9/584dOs6mA9wDBw707duXNrrs7OwSF+jv70+JCW1HNAOtAx2C08Exrfm9e/fYx7a7rl27MoByc/nyZRUVFZzIA6woRU1OTq5Xrx6FsCXOMGTIECp+KUvlnlJSQI9UQtJRB0VaHh4eGhoaNIUK5+rVq//2229BQUF0sOHp6UnHJ5QI0zziRV2/fp2OQKiUo3LPwMCA4g8qseko5cNrGBcXRyUnRbT6+vpUqm/evJn+6saNG++b/9GjR7RroBX28vKiyCMwMJBWlaZ84E8AAGQRwggolZycHKrDUCvrd999R/Womzdv0r55zZo1sbGx1Igqbm1YuHAhhf1UHaLUgCo8r169unjxoqGhIbXQUgWpxCX37Nlz3LhxNEI7flo4VY2Kz/PNN99QpWjs2LHR0dG0Y6bHESNGUEVOPANVq+gPaQd/8uRJ8URqgr5w4ULt2rV5dRoCfTMMt9IQpPLbiMRoHmoepAXeunWLfv8Uwz1//tzd3Z17laIHOoCmgIMm0lvQoTkFFnScTVvNzz//XOICqVWQwpHjx4/ToTltenQ8vXTpUmrfo6yEfWy7oy2aAZQP+pHTb5iyNi0tLQaCx51l0KxZs1LOX1BQQI8HDx786aefqBymRLVly5b0o5o2bRpNP3ToEB1mUClKj1999dXTp09pNu4PKZal4jojI4MyCCqi7969S0W0jY2NZFpRIlo4RcABAQFUqlMhSRFzVlbW8OHDqYAtcf6ZM2eGhYXRzoJKXa48p9I4ISFh1qxZ1J7BAADkBcIIKBXaZ1PVpXv37pTNU1soTVFUVJw7dy6FAlSt4m5YGBoaShWhKlWqUIWH6k7cH3bs2JHbi3O1l89Au/C9e/daWVnRu6ipqdEUasH4+++/qUVCcrZRo0bRIx1SiKfs3LmT9tlU/WN8woURtra2DASmAjaiHj16TJo0SUlJicapksadc0Rvyr1KOQI9bt26tWbNmtwUBwcHiipoNVavXl3iyRGUQbCiLY57ShsgtdStW7fu66+/5qbIynYHcubw4cMqKirdunVjAIxxWYCZmdkn/VW/fv2WLFlCfzVkyBAqBn///XcKi6mIGzBgAHfqhLq6OqUG9vb2mzdv5s59OH36NKUPAwcO5EpXQkkE/WFp3m7Lli1Vq1blxqkIHTRoEB0P0H6h+Jznzp2jtLpDhw60sxAXv5MnTx48ePCTJ09k8Y7mAADvgzACSoVrdqAdsNR02mezot6qxfN07dpVR0dHch7urz56eeT73Lhxg+o2tFg6LBBP1NTU7NOnj+RsdFRqYWFx5swZ8UWVVCmiKt/QoUMZn/j7+9N6VkyH3sArFbARtWjRQvIphRqs6GpqVnRexosXLxwdHZs2bSo5j6ura4MGDWiewMDA4gvs1KkTPfbt25ea406dOpWSkkI/XWqyo6NkbgZZ2e5Anjx79oyqZD179tTT02MAb3HnO5Req1atJJ/Sj4oeW7duLTmRSrN27dqJRCLuVQ8PD1Z0RqfUcuzs7D74Vowi4Hr16klO4RbCXfImhXuvtm3bSk2nYJoVXcHBAADkBcIIKBWqQrOiFgCp6VwLPzUU0OPLly9LnEdfX9/IyIhaFZKTk9mn47qGKt5futTJBdSsMXr06KysLK6R1svLi9aHAgsTExPGG1yVr06dOgyEpwI2IsoFJJ9y519w5/R6e3uz95ySI7kCUiZNmkSNhxkZGevXr+/Vq5exsTGlDxcvXhTPIBPbHcgT+rG5u7vTT1GciAFwRwhxcXGf9FdSN9jmAllKFhTetWXLFpoeEBDA3h6QSJW0xN7enn1Q8WszuSni/oCLr8mSJUuk1oQKW/GrAADyAbf2hFKhZgH2/mYHrs7DzVPi1YzcGY/cbJ+K+1vuUZK2trbUFNpPr169ev/+/VOmTNm7dy9NGTFiBOOT58+f03dYq1YtBsJTARsRd4HGB979Axcbl7hkmnjkyJGrV6+eO3eOjsW5u3WQuXPnrlmzhpuH/9sdyJOtW7empqZOnDjxA792EJr69evT4507d943A2VYkydPbtq06dixY8VnWUoVehSt0mO7du24ESncaTilPyCRUvznyu0LpC44lVwT+lDii/UkFU+rAQBkF8IIKJVq1aqxkiL8kJAQ9rZRwsHBgRXdFktqnqSkJGqvoKbdz+tpjFt48cUWXxlnZ+c2bdpcv36d2ngPHTpkamrKtyuKnz59SodB3JcJQlOJGxEr6iCWvacVTnIFStSuCDd+9uzZAQMG/PbbbxMmTKAtjsnCdgdy48yZM8+ePWvfvn316tUZwFsdO3bU1dV98ODBw4cPGzRoUHyG06dPu7u7371796uvvnrfQuzt7f39/X///fcPnL3IlZPFC9Lid/eUUvysDW4hJZ5SwU0cM2bM9OnTGQCAXMNlGlAq3K6RahpS0w8fPszeXnjJzUOtpikpKZLzcP0z0eHj+xZevJFBEncB54ULF9LT08UTc3NzJe+GKDZy5Eh6/OWXX2JjY2lcRUWF8QY1SlPDMh3lfPjzgrwq143oo6j9TdyXu+R0X1/fJ0+e0KvFj7+p4Y62Pisrq5ycHPFEChq6d+/O3j1VmM/bHcgNHx+fkydPuri4cN2sAIhRys/dCIMeJQ8VOMnJyd9//z2NUIT6gf1vjx496FHy3kAcNzc3Cr+4zh1onB6PHj0qOcPLly+fP3/OPoiCkoSEBMkp3EJ69epVfGZuYvE1+eabb2xsbDZt2sQAAOQFwggolYEDB1JNhlqlvv3227y8PFZUUaHW0d27dxsZGXGd1dWqVatDhw5v3ryh2oi4N7tLly599913NPKB5gius2hqni3xHPIqVapwtzkcPXp0amoqK7q3Fh1wcP38Sxk0aJCmpuaOHTsY/84VpyaXrKys2rVrMxCkct2ISoM7WB8/fjy1LXNTaCOixjeK9uil4mcR01G7s7MzbXo//PCD+OoSOuz29PSkEScnJ/GcfN7uQD74+fn9/fffpqamU6ZMKfEsehC4xYsXU5h79+7dTp06Xb9+XTydUgCKUOn307hx46lTp35gCePGjTM3N1+1apU4saVyj4rrW7duUfHYsGFDVhQTWFpaUlvIihUruFKRSkgqVLnr4D6ADm+GDx/OBSX0h/QulDW0adOGW6yUGjVq0Btdvnx57dq14olnz55dt25ddHQ0168wAIB8wB4dSsXMzGzv3r06Ojq0A6YKVYsWLWjKvHnztLW1t2zZQgeIrKjqsm3bNkdHR9rFWlhYNG3atFq1arTXjImJod35Bzobo6Sf8ojHjx9TkxftrYvP8Pvvv1etWvXIkSN0oMC9NdXfuEYMKbQ+Q4YMoYZcqvPXrVuX8QnVAOkrooMMBoJUrhtRaSxZsqR3796+vr516tSh32G9evXoje7fv0+LpZdK/BNaVTs7u9WrV9OfdCxCf0VHw4sWLZIMI/i83YEcePLkyYYNG3R1defOncvd4BlACpVCV65ccXV1peygbdu2hoaGLVu2pKOLRo0a0RTKKegQgjLTDyyBjkOWL19OrR30h+LijspA+uEdPHiQi8CoAN+4cSPNSQUyFeDNmzenJUdGRpaYKUiqX79+QECA+BiGohNaCHe75RJRAE0h9Zw5c2gvQGvSunXr7t27U3BMO4uPdpYJACBDEEZAaVGN5eHDh9TCQPv4R48e0T5+/vz5z58/l7zFprW1NbVCUPMC1aB8fHxo503trl5eXrSD/8CS6Rjizz//1NPT8/f3p0aG4jPQ0uitqXmW6j9UlWrXrt3FixeL3/WKw9X2J02axHiGjqdp/cX3DAcBKr+NqDSUlZWPHTv2888/02ExpRu0rdHR7b59+2hrkrxvriRjY+Pbt2/PmDGDUhJqcnzz5s2AAQOOHz++cuVKqTl5u92BrLtw4cKmTZuo/rZw4UJ9fX0G8B7UaEEF7Pbt2zt37kyBL43n5eW5ubn99ttvVJZaWVl9dAkTJky4fv06hRGBgYFU6lLln8q0p0+f1qxZUzxPr169aMk0nUKKsLCwUaNGeXh4fHThVapUodkotA0ODqaiuH379lS0St1GVBKlG9RC069fv6SkJApT6I1oN3Hz5k3umjgAALmh8Km3ZQbguVatWlG1nypa1ILBeINaTqgNhCpy3H3CAeQMP7c7kGnURk3twM+ePXN2dp4yZcr7IjMAAACQUbibBsiP/Pz8P/74w9PTc/LkyXyrEVHTCj3Wq1ePAcgXPm93ILtiYmL++uuvqKionj17lnhRHgAAAMg6hBEgJ5o3b3779m1W1Kv2119/zXiGGvdMTU2NjY0ZgBzh+XYHMsrDw+PQoUOKioqzZs1ycXFhAAAAII/QZwTIifr166uqqnbr1u3ixYuSl3fyQVpa2qtXr3AfDZA/fN7uQBZRablhw4Y9e/ZYWVl9//33SCIAAADkGPqMACh31HS8Y8eOOXPmVK9enQEAQEm8vb2pqMzIyOjZs2eXLl0UFBQYAAAAyC9cpgFQ7iiM0NfXd3R0ZAAAUExOTs7Bgwc9PT1NTU1nzJhhY2PDAAAAQN4hjAAoX5GRkS9fvuzfvz93l3IAAJAUGhq6efPmuLi41q1bDxw4UEVFhQEAAIAAIIwAKF+XL1+mY+tWrVoxAACQkJ+ff+7cudOnT2tpaU2fPh3djgAAAAgKwgiAcpSenn7nzh03Nzd1dXUGAABvxcfHb968OSQkpHbt2qNHj9bW1mYAAAAgJAgjoPItW7ZMRUVl0aJFTO54enqKRKKOHTsyAP45duzY+fPn27VrN3jwYAZQgW7durV///6CgoKRI0e2aNGCAciUgC1731y6QSPWPTvZj+jPAADgsyCMgMpXo0aNixcvZmZmamhoMDmSn59/7do1V1dXExMTBsA/ffv2TU5Ovnr1qo6OTrdu3RhA+cvIyNi+ffuzZ89sbW0nTpyI4hEAAECwEEZA5ePCiOfPnzdu3JjJkcePHyclJVG7HyR5zm0AABAASURBVAPgq9GjR2dlZZ04cUJLS6t169YMoDz5+flt27YtLS2tZ8+elH+hW18AAAAhw3EAVD5HR0dVVVVvb28mX6jB2djYmKIWBsBXCgoK1Drt6uq6d+/ee/fuMYDykZubu3///nXr1lFpv2DBgh49eiCJAAAAEDicGQGVT0lJqXr16j4+PkyOhIWFBQYGDh06lCp7DIDHaAOcOnXq77//Tk3W2traFEwwgDIVERGxadOmmJiYFi1aDB48mPIIBgAAAIKHdgnghZo1a6alpYWGhjJ5cfnyZTU1tebNmzMA3lNRUZk5c6alpeVff/316tUrBlBGCgoKzp8/v2LFivT0dMq8Ro4ciSQCAAAAOAgjgBe4xli5OTmCDrvv3bvXqlUrHHaDrFBXV589e7ahoeH69evDw8MZwBdLTEz85Zdfjh075uzsvHTp0jp16jAAAACAtxSo1YIB8MCiRYuoIjR//nwm+04XWbVqlYGBAQOQHUlJSatXr87JyVmwYIGZmRkD+Fx3797dt2+fSCQaMGBAmzZtGIAcyYyMyU5IpBF1Y0N1M9wRBgDgM+HMCOCL2rVrBwYGZmRkMBmXm5t7/fp1agNEEgEyR19ff+7cuYqKir/99ltCQgID+HSZmZmbNm3atm2bsbHxd999hyQC5I+Ghal+jeo0IIkAAPgSCCOAL7gzeJ88ecJknIeHR2pqavfu3RmADDIxMZkzZ05OTg7lEfRLZgCfwt/ff+nSpVSSd+3addGiRTi/BgAAAN4HYQTwhbOzs5qa2qNHj5gsy83NPXPmTI0aNWxsbBiAbKpSpcqsWbOSkpIoj5CDk5WgYohEosOHD9NvRlFRcf78+X369FFSUmIAAAAA74EwAviCjl/r16/v6+tLTbJMZl2/fj09PZ2OwhmALKtateq0adOio6PXrVsn05skVIzIyMjly5dfunSpWbNmS5curVatGgMAAAD4IIQRwCMURuTl5T19+pTJptzc3HPnzuG0CJAPrq6uEydODA0N/eOPP6jRmwGUpKCg4PLlyz/99FNycvLkyZPHjBmjpqbGAAAAAD4GYQTwCFV+VFRUHj9+zGTTtWvXcFoEyBPKB0eNGuXv779p0ybcegmKowDit99+O3TokIODw48//kg/GAYgAAmPnr8+dIqGxGe+DAAAPpcyA+ANZWXl2rVrP3v2jJphaZzJlNzc3PPnz+O0CJAzzZs3z8zMPHjw4M6dO6nRmwG89ejRI3d3dyr6Bg0a1L59ewYgGPGPnr+5dINGrHt2MqjtygAA4LMgjAB+oYa1hw8fent7161bV+qln3/+OSgoiLdHvTgtAuQVbXGpqannzp3T0NAYPHgwA8HLzs7es2fP3bt3q1SpMmnSJAsLCwYAAADwiRBGAL/Url1bSUnp8ePH4jBi5cqVISEh4hmcnJwY/+C0CJBvlLJR1nb16lVtbe2P3rb29OnTPXr0YCCnXr16tWXLlsTExI4dO/bt2xe3zAAAAIDPgzAC+EVVVZWq9Pfv3w8vIvWqsrKylZUV458rV67gtAiQb8OGDcvMzDx58iTlEa1bty5xHorkjh075uqKk5blU15eHv0ALly4oKenN2fOHH5GwwAAACArEEYAj5w5c+bRo0dcBlE8iSB2dnYKCgqMZ7Kysi5evIjTIkC+0aY3btw4Ct327t2roaHRuHFjqRkohqAwgkbCwsIYyJ3o6OhNmza9efOmXr16o0ePpt8AAwAAAPgCCCOg8lFTG2UQkZGRH52zevXqjH+uX7+O0yJACBQVFadOnfr7779v27ZNXV29du3a4pcoobhx4wY3npqaGh8fb2RkxEBeXLt27ciRI8rKyuPHjy+eQwEAAAB8BoQRUGmoHfXhw4exsbGl/xMehhFZWVnnzp3DaREgECoqKjNnzvz111+pkZxGuE1y69at9+7dk5wtKCgIYYR8SElJof/vixcvHB0dKYkwMDBgAAAAAGVBkQFUEk1NzU9KIqhRzs7OjvEMNRhSHoHTIkA41NXVZ8+eTVnDn3/+GR4evnHjRqkkguFKDXnx9OnTpUuXBgQE9O/ff+7cuUgiAAAAoAzhzAioNJ07dzY1Nd22bVtOTk5p5qckglplGZ9QDIGbaIAAaWtrU9V09erVK1euzMvLKz5DUFAQA1lGxfK+fftu3bplbm5O/2tLS0sGAG9pWJjpuTgWjpiZMAAA+FwII6Ay1atXb968eRs2bEhLS/vozPb29oxnrl69itMiQJj09fUpkkhMTCzx1devXxcUFPCwu1koDfr3/fvvv3Fxce3atevfv7+yMg4VAN5h1b09DQwAAL4MLtOASmZra7tw4UILC4uPzsm3MIJiiAsXLri6uuK0CBCgZcuWfeBajNzc3OjoaAayhrt55+rVq3NycmbNmjV48GAkEQAAAFBOcJABlc/ExGTBggV//vlnYGDg++ahJlZHR0fGJ1euXKE8omfPngxAYBYtWpSQkPDheYKCgszNzRnIjtjY2M2bN1PGVLt27bFjx2pqajIAAACAcoMzI4AXNDQ0Zs+e3bRp0/fNYGlpqaWlxXiDYoiLFy+6urry8OIRgHI1b968jyYRDN1GyBpPT89ly5bFxMSMGTNm2rRpSCIAAACgvOHMCOALZWVlaourUqXK0aNHi7/q5OTE+OTy5cs4LQIEaNasWZmZmaWZMzw8nIEsSEtL27Ztm4+PD0WrEyZMwD1ZAQAAoGIgjAB+4W6x8e+//0p10c+rExCoMnbp0iWcFgFCM3369FLe+4YVhRHow5L/vL29d+zYkZGR0adPny5duuD/BQAAABUGYQTwTr169ebMmfP3339L3mKDV9V+nBYBArRx40YKF0o/f25uLuUR1tbWDHiJ/kEHDx708PCg/HfGjBnoiBeg9AK27H1z6QaNWPfsZD+iPwMAgM+CMAL4yMHBYeHChevWrYuLi6OnhoaG/DlzGKdFgDBNnTpVJBIFBwf7+fn5+vpyN+/88J8EBQUhjOCn0NDQf//9NyYmpnXr1gMHDlRRUWEAAAAAFQthBPCUiYnJokWL/v7778DAwOrVqzPeoCQiOzsbp0WAACkrKzsW6dWrF6VyL1688PHxoWyCCw2L+8C9P6Gy5Ofnnzt37vTp01paWtOnT69ZsyYDAAAAqAwII4C/tLW1Z8+evWvXLv70XkkVsMuXL+O0CAANDY16RWg8Pj7e29ubUgmKJyS7twwODmbAJ/Sf2rx5c0hISO3atUePHk1lLAMAAACoJAqfdA0wgMCdOHHi7NmzCxYsQBgBUBy1ur9+/drX15eCiaCgINq/bNiwQVVVlQEP3Lp1a//+/fRPGTRoUMuWLRkAfIzvun9jbz9gn86sdTPnqWMYAAB8EM6MKHvId+QVNflevXrV1dXVzs4O/+XPg776K0yl/ETp/2tXpHv37tnZ2S9fvlRRUcHGUukyMjJ27Njx/PlzGxubCRMmmJiYfMY/BRsvCFC1kf0THj/Py8r+pL9S0dGuNnIAAwCAj0EYUZbEh3c4+JZLFy9ezM3N7dGjB/6/n4cqM+KvDhWb8iP5+6zE36qqqmqtWrWwsVS6Fy9e7Ny5My0tjRKirl27Kioqfl4Swf0VtlwQFDUjw6qDer9yP/hJf2U/oj/lEQwAAD4GYUTZkIohCoowpBJyJDMz09PT09XVlZoW8/LyGJSauPaiUIS9rdigVlMeJEsecUHEUBYJEoWnp06dunnzpqGh4aRJk6jsop/BJxVf4g1W/BSRBAiNVde2MTfvpgaFlHJ+HXtb8zbNGQAAlALCiDLwztF/Xl5+fj6N0yN7tzIAMu3q5cssP79j+/a52Z92uiZwGYSikpKCoiLyiHL1/wyCCqC8vIJ3MRCS6Ojoffv2xcfHN2vSpHv37ioqKp9adim8paiszG2qikWbMAMQFEVFxwnDHy1eWaqZFRRoZgYAAKWDDizLgPhAn47/709fkpOQxADgXfYTh5u0aFxYsSkimUowKAviJIIKohcbtsTffcwAvpi2o53rkpnizVacR2DLBUF5sXFH9I3bH53Nsms7hzGDGQAAlI4igy8jTnPyizAAKEleXp5IJMp/C231ZUvyugx8t1CGaGulLTeviHjjZbjwBwSm2sgBH+0GQs3IwG5wbwYAAKWGyzTKgPjoXxxGmDWtb1SnBgMAxnz/2c2KrlSnKg1tJkpKSkyi/whcrFG2JAsinarW1p3bMIDPEnXzfoLPC/pF5ebm0o9KWbnwgAHdRoAwURJhP6L/y793fmAe++H9lTTUGQAAlBrCiLIhFUZoVbEwaViHAQChMKLozAiq0rCiOgzXnz+qNGWLK4Ik267VDPRQEMFnS/YPYj6FZ0aIt1xJDEBgzNs0f3Ph+vt6stSvUd3UrREDAIBPgcs0vohkT/WSdQAAkMKdGcGd742NpfyIyyIGUBa4MyPEWy5u0QJCVtg5ZUlJnIKystOEYQwAAD4RwogyINlvHAOAkkglEQzKgdQpWgBfjn5RkhsvOowAIdOpZmvZpW3x6TZ9umhUMWcAAPCJEEaUDfQbB/Bh4m7wxI2r2FjKyjt3F8Z3C2WKCyOKb7n4jYEw2Q3urWZkIDmFntr26coAAODTIYz4UpInrKIrPoD3kbyJBuoz5QRJBJSH4hsvfmMgWEoa6vbD+0tOcRg7REEFXbABAHwOhBFlQLJmhUM0gBJJ9quCzaRc4euFMsRtucggAMRM3RqpGehz4xpmJsaN6jIAAPgsCCPKDA7UAD6g+DkR2F4AZALOiQCQoufiwAoKtw39Ws4MAAA+F8IIAKgIqMNUJHzbUObwowIQU9bSYoVX5Sooa2gwAAD4XLjIDQAqArpTAZBFOCECoDir7h1MmjWgEXVjQwYAAJ8LYQQAAABAOUKaI2fUzU1o4Mbxz5VLaEEBqBgIIwAAAADKXvFqKiquADzHxRCSmyqCCYDygzACAAAAoIxJ3vlb6hEAeIuLHsQBBI3QZos8AqCcIIwAAAAAKEuStw0qPg4AvKXwFpMIJpBHAJQThBEAAAAAZUYyfTj46GxIwhup0yK4ig2CCQCekIobqhnb9KndgYskFBUVGfIIgHKDMAIAAACgbEgmEfn5+beCHj9785IBgOxoZF2rh2sbxSL0FHkEQPlBGAEAAABQxrgwghs31NKzMjBjAMBvYQlRiRkptOXm5uYqFWFvL9xgAFAOEEYAAAAAlBlx9xBUpeFOlGhgW3Na2+EMAPjt90s7PPzv0WZLYQQ3RZxEKCoqIpIAKHMIIwAAAADKkmQSAQCyhTszgoshaJy7TIODKzUAyhbCCAAAAICyJD4zQnylBgDICtp4RSKR4lu4Dw5A+VFkAAAAAFBGxH1YIokAkEW05VIYkZeXx53fJHU3HAAoQzgzAgAAAKAMSN68U4wBgEyhzZZLIjjYkAHKD86MAAAAACh7qMAAyCLxNVbcyU2SISMDgDKFMAIAAACgbOCcCABZJ7kJix+xRQOUB1xp0G2bAAAQAElEQVSmAQAAAFD2UHsBkEUKCgrF8wgAKA84M0KIgp77DK9el4bLew+W/q/cV/xCf3Lv/OUvnCcxOmb70pXzu/Wd1KjVv0uWss+VlZ5O7zWnUy9WGRb3HULvnpqQyMrU7tVraLFeJ898eLbAJ89+njCNAciUTQu/o5/3pb0Hir/0zNNrVM1G9Or+X9fT08fXPWlcXD7cOXeBnu5a+Sv3dOey1fT0/oUr7HN9xhIK8vNvHj8tXocSpwAAgByQTB+QRACUK4QRQnSzqK6roqZ6/cgJVuF+mzLr8r6DKfEJVarZKSmrMPh0qydMC3jyjAHIBZ/bd3//ek5ebu6AmVOHzJ/JeCnYx+/vBd/GRrz5wBQAAAAAKD1cpiE4dMR/6/Q5CgJMrCyf3rhJbewOdWuzipKZlhbs46trZPjH9fPKqqoMAITt5YPHv02dnZuVPXzB3G7jRnITHevUWuL+r76xMQMAAAAAOYUzIwTn4ZUbqQmJrk0aNWzflp5eP3KcVaDszCx6NK5igSQCACiJ+HXy9OyMDMkkgmgb6FMZRZkpAwAAAAA5hTMjBOfmqcJrNBp2aGtfs4b7yl9un7kwYuFcdS0tqdkSo2PObHd/5nkrhZKLxo06jxxafFGlmUfSD4NHBRZdXMB1WkEjO57eVVFXo5Hrh49fO3gkOixcRVW1eoP6Tbt2bNixnfgP752/vH7mvPE/fqumqXFs4z8UZLTq06vd4H5Sy4+LiPxx2JiEqOgxPyzqOGwwTUmKjTu9ZfvLh0/CA19ZVqtm5+rcsm9Pp/p12SeiFT7vvuflw8dKyip1W7l1Gzuq+DzUtEvr9viGZ0xYhHlVG6d6dWgdJGtTO35cdWnvgZnr1zTu0kHqo9GctM6SS3t4+drVg0cDnz23r+Fat3WLDkMHKqkUXtLidfLMxvlLuHnoOzSxslx35QwDkEGBT5+vmTIjMy1NvMGKPb7uuWby9DYD+kxcsZR9rkdXb3gcO0nvkpudbevi3GXUsPrtWpc458KeA8P8AzbdvqZjaCCe6L7ilwvue79eu7pZty5bv//p6oHDrGjDpO2OihEVVTWpKV+tXs79ISUsN44e93/8lLJXl4b13Hp1r9OqhXixJZZmkkEMAAAAgEAgjBCWlISEx9c89E2MazZroqCo2KRzh5snztDQYdggydmSYmJ/GjUh6nWoho6OlYP9U0+vexcuSbVSlmYeKW3693FuWP/0lh2G5mbtBhVGCYrKSvS4cf5ir5NnacTSwV5ZReXO2fO3z5yjasOMdb+qqBWeQKGgoECP3rfv3T1/kVtUdlam1MLTEpN+njiVkghqYuUqNnm5uavGfhUeEKhrZGjrXD06NCzY2+fqwSPjflzSfshAVmq+d+9T421OZpa+qYmeoeGlvQdvnTmvqPjOWUVZ6enfDxoVEfiKVtimulNqQtLF3fsv7zvUb9qkvtMms090budeWlVdQ0NzWxufO/ee3bz1/NaduRvX0b/M2slxwIwpJzZvpdl6Tx6vrqXNAGRQsLfvzxOmZqSkFk8iysTGeYu8Tp2jEQv7qupamj6379Lw2e9Vr01L2uQv7zto6VCtWbdOVo4OSsrKUlO4Od1/+vnCrn00YmZjTcXFnXOXaDWa9+g27beV3AylKc0AAAAAhABhhLB4Hjudn5fXul9vhaK6dKu+vSiJuHb4mFQYsffXtZQytOrXe9zSJVS7pnr41qU/3Tx++lPnkdJ2UL+iUxV2UBoirqLfPnuekgiKIaav/Zlq2jQlOiTkj9mLqFXz1L/b+n39FXvblTEduzft2nnw3Omx4RF0oC+55OyMjF8mff3mVXD/6V+J2xgfXfOgJKLr2BEjFs7jFkJBzLoZ8w6u/bPNgL5Ul2ClkJud8++SZfTpxv6wmPuW4iIi102fG+zjKznb/jUbKImgAGXyqh+19fVpynOv2xvnLTm84e/qDeq5Nm3MPgUlEUPmzug5aRyNU7yy7us5tOZnt+3qPmG0jbMTDWe276aXPiPmAOCDEL+Xq8dPoSTCrVe38kgiqFijCMDYqsqMdb9Uq1WTprx69vyXiV/v+fn3Jp07UjrJPhFt2lRqUfRgXtVGvN0Vn/LM04uSCCrNpv6yomoNF1a0/f41f/Gt02frt2/VrFsXVorSDAAAAEAg0GeEsHieOEWPLfv05J5SJZmOpF/7+AVK3JohJSHh1qlzhuZm435YzJ2YoKqhTomDlq7uJ81TSkf+2ESPk1Ys5ZIIYmZrO+WX5dR+ePLf7ZQFiOekQ/+vfl5uam1Vo1kTY8sqXAMjPeSJROumz3v1zLvnhLFceMGJCYsoXDE1de4pzU81ionLvx+7dHG+KI+VDqUAMWFhTbp0FOc1xpYWIxbOlZyH4olLew/om5pM/XUFl0SQWm7NBs4qvPvmiU1b2Sdq3KUDl0QQ+pIn/PQDjVzcu58ByDJum6UQk5KItKRkGr938UqYfwArazeOFt4naOTCeVwSQarVrtVl1DA9Y6OXDx+zcnNs47/0SMEll0Qwbvv98TsaObl5m+ScUqUZAwAAABAehBECQm2DYS8DXJo0tLCvyk2hugEXTFw7fEw8m9/dh9R2V6eVG9ebA0dNQ6NBh7afNE9piHJyIoNem9naSN3Rw9Khml1N19ys7OjQUPFEx/p1uOCDwzUwFuQXbF743bObt5wa1JO6KWDtFs1YYRawZcPMb24eP50QGUVPW/btSQ2Skqv9YS8ePKTH+m3fudTcuXEDEytL8dOIwEB6rNvKTUP7nYsmKMKgx/DAV+wTNe7UXvKpjbMT/cso8uA+AoBMO79zT0p8wvAFcxt1ak/b+J9zFtEjKzt5ubkv7j9UUlFp0L6N5PS+0yavv3K20bsbV9miSJTKKOeG9SUn0sZLmW/oC3/JaFWqNAMAAAAQIFymISBcvwzxb6JXjfn/6f0ZaWn0eOfsxeHfzNHU1SmcoajGW/ymeiaWFuLx0sxTGmH+hdV4kyol/JWxpUXQc5/o0HDxxdg6+gbFZ4sODaOB1tz/4WOp25RaV3ccMm/m/jXr756/yF2ebVezRruBfVsP6FPKazRIHPdJTaQ/KTVpxoZHcONvggsTEyMLc6l5tPR0tfX1kmLjMlJSue+2lAxMzaSmGJmZUWpDK2NY7F0AZAUXIBKu74bWSb2CfXzDAwJ3r/5t7NLFrIykJibl5+WZWVZRUKzQtD0mLDxPJMoTsREu9Uuc4c2rIFtXZ268xNIMAAAAQFAQRggFtRbeOnOeFR4xh9Eg9WpWerrX6bPcxdvcqdSMe5SgpqEpHi/NPKWRn194uUT+2ypKcUpFPVz+N66kJPmSwtt37zxqWI2mjX+fOuvfb5etPL5fMmjoOXFsww7tbp0+FxkcEvn69Wsf363ePrfOnp/39/riNxAp0fs+qbqmxv8/hUjECitaJf+91KeQkpcvKj5RUUm6EsV9RZ9xFQwA3/SYMIYrarT09Sb+tHTV2MmX9x2s5dZU8gY6X0JZtfC+M+8vVEqr9BdzcbhObSl2tK/h+tGZpUozAAAAAAFCGCEUDy5fS01IrNem5bzNf0i95HH0xOZFP1w/fJyrIeiZFPbulhAlfUVAvMSU0sxTGuY2NuzteRZS4iIiC9/IyOh9f8u1shpbWoxcPJ8ig3ptWz2+5nF6y47eX02QnM3Czrb/9P86kogODf1l4td+dx94njhdym7zuLM/in/SOIl1NrO1LnGe9OSUtMQkqpyoaRZmNFzEUPBuJSk9KaX4m1LTrtQU+oroM5pXtWEAMs5Y4vypms2bdBk9/PzOPVu//8muhotRlU87tapE2vr6uoaGVBYV5OdLnhwR/yby8Q1P+5o17GvVkPqT/7ZN9s62mZacwj6FsWWVwltsKCkt2rGZAQAAAMDHoM8IoaDqNyvsGbFj8Zcad+5AteXXPn4Bj5/SU5dGDenx2c3b2RkZ4nnycnMfX/UQPy3NPKVBTaM6hgbRIaGSPWiywl4YXoX4vdTS1bV1qf7hJSgpq3AnL4xaPF9FTfX4pi2RwSHcS3t+/m1K83b+j56IZzazsek0fAiNxEa8YaXjVL8OK+pmT3JiZNDrsJf/73XP1NqKHp94eGWmpkrOdvdc4bUhNZr9dysN5aJLxOPeRErO43v3QfE39blzT/Ip/WvoK6rdyk180kexEzUAZNWQOTOsnRxTEhL+mr+Y4gNWFkxtrAqLo+uekhPvX7q6fenK5163i8+volq4bUoWC4UdTxT1FyNWfJsrPqVRx/aUP/revS85MTkufkqzdkv6Dc3JzGIAAAAA8BbCCEGgA/2nHl5UV29U0onQ6lpajToWdjx5/chxejQwM63frnVidMzfC7/LLOpRIjc7Z/uyVTHh4eI/Kc08pdRpeOEZCv8sWRr6wp+bEhMatmnh93kiUcfhgxVLfTKzqY11jwlj6XB/y3c/clNsnZ1T4hOO/LFJnJhQWHDv4mUaqVK1KjclOiSEag4RgUHvWyx9TPqwj695HP/7X+6khoSoaFrb/Lz/n8JtXd2xZrMmSTGxG7/5Nv1tayrVeQ6t30gjHQYP5KZwb3rlwGEuLsnOzLzgvpfrzELK1YNHHl65/t8ahobS29FIt9EjxDOoqqvTh6J3FE8Jeu5DH0RyCoBMUFFXm7ZmpZKKyssHj0/+884tJz5bm/596HH3qjXiUiUpNu7MNncqA5t261R8fnM7W1Z04xtu+6VyY8v3y6l8k5xHVaPwvjwUJooTk+JTuo0r3Eh3rfxV/Le0mW9e9D2VwPY1a3DzlwjbLwAAAAgQLtMQBI+jJ6ny3LBjW6nbPYi59ex288SZW6fPcd1Yjlg0N9Q/4P6FKxRhVHVxDgt4JcrNqdempWRLY2nmKY3eX0147fuC6t6Leg+ydLBXVlGh+gNV+6l63+fdCy4+vqjJ471Onn1x/9HVA0faDe7v1qvbnbPnaX3mde1bxa4qK+xp8jVFCS5NGrbo3Z37k0v7Dp3bvrtl355frV5e4jLpGxv7w+I/5iw4tO6v8+57zWysg338jMzM7GrWCPb24eZRUFCYtHLpijGTH129Ma1lB5vqTqkJSVwu02fKxJpuTbnZmvXocvXA4VfPfeZ16W3rUj0qJCwnM3PQnOkHf5e+cKZu6xa/T51F76Wtr0e1FPo26rVtJV4OK7r2hOotC3oN1Dc2Xn3qEK3A9h9X0pwTVyxtM6APA5ApFOf1n/4VbQiHN/xdo1kThzq12JdpO6if3737XqfOUali4+yka2Dw2u9FWlLy4LkzzGxKuNap18RxT27cfHj52pQbN22cHF/7+ukYGnQfP+rMVnfxPEYW5pSbhPi+mNe1j33NmtN+W1l8SrXatVr160Xl7eI+Q2yqF96rOCo0NC4i0tbVefiC2R9YYWy/AAAAIEA4M0IQbp48w4oux3jfDDWbN9U3NcnJzPI6XXjHDTpeX3Fkb7+vv7KoahsRGFSjaaNFWze5Nmks+Selmac0lJSVJtyyyQAAEABJREFUZ/+1dsi8mVVruCTHJyREx9Rt0/Lr31ct3L6p9Dfg5FCz54iFc2hk35p1yXHxVEWfuX7NsPmzDUxNXr94Gf4qyL5WjdHfL1y4ZaOy6ifcVK9B+zYrjuxrN6i/hpY2ZRkt+/T4bs9WQ3NTyXmMqlisOLKndf/eptbW4YFBCooKVCf5Yd+OgbOmiedR09D4dtfWATOmUF0rPiq6ZrPG8zZvaN69S/F37DFu9OTVy2iZEa+Cq1Szp7xmzl9rJWegD2VqZZWWmEQNsGnFOpgAkDm9Jo51blSfMtO/5i7mTrb6QlPXrBqxaD6VKrTNUhJh6+I8Y92vPSeOLXFmikFXHt3XeeRQMxur1KTE5j27fuu+RXwfH466ltaY7xZp6OhEvQ5NiIkucQqZvGoZxZfGlhZhAYEBT5/rGhpSIfD97q2l7DEXAAAAQDgUCr68z3EBKyiSn0+H0Hm5ubk5OTl+i1aJklLs+3W37tqWgSw4tO6v9OSUMT8sYjJu+cjxHYYObNatC+OZG5Pm06ai3bujTsPa6kXU1NRUVFSUlZWVlJQUFRUV0AfGl+GKca4gEolEVBAFbXJPfexjXK9mjaljGMgCHm6/gXuPRVzzUrQ0M5owRP0tVVVV2njFWy42XimSRwXcxrj47FrfmFcdXd2mtR3OAIDffr+0w8P/nquh/YzGw8RHLCj3AMoPzowAQaOjxaceXjbOTkzGxUVEBnv7VXV2ZgAga7D9wifpN36IQ/Na4sHRrXbzXu16jh4w/du5tx7clZr52q0bNM+iVd8zQXrs/XTsnK9YWUjLSP9j+6YDJw6zL1AmC+EtiuGOnTu5Yt3PrEK8iXqzaOV33i99GQDILIQRIGhnt+9SUVdr2acnk3Hbf1zZcdggC/uqDABkDbZf+BIFBQUxcbF+AS/PXb04asaEH39fiZNexcbOmfLY+xkrCwdPHFn/71/pEjcRq6yF8Jb3S7/5y5eER0WwCrF83epDp4/n5+PXDiDD0IElCFqHIQO6jxtV+nt28NbUX37S0tdjACCDsP3CZ9i5/l+3RoUdG1P0EJcQH5cQd/vBvd82b9h1eJ+eju6siV9zs9V1rbP7j23GxkYMAACAZxBGgKBp6OgwuYCaDIDswvYLX0JBQcHEyJgGF0dnZ8fq4+Z89deOf9q1aFvbpQa9aqCv37RBIwYAAMA/CCMAAAAA5EHzhk16d+p+5OwJ90N71ny/khX1GTFx3tcDe/ZdtWgZN09Obs7xc6duPbz7wv9lRPQbC1NzOxu7eV9Nd7R3lFzUmcvnDp898dzP28rcsm3zVlPGTBwwcXjom4gnF2/RqwlJiY27terducfIAcPW/rPhVejrZvUb//LtT5SMxCcm7D9x+Jmvt/cLn4yszCpmFnVq1FowdY6eri635BUbft2+3/3c7qP3njy67Hn1ic/zalXt27m1mjJqYn5+/j97tl275ekfFOhk7zB97FctmzT/wOd9/sJnx4Hd9EbRsTE1nF3q1qgzou9gC3MLeunEhdNzf/yva2qH5rWsqlheP3yee3r9lsdFj6v+r/xfvgowNDCkNZwwbHT7Fv/1O17iR6OP8yokiF5d+cevhcOiZYN69s0V5bof2nvZ89qLQH9DPf0azjU6tGzTs2O393Vw2GVo78BiC6GnWdnZf23ffO2WR/ibcFtrmwa16g3rP9jB1p59zIOnD4+cOf7o+dP0rMzGdRr06dyjVbMWUvN8xoel/2P/CUMjY6Jvn7q2/eCu614ePv5+Nau7dmzVfmifgYqKJV/i/e0vy/YfP0Qjlzyu0Rfer1tvWs5Pa3/ecWj32V1Hz129uP/k4arWtlNGTkhNT535/TdjBo74dvYC8Z9za+JUzZFm5qbExMX+u2f7w2ePAoJfOVSt5lrdpX/XXvVr16OXIqOjWvbtyM3Wb/wQerx84ExVaxsGALIGYQQAAACAnOjarhOFEXce3i3xVaphjp87xf9VAI1TddfSrApVj4NCX99/+vDEtgPWllbcbH+7//vbpg00QpXDHFHuH9s3eT28m56eLl6OAiusb8cnxk+aP42qkTQeGx9LlfDbD+/N+G5uYlISjddydo2OjX1ZWA32fxHw4uDm3crK/z/s3LD173PXLmlr61hbVHni/ZSG/PyC4NDXFCK4OFY30NN79OzxuDlfndp5yNmheomfhVZ7xLRx6ZkZFDQ4VnP09vO9++jBvuOHtv2+qW6NWtWrOc6cOG3Tzi0051ejJ2hpFt5el8KOmd/Pp4oxjRsbGlHe4UuJTOSb+08e/rVqXefW7d/30Yb3G3zjzs0btz1bN2tZt2ZtV6fCVVr628oDJw5ra2nbWFrlZOecvXKeBsoU1i4tuQfHYSUtJC0jfcDEEYHBgWqqai6OTvFJie6H9+45duDrcV9RFsPeb/na1TsP7aERW0trY33Ds1cvnLx4pmenbuJ3/+wPKw5TVqz/ZfuBXfSroEDqzqP7N+/d9n7pI061pLRt3pJyir1HDzjYOXTv0NmpKNvilvTH9s3nrl4oWnjcrAnTKIxgH0NBz+hZkwOCAmjNnR2dwyLCKHiib3v5/O+G9h2kraVF/9wzly/Q90bfqomRsb4uzi8DkEkIIwAAAADkhL2NHT1GxcZkZmVpqKtLvbp51xZKItwaNV29eLmFmTlNoeBg7rJFHndunrx0dtqYSTTF1/8FJRFGBoZ//PRb43oNacrj50+mfzcvKiaasgNuOQWssNdAqp26Ojn/vWqdro5OWlFUsXzdalrguKGjpo+drKNdeCoEhR2jp0985ufz6PkTbmkcSiKWzl0yqFc/VRXVg6eOLV71/bp//7S3qXpu73HHqtVohr92/LP2nz/2nzhMs5X4SfcdO0hJxN+r13ds1Y6eZudkb961lTKOTe5bNv28niIMGrbuc6eXxLV6qhJT5Zzqt//8+hdlJVTrpm9pk/u/9F77jx/k6uclfrR6teqKRCLKEdwaNqVPxwor8AlHzhyvW7POgb93KhX1PBXw+tWUb2acunh2zKCRdVxrFl/hUQOHSS2ErPl7HdWo27do+/OS5fp6hTVqz7u35i1btP7fvxrWrt+sQeMSP7vHHS9KIhyqVvvth1U1qruwophp7o8L6d07tGjTvUPXL/mw3FtQcEDpxr6NOxrVbcCKop9+E4YdOnVs3NDR3D9ICn0EEyNTCiPsrK3FXzjXlSqtyexJ0wf17Hf30X1aGhdMfNhVLw9KIsYOGbVkxvyi5RRc9br+9eK5v/2zYWDPfjraOvQWvi996asb0L0vd0USAMgi3E0DAAAAQE4YGf3XV2VSSnLxV22sbLq06bBs/vdcEsGKOpWgdmwaiUuI46ZQszw9Th83RZwdUFV8wdQ5Jb7dykU/NqhT39Hekeah1uym9RpR4/w3U2ZzSQQrOv+iVTM3yeVzOrZqO6L/EEoiaHxQz77UuM29qbii286tFT2GRISx9wh7U3jXBjW1/wIXNVW1r0ZNWDLrG1rs+/5EU1Ozd+ceP8xdQtVXrv2f8pqBPfqxwosC4j7w0YovKjzyDSULqioq4ssWaM1/nP/dz98uNzMxZaXzJurN7iP7zYxN1/ywkksiSMsmzedMmk4jFBy87w//3LGZHn+ct4RLIoiFqdnybwpv4Pq3+9ay+rDjh47mkghWGHJV7VKUX/i+9GOfiIIPyrnoX9yjY9f3XeUhJfxNeOEKv/3n0vpT2LFi4Q/L5n0rystjACAvcGYEAAAAgJxQUnx7f6iSbvA5bvBIGsRPU9NSHz9/+uDZY1Z4ZkEON/HOg8JLPDq2bif5h53bdmBLpZemq6Nbs7qr+KmKssr3cxZJzhAVG/PU93loUaAgXj6nYZ0Gkk9NjU2oKd7B7v8dJRjoG9JjcnISe48WjZtd9rw6bdHMwT0HNGvUuHHdhtRgPnbQSPZ+bZu3pkH8NCc356nP8yc+hff+zM3N+cBHK87F0cnczPze4wcDJw3v3blnwzr1XBydufublF5A0Ct6pLBGR0tbcnrXdp2W/PxjQPCr9/3hM9/nFL6IkwJONVs7O2vbF4Evs3Oy6dUv/7CN6tSXfGpiZEKP2dk57BM1rNfgU/+E/rn0uHHnP8FhIRRLNa3fmOKzft16MwCQLwgjAAAAAOREcup/J0To6ZV8FX1oeNglz6tRMdGPvZ9yVVNOQUF+0WNB6JtwihVMi2qeYqoqqlT3TpPoNoKYGhoXXz4t9vbDu2Fvwh8/e8r118jJL1q+mN67F/krFTWY6+vqi6covqcbSLEhvQfcfnDnwo0rOw7tpkFZWbl5w6ZjBo9s9cE+L1NSU85fv1LUB4H3g6ePsrKz/1u9/PyPfjRJ9IWsXrRs1g/znxTW8J/TFKsqlr06dh83ZJS+Xmn7L3gV9poeLcwspKZTOkALiYmLTU1LEZ9jIhYWES4iTOTUok7Ji30d7OrkzL74w1JCJPlUuehqlPz8Tz4xwVDPgH2i6tWcvpk6+5eNa4suNim8rKOWc43BvfoP6NFXsucRAJB12J4BAAAA5ISvf+FZ9NRCrqmuUfzVs1fOz/z+G0ocqOW8Xq3aA3v1q17NUVNNY/HqpeJ5lJVKe3CoqKwkNUXcqyJVp+vVrNO8UdM6NWo9ev5kz9EDUnOqfHGVkiqlf61ad+vB3Ru3PUPCw/yDAzzu3KRh3NBRi6fPL/FPXoUED5s6Jj4xgRVVbju36VjVxtatQZNBX41iH/toxVHr/aV9p4+dO+kfFPA6PMznpQ+15B89f3L7bxulbk3yPvncFQf5JZzDwl1YoVjS/0JRsfAlHW2dD/eV8OUfVlHx419CaXApxocVpivvmjRiXIdW7U5fPBsU9jo49LX3S9/nv/icunx28y9/ahd1RwoAcgBhBAAAAICcuORxjR6blNTxIdX3Vv6xhpKIzb9sEN/ckRw9e0I8TnVge1u7l6/8o+NizSX6PqC/jY6J1nr3agIpAcGBlEQY6Ouf3HaQu78m587j+6zcNG/YhAZu/Potj6+XzNm2z31Qr/4l3hrzz+2bqHI+fujoRdPniSdGREawz0UfVtwVZVpG+uzvF1y7dePPHf+uX/ZLaf7cxqrwbpSRsVFS01NSUxKTkihu0NLQLP5XlhaWyoWUdq7/9wMLL/MPW1YUijIOru9MseSUEq7HsbepOmPCVG6c8qYJc6fcffTg+LlTH+gWBABkCzqwBAAAqHyi+Lisu54pJw+nXjqb88q/QJT74fkLsrNyXvqkXTqVcvpIxv3beakpDATvReDLM5fOscIuIfsXfzU4PCQqJtrSoopkEkE87nqxwlb6/07db9W0sL/JK57XJOe5cP1SQUmdUEh68OQRK+qXQTKJyMzKuvPwHo3k5X3kzz8JrczQqWNa9G6fI9H9QZvmrdo2L+z2MjQ8lJsidaXH/ccP6HFon0GSE6/fvlm4eu9eRVKCd5d16uLZ1v07b961VTyFmutnT/qafbjC/+5CbKpY0qPHba/HVTIAABAASURBVK/UtHfudnn2SuGFCW5vQ5biOrXuQGnFnYfvpDyx8XFNurfuPXYQfefsCz/sZ/nYhTX/UVcr7LU0IipScuLtdz/Lyj9+bdqjzaOi3kw4tlbWwwcUZhDhb79eBVa69wMAHkMYAQAAUMlEMVG5J3cVnHFP3P5X/OZ1setXp1350N3v8jPSs66cKji1PevQ1oR//4z789ek3VsL3l4QDgIU/ibi4MkjY2ZNTs/MGDlgaIkn8JubmNFjUlIS1VrFE/cePXC6KL/IKKrBssI7UA6nZndqV79XVJslz/x8ft64jrGPVP7MTAvPpAgKCcp7e78DGlm8+oewiMI7I2RlZbKyw53BERUbs37LRnFK8iok+P7TwkCkqnVVboqmukZmZkZ0XAz31Ny08B4iAcGB4uU89nn266b1NJKRkfHhd1RXVWMSNeG6NWq/iYrceWgPtdhzU2g1jp07SSN2NlVLuZDq1ZzcGjWl1Zu3bEnK2zzR8+6ttf/+SSND3s0RJI0bUng6xk/rf6ZvgJuSkZW5YMV38YkJtVxqcrd0/ZIP+3nU1Qo/HaUMUn1SSLEruvus512va7dusKIOLG7c8vyr6P4gYq6OznEJ8Ru2/U2/Z24K5TUXrl1mb29eS9SKPmZ4ZDgDAJmFyzQAAAAqWbbHRcUXD9IVdQzGTxfFRqdduxj/z3qVKlbqJd1TkKR73Ujdt0PNzEyl00B9kSj18rmUC6dUbe10uvVhIAyjZ04scXrXth2/nbmgxJd0tLTHDByx49DuwVNG9enSMzk5+d6TB34BL6le/cTnWWJyAjebhanZ4unzl69bPWza2Gq2dqqqqjSPQ9EdN7W0PnStvlujZnVr1Hri83zs7MmN6jUMCgm+9+gB1bT/W35SIitTcyfP8Lp/e/OurddueZgYFt7Q9OGzx1nZ2V+NnGD/Ng6oamNDK9BjVH9jQ5Ozu45MHDFu2qJZc5YuGNF/qKKi4mPvp/QnVuZV1FRUklKSuZtQvO/tuEsq3A/vffj8ce/OPSgOmD9l1i8b1/YY1a9+0XYamxDv/yrAzNh05vippV/I6kXLRs6YcOXmtWY927k4OsUnJXLZzbQxk7g7SpSIvuf+3XofOXui95iBzg5ONCU4LPRN1BtXJ+eFX8/l5vmSD/t5LMwsKI/w9X/ReWivmi411i79ucTZ7Kxth/UbTCnYxHlfV7WyobiB0rER/Yd43vESz0NfzpnLFyitoEXRj5AVJU1RMdFN6jfs07UHN4+tpTU9zl26aJP7lh/nfVuvZh0GALIGZ0YAAABUsjTPK7naprpTFur26Gc4dorxjG+U9AxiN/xckFPCXfTys7OS9m5jRpY60xbrDRiuP2S08ZTZyobGyaeOMBAqfT299i3arljww7plvyq9v7/AxTPnL527xEBXb7P7VmrVV1VRWb1k+f6/dxoZGD71eZ6a9l/j/KiBw3as+6dru87JhZ0XJHZu3d59Q2H3BHrF7uwgiSq3237fNGrAsOjYmD+3bbp044qzY/W9f23/acH3rBx6jjDUNzi0effogcMVmAKtfHRsbJe2nf5evX7elJnieRZMm2dtaZWYlBQdG52YnEQfhD5XnRq19p84TCnGm+jIScPHHd9+oHG9Rnl5eXcfP/zA21E0QFVo+m59XvpxZzFMGjFuw0+/UR34VejrZ34+FIhMH/vVyZ2HrIouvijlQizMLY5t2z+wRx9rS+uAoFeKTIFShoOb3GdPms4+6Odvf6IauKW5hX9Q4BPvZ8YGBvQnezfuEHfu+CUf9vPQW38/Z4m2tk5wWEj021M2SrRs3rcrFy1r2aR5Umqyo121xTO/oZ+lgsRlHjT+x4rfKFgxNzH1DXgRGBxU27nGD3MWb1+7WVVFlZtnzKCRzRo0zhXl0jeQkoLr1ABkksJHrwCEDygokp+fT8V6bm5uTk6O36JVoqQU+37drbu2ZeUmNSHxq2ZtbV2dVx7bz8qf+4pfLrjvnbl+TeMuHVhlWNx3SIjvi023r+kYfvLdod5nYa+BYS8DNt+5rm2gzyrW7tVrzm3fPfXXFW69urPy9Pi655rJ09sM6DNxxVJWeW5Mmk+binbvjjoNa6sXUVOjhhmVwt63lJSouUZBAZd9fhGuGOcKIpFIRAVR0Cb31Mc+xvVq1pg6hpWFrPT08fXdzGxtfr94ksmmfb+uO71lx+TVy1r17cUq1p1zF/6YtaDL6OEjF89/3zzBvdrodOphNG6qgmZhf3UFotzYtavSPa5U+W2TmpOL1MyZjx9EL1+oN2CY/uDRCkXVzrykxJhflmb5PLM7cY2VkcC9xyKueSlamhlNGKL+FjWS08Yr3nKx8UqRPCrgNsbFZ9f6xrzq6Oo2re1wJiNCw8PU1NWohV9yol/Ai56jB/bo2HXdj6XqmhFAFv1+aYeH/z1XQ/sZjYeJj1hQ7gGUH5wZAQAAUMkUqTEzT1SQ/9+V9grKKspFNzIQxccWnzk3OlJBRVXZwFjhbQN4gUhEcZQibncHZeHYuZNuvdpLds1I8crvmwt7MejUqh0DAAAoI+gzAgAA5F+7wf3qtHKrYm/HeEnN2TXT55koJkpVW6fwuSg3t+h2ANneT7WatGCKEi0HeXmZ97wKsrNE0ZE0zoryiGx/v9yIMI0GTRjAF+vctsP2A7t+/Xvd+WuXdHUKf5AhEWHhbyIG9uzbrX0XBgAAUEZwZgQAAMg/Mxsb1yaN9E2MGS/pdumVn5wU++eabH9fUdSbpGMHsryf0fQUjyuxntdz396bIDtXFHX8cMbj+wV5eWk3LtMgio3OuOuVuHsLTTEYNIIBfDFnh+oHN+8aOWBoQUHBU1/v1+GhNRydN/28ftWiZQwAAKDs4MwI2XD/wpWrh44GPn1Wxa5q/XatW5TU10B2ZuaFXft8bt977etn6WDv2qRx19HDtfTe6WsqJSHh6oEjr555B3n75mRlGVmYO9SpNXTuTC19PfE8idExZ7a7P/O8lZKQ6Nq4UeeRQ1npvHzw+MbR4/6Pn2ZnZrk0rOfWq3udVi3Erz68fO33abPH/LCoRpPGp7Zsf/nwSUF+Qe0WzbqNHW5mayu5nKDnPufd97x8+FhJWaVuK7duY0dJvVFSbNzpoiWEB76yrFbNztW5Zd+eTvXrsi9DH3z/b+vpy0mIjrWr6eLSsEGX0cO09d/pUSI3K/vYxn8e3/CMCYswr2rjVK9Ox2GDq1T7f1vrdwOGx4RHrLt06sz23c9v3ooIel2tVo1WfXuW2D0EfSdXDx4NfPbcvoZr3dYtOgwdqKSiIjnDkxueDy5fC33hHxYQqGtkaGxh3n3caPoBSM4T4vvi0r6DLx48SoiKsXKwd+vVrcMQ6eWIPfP0WvPVTFV19YVbNzrUrU1Tgp/7nHPfQ7+HxKJP7VC7dsdhA42qWDCAD4qLiPxx2JiEqGjaqGkr4CaWphSi6o3n8VOPr3v4P3yiY2Dg0rhBp+FDLOyrimf4pI1I0r3zl28cPRHqH5CTmelYt7ZL40Ydhg1U09DgXi3eZwSt/Nkdu57fvJMUG+vSuGGXkcOo0Fs/c97wBXO7jRvJ3nbvsvrUoYTIqGuHj1OhZFzFok5Lt+7jR2loa0u+dWk21Q9Tr1lXt++g1LMn3sybqqCpVZCRzoq6AolXVr8Sl101OLq+pVF6Tu7jNwnxmUpNlVTVRCJRXEzsulWKWtoFmRlKxmYGoyaqWNowgLLgVM3xhzmLGQAAQHlCGCEDzmzZuffXtTRi4+yUnpp6cO2fXqfOSs0T7O37+9dz6IhZVUPdprpTdEgYRQNX9h+ase4XOsjm5vG9c2/9rG/SEpMUFBTsaromRMeEvQygIcTv5dL9O5WUC38MSTGxP42aEPU6VENHh2q2Tz297l24JFnZfh/3n36mSggrbH601jM0vHPuktepc817dJv220rJ2SKDQ4799U9Gaqqti3NcxJvL+w7SZ/lh33ZrJ8f/VvLu/V8nT8/JzNI3NaHlXNp78NaZ84oSpyjn5eauGvtVeNERv61z9ejQsGBvn6sHj4z7cUn7IQPZ53rt47d85ISs9HQtXV1bZ6eIwKAX9x5e3n9o0oql4hoFvfr9oFERga9U1FTpS05NSLq4e//lfYf6TZvUd9rk/6+hKG/1+KlRoWENO7StVrvm3fOXNs5fQuvZ7+uvJN/x3M69tOa6hobmtjY+d+49u3nr+a07czeuUyj6sAX5+X/MXkB/S+P0Sa0dqr1+4R8X/ubF/Uez/vitUaf23ELoC9y5/Of8vDz6uqyq2VGSQoP/w6fT15VwP61Xz56vmzFfWVV13t/ruSSC/h3LR03MzsgwsbK0dnIIeu7rd/fB1QOHF2z9q1rtWgzgPagY+XniVKrMU71dnESUphTKTEujDZymUylU1dUlMz2NNqIr+w8PXzCn86hh4uWXciOSdPPEmb+/WUIxnJmNlb6x0ZMbNx9f96TU47vdW6XSEA6t5/KRE2PCwihWoNzE+9bdR9c8GrYvoePhB5euHv3rHw0tLUpMqGSgtJRyh2UHd9HHZKXeVD9KUVtHr0d/NXunrCf3cxMSFBjLCQ7MfRMe7NIwUtckMjQqLCktKiUlOjXDwMTa1LWh67NbKlXtVCysaQ1UzKuo12uk7uzK3n8PBQAAAAC+QRjBd1Tr3v/7Bqqyztm41rFe4S2U/e49WD9Tukt295W/0rF136mTek0axx0iUx2Aqqm7Vv664ug+rn7rvuJXqkJQi1/fKZM0dQuvAn3zKnjFmEl0bB3w6Klz4wY0hVIPSiJa9es9bukSqnJTKLB16U83j5/+8EpSezslEXRAP/WXFVVrFHb8TrWUv+YvvnX6bP32rZp1+/8lphfc97Yb1H/YN7M0ii5D3fbDClrPU/9sm7pmFT3Nzc75d8kyetOxPyzuMGwQK2p9XTd9brCPr3gJVGGg76Tr2BEjFs5jRa2sj695rJsxjzKaNgP6cpHKpxLl5Pzz7Y+UNdAX2HfaJFoIVTDObt+995ff/13y469nj3J33Ni/ZgMlEZRNTF71I3fGxHOv2xvnLTm84e/qDeq5Nm3MLS0zNfVN8OslO/7hvopOI4YuHzHu6J+bG7RrY+vqLH5TSiKGzJ3Rc9I47uta9/Uc+iBnt+3qPmE0Tblz/iJVb6huM3/zH5QcUc2NvpYTm7ce//tfqrlxNZzokJDdq39TUlaixKRl356sKEv6feqsO+cuNO3WSaoWFBn0+tfJM/Lz8+b9vYH7X7PCH8lBSiLm/LW2QYe23Pd/6t9tR/7YdGLT1jkb1zGAktBv5pdJX1Pp0X/6V9wZBJzSlEKn/tlOSQT93sb9sJgSNJri/+gJVeb3/LK2Qfs2xpZVuEWVciOSdH7nHnUtrTXnjhmYFfb7mJaU9M/ipQ+vXL9++Hj38aOKz7/n57WURNCGM+6HJbS29OPfvWoNpXvF56QNfPyP37YZ2FdRSYk++0+jJlKZ6XniFJd+lmZPHKkPAAAQAElEQVRTLSXKIzQbN1evXa+wJ4iCgvyMjNCjB/xtGxXQV1fAwpLTckT5aVlZcakpSo0713JxMO/UXUFdneZUUFFVUFNjAAAAADIFfUbw3dWDR6ndu8/UCVwSQQpPJ5ZoQiRPb3j6P3xcs1mTATOncnUAQgfKVCMN8Xt578JlVnRCgUvjBs17dBsydyaXRJAq1ezqtnKjkaT4OFZ0EcetU+cMzc2onkBJBE2hpVEqoaWr++GVPLax8PbjlCBwNQdCC5nw43c0cnLzNsk59YyNRiyayyURpEdRJSHY9wX3lGrjVD1o0qUjl0QQY0uLEQvnSi4hJiyicMXU/vuYdOhP6cDE5d+PXbo4X5THPsudc5dCfF/Ubd2SvkAuzqCKE1Vg3Hp1o+/k0t4DrCgWoRGqPk39dYX42o1abs0GzppGI1R7l1xgp+FDxF+FeVUbqp5RaHLlwBHJeRp36cAlEf99XT/9QCMX9/53r1Z1TS1697HfL7avVYO7iRT9L9oM6EMjSXFx3Dw3T57LzcruMHQgl0QQWr0h82ZSvSjYx6/oy/nvO0qMjlk9cWpGatrsDWtqNm8i9WWqqP9XjaF/OlUjRy6eT+vPACRwP0J6yBOJ1k2f9+qZd88JYyXPUyhNKZSelHx6m7u2vt6U1cu4JII41a9LGwgVUGe2uUu+Y2k2IkkUXtBKcgUXoY106LxZFCLUcmtafGbaIiizM7GyHL/0W25t6Q9Hf7fAytGh+Mz12rRsN2SAYtFJB2qamh2GFpZOr31fcq+WZlP9JIrqGopa2hRMKJua2U2ebm32XycXJsb6pkb61kZGorx8O0tTqyGjlIyMuTmRRAAAAIAsQhjBdy/uP6THBu3eOXm4efd3urN+/cKfHl2bNpL621rNm9FjsE9hVV9JRWX0dwun/bZSfO4AHY7fv3glOiycxkXZufTod/chHe7XaeUmrp0SNQ0Nrtn8A6hmQofyzg3rS060sK9KVYjQF/7U5CieaFfDlY7mxU8NTAvbMHOys//7sA8KP2z9tu9caE3N+FRnED+t3aLwQ53YtGXDzG9uHj9NLbH0lGrjTbt2llztTxIe8Ioem3TtKDW9SefCKRGvXhc+BgbSI2U3UteKU3RSuITAV5ITW/XtIfm0YcfCe6H53rsvObHxu02mNs5O9I1R5MF9Iqr/TP11JQUW3KuinJwX9x9xp4LTODfx5cPHhQvv8M5yXJs2/vvW1UGzv2aMu+ScpSen/DxhWlz4m54TxtRp3VJy5lpFX+bar+e4r/jl0dUb1BytrKraZfTwmiXV30DICop+TAX5BZsXfvfs5i2nBvWGzJ8pOUNpSqHwwCAKHexr1hDHkRxuo379NpTklGYjklS/TavMtLQl/YYe//tf37v36Y1og6IQgbas4jM/97pNj1JlHcUNJZ7IUL1BPcmnBqaF6UBOdhb3tDSb6mejdKOpjYmSooKSkqKlpbGJiT6N2JsYd3ayxo3uAQAAQNbhMg2+iwl/QwedBmYmkhONqlhIHolGhxTeAe7g2j9pKL6E6LBQ8Xjgk2c+d+7FhIX7P3765lWweHp+QT49xhdVg/WNpXubN7H8UHeGtDRqLM0TsREu9Uuc4c2rIPGZ1fqm7yxcUbmwsVF8RkMctwLFurs3tbaKDY/gxq2rO1Lj//416+8Wnh19kabY1azRbmDf1gP6fN41GiQqJIQejS3MpaYbF/XjGBNa+AW+CS58NCo2j5aeLrX0JsXGZaSkcqec0GqYWFlJzqNnbERhUFRwCNXoxP84A1MzqUUZmZlFBr2mL8Gw6F0oRLh/6WpMaNir5z4vHz3OzfovssnPL+BGkuPiWeFZFabsgyhyogCIKloex0/1GD9Ksh7YblB/n9v3aIYL7ntpoDWv2bwJhRG1WzRnAMVEh4bRQL9z/4ePqTDheh7576VSlELRRZsSZRnDq5fQ3eyboP+XSKXciCQNnT8z1N8/IjDo0Lq/6Cn9zht1bEcBXIld3nBlnaGZ9LZTfAorLJHeKX4VlQrLmYL8fPGUj26qXyIzR5SYnq6hqhYUHJmXl0fL1NXSyiuDBQMAAABUMoQRfMcddUse+LKiI3XJ8wu4i7Gr1nDRLul6CnH9WdzHpJaurkO92jWbNXGoU4tSict7D759L4X/v6UENQ1N9n5c75JUP7Gv4co+RlHxQ/2rvW8F1DU1JJ/2nDi2YYd2t06fiwwOiXz9+rWP71Zvn1tnz8/7e726lhb7dBSmsLdtvyWsc1HGkf/fPKzE9WaF/xSl/38MxY+fc6SoJD1PftHSuYtiKJVYNnxcSkICK0pbGndqb1HVtkazJj8OHSOeX0W16Iz0gvfWS7gvkmKIr39bRU3K57bv3v/bH2OX/r+DdPohzfrjN5/bd596ekW9Dg3zf/XUw4uGbuNGDl8wlwG8Ja7/dx41rEbTxr9PnfXvt8tWHt8vTgBLUwrRhkGPplZWptaWH38/xU87cY8i2pXH9t85dyng8VNKSIN9/TyOnrh95txXPy9v2rWz1Mzc7WYKCkpVpy++qUoqzab6JQIT0lIzM6lwUEn5r4TJEeU9iojrUt2aAQAAAMgyhBF8Z2BqSk3uCdExptb/bydMTUjMSk8XP+VeatW3Z+eRw963nIjAV5REaBvorzy6T/LGjb73HojH9UwMWWFnilFSfxtfbIokY8sqVCGhGu+iHZvZl+FOyii+AtwZE5Is7Gz7T//venVqbv1l4td+dx94njgt7tj/k5jZFH6B8VHR0u/7JpK9PVPDzNa6xHWjRtG0xCTKYsTxUF5ubnJsnPiSeFZ0CgNNNLaqItmim5qYJLUoaq2lGcyrFt6c7+hf/1D1pvv4UcO+mfP/9Yl4Izk//d+DfXwTomNNbd6pllxw30trW7d1S66q1ax75/rtWrs0bnD33KXL+w42697FudE757BQxYkGbvzJDc91M+ad3baLvknJnxwIHFdvN7a0GLl4Pv1K67Vt9fiax+ktO3p/NYGboTSlEDePXU2XGet//fDblXIjkqKsqtqid3cauBU+vH7j8b//df/pl+JhBJeGJEbHSk1PKFYIfFRpNtXPlpGT+zI2yUBbOzg+rkEtxzdv4jMzC0+7eBqZ0MbOXF1VhQEAAADILPQZwXfc5cpc929i9y9dlXzaoOjek4+u3JD6272/rp3epgvXP/yLB49Y0eXNkklETmaW7+3Ca7Dz8wrPvHBpVHj7vWc3b2dnZIjnoQrA46se7IMadWxPFXLfu+9czk2VhynN2i3pN5TehZWOU/3CTjrvXbwiOZEaHsNeBoif7vn5tynN2/k/eiKeYmZjw3W4GPu5FQCujkR1danpdy8UTuH6wuDmeeLhlZma+s485wovFanRrLHkxAeXr0k+vVe0nDot3CQn+ty5J/n0tY9fdEho7VZuXFOz3/3CkKj94P6S8zy5cZMeC/L+O03GxKrw1gOPrl2XWo77il8uuO8TT+FOoNDQ1h48ZwaNbP9xJdeLB9XWlo8Y93WrTpJXtlOEQT8S9vY8dgBJSsoqXBYwavF8FTXV45u2RAaHcC+VphSqVruGoYW5372HFOFJzvPo6o2vmrX9Z/EPkhNLsxGJ0WrM79b396mzxFNoPQfOmqatr0cFUWZamtT8NZs1UdVQp7JO8sdfkJ8vVbSWRmk21c92PzxOlJ+vqaqmzBTuer90crDS1CzsbjMnL88nJokBAAAAyDKEEXzXun9vejy+aSs1WXNT/B8+PvLH35LzWDk6UNO39+2757bvFk+k+c/v2EMH4rXdCjuHMzQr7KHgzavg/Lz/OmigkX+/XRYTXtiBZU5WJj0amJnSchKjY/5e+B13+E611u3LVnHzfEC3cSPocdfKX+lvuSnZmZmbF31PDYb2NWuIu9b/KHp3WgdqcaX2TK4llhoq/1myVLzOxNbZOSU+4cgfm8SJCaUD9y4WhjVVqlblpkSHhFAyEhEYVMr3bdKlk46hAX1jB9f+yb0XvfuZre5eJ89SZaZ5j66sqK8KqsAkxcRu/OZbcVXqudftQ+s30kiHwQMlF3j0r80vHzzmxn1u36W2UxV1te7jR0rOc/XgkYdXrv+3wqGh9DFppNvoEdwUI/PC/1d4wP8/QuDT5/t//4NGst5+8JZ9elCF8NLeg+IYhZKjg+sLL5h369mt+MekFmPXJo3CAwJP/lN4ixOqrVWxs6N/2eENm8Tnq1P08+J+YW5lXOVDHYWAwJnaWPeYMJZyxi3f/chNKU0pVNg96oihVCzsXL5KnALQj3/nT6tTExJrNH0n0SvNRiTGnU9EoQaVHuKJDy5dTUtKNraqItXpLCu610arPr1iwsK2LV3BZXO07VAJRlsHk7gmpTRKs6l+nqzcvIcR/92Pw87EtKWViYOOehULIxWVwrySwoicLw47AAAAACoRLtPgO4c6tXp/NeHEpi2/TppOB9xqGhohfi9rt3TLTH/nMLfv1En+j57sXr3m9tnzGlpaIlEuV6Wc8vNP3Dn8NZs3rVa75qtn3qvHT3VpVP9NUIjvvftUtabl06FzSsJ/jWwjFs0N9Q+4f+HKUw+vqi7OYQGvRLk51FT++LrnB1ayWu1arfr18jh6cnGfITbVHWlKVGhoXESkravz8AWzWalRnWHsD4v/mLPg0Lq/zrvvNbOxDvbxMzIzs6tZI9jbh5vHrVe3O2fP0/rM69q3il1VVnRLP8osXJo05E7PJpf2HaIaUcu+Pb9avbw076tnbPT1mlVrp8+l7/ny3oOWDvaRr0OodqSmqTnxpx90jQqvXqH6yaSVS1eMmUwVnmktO9hUd0pNSOJimj5TJkrdfkJLT3fZ8LG2LtVzsrOpes+K/hFmNjaS89Rt3YIacukzUt4R9NyH4oB6bVuJl9Njwph10+f+OW9Rp+FDFBQUA54+9X/4xMSyioqKSlpyMlWfKIag6t/IxfO3L125YdZ84zVVzK2tYyPeRIeG1WndokWfHiV+Uvp6F/YaeGLz1iZdOtCfD5r99fNbd079u40qjXpFH/Pl4ye5Wdm9Jo2TvIMJQHG9J4+ntI7KmasHjrQrOi/go6UQaTuon9eZc16nzgV5+xqZF3Yk4f/kKYUabQb0cevVXXL5pdmIxGjznLDs++Ujxq35akb1hvVUVFS5d1dUUhr3/aIS/6TPlAlUHt44cuLehSvWTg5U1lGsWaWaHSW2au92UvNhpdlU2WcJTEhOz8nlxhtam3Z3tskuYGnGeqlpmdHRCfEZWRHJ6XaGOgwAAABANuHMCBlANcYFWzc26NA2PSVVUVGp77TJ8/5ex930Xsy+Vo2Vx/Y36tQ+IzWVDu7jI6Np/h/2bhdXSumAeMGWjZ1GDEmIjqY2xvuXr9BR/ne7to5f9h296vf2hnl0rL/iyN5+X39lUdU2IjCoRtNGi7Zucm3S+KMrOXnVMqroGltahAUEBjx9rmtoOHDWtO93b/3UHiUbtG+z4si+doP6a2hpU8RAU+uOjgAAEABJREFUjf/f7dkqecMIqnXMXL9m2PzZBqYmr1+8DH8VRJ999PcLF27ZqKz6mQf9hFKAFUf3UTVeS08v2NfP2MKi+4TRP586xN1QkGNUxWLFkT2t+/c2tbYODwxSUFSgCOaHfTvok0otjf5BhV1aKCikJ6c06dJpifu/xdOBHuNGT169jJYZ8Sq4SjV7ipzm/LVW/Cr9Kxdt2+RQu9bVg0coLIh/E9VzwpgVR/e6NG6Yn5fHnRlO2g8ZuGj7JudG9fNyRfS1U64xfMHcWevXvO9jUl2r08gh1Aj875IfKf7QMTT48YB755FDmQILfOadGBvbpHMHWo3Bc2cwgA+iImXEwsJeEvatWcfd2OWjpRAr6un2x307u44dQVtrkI8vRZ8Ukk79dcWE5d9LLb80G5EkyiBoE6Y5aWVoWxDl5FJxt/L4fqnb2YoZmJl+v2cbRSqURIS+DDCxtKDtsXGnDkUrqc1KrZSb6qfKy8/3e3shhom2RnMbM2VFRS0lRTs1lWrWplpa6hk5oteJqfkFuK8GAAAAyCqFAhzKfIGCIvn5dMxJ9bvcnJwcv0WrREkp9v26W3dty6DyHFr3F9VhxvywiFWs7wYMD3ru88f184bFbgIqWDcmzadNRbt3R52GtdWLqKmpUbuxsrKykpKSoqLiJ50VD8VxxThXEIlEIiqIgja5pz72Ma5Xs8bUMUzWVMBGlJOZFRsRQami1GkLG2bOv3v+0s+nD1s5OrBKFZmScczndXxGlrqycjuHKvWqGCkWbSaUPgTm5Pkmpb14GWqlo9nT2UZP4/ND2A8L3Hss4pqXoqWZ0YQh6m+pqqrSxivecrHxSpE8KuA2xsVn1/rGvOro6jat7XAGAPz2+6UdHv73XA3tZzQeJj5iQbkHUH5wZgTIIToGfOrhZePsxAAAilFQVFzQY8Cczr3Sk5LFE1/cf3TvwmVrJ8dKTyIoWwpNSkvJLrxGw9FY18VEX/HtsS+N2KoqWepqWlqaxGZkxWVkMgAAAADZhD4jQA6d3b5LRV2tZZ+eDACgGBU11Vb9et04cmJ2x552NVxoCrVgv3rmrW2gP3nVj6yy5YjyYtKzcvPytFVV2thZaKq+s6dWU1BwVVVJMdbLSM+MSs20M9RVRDMdAAAAyCCEEQzkT4chA7qPGyXVrQYAgNj4Zd851q1z/9KVN0GvUxISrarZ9Zo4tsOwQfomxqyy5RcUiPLylBUVB9Sy19dUKz6DlpKCs4ZqrK5WHi60BAAAAJmFMALkkIZOpfUwv/zwHgYAX6BiNiIlZeW2g/rRwPhHXVmpkbWpvaGutf57OwA2VVZqYKBjoqaE0yIAAABARiGMAAAA4BEFBQUrPS0aPjCPiqKCo54mAwAAAJBZCCMAAAAAAAAAoEIhjAAAAAAAAACACoUwAgAAAAAAAAAqFMIIAAAAgHJRgDueAMgaBYmOgRWKMAAoHwgjAAAAAMoSV3sRV2Pi05Ieh/oyAOC3pIwkbkThLQYA5QlhBAAAAEDZUCjC3m1cfRTqQwMDAFlAG6+ioqLCWwzZBEC5QRgBAAAAUPZQewGQUYpFkEEAlDeEEQAAAABlgCotXCcRXAWGKjNL2k/OyMzMycnJzc2lR5FIlFeEmx89SsiuqKgo+v+ampoykHHirIH+oUpKSioqKupq6kpFkEcAlDeEEQAAAABlRvK8bk1VDWWmlKtclESoiLgwIj8/n4shEEbIrpi8KMUCpq+ly0DGiTdY7mwIZWVlyiPoUTKPYO9eeAUAZQVhBAAAAEBZEldsqDJDtRoudOCeUhhR8BYDmZWbm0v/TXV1dQayT3z6g9JbXB4hebEGA4BygDACAAAAoCyJL9OgWo34wg16ml8ESYQcyMnJoX+uhoYGA7kg3mbFGSJ3coQ4jxDPxgCg7CCMAAAAACgzkmd9U+hAVRrJJIIwXKAh+yiMoP8szoyQJ+IwgssjxI/oNgKg/CCMAAAAACgbkn1YUjWGSbS40nT0FiE3srOz6b+ppqbGQC5IZoiSqYTkaREAUOYQRgAAAACUJcke78SnRUjGEAgjZJ1IJKJ/q6qqKgO5IHkhhjiSkMRwjQZAOUAYAQAAAFBmuJMjuHoLd0IE4UYYYgh5wd2iVUVFhYEckYoRpZ4yAChrCCMAAAAAypLkxRpMohqDJEJucLdoVVJSYiB3indXiSQCoJwgjAAAAAAoY1ztRXyKhOREkAPiE14YyDVsswDlCmEEAAAAQLlATUZecWEE/r8AAF8CYQQAAAAAAAAAVCiEEQBQEXCldEVCYx2UFanO5AEAAADKCsKIMoNjNYAPKN4ZNbaX8oPoBwAAAAB4DmFEGShepwo9f/WNxx0GAKywZsyKNhOuoy/cIqsCcF9vgq//3UWrGMBnyU1P50YU3sUAAAAAygLCiLIhdaAmysikgQHAW1wYQSTrM6jYlC2poCc/OycrO54BfAGpLRd5BAAAAJQVhBFfSnwvcW7cuGOrnLR0kUiUVyQ/P58euVdx4jQIDVdvUVJSopqMupWF4luoz5QtqVKIvmH9RnVVLcxERbiCiHDzoCCCDxNvm9yWq2Kgx41wW654HmzCAAAA8IUQRpQN7siMjtWM2jTLKZJbRFwTQDUABIWrqHAVGKrJqBRRVlaWrNWgMlO2xKdFEL26NTRrOInLIslIgqEggvcT/4q4LZe2WWy5AAAAUE4QRnwRrkFSnESIj94KJC6SRwUAhEm8XSgVkazSoD5TTiS/cyp2uLJIsiAqKMIA3k8ySVQugjwCAAAAygPCiDIjrgNIJhHcU4QRIDSSrfRKb3EVG6nrzxmUHXHuwJU84iSCyyYK3mIA7ycOI7iNV/ktcZIoNScAAADA50EYUQbE1SruoJ9JJBG4VBuESTKMkMwjOGhcLQ+SJ9iztwUOF/1IFkQMZRG8n2SvEOLT/Ypvudh4AQAA4MshjCgb4gqA5FNxayTD0T8Ij2QeoSihePsqfDlxH5bisog7CYW+7by8vAIJDOBjJIMtqS0XGy8AAACUFYQRX0rcbQR7e+hGj1wGgSu0ARQkcFuHVOMqKjZlSPIEe6n+IxgiUfgUUjs13NoTAAAAyhzCiDLDHa6Jr9OmR8mTpQGESep6DVZUVWbIIMqBZDDK3kYSrKgIQioKn0Fq45VKIrAJAwAAwBdCGFEGJE+QlnwqefSPmgAIjVRdpcRTIVCfKQ/cVy0uhVAQwacqvpFKbbzYcgEAAODLIYwoG+IWSMk8AodrAGLFswkGZU1cELFi2SjA58GWCwAAAOUEYURZEh+lIYkAKA4bRcWQLIgYvnYoC/gVAQAAQJlDGFEucNwGAJUOBREAAAAA8Bb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B97dwEexdWGYfgQxQnBCRAkBHd3l+LutLSlLVWktFCKFWiLtFAH2lIoXtzdi7u7J1iQBEJc+D8yf7fbhAkbiOzOPvfFNczOzlp2d/acd745g2RFGAEAAAAAAJIVYQQAAAAAAEhWhBEAAAAAACBZEUYAAAAAAIBkRRgBAAAAAACSFWEEAAAAAABIVoQRAAAAAAAgWRFGAAAAAACAZEUYAQAAAAAAkhVhBABY6smTJwoAgBj8KAApIlWqVAqGQBgBALpoaAIAAFgV8+YZwYRNI4wAgGcz/dRpM7GCCXIKALBn8isQFRWlACQL89DBNC8zWnuMSMJGEUYAQGzmMYRGxYkkCCMAwG5pPwGEEUCyMQ8gtGmsSII8whYRRgDAs8kPW0RERHBwcHR0tPqn6Snzpt8883lLpgrJK0HvTmJNtYfWm0eySZF3n+97ijDtGlXJ+L5HxQgMDOR9tx580w0sVhLh4ODg6uoqU1MkwTtiowgjAOA/TBUQkjWEhITcvHnT2lohttVmsq3nmaDnrFKahc9ZWZME5TjW9gz5xL4kI31i5QciMjJSwgir+tvyiU1cht/GWn/bQO95ykVHR0cHM4o8wjYRRgBAbE/+ITu+5Fcte/bsqVOnVtAXt8VmPp8MU+3hrKSNBfvBJ99uOTk5ubi45MiRQ9kNK/+088m3HxICRkRESBooeYS2JFUMBRtEGAEA/3piNiSE7PjSIglXV9c0adIoAABiaDtj5ddBAUheWh2E5BHmiZi2nEjC5hBGAMB/PDGjjQqhAAAAYB2exIzqpc1LO02LJ0xX0XKzIYQRABCbKYnQiiMUACBx+Z9OdXOrevLiZ6OIDndQ7qVU3uqpHJ0VADsjYYQWQ2itNZkhhrBFhBEA8Aym4gh+2AAg0Tns6Zfq1nb1JFo5plZOqZWDo4qOUuGB6kmkJTeXlDhVqEOUk7dDj00qQ04FwJ5I8ywyMlICCMcYWoNNURZhgxwUACAO8x82BQBIRNJhuH9E/lMZ8qkcZVWWYsq9iHIr8DSViCM6a/mIZpujPNuYL3za3XCIfvLgnIoKUwDsjDbEuKmC1UTB1hBGAEBsT8zO7knEDgCJTLarspl1cFFps6lUjio6Uj3yUXdPqojHz1jZNavKWDi67syoAp2eOPxnwMgnir4HYI+kbWYKIzii1qZxmAYAPAOVEYA9++mnn2bNmhVroZOTU968efPnz+/l5dW+ffvMmTOrBFq6dOmmTZtOnjwptx0zZsyECRPOnj27ZMkSDw8PZSC3bt2aOnVq586dixUrFt96qRyUo8vTQzMCrqiIRyp+jqmjq32vnNM7XJ6fKjJYAbBjVEMYBmEEAOji4EPAnmXPnj1Pnjymi5GRkdeuXbty5RD1OgAAABAASURBVMrWrVuXL18+Z86cjBkzWn5vmzdvHjt2rMwUKlQoKCjIzc1NGZSELLt27erYseNz1tO2rkG34kkipJ/xxMFZOcS0V13do8t8pqJCHS4vTPUkQgGwY+w0MgbCCADQJUkEP3KA3WrYsGHfvn1jLTxy5MjIkSNv3749e/bs9957T1ns+PHjMv3oo4+6d++uLRk0aFBISEjWrFmV3YoMVhFBSjlEFe39pGDnJ+kk+omT/zqlVa4xRSgSXqTPF115ggp/5OizSgGwY+aVETTVbBdjRgCALiojAMRSrly5/v37y8z27dsTdMPQ0FCZ5s6d27SkePHiFSpUcHV1VfYpKvxJ4I3o1Dkjm2+Nrv7Tk5y1VIYCKkP+2P/SZH86roRGNshpskXXmxMTWwAAbBuVEQCgi8oIAHHlypVLpv7+/uYLJWuYO3fugQMHzp07V6BAgYoVK3bv3l07jmPHjh2ffPKJttrgwYNl2rNnzw8++OC1114zjRnx6NGjRo0a1atXb/jw4VOnTj148KCfn58EH23btq1WrZr5A8lGaeXKlX///ffx48czZcokcUbnzp3z589vWmHixIl//fXXnDlzDh8+vG3bttOnT3t6etaqVevNN9+Mjo6eMWPGzp07L1++XLBgwbfffjvWnR85cmT58uVyz/JyypYt27x58xo1apiu3bp1qzz/AQMGVK5cefr06ceOHZMnU7Vq1R49euTLl09WuH37duvWrbWV33jjDZkuXLhQu+oZoiNUKpfoyuOfZK+iLPckSt3ZrRg2AgBsH2EEAOiiMgJAXLt375Zp4cKFTUvOnDnz8ccf379/39nZuVChQr6+vidPnpSUYezYsRIWSG9cgoBdu3ZJ9NCwYUOJBsqUKfPMew4ODu7bt69kAV5eXunSpdseY9iwYS1atNBWCAoK+uijj+TOZV7WkYvyKMuWLfvwww+7detmfleSaEgIkjp1aolOzsaQDdrVq1c3bdokWYmkJBJS9OvXb9asWd7e3tpNxo8fv3jxYpnJmTNn5syZJXrYvHlzgwYNvvrqK/N7vnbt2rRp0+Sh5QlI+iDhxfr162WJXEyfPr280g0bNvj4+EgqkTVr1niG1XiSyiE6T9Mnueo8HckyLCDVpbmp/E+min2qzlTRWco98e6lnNPF3CYq1fXVDgc+SxX2QAEAbBxhBADoojICgLlHjx4tXbpU+vky36lTJ9PyCRMmSBLx2muvvfHGG9L/lyWLFi369ttvZfncuXPz58//9ttvywpaGFGvXj29+9+3b1/x4sUlEdAGzly7du3IkSMnT578yiuvODo+PVRh+vTpkkTUqFHjs88+y5Ytmyw5evSozP/0009169Y1PwZEkogBAwa0a9dO8hFJK77++uvff/9dVpg3b17BggVlhd9++02WyGPJzeWiZCXa43755ZdFixaVJXfu3Pn8888lj5CsoUmTJqZ7ltUkHOnfv79ED3JR1l+xYsUff/whmYUskVcqL1MLI0qUKKHi4eL2JHc95ZxBZh0u/ulwcISKCkn137N1ygWHkDtRBTo8DSOeRKub254mEeH+MUNLsHEG7BRtM8NgzAgA0EVlBGDPJEeo8l+NGjX65ZdfZMvQvXv3OnXqaKvt3Lnz1KlT5cuXf++997QkQnTo0KF+/fpXrlzZtGmTSgjp5JtO4SEZRI4cOe7du3f37l25+PDhQ3lK6dKlGzVqlJZEiLJly/bu3TsqKirWuUglsOjcubMkETLfpk2bTJkyyYwkBVoSIWrXri1TX19f7aIEEzIdMmSIlkQIeeihQ4fKjAQN5vcsdzVw4EAtiRASwcj03LlzKqGcMzzJVOTpMBCRIamurXwaLqTN/fTcGWZitr9PT6nxNIm4d8hxz0fKwSmyyZonGb0UAHtF28wwCCMAQBeVEYA9y549e/kYOXPm1Ja4ubn16tVr2rRpH330kWk1rR9eoUKFWDevWrWqTM+ePass5uTkVKpUKfMlWugQFvb04IXLly9L6CBhgSkI0GjjPsR6IAkpzC9q5+wwJREic+anp6iQgEO7KDeXRy9Xrpz5rfLnz58rV66rV6+Gh4ebFsoTSJMmTaxnqA3PmTCpnJ7WOwTfcjj6lfI/GVVqYGTrfU+yxP4zquhwFRWibm5x3P66pBVRNX9V7qWfuLorAICN4zANANBFZQRgz8xP7Xnx4sXJkyfv3LnT19fXy+s/u+V9fHxUzFEPIu6daNdaSDr2sbY52tEZ0dHRMr1+/bpMDx06VKXKM0Z8vHbtmvlFrRTCxMHBIdZCbYlGXlR0jFjjWZpIDmKqmIh1LlLzZ5gwT6JSBZxLdW1Zqkt/RZcd8qTYO8o18xPtLJ5mUvmfdNw7IJX/KRURGFlrqspW6ekYExGBKunNnDlz79698aygd27XevXqdezYUQEA4kUYAQC6qIwAoJEAYtSoUT169Ni0aVN4ePiECRNMV2m9+kKFCsXq/2u0U29YSOvY69EeKHv27KbjOOLh5JSANp52z2nSpClWrJiFKyeCkNuSMqiQW1GVvnpSpLdySv3MtVKF3kvls1pmorNVVvLv6WiXj1I9upAMm+Z27dqdPHny8ePHCbpV+vTpW7ZsqQAAz0MYAQC6qIwAYJIuXbrhw4f36dNnx44dK1euNHU4PTw8ZCoXu3btqpKSlkFIXjB+/HiVqHLnzi0Rg0QhkydPVskmKlSF+kWVHfa0JsI0VETmEk8CTsde08El2q1IdOUJT1eTzfLluamiI1TSk1ihRYsW8+fPT9Ct2rZtaxo6BAAQD8aMAABdVEYAMFeuXDntJBrffffdgwf/P7ukNpLl9u3bY60s6zRr1mzhwoUqkZQsWTJLliyHDx9+9OiR+XJ56AYNGowcOVK9hNq1az9+/PjQoUPmC+/du9ewYcNu3bq9yJAQz+WULqrER0+KvqXMBq2MrvRVZKcLsf91OBXdcInKWOjpGg/POZz+WSWXmjVrenp6Wr6+t7e33qEuAIBYCCMAQBeVEQBief/997Nnzy799m+++UZb4uXlJf3PI0eOzJ4927Ta33///ddffwUEBCRi19TZ2blz586BgYFjx46NiPh/aYCPj8/48ePl+VSqVEm9hJ49e8pU7srPz09bIgGEBBzycMWLF0/Qrn5t5Rs3bjxnPRe3J3maKlc3ZSGJhh9ecDw8MtWjSyq5ODg4dOnSxcIfAicnJ1lZAQAsw2EaAKCLyggAsUhPe8iQIf369du8efP27du1soi33nrr+PHjP/7444YNG9KlSxceHn7y5ElZPmzYMEvGd7Bcu3bt1q1bJw995swZ7RwfJ06ckGCiWbNmzZs3Vy+hZMmSTZo0Wb9+fbdu3QoXLqxixsu8d+9ewYIFBwwYkKC70l6yBBnTp0//7LPPSpcu/ez1Qu44nPstOmMhlSb78+809F6qaysdTv+YKuBsqieRKhl5enrWrVt369atz12zfv36phOvAEg6tM0MgzACAHRRGQEgrmrVqjVo0EASgbFjx1aqVClt2rQlSpSYO3fuhAkTLsdwc3OrUaPGq6++Guv8mi8vQ4YMM2bM+Pnnn/ft2yd5hLOzc7Fixdq0afPKK6+olzZq1CiJJFasWHHp0qWQkBDphMs9d+/eXV5ggu5H4oxjx44dPXr06tWrsY4oMSeZgsPFOco5Q3T5L0z1EQ473nC8OFtZmZYtWx44cCD+kSwzZ87ctGlTBSDp0TYzDHb6AcC/nsSIioqKjIyUnY2BgYEBAQH58uVLaFscABAPx5lZVXiAzDxRDtEl+kaX+USlfnrGUIcNrR1911pyD1FhKiJAOb1/KZVbAsZ0eGF79uyZNWtWPCu88847ZcqUUQCSmL+/f3BwsLTQUv/DJYajo6ODg0OqGAo2gjEjAEAXlREAkKRSqWiHU987HBqpgm+phErGHWrVqlXz9vbWu7Z06dIkEQCQUIQRAKCLMSMAIClEmZ2d42keceFPhyNjVJBvqhA/S24uG+YnEUpFq+TUpUsXJ6dnHOAsC7VzrAAAEoQxIwBAF5URAJAUIiOyRz56aFbbEKbu/KZ2/mZpvCBhRGQq5ZoxlYOjSi45c+asX7/+hg0bYi1v0qSJu7u7AgAkEGEEAOiiMgIAkoJDy9+iD/yiIkPVi3JwcEpVqJFKm00lo6ZNmx44cMDf39+0JEeOHBJGKABAwhFGAIAuKiMAICk45Ksh/5StSZ06dadOnaZOnWpa0rVr12ceuwEAeC7GjAAAXVRGAADMlSlTpnTp0tp8hQoV4hnVEkASoW1mGIQRAKCLyggAQCydOnVycnJydXVt27atApDsaJsZBnVlAKCLyggAQCzu7u5NmjRJkyYN41YCwMsgjAAAXVRGAADiat68uQIAvBzCCADQRWUEAOvB5gh4LnYhADaEMAIAdFEZASDFxcogiCSAZ9J+r01fEH6+AetHGAEAuqiMAJCytE2QaUP0JIYCEEeqGKZ5dicA1o8wAgB00ZQBkIJMSYQ5FSehAOyZeQBhosgjAFtAGAEAuqiMAJBSTIlDWHjk90sOmhayUQKeSX6y+7evIFMHBwfTlDzCkNgMGgZhBADoohEDIEWYkojo6OiIqKjdp28qAM/zQUSko6ODfHEcHR3lu0MeYVS8oYZBGAEAuqiMAJBSYh2aIQp5ZMmULrUC8F/+j0Ou3HwgMxERERJEODk97eBIHqF9d+i4AlaLMAIAdLE7BUAK0pKIyMhI7WLLGsXLFs6tAPzXvtPXJy/dIzPyZdF+tCWPMB8/gl9zwDoRRgCALiojACQ/83NnREdHsxUCLBQREaFlDg4xtDiPGAKwWoQRAKCLRgyAlGI+bIQCYAEJIxwcng5dqaV4BHmAlXNQAAAdVEYASBGxTuqpAFggKkb0PxQnoAGsG5URAKCLyggAKcWURFAZAVjIFEYQ5AE2gTACAHRRGQEgZbEJAiynxRCMtGJ4vL+GQRgBALqojACQ4mh2AxYyHZ2hOEDD0GibGQZhBADoojICAAAbwg83YEMIIwBAF5URAFIQu3aBBDE/La4CYPUIIwBAFztYAAAAgKRAGAEAuqiMAAAAAJICYQQA6KIyAgAAAEgKhBEAoIvKCAAAACApEEYAgC4qIwAAAKwKbTPDIIwAAF1URgAAAFgV2maGQRgBALqojAAAAACSAmEEAOiiMgIAAABICoQRAKCLyggAAAAgKRBGAIAuKiMAAACApEAYAQC6qIwAAAAAkgJhBADoojICAAAASAqEEQCgi8oIAAAAq0LbzDAIIwBAF5URAAAAVoW2mWEQRgCALiojAAAAgKRAGAEAuqiMAAAAAJKCgwIA6KAyAgCSx9vvfli8VMX4/w38dIhKaWO+Gi/PZOOmLZbfZPyESXKTlavWqpezdt1GuZ+x479VAGAIVEYAgC4qIwAAAICkQBgBALqojACA5PHr5B/NL3497ptZs+d/8H6f9/r0VgAAIyKMAABdVEYAAAAASYEwAgCUEnkiAAAQAElEQVR0URkBAFZlzboNAz8Z0rNHl88GDTQtfOAfULN2Q+/CXsuWzJeLjx4FVq1Rr9krjUeNGPrTlF8PHDh0+/adShXLt2/Xpkb1qub3Jlv45StWb9v+95EjxzJndqtUqUK3Lh0LFMivEuL+A/+Fi5acOHHq5KnToWGhuXLmLFOq5ID+H2XKlDHWmpu3blu0aNnx4yeLlyhau2bNLp07ODv/pyl+6PDRpUtXHDl2PCQkpGKFci1bNKtVs3o8D33q1JmZs+eePHXmjp9fyeLFSpcu1bVzh1y5cirA0GibGQZhBADoojICAGxUcHDwex/233/gUIniRTNkSL9u/Sb59/WXX7Ru1VxbIehxUJ/3+0r/X7bzxYsVCQoOnjP3r78WLP7k434Sdlj4KPv2Hxzw8WD/gAC5kxIlit2543f+/EX5d+bc+bmz/nBy+relLamBZAdZ3DN7eubdt+/grl179+zb99P33zo4/H84+a/GfjN7ztMwJV++PLKaPNtVq9c1b9Z0wrgxz3zoq1euvfbG28HBIXk8cksQI1GIvNgFCxf/OvnH0qVLKsC4aJsZBmfTAABdVEYAgI3atn1nRETk+rXLF/41e83KJVqX/sefJ0dFRWkr/DZthiQRDerX3bZ5rbbO7JnTsmRx/2bidzdu3rLwUb4e+40kEa+/1mPvrq0L5s3cvmXdqhWLsmXLevLk6SNHj5uvKUnEgP4f/L1949zZ0zeuW1GqVIlt2/6e8ecc7dqdu/ZIElGoYIFFC2avW71Mno+sU6li+dVr1q1Zt+GZD/3XwsWSRPz4wzcb1q2Q4GPX35vff+/tR48Cf/19ugIAW0AYAQC6qIwAANv1ycB+efN4aPPNmzXNmzfPzZu37969JxcfPnw0/c9ZbpkyfT1mpGQH2jrly5V5t89bEmHM+HO2Jfcva1aqVEHuuX+/DzJkSK8tLFggf+2aNWTm3r375is3btSg9xu9tPkcObJ/MWKozMyd/5e2ZPKU32U6fNjg4sWKmtYZOfzpqUx/0wkXfHxvyDS1S2rtoquLy1tvvj540MfdunZSAGALOEwDAHRRGQEANsrV1aXMf49WyJ4tq4+Pb2homMxfvHRZooQSJYul/ydE0GiDSpw+fdaSh3B2dvr8s0/Ml/j53T124qSPr6/Mh4eHm1/VqFF984tFixQuUCD/lStXb9++kzNnjhMnT8kTrlC+nPk6skL+/PnOnbsQFh4uWUOsR5enumXr9o/6DezQoU3VypUrVSwvr+XVHl0VANgIwggA0EVlBADYqFy5csbagDs6Pm33Rj+Jlun16z4y3bVrb/FSFePeVjICZbGjx07s23/A1+fGkaPHLpvdMFaWnSN79lg3zJkjuzzQzVu3IyI1qmSZys98iMuXrxQrWiTWwo4d2u7Zu3/T5q2zZs+Xf05OTtWqVn61R7caNaoqALAFhBEAoIvKCACwflFRkXEXOqSK72Bkh5icIk8eD9NxHC/GNOpkxowZypYpXa1aldKlSkoqMf+vRbEf0SH284mOfhqLZMqUUbsqQ8b0JYsXVxaT9OGH7ybs3Xdgx85d16/5XLh46e+du+Xf66/1+GRgPwUAVo8wAgB0URkBAFbFMabfHislDgh4qBIoT948Mi1RvNikb8eqF3Xx0mVJIjK7uS1aMNv8hJoHDhyKu3KAf0CsJbfv3JGfGM98eZ00Dk7TfvtFJVDVKpXknza/fcfO/gMGTf9zdvv2bQoWyK8AwLoxgCUA6KIyAgCsiquLq0xv/vdsF/v3H1QJVKpkiZw5cxw8eOjRo0Dz5Vu37qhZu+HQYaMsuZNDh4/ItHadmuZJREho6N79B9TTeo0o85X3HThgfvH0mbPXrvnUqlldO/1no4b1/AMC9h/4zwu5e/9+rTqNOnTqIfcZ66Hlt+nVXm/VbfBKeHiEaWGd2jVr164pM9ev+SjAuGibGQZhBADoojICAKxK/vyeMt21e8+27TtVzJEOO/7eNWXq7yqBXFyce3Trcv+B/5ivxpn689ev+345dvwD/4Aq/9QaxC9HtqfDQFy5ctWUO8jM8BFjfGPOcxH63wRh4cKlW7ZsNz3Q0OFP845Xe3bTlrzWs7tMvx73rZ/fXW1JcEjo0KFfyDMsWbJ4mtSpYz20/DYVLJBfVv7pl6mmjpk8Ey0fye+ZT6aRkZGSbsi/uFkGYNNomxkGh2kAgC4qIwDAquTPn69zpw5/LVj03gf9PD3zBgUF37t3v2uXjhJPqATq2KHt6jXrVq1ed/LUmVw5c8iSo0ePS7+9fdvWLVu8Ysk9VKtepXTpksePn3zrnQ8qVqwgWYD0/O/evVemTMljx076+/ubr1yrVo0P+n6cL18eNze3EydOyY9L3bq1qlerol0r99OmTYtly1a179jN27uwLLl2/frNm7eLFS3y6cfPHgDio4/e371n3+/TZuzYsTNLFndZcuTIsdCwsLfe7JW/wNPIJjg4pNcbfWRm7aql8rdSAGBlCCMAQBeVEQBgbUYMG1yyRLF1GzaeOnmmaFHvN9947bWe3V5p0VYlUIYM6efM/uOHH37ZvXffydOnXZxdSpUq0b5dm+bNmlh4D64uLr9O/vHHn6dIKDB5ym/OTk6VK1f8ZvxXGTJkaNeh6/7/jhzxeq+e9erWXr5i1YlTpwsVLNCgft0P3n/HfIWvRo8sXbLkkmUrLly8FBwcXLBggQ7t277avWvadGmf+ejumd3mzJn+22/TJQE5duJkrhw5GjVu0LhR/Qb16ioAsAXs9AOAfz2JERUVFRkZGRERERgYGBAQkC9fvrRp0yoASBbahig6Ovr/G6Lg0D4/Pi3v79epVtnCuRVgMfkIlSlfbduWtdmyZlXGte/09clLn5bGfN21eNq0aVxjuLi4ODs7Px0Y1MEhVQwFQ/D395e0Tlpoqf/hEsPR0ZH32uZQGQEAuqiMAADYrs1btuXKlSOLu7sCAOvDAJYAoIsxIwAANio4JHTMV+MHffqxgwMNfgDWiMoIANBFZQQAwEalTZN61fJFmTJlVABglQgjAEAXlREAANtFEgFDom1mGIQRAKCLyggAAACrQtvMMAgjAEAXlREAAABAUiCMAABdVEYAAAAASYEwAgB0URkBAAAAJAXCCADQRWUEAAAAkBQIIwBAF5URAAAAQFIgjAAAXVRGAAAAAEmBMAIAdFEZAQAAYFVomxkGYQQA6KIyAgAAwKrQNjMMwggA0EVlBAAAAJAUCCMAQBeVEQAAAEBSIIwAAF1URgAAAABJwUEBAHRQGQHAqMLDI37+ZWq3Hq9XrFq7bYeuq1avK16q4tjx3yorFh0dvXzF6gQ9yTFfjZfXtXHTFu2ivF656HvjprI/nbq+Kq/99u07Kol9M/EHeaBly1cpAIgXlREAoIvKCABGNem7H/+cNTe1q2vRot4RkZGOjo7K6p0+ffazz0c0qF9XAQBsH2EEAOiiMgKAUR05dlyms2dNK16sqMysXbdR2YHPP/s0KDgoa9YsCkmmU4d2tWtVL1AgvwKAeBFGAIAuKiMAGFVoSKhM83h4KHtSokQxhSSWL18e+aeAJEPbzDAIIwBAF5URAIzn9z9mTJz0kzZftUY9mf465cdnrrl4yfJFS5b6XPd1dnGpWL5ck6aNGtavq1317aQfp/3x59Ahn3br2klbIhvMqjXrBT56/Mfvk6tWqaQtvH7dt2nzNrVr1Zjyy/fKAhs2bl66bOW58xckKylbtlSlihU7d+6QNk1quWrkqK8WLFwiM5u3bCteqmLr1i2KeBceP2FS504dRgwbbH4nq1av+3Tw0F6vdv/0k/6x7r9bj9ePHjuxYd2KPB65VcwwCrdv39mxdf3M2fO2b//7zJlzxYoXbdSgXqeO7Rwc/h1Y7c4dvz9nztm1e+/du/cqVizfs0dXf3//fgMGfTKw3+uv9VAJIQ83a/a8Q0eOyl+1dOmSderU7Ni+rekYmc1bt3340cCRw4fkzp1L/vgHDx3O7OYmj9j3w/cyZcq4bv2mpctWHDt+ImeOHG3btnq1R1ftF+rRo0B5Hxs3atC/7wczZs7Zu29faGiYvF/du3cpW6ZUrCcgb5Pcs/ydjx4/7u3lValihdde7S53blohPDxi+crV+/cdOHP23K1bt3PkzFEgv2e/vu8X9ipkydukYsaM+GP6zK/GjGzTuoVcjIiInD1n/tZt289duCAvp0TxYvXq1mnerAk/r3hhfHgMgzACAHRRGQHAeMqVLfvB+33m/7Xw3r37b/d+3cXVNW+ePKfPnI212qDPhq1ctVZmChUs4OzivGbdhtVr19erW3vit2NdXVxq1qgmYcSBg4dNYcTxE6ckiZCZQ4ePmsKI3Xv3yrRWzeqWPLEVK9cMHjLc2dlJnk/WrFm279i1bfvO5StWzZzxW8aMGerUqpkqlcNfCxZ5FSrYtGnjwoULVShf7tuJP6xZt27I4IFyK9P9rFy1RqYtWzZTlhk3fuKfs+bmyePh4ZHrwIFDe/bsO3XqzOhRw7RrJT547Y13fHx806VPV7hQwT379m/f8feLjVuxfMXqUaO/DgkNdc/s5umZ9+DhI9t37PxrwWIJg7JlzWpabfeefdLbl4SiWLEiko9cvHTZ98aNenVqj/5yXO7cOfPm8Th1+qw8Zxdn565dOppudePGje49X8+YKVO9enXu3rm7fuNm+Tf55+9qVK9q/hz6Dxx8/PhJeQIeuXPLOyX/JN2Y9tsv2rUSu7zz7kfnL1yU+YIF8ufKlfPylatXr147dPjIwr9my0Or571NcV/1l1+NW7Boqfz18uXJExYWtnbdRvknL3zCuDEKgH3jbBoAoIvKCADGU6F82ff69HbPnFnm33j9VZmXjnGsdSR6kCRCYohlS+avXL5wycK5a1YuKVG86NZtO36f9qd2Jxkypt+zd190dLR2k4MHDsnUycnpyNFjpvvZt++gTOvUqaUsMGv23LTp0m5ct3LVikUL5s3ctWNT/Xp1pGMse/Ll2nr1ardv20pmPD3zyXNu1KCe9KgbNnhaiyF73U134ud3d+euPd7eXsWKFrHkQSWRWbV6rXSkN6xdLv3tFUv+Sp8h/eKlyy9dvqKtMOHb7ySJaN26xY6t6+fOnr5z+8Z2bdusW79JJdD9B/6jvxonM5O+Hfv39o1yV39v29CpU/tz5y5MmTrNfE1JIjq0ayMPJH8EeUryN9m5c8/4byb99P23m9avkiV/Tv9VVpMUw/xWklDkzJlz3uzpn37cb8L4L7/95uvIyMgRX4yR7MN8NV8f359/mLhj2wZ5T2f8MUUyhT1792vpg/j19+kyX61q5S0bV8u7IP/kXZAs6dGjwNVr1mnrxP82xX3VS5atLFum1N6dWxYvnCM3kY+TfN7k3k6cOKUA2DfCCADQRWUEAPv08y9Pu7ujRw33LuylLZEO5NdfjZKt4rRpM8LCwyV0qFm9mvRRZde9tsL+g4eyZHGvUqXift6JKwAAEABJREFU0aPHpBssS2S6a89eyQW0YyKe68rVa3L/Li4u2kU3t0wf9/9w5PAh1apV0btJ65bNZbp6zXrTkmUrVsl2u33bNspivV7tUbFCOW0+fwFPiTlUzJk7VEy0Ibvx5fmPGPZZmtRPD0NwdXEZOuQT82MWLPTnzDnBQcG9e/dq0rihFnOndnUd+tknefJ4LFi45O7de6Y1s7hn/vzzT7VDJ4oWKVyv9tMop03rVvXr19FWqFSxvAQx165fNyVBmv79PjAdcCGvovkrTW7evL158zbzdd54/TWJdbSDUCpXqqiVeEggol2bL1/eRg3rjxg2JGfOHNqSzJndXmnaWMWkNtqSBL1NN2/clI+Bs7Oz6bAXSbiGD/3sqzEjc+TIrgDYN8IIANBFZQQAOxQeHnHlylVJH2KNOOBVqGCJEsVCw8KuX/eRizVrPD34Yn9MQUREROTBg4erV6tSumTJ4OCQ48dPysIjR48/Dnxcp1ZNCx+3bp1aQY+DOnTuPuXXafsPHJT7LFAgf6eO7aRDrneT2rVrZMuadcffOyUW0ZYsW77K0dGxWbMmymLl/0kiNNoRE2HhYTLdtfvpYSY1a1aX4MC0gtx/o4b1VAKdPfc0talUsYL5Qsl0qlauFBUVdebsOdPCMmVKu/7T1RdZsrqrp334/OY3dHd3DwsLf/w4yLTEwyNXrCMy6sWEFwcPHjJfWLnSf55AoUJPU5XAwP//9V7r2e37SeNNw0/K2/f3zt2HDx+V+YjwcG1hgt6mIkW8Jdc4cPBw1x6vz5234Oy587KwWtXKbVq3yJ49mwJg3xgzAgB0URkBwA5duHhJprlz5Yp7lSw8efK0z3Xfwl6Fatd+mjIcOHjw9V49jhw9GhIaWr58WY/cT4sgDh05KvN79+5XT3vy1ZRlPu7/keyiv3T5yg8/TpaL6TOkl937b77xWsEC+fVuIvvbW7du8fu0GWvWru/SuYN0m69evda4UYMs7pmVxWL1ip2cng4nGR31tOjg1u07Mo27Dz97jhwqgbQE59Vebz3z2mvXfNQ/x7K4ZcpkfpVDqqf7DjPFWugQe4divryxj7XJmf3p0/a9ect8oaQY5he1sTaiov6tsLju47t58zY/P7+jx48fO3bStDw6+v+/hgl6m1xcnMeMGj7wkyGST2kRVR6P3M2bNX3t1e5ubpkUAPtGGAEAuqiMAGCHomIOsoh1CIA5x5juunT4S5UqsW/fwcjISNn1LUsqViifK0cOR0fHI0ee7kvfs3dfZje38uXKKsvkypVz8cK569ZvPHL0uO8N3zOnzy5dtlJShq/GfPFK00Z6t2pjFkasihnXoGXLV1RCODroVgprffVESaW1+KBK5YoOz3q4DBnSm+adnF+kfZ5K51U8+e/76OAQ34/a2nUbB346RF6vq6tLmdKlO7RrU7iwV+o0qUeM/HewyYS+TdWrVVm9cvGyFasuXrwkiczp02en/vbH8pWrp07+4QWOdgFgJIQRAKCLyggAdsjTM59Mb9+5E/eqm7ee7mbP+s+pH2rVqHbixKmjx04cOnQkSxb3QgULyMKyZUodOnL0/gP/Y8dPtmje1HTeSkvIjvRWLZu1ijkRhmx+f/xpypRfp3097pt4wgjZIV+5UoX9Bw5dv+67YcMmiUhq17T0wJDnyuPx9PwRd+7cjbX8zu07KoHy5PG4evX6oE8HFC3irZLAXb/YT/K2n59Ms1l8NISESuO/mSR/9p9/mFivXm3T8uXLV8VaM6FvU+bMbqZzoAYHBQ8cNGTb9p1Tf532zfivFJBwtM0MgzEjAEAXlREA7FCmTBmfjo94zUdSBvPlFy9dPnv2fMaMGUyjA9SIGTbi7793HTl6rFrVytrC8uXKBj56LF1N2YRq40pY4uqVay1adfjgo49NS2Tz+9GH77plynTv3v2gmMER9DbILVs87RX/Mf3PB/4BrVo2d3ZOtJ1t8qLSpE69e8/e8PAI08Lo6OhNm7eqBKobMw7llq07Yi3v1vONZi3baYcwvIzLV67KP/MlmzZtkWnN6pYeJnPtus+dO34eHrnMkwixc9cemUY9iVKWvU3mVq9Z16hpy9//mGFakjZd2g8/eFdmbty8qYAXQtvMMAgjAEAXlREA7FPXrp1kOmz4qLP/nGfhuo/vkKEjZed5ty6dTMUOpUuVkNhi8ZJlYWHhFf4ZBrJixfIyXbhoiUxr1fx/GCExwf4DB48cPa73iJ75n5ZjbN22Y9u2v00LN23ZFvDwoXSP06VPJxddUz8dRfLmzVuxDiF5pUkjiQyWLl8p8y1aJOwYjfi5uWVq1aqFj4/vqNFfh8WM4BgRETl2/ERtWA1Tj0j+LPLq5F+s82iaa9u2VdasWX7/fbop4pHfl+9/+OXo0eMOqRxKliyuXk5UVNTnw0ZKmqBdnP7n7HXrN3l7ezVu1MDCe9DGmPD3D7h7/75p4fwFi1avfXqyktCQpy/NkrfJXOnSpW7evD1r1vzr1321JfKqV6xY/fSuPD0VAPvGYRoAoIvKCAD26Z233jhz5tyWrdvbdehaqGABZxfnc+cuyCaxWtXKb7/9hmk1SSVq1Ki2ctVaFVMQoS2sUK6sLJd4onKlCqZBCo8cPfrhRwPzeOTesG7FMx9RNrZfjBz6aq+33vuwf4XyZV1cXCIiIg4eOiJ3Nezzwdo6uXPmTO3qeubsuRatO5QoXnzCuP8PZCA7219p2njJshXS9y5WtIhKVO++8+bJkyflztdv2uzt5XXh0qXHgY8LFsh/+crVtGnTausEB4f0eqOPzKxdtdTTM+8z70fikg8/eHfkF1/2fK23dkqLB/7+8leVDvzEb8c6OLzsDkJJhXx9bjRq2qpkiWKSntx/4J/ZzW3sV6NcXJwtvAd5Jj17dJk1e36Pnm+2atn84cOHBw8dPnv2fJkyJY8dO/ngQYCy7G0ylzePx4C+H3z73Y9t23cpW7a0LLl//8H5CxezZcv6wXvvKAD2jcoIANBFZQQA++Tk5PTj99983O/D4sWKPnjg73fHr06dmhPGf/n7rz+bn+RS1Ig5CiBLFnfTYIQSDZQqVUIl5DwaGuncLlowu2mThvcfPDh2/EREZET3bp0XL5xTu1YN0z1/PuTT9BnSX7163c/Pz/y2hbwKyrRTh3YqsWXPnm3mn7+/3ft1SSLOXbjgkTvXV2NGauUGGdKnT9BddWzf5s/pv1YoX+66j8+RI8ciIyI7dWi7dNE878Je6qW5ubktmD+rXZuWN27ekj9R1y4d586entDxKQZ9MmDY54MkQvp92vTZc+Y7Ozt/OXrErBm/Z3HPfOLEycDAx8qCtymWN998bdK3Y8uUKXXl6rWTp0/LR+W9Pr2XLJonyZQCYN9oZwPAv57EiIqKioyMlL09j2LkzZvXtPsLAJKatiGKjo7WNkSBwaF9ftwuy/t1qlW2sA3333bt3jvhm++WLZmvkkDP13qfOXd++6a1cY8UeBkhoaE3btzMmzePq4uL+fL+Hw9ev2HT8qV/mSIYebPKlK+2bcvabP+M7plsHj0KrFqjXsEC+VetWKTs0r7T1ycvfTqwxdddi6dNm8Y1houLi4QpEqs5ODikiqFgCP7+/sHBwYGBgan/4RLD0dGR99rmUBkBALqojACAxLJ9x84i/4x8mYgktZk5e96hw0dbNGuauEmEijkfZ+u2nV9p3vbhw0emhQcPHdmwcbN3YS/zM1Nu3rItV64cWdzdFQDAMowZAQC6GDMCABLF0WMn1q/fNHvWNJWouvV4XRsPUnaEd4sZdDNxye71tq1bLlm2okmz1iWKF5MlYWHhJ06ezOyW6csxI02rBYeEjvlq/PBhn7380A8AYD8IIwBAF5URAJAoypYptWLZgkyZMqpEVaxY0VOnz1SrWqX3m70SZeSFuEaOGFKmbOlNm7ZcuXL1gb9/oUIFe7/Rq0uXDuaHY6RNk3rV8kWJ/uoAPBNtM8MgjAAAXVRGAEBiSYq++rDPB8k/lZScnJw6tm8j/+JfLQWTiIwZM5w+cVABdoO2mWEQRgCALiojAAAAgKRAGAEAuqiMAAAAAJICYQQA6KIyAgAAAEgKhBEAoIvKCAAAACApEEYAgC4qIwAAAICkQBgBALqojAAAAACSAmEEAOiiMgJACnr8+PHFixcvXb2ulIMCAMSgbWYYhBEAoIvKCADJLDw8/MKFC2fPnr106dLt27ddXFycU6dVqrgCAMSgbWYYhBEAoIvKCADJQLYzV69ePXfu3JkzZy5fvhwVFeXg4ODk5FSwYEEvL68cufMcW3ReAQBgLIQRAKCLyggAScfPz+9sDIkhQkJCtIW5cuUqUqRI0aJFCxUq5OjoGBERERgcqhRhBADAaAgjAEAXlREAEldQUJAWQJw5c+bBgwfaQjc3t9KlS0sAUbx48QwZMjyJER0dHRkZqQAAMCjCCADQRWUEgJcXERFx8eJFLYPw8fHRFqZOnbpUqVJFY+TKlUsBAGBnCCMAQBeVEQBejGw6rl+/rgUQly5d0mocHB0dCxcurB2FkT9/fgcHzpEBALBfhBEAoIvKCAAJ8uDBg9OnT2sZRHBwsLbQw8NDAohixYpJEuHi4qIAAABhBADEg8oIAM8locPZf9y7d09bmDlz5jJlymhHYWTIkEEBsHohISGXLl0qWbKkgnWjbWYYhBEAoIvKCADPFBkZKZ0WLYC4fv261jJOkyaNKYDIkSOHAmDd5Ivs4+Nz9erVa9euydTPz08W/vLLLwrWjbaZYRBGAIAuKiMAmMjWQPot586dO3PmjCQRERERstDJyalw4cKSPhQpUiR//vw0kQErJ4nD1X/INzoqKsr82jx58igAyYUwAgB0URkBwN/fXxsGQmKIx48fawulx6JVQHh5eTEMBGDNgoKCtNqHK1euyNQ0mMszDRkyRAFILoQRAKCLygjAPoWEhEj0oB2FoVVuiyxZsmhHYRQpUiR9+vQKgHVbsGCBBBB3796Njo5WAKwPYQQA6KIyArAfkZGRly9f1gII2X2qBZFp06YtV66cVgSRLVs2BcCKxfrJ9vT0PHTokLJYgQIFFIBkRBgBALqojAAMz9fXVwsgLl68GB4ermKGgfD29tYCiHz58qVgIpkqhgJgMe1XW/viVKlS5ebNm7t27bLwtp988okCkIwIIwBAF5URgCEFBAScOXNGyyACAwNVTNclb968WgBRqFAhZ2dnZTVMW6E9J69dvnlfAfivG3cfaTOp/mGab9eu3f3790+fPq0AWB/CCADQRWUEYBihoaGmYSDu3LmjLcyWLZvpZJxp06ZV1m3f6esKgD6HGOYlRY6Ojq+//vqECRNMg7/oKVy4sIKNoG1mGIQRAKCLygjApkVFRV2+fFnLIK5cuaK1X9OnT1+hQgVJH4oVK+bu7q6smNancnJ0zJ0lXXR09BMziuY4YFY39P8vi5OjlkeYX5UmTZo+ffqMHz9eEsl47uratWt//MN3NXYAABAASURBVPFH5cqVS5YsqWDdaJsZBjv9AOBfWitfOjCRkZERERGBgYEBAQH58uWz/l2mAExu3rypVUBcuHAhLCxMljg7O3t5eWknwsibN6+VN2S1tpmkD6ZtkQiPoc3LQrnKlEoAdkvLIBwdHZ1iyDfd1dXVxcXFOYYskau0dc6cOTN58mT54jzzfiS/KFGixOnTp2UF+cUvW7asRJayudByDVgVf3//4OBgaaGl/odLDHmvY9XFwPpRGQEAuqiMAGyFtE0lfTh//vzhw4cfP36sLfT09CxWrFiRGMoGaa1qaV5rfS2tOELrekmXSTtboSV5xL179yRXNd1brJlnLtRmMmbMqACLmZftxJqPZyZDhgzqhWg/0FophPYdkQDCMYZ5p1SbFi9evGPHjvPnz3/mXckm4t133w0JCTl69OjBgwf37t27e/fu9OnTl49RuHBhGgNAUqAyAgD+RWUEYFskfZAdnjK9cuWKtiR79uzaGBDSu0iTJo2yTdq2SCuOELI50qaRMczLIixsyG3btk1vn7Ae6c5Vr15d9jMrwAKHDh2SX0yVQFmzZi1Tpox6IeYDVWoZhFYNYWJKJUwrL1y4cOvWrXHv6pdffjG/KOGmxJqSSly4cEG+YpkyZZJIokKFCgULFlRIaVRGGAmVEQCgi8oIwArduHFDOxeG6WScEjqYxqHMkSOHMgqtQkE2RNLI1pZoe4CjYyRof1L+/PlPnDihEkL+mNIHU4BlvL29JfNKyC2eji5ZpUoV9XK0r4lGCyDidkpNMx06dLh9+7ZsQGI9jVj3KXsgasZ4/PixRBISTGyN4e7uLpGEBBOenp4KwEsjjAAAXZxNA7ASDx8+PBPDdDJO6T/IXsoiRYpIn1l62sY7tNu0O1cLIExHT5iO10hQZYSENadPn9b+dJaQfKd06dKys1EBlsmTJ4+kV7du3bL8JtKxf5nSG/PKCPNI4pl5hOkmvXv3HjdunPnJNUqUKKH3EOnTp68bQzZBBw4ckFRiY4xs2bJViOHh4aEAvCja2QDwr1iHaTyKkTdvXg7TAJJfWFjY+fPntaEoTT2c3LlzaxUQshvW2F1l83NnRP9Dm3/hoSsnTJhg4Zr169eXjpYCEsLHx0dvUIa4MmTI0KdPH5UYzAc6MUUSppBCxTn5wp07d7799lvT4DKxjtGI34MHDySVOHTokK+vr1zMmTOnfFMqV64s8YRCsuAwDSOhMgIAdFEZASQz6WlfvXpVCyCuXLmiDXMgu1urVKlSLMYLj3Vni8z7UaZDNsyTiIRuoGTf9aVLl567mpubW8WKFZ2caCUiYQoWLFigQAH58lqy8pAhQ9RLS/XfU3vGpZ51GsgcOXK8/fbb33//vWxhElqa4e7u3iTG3bt39+/ff/jw4dUx5MslqUSlSpWs/ITBxkDbzDBoZwPAv6iMAFKE7KjUAojz58+HhITIEukheHt7a0UQuXLlUnbJPHQwPygjVuMtQW25QYMGPXf9bt26lS1bVgEJd/PmTenkP/czJt/u3r17q5cQN2IwP2pD/TfLe6YdO3bMnz9fEoQ333xTvYQbN24ciiHxhIo5iY/cp8R5EuopJAEqI4yEzBsAdFEZASSdoKAgSR+0YSAePHigYkZnlN2q2okwZCbuqHL2xrQJ0prX5kPqvvCmSfbc7tmzJ54VJPrhAA28MInvy5Urd+DAgXjWka/2O++8oxKPeedTbz6u2rVrSwzasWNH9XI8YrRq1er69etaKrEkRqFChcqXLy+phF3VcwEJQhgBALo4mwaQuCIjIy9evKgFED4+PtrCnDlz1q1bt1ixYrKzlBNJxqJtgkyRRKzlCRUeHp4uXbro6Oh4bt66dWvjjQaK5NS0adP9+/fHs4J00ZP6M2bhF6RDhw4q8eSL0bZt28uXL0skcfjw4YULFy5atKhw4cLaaJdUWQKxsNMPAP4V6zCNwMDAgIAAaVvQgABemHynJHfQjsKQJEK+XLIwY8aMRYoU0YaB4PyRyUP6h0uXLn348GGuXLn0Tnkgb8eHH36ogJczd+7cnTt3PvMqLSaoVatWq1atjP3bKps+2eJJKnHkyBFpTkj+Ihu9ihUrli1bNk2aNAovisM0jIQwAgD+xZgRQGKR9uLp06clgDh37pw2ar00Fr28vKS7W7RoUc6Hl5x8fX3nzZt35cqV9OnTt2zZsmbNmsOGDdMOjYnl888/563By5OfzqFDh2rJYyzffvvtqlWrtm3bli5dutatW1evXt3wXcfo6Ojz588fPHjw6NGj0ouWPnPx4sUrVKhQpkwZasFeAGGEkRBGAMC/qIwAXkZoaKhED9pIEH5+fipmL2j+/Pm1YSAKFSrEMBDJTGKgpUuX7tmzR/7yderUadGihTTctavee++9WCu//Eh+gMmyZcs2bNgQa6FsB/r27atiBn2cPXv2tWvXJO7v3r27/M4qOyCtC9k2Sipx/Phx2Vo6OTmVLFmyYsWKpUqVcnZ2VrAMYYSREEYAwL+ojAASSr4vssvddDJOrV2RPXv2ov8w9X6RnOR92bJly9q1a6XPIx2eDh06yJtivsKPP/4o/SLTRekXDR8+PGvWrApIDCEhIUOHDtVOjqORz9gPP/xguijbir1790pYFhQUVL169datW6dPn17ZB2ljnDp1SlKJEydOhIeHS0da8ghJJUqUKMEpdZ+LMMJICCMA4F9URgAWunXrllYBceHChbCwMFkiHQnZ7SnpQ/HixTNnzqyQcs6dOzdv3jw/P7+cOXN27txZ3pdnrvb++++b2oH16tV7+dMKAOZWxzBd/OWXX+KuI73KFStW/P3332nSpGnVqlWtWrXsqicpLY3jx48fOnTo5MmT0vCQP0Lp0qUllZANKXVkeiSMkADr8ePHhBEGQBgBAP+iMgKIh8Rz2okwhOR0ssTZ2dnLy0urgMiTJw9NwBR39+7dBQsWyE5X2Wo1b968Tp068Zy2wDTKoLTmR44cmTFjRgUknpCQEPlcyXZD5iWg/PLLL/XWvH79+pw5c3x8fHLnzt2jR4/8+fMrOyOR7rFjxw4ePCjbWGmEyPe3XLlykkp4e3uzXY2FyggjIYwAgH9RGQHEEh4efvHiRa0I4saNGypmGAj5UmgBRKFChSgqthLSmZG90Fu3bo2Ojq5du3aLFi3SpUv33Fv1799fbti6desmTZooILFt2bJl0aJFSqcswpz8+O7atWv58uWy07tq1apt27bNkCGDsj+S4Bw5cuTQoUPnzp2T77L8ESSVqFChgsS+9LE1hBFGQhgBAP+iMgJQMV+Ea9euaRUQly5dkm+ELMyaNatpGAi+EVZFO/Z+2bJl0jovXLhw165dc+bMafnNBw0aNGbMGMbPQ1KQX9KhQ4fmzp1bG7fyuR4/fix5hKQSadKkkUAt/tIeY5NQ5lAMiYPlO+7m5lY+RsGCBZV9I4wwEsIIAPgXlRGwZw8ePDh9+vSZM2dkj5w09WSJfPK19KF48eLu7u4K1kdio3nz5l2/fj1btmzt27cvXbq0SqATJ06UKlVKAUlj586dNWvWTNBNrl69Onv27Js3b0qs1qNHDzvvfktT5ODBg5JKXL58WS5myZJFIokKFSrYySlI4iKMMBLCCAD4F5URsDchISHaIRgyvXfvnooZ8b5QoUJaBiGNXVp1Vkva4osXL96/f7+0xV955ZX69esz4h0MQ36Ld+zYsWLFCtlGVapUqV27dpkyZVL2TfaOHDhw4PDhwxJBqpiTFkkkIcGEh4eHsieEEUZCGAEA/6IyAvZAPuGXLl3SMgjZo661BCR00wIILy8vKvatnLyDmzZtWrduXXh4uL2dExF2RX6Fly5dunfvXldX1+bNm9erV4/ETcVUsUkKeejQIW0cn1y5ckkqIZFNtmzZlB0gjDASwggA+BeVETAwabZqFRAXL16UTqwscXd3l/ShWLFiRYoUoTdrK44fP7548eK7d+8WKlSoc+fOefLkUYChmY7ayJ49e/fu3QsXLqwQQ7YDWipx+/ZtuShbA0klKleubOyTKxNGGAlhBAD8i8oIGMzDhw9NJ+OUZE2WpEmTxtvbWwIIiSGkZa9gO/z8/ObNm3fu3LksWbK0bdu2fPnyCrAP8tO8bdu2lStXhoaGyie/Q4cObm5uCv/w9fWVSOLw4cMST8jF/Pnzy1+pUqVKhjy2RcKIoKCgx48fE0YYAGEEAPyLyggYQFhY2IULF7QM4tatW7JEmmgFCxbUjsKQRioNNZsjHbBVq1ZJZ8zJyalJkyaNGjXijKqwQ6ZxUqTn+corrzRo0IAvQizXrl3TzsEhPXa56OXlJalExYoVjVT7RmWEkRBGAMC/qIyAjYqOjr569apWAXHlyhXtZJweHh5aAFG4cGFpqCnYINki7dq1a8WKFbIbsEqVKm3atGEYP9i5y5cvz549+/bt21mzZu3evXuRIkUU4rh06dLhGA8fPpTOufwKSCQhwYQB2jOEEUZCGAEA/6IyArbFz89Pq4A4f/58SEiILHFzc9MCiGLFimXIkEHBlkmuNG/ePF9f3wIFCnTq1MnT01MBiIlft2zZsnr16rCwsDJlynTs2JFzDz+TNGkuXLhw6NChI0eOSKApfXX5dahQoULZsmXTpEmjbBNhhJEQRgDAv6iMgPULCgoynYzzwYMHskSaYrLXSwsgcubMqWD7ZGfm4sWLDx48KOlSmzZtKleurAD8l3xNFi1aJD1tZ2fnJk2aNG7cmKM29Eh8c+7cOdmkHDt2THry0m8vXrx4xYoVS5cu7erqqmwKYYSREEYAwL+ojIB1kg/kxYsXtaMwrl+/rmKGgZC95UWKFJEMQmakBaZgCPJeb4gh26JGjRpJ/4pDbIB4yJ7/OXPm+Pn5ubu7d+vWTfrYCvqkhXP69GlJcCSVCAsLkxynZMmSFSpUkFTCVqIcwggjIYwAgH9RGQHrIR9FX19frQhCkgj5TKqY88lrR2F4e3vb3O4sPNfRo0cXL158//596Ru0a9fO2OfnAxLR+vXr16xZIz/c0rXu1KlT1qxZFeIlvyknT548ePCgTMPDw+UHRfII2fKUKFFCevXKihFGGAlhBAD8i8oIpDjJv2S3lQQQ586de/z4sSzJlCmTVgFRrFgxBi80KgkgZO+uZE8eHh6dO3f28vJSABJCNp4LFiyQRE/6pZLl1a5dW8ECkkQcP3780KFDp06dksZPmjRpypQpU7FiRfnRsc6aO8IIIyGMAIB/URmBFBEWFqYdgiEZhJ+fnyyRnVTaMBAid+7cCoa2ZcuWZcuWSQO6Y8eONWvWVABelOznnzFjhnRWJcN97bXX3NzcFCwjv0RHjhyRVEJ+jKQhlC5durJly0oq4e3tbVXdewkjgoKCJKwnjDAAwggA+BeVEUg28jG7cuWKlkFcvXo1Ojpa2k8FChSQ9EHa0AULFrTyQlkkCuky/frrr+fPn8+TJ89bb72VLVs2BeDlyF6EqVOnXrvgC3eOAAAQAElEQVR2TXbyf/DBB7JdVUiIkJCQw4cPHzx4UDZN0ijKkCFD+RheXl7W0M+nMsJICCMA4F9URiCp3bp1SwsgpJEnu6FkSY4cObQKCMkgpFGlYDdu3779008/PXjwoF69eu3atSN+AhKL/I4vXbp0y5Yt8rV64403ypUrp5BwQUFBR44c2b9//8WLF1XMqaMlkqhYsWL+/PlVyiGMMBLCCAD4F5URSAqyl+nUqVMnT548c+aMtJ9kiXyiihUrVqJECckgqCK2TydOnJg2bZqTk9Obb74pHwYFILEdP358+vTpEvu+/vrrlSpVUnhRDx8+PBTjypUrclF20tSsWbNy5copcq4fwggjIYwAgH9RGYFEJC1grdJVMgi5KN1ObRiIIkWKyIdKwY4dPXr0119/9fLykiSCQUmBpHP16tWJEyfKz3qfPn1KlSql8HIePHiwc+fOHTt2SBwgTaOmTZs2bNhQJS/CCCMhjACAf1EZgUQRFBS0devWbdu2SYPJ1dW1QoUK2sjkClDq8uXLkyZN8vDw+PTTT61zsHrASCQU/v3336Wn2r9//4IFCyokBskjNm7ceP/+fXd39169eiXnCYAII4yEMAIA/kVlBF7emTNnpk2bJk2lzJkzt2jRolq1agr4h3wwRo4cGR0dPXToUI7QAZLH6hjyUz5ixIgMGTIoJJI9e/YsX75cdtu8+eabErurZEEYYSSO8ouoAABmJI+IjhEWFhYeHp4pUyZnZ2cFWGDdunWzZs2SJKtdu3ZvvfVW3rx5FWDmt99+8/X1/eCDDzw8PBSAZOHt7X3z5k0fHx+ZVq5cWSGRyG9clSpVzp8/v23btnTp0iXPwJahoaHyIyvNM6d/OMYwJRGEETaE4kAA0CW/Z5SPwXJr1qxZsWJFjhw5hg8fnvyH0cL67dix4+TJk82bNy9cuLACkIx69erl6el5+vRp2ZmvkHgyZMjw8ccfFy9efMGCBYcOHVLJgraZYRBGAIAu+bUjX4eFpIG7atWqfPnyDR48OGfOnAr4r5CQkCVLlmTJkqVZs2YKQPJydnaWPEJmli5dKjvVFRKP/G3ffvvt3LlzT58+/cKFCyrp0TYzDMIIANBFZQQsdO/evfnz5+fKleujjz5ydXVVQBwbN26ULlDDhg1pRgMpIkeOHGXKlHn8+PHOnTsVEpWLi8uHH36YNm3aP/74IyIiQgGWIYwAAF1URsBCM2fOjIqK6t27N2Od4plCQkK2bNkiHw8GNAVSUJMmTVRMMhgZGamQqDJlytSiRYuHDx9u27ZNAZYhjAAAXVRGwBLnz5+/ePGitHFz5cqlgGfZtWtXeHh4vXr1ZP+hApBC8ufPX7hwYekwHz9+XCGx1apVK2fOnJL1REdHK8AChBEAoIvKCFhC+plOTk6NGzdWgI5Dhw45OztLGKEApChtW51sQy3aFWkySS7/+PHjU6dOKcAChBEAoIvKCDxXSEiINGrLly/PUBHQc/fu3WvXrtWsWZOjeIAUV6JEidy5c588eZJhLJNCuXLlJHjdvXu3AixAGAEAuqiMwHOdO3cuOjpaWrcK0KHtJCxTpowCYAWkwxwREXHx4kWFxObi4lK4cOHTp09zpAYsQRgBALqojMBz3bhxQ8Uch6wAHVevXpUpQ4oAVsLDw0P988VEoitQoIBkPXfu3FFJhraZYRBGAIAuKiPwXPfv30+dOnW2bNkUoEP6PGnTps2QIYMCYAVy586tCCOSTMGCBWXq6+urkgxtM8MgjAAAXVRG4LkeP36cI0cOBeiIiory8/PT9sQCsAbZs2d3dHRM0l339kz+vComqVfA8xBGAIAuKiPwXEFBQQxdiXg8fPhQcYwGYGXy5MlDbzmJaCP1hoWFKeB5CCMAQBeVEXguCSNcXFwUoCMgIECmOXPmVACsRu7cuaOjo0NCQhQSW5o0aaT5FBoaqoDnIYwAAODFEVchfv7+/jL19PRUAKxGoUKF1D9fTyQ6ySOSNIzgl9cwnBQAQAeHaQB4SVqLnPIZwKpoh9dxKEHSSdK8gLaZYRBGAIAuDtMA8JK0bYijo6MCYDWcnJ52giIjIxWAlEMYAQC6qIyAZsaMGXrVvAEBAcHBwZMmTXrmtV5eXi1btlSwY1oYQawJWCG+mEDKIowAAF1URkBTrly5qVOn6l0bERFx4cKFuMtlz1vXrl0VAAAA4mAASwDQRWUENGXKlCldurRKoCZNmnAOBQAAgGcijAAAXVRGwKRTp07agGcWcnNzkzBCAQAA4FkIIwBAF5URMHF3d0/Q6A+dO3fWBkgDAABAXIQRAKCLygiYq1u3bo4cOSxZs3Tp0mXKlFEAACCx0TYzDMIIANBFZQTMOTg4WDIgpaura+fOnRUAAEgCtM0MgzACAHRRGYFYvL29q1atGv86LVu2zJw5swIAAIA+wggA0EVlBOJq165d+vTp9a7Nly9f3bp1FQAAAOJFGAEAuqiMQFySRLRt21bv2q5duzo48NsKAADwHDSYAEAXlRF4pmrVqnl7e8ddXrVqVU9PTwUAAIDnIYwAAF1URkBPly5dYgVV6dKla9eunQIAAIAFCCMAQBeVEdCTM2fOWGNDxD+WBAAAAMwRRgCALiojEA/zs2YULly4WrVqCgAAJDHaZoZBGAEAuqiMQDxSp07dqVMnmXFycuratasCAABJj7aZYTgpAIAOKiMQvzJlypQuXTpv3rw5c+ZUAAAAsBhhBADoojICz9W5c+cMGTIoAAAAJARhBADoojICz2UaNgIAAACWI4wAAF1URsBCptCKDwwAAIAlCCMAQBeVEYjHMz8bpBIAAACWIIwAAF1URkCPKXR4ZiRhirH4/AAAADwTp/YEAF1URiCuJ2aiY+xacePhg9CoGHLRdK3iXOgAACQ2flsNgzACAHRRGYFYTBGDKYnYOPfa1oU+M8ecDrgXEvUPUyShaDMBAJCoaJsZBmEEAOiiMgLmzJMILYyQJOLA+juy8OHd8Lnjzj+8HxoZGWnKI7RIQpFHAAAAxEEYAQC6qIyASayaCIkbNs27fnCDnyzMnC21iskj5k+4EHAvJCIiQoskyCMAAAD0EEYAgC4qI6CJe3TG+lnXtCQin3emd8ZUavZqYZVK8oiIhd9eefQglDwCAAAgfoQRAKCLygioZ9VESBJxdOs9FZNEdPqopMyUrpGzWc+necSj+xGLJl4L9A8jjwAAAIgHYQQA6KIyAnGTiA2zr5snEU7O//8ljZtHRMYgjwAAAIiLMAIAdFEZYecsTyI0pjwi8EHkku98Hj0IJY8AAAB4JsIIANBFZYQ9S2gSoTGvjyCPAAAg0fEbahiEEQCgi8oIu/ViSYSG+ggAAJIObTPDIIwAAF1URtinl0kiNOQRAAAA8SOMAABdVEbYoZdPIjTkEQAAAPEgjAAAXVRG2Ju4ScTa6VdfIInQkEcAAADoIYwAAF1URtiVZyYRJ3Y+UC+URGhi5REB90LIIwAAABRhBADEg8oI+5EUSYTGPI9Y+r0veQQAAIAijACAeFAZYSeSLonQmPKIx/7URwAAADxFGAEAuqiMsAdJnURoTHlEUEAUeQQAAC+M30rDIIwAAF1URhhe8iQRGvIIAABeHm0zwyCMAABdVEYYW3ImERryCAAAAA1hBADoojLCwJI/idCQRwAAACjCCACIB5URRpVSSYSGPAIAAIAwAgB0URlhSCmbRGjIIwAAgJ0jjAAAXVRGGI81JBEa8ggAAGDPCCMAQBeVEQZjPUmEhjwCAADYLcIIANBFZYSRWFsSoSGPAAAgQfhNNAzCCADQRWWEYVhnEqEhjwAAwHK0zQyDMAIAdFEZYQzWnERoyCMAAIC9IYwAAF1URhiA9ScRGvIIAABgVwgjAEAXlRG2zlaSCA15BAAAsB+EEQCgi8oIm2ZbSYSGPAIAANgJwggA0EVlhO2yxSRCQx4BAADsAWEEAOiiMsJG2W4SoSGPAAAAhkcYAQC6qIywRbaeRGjIIwAAeCZ++wyDMAIAdFEZYXOMkURoyCMAAIiLtplhEEYAgC4qI2yLkZIIDXkEAAAwKsIIANBFZYQNMV4SoSGPAAAAhkQYAQC6qIywFXGTiFW/XzFAEqEhjwAAAMZDGAEAuqiMsAnPTCJO7/FXhkgiNOQRAADAYAgjAEAXlRHWzx6SCA15BAAAMBLCCADQRWWElbOfJEITK494cCeYPAIAANgowggA0EVlhDWztyRCY55HLP3elzwCAGBv+I0zDMIIANBFZYTVss8kQmPKI4IfkUcAAOwObTPDIIwAAF1URlgne04iNPHkEVokQR4BAACsHGEEAOiiMsIKkURo9PII7W9CHgEAAKwcYQQA6KIywtqQRJgjjwAAALaLMAIAdFEZYVVIIuIijwAAADaKMAIAdFEZYT1IIvSQRwAAAFtEGAEAuqiMsBIkEfEjjwAAADaHMAIAdFEZYQ1IIixBHgEAsBP8lhkGDTgA0EVlRIojibAceQQAwB7QNjMM2nAAoIvKiJRFEpFQ5BEAAMBW0IwDAF1URqQgkogXQx4BAABsAi05ANBFZURKIYl4GeQRAADA+tGYAwBdVEakCJKIl0ceAQAArBztOQDQRWVE8iOJSCzkEQAAwJrRpAMAXVRGJDOSiMRFHgEAAKwWrToA0EVlRHIiiUgK5BEAAIPhN8swaNgBgC4qI5INSUTSIY8AABgJbTPDoG0HALqojEgeJBFJjTwCAABYG5p3AKCLyohkQBKRPMgjAACAVaGFBwC6qIxIanGTiOVTLpNEJBHyCAAAYD1o5AGALiojktQzk4hzBwIUSUSSIY8AAABWgnYeAOiiMiLpkESkFPIIAABgDWjqAYAuKiOSCElEyiKPAAAAKY7WHgDoojIiKZBEWAPyCACAjeK3yTBo8AGALiojEh1JhPWIlUfcv00eAQCwAbTNDIM2HwDoojIicZFEWBvyCAAAkFJo9gGALiojEhFJhHUy5REhgeQRAAAg+dDyAwBdVEYkFpIIa0YeAQAAkh+NPwDQRWVEoiCJsH7kEQAAIJnR/gMAXVRGvDySCFtBHgEAAJITTUAA0EVlxEsiibAt5BEAACDZ0AoEAF1URrwMkghbRB4BALBy/AYZBg1BANBFZcQLI4mwXeQRAABrRtvMMGgLAoAuKiNeDEmErSOPAAAASY3mIADoojLiBZBEGAN5BAAASFK0CAFAF5URCUUSYSTkEQAAIOnQKAQAXVRGJAhJhPGQRwAAgCRCuxAAdFEZYTmSCKMijwAAAEmBpiEA6KIywkIkEcZGHgEAABIdrUMA0EVlhCVIIuwBeQQAwErwW2MYNBABQBeVEc9FEmE/yCMAANaAtplh0EYEAF1URsQvVhIRGUkSYXDkEQAAILHQTAQAXVRGxCNuErH0p4skEYZHHgEAABIFLUUA0EVlhJ5nJhEXjz5SJBF2gDwCAAC8PBqLAKCLyohnIokAeQQAAHhJtBcBQBeVEXGRtox4hAAAEABJREFUREBDHgEAAF4GTUYA0EVlRCwkETBHHgEAAF4YrUYA0EVlhDmSCMRFHgEASGb8phgGDUcA0EVlhAlJBPSQRwAAkhNtM8Og7QgAuqiM0JBEIH56eURUDPIIAAAQF81HANBFZYQiiYBlYuURd28EmcII8ggAABAXLUgA0EVlBEkELGeeRyz7gTwCAADEh0YkAOiy88oIkggklCmPCA2KJo8AAADxoB0JALrsuTKCJAIvhjwCAABYgqYkAOiy28oIkgi8DPIIAADwXLQmAUCXfVZGkETg5ZFHAACSCL8dhkGDEgB02WFlBEkEEgt5BAAgKXCmM8OgTQkAuuytMoIkAomLPAIAAOihWQkAuuyqMoIkAkmBPAIAADwTLUsA0GU/lREkEUg65BEAACAuGpcAoMtOKiNIIpDUyCMAAEAstC8BQJc9VEaQRCB5kEcAAABzNDEBQJfhKyNIIpCcyCMAAIAJrUwA0GXsyohkSCIiIiLXrFr//lv9mjVsU75k9VcatOnz5od7d++PtVq7ll1KFq7o7x+gUs7ihcvkuVUrX7d5o3Ynjp1UieHWjdvDBo86deqsShrHjpyQ52y6uGXjNvkzfjHsK2XFyCMAAC+J3wjDIIwAAF0GroxIhiTi1s3b3Tv0+rT/59u37ZT7L1mqeOCjwJ079vR+7b1Rw7+2qpbEpg1bRwwZs+vvvXnz5pG/h1tmN5UYvh7zzdLFK1R0tEoakkRIHqFsDXkEAOBl2M+ZzgzPSQEAdBi1MiJWEhEREbXs58ROIm7c7tqx172792rXqfHx4H6FvApoy/fs2vf16AkL5i3OmClDv48/UNbh6OFjMv10yICevboqJD3JI2S6ZtYFLY9o81GebB7pzFdwcHDQvn20OAEAMCoqIwBAlyH7QnGTiCU/JHISIfc8+JNhkkS0atv8p18nmZIIUa1GlZ+mfpc2XZrfp8y4eOGysg6hYWEy9fDIpZBcqI8AAMDOURkBALqMVxnxzCTi8olEHrHy0IEj8i9b9qxDRwyWXdyxrs3nmadN+1bnzpy/dvW6V+GCSud5Ll+yevu2v48cOubu7laxSoWu3TsWKJjffJ3w8IgVy1bv33Pg7JlzN2/ezpkzR/6Cnn0HvF/Yu5C2wtgx38z+c/6SVfM3rtu08K+lnvnz9X7n9Vp1qpvfyfatO99/u582/9F7A2X6Vp/X+378vsxcOH9p6aIV58+eP3XyjGtq1xw5sjdsUr/3O71M+VREROScmfO3bt5+/uyFzO5uxUsUq9egTrOWTWSF27fuNKzdXFutc7tXZbp601JPz7yWvLSOrbo/8PdfsHT2pAk//L19V6mypQYNGZA3Xx7zp71q+drBA4dp8yULV/TIk3v91hWma2/43pzxx+wDew8+fPiofIWyrdq1qFO3pvnNn/vS5DnfuX1n2+71s2bM277177OnzxUrUbRho3odu7aL+4a+MOojAACwZ4QRAKDLYL2g5EkixMb1W2Ta5JWGadOleeYKQ4Z9Es/NHz8Oeu+tvocPHpU/frHiRYKCgufO/GvB3MUDB/fr8VoXbZ07t/3e7f3R+XMXZb5gofy5c+e8fOnq1SvXDh84smDZ7Dx5PWR5KvX0vZv68+/r126SmXt373/Qt0+sx/LMn/f9vn127th17MiJFq1f8czvWa58aVk+Y9rsb8d9L38oeQmFvb0uX7wi/Xb59+C+/6DPB2i3/fKLcYv+Wpo+fbq8efOEhYetW7NR/u3YtnPcxDHp0qeTu12/ZsPFC5c7d+uQNVvWTJkyWvjStI/cx30HH9x/WGYkU8iWLWuspy1PSe7/tyl/qKfpyRvp06c1XXXk0NG2LToHB4WULF3i1s3b8trl3/TZUytVqaCtYMlL04z7cuKsGXPlj5nbI9eBfYf27Nonq436ephKPOQRAADYLQ7TAABdRqqMSLYkQly6cEmmpcuWUi9k2tQZ0l2v37Du5p1rJVlYvXHJrPnTsmR1/3bcdzd9b2nr/DZ1uiQRVatX3rRj9Yp1i+Tf3/s31apT/dGjwNUr12nrPFFPX7J0xT/s/67s5B8/6csKlcrFeqz8BTzf/aC37PaX+cZNGsi83KckHd+M/U7+UBO++2rn/i1zFkzfdXDLz79+J+ssmL84PDxCZu7f91+2eGWZcqXkqoUr5sgTWL52oadnXnn0k8dPZciQXu4qn2c+WbNdh1Yy7+aWycKXJo8rT+D82Qvy6Jv/XjPu2zGp06SO9bSLFCss9+nq4iL/ZKZnr26mqyT+aNCo3pZd6+Yv/nPrrvUNm9R/+rTnLdauteSlaSS7WbNy7Z9zf1u3Zbk81WVr/pIXtWTR8ksXr6hExfEaAADYJ8IIANBlmP2xyZlEiLt378k0S9YsKuEePnw0Y9os6bp/OX5k9uz/rwgoV6FMnw/eioiInDF9trZEuv3SzR4+akjOXDm0JZkzuzV5pbHM3Lt33/wOGzau9857b2bNlqVZiyYWHmIQFBTcoVOb9z5655XmjV1cnFXM/vk69WrKg4aFhj16+PTvduvGTekzOzs7m+6zkFeBYaM+GzN2ZPYc2V/mpWne/fAtefQcObPXbVBbJUSWLJm/GDNUu/+06dK8+/5bMnPu7HnLX5rJq2/0MMU3ktrIX1JmziTBmUrJIwAAsEMcpgEAuoxRGZHMSUSsx02oSxcuS8+8RKlish/efHmNGlWVWU+4Z69u5uUAgYGPjx4+fuTQUZmPCAs3v2GFSuVVAhUslH/kl0NNF+WFnDlz7tyZ89o4lxEx5QPeRb0lBzm4/3C3jq+3at2sXIWyRYt7V61eWb30S/v/066c4KetKVOujIuri+mil3dB+Rg//CdlsOSl/fscKv6nkCRrzNEiYeFhKglwvAYAwEJk04ZBGAEAugzQ80mRJCJbtqyXLl4J8A9QCXftmo9Md/29t2ThinGvvXLpqmne57rv5o3b7tz2O3b0+PGjJ03LZT+6+U0yZ3ZTCSepwa4du0+fOnvx4uX9ew4EBDz89/6fRMvUxcV59NfDP+k35MSxk/JPlnjkyd28ZdNX3+iuHZHxMi9NuGfOrF6Iu/t/Xq9jjOioaGXxSzPJnj2b+UUnJ0eZRkVFq6RBHgEAsAS/AoZBGAEAumy9MiKlaiKKFi+yd8+BY0dONG3W6JkrnDx+aumSlTVqVK3fqG6sqxxiWhh58npog1DqWbdmowQB8rpcXF3Kli3dvmObwkW8UqdJPfLzMbHWdIzpQidIeFj4q93ekicp87k8clasXD6fZ97qNatOmvDjqZNnTKtVq1Fl5YbFK5auunj+kgQN0r3/dfIfK5atnvz7D6YzerzAS3vhp61JFe+hKBa+tP8/YcfkPpaTPAIAAPtBGAEAumy6z5NSSYSoW7/2jGmzN67f/FH/99KkTR13hZXL1/41Z1FEWETcMEI7h2XxksUm/jBW7/4jIyMnfD1JXtdPUyaaD6mwfMkqlRiWLl4h3fVKlStMmfaDa2pX0/LHj4NirZk5s9trb/TQ5oOCgj/pP2TH1p2//jJtwndfxb1bS15aUrP8paUU8ggAAOwEA1gCgC7brYxIwSRCyP72suVL3751Z/zXE+Nee/LkmUULlspMxy5t415bsnSJnLlyHNp/6NGjQPPl2zbvqF2l4bDBo2T+2lWfO7f9cnvkijW4466/96inh2lEqZdzOGbsiZZtm5l31y+cv3Tt6nX1z3EKq1eua1y35e9TZ5hWSJcu7Yf935WZGzduaktidZYteWlJzZKXluIYzxIAAHtAGAEAumx072vKJhGaz4YOdHR0XDh/yZBPR1y5fNX0xKQP3/fdj8NCw7r06FiqTMm4N3Rxce7+apf79/2//GKc6UyT16/5fjl6/IMHAVWqVZKLOXI+PV1FQEDAvbv/njjjr7mL1qxaLzMhIaHq5WhjJVw8f9m0RJ7P4IH/H/cxJDhEpmXKlrp18/bsP+fLczO9uhVLVquYE09oS1KnfloV4ut70/KXliCp06QODg7x87tn+U0seWnWIFYecef6Y/IIAAAMhsM0AECXLVZGWEMSIUqUKj5l2g8DPhy0Yulq+eeRJ3e27FkvX7yiFQXUqVtz0JCP9W7boVPbNSvWrV6x7tSJM9qZO48eOR4aEtquQ+sWrV+Ri+nTp+vxWhcJAnp2ebNlm+YPAx4eOnD47JnzpcuWPH70pP+DFxk401ynru0X/bV05vQ5gY8Cc+XOcerU2UP7D8vf07uI1/lzF/39/VXM0A/9Bn4wacKP7Vp2KVuutCx5cP+BXCsv8/2P3tHuRzsuY/DHQ3+fPH3oF4PLlCv13JeWIPnze971u9e+RZes2bIsWTXfkptY8tKsxH+O1/jxRpsPPXLk+89ZSDheAwAAm0ZlBADosrl+jpUkEZqn4zuuX9z34/crVCoX/ST69KmzGTNlrFq98nc/T/j5t++cnXXT8AwZ089e8Merr3d3cXU+deL0hfMXS5UqMfab0SO//Ny0zqdDBgwdMSiTW6bfp06fM3O+k7Pz6LEjZs77PUuWzMePnwx89Fi9BAkR5i3+s1HTBnt27/vlx9+OHT7eoHG9RSvmSpQg1+7fe1Bb7c23X5v4w9iyZUtdvXJNnqd7Fvd3P+i9aMU8SV60FXr06lqlasWIiMgLFy49fPTIwpdmuYGD+0om4u8fcOe2n7//Q0tuYuFLsxKm+ojwkKd5BPURAAAYiW0PFA8AiUvrxks/R/o8ERERgYGBAQEB+fLlS5s2rbJ6VpVEAInl+K7ba2ZdUE+USxoHrT7CycnJ8R9afYSy4jO9/f333/PmzRs2bFiuXLkUAOtw7NixqVOn9uvXz9vbWyGxDRw4sGTJkr169VJJwN/fPygo6PHjx6n/4RLD9ItAuZwNoWEKALpsqDIiVhIRHhZJEgFjoD4CAGCOuMEwaJsCgC5bGTPiGUnEj5dIImAY5BEAABgPzVMA0GUTlRHPTCKunCSJgKGQRwAAYDC0UAFAl/VXRpBEwH6QRwAAYCQ0UgFAl5VXRsSTRHgWIYmAAZFHAABgGLRTAUCXTVRGPDOJ6PghSQSMSS+PiP4HeQQAADaBpioA6LLmygjzsoiI8KjFP1wkiYCdiJVH+PkERcYwFUeQRAAAYP1orQKALiuvjDCVRSz96eLVU4GyJH9RN5II2APJI17p6S0zT/OIH3z9fIJNR2pQHAEAxsbm3TBosAKALqutjDD9DMvMntW3Lh1/WhPhli11hw9KkETATpSpkaNmC0+ZCQuJXvfHTfPDNCiOAAADs/4zncFCtFkBQJc1V0aYuluVm2YvVCajzATcDd216roC7MMdn6CDW27IjHPqVPW6Z42MjIx7jAaRBAAAVoswAgB0Wf/ZNDTNeufJVyydLNmzzmfb0qsKMLq7N4PmTjweGhzp7KoavZE5U3aHJ/+lAACAdSOMAABdNnE2DZmmclBN38yVp0gamd9LHgGjkyRi9oTjYTFJRO0e6TJmexH7ungAABAASURBVNqYIYkAAMC2EEYAgC4rr4xQ/xw2KVMnZ4dGvbLnLuyqyCNgaOZJRI2uqTNldzR9SU1fBwUAAKweYQQA6LLyyghT10sjeUS9Hu65vFxUTB6xZdFlBRiLKYlwcnlStZNzxmwO5hR5BAAAtoMwAgB0WXNlhHkSofXEHB0dXVyd6nbPnKOgk1y1f+MN8ggYSawkIlN2R6cYjv/QvggkEQAA2ATCCADQZbWVEbFqIkxhhHTMyCNgSOZHZ1Tp6OSWQwsinJydnbUZ7SsQK48gmAAA42FsIMMgjAAAXTYxZoQpiRDOMVxTO9fp5mawPOLWjdvDBo86deqsSlSJdbdfjhpfsnDFTeu3qBRy9PDxt3q937B288pla7V+pePIz8fcv/dAGYV5ElG5g2PmnM5aDOHi4qLNCPMkQqMAAEbEFt4wCCMAQJf1jxmhhRFaEqHVq5vyiNrdMhkpj/h6zDdLF69Q0dEqUSXR3Saz1SvW9ezy5p5d+yLCw70KF7p+zWfRgmVtm3fyue6rbJ8piXB0fiJJhFYToSURzv8wff45UgMAAFtBGAEAumxlzAhhqox4eqRGjDRpXA2WR+CZbt24PXrE1/JZHT7qs627189dOGP73o3tOrR+8CBg6OAvlI37TxLR/hlJhMyYJxHmX1giCQAArBlhBADospWzaZgfqaEdP6911VKndiGPMLxVK9c+fhwk6UOnru21M0pkzJhh6BeDc3nkPHTgyPVrNlwcESuJcM/9b9amxRCxkgjTMRqKJAIAAKvnpAAAOqx/zAiNlkfoXSt5xI65D+9cjpQ8Qi7W71BQ2ZTbt+40rN1cm+/c7lWZrt601NMzr8yEBIfOmTl/394DZ06dLehVoErVij1f7y5dcW3lWTPmjvtyYp68HotXzkuXLq22cMG8xaOGf12wUP4fp0xs3qjdM+82rvv3/Rf9teTE8VOnTpwODQmVfn7p0iX7f/pRpkwZlY6w0LApP/++Y/tO3+s3PD3zla1Ypku3jvK4phXGfzVp5vQ5S1bNv337zpIFy44cPpYzV85atav36t0zffp05nd1+ODRpYtWHD1yPCQkpEKlci1aNatVp7rp2qzZsjRv2bRth1bmN5HeeokSxW7duH3D90Y+zzzKBlmeRGijV5JEAABgWwgjAECXlVdGKLNnaOA8Il36dO/37bN+zYaLFy537tYha7asWgRw6tTZvu9+LFFF6jSpixQtfP2ar3TaF8xf8s13X1eqUkFW6PFa143rt8jCn76bMujzAbLE57rvN+O+kx7sV9+Mds/i/sy7jWvf3oMDPxrs7x8gf+TiJYv53fE7f/ai/Dtz5vycBX9ITzjuTYKCgrt37CX37OLqUqSot/8D/7kz//przqI+H7z17ge9zdfcvHHblJ9+k6ykQKH8ly5clrBjy6ZtcxfOkBelrfD16G8kcJEZyRTc3TOvX7Np9Yp1kj6MmzhGW6Ft+1byL9YT8PO7J+GFzBQqXEjZIJIIAAAMj8M0AECXTVRGmJ/F0Pwcn6bjNYRNH6+RIUN66cDn88wn8+06tJJ5N7dMMj9uzDeSRPR5v/fOfZvmLJi+bfe64aM+exjwaNyX30bHDEgpf5BRXw1Lmy7NrBlzpZMfERE55NMRwUEhvd/pVbJkMb27jUseSJKI197osfvg1r+WzNy6a92KdYuyZc8q93n08PFn3mTSNz9KElG3Qe0tO9fOWzRj3Zblv07/yc0t48/fT5Fow3xNWfL5yEF/73/6ErbsXFeiVPHz5y6uWLZau3bnjj2SRBTyKrBg+ew1m5YtWDZ7/dYVFSuXX71y3drVG/T+YqEhoR++0//e3ftt2rXInj2rsjUkEQAA2APCCADQZf2VERrD5xFx7di+6/DBo1WrV/6gXx9TEUGnru2bNm909sz5jf+cYjN/Ac8P+70nM+O/njTt1xlHDh0rXrzoO+/3tvyBJMKoWKVC85ZN+3/yQYaM6bWFBQvlr1W7hszcu3c/7k1u3bg9f/ZCSSvGfjPaFHBUr1n1g/5Pn8lvk/8wX7l2vZqdurST90vmJTfp0r2DzJw5fU67duovv8t06MjB8rS1JTlyZh8xeojM/D51+jOfcOCjx+/27nvq5JlKlSsMGjpQ2ZrnJhGmc2eQRACAfbKJthksQRgBALpsZcwIZX95xLkz52VauWrFWMurVa8i0zOnzpqW9HitS8XK5Q8dOPL71Bnypxg9doT0Z5XFnJ2dhgz7ZNzEMabDMfzu3N20Yat21szwsPC4N7lw8ZJMJa2INfRDk1cayvTihf/82ctXKGt+MVu2bDINCwvTLp44dsrF1aVCpXLm6xQomN8zf75zZy7EfXT5xH747oAD+w81a9Hk1xk/Z8iQXtkUS5II06eaJAIA7BMbfMNgzAgA0GUrlREaexg/wuT6VR+Z/jDxF/kX99pr13xM8/LXGDF6SMsmHUJDQvu837tIscIq4Y4dObFv7wHf6zeOHjl2+dJV0/Lo6Gd8PK5duSbTnLlzxlqeMWMGN7dM9+7eC3z02FRkkS3bfw6jcHJyjLnbp4eZ+PrciIyMVJGqdJHK6lkuXb5SrFgR8yVrVq4/uP9w1eqVv/5mlFZtYUNIIgAAsCuEEQCgy4YqIzT2k0dor6548aIZ3Z4x6mSuXP8JAv7evuv/Mzt2v/fR2/H8ZZ7JNISkpAlly5WuWqNK6dIljxw59tecRc9cPzIy6ul/T6LjXqV9nMxjgngiA4dUT59nhgzpS5QqrixzYN/TASm6dO9IEgEAAKwcYQQA6LKtygiNneQRefJ5yLR1+xbdX+0S/5rXrvn89P0U6dJXqV550/otv0+d8fa7byiLXbxwWZKIzJndFiybncus2OHAvkN6N8kXc37Q27f8Yi1/9CjQ3z9AnknadGmUBXLnyaX1vX//8xdlmQcPAmTqmT+fsikkEQAA2CHGjAAAXTZXGaEx5PgRsd6HuvVry3Tr5h2xVvt23PcNazf/a+7/axbkHfzi8y+Dg0I+6v/e8FFDJFOY8vPvZ0+f17vbuA4fPKJihpk0TyJCQ0L37T0gM9FPouLeJE+ep0HJ3zt2BQY+Nl++bs1GmUomoizWsHE9yS/27/vPCTju3b1fp2qjTq17yNOItf4Pk785eeFgYW9bOp0nSQQAAPaJMAIAdNliZYTGeHlE6tRPT5nh63tTuyj97boNau/dvX/m9DmmdbZv2zlrxrz79+5Xr1lVWzJ31l/Sky9dtmSXHh3d3d0GDOobHhb++eART8dieNbdxpU9R3aZXr50NSrq/7mDzIz4fIyvz9OKktDg0Lg38S7qVbV65bt+9z77ZPijR4Hawt079/783WSZ6dy1vbLYa290l+m4L7/1u3NXWxISHDrssy/u3/cvUbq46TQiJiePn5LXK2mFshEkEQAA2C0O0wAAXTZaGaEx2PEaefPlkengj4f+Pnn60C8GlylX6t33ex89dGz8V5PWrt6YLl3aiIiIQweeVjF8Nf4LbeWbvrd+mPiLdGK/+HKY9j62bd9y+ZKVB/cfnvrz7+/37fPMu431uNVrVClVpuSJYyffef2DCpUrXL18VXr7EjRIwHH86El/f/+4T1Uea/TXw3u/+u62zTvqVm9SpKi3/wN/Lbx45703q9WooiwmD92mXYtlS1Z1bN2tcJGnQ29eu3b91o3bxYoVGTi4X9z1vxj61Zkz58Z+M7pF61eU1SOJAADAnlEZAQC6bLcyQmOk+ogevbpWqVoxIiLywoVLDx89kiUlShVfuHxOw8b1Ah8FHj1y/PatO/Ub1p057/dWbZtrNxn22RdBQcGvvt7N/LCFEaOHSA/318nTtYM14t5tLC6uLlP/+LHbq53v3Lk75affNm3cKkHAjDm/jhj1uVy7X2fkiFy5c85fOqtt+1b58uW5dPGSdKIlU5g1f9qH/d9VCTRm3MhhIwfnzJ3r4oVLx4+dcHd3lzuZMe83yV+ULSOJAAC8GJtum8GcbbezASBxPYkRFRUVGRkpe9ofxcibN2/atDbc8TNt52UmOob2AjXhMUJDw7X6CFmtciMPGz3fJ2yFXSURf//997x584YNG5YrVy4FwDocO3Zs6tSp/fr18/b2VkhsAwcOLFmyZK9evVQS8Pf3Dw4ODgwMTP0P7edDdreY/1jAJlAZAQC6bL0yQmPI8Sxhu6iJAAAAijACAOJh02NGmCOPgJUgiQAAABrCCADQZYzKCA15BFIcSQQAADAhjAAAXYapjNCQRyAFkUQAAABzhBEAoMtIlREa8gikCJIIAAAQC2EEAOgyWGWEhjwCyYwkAgAAxEUYAQC6jFcZoSGPQLIhiQAAJC5Dts3sE2EEAOgyZGWEhjwCyYAkAgCQ6PiBMAzCCADQZdTKCA15BJIUSQQAAIgHYQQA6DJwZYSGPAJJhCQCAADEjzACAHQZuzJCQx6BREcSAQAAnoswAgB0Gb4yQkMegUREEgEAACxBGAEAuuyhMkJDHoFEQRIBAAAsRBgBALrspDJCQx6Bl0QSAQAALEcYAQC67KcyQkMegRdGEgEASB521TYzNsIIANBlV5URGvIIvACSCABAsuGHwzAIIwBAl71VRmjII5AgJBEAAOAFEEYAgC47rIzQkEfAQiQRAADgxRBGAIAu+6yM0JBH4LlIIgAAwAsjjAAAXXZbGaEhj0A8SCIAAMDLIIwAAF32XBmhIY/AM5FEAACAl0QYAQC67LwyQkMegVhIIgAAwMsjjAAAXVRGaMgjYEISAQBIWbTNDIMwAgB0URlhQh4BRRIBALAC/KAYBmEEAOiiMsIceYSdI4kAAACJiDACAHRRGRELeYTdIokAAACJizACAHRRGREXeYQdMk8iyrd+QhIBAABeHmEEAOiiMuKZyCPsinkSUbCO/6PwG/fu3dPeaJIIAADwwggjAEAXlRF6yCPsRKyjMwqVyJ4uXTofH58DBw48fvyYJAIAALwwwggA0EVlRDzIIwwv7jgRrq6uhQoVKlmyZEhIyNq1a/fu3SurkUQAAIAXQBgBALqojIgfeYSB3fF5rDdiZe7cuVu0aCGpxIEDB6ZMmeLj40MSAQBINrTNDIMwAgB0URnxXOQRhiRJxNyJJ+I5d0batGkbN27crVu3qKioyZMnL1q0KCwsjCQCAJAM+KExDMIIANBFZYQlXiCP2DDvooK1kiRizjcWncXTy8trwIAB1atX37Vr15gxY86cOUMDEQAAWIgwAgB0URlhoYTmEYe33SKPsE5aEhEeGvXcJEIbJyJNmjQdO3bs27evvOM//fTTjBkzgoODFQAAwPMQRgCALiojLEceYQAJTSJM40R4eXkNGzasfv36Bw4cGDly5MmTJxUAAEC8CCMAQBeVEQlCHmHTXjiJUDHvuKzQoUOHgQMHpkuX7pdffvntt98eP36sAAAAdBBGAIAuKiMSyvI8IpunoyKPsBovmUSY7qdAgQKff/5548aNjx49OnLkyP379yssYW8rAAAQAElEQVQAAIBnIYwAAF1URrwAC/OIuj0yk0dYicRKIjSyTps2bT799NNMmTLNmDHjxx9/fPjwoQIAAPgvwggA0EVlxIuxKI9I40weYQ0SN4kw8fT0HDJkSLNmzc6fP//FF1/s3LlTAQCQGGibGQZhBADoojLihZFH2IQkSiI08o63aNFi0KBBWbNmnTt37sSJE+/fv68AAHg5tM0MgzACAHRRGfEyyCOsXJImESZ58uSRPKJly5ZXr14dPXr01q1b+U4BAABFGAEA8aAy4iWRR1it5EkiNPKmv/LKK0OGDMmZM+fChQvHjx/v5+enAACAfSOMAABdVEa8PPIIK5ScSYSJJBGDBg1q27btzZs3x4wZs379er5cAADYM8IIANBFZUSiII+wKimSRGjk5o0aNfr88889PT2XL1/+9ddf37p1SwEAALtEGAEAuqiMSCzkEVYiBZMIk+zZsw8YMKBjx45+fn5fffXV6tWro6KiFAAAsDOEEQCgi8qIREQekeKsIYnQyL3Vq1dv2LBhBQsWlDDiyy+/9PHxUQAAwJ4QRgCALiojEhd5RAqyniTCJEuWLP379+/atau/v//YsWOXLl0aGRmpAACIF20zwyCMAABdVEYkOvKIFGGFSYRJrVq1hg0b5u3tvXHjxlGjRl2+fFkBAKCPtplhEEYAgC4qI5ICeUQys+YkQuPu7t63b9+ePXsGBQV98803f/31V1hYmAIAAIZGGAEAuqiMSCLkEcnG+pMIk2rVqo0YMaJ48eLbt2//4osvLly4oAAAgHERRgCALiojkg55RDKwoSRCkzFjxg8++OD111+PiIiYNGnS7NmzQ0NDFQAAMCInBQDQQWVEkjJlPVoeobea5BHbZvvfvRYleYRcbNzVS8ECNpdEmFSqVKlo0aLz58/fvXv3qVOnXn311WLFiikAAGAsVEYAgC4qI5Ia9RFJxHaTCE2GDBneeuutPn36REVF/fjjj9OnTw8ODlYAAMBACCMAQBeVEcmAPCLR2XoSYVK6dOkRI0ZUqlTpwIEDX3zxxeHDhxUAADAKwggA0EVlRPIgj0hEhkkiNOnSpXv99dfff/99mf/9999/+eWXwMBABQCwY7TNDIMwAgB0URmRbMgjEsW/SYTTk0ptbT6JMClRosSIESOqVat28uTJL774Yu/evQoAYK9omxkGYQQA6KIyIjmRR7yk/yQR7Ryz5DFIEqFJmzZtz549P/roI1dX15kzZ3733XcPHz5UAADAZhFGAIAuKiOSGXnECzN2EmFStGjR4cOH16pV6/z58yNHjtyxY4cCAAC2iTACAHRRGZH8LM8j3HJHK/KIGHaSRGhcXV27du3ar1+/9OnTz58/f+LEiffv31cAAMDWEEYAgC4qI1KEJXmEo5NK7XUubdZQZfd5hF0lESbe3t7Dhg2rV6/epUuXRo8evXnzZnJDAABsC2EEAOiiMiKlPDePOHfuXEjo49rdMtn58Rr2mURo5NV17Nhx4MCBmTJlWrx48fjx4/38/BQAALARhBEAoIvKiBQUTx4RGhp64sSJbCK7uz2PH2HPSYRJgQIFhg4d2qhRo+vXr48ZM2bdunUKAADYAsIIANBFZUTK0ssjdu7cGRYWVrFiRXsez5IkwkReadu2bQcOHOju7r5ixYpvv/2WEgkAMDDaZoZBGAEAuqiMSHFx84gHDx4cPny4SJEi2bJls9vza5BExKWVSDRt2vTSpUsjR47cuHGjAgAYEW0zwyCMAABdVEZYg1h5xOrVq6Ojo+vXr2+35/skidAjr7dVq1YDBw7MmjXr0qVLJ0yYcPv2bQUAAKwSYQQA6KIywkqY3oXr168fP368atWq7u7uzzzfp+HzCJKI5ypYsODw4cMbN2589erVr776at26dVFRUQoAAFgZwggA0EVlhPXQOtKLFy+WznbTpk2feb5Pw+cRJBEWkpffpk2bwYMH58iRY8WKFePGjbt586YCAADWhDACAHRRGWFVzpw5c+nSpQYNGqRPn/6Z5/s0dh5BEpFQefPm/eyzz1q0aHHr1q2vv/569erVlEgAAGA9CCMAQBeVEVZl6dKladOmbdiwoXrW+T6NnUeQRLwY+Ts0a9Zs2LBhefLkkTDiq6++8vX1VQAAwAoQRgCALiojrMeBAwdu3LjRvHnz1KlTa0vsJ48giXhJ2bNn//TTT9u3b3///v2xY8cuX748MjJSAQCAFEUYAQC6qIywEtHR0StWrHBzc6tdu7Z61vk+DZxHkEQkCvlTNGjQYNiwYQULFly/fv2XX3555coVBQCwQbTNDIMwAgB0URlhJf7++2/Zp926dWsJHbQldpJHkEQkrixZsgwYMKBbt24PHz785ptvFi9eHBERoQAANoUfOMMgjAAAXVRGWAPpLq5ZsyZHjhyVK1c2X274PIIkIonUrFlzxIgRRYsW3bx585gxYy5eNOZZYAEAsHKEEQCgi8oIa7Bx48bAwMB27drFfS8MnEeQRCSpTJkyffjhh6+//npISMjEiRP/+uuvsLAwBQAAkpGTAgDooDIixQUFBW3YsMHLy6tUqVLPXMH0Hml5hN79SB6xbbb/3WtRkkfIxcZdvZQVI4lIHpUqVSpWrJgkEdu3bz9+/Phrr73m7e2tAABAsqAyAgB0URmR4tatWxceHt6+fft41jFYfQRJRHJKnz79m2+++d5770VGRn733Xdz5swJDQ1VAAAg6RFGAIAuKiNS1qNHj2SXdalSpTw9PeNf0/I8Ikue/+cRm/66pKzP7euP5/4/iVAV2sROIjTai5IXSBKRWEqWLPnFF19Ur159165dMnPq1CkFALBWtM0MgzACAHRRGZGyVq5cGRUV1a5dO0tWtjCPqP/a//OIg1tuWlseIUnEvG+Ph/0/iXDIli92EiEzpiRCCyNIIhJL6tSpe/To8dFHH8lf9eeff/7zzz+Dg4MVAMD68JNnGIQRAKCLyogUdOfOnd27d1epUiVHjhwW3iT+PELrzFttHmFKIhwcn5BEpJSiRYsOHz68Tp06+/bt++KLL44fP64AAEDSIIwAAF1URqSg5cuXS3+7VatWCbpVPHmEqUtvhXmEeRJRvpUjSUQKcnV17dy584ABA1KnTj1lypRp06YFBgYqAACQ2AgjAEAXlREp5dq1a0ePHq1Xr56bm5tKIJvLI2IlETkKkESkPC8vr6FDhzZs2PDw4cOjR48+ePCgAgAAiYowAgB0URmRUhYtWiT7pZs0aaJeiA3lESQRVkv++O3atRs4cGC6dOn++OOPyZMnP3r0SAEAgERCGAEAuqiMSBGnT5++dOlS48aNpROoXpRN5BEkEdavQIECn3/+edOmTU+dOjVq1Ki9e/cqAACQGAgjAEAXlREpYunSpRkyZGjQoIF6OVaeR5BE2Ap5C1q1ajV48GB3d/eZM2d+//33AQEBCgAAvBzCCADQRWVE8jtw4MCNGzdatGghvXH10qw2jyCJsDl58uQZNGiQfDIvXrw4atSonTt3KgBASqBtZhiEEQCgi8qIZBYdHb1ixYosWbLUqFFDJRIrzCP0kgjnf5BEWCd5L5o1a/bZZ59lz5597ty5kyZNun//vgIAJC9+Cg2DMAIAdFEZkcx27Nghvbu2bdtK91slHqvKI+JJIkxTkghrljt37kGDBsmn9MqVK6NHj966dStbCQAAXgBhBADoojIiOYWFha1atSpfvnzly5dXic1K8ghqIoxB3otGjRoNHTo0b968CxcunDhxop+fnwIAAAlBGAEAuqiMSE6bNm0KDg7u0KGDShopnkfEn0RoA0aQRNiQ7NmzDxgwoGPHjj4+PmPGjNm4cSObCwAALEcYAQC6qIxINkFBQdKXK168uJeXl0oyKZhHkEQYkrw19erVGzZsWIECBZYuXTpu3LibN28qAABgAcIIANBFZUSyWbNmTXh4eNu2bVUSS5E8giTC2LJkydK/f/9u3br5+fl9/fXX8mGOiopSAAAgXoQRAKCLyojkERAQsGPHjkqVKnl4eKik9wJ5xLYlV9SLIomwEzVr1hw+fHiRIkVWrVo1btw4X19fBQAA9BFGAIAuKiOSx7Jly2TasmVLlVwSmkfsXe/7YnkESYRdcXNz++CDD1599dUHDx6MHTt2xYoVkZGRCgCQqGibGYaTAgDooDIiGdy5c+fAgQN169bNmjWrSkampEnLI/RWkzxiy5/+932jJI+Qi3XbFVAWMyUR8lAVWjtlz+9EEmEPqlatWrx48Tlz5qxbt+7IkSNlypRRAIDEw0+kYVAZAQC6qIxIBosXL5aeebNmzVSyS9L6CJIIe5YxY8Z33333zTffDAoK2rBhg2xGIiIiFAAAMEMYAQC6qIxIahcvXjx58mSjRo3SpUunUkIS5RGxkogcBUki7FGFChVGjBjh6ekp7+nUqVPl064AAMA/CCMAQBeVEUlt0aJFadOmbdiwoUo5iZ5HkETARFK26tWry2YkPDx84sSJCxYskBkFAAAIIwAgHlRGJKljx45dv369RYsWrq6uKkUlYh7xzCTC+R8kEfZJ3tl33323WrVq27ZtGz169Pnz5xUAAHaPMAIAdFEZkXTkD7t06dIsWbLUrl1bWYFEySP0kgitLIIkwp6lSZOmZ8+eH330UXR09HfffTdnzpzQ0FAFAIAdI4wAAF1URiSdvXv3+vn5tWrVKp4zWSSzl8wjSCLwXEWLFh0+fHitWrV27dr1xRdfnD17VgEAYK8IIwBAF5URSSQqKmrlypUeHh6VKlVS1uSF8wjzJKJ8K0eSCOhxdXXt2rVrv3795MPwww8//Pnnn8HBwQoAYDHaZobhpAAAOqiMSCJbt24NCAjo2bOnsj6mBErLI/RWq/dq5q2z/O/7REkeERwYcf7IPUkiZHn5lk45CzFiJZ7D29t72LBhK1askO/C6dOnu3fvXrp0aQUAsAA/nYZBZQQA6KIyIimEhISsW7dOOmPFihVTVsmS+og0aZ3r9XDLmu9ppn98953QkKdJRKU2zrkKO5sKIkgiEA/5YHTo0GHgwIFp06adMmXKtGnTAgMDFQAAdoMwAgB0URmRFDZu3BgcHNyxY0dlxSzKI9K5VK/tkznLY23NKu1dc3u7xEUSgXgUKFDg888/b9KkyeHDh0ePHn3w4EEFAIB9IIwAAF1URiS6R48ebdq0qXz58h4eHsq6xZ9HSMrg6urqEnKrSpEtWTL7VWvkn69YWtd/kETAcvIJad269aeffpohQ4Y//vhj8uTJ8jVRAAAYHWEEAOiiMiLRrV69Oioqqk2bNsoWxJNHaKNCOEWHp458UKPY5jwej00ZBEdn4AV4enoOGTKkefPmp0+fHjVq1N69exUAAIZGGAEAuqiMSFz37t3buXNnrVq1smbNqmyEXh4hicPTpCEqzCH0oWNIgLOK/H+txD9TbTWSCFhOPioSRnz22WfyBZk5c+b3338fEBCgAAAwKMIIANBFZUTiWr58YBn/lAAAEABJREFUuXS3mjVrpmzKM/OI/2cN0eGOYYGOoY+cn0SYjtHQcgqZkkTgBeTOnXvQoEGtW7e+dOnSqFGjJL9TAAAYEWEEAOiiMiIR3bhx49ChQ40aNcqYMaOyNXHziP8fqvEk0ikiyCnisZOKMp1Bg6Mz8JLko9KkSZMhQ4bkypVr7ty5kyZNun//vgIAxKBtZhiEEQCgi8qIRLR48eK0adM2btxY2aZYeYRMJWtIV7SmW/XObtU6ps1bnCQCiStnzpwDBw7s0KHDtWvXRo8evXXrVtrfAKD4STUQJwUA0EFlRGI5d+7c2bNnpVvl6uqqbJbp86DlETKfvnSDJ0/qm39ITNGDrGB+UQEJJ5+c+vXrlylTZubMmQsXLjx8+HDPnj2zZ8+uAACwfVRGAIAuKiMSy6JFi9zc3OrUqaNsXNzjNbQhJBzMUBOBxJUlS5b+/ft36dLF19d3zJgxGzduJCQFABgAYQQA6KIyIlHI7twbN260atVKeunK9plSBmV2yIZ5GBFrBQUkhtq1aw8bNqxQoUJLly4dN27czZs3FQAAtowwAgB0URnx8qKjo6Xv5OHhUaVKFWUgsRIHk1hLFJB43N3d+/bt27Nnz7t373799ddr1qyJiopSAADYJsIIANBFZcTL27Vr1/3791u3bm3InnkqHQpIMtWqVRsxYkTx4sVXrVo1btw4X19fBQCADSKMAABdVEa8pIiICOkvFSpUqGTJksqIIm5fDLu4T/5FPrihgOSSMWPGd9999/XXXw8ICBg7duyKFSsiIyMVAAA2hbNpAIAuKiNe0ubNmwMDA9977z1lUA83/BJ0aIXMZGrWz63JBwpIRpUqVSpatOhff/21bt26I0eO9OrVy9PTUwGA0dE2MwwqIwBAF5URLyMkJGTDhg1lypShgwQkkQwZMvTu3btPnz7BwcHjx49fsmRJRESEAgBDo21mGFRGAIAuKiNextq1a8PCwtq0aaMAJKXSpUt7eXktXLhw06ZNx44d69mzp1xUAABYNyojAEAXlREvLCAgYOvWrdWrV8+RI4cCkMTSpk372muvvf/+++Hh4RMnTlywYIHMKAAArBhhBADoojLiha1cuVL+ei1btlQAkkuJEiVGjBhRs2bNbdu2jR49+vz58woAAGtFGAEAuqiMeDF37tzZu3dv/fr1M2bMqAAko9SpU3fr1q1fv34y/913382dOzc0NFQBAGB9GDMCAHRRGfFili1b5urq2qRJE2V0WV+dKP8UYGW8vb2HDRsm38Tt27efOHHitddeK1q0qAIAwJpQGQEAuqiMeAHXrl07duzYK6+8kiZNGgUghbi4uHTq1Kl///4y88MPP/z555/BwcEKAACrQRgBALqojHgBixYtcnNzq1u3rgKQ0ry8vIYOHdqoUaP9+/d/8cUXx48fVwBg42ibGQZhBADoojIioU6ePHnp0qXmzZs7OzsrAFZAvoxt27b99NNP06dPP2XKlGnTpgUGBioAsFm0zQyDMAIAdFEZkSDyt1q+fHn27NmrV6+uAFgTT0/PIUOGNGvW7OjRo6NHjz548KACACBFEUYAgC4qIxLkwIEDN27ckH2w/NEAK+To6NiiRYtBgwa5ubn98ccfkydPfvTokQIAIIUQRgCALiojLBcVFbVs2bJ8+fKVKVNG2Y2H63++82N3+Rd0YKkCbEGePHkkj2jVqtWZM2dGjRq1d+9eBQBASiCMAABdVEZYbseOHQEBAR06dFD2JOLOpdCL++RfxIMbCrARjo6OTZs2HTJkSI4cOWbOnPn999/Ll1cBAJC8CCMAQBeVERYKCwtbvXp1yZIlvby8FABbkDNnzoEDB7Zr1+7y5cujRo3auXOnAgAgGRFGAIAuKiMstGnTppCQkPbt2ysAtkO2bw0bNvz88889PDzmzp07adKk+/fvKwAAkgVhBADoojLCEkFBQRs3bqxSpUqOHDkUAFuTPXv2AQMGdO7c+fr166NHj966dSvbPQDWjG2UYRBGAIAuKiMssXr16qioqFatWikAtkk2dHXq1Bk2bFiBAgUWLlw4ceJEPz8/BQBWibaZYTgpAIAOKiOe6969e3///XfdunXd3NyU/Ulbpolztvwy41qokgJsnLu7e9++fXft2rVkyZIxY8ZIwtigQQMa/QCAJEIYAQC6qIx4rpUrVzo7Ozdt2lTZJQkjlPwDDKRGjRolSpSYM2eORBLHjh3r1atXlixZFAAAiY3DNABAF5UR8btx48aBAwcaN26cLl06BcAo3Nzc3n///Z49e968eZNRJAAASYQwAgB0URkRv6VLl2bIkKFBgwYKgOFUq1bNfBQJTrQBAEhchBEAoIvKiHhcvHjx9OnTLVq0cHZ2VgB0aNsQG4013dzc+vbt261bN19f39GjR+/YsUMBhhAeHi5TFxcXBSDlEEYAgC4qI+KxaNGiLFmy1KhRQwHQZ4A+T82aNYcNG+bp6Tl//vxJkyY9ePBAATYuLCxMpq6urgpAyiGMAABdVEboOXjw4PXr19u3b+/gYO+/I1GB98JvnY+876OAZ9H6PKlTp1a2zN3dvX///l26dLl27dro0aN37dqlAFsWGhqqCCNsFm0zwyCMAABdVEY8k+zpXbRoUcGCBcuWLavsm/+yr32HVr01ttmjLb8p4Fm0MCJNmjTK9tWuXXvYsGF58uSZM2fO999/HxAQoADbxGEaNo22mWFwak8A0GWkyohE/OU+c+ZMuXLlmjVr9sz7tKu/WJqiNVTE091rznlLWrI+O3PskIQRjo6OBmg6ay8ha9asH3/88fnz548fP75ly5by5csXKFBAWTe+d4iLwzQAa0AYAQC6jFQZkYjHU5SPoXet/NGio6OV7bPkL5auRD35pywWFRWlYGcePXpkjA6P+TeiWAxlI/jeIS75YqZOnZoBmIGURRgBALoYMwLAS7p3716mTJkUAGty9+7d7NmzKwApijEjAEAXY0YAeEl37tzJkSOHAmBN/Pz8smXLpgCkKCojAEAXlREAXkZgYGBkZCRhBGBVQkNDHz9+TBgBpDjCCADQRWUEgJdx9+5dmVINDliVO3fuyJQwAkhxhBEAoIvKCAAvw9fXV6Z58+ZVAKyGj4+PTPPkyaNgm2ibGQZhBADoojICwMu4ePGiq6urh4eHAmA1+GLaOtpmhsEAlgCgyzCVEfIqSpYsKS+nZ8+eeusMGDBAVqhcuXJkZKRCjMWLF8vfJG3atNJyfeYKLi4uNIkQj/PnzxcqVMgwHxJvb+9UMaZMmaK3TuHChbV1AgICVOKJjo6eNWtW//79TUs+/PBDeZQlS5YoIIFkky5fzEQ84zWAF8OXEAB0GaYyQl7FtGnTpOE1e/bs1atXx13h8OHD33//vXSt//zzTycniub+IyQk5PXXX6coFAl17969R48eeXl5KcNZunTpM5fv27dPL7l7SbKNevXVV69evaqAl/Pw4cMHDx4Y8osJ2BzCCADQZaQxI6pUqTJgwACZ6dOnjzTFzK+KjIzs3bu37HgcOXJksWLFFOLYuXPnjz/+qICE0LrlsgNWGUvGjBk3bNggUUvcq5YsWSJpZpo0aRRgrY4dO6aM+MUEbBFhBADoMtiYEaNGjfL29vb19R08eLD58gkTJhw5cqRSpUqDBg1SiCN37twy/fzzzy9fvqwAix0/fjxt2rQFCxZURqFtD1u1aiXT5cuXx11BwoimTZumS5dOAdbq8OHDrq6uRvpiAraLMAIAdBnsbBqyu/LXX3+VmSlTpmzZskVbeP78+TFjxkiXafbs2aYDaIODg8eOHdu4ceOsWbPWrl17xIgRsQ7/vn379oABAypXriy9Dkkx3nnnnd27dyvD0bpe9evXb9OmzePHj996663n3iQ0NFRii7Jly8re4woVKnz00Udnz55VsD/yJTpx4kT58uUdHR2VsbRr107F5A6xlu/fv//ixYvatbFY8r1YvHhxixYt8uXLJ5udli1bfvvtt/I31K7q06ePbGdkZtmyZfKt7NWrV9ynJMvnzZsXa/m7774ry8PCwhQQQz5UFy5ckA+h8b6YgC0ijAAAXcY7m0adOnWkda5iGvchISEy88EHH0jjbPTo0d7e3to6steoaNGin3322a5du2Sh9C5GjRolS7Zv366tEBER0ahRo0mTJl2/fl16Fz4+PpJx1KhRY+rUqcqg5KVJB0kSnPhfowQWFStW/Oqrr86dO1e8eHFJcH788cdSpUrJn1fBzhw6dCgqKkrrQhuMJCxeXl4bN2588OCB+fJFixY5Ozu3bt061vqWfC8kDO3QoYPcZ/r06WWX9Zo1awYOHFi1alUtBm3evLm24SpRooRsjuI+xKuvvirTWGGEJCCyJFu2bLIbXAEx5AdOftnlA6kAWAHCCADQZbDKCM24ceMKFCggu4a++eabWbNmSeu/bt265mPU9+3bV/KFYcOG3bt3b/fu3Tdv3pwyZYr0Ovr16xcdHS0rrFq16uTJkwMGDLh9+7YEFrdu3VqxYoWLi4vs+TTqmTiyZ88u+2llZvDgwTdu3NBbTa49depUq1atZJ29e/deunRpw4YN7u7uw4cP37p1q4I92b9/v5ubW+HChZURderUSULJZcuWmS9cunRp06ZN5QMfa2VLvhffffddhgwZrly5cvr0afnT3b17VxKHEydOTJs2Ta5t2bLlG2+8oWJO1SGbprZt28Z6CEkrcuXKtW7dOj8/P9PCJUuWPHz4MJ5TCMEOSUqYJk0aU/gOG8WQ0oZBGAEAuoxXGSGkxf/LL7/IzKRJk6STkDZt2t9//930MteuXbtz586GDRvK7kfTKHTvvPNO586djx49unjxYrmoDZ1gulZuK12F3377Te7WYGGEeXNHdr1KR0v20/bu3fuZK1+/fv3nn3/OnTu37OM19ccaNWo0ZswYmZHdwgp2QyI86XJXqVJFGYv2jZBp+/btVcxBE6artPNoaMvNWfi9OHfunGxJUqdOrV2UNSU2nTp1qqypLODs7NyjRw/JR8yLI+QRZUoYAZP79++fP3++UqVKnNTT1nFSbcPgqwgAugxZGSGkUy1da39/f+kyjR8/3nxQcUkcZFqvXr1YN9G6BIcPH5Zp48aNZfrll19KQjFr1ixfX18V01eXnaWmvoQhSWoj+7pl7+v06dPjXiv7fmX6yiuvSNxjvrxjx46ma2En1qxZI72dWrVqKYPSjtSQ70JgYKC2RJJK+frHHTDCwu9FixYtHj16JHcrG5Zt27ZJrFCkSJG33367dOnSyjJvvvmmMjtSQzZu69evl5uXLVtWATE2bdokv+m1a9dWAKwDYQQA6DJkZYRm4MCBMs2SJcv7779vvlw7GeHnn3+e6r9ee+0107WlSpWSnZYys2DBAskg8ubNKzuafv31V6Meo2Hi4eExYcIEmfn000/Nq8E1smtXpvny5Yu1XPIL+TvfunUr1hlVYVTy2Thy5EiVKlXiHrBgJF26dK2hvtIAABAASURBVJHIwDSMpXaMRqzEQVn8vZBUtHjx4teuXRs6dKiEodmyZXvjjTcSNPirhBc1atTYt2/fmTNn5OKff/4ZHR2tJRSAihm6cvfu3fIx006QBMAaEEYAgC6jVkaomKpm09ScVrwq+ycbPoupRyG9celjjBgxomvXrrLy4cOH33nnnUaNGj1+/FgZWu/evevXr3/v3j15vbGu0rIYbViNWLRIy8nJScEOyA55mTZp0kQZmvmRGtoxGs88j4aF3wvJNCXBmTVr1rvvvit/OhcXl+nTp5crV04ST2UxbRjLOXPmyFTuSrZmsoFSQIytW7dKfKZV9gGwEjSMAECXgSsj9GinXu/Vq9eHH34Y/5re3t4jR47U5i9dutSsWbNt27bNnDlTG/TewP74449SpUpJHyzW0P1eXl4y1Q5aMRcQECDhhewHTpcuXVRUlIKh3b59e+/evRUrVsyePbsytLJly8pO5nXr1kkEuWTJEokP4p7kQln2vdCWyD30iKFitr3Dhw8fM2ZM3759O3XqpCzTrVu3jz/+eOHChR06dDhz5oxMs2XLpoCYsohNmzZJns7QlYBVoTICAHQZuDJCT6tWrWS6YsWKWMs//fRTacZNmTJFxRzikTNnzt27d5uuLVSokHa4x9WrV5XReXp6jh07Vmb69etnHi5oOc7atWsfPXpkvr62a7dBgwYKdmD27NmOjo5t2rRRdkB6+6GhoZs3b5YwQjYdGTNmjLuOJd+L8+fPS65h/keTbe/o0aOzZMki4Y42LIUluXD69OnlKcm9TZ48WTF0JcysWrUqLCws7gCrAFIWYQQA6DJMZYQ0wixcs0SJEtKpkD1IkyZNMi1cs2bNd999d+fOHa3AVfaIyvzIkSODgoK0FaSboZ1oo0iRIsoOvPvuuzVr1vTz8zMvPi9VqlTDhg1v3rwpXSDZ66st3Lhx47Bhw2SmT58+Cka3d+/ey5cvv/LKK5kzZ1Z2QHr+KuaMGM88j4bGku+FdgLUlStXSo/RdMNly5bdv38/f/782jgU2ul7rl279swjPky0IzVmzJghgam8EQqIGcZl+/btpUuXNuqpdgHbxWEaAKDLAJURZ86c2b1797Fjx37++WcLbyKdhF27dg0YMOCvv/6SbkB4ePiOHTtk+cyZM7WdnN27d5erpNtQNIYsOXv2rK+vb926de1kV6R8MKZPny5N25CQEPOFf/zxh+zpXbFiRa5cucqUKXP37l3tNKhDhw6V/piCoQUHBy9ZskR25tvPQekSNEh8uX///tSpUzdv3vyZ61jyvZB1fv311zp16rRs2bJWrVqurq7aZsfJyUk7D7GKGQJT8ogjR44UK1asYsWK2sAQcclWSPKLq1evduvWLe6YOLBPCxYskM+Y5cf7wPrZW9WqgVEZAQC6bLQy4saNG5IUTJkypV+/fj/++OOJEydq1Khh+c2loS8t/nbt2sluTAkyfHx82rRps3PnTlPQIH+ThQsXTpgwwcPD4+jRo6dPn65UqdJPP/20fv16FxcXZR+8vLzGjBkTa2HevHkPHjz4xhtvFCpU6NSpUw4ODr169ZJkZ/To0QpGJ2nd48eP5Wvi6Oio7IZWHCEhQtzzaJhY8r2oWbPmoUOHpLt4586dvXv3Shjx4YcfyobIVN2QPn162chkypTp/PnzsonTeyzZOmnn8pSHUEBMIi8/UhKHGfvsNvbG3sbzMjC7OxwaAOLxJEZUVFRkZGRERERgYKB0yGWPXNq0aZXVu379+tEYt2/f1pbITktpl1eoUEH2WyZbB0n+gPHXUduKpPiLMYClUclu/Pnz58u+/c6dOyuDsomQRbbYuXPnrlq16pYtW0wL+d7ZrdDQ0FGjRskPukzld1AhuQwcOLBkyZJJlAn6+/sHBwdLCy31P1xiyDZKsk7tfOQKNoLDNABAl01URvj4+Mj+w8OHD/v5+clF2XMoPaLy5ctLhuLq6qoAJDFfX9+FCxd6eHhoZQJIKdI56du3b0hIyJtvvqkApf7880/Jp9577z2SCMA6EUYAgC5rHjPi+vXrWgZx9+5duejm5lavXr1y5coVKlSIfQJAspFdr1OnTpWdcn369LGrAzSsiuwmNZ0itGjRou3atVOwe3v27Dl27Jik87KLXgGwSoQRAKDLCisjrl27JgGExBD37t2Ti+7u7vXr1y9fvrw2tCSA5BQZGTl58uT79+9/+D/27gK8ifuP4/hRN7RAi7u7u7vLsAEbPhiuYxs6bIztjww2dMCA4S7D3aVFC5QWKKVAi7VA3fh/k4Ms1GiRkoT36+mT53K9XC6Xy+V+n/vmdwMGODo6KvhE7OzsihUrdv/+/aZNm06aNEm99AY+Z/KpXL16daZMmbicJ2DICCMAIF6GUxlx+/bt81pygCV3pdlTt27dUqVK5cqVSwHwKURHR8+fP9/Dw6NFixaFChVS8EldunRJAbTCwsLUC0j17t3bwoLGDmC4+HwCQLw+eWXErVu31Azi6dOncjd9+vT169eXDCJHjhwKgE9Hdg5Llixxc3OrVatWgwYNFACGQU0JfX19+/btmzFjRgWAASOMAIB4fZLKCHlGXQbh7+8vY+RwSlo7kkFkz55dAWAAVqxY4eLiUr58+bZt2yoADMaaNWuuX7/eunVruoowYVwO0mQQRgBAvJKzMkKe6+bNm2oGERAQIGOcnJwaNWokGUTWrFkVmIoIv5tPV4/K0HOumX1aBcbpn3/+OXny5Me7cB2Ad3P48OGjR49Wr169bt26CkwXHXWbDMIIAIhXMlRGyPw9PT1dXV0vXLjw7NkzGZMpU6bKlStLBpElSxYFpkWSCN9ZX0YHPX0wvY3TwJUWqZ0UGBX5wC5btuz06dMFCxb85ptvFAAGw8XFZc2aNUWKFOnQoYMCwBgQRgBAvD5eZYTM2cPDQ80gnj9/LmMyZ85ctWrVcuXKfaTfuEZFRSlIio+xxoIu7JQkQgYiH9/xm9XBqf8Ki3RETkZDP4no16/f53YhT0Peh5w6dWrbtm2yu27RooXsRRV8fq5evbpkyZJcuXKREgJGhDACAOL1wSsjoqOjdRnEixcvZEzWrFmrV68uR88ZMmRQYOrSNOifIioyYPccGY58ctd3RlvnwWssHLMpMHifeRJh4CpWrJgnT55FixZJc/T8+fOdO3e2s7NT8Nm4devWvHnzMmXKNGDAAEtLSwWAkSCMAIB4fajKCMkgbty4oWYQgYGBMiZ79uy1atWSDMLR0VHB5yR148GKlW3Atl9lOOr5w6AzG1M3GqTAsJFEGD7Jc7/77rt///13165d0jTt0aNHvnz5FHwGfHx8Zs+enS5dukGDBtnY2CgAjAdhBADE6z0rIySDcHd3lwzi4sWLagaRI0eOunXrlilThgzic5a6bm8zG4en68bZV2hDEmH4dElE0aJFe/fuTRJhsOStadasWeHChZcsWTJjxozatWu3bNnSwoJjXVPm5+c3a9YsW1vbwYMHOzg4KACMCjtoAIjXu1VGREVFSQbh4uIiGURwcLCMyZUrV7169SSDkFM3CqAoKat2snLOa523ggLDJjuBxYsXy8eZJMJY5MmTZ8yYMWvWrDlw4MDVq1d79OhBZ8Cm6vHjxzNnzpSv6aFDh6ZJk0YBYGwIIwAgXkmqjJAM4tq1a66urpcuXVIziNy5c5cqVap06dJp03IRR8REEmH4SCKMlLW19ddff128ePHly5f/8ssvzZs3r1OnDtcCNDEBAQHTp08PDw8fNmxY+vTpFXxOPvaVzpBsCCMAIF6JqYyIjIzUZRAhISEyJm/evCVLlpQMghM1SKrokBdmtikVGACSCGMn++FcuXLJm7hx48bLly9369aNfbLJCAwMnDlzZlBQ0JAhQzJnzqzgM0O2aDIIIwAgXglURkgGcfXqVTWDCA0NlSklgyillTp1agVIuueHljw/+FemIevM02RS8EnpkogSJUr07NmTJMJIyd548ODBBw8e3Lx584QJE77++mtJKBQYOfnOnTVr1pMnTwYMGJAzZ04FgNEijACAeMWujJAMws3NTc0gwsLC5L/58uUrXbq0ZBApU3JCG+9Okgj/TZNl4MGsDs6DVluQR3w6+klEr169zMzMFBgt2UvXrl27UKFCCxcuXLBgQbly5Tp06GBra6vAOEVERMyePfv+/ft9+vTJnz+/AsCYEUYAQLx0lRFy9HPlyhXJIORWzSDkGEjNIOi+Gx9W1NN7vrM6ZBqy3jxVBgXJjiTCJGXKlOnHH3/csmXL/v37PT09e/TokTt3bgXGJioqat68ebdv3+7WrVuxYsUUAEaOMAIA4hUeHi6HrYcPH7527ZoMS7OkQIECkkGULFnS3t5eAT6cVDW7ya1aHKHNI9o7D1pDHpHMoqOjlyxZQhJhkiwsLL744ouiRYtK2PTbb781bdq0cePGCoyHfDz/+usv+Tr+8ssvy5UrpwAwfoQRABCT5A4XL148f/68HPRERESYm5vrMgg7OzsF+Dgkj3gZERaw/TcZjnzsHXL9qEP51gqSizR1Fi5cKJ99kggTJjvzMWPGSOS0ffv269ev9+jRg15+jMWKFSsuXLjQvHnzatWqKQBMAmEEALwSFhYmBzqSQVy5ckXNIHLnzp0zZ87q1as7OjoqwMeXul4fJTI8YNfvaVuNIolITrokokyZMt26dSOJMGEODg4DBgw4cODA5s2bJ06c2LVr16JFiyowbOvWrTt16lStWrUaNmyoADAVhBEAPndqBqH2BxEZGWlhYVGoUKHixYvLCTS5GxAQQFdnSE6pGw20zlveJl9FBclFP4no3r07F437HNSuXTt//vzyvv/555/SxG3dujXXTDFY//7778GDB6tWrdq2bVsF0Hbuo8AkEEYA+EyFhIRI28PFxeXq1atqBiEnx0qXLi0xhAzLmIiIiOfPn9MsQfIjiUhOJBGfraxZs44aNWrNmjXS0PXw8OjVq1eGDPTSYnCOHj26ffv2smXLfvnllwqgxY7aZBBGAPi8SAZx4cIFNYOIioqysrIqVqyYHOXIrbW19UstGa9OrLuaBvBpRYe8iHzqY5WlkIIPiiTiMydfAV999VXhwoVXrFgxefLkdu3aVa5cWYHBOHv27KpVq+RUQdeuXfl4AqaHMALAZ0EyiPPnz0sGce3aNTWDKFmypDQ/JIOQ4fgeJUkERz/45KLDgvzmdIp8es9pwEqrzAUSmDLIZZt9mWYKEkeXRFSoUOHrr7/mw/7Zku+CnDlzysYgkYTk1BJPSDat4FO7fPny0qVL8+XL980339CNC2CSCCMAmLLg4GBXrevXr0sGIceXpUqVKlu2rJxmsbS0fOvDqYyAIXg4t1u4z1UZkEjCeeBqS+e8cU72bOfvAbtn2xasZmafRsHbyA5h0aJFJBFQOTo6jhgxYvv27bt3775z507Pnj1z5Mih4NO5cePGggULsmfP3q9fPwsLGiyAaeKzDcAEBQWSFoE3AAAQAElEQVQF6TIIOflpY2NTRksyiCQd01AZAUOQsma3MK/zsjlGBwX4/t7RedAqS6c8MabRJBG7fpeB0Jtn7YrXU5AgSSLmz59/5coVkgjomJubt2jRolChQn/99devv/7arFmz+vXrJ3Lb2LFjR5MmTRR8IF5eXn/88UfGjBkHDBiQQPUiAGNHGAHAdAQGBkoA4eLi4u7uLjmCra1tuXLlypYtW7hw4Xc7r0JlBAyBfclGLzv/9mTFcG0e8dR31pfOQ9ZZZvjvtK0uiRBhnqcJIxJGEoEE5M+ff8yYMUuWLNmyZcu1a9e6d++eKlWqhB8yceLEZ8+e1atXj2bzB3H//v3Zs2fLah88eLCdnZ0CwHQRRgAwepJBuGjduHFDsgM5dqlYsWKZMmUkg3jPS7VRGQED4VC2hdw+WT7s1f3oSN2/9JMIEXbngoL46ZKIKlWqdOzYkQ84YnNwcJAT8gcOHNi0adOkSZO6detWqFC8fceuXLnywYMHMnDq1Knq1asreD9+fn4zZ86UWGfo0KEpU6ZUAJg0wggAxurFixcSQJw7d87T01NSA3t7+8qVK0sGUbBgwQ91uXgqI2A4NHlEZLj/1l/0f6bxbO88/SRChPtcexkRlsKS7vfioJ9EdOrUSQHiV7t27fz58y9cuFDO0stwq1at4vxmOXbsmG6AMOI9+fv7SxIhX7uDBw9OmzatAsSDYzOTQRgB4GMJDw//GDWrz549U+sgbt68Kd9GcgpL2hVqBvHBe9umMgIGxaFiW7sSDcxsXxWNPz+0JGD7bzGmeRkZFn7ngnXeCgreRBKBpMqaNeuoUaNWr1594MCBGzdu9OrVK0OGDPoTDBs2TDfs4+Nz69at3LlzK3gncoJh+vTpoaGhsladnJwUIH4cm5kMwggAH4Wc35g7d+6PP/6ofCABAQG6DELupkyZslq1apJByJmrj3fFLyojYGj0kwj/TZPjnCbU4zRhRAwkEXg3Eql//fXXRYoUWbFixZQpU9q3b1+xYkX1X9OmTQsJCdGf+ODBg4QR7yY4OHjmzJlysmHw4MGSASkAPg+EEQA+PDk+mz179r1795T3JhnEuXPnJIOQM05yN1WqVDVq1FAziGTIxamMgGFKIIkQoZ6nUyv4jy6JkL2HNCYVIInkSydnzpwLFy5ctmyZbEhfffXVvn37vLy8Ykx2/vz5p0+fpkuXTkFShIeHyzGDn59f3759SXOAzwphBIAPTBrwctyvJhEbN25s3bq1knT+/v5qBnH79m25mzp16lq1asnhYN68eZMzHaAyAgYo4SRChHldoNsIHUki/vjjj+vXr5NE4H04OjqOGDFi69ate/fuvXPnjoQOsaeJjo4+efIk1/hMksjISPmEent79+zZs3DhwgqAzwlhBIAPbO3atdeuXVOH5TRRksIIObw7pyWHenI3TZo0tWvXlgwiT548n6RCgcoIGJrAU+sSTiIUuo3QQxKBD8jc3LxVq1bSYP7999/jy6lPnDjRsGHDD9WJssmT+GbBggUeHh5fffVVqVKlFACfGcIIAB/S/v37Dxw4oLv78OHDxDzqyZMnZ8+edXFxkXMjcjddunR169aVDOKTl2tSGQGDIknEk9WJ6oeFbiMUkgh8HIcOHUrge8Hf319S+LJlyyp4G1mNS5cuvXLlSps2bSpVqqQA+PwQRgD4YFxdXdetWxdjZAK/1JAM4syZM5JB3L17V9EWwdavX7906dK5cuVSDAOVETAomiQicekY3UaQROAjuXjxYsITHDx4kDAiMVatWnXu3LkmTZrUrl1bAfBZIowA8GH4+PgsXrw49vmi2L/UePTokVoHIQ+RuxkyZGjQoEGZMmVy5MihGBgqI2A47gzOpyR6a/zMu43QJRF169Z9t25rgDgNHjz4rdPcvn2ba3y+1datW48dO1arVi262MA74NjMZBBGAPgA/P39Z8+eHREREftful9qyICaQah9W2bMmLFRo0alS5fOnj27YqiojICBeLjgGzPbVNHBzxI5/efcbQRJBD6SiRMnhoeHJ2ZKaWYTRiTgwIEDu3btqlixYtu2bRUg6Tg2MxmEEQDel3ohz4CAgPgmmDZtWnBw8IMHD2TY2dm5cePGZcqUMYoLiVMZAQOR8ZsFchvx8HaY1/mwWy5hXq4RDzwSfsjn2W1EZGTkn3/+SRKBD27lypXqt1hiuLq6fvHFF/b29gpiOXny5Pr160uWLNm5c2cFwOeNMALAe5GTkLoLecbH09MzU6ZMTZo0KV26tFFkEDpURsCgWGbMJX8O5TVt7OiQF2G3XcNuu4Tecgn3vvQyPCTGxJ9htxGSREgw6uHh0ahRo2bNminAh3Ps2LHETxweHi7TN2jQQMGbzp8/v2LFikKFCvXo0cPMzEwB8HkjjPhYOJuKz4ScLNJdyDM+0p4fP368Ohzjo2HgTX0qI2CwzGxT2hauIX+aO9FRYT5u2mzivNxGBWjO34Z5XXhxYo1N3vKSXyifAV0S0URLAT6cYcOGKUl05MiRunXrco1PfVevXv3rr79y5szZp08f1gwAhTDiw6LRgs/NgQMHTpw4kZiTG5s2bWrVqlXs8fqfGgMMJqiMQJJ8sm+BFGZW2YrJX8rqXeSehBGSSgSe3hB0/l+HCl98Dt9NkkTMmTPH09NT9jPSAjS0l/w57EZMeDOTlyZ5eqBWUFCQeqsO6A+HhLxRnRQQEHD58uUSJUoo0Lp169b8+fMzZcrUv39/CwsLjpk/CA5RYOwIIz4M3S419gBgqi5cuCARQyLLLOWYrEWLFrHH675HdTUIBvXNSmUEEkN/IzGEDcYstbNV7rLKxd0Zu8x8qV0mxaSp/UTcvHmzbdu21atXN8AkQrdIptdyMLSN/yOx13JyckpgmujoaP14QsjJf75BVPfu3ZMPqaOj44ABA6ytrVktH4Rp71vwmSCM+ADUHcHL1/THKICJunPnzsqVKxP/g88nT55ERUXFGKl+d+puVQZVjEBlBN4qRgat+yJQPu23gH26dJ3/F/tDZ3okiVi4cOHt27fbt29fsWJFA3nJMWJW3V7OxHYpsY95PvNTMmpmoT/mc/gMvpWvr+/cuXNlzfTt29fW1pZ18j4+k30LPh+EEe9L9+37MNDf3feO5OLKmwejgEmSY4sMxXM/fPjw6dOniXzI7PVLS5YsqT9G/eIs5JzT0T61mkRIumFQ36lURiBh+g0w2f+TSiczadUsXbrU29u7TZs2ZcuWlWBCMQwxMlaVYlpthhhnYmJs/Gz5UPn7+0tcaGFh0adPH8kjDOdDaqT0dyamum9JDPYwJoMw4r3ovnTlGPT0rcvj/l2oAJ+blImd8ILX4eVeh2OPn9Skd5385cy05KNkUHnEZ/XVjqTSb3c9v+55448l6qar22w4WvrYQkJCCkRGlrCxsVy5/eLK7YohUbeB9FXLZ2ndWE1a1VIy02gz6G/8i/69dMLNJ/Z/AREUFPTyZUE7O7vv/z6n4L3pdh3fNCleJp+TeshkSvuWROLYzGQQRryvGGcDACSVnNuUUyXqb2t1v7A1kO9UKiOQMN3+Pyo8PCLguYLkZan9U4JDI5VQxSBFBAbJ/k33izYTyyPUkzGBIeH+gWEKEDdLJYXyPISCiA8sNCxCPXZS9yq6fYsCGBXCiHen/8PIaC31rrWFZcZU6RQACfJ79jQ8KkLR/uQ7IiJCPkcWFhb6NYeG4PM5yYCkiu8rIGeLBuaWVgo+e/cOHQ99/FTCVtm/yc5NHWlQ+7d3FmPjV+9mckxZvWQeBcBH9fLlmgMXldcnctRx+vkmxy0wLoQR7yXOsoi8GbPP7DBcAZCgfv/8fMPPW9GGEUIXQ0i6/9JgLqtBZQTeSnd+WL2bpWZlCwd7BZ+9RxcuSxghG4auuz5dEqFWVivGTHfwo0vi0qexb1SxgALgY4qKfhVGyIFTjH0LMQSMEWHE+9J9GdM5MPBu1HRfF0PIp8lwTh7y1Y4E6JJo3clhIAbZMCIiNCVg+t1G6P5l1LsX/bIIAMlMrbqSfYgMqPsW/R6LAGNBGPEB8H0MvA+1MkLtvVKYm5srBoPKCCTsvz4jyKMRFzVslf2b7Nl011tRTEKMyggAyUm3b9F1nKwARshMwfuJ85caABJPLSxSj2gN7dPESQa8FXk0EiAbhlpNrZ9EGPXW8vLNK9eSRACfRJSWumPhOwjGi8qID8AEji2ATyhaj6HlelRG4K3Io5GA2Ps3E6uMYMsHPgndiZyXetfZVT4b7HlMBpURHwYfCeB96H+bqmMM5DNFZQQSZmhbLAzNyzfpj1dMAsURwCehfu5M7MdficexmckgjHgvJnlgASQzQz5hSGUE3urzPBBE4pnMDzTiQ6sASH664xP97yC+jGB0CCM+DE6fAh+KQX2V8tEG8D5i9LCgP9JksJMEkl+MszjEEDBS9BkBAPGiMgLA+6ChDgBAfAgjACBeVEYAAAAAHwNhBADEi8oIAAAA4GMgjACAeFEZAQAAAHwMhBEAEC8qIwAAAAwKx2YmgzACAOJFZQQAAIBB4djMZBBGAEC8qIwAAAAAPgbCCACIF5URAAAAwMdAGAEA8aIyAgAAAPgYCCMAIF5URgAAAAAfA2EEAMSLyggAAADgYyCMAIB4URkBAAAAfAyEEQAQLyojAAAADArHZiaDMAIA4kVlBAAAgEHh2MxkEEYAQLyojAAAAAA+BsIIAIgXlREAAADAx2CmwICFhoUVrFo09l+NVrW7D+45YfqkQycOK8nlaYC/PHWr7m2V5LL74B55ximzpqp35cXK3dFTxyomx4RfmrGjMgKf0KWjxzsVKBnjr3PBUsMaNP/ft4NW/jrjnudN5UMb1/5reZZHPvcUU3H+0FF5RQtHjVdgJIqXqli4WNmE/1atXhfnY4ODguW/jZq2UkzLz7/8Jq9rz979ymdJXri8fFkJyrs6dPiYzGHM2IlK8tq5a68879Rp/1MAxIXKCONQsXQFM7P/Ts/6P3929oLLiXOnVm5c/cPAkV3afaUA+AiojMAnZ5cqZe4ihfXHPLp33/XAYeXA4V1/rxz7z+K8JYopAAAAxoYwwjj8MfV3ezt7/TEvAp//sWT+0jV/z1wwq3XjFikdUimmrkThEn//vji9Y3rF5JjwSzN2VEbgk8ucO9cPS+fHGPnwrs+Sn36+dPT46v/NGr1skfLhdB09MiQ4OE1609kd5StRbNSyhab0ikzepfOn9O9+0bbTtevuSxfPK1+u7Fsfa21jLVNaWVkrgJ4SxYvKhpGe/QBgYAgjjJWkD98PGHHu4rkr192OnTnRqHZDxdSlTZOmQunyiiky4Zdm7KiMgGHKmC1r///9/E356tdOn3v2+Enq9I7KB5KrWBHFtDikTVO4QjkFnwdzc/PEZBb43KRNm4YNAzBAhBHGLWumLBJG+AcE6I90ueSyccfm81cuBIeElCtRpnmDZtUqVtX9d9+RA/1/HDh26OgK9jXrCgAAEABJREFUZcovWrHY9bJr9MuXVcpX7ta+S46s2fXns+fQ3rXb1l90u5wne86aVWu2aNAs9gIEh4asWP/PKZfTV29czZMjb8XS5bq0/ypVytS6CVp1b+vv/3T9X2v/N3fGkVNHShQpIRlK9izZY88qLDxs1cbVuw7t9bztWbJI8Sb1GtvZ2OlPcOjE4T7f9WvTtPWk7yeoY8Ijwrfs2irPft3D/b7ffeeMzrmy5xryzcB8ufPpP/Df/Ts3/rv5yvUrWZyz1KxUvXeXb9r37nT3vs+5XScVbV8YlZtWa16/aacvOs1aOOuWt5fkAlNHTZYm6BP/p2u3rr987bKs5JDQ0ExOziUKFx/+7ZDUqV69wLa92j96/HjL3xuXrvn75LnTXj5eRQoUadv0i4a1GwQ8ezZ78ZzTrmef+j8pXbz0iL7DYqzeBF7a1Nm/ygy3Ldt07qLrvqP7L129kidHrppVavT+qld0dPSilYsPnTjicdszX668/bp9W7V8Zf1ZHT5xZN/RAzduud+46ZEujaMsc/cvu9auWkt/GpnhivUrXC9fiIyMqFqxar+ufZas/nvZuhXrFq4pVqhIIt/ZzwSVETBY9qlTOaRJHRjw7PnTp7owQjbXo5u3nT905IbLhZRp0xYqX6Z+pw6ZcudU/7v6t9+3LVzcbuiAFr176M9q28Ilq3+b9cWAPq379xnX/mvPC5dm7t+RIWsW+VdURMSuZatcDx7ydvdImSZNriKFS9epUblpI/2QLiwkZPfyVW4nz3hdvZYlb+7CFco36tJJFi/h5ZfFPrBmw81LV25duRoeGuqYyTlviWJfDhtkn+a//UxEaNieFavP7jvg43Ezd7EilZs0LFOnZp9KtcrUrTX0jxm6yS4cPnpu30Hv6zfuenimckyXPpNzk+5dSteuof73/KGjv/UeULNNy16Tx8tdl30Hp/cb0nXcD0UqlN+2aIm7y4WX0S+LV63UuFsnpxw5FBiPn3/5bfmK1Zs3rt6zZ9/a9Zty5sjeq2e3MqVKlq1YPUeObDu3b5Jp9h88NGDg8PFjf8ycOdOGjVvOubhK+l+2bOlBA/qmTp1q1+59mzZvvXjpsrOTU6tWzb/u/GWc6fPhI8e+7Te4UcN6//v1Z93I/gOHHTh4uN+3vfr17a0bWb9RCzkkO354n5WVpdx1db3w5/xFXl5egYFBpUqWqFqlUvt2X1hYvDr2fuofULV63WZNG3X6sv2s2X/e9rpTvnzZnyeNl2V4+PDR0r9XHD12wt/fX0Z26tgh9lLt2bt/0+Zt7jc8QkNCS5YsVq5s2fbt29jZ2ijxCw+P2LJtx5nTZ69dd3/wwNfJ2SlXzhyDB/XLlzePbp6Dh46U1WVrazt3/iJ5FS2aN+3WpbP8SxbpfzNnX77s9vDhwyKFC5UtU/qrzl+mef1plWOhGrUaFipYYMO6f/SfUa1qOXxwVwZtSUK7L7/29fU7cnD3shWrDh8+eu2ae6HCBevVqdWubWszs/+6sQsLD1+1ep0sjIfnzZIlijVp1NDOzjaB13Xk6PE+fQdVq1p5/tzf9cdfuHi5Y+duFSuUW7xo7qHDx/r2H/xFqxYTJ4xJzAqcOPkXWYaZ03+pX6+O/jqX9fNlh7ZjRo1M5CrFR8KxmckgjDBigUGBZ86flYECef9re0+e9fNy7TdB9izZHNOm23lw97a9O5rWa/zbuGn6j/W66/Xn3/NevHhRKF/Be373V29as33PjpV/Ls+f59Ws/lq15Nc//qedeYHnQS9mLvhdJoixAG7ubv1+GOT70NfWxqZAngLe970lB1m9dd2Mn34rX+rVaSj1e33I2GFnL5yTgdOuZzI4Zoz9WqKiooaMHX7g2EFLC8si+Qtd83Q/duZE3pwJ7cp9H/p9M6KPNLllOE+O3JmdMt+8c+u2t9e5iy4b/lqTLXM2dbL5yxfOmD9LBuSlRURG/LF03gmX00FBgbr5pFA0S/jY/8m3I/tKMCHDj548ksU+5XpaFluOKmS4aMHCfo8e3bh5Q/6ue15bNfcf3cHES+Vlvx8GypNmzZzV0tLq+JkTJ86elO9UeSIvb69CeQs8fPxw35H9V92v/btym411EgpH5yyZu/vgHgeHlBI5XXC7KH/R0S+9vG9v3bO9YL6CaVKlPn/5fK9hvTctWV8wbwGZXnKKoeOG7zq4R4Yd0znmy5332g33e773ZNl+nzyzfo266mxPnDv57Xf9JfrJkD5DZifnzTu3HD11VFagksR39jNBZQQMlsf5i5JEWNnaZM6dSx0TEhj4a+8B7ufOy0abs3ChkKBAacnvX72+08ihDb7uKBNUbtpQwoizew7ECCNO79ont1WbN4n9LEsnTD2wdoOtg0PG7FkjwsJO7dwtfxcOHev3vynqBLevXJ3ef+jTB76yJNkL5Pe7c1cWYP/qdQNnTitUPt7zkFdPnZk1+LtAf80ONlfRwk/9Ht5195C/O9fcx6/+21y7g42KjJw1aLhECXI3Z+GC9zxvLhz909XTZ/Tn8zI6evaQkad37ZVhiSGy5c3jdf3GY5/718+6Dp79v3L168S3AA9u39n0x4LgFy9yFCr4+N79favWHt/277hVS7Llz6fASKg753nzF0mmIAOPHz8Z0L9PnFOeOHlampHm5uaFChWQBrDnzVs+9+7VqlFdGpyZMztny5rF7er1X6ZNt7K0lHZm7IdXqlhBvr7PnDmn+0aIjIw86+IiA67nL+om08zW517DBnXVJGL9xs1jx02SAWdnp9y5csrDJdRYs3bD7zN/y5lTc3JC/Wp5/OSpNJIlmJDhR48ey/zltmuP3l5e3g4pHfLmyX3k2Inde/bLHPQXaeu2f7//caylpUW2rFnTp3c8fOS4NLa3bN2+bOnCVKlSxrkS/Pwe9v524A0PTxmWuWXK5HzrtuQkd1xcz69bsyKbNnxUX92p02fUVSpCQ0Pl9uq16193+yY4KFhmXiB//ps3b50957pm7fqJP42tVau6kkSyqv9evjJr1ixZsmQ6e9bl5MnTbm7XdBmBHBAOHfb9wUNH5NUVLlzw+vUbx4+fyvN6LxenKpUrOqZLe/LUmYCAZ2n00szduzV7hkaNGsR+yDuswNgSs0rxkXBsZjK4moZRkq/Di26XewztJY3nkoWLlyleRh1/7PRxSSKkDb/xr7V71uzc8NfafWt3lytZdvvef//dv1N/DnIavHaVmse3Hlo9/5+jmw+2b9lOoo2FK1798Njjlsf0eTMly1g1b8WWpRv+/WfbstlLngY8jbEYk2f9Iu3Vvl17n9h+TJ3P+OFjnz1/NuX3X6RhrFtU30d+7jdvTP/p10Mb9/86dqq0b2O/og07NkoSUbRgkX3rdq9esPL41sOjBv3g6ZVQR/ELViyUJKJy2YqHNuzb8c9W+Tu5/Vi1ilWfv3i+fe+rF3vtxjVJIuSFLJ+zdOvfm+RPXtED3/ve9+7+tzIVTbYqCYJTRueVfy7btmzTgB79ZMyUWVMliejWocuZncfXLVxzZPMBeYqM6TNevuZ2/soF3cP9Hj287X170fQF+9buOrxxf+vGreQlDxw9JItzZnm98lpObj9atUKV+373Dxw7oCSFJBFjh44+se3w5iXr1YqJ3xfNvnz9yvYVW2SMPN2gXgPludZufdWj+K6DuyWJkBhClvbYlkNrF6w+s+vkt12+kX+t2bJWnSYkNHT0z+MkiRg9+Ed5v9bMXyVbSNZM2U6cO5XUd/YzQWUEDFBEWPi5vQdmDhwuw/U6tTd/nY1uW7BEgoAydWvNObJn0saV/9u9ddyqpanTO/4zbYa0t2WC7AXz5yhU4PYVN18vb93c/Ly9ZUz+0iUzZs8W44meP316eOOWvCWLLzhzeMqm1b/+u2najo1OObKf2P7vzctX1GmWTflVkohWfb+Zf/LQT2uW/XFsX/efRgU9e758yq8v499dLJv8qyQRjbt/teDMkYnr//nj6F6ZeZqMGW5ddvNwfdW6279mvSQRuYoWmbF324R1K2TOPSaMObF9l/58Tu3aI0mExBAykz+P75+w/p9FZ4+2/LaX5uGr1yvx271sZZnaNece368uc50ObSXK2bZgsQLjoe6cpdk8cMC3hw/t/nXa5DKlS8U5pSQRbVq3PHZ479pVy6SVaGdvd+zYyWm/zZgz63/7dm+XMX8vWSCTSVIQ58MlXKhcueKTp/7X3W+oY664XXvxPFBOS7ievxAREamOPHVKk5RVq1pFbu/63Js6bbq9g/3vs347sHfHyhVLDh/Y1aRRAwksJkx6VV6hfrVIU9zJyWnF34u2bFrTX1tk8dv0WZJEtGrZ7OihPSuXL5bbZs0a37x1W3+Rlq9YKa9i765t27eulxd1/Mi+2rVqSKt4w8YtSjwWLFoiE1SqWF6WRx4lf/KoalUrP3/+Yse/u2Ks0kYN6+3euWXxornNmzWRk/9jxk6UJOLb3j1lHf6z/K8jh/aMGKYJUMaOn+jvH6AkhWRG23fslDb/np1bZM1v3bhGMpcNm7boXuCGTVsliShSpJC8ulUrlsrL//H74TFefgwSMzVt0kgSoj37/jvQkteya88+a2ur+nVrx37IO6zA2BKzSgEkjDDCOJSpX0H/0p6FqhVr3/tLySNy58j108jxusnkbLzcjh02unCBV12vO2d0+mnEOEVTIPBGD2fpHdOPHPCdnHVX7/b4sqvcXr1xTb27btsGSab7fN27VNGS6hg5H/5V2zeu2XHk5FHXS66SBQzsOUCXL3Ro2a5x7YbXPa7vObRHf+K+Xfs0rtNIFibG7wV0Vm3WtJYn/zDRKcOruomv2naq8uYPEGLIniV7/Zr1xo8Y5+zkrI5JmyZN4zqavjMeP330erZr5LZft76SyKhj5BUN7zsszhlOGjm+dPHS+XLnk2kiIiPkJTet13hYnyG6zkHz5MhdXfuDl8dPH+s/sGenHupvJczMzLp1+FodOW7YGFkeRfsdWaOi5rzB3fs+SlLUrV67Y+sOVpZWMtymaWu1e0t5LbqCkVqVNbPVBSt2tnbN6zcdO2RUsUJF1MBY3pcvmrZWNLUerxZ4z+G9EovIe9G5TUd1jLwpv4yZbK3X11eS3lmTR2UEPjnPC5diXN2za/HyM/oPDXj4qGSNai2+eVXjEBTwbPviZQ5pUn87dYK06tWREjFITBAVEbFj8TJ1TJWmjRVNKcR/H+TjW/+V24qN68d+6kf37kdFRlpYWaZ4XUGdJW/u7uNH9Z46IV1Gzb764uGjN1zOF61Uoc2gvlavy5ulYS9zu3PN/czrk6sxyPIUKl+mctPGHYYNsnt9EjJznlwlq2tacQG6/dXyVWbm5r1/Hu+YOZM6pnb7L+q8eeLaxs6+SvPG3cb+mLvYq/2eLEbNNi0183n8WImfZDSdfxhmm/LVszftodl13756XYGxqVunVp9vemRwdJSmvn6pvz45bT5q1HeptT8dKlggX63q1WSgZaMz918AABAASURBVIvmtV//lqdc2dLp0qa54+0dX+BeuVIFuT195px698xZzUCTJg3DwsIvvQ7mTpw6Lbc1amhm/tdfS6X13qdn97q1a6r/lSb3pEnjsmXLeur0WfXhOhN+GlO6dMl8efOUKllcIo/tO3Y5OWUcM/p7ayvNAYB8EY8d/UOM0/W3ve7IBm+lnUCkSZN62JAB48f+WEm7nHHKnj1bvbq1x4350dnZSR2TNm2aRg01H3wJCPSnzJA+/ZTJP8mJ/YoVymXJnGnX7r3XrrvXqF51QP8+almo5mina+dmTRvJ0q5ak1DqF6euX3cuW+ZVbJQzV456dTRHhldff/rWaGc4acK4jK/3Y507dZAwKOF5qi9k777/Ln0qb5af38OaNaqnjusnY++wAmNL/CoFEB/CCONQsXQFaRyWLVFG1zisU622nC1fu2BVgTz5dZNdvnZZWpUymf5jJbDImS2Hu6e7nA/XjSxSoLC97X89MmRMr9mNhoa9muCM9icVdaq/ERw0qftGH5nXPDVfG+VjdbtYuVwluXV7nWuoypdMqNOgJ/5Pr924lit7Tv3XIqTNnMCjurb/+vdJM7JneXUqLzDwxdFTx1wunVe0P+FTR55y0RwZSKte/4H1a9aNPbdUKVMVKfBft22WFpajB//427hpup9j+D16uOfwPrXlHxYerv9YXWWKSJ9O892ZLk1aXaqiaFKStHIbo2uPt5JkRP9uxvSaGebNmVtvtunk9tnzV7OtWbnGtLFTG9R61aIIjwg/d9Flt/ZXGxERrxb4jKvmvI1sPPpzzpopa8miJXR3k/TOmjwqI/DJSXNdWvvyl+d1e1tu63fqMPTPmcPn/67rmsHH85Y08nMXLaJrYKuKV9V8cr1eH+hXatJAHn5mz3+H7Cf/3W1uYVGpcRy9IOcokD9dJufrZ1zGtftqzz+rJV+QkUUrV6jeqnlaJ80eyeu65kRx4Yoxf71VrLLmSW+7xd22N7e07DLm+37/m6Kr6fD3e3h2z36/u5rENjJMswN/eNfnwe07mXPnivG7iRi/vChVs1rfX6eUb/hqrx4ZHn79rKv6q43IN3fUMeQqUtja7r8vwbTabCU8LEyBsSlbtvRbpylRorj162ancEyv+fbM87ovFVW6dOkkWQgMDIpzDtWqaZKyc+dc1btnz7lIXtCsieYoxcVVc+AhBwanT50tXaqkhBpy18Pzltw2aFhPfyayDHVqaeKPW7e8dCMlZShSuKDu7rlzLvKlU71qZf3fddrZ2tSpXVN/VjVrVAsKDGrTvtO8BX9JtBEREZkrV852bVtL1KLEo8tXHWfNmJY9e1b1buCLwKPHTri6aio9I978sJQs+cbq8rypfS31Yx471dd+GG8nWLMQp9Jl3ihgUbuTUI9RJd2Q4CNnTtn35NWfpnHD+gnPs3jxorly5Txx4nRAwDN1zK49mjC0caO4H/gOKzC2xK9SAPGhzwjjoLu0Z1BI8KHjh0dPHXPdw71dszYO9g66ae7evxsplMjC1YvHOZNbXrcK5S+kDmdwzKD/Lwtzc0XzO71XpYY+D+7J0WrGNzt3yOyUWf8UsbePpsp35oLf5S/2c+n/DkLRNM7TKfG77/sg9iJpntE5k5Ig73ve+44eePjw4YUrFy5cvaQb//JltPb25d37PhIrxJizlaWVc0bnwOA3DjgypIvjak8Xrlw85Xra577P+csXbt65FWP+Omn1fqBobq5ZRWlTp9WfwMzsXU6tp0n1Rm+R5tqZpEmV5r/Zxjpj//zFsz2H99+9d/fy9Suul1x16ZLuVM8DP82q1g9KVE7p/xuTpHfW5FEZgU9O/9KeT339Dq3ftGH2vFtuV+t/9UZne37emk/upWMnOhUoGXsm9183GCRcKFq54uXjJ329vJ1zZr912e3+zdulalVP5RjHXtrCyqr35PGzh468eemK/MmYDFmzVG7aqHG3zg7ayi+/O5onXTtjjvzFfrjfXW8lfp4XLrmdOiOhw43zF2UZdOOjtTvYx/c1O6t0TjF3Vo6vz0DqBD17fnbvgYfed29ednN3PR8RqtvvJRQjpsn4xj7fzELzJRgdGaXA2KhFiAlLk/qN71OzFJpTcaljjDRL6PxctqxZ8uXNc9bFRY6zoqKjXV0u1KlTs2TxYubm5mrj08XlfEhoaJUqr07g37x1S/7lHGsDzpRJc2Bz9+5/lZLpHd+4FM79B76akbGuQJk58xtHRMOGDHR397h56/bvs+cq2rKLenVq9ejeJUbXEjF43/XZv/+Q5qjp0qWLF6/oxsf4sKRN+8Yq9fK6o11y55iLpH0t3j5Jq/oUupIHlYX66YvSfPAfaD/4GTO85eXHqVnTRrI2du/d177tFxIu7Ny1O2Uqh5o14u7S4t1WYGyJXKUA4kMYYWTsbe2a1G30/MXzn/43ceDoISv+WKa7/IH6PZrSIVWxgoXfOh/zBL901T4do99scltYWNjpFVOoVbuFCxROkzKO+rdMGd/42jDXhh3xPl2Kl0pcXdHY2zok8KidB3YNHTdC2orWVtZyYr9Nsy/y585na2Mz5pfx/y2zeWK3cHOLmEuo6wo0VcpUMv9K5SoWL1z8/OXzqzatiTGlpbml8hFYWCRttrfu3P6qf5cn/pquPYoWLFK/Rr0c2XNWKlOh47f//b7GwlIzz4RP9SfpnTV5VEbAoKRzdmrdv4+Px63Tu/b879uBE9et0NVBpNC2rzJmzZox21t6TavUpKGEESf/3dWq7zentL/XqNS4QXwTF61S8X+7thzZtO2uh6emdwm3a1vmLTq6ZfvIhXOy5sur7i5yFinkkCqO3YVjrNaLzrJJv+xevkoG7FOlyluqeNFKFfKWKCapxL6Vrzq4SczOSjy45TWhU/fnTzX7vVxFi5SvXydTzhxFKlX4SfvbwwSYmZkrMAmxv75js7D8AIe7VatUWvL3ikuX3cLDwyV3KFOmlJ29XckSxc65uErif+KkphKzWhXNbzZlu42MikqgiyUzvYMiXQGm6nX1U8yH6B+AKdpoYMO6lbt27z1/4ZLPPZ9rV69v2rzt3527p0z6qdGb5Rg6O3ftHf7dj5qjJmurEsWLt2ndMl++vDa2NuPGT4oxZYxjtqioKCX+D2PCB3jqY2M+JP5D0NeHgrEOCO3slLdp3KiBJAt79h6QMOL48ZMvnge2a9vaMp63/h1WoIh88+UkfpUCiA9hhFH6slX7/Uf3Hztz4sefR69buFqt5cvinMVCw2zxzEXK+5Ez5y8Cn/s98tNdk0LRXgIzSK+aIFtmTVlaq4YtvmrbSXk/6vU11JP2+h743Y/vIXJq4pfZv8oXwJ9TZ+v3Q7F55389D2k6ac+R68bNGw8fP9KvBZDHykuzt08o6fC87SlJhJxv2fjXukxO/zW/1cuXGKY/l86VJKJbh64j+w/Xjbzne09/GvVd83v0MMZjfR/5xZjmg7yzJoDKCBig7j/96HHh4oPbd1b8Mr3XpHHqyIzZNJ/cXEULDZz1a8IPL1+/9l/jJrnsO9Ty215ndu2zsrUpW692AtM7pE3TuPurTDM0KGjO0O/PHzq6+c9F/WdMVZ+0eqtmDb7qqCTaPc+bkkTIbKdsXOWod8Lz6pn/fkjvpO1N86lfzJ3VE+15Y52NfyyQJKJJj687fjdUN1LtrRP4sKpWrSxhxNlzmuIIuat2lim3Lq4Xrly5euLkqQzp0xctqjkbpDn8yJnDze2ar9/DrFky68/kwQPNoU769I7xPUsG7b98fWN9Tfv5xhhjZWXZvFlj+VO0X1Wz58ybt+Cvn3/5Lc62tCzztN9myGR//D5d//oXW7ZsV94mu/Zj7uvrF2P8ffW1aCs71HTvpRIzsHjq768kRQZtTUTsF/vA1/etj5XlLF+uzJkz55489d+t7TyiSVy/PtNJeAWqIUuMCOb5s+e64fdZpQB06DPCWE0c+ZODQ0qPWx7zl83XjaxXva5/QMBp1zeufPboyeMqzaq37tEuRHt9psQoU1zzFbvn0F79kfuOvNEVWe0qNeX24PGDMR477Y//1WxdN3b5QAIkKciVPaf3vbtu7m764/cfjffyE14+d6T9LPlLjB4xj54+pmiS+FenI6pV0PQ3eeDYGwu55/Det55tO3dR87vQGpVq6CcRsgLVTih08zco6sVTO7Rspz/yyEntCol+Y4XEeNd8H/pddPvvRy4f8J01AVRGwAA5pEnTZbTmKveH1m26cvzVpXDyFC+SLpPztTMuQXqHy8L1wOE+lWot+HGcboxtypQVG9W77Xb19K49j3zuVWxU39rWNs4nOrH930F1GutfY8LG3r7tIM31hh7d0wSdZbT9/7nuPxzjgSt/nTGgZsN9q9bGOdvr2h/el6pZTT+JkHPNV09q0l61Wjt1esc8xYo8uO2l/wsOcW7fG7uma9qOAOu0/0J/5IXDmv3eS4PcUcN4lS1T2s7e7vTps67nL2bMmCFvHk0XTmW03R/s2Lnr+vUb+i1S9bKOu3a/0eVzWHj4wcNHFG1/mfE9S7myml6ojp04GRQcohsZERF58NBR3V2v23eaNm/Tf+B/vXHLV9XAAd+mSZ368eMnQXF1e3HH+66f38MsWTLFuBLnseMn5TbqZUI/UMqqfS2798Tsj3aPtusZtc8OG20fE74P/PRLIa67eyS1H0dZsTlz5vD29nF7szfZ/QcOJebhjRs1kAU4cPDwgYOHZLHLlon76iqJWYGW2uuz3r//Rgii3/Po+6xSvD+OzUwGYYSxkkby4J4DZGDhP4slklBHdm3fRW6n/P6L7tR3cGjIjz+PlhPmxQoWifOamnFq1biV3M5dtvDwiSPqGNdLrrMX/6k/Tb7c+SQIOHHu1NLVf+tGyvTL1i1/8vRJlfKVlKRo00xzKPnDlDFed++oY9ZsWbt1T7zpsnMGzc+G/Z/5664TIaSdvGOf5qKeIaGvvsK/atPJwsLij6Vz1Ya6ounj0+23P2cor3+KEh+1kuK29y3d16oMjPllrI/2ihihiY51klOmDJqKaI9bnroxF9wu/W/+TBkICQlWx9SoVF3eOFlLKzeuVsfIChw56Qe14yj19zIf9p01dlRGwDCVrVe7grZHt7/GTpJmvKLt36Fh5y+fP33698SfdX03+nl7/z1p6oun/kUqvtElrdpd5Yqf/6ck+BuNvCWKP7n3YNeylWqHFIr2E3F0yzYZcM6VQ26z5stbunaNKydP71yyQveoC4eP7lr6z7PHT4pXiXt3kc5JswOXlCH69Q5WBhaOnvBQ++Pz8Nc78IZdO8n4+T+MfXL/Vd3c4Q1b9mt72td9KtUuJHw8/uvTx/Pi5dXTZ8tAaHCwAnw4lpYWVStXcnE9f+nyFTkDr44sU6qkbI1r121UNJ1c/ncJsHZtNUc18xcu2fv6YpPBQcFjx028c+eutJALFyoY37NIa7xWzeoPHz76cdQ4tVUsEcakyVN9fP6rc8yRM7sNvQF/AAAQAElEQVTcHjx05JBeQrHvwKGAZ8+kbWzvYB97ts7aLlr9/QMePfkvHVi9dv2OnbtlIDQkoaOa+g3qpkub5vCRY7N+/1P3k40lS1ds275TWu/S/pcx8qSZMzvLAsxbsFi91qmH580x4yYoSdemteZqOKPGjPd6fQViWb3yXIl5bP16dczNzf/4c/6L54GNG9aP7+s7MSswV07NLm7t+g2SXMhAcEjo8hWrd+ldIeh9VineH8dmJoOfaRixTl98uX3P9gtXL42ZOu6fuctl/1uiSLFWjVpu2rm5dfc26pUpvO563/e7Xyh/oe/6DU/8nEsWKd7n62/mLVvQ+7u+ObPlsLGxve5xvWqFKkFBb8Tt33bp43rZdeqcX3ce3GVvax8eEXHuoouMnzp6SvYs2ZWkkNTgyMmjp13PNOrYtHjhog8kbX78sGGtBrsO7o5zegd7h6/bdl62bkXHvl+1aNj82fOAsxdcZCFLFi4uK0RCCnUy54xO3/f/bvKsn7/q3zV3jlxWVtYyjXppzIR/f1i5XCVZmRfdLvcc2rtsqbK379w6c/6cLNKr+Qc8VQxP907dB44aPGLCdx1bdzQzS3HhykXXy+ezOGe2trQMeP5M4gZrK2vZd48dOmrg6METpk+au2x+FqfMbu5Xraw0PXr6PvS1s311BPMB31ljR2UEDFaXMSMvnzgpDfj1s/9Uf6RQq13r4zt2Ht+289aVq47OmnTyxoWLElXUbNOySvMm+o8tXrVSqnTp/P0epnXKWDT+a+ZlzJa1/bCBq3+b9X3zdvlLaq658+zJ07s3PNJkzNBmwLfqNK36fnPD9cKKqb+d/HeXrb19ZGTE9bOawodvf5mUMXu2OGcrz5ineNGbl65M7dG3ULnS92/duXrmbMDDR3lLFJMo4fnTV1cIkrTF9cDRkzt2DqnXLGfhgk98/WSaLHlz3/O8Zf36MqJNe3adOWDYnOE/1O/UIUUKM4+LF2+4XMiQJbOlpWXgs2cRYeGW1lYK8IFUrlxxz9790tguXepVN7F29nYlShS7cOGSjbV1pYr/fZQqVig3ZHD/GTPnDBrynbOzk7NTRnd3j5DQUDld/9O4UQk/y8gRQ294eEiKcezYiYIFC3jcvBkZHlGzRtVD2pIfRfvF9NP40V937dV3wJAypUvKl3iEfE27nJfjwDGjvo9zntLA/qpzB2lOd/6qR/NmTZ49e3bOxfX69RslShS9ePHK06cJXe0rg6PjtF8mDxwyYv7CxavWrMuTO/edO3ee+gfY2dlOmDAm/eu+b4cOGTh8xI8SBPzzz2pHx3Q3b90uVbKEpAOyxpSk6Nypw5Gjx8+cPdek+RfFihV58MD30aPHDRvU3RXPpYL1pUmTWqKcffs19VNNm8Z7RbbErMDGjRquW7/p8mW3xs2/KFgwv7f33ZCQ0MGD+s2c9Yc6wfusUgA6VEYYMdmZTvz+JznzL83j5ev/UUf+PGrSuGFjMjtnunHbU06MO6ZLO6jXwBVzlqoX40i8wd8MXDR9Qd3qtZ+/eG5uZtava5+5v8wxe7ObomKFimxavL5ejbrPX7w4f+WC70M/mX7ln8taNmyuJJGVpdXiGQvHDx9btkSZm3e8cmfPNeXHiT06dk/gId8P+G7s0NFpU6deuHzR8nX/WFlayENW/LnMMW26S1cvvQh8VajcuU3Hv2YskFzj2YvnEiLI0i7R9qmRKq7eGXWk3b7wt3nyWL/Hfn8umbvvyP6C+Qosn7N0/HeaUufTBtlzRP0adeWVFi9cfO3W9QtX/PXAz7dnx+4b/1pbrmQ5OZUhYY06WbmSZdcvWtOhVft0adJ53rkl0y+bvVjtJyKlw6ue8D7gO2vsqIyAwUqd3rHDsIEy8O/i5bevXFW0FwH9adXfjbp1trCyuuV21fuGh7T5+/46uefEsTEea25pWbGxprCiYqN6Zgn2P9esV7eBM3/NV7LEfa87Ms/Ujula9ev985Y1GbK+6iYzd7EiUzatLle/TvCLF5J9PHngV6ZurXErl1Rt2TS+eUpAMHLRn/U7d3jq57fxjwVn9+3PUajAmOV/9ZgwRv577cyrHay5hUX/6T93Gft9kUoV7t/ysrGzlZfW+XtNZbX96x24PO8Pi+flLV7swNoN2xYufnLft1nPrpM3rixUvmx0VNQ1vZpq4P3V0F7gU3n964xXw9rOIypUKGdn+0b9aa8eXRfOmyOxRXR09A3Pm0WKFBoxfPCmdStz5cqZ8LNkz5513eoV/b7tJSfwb966VaFc2YUL/ihX7o1LpEsTev3aFdJEf/L06cVLlyMiIzp1bL9h3T/VXy9hbJJxjBk1Uprri/5asuKf1RLYTZ44bvnSRXKgePnylRcvAhNYpMqVKqxfvUJmnjp16mvXrmfK5Nyt21ebN66pW7umbprGDev/vWSBLJKFpYWNrU3Xrp0XzJ+T0sFBSSIrK8u/Fv4xbuwPZcuUunXbK3eunLKc3bt+nciHq5UasrbV39HE560rUN7NpYvn9+/XR8IFP9+HFSuU/3PODHXmOu+zSgGoOOn37mTVRWtFRkaGh4fvvHpi6kFNnWqRzHlmdkhCGQI+Hu973jbWNhnTv3Ftrese11t2a9OkbqP/jf9V+cw8evI4NCwks1Nm/e6v5Tu4dhtNs+TIpgPJ2fDu98/PN/w0RZj9y7SonqukjZa1tbWllplW8gcBL7UkvpHPtZwqefHiRUBAQPbs2e0S0ZU3PisxNhX/S1fv/rlMxleZ8ZOFQ9LCX8Tp7g2P9JmcdZcLUe1evnLZpGndxv1Yt2M7xbCd/2XOc08v6zJFUzerK3s22b9Zaenv34wx61SPG+XgR9345fhn3o4rJ675FsvjPKxDDQXAxxQV/bLHz5rueDpVzVomb3rdvuXTHjvFNnz48KJFi3bt2lX5CPz9/YODJQB/YfOauneVg1vj3bV+tqiMgCnbsnNr9Za1F6747/Iicvw0c6Hm58R1q9dRPj8etz3qtWvU94cB+inkktV/P3r8qH6Nuuy7Y6MyAvhUJHToWbbaDdcLujHPnz7dufQfS2urkjWqKQAAwMjRZwRMWb2a9ZauXf6/eTN3H9qbSvsbBO97Pj4PfNo0bd2odkPl81OicPECeQscPnGkfofG2TJpqqz9nz+7duNa8cJFB/caoCAW+owAPpVqLZtePX120te98pUqbmFuIZ9DL7drIUFBvSaPS58lkwIAAIwcYQRMWcG8BVbNXbFm69oLVy5eunYldcrUhQsU+mHgd3Wq1VY+S/Z29otnLFyzZd2Jsydu3PaMioosmKfguGFjWjdpaW1lrSAWKiOAT6V66xZpMqQ/smm7t7v7o3v3M2TJXL5h3XpftstRuKACAACMH2EETFz+PPnGDBml4DXHtOn6du0tfwoSgcoI4BMqXq1K8fg75AMAfJ44NjMZhBEAEC8qIwAAAAwKx2YmgzACAOJFZQQAAADwMRBGAEC8qIwAAAAAPgbCCACIF5URAAAAwMdAGAEA8aIyAgAAAPgYCCMAIF5URgAAAAAfA2EEAMSLyggAAADgYyCMAIB4URkBAABgUDg2MxmEEQAQLyojAAAADArHZiaDMAIA4kVlBAAAAPAxEEYAQLyojAAAAAA+BsIIAIgXlREAAADAx0AYAQDxojICAAAA+BgIIwAgXlRGAAAAAB8DYQQAxIvKCAAAAOBjIIwAgHhRGQEAAGBQODYzGYQRABAvKiMAAAAMCsdmJoMwAgDiRWUEAAAA8DEQRgBAvKiMAAAAAD4GwggAiBeVEQAAAMDHQBgBAPGiMgLA+yDNBAAgPoQRHwanT4EPxaAa/3y0AbwP/R2aqSab7CSB5JfiNd1dBTBChBHvJc6DjKv3bzX7fZACIEFhkRHqQAo9ioGhMgJvFWPTvbVxp5kV361QQh89VQfMzMx0G4n+rclQw4gHj5//s8dVAfAxRceK/j6HxBMmjAOmD0P/w/9SeRkaGa4ASBz5+KgH64reR8lAvlCpjEDCYm+xD46eUoDX1BhCP4/QjVeMnG6nLa9OBh4/C9571kMBkFzi3Ld8Jjg2MxmEER+ASZ7oAJKN+m2qMrTPEZUReCv1QNDC3s4mR1bZYKKjo9VbRbv96DYhjpw+BzHiBtmnWTim1e3cDLYELEn0I1r15TintcvtnFLd7NXtX39rZ8sH3p/6udPfjaS0szI3NzeZHUtScWxmMggj3pduF1A5V/H5rb+LiIgIDw+P1IrSUr+G+TL+hMLCwp4+fZouXTpra2sFBkD9CpEvUQsLC7nNlNpRbg3zYD0FlRFIBNlO7HJmyzG0V7hWhBZfAZ8h3b7LXEt2cZaWluavmVKDQXcaRrSolKtRmSy6jV89/lFTCYWNH/gQ9AuRZGciOxYrKyv9HctnmEfANBBGfBiya0hlY2/jaKmGEeqXsYh9igDJ78WLF+GPnmdNmd7BwUGBAdDVLasH67ovVAOsNqQyAgnTbcy67Vnd7ctIXXuMr4DPjbor0+URauqqX1BtGnuVODd+dYwaw6n1QQA+FP2Pm27fYpiFpUAiEUa8F903sXzjaqoxLSx0RbnqzkJ3ZkDh5MCnExQUFBISIu8IlRGfXAq9H9irnxE14Fe/UA3wO5XKCCRAv25W3XRlS1bH6ycRbEKfG13uoB9GxM5bjb3xECOMULdzOQ0jd3W/V1IAfDjqhy5G0BmjtlQBjAphxPvSP8erO+jUJRF8GRsCeS+Cg4Nll21ra6vAMOgfwuq+U2P8sloxAFRGID4xkgjZjHXjhf6P5/kW+NzEaKXrxO6p13ip27+aO+g2fvX1UhMEfAzqfkO/8CrGWRwOV2CMCCPene6UqXrMIcPSmtIVKMbZjRM+CdlTh4SEyLtjY2OjwDDEOFjXHbIbWqkhlRF4K91XgHpXLZQjific6bcZ9PdyJlNNrUviFO3L1I2PUSXKxg98WCn06B8+kUTAeBFGvC/dWQ79LmR0P9Cg9yZDIHvq4OBgfqZhOFLo9XymO16PXWdoCN+sVEYgYbrNQ7f16q6mwf7/c6bfYNBFEvr7NxOQ4s1Le6oJBTEc8PHEOHyKvXtRTKLwCp8Vwoj3ojtrqus2IsXrLiRiHIbyrfwJyTsSFhYmt1ZWVgo+tRRv/l5a/3hdd1BrOKiMQAJinB/WdRgUuzHGVvSZSPHmpT1ji3NK46Xb4GNs+Wz8wIf11n2LaexSEo8di8kgjPgA9I9EddkEMYThkLcjIiJC7ShRgcHQDyNiDCgGc6ROZQQSQ916YzTD2Pkjzp2bYkJ9Rih6r5FqUCDZmPC+JZE4NjMZhBHvS//7WDfMOQGDIu+LhBEptD+fUWAY4jxDaIDfpimojECC1G019reADtvP5ylF/EUQJnMMHSOPUN58aWz5wAeXwM6ExjmMFGHEBxDjYFTR2yNwWtUQpND+ilt5s58tfHJxfjQM7fPCRxiJEftbIMa/AJPcEhI42mHLB5IHnzUYNcKID4Z9ybxE5gAAEABJREFUgSHTXYFPgcEwireDyggkHnsYfLbY+AEA74Aw4uPi69kQxPhlHZB4VEYAAAAAHwNhBADEi8oIAAAA4GMgjACAeFEZAQAAAHwMhBEAEC8qIwAAAAwKx2YmgzACAOJFZQQAAIBB4djMZBBGAEC8qIwAAAAAPgbCCACIF5URAAAAwMdAGAEA8aIyAgAAAPgYCCMAIF5URgAAAAAfA2EEAMSLyggAAADgYyCMAIB4URkBAAAAfAyEEQAQLyojAAAADArHZiaDMAIA4kVlBAAAgEHh2MxkEEYAQLyojAAAAAA+BsIIAIgXlREAAADAx0AYAQDxojICAAAA+BgIIwAgXlRGAAAAAB8DYQQAxIvKCAAAAOBjIIwAgHhRGQEAAAB8DIQRABAvKiMAAAAMCsdmJoMwAgDiRWUEAACAQeHYzGQQRgBAvKiMAAAAAD4GwggAiBeVEQAAAMDHQBgBAPGiMgIAAMAwqWeMOG9kvAgjACBe0dHRfMMBAAAYlBRaCkmEkSOMAIA4qF9yZmZmL1++jIqKioyMVADgnag1Vm+9VSfm12EATIB6+KR8BOpOUo7QdHkEjBdhBADEpP/dJsP37t1LZFsi4XZFnG0M/V+CxB5OtltjWdqElzORy2wsy5kMy/zBl/OTr2dDWKtssWyx77DFGshyfpA1zBb7DstsaFvCey5ndHR0SEjIw4cPP9KyyROZaaV4TYFxIowAgDio321WVla2trbynRoZGRmlFa318rPvSOIdjpbUkW89vkFifJD1j3fAmv+02Nt8Kolc82z5H8k7b+2fav3L80ZERAQEBCgflJo+qDGEubk5eYQJIIwAgLjJN5yEEQ4ODuFa8rX6Ukv972eeR+i//ISH9W8Tnh4AAJgGOX8TFhamfDi6GMLCwkINI1T6eQSRhNEhjACAmNQvvOjoaPXbTr721DazjFeLI2I3sAEAAKCSwydra2vlA1FTBl1NhByYWVpayq0ujFBgnAgjAOANKV53zqz7ztMlETKs/zMNwggAAIAY1EMmGxsb5QPRhRHqnNU8QhdG6HdmSTBhXAgjAOA/+j/LVJMI3Xi1VkJNIoghAAAA4qRGBra2tsoHleL1RTTM38QPNIwXYQQAxKT/Mw3dXbVEQr/3SiIJAACA2D7GzzQUvcJV/W4s6TDCeBFGAEDcdEmE6qUeBQAAAHFRI4MPGEboZqu8PjDTXVlDd6vACBFGAMAb9C+aJV9v6rA6QFcRAAAAbyUHTpaWlsqHpp9HxC6IIJIwOoQRABBTjMt36zqS4JqUAAAAb6X27KB8IDFSBv2+KvWP1hQYG8IIAIiDLoDQfdXpxxMAAACIz4cNI+Kcf5zDMC6EEQAQN/3vNpIIAACAREqGHiU5MDMBhBEA8HZ84QEAACQex054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CgAAAAAEByIowAAAAAAADJijACAAAAAAAkK8IIAAAAAACQrAgjAAAAAABAsiKMAAAAAAAAyYowAgAAAAAAJKvEhhEvX75UAOOkbr0vtRTAyKVIkUIBAAAAjNxbwgj9xhsNORgpwgiYDEkidJsxqQQAAACMV0JhhO6QV9eK078FjEV0dLR6GxUVpQBGSM0d1CQi9jAAAABgdOINI/RPJsegkEfAqKgZhNxGRkYqgLHRpQ/6FPIIAAAAGLO4wwj9JCIwMPD+/fv645VYp+ne/1aJn1HM30Bei9Gtt489f/XW399fZvj06dMHDx581CcyjZX2sef/GX4w33PO0dHR6nCqVKmsra3NzMzkrtwq5BEAAAAwWglVRqiitRwcHCwsLJJ6CJ784lw2Y1lOA/Fuza3kl/jltLGxkVtbW1vZjJXkZXor89P6bJczKioqLCxMre4xNzdX8wjdcykAAACAsYkjjHip11WEmkTIwW7atGnt7e0VwAjJ+WT11tHRUQGMUKiW/k+N1OIINYmgOAIAAABG5y2VEZJEqAMKAODTkbghIiJCvyCC32gAAADAeL29zwi1MkIB8NFEBj0Nf+ptbpvaKm2WFOZWChCL7I2joqLUPMLMzEz2zHKr7qXZRQMAAMDoUBkBfEpRoS+CvF1CfS6Gv3hobu1glS67Q66KVulz07xEDGplhAxIBmFubs6eGQAAAEbNIuF/UxkBfDQvlaAHYTcPP795IToiTO5HhwVFPH8Y7HPRxrlQmiINLVNnUoDX1MoI9eIaxMQAAAAwdm+/mgaHvMAHJPney4hQs8jnZkF3UoQ9SZkutY1duQCf2yEBj6MiwjUfvMjwEJ+LYQ89HHJVcMhT2dw2TQpzSwWfPV0MoUsi2DkDAADAeFkkZiIqIz5n06dPX7Nmjf4Yc3PzDBkyODk5FSxYsEaNGmXKlFE+nODg4Fq1ajk7O2/ZskX5yLp06XL9+vWNGzdmyZJFSRbR4cGhftdDH1y1iH5hmyaNtX3KFCnMLG3s0ucpHPYiIPCxb4j/48iwEHXK5+4Hg30u2ucsb5O5qFXqTCnMzBV8xnSXNyKGAAAAgAlIKIzg5BviFBUV5at18eJFySkmTZpUr149BQl6GRUR4ns92Nsl7PGtqJDnEvEFP0lplza9fYZMEkZI3meTKq2lnYN9uoxBT/zkLzpS0ztAZNDT59f3hfpet8tW2iFv5RRmiUoPYZLUa2fE3ifTgSUAAACMEZURSJSuXbt+++23+mOCg4N//vnnPXv2TJ06tXr16tbW1oqxGTlyZEhISPr06ZWP75H7yYDLO2xShL0e8TI86Hl48IvAxw9SZsyaOnOOFGZm5haWNqnTWadM45AxyzOfW8EBj7X9BESGPfF6fNfzpYdb0SbfKvhcxQgdyIgBAABg1MwSMxFHvYjNzs5uxIgRNjY2gYGBLi4uihEqXLhwmTJlkidGCXzuf/uOz22fR8Eh4WqlvWbsy5eRoSH+3h53XY+9eHhf02eEfCbNzW1Sps5YsGTGAiXNbR1eBIWdd7uz/cB5t3NnFHzGdJURCgAAAGD8qIzAu0uVKlXOnDmvX7/+7Nkz3cijR48ePHjQ09Pz1q1bqVOndnZ2/vrrr2vUqKH/wMePH69bt+7EiRNeXl4ZM2YsV65c796906ZNG+ezPHjwoHv37k+fPh06dGj79u0T/yxXrlxZtWrVxYsXraysZAKZw7Rp0zZs2LB48eIiRYoob/YZ8fz583r16tWqVWvs2LHz588/d+7cw4cPS5Uq1apVq0qVKunP1s/P759//jl58uSTJ09kgo4dO/r7+48aNap///5fffWVkqDg0HDvB49TpbRLbW9ra2NpZvYqDYwKD318080mZRr79Jls0zhaWNtIXhFpbhfhkOPU4ct+9/1S2ZpbmvEx/KwRQwAAAMCUJCqM4CAYcZIGvKQJMpA9e3a5lRP+33///eHDhxVtTpErV66bN29K7vDdd99NmTKlTp066qMkHZBYITAw0MbGJnfu3BIobNq06fTp08uXL3dwcIjxFAEBAdLIlxxBbtUkIpHPIjOUZ4mMjEyTJo36QwxJIjJlesvFMoODgwcNGnTp0qW8efPa29sf1hozZkzTpk3VCXx9fb/55hvJI2ThJYiRzEJSiapVqyqJFhX90v9ZUGBQqL2tdZpUdnY2Vq/CvpcvQ5/7hwU+t3ZIFW2dOjDKNiAgOCQk3PxlCkd7CwJBsA0AAADAlCTqZxocBCM2aZZPmjQpNDQ0c+bMBQoUkDF79+6VprsEBIsXL96zZ4+ECwcOHOjSpYv8a8OGDeqjJB346aefJIn44osv9u/f//fff8ttixYt7t+/P2/evBhPERISMnDgQB8fn+7du+uKDhLzLLJUEyZMkOcaMmTI7t27hw8fLiMlknB1dU34RUmEIY+S+fzzzz+bN28eP368jJw7d25UVJQ6wYwZMySJaNCggcxWFl4WRnIKNRlJkojIqIAXwXd9n95/GBAeHqn/ks+dvrhm/b5btx5IEiFjLM3N+ABCIRQGAACAaaHPCCTK0qVLK7xJEgRphFtYWPz4449yK9PY2trWrVt35MiRRYoUUdvPNjY2MpkMPHnyRJ2PxAH37t3Lly/fiBEj1EfJNBIZpE6d2sPDQ3mdfMmthALDhg1zd3fv1KlT7969dUuSmGeRgOPx48e1atXq0KGD7oFdu3ZVnzFhsjBZs2ZVhxs1auTk5CSzevTokdx9+PDhoUOHMmTIMGrUKHlSGWNlZSVLohaGvIOoqGiJJDzv+vk+fhYUHHrj1oNtBy6fdPOxM4+2eFUtwUcPr5BJAQAAwJTQZwTeRZo0aRwdHfPmzdunT5/MmTOrI6tr6aaJiIi4rCXD4eHh6sjz58/Lbc2aNfU3KskX9uzZow6rzW+5HTt2rIuLiyQOAwcO1H/qxDzL2bNn1WfRf2D69OllbhcvXlTiJ2lFsWLF9MdI9ODn5xcWprkKxsmTJ+W2cuXK+n1empub165dW8Ia5V3JK34SEHj3/mNvnyeWZimypbG2tjCTnDAiLCTo2ZPIiDAFIJkCAACAaaHPCCRK7Et7xun58+cHDhzw8fFxc3O7dOlSZOSrHyBER0erA2rxgrTwE56Pr5aEFOp8ihcv/tZnsbOzS5cu3YwZMxRtH5P58uWTSOLatWtyNygoSLbhDRs22NjYyPjNmzer2Yd6d8WKFZ06dUqVKpW6YDGiN8kadMsvs5XbjBkzxlja2GPejb2VuW44yP/x80cPggIeKXz6oEUoDAAAAFNCZQQ+GC8vr549e7548UKG8+bNW7NmzRw5cpQvX17/RxZWVlYJz0S3sX3xxRfy2JEjR06cOHHVqlW6X1gk/Cy633pIuPDgwQP92d67d0/R9nmpDijaoEHuyqnuEiIAABAASURBVG3WrFkl4FBeRw/xUZchGbK5sKDnfjfdoqMiFeA1QmEAAACYEioj8MEsWLBAMoIOHToMGTJEN/L+/fv606jdMahdMOjbs2dPdHS07vcX6dOnHzFihCQIFStWPHXq1NKlSyWAeOuz+Pv7y/x15RiJIU9ar169RE6cJUuWOBderZh4q6ioaPksJSbak0/cS5IIvIlQGAAAAKaEq2ngg1GvVfHFF1/ojzx27Jii9zMNtYOJI0eO6E8j8cG0adOmTJmiK0ywsHh1MUu1n0sJI9RriCb8LBEREQ0aNFCSwtfXV73wZ2JUqFDB0tJSwhF5It1IeWkHDx5MzMPv+4c+D4l8HhwRFR1NwIekYpsBAACAKeFqGvhgnJyc5PbmzZu6MZcvX/7jjz8U7RUr1THly5fPkiWLu7v777//rrte5uLFi1+8eFG3bl39jiFVWbNm7dy5szT+J06cmJhnkTBCnSAxJEeQMEJJtDRp0jRu3NjPz2/y5MlqZ5kSo/z222/e3t5KIjI7+b+kEA/8Q3yehDzwD9UUSgCJRigMAAAAU0KfEfhgvv766x9//HHMmDFt27aVbebSpUtXrlyRaCAoKCgwMFBa71ZWVjY2NuPHjx88ePA///yzadOmvHnzBgcHe3p6Ojo6Dho0KM7Z9ujRY+fOnTKrDRs2fPHFFwk/i+QLMn7OnDmJWWBZpKQGbT179nRzc5PlOXjwYO7cuW/duhUaGiqJiY+Pj62tbQIPTJHCzNrC/OmLUDtrC0sLM48HgcGhkXkzp1QSzdzSUsFnjFAYAAAApoTKCHwwderU+f333wsXLiwpg2QNvr6+nTt3loHSpUvLJnTu3Dl1suLFiy9fvrxixYopU6a8du2aNOZbtGixdOnS1KlTxzlbiTDU7iFmz579+PHjtz6L/CvG1TfiJNPoSjMSL2PGjH/99ddXX30lScTNmzednZ1HjRoliyT/cnBwSOCBWYrXLF+vdf5cWexsrVLZWmRMZZ09o31inlFSDNuUafJXalin90QFnzFCYQAAAJiSFLGDhpda0k6LjIyMiIh48eLFs2fP5NyvvX2i2k7AJ+fp6Tlnzhz1lxRxsra2HjNmTLp06ZSkkNzk3r172bJli3FNkO++++7w4cMSiOTNmzfhOTz3u+PtuvvudVfvuz6Z0lhZWvx38Y7g4NAnDwNiTG+X2tE5b7ECVZtmzl/K3PItFyKBCZNt7+nTp4GBgebm5ra2tjY2NlZaFhYWZlpEFQAAwEDIecRixYp1795dARLE1TRggp48eXLz5k1JDeKboGHDhklNIoQ0+Tp27Ojo6Lhq1SpdHYerq6skETly5HhrEiFSOeUoVK9rpkKVs18/dc/tWFRYUHxT2jikzl6sUq7SNTPlK2Fl56Dgs0fcAAAAAFNCnxEwQZLF2tnZBQUFxVnO4+TkpP6wIqnkRHSjRo127tzZsmXLAgUKyOciLCzs+vXrDg4OP/30UyJnYm5h5ZizaOpMebKWrO11Zruf+5moiLAY0+QoUaVYnbaO2fNb2yWhUwmYNkJhAAAAmBIqI2CCJImYO3fu8uXL3d3dY//3yy+/tLBI1JYf2+jRo4sXL37gwAEvL69nz57lzJmzc+fO7dq1S/z1QVUW1rapnXOXaDbAv7S7x5HVAT4eZmYR5pZWjlnzlmv1TZaCZRTgTYTCAAAAMCVURsA0pUuXbtCgQcuWLTt16pT++DJlyuTPn195V5JitNZSPogUKdJmLVjuy7FPvdwe3HCxTpM5e/HK1rb8KANxIBQGAACAKaEyAqZMUoMrV64EBgaqd62trVu1aqUYmBQpzBxzFZM/BYgfoTAAAABMSaIu7clBMIyUg4ODfvrQrFmzd+i3EjAEhMIAAAAwJYkKIzgIhvGqVKmSs7Ozou23smbNmgpgnAiFAQAAYEqojIDpa9eunaLtt9LMLFEbPGCACIUBAABgSugzAqavYMGCvXr1ep9+K4FPjlAYAAAApoSraXwY5DUGrmTJkrxHxoIdTpzYgAEAAGBKqIx4LzHWDCsKeB9qDKH7HJFK6GNtAAAAwJRQGfHu1CZT7FsA70bd1ehu5QPFzkeH3QsAAABMCZUR70iXPuhTSCWApNMlDin0KOQRb2I9AAAAwJRQGfEudIlDeGTEqG1z1SRC1lJ0dLT+NKw3IGExPiZmZmZTmn4rY2RAd8tHSUXECQAAAFNCZUSS6ZKIaK1Dnq4KgA8kMjJSMgj5fJmbm8vnizxChzUAAAAAU0JlxLvQ/S5DvxQCwPuLiIiQGMLCQrNrkgE1+2MXpBAKAwAAwLRQGfGO1DAiKipKN6Zzxcb21rYKgCR6ERq08vQudTgyMlIdkDxCv/8IiiNIZAAAAGBKqIxIGl0uo5ZF6Mc0TYpVTZ8yrQIgiR48e6QLIyIiItQBMy1dhyzKZ49QGAAAAKaEyoh3od9thALgA5HPlIQRateVatjHzkeHRAYAAACmxCwxE3EQHBt9RgAfQ5RW9GvK68+a8tljJQAAAMCUUBmRZC/fpAD4cHRhBB+xGAiFAQAAYEroM+Ld0VICPizZ1agxRIwOWaAQCgMAAMC0UBkBwIDofp2hkPe9iVAYAAAApoTKiPdCSwn44GSHwycrNtYJAAAATAmVEe+IdQJ8DPpXz1Wgh1AYAAAApoTKCAAwAqQzAAAAMCVURgCAESAUBgAAgCmhMgIAjAChMAAAAEwJlREAYAQIhQEAAGBKqIwAACNAKAwAAABTQmUEABgBQmEAAACYEiojAMAIEAoDAADAlFAZAQBGgFAYAAAApoTKCAAwAoTCAAAAMCVURgCAESAUBgAAgCmhMgIAjAChMAAAAEwJlREAYAQIhQEAAGBKqIwAACNAKAwAAABTQmUEABgBQmEAAACYEiojAMAIEAoDAADAlFAZAQBGgFAYAAAApsQsMRNxEJzMugzsXrBq0QT+fv1zumIYgoKD/lg6b+3WdcqnsPvgHlkbU2ZNVfA2U2f/Kutq657tynu7cOViz2G9FSQvQmEAAACYkkSFERwEIz5rt66fvWhOUHCwgs9Gz+F9LrhdUpC8CIUBAABgSugzwnDNm/ZHzco1FAAgFAYAAIBpoc8IADAChMIAAAAwJVRGGLEXgc9bdWvn88Dnx0Hff922szoyKCS4bc/2t+7cnvT9hDZNW0+d/evSNX9v+GuNm/vVPYf2Xrh6OW/2XLWq1fqqbWc7G1v9ublecv1j6bzbd7wCgwNLFStZrXzVDi3bWVi82kKeBvhXblqtef2mnb7oNGvhrFveXhVKl79y7crNO7fkv7/M+VX+1GeMc1HDI8I3bN8kC3DZ3S21Q6qihYr06/pt/jz5dBOEhoXNXTrv0MkjPvd9cmTLUbpYyS9bdciTI7f+TMLCw1ZtXL3r0F7P254lixRvUq+xnY1d7Ofy9fP9e91y18uu3vfuFi9cvGalGu2atzE3N1fi9+jxo79WLnG57OJ5+2aenHkK5y/UslGL0sVK6U9z7ca1lZvWuFxy8X3oly93nqZ1m3Zo1c7SwlLRdl0xaMzQn0aMtbW1k1dhaWnVqlGLbh26yL+CQ0NWrP/nlMvpqzeu5smRt2Lpcl3af5UqZWr9OUvYt3nXlkMnjrhePp82dZrypcp1bPVl7hy5dBOob+LWvzf5PvRdt32DTJbZyblahardv+zmYO+gm0wWY+POze6eN0LDQkoWKVm+dLkOLdvHeJfFadcza7euO+V6ximDk6zGjq2/zJszj/4ECWwJW/ds/27C9+pkBasWzZop6751uxQkC0JhAAAAmBIqI4xYSodUE78f321Qz1kLZ9evXtfZyVlGTpvzqyQRNSvX0M8F/jd3xolzpxrUqt++edujp4/NmD/rzPmz86b9obalxfptG0b/Mk4GnDM6586e64zrmcMnjqzesnbOlFk5s+WQ8SkUTSD12P/JtyP7SjAhw4+ePJK84Mjpo0dOHq1eqVqJIiUK5SsQ53LK9F0H9bhx84Y8XYG8+e/53pNm84GjB1fPX1GkQBFF2wtm+96dJGKwtrIumC//E3//FetXrtq0pm+3b/t17aPOJCoqasjY4QeOHZSZFMlf6Jqn+7EzJ2K0osXmXVt/+m1CSGhoujRpc2TJ4XLRVX0hi36blyF9hjgXLyIyovvQbzxueTimcyyQt+Dd+3evXHdbu3X9+OFjpRGuTiMLM2nmFFmGjOkz5s2V+6LbZfmTUGDGhN+U12ndyXOndx3crU4vCyC3bu5u/X4YJAmCrY1NgTwFvO97S5axeuu6GT/9JomDOmVgUGDvEf1kvMxEQhBZFfLaV29e+12/4bqASbX36P4/l8y1t7OXN8jT6+bla277jh5YM3+VzFz+u2X3tpETf5CVkz1LtgyOjodPHjl04vDmnVtWzFmqn32sWL/i0tUr6nq+cv3qVferOw/s2rVyR+pUqROzJeTPnW9Az/4Lli2UCb75upe9rZ2C5EIoDAAAAFPC1TSMW6UyFdu3aCst2Emzfpa70lZfs2WdtMMnfjdefzJJIiZ9P2HWxOkj+g5dNW9F2RJljp85sWbzq0tgSPP759nT5Bz77CmzDm3ct3r+P0c3H2xSt5GkAz/9NlGd5qWiCaROnD3plNF55Z/Lti3bNKBHv85tOsoCqIshqYGaLMQ2c8EsSSIqlq5wYP2e9YvWHN96RBZGIoAx035SJ/jfvBnyXLWr1jq8SdO63rd216LpC9KkSj170ZxTrqfVaTbs2CivrmjBIvvW7V69YOXxrYdHDfpB2uT6T/TE/+nE6ZM1zzjhf8e3HZEXcmzr4fYt27l7us9dNj++dXjw+GFJIrq27yLzXD1vxbEth/6cOlta9TMXzoqMjJQJ7vh4/zJnmoW5xdRRk49sPrB2wWq5LV64qDTj9xzep7xO6ySJaFS74d61O5fMWtSiYVMZM3nWL5JE9O3a+8T2Y+palYDj2fNnU37/JTo6Wn32hSv+kiSibvXahzft3/DX2l2rdqycuzx9Wsdf//ifpDb6yylrY+zQUSe3H5VZHd58oFihIjduemzZtVX977K1yyWnkJWz45+t6xauObn9WJ1qtWWC9Ts26c9EkoiR/Uec/PeYrGdZ1Nw5cvkHBOzYtzORW0LBvAXkjba0spI/Geja/msFyYVQGAAAAKaEq2kYrj7f9Yvzup6l6pbVn2xE32FZM2fdd2T/rgO7f/x5tIyRJmuMKoCSRUvqCiXkbPZP32lOfa/evEYdI+1hiTP6fN2rXvU66hgHh5RTfpyULUu2ky6nTrue0Z/VpJHjSxcvnS93vlJFSyqJEBQSvG3Pdjtbu1/HTlWXyszMTBamaoUqYaGh0t6+73d/5cbVGdNnnDbm5zSpX52fr1q+8qBeA2RAPQkvVm1eK7eTf5jolCGjOuartp2qlK+s/1xL1/wtL6RX514NazdQEzQba+sxg3+U9SMZzcPHD+NcQp8HPuqU6l15oMQiE0eOHzdsTGRUlIzjVmgiAAAQAElEQVTZtntbaFjYly3bt2zUQp1GlnZonyGO6Ryvul/VzUde3dTRk7NlzibRTBbnLEdOHnW95Fq5bMWBPQeoxQuiQ8t2jWs3vO5xfc+hPXJXgonFq5bKq57642SZpzpN6WKl+nbrI2HNktV/6y9nzco12rdop/7eRN7EDi07yMA1j2vqf297e8mSW1u9ehUyz2F9hvw0YmzlspX0ZyIvrVuHLupvNzI7Ze7Y6ksZcL/prv43SVsCkhmhMAAAAEwJlRFGT85jjx82RgZ+mDIq4NkzOY/dsHbDGNPE6MohT47c+fPk8/S66evnK3c9bmvqC6QBrz+NNGvrVK0tA7fu3NaNTJUyVXzlD/G5dPVSSGho6WIlY+Qji/43X87hS6Pd85bm2atXrKrf/YFmeWrV1yybtvbhif/Tazeu5cqes0Ce/PrTNK7TSP/uNY/rclu+1BthjYWFRcUyFaKioq57uMe5hFXKaRKNecsWDB4zbPOureo6kdyhUe2GakLhcum83NatUUf/URVLVzi+9fDgbwbqxkg6o8sCNAvjqV2Y0uVjPF3lcpp0wO2GJkTw9PKU0KFogSLS5n9jkbQhi5v7Nf2RZYq/0YeFkza8kJREvStRRWBQYOvubef+vUBSA5lt7hy5JLwomPeN386UK/nGysmbW/M7l+cvXqh3E78lIPkRCgMAAMCU0GeE4Ur8pT2rVqjSvH7TrXu2S3t+7NDRsSfImjlLjDFOGZxu3PS4+8DH2cn5ptdNOd/unME5xjSZnTPJrfc9b92YDOnSK0n01N9ffbr4JrjlrWniOjtlijE+VcrUcnr/0eNHLwKf3/d9oHl2xwxxLqGOt49mUTv36xLnE3n53KmuVIs9XgKO4d8O+W3ujF0Hd6udPhQtWKRtsy++aNJa7bXxsf8T7UvIqCQobeo0sRdm5oLf5S/2xN737iraH4DI7bEzJwpWLRp7mtvet/Tvxnj5ZuaaJPHl6597jOg79MbNGxIwzVqoeTpJN+pXr9ujU7cYnYCmTZNW/66l9gVGv3w1k8RvCUh+hMIAAAAwJVxNwxQEBQe5Xr6gaHtDvHT1crWKVWNMYG4W97UkoqOjJWmKiorSdWEQm/51KMwtEromRZwsLTV9ZCYQZ0VFR6mLEvtf6oZnZm6RIsVLJa7t0N72jWIKMzNN+7xi6QpmZnFssSkdHJR49OzUo061Ojv27rh91+v23Ttu7levXHfbsW/n3F/m2NvZW716CW+J5GJcsCOFdmEKFyicJmWq2BNnyqhp3pul0EyTNXPW7JmzKm9jluAFQTI5Zdq4ZN3OA7vPX7ngc+/u1RvXNv67ace+f6eOntxIr1JGXUVxStKWgORHKAwAAABTQmWEKZj25/98Hvg0qdto/9EDo38Zu2XpJl3nC6qHjx/FeIjfIz9FW7AgLfxc2XNK29v3kW/WTG80idV6hPRJr4bQlz1LNu0C+MUY73rJVZr9FcuUz54lu9z1fRRzgucvnvkHBKR0SGVva5fBUVOV8MDvQYxpHvjd178rrXqvu3e+HzCiYL6CShLJSujfo5867H3v7jfD+5w5f3bLrm0dW3fIljmbxBOyDtVF1Vm2bkWOLNlrVK4e5wyzafOFVg1bfNW2U3xPmi2LZpqiBQrPnDhdeW9WllYtGjSTP0X7mf190ey5fy+YPGtqo1g/24nTx94S8J4IhQEAAGBK6DPC6B0/e2LN5rXSDp/4/YReX/Xye/Twp/9NjDHNgWMH9O963vb0uOUpLU/1sp1qy3Pn/l3604SFhx08flAGyr/Zy0AMb90y1Da56+ULj94MRJauXT7q5zEP/HzVCY6cOhYY+EJ/AjnJL7eVylZQtD+RkKWVjMDN3U1/Gglf9O/WqlxTM/L4oRjL0KFP54ZfNrnodlmJyy9zfq3SvIbr5fO6MRKgdGyt6dnR54HmehZZMmXRPtdB/Udddb86ZdbU5etXKPGoXaWmorlUx8EY46f98b+areuu2qTpPbRYoWLOGZ3PXjgnyYv+NAeOHazctJqsHyVxbnt7NenUvN8P/3VgIZ/ZQb0GSib1+MnjwKDARM4nkVtCCoUdwidAKAwAAABTwtU0jFtQcNC4aRNkYPzwsXY2tj07dpNG+84Du+RPf7Id+3b+s2GVOuzzwOf7yaPkPf22ax91TPuWbeV2/vJFew7t1c12zNRxd3y8y5YoU7hA4QQWwNpac52IGBeh1GdvZ9+8QbPgkOAffh4d8OxVk/uU62l5LlnU0sVKFciTv3LZig8fP/xu0o+6NvmxMyd+XzRHs2wt2qpj2jT7QtF00jnG6+4ddcyaLWu37tmu/1ytm7RK75h+4fKFF65cVMfIy5y54PcLVy6Ym5kXKxR315sF8xV88vTJnMV/BoUEq2MkFlFXRe7sOeW2ZcNm1lbWqzev3qXNR0REZMTMRbNloGn9pko88uXOV7tqrRPnTi3VuyjG4RNHlq1bLk9XpbymG0srS6uv2nbSXpF0SnhEuDqNZC6TZvz8NMC/QpkKSuKooZJEGAf1gpi9R/bLCs/inCVGz6AJSOSWYGtjExISHN/VSfCREAoDAADAlNBnhOHq812/+P4lTe5jWw7JwG9zp0u40Kh2w6ra6y9Im1lSiS4Du0+a+XO5kuXSp3NUp8+TI/fEGZPnLV+Q2cn5yvWrUVFRbZu1af66IV2pTMWhfQZPnzdz4OghcqLeOYOT+033kNDQrJmzTvhuvJKg7Fk1v8JYsX6l6+ULzes16dohjs4jfxgw0uO257HTx2u0ql0oX0Eba5vT5zUXiZz8/QS1C4PJP0zsOqiHtKWrtahdMF/+J/7+Pvc1l9v8tss36qUuxFdtOh05efS065lGHZsWL1z0gZ+fNIYb1mqgdjmpkkbyoJ79x077qVO/ryuUKidjngT4u3u6S2t8xoT/xdddgqyHnft3HTpxuEnHZrlz5FK0l43wfeRXvlS55g01P3mQWOGHgSN/+t/EwWOHZflzeo6s2Xwe3JPIoHqlai0bNlfi922XPq6XXafO+XXnwV32tvbhERHnLrrI+Kmjp+h+8dGu2Rfb9/67be+OK+5umTJqeo48f+WCrPw2TVs3jz/piEE+oRNGjuvcr+u3I/uXKV7G2spSfS5zc/Nxw0YriZbILUGyD1n5Lbq2Tp8uw7ZlmxQkC0JhAAAAmBIqI4yYyyWXVZvWpHRI9eOg73UjK5Qu36pRSzn3PnbaeN3I3l2+mfT9hNzZc926c6d8yXLS+J/w3Tj9WX3Tueei6QtKFy/98mW0BAdFChQZ2X/E5iXr1cZ5AiQs6NCqvTR6r7pffR74PM5p0qZJ88+fy9q3aJstS7Ybtzzu3vepV6Pu+kWr5enUCTI5ZdqwaM0XTVrJBB63bpqlSCEvYeXc5YN6/fe7AytLq8UzFkrUIqfob97xktcy5ceJPTp2j/FcErIsn7NUprnjc9f18vmoyMh2zdtsXro+f5588b0EacnPnDh9RL9hThkzXvO87ul1q2ihomOGjFo0fb48qTpNh5btFs9cKLONjIq44HZJXpGsn1kTZygJKlaoyKbF6+XFPn/xQiIG34d+davXXvnnMv0IQ96+VXNXdG3fxdLS6vL1q+63PIoVKjZt7NS3xkAxSAax8a+1ks488X8sSxgZEdG5TUd5dklMkjSfxGwJI/oOl3jCPyDA75GfrqADHxuhMAAAAExJithBw0stOXkeGSktmogXL148e/Ysa9as9vb2ymdPXTnR0dGRWkEhwY0XD1f/tarXlPQp0yoGZursX5eu+Vsat4k/zQ4kswfPHn3911h1eHmz721tba21rKysLC0tLSwszMwkoUrxObfGQ0NDnz59GhgYKMGfrB8bGxsrLXXlqOtHAQAAMABDhgwpVqxY9+7dFSBBXE0DAIwAcQMAAABMCX1GAIARIBQGAACAKaEyAgCMAKEwAAAATAmVESbu+wEj5E8BYOQIhQEAAGBKqIwAACNAKAwAAABTQmUEABgBQmEAAACYEiojAMAIEAoDAADAlFAZAQBGgFAYAAAApoTKCAAwAoTCAAAAMCVURgCAESAUBgAAgCmhMgIAjAChMAAAAEwJlREAYAQIhQEAAGBKqIwAACNAKAwAAABTQmUEABgBQmEAAACYEiojAMAIEAoDAADAlFAZAQBGgFAYAAAApoTKCAAwAoTCAAAAMCVURgCAESAUBgAAgCmhMgIAjAChMAAAAEwJlREAYAQIhQEAAGBKqIwAACNAKAwAAABTQmUEABgBQmEAAACYEiojAMAIEAoDAADAlFAZAQBGgFAYAAAApoTKCAAGRBd9koHGwAoBAACAKaEy4h2p60R/zRy/eTGljb0CIImeBQfq3yX9jBOrBQAAAKaEyogPZs6BNQqA95PiNd2wAi1WBQAAAEwJlRHvjpYS8GFJ7mmmxYcrNkJhAAAAmBIqI5JM/5ytKJQxR7TWy9cUvTXGqjME8i5ERkZaWFjQvjU0+j1ECLMUZubm5moeoRCDvom1AQAAAFNCZcS70OURluYWs5oPDg8PDwsLi9CK0pJsQiGJMBhBQUEPHjzInDmznZ2dAkOi+yhJBiFpkaWlpbmWfn0E+x8V+xMAAACYEioj3pHaRpJWk+QOciuNKHWkmkSohRIKDEOolrxN1tbWCgyM7qOkkkhCl0fodx6hfPZYCQAAADAlVEYkjawKSRl0J2zV87fSfFL/K8MSRuj/XgOGIDAwMCQkRN4mGxsbBQZG/9NkoSXRntlrVEbosEsBAACAKaEy4h2pbSdZM3IKV3ndoIqOjiaMMEDyTgUHB8stlREGSD+MMNejCyN0kymfN9YAAAAATAmVEe9CVzqunstVYwi1aEL3Aw3CCMMhLVsJI+SWygjDpAsjdJGEekufEfrYpQAAAMCUUBmRZGrooLwOI9QBySDUQgnKIgyQvDVqnxFWVlYKDE8KPbpIQr8sAgqhMAAAAEwLlRHvSL9fPbUXCV0YoZuGSMJAyLsTFhYmb5DazygMR4xfYcRIJZQ3P2ifOfYnAAAAMCVURrwLXTeWivasu/7vMlhXBkjeo8jISMIIA6efO8S+BesBAAAApoTKiHek/2MN/WxCRSRhaCSMULSphALDE2MPo3+XnY8OexUAAACYEioj3p2umRQjiVBoQRkYXQ+jhBHGgk9QbKwTAAAAmBIqIz4A1o+B05Wu8E7BeBEKAwAAwJRQGQEARoAoDQAAAKaEyggAMAKEwgAAADAlVEYAgBEgFAYAAIApoTICAIwAoTAAAABMCZURAGAECIUBAABgSqiMAAAjQCgMAAAAU0JlBAAYAUJhAAAAmBIqIwDACBAKAwAAwJRQGQEARoBQGAAAAKaEyggAMAKEwgAAADAlVEYAgBEgFAYAAIApoTICAIwAoTAAAABMCZURAGAECIUBAABgSqiMAAAjQCgMAAAAU0JlBAAYAUJhAAAAmBIqIwDACBAKAwAAwJRQGQEARoBQGAAA8R/sjwAAEABJREFU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JiIwMHDChAlyG98Ev//+e5zjHRwcxo4dK7cKYMAIhQEAAGBKzBIzEQfBMHySJjRt2lRJulatWpFEwPARCgMAAMCUJCqM4CAYRqFq1ao5cuRI0kPy589fqVIlBTB4hMIAAAAwJVRGwHSYmZl16NAh8dmZTCnTK4AxIBQGAACAKaEyAiYlR44cNWvWTOTEMqWzs7MCGANCYQAAAJgSKiNgapo1a5Y2bdq3TibTyJQKYCQIhQEAAGBKqIyAqbGxsWnVqtVbJ2vXrp1MqQBGglAYAAAApoTKCJigsmXL5s+fP4EJChUqVKJECQUwHoTCAAAAMCVURsA0dejQwcLCIs5/yfi2bdsqgFEhFAYAAIApoTICpsnZ2blBgwZx/kvG028ljA6hMAAAAEwJlREwWRI6xO7J0snJKb6QAjBkhMIAAAAwJVRGwGRZWFi0a9cuxsi2bdvG9/MNwJARCgMAAMCUUBkBU1aiRInixYvr7spw4cKFFcAIEQoDAADAlFAZARPXrl07tRTC2to6dqEEYCwIhQEAAGBKqIyAiUuXLp3aSUSzZs1kWAGME6EwAAAATEmifjzPQTCMmoQR3t7eNWvWVACjRSgMAAAAU5KoMMIYD4IJUKBjbm7ep08fha0CcTGW/RtbLwAAAEyJiVRGcJgO4N3E3nsYZjxBZQQAAABMidFXRugaErEHACCRdHs5GVD3IYa232PPBgAAAFNi3JUR6oLpblX6/wKAhOnHEDEiCYPKI6iMAAAAgCkx4soIXQbhH/ziXsBDNYmIjo7W/6/CETyAuMTYRcht1jQZU9s6mJmZ6cYYVB5BwAoAAABTYqyVEfrVEMdvXvxp1yIFAN7D+AY96xYoJ7sUNY9Qbw0njyBXBQAAgCkx7soItRSCE4YA3p/sTCIjI83NzWWXot4qhrT3Y0cHAAAAU2KUlRH6HUNEa6l3LczMHWxsFQBItBchwVEvNfuQqKgoCSPUkSleU7T7GUOIJKiMAAAAgCkx+soI/U4rCzjnnNlhuAIAidZ/5VR33zsyEKmljlR/pmFQxRFURgAAAMCUGHGfEbqfaegqIwDgnamVEboYQmU4USyVEQAAADAlRlwZobyOJBQAeG9qGCFJhLm5uQF2RsO+DgAAAKbEWCsjFL0OLKmMAPD+ZE8ieYQaQ8T4CZghoDICAAAApsToKyMUAPgQJIl4+SbFkLC7AwAAgCkxS8xEhnwQzC81AHwoaqWV/l7FcHYvVEYAAADAlBhrZYR+C4EwAsAHYZg1ESp2dAAAADAlRtxnhMqgursHYLxi7OgMbb/Hjg4AAACmxLj7jACAzwSVEQAAADAlRl8ZAQCfA0JhAAAAmBIqIwDACBAKAwAAwJRQGQEARoBQGAAAAKaEyggAMAKEwgAAADAlVEYAgBEgFAYAAIApoTICAIwAoTAAAABMCZURAGAECIUBAABgSqiMAAAjQCgMAAAAU0JlBAAYAUJhAAAAmBIqIwDACBAKAwAAwJRQGQEARoBQGAAAAKaEyggAMAKEwgAAADAlVEYAgBEgFAYAAIApoTICAIwAoTAAAABMCZURAGAECIUBAABgSqiMAAAjQCgMAAAAU2KWmIk4CE4G2/f+W7Bq0e6De8b+V9eBPeRfpeqWDQsPi/GvX+b8Jv/6fdHs+GbboXcnmcDngY96Nyg46I+l89ZuXacYjwtXLvYc1lsxXa26t5X36GmAv2LY1m/bIG9E2YaVGn7Z5KLbZQXJi1AYAAAApiRRYQQHwcmgQunycnvB7VJkZKT++KCQYJdLrjIQEhp66tzpGI86f+WC9rEVlMRZu3X97EVzgoKDFePRc3gfWS0KPqk9h/eN/mXc8TMnsmfJFh0dnTZNagXJi1AYAAAApoQ+IwxFBsf0hfIXunbj2nXP60ULFtWNP3n2VERkhEQVp13PnDx3qkbl6rp/BQUHXbl+xc7WrnTxUvHNdvSQHyR6SJ8ugwK8h/OXNbHX9wO+69LuKwWfAqEwAAAATAmVEQakQslyiuZXCW9UAZx0OSm3g78ZaGNtffzcSf1/XXC7GBkZWbFMBUsLy/jmKbmGBBnyWAV4D2HhoXKbxTmLgk+EUBgAAACmhD4jDEjZkmUVTcRwQX/k4ZNHnTJkLFW0pPzX45aHr5+v7l/nL52X2/KlNBHG0wD/glWLfjfh+4tul7sP7lmzdd2Rk36UN06/z4gmnZr/MudXRdPTxK8ycv32jep8ZLJNOzcPGjO0Wstazbu0mjRzyq07txNe1KmzNXNwc3dbu3Vdz6HflG1YqcM3HecvXxgcGhJjStdLrj2GflP7i/rlG1Xu/V3fFetXxvgdyqPHj6b+Pq1tr/al6pZt07P92GnjXS+fV/+1dc92eZbAwBfyJwN12zZMYJFk5chSdRvUUxamaouaMitZHv1Nt1X3tjVb1Xn89MkPk0dXaVa97/cDvO95q/+SVSHLX7lpNZlg2PgRe4/s15/zhOmT5Nl3H9yjP1Luykj5l3p335EDcnflxtU379yS+Tfo0Lhe+0bj/zfxjo93jOW8fM1N3iZZITLN5Fk/3/e7r7yNrJxKTavKSpi9aI4sp7zA7kN6ycrRnyaBV/fWtyDhaQ6dOKy+NBnu/+NAGZ4xf5YMy60MDx03QkGyIBQGAACAKaEywoBUKltBVvX5yxd1Y257e/nc96lSrormv2U0HUMcOnlE91+10V6pbEW5TaFo3qPH/k++Hdn3xLlTvg99Hz15FOON+7JVh+qVqsmA3A7o2b9QvgIyHBgU2LlfV2nB7jm0N6NjhvDwcGmISiSxbN2Kty7w/+bOGDvtJ3t7h/bN2waHhUrrdMCPgyIiI3QTrN+2oWPfr4+fORH9Mjp39lxnXM9I0tGyWxuvu3fUCWTi7kO/Wbp22X0/3wJ5Cz546Lt26/qO3361evNa+W/+3PlkOa2trOVPBjq36RjfkixevbR5l9ZL1/x98eqlvDlyh4aFXbnuJsvzy+xfddOoa2PI2GGSvDzxf3ra9UwGx4wyRqKB0VPHXrh6KV2adGnSpP13/y55FdKYj91d6Ft53fXqMrD7v/t3pk2dNjQsdPWmNV/0aHfjpoduAnnSrwd0kRwhMioydapU0sJv06O9vFNvnXNEZFTPob1Xbl6dN0++Vo2ae9z2lMWes/jPt766t74Fb50mR9YcsvJLFikhw83rN5XhCmXKK0h2hMIAAAAwJfQZYUDs7exLFClx4coFOVue2SmzjDlxVvO7jIplNTFERW0YcdLlVIeW7WRATlxfcLvklCFjgTz55e5L5aU6faH8heZMmZXSIWVgcFCM+UtjXhr/R04erVSmYrcOXdSRC1f85XLJpW712mOHjs6YXtN8lYxj6Njhv/7xvzrVaiVcli+px6TvJ7Rp2lqG+3br03v4t9KgXbN5nZoa3L1/9+fZ0xzsHX4eNble9ToyRs7tj/ttwo59O3/6beKSWYtkzMHjhz1ueXRt3+X7AZoT7LKlHTx+aNDooTMXzpLZFsxbQP6WrP5b/tWva5/4FsP3od+0Ob/JwPSffq1bvY6VpVV0dPSRU0f7fNdv9ZY1Q78dLGPUmfs+8gsODZHJShcrffXGVVsbGwkOJBrImzPP9J9+y58nn0x2x8d76LjhB44dXPjP4v7dvlWSQhKcds3bfNd3mINDSrkrL3bN5rULVyz6ddwviuaXDmGjfxkXEho6btiYL1u1lzHyRg/4cbCb+9W3zllW3U1vr79nLSpcoLDc7dS641cDuv6xZG6dqrXkHY/v1SXmLXjrNLmy55SV/+Tp4wtuF+vXrC+birpIXzRtVblcpXRp0ipIFoTCAAAAMCVURhiW8tpfauiKI05oO4moXLaS3BbOX1gafsfPnlTr5y9dvRQcElxJ+y99k0aOL128dL7c+UoVLfnWp3v2/NniVUvTpE499cfJahIhShcrJcmCxBZqCpCAkkVLqkmEsLe1++m7cTKwevMadYzEHEHBQX2+7qU2cYU00af8OClblmwSqcipexmj/n5E16WFbGm1q9aaOHK8NNcjo6KUxAkKCWrbrE3/Hv0a12mk5g5mZmY1K9fIkTV7aFjYs+fP9Sfu27WPTOac0UmeSO6qxQUSqahJhKIpBMj+y+gpsiSLVixKanFEesf0Iwd8pyYRoseXXeX26o1r6t1Dxw/fvXe3Ya36ahIhJHL6fsB3iZx55y86qEmEyJktR98ufSSAWP3mVVpjvLrEvAWJmSZO2bNkr1C6vGxpCpIFoTAAAABMCX1GGJby2gt8StCgaGsfTpw9UbRgkfTpHBVtQ71q+Spy1lr9r/objYql3yiYT5UyVZECRZRE8/TylNChaIEiuvazqkr5ynLr5n4t4YfrkghVnhy5pUnv6XVT7djC4/ZNuW1Yu4H+NNZW1nWqak6tq91SVCmneaJ5yxYMHjNs866t6gNbNmrRqHbDxHe6Kc8r+YWuikE216vuVzfs2BQWpokSIiLD9SdW4x5VeES4LIakDyWLltCfJm+uvEULFpYgwztWjw8JK1KgsIQyursZ0zvJbWjYq0Tj3CUXua1Zpab+Q8qVLJs1U1YlEVo2aql/t241zWo8e/6s/kj9V6ck7i1IzDQwBITCAAAAMCWJ+pkGB8HJplzJMpYWlhevaCojzl48FxIaWqF0Bd1/JarYumf7uUuupYuXPq+dpmqFqvoPz5AuvZIUaveKx86cKFi1aOz/3va+lfDDs2aO+SMOpwxON2563H3g4+zkfNPrprm5uXMG5xjTZHbOJLdq94oF8uQf/u2Q3+bO2HVwt/wpmst/FGnb7IsvmrS2sEjUxqmSSOXoqWNXb1zzvO15yvV0wLNnun9FR0frT5kuTTrdsMctTW8OWZwzx55hZucsl6+5ed+7m6Qz/xkc37iEqoW5udxGRb3qCfKB3wPtNDHfo2yZs6oVIgmQtZE10xtrO71jetlUbnt7Sfii+4TqvzqRmLcgMdPAEBAKAwAAwJTQZ4RhkTPSkkecuaCJIU67aCrkK5erqPtvVW0dgeul81FRUWcvnCuUv5BaNFH+YfYAABAASURBVKFjbmGuJIVZCk1pTNbMWbNnTtTJ+RjMzeJ+Omn/yzYjCxkjCHjjseavHtuzU4861ers2Lvj9l2v23fvuLlfvXLdbce+nXN/mWNvZ68kQlh42Ff9u1y6ekXR/vChXMly2bNkr1K+0vR5M2VW8T2voqk9idYubbybt4V5vB+QqOg4fkVibpZwqZEmMogd7dnZ2Slvk0JJYWb29jom/VeXmLcg8W8TPjlCYQAAAJgSKiMMTrlS5U+cO3Xd8/q5iy62NjZlS5TR/cvZyTlvrryXr12+euP68xfPv2jSSnk/2bJoMoiiBQrPnDhdSbqHj2NeBsLvkZ+irY+QbSZX9pySBfg+8o3xM4T7vpoCgfR6RRwyZf8e/dRh73t3vxne58z5s1t2bevYuoOSCBt3bJYkonypcgt+m6f/444JQZMSfmDObNnl9sHDB7H/dd/3nmYhHTVZj9ogjxHJxeiKIjHSa2sifB/6xnwuvwdvfWxEZMSjJ490/XqIx08ey8gszlni+3gm5i1I0tuET4tQGAAAAKaEPiMMTvlSmvTB9fL5i26XypYsa231RtcJlctWfOL/9ODxA4qmw4gKShLFaLYWK1TMOaPz2Qvnnr94pj/+wLGDlZtWG/XzmITnduDYAf27nrc9PW55SuM2Z7Yccldt3O7cv0t/mrDwsIPHDyqvezf4Zc6vVZrXUPu/UGXPkq1j6y8VTd+W914v81uyMNdLrnLbvEEz/STC45aHemXKBAofUqdKnS5N2js+3heuXIzxQq55uKdKmapg3oJy19JC0ynm/TcziwR6doxP6WKl5Hbv4f36I2/duX3j5o3EPHz/0YP6d3cf2iu3VStWSeAhiXkLEjMNDAGhMAAAAEwJV9MwOCUKl3BwSLlh+0Y571051sUy1At8btv7r6WFZdmSZZQksra2kdt7vq/a+VaWVl+17STpxsTpU8IjXnX06H3v7qQZPz8N8K9Q5i1hx459O//ZsEod9nng8/3kUZJbffv6GpztW7aV2/nLF+3RNptFUHDQmKnjpPFftkQZ9cIQBfMVfPL0yZzFfwaFBKvTBAa+UKfPnT2nOsbWxiYkJPjh44fxLUYGbb2Ap7YjRpW8ouETvleHg1/POU5q8DF66tjrnu6vX773D1NGRUZGdmrdQa2JUJdkzea1t729NDMMDVm2boXaw0WS1K5S0ylDxoPHD839e4Ea8Pk+9Bs1dWxU4q4b8sfSuS7aLjAV7RVe/1w6V8KXHl92S+AhiXkLEjNNnGRFSSKj9ruBZEAoDAAAAFNCnxEGx8LColyJMtJkVWJdLENIQCDZ0N17dyuWrpDILhX0Zc+aTW5XrF/pevlC83pNunbo0q7ZF9v3/rtt744r7m6ZMmp6MTx/5UJIaGibpq2b12+a8Nw0l7GYMXne8gWZnZyvXL8qjeq2zdroHlWpTMWhfQZPnzdz4OghzhmdnTM4ud90lzlnzZx1wnfj1WlkYjknf+jE4SYdm+XOkUvRVgr4PvIrX6pc84bN1GlyZsshSUSLrq3Tp8uw9e+NsaOxDi3brtu2Yemav18EPpeX4Hbj2tkL52SjzZ8n342bHk8DnibwEvp8/c01j+v7jx5o2fWLvDnzWFhaunu6y2Mrl63Y++ve6jSN6zVeu23dpatXGnVsKumJt493SGjIkN6DZsyfpSSFg73D2KGjh40fMWvh78vXLc+eJbub+1WnjE5FCxaJ3bdFbKkdUnXq20UWIDw8TL3IxdTRU7JnyZbAQxLzFiRmmjht2L5p/vKFjes0mv7Trwo+PkJhAAAAmBIqIwxRuVKa2vh0adIWyl8oxr/sbe3UXiTeWrYQpyrlKndo1V5O+F91v/o8UNPrQUqHVKvmrujavoulpdXl61fdb3kUK1Rs2tipCTdEVb27fDPp+wm5s+e6dedO+ZLlJv8wccJ34/Qn+KZzz0XTF5QuXvrly2iP255FChQZ2X/E5iXr1dxB0W5aMydOH9FvmFPGjNc8r3t63SpaqOiYIaMWTZ9vZWmlTjOi73BpGPsHBPg98vN/FhB7MaRVv3bByga16h8/e3LOkrnnr5yvW73OpiXr2jXTnPM/43o2gZcg0c+cKbOGfzukcIHCTwKePHzkV7Nyjf+N//WvGQt1P/qws7H9+/elA3r2L1m4uN8j30plK8775Y8mdRspSVenWu31f61t17yNvb2D70PfFo2ar5jzt3NGp8Q89s9f5vTv0U/W2LMXzxvWavD374tbNmz+1ke99S1I5DT45AiFAQAAYEpSxD7AfaklZ7kjIyMjIiJevHgREBCQLVs2e/skn4f/SGTxorVkCcPDw3ddOzXt8D8yvkjmPDM7DFfw8U2d/evSNX9LZvHW6gm8v7a92l++5nZowz5nJ2cFH1r/lVPdfTXdi/Qr3aJ6rhLW1tY2NjZWVlaWWmZanzyQDQ0N9ff3l72xJIm2trbqEgpJ0wxkCQEAAFRDhgwpVqxY9+7dFSBBXE0DAIwAlREAAAAwJfQZAQBGgFAYAAAApoTKCAAwAoTCAAAAMCVURuBdfD9ghPwpSBbrFq5R8NkjFAYAAIApoTICAIwAoTAAAABMCZURAGAECIUBAABgSqiMAAAjQCgMAAAAU0JlBAAYAUJhAAAAmBIqIwDACBAKAwAAwJRQGQEARoBQGAAAAKaEyggAMAKEwgAAADAlVEYAgBEgFAYAAIApoTICAIwAoTAAAABMCZURAGAECIUBAABgSqiMAAAjQCgMAAAAU2KWmIk4CDYQU2ZNLVi16O6DexSjEh0dvXnX1p9//0VJFheuXOw5rLeCJErmtwlJRSgMAAAAU5KoMIKDYLwPN/dr30/68Z7vPSVZ9Bze54LbJQVJlMxvE5KKUBgAAACmhD4jAMAIEAoDAADAlNBnBAAYAUJhAAAAmBIqIxLr8Ikjvb/r26h2wxkTftON7PfDwP1HD/Tv9m3/Hv10I+u2axjwLODE9iNWllZy1/WS6x9L592+4xUYHFiqWMlq5at2aNnOwuLVmn8a4F+5abXm9Zt2+qLTrIWzbnl7VShdfuqoyRIA+T16uGT138dOH3sa8LR8qfJfte0Ye6l2H9yzcedmd88boWEhJYuULF+6XIeW7e1sbJXklcBijPv1pzVb1snAviMHClYt2rJRC3l1U2ZNXbZuxda/N+0+uHvNtvU5s+bo/VWvF0Evho4b8XXbzj8O+l43Z3X95M+TTybWjXz0+NHqzWuOnjnmeftWZqdMFcqU79etb7o0abfu2f7dhFePlefKminrvnW7ZOJqLWsVyl9o0+J1+svcqnvbazeuHd18MEP6DAm8CzKlyyWXjTs2n79yITgkpFyJMs0bNKtWsaqS7BJYyUtX/z11zq8dWrUfP2yM/kO27d0x4qeRXdt3+X7ACCXpb5M6k4Rfvkzf/8eBP40Ym8U5y/rtG85edEmbOm25kmUG9xqYOlXqXQd2bfh380W3S84ZnVo3btWl3Ve6ZFPel79WLnG57OJ5+2aenHkK5y8kT1q6WCkF8SAUBgAAgCmhMiKxKpWraGNtfeb8GYlm1BUSGRl55vw5GXC9fF43medtT5/7Pg1rNVCTiPXbNoz+ZZwMOGd0zp091xnXMxJqrN6yds6UWTmz5ZDxKRTNrB77P/l2ZF9pEsvwoyePZP4PHz/sMrCb1907Dg4p8+bMc/T0sd2H9uTJkVt/kbbs3jZy4g+WFpbZs2TL4Oh4+OSRQycOb965ZcWcpalSplaSS8KLUaNS9RRmZqs3rcmbK2+jOg3z5cqrvN6i/lw6b9fB3ZqX/+TxwJ79JYxIzNNJq7jv9/39AwJkzeTPlff6TXfPDTdPnD25bsGq/LnzDejZf8GyhTLZN1/3sre1UxInvndBBibP+nn5un9kQF6dY9p0Ow/ulhZ+03qNfxs3TUlGCa/k5g2b/zp3+o69O0cN+l6m0T1q6+5tctuiQVPlnd6mxL/8E+dOSdJhbm5eOH/Bqzeuy6fg7n2f2lVqTZg+KbNT5myZs7q5X506e5p8KDq27iDTR0RGdB/6jcctD8d0jgXyFrx7/+6V625rt64fP3ysRHUK4kIoDAAAAFNCZURiSTuqSvkq+48euO5xXU6zyxhpPr0IfG5hYeFy6bw0rtRG4Mlzp+W2eiXNqWNpYv08e5qDvcPPoybXq15HxgQGvhj324Qd+3b+9NvEJbMWyZiXimbdSlta5ikJRUqHlIHBQTLmtz+nSxIhJ5PHDR9tbWUdEho6/rcJW3Zt1V+kZWuX29vZ//vPNqcMGeVuwLNno6aOkSVcv2NT9w5dlfcTGhbm5X27YL6Cb50y4cWoXbVWBseM0srNmS17v6591IeoW5QkEYN6DWzTtPWZ82fLliijBhMJkwBo1M9jJIn4um3nEf2GyToPDg2Z9sdvMv85i+d+P/C7gnkLLFn9t0ype67EiO9dOHb6uDTFJQyaNubnwgUKyxjfh34jJozcvvdfeV2N6zRS3tuFKxdLFCn+1rwv4ZWcLk1a2cB2Hdxz4OjBBrXqqw/xe/RQlj9/nvzq5voOb1PiX74kEW2afTHi26GpU6W+7uneqe/X8tiz58/98fPvdarVlgnOXjj3Vf+uq7esUcOIg8cPSxKhK9mQ7eHg8UODRg+duXCWbA+6uiHoIxQGAACAKeFqGklQuWwluT3teka9e/q8ZqBpvSZh4WGXrr66fMOJcyfltmblmnK7cMVfQcFBfb7upSYRQk7mT/lxUrYs2U66nNLNRzVp5PjSxUvny52vVNGST/yfyvln5wxOY4dpkgj5r62NzbjhY1KlTKX/kNveXvLWqBOINKlTD+sz5KcRY9XlfE821tYTZkxZv23DW6d858WoV6Put12+yeCYvkndRmZmidoUz148d+vO7WKFivwwcKSa/tjZ2I7oOyy9Y3r3mzeU96b/LsjdP5bOk1t5F9SmuKKpcHH6aYSm1GX+8kXKh3Dg2MFRP4+Njo5OeLK3ruQWDZvL7Y79O3UP2bxrizTypW2fyDnElviX75g23ZghP0oSIcOSB9WsXF0GWjVpqSYRolzJspKY3Lnrrb5Snwc+inYbU/8rCybpxsSR48cNGxMZFaUgLoTCAAAAMCWJagFyEKxS6x3OXnRR7549f1bygmb1m8jwuYuuciupxCmXU9KalXaX3PW4fVNuG9ZuoD8TaQ3WqappoUmjWjdSUoYiBYro7sqcZZ1Xq1hN11pTtK3uutXq6M+qZuUagUGBrbu3nfv3Aok2IiIjcufI1b5FO2kNKh/C4F4DRv8ybv7yhQlP9s6LUbZEGSWJXLTruU61OvoBmb2t3bEth9RKk/cR410Ql69dlvcrxnLKq8uZLYe7p7u83cp76/5lt71H9g8cPSQ0LKG5vXUl16hUPUP6DIdPHHn+4pk6ZvPOLebm5k3qNk7kHGJL/MsvWbSkLuYQ6dOll9s82d/4VVG6tI7ykEDtj3GqlKsst/OWLRg8Ztjq5AkJAAAQAElEQVTmXVt9/XzlbstGLRrVbqi/zUMfoTAAAABMCX1GJEG2zNnknPmZ8+ciIyOjoqNcLrlKOlCySAlp8smwookkXEJCQ6uWr6JOf9PrpvzLOYNzjPlkds4kt973vHVjMmgbbzoPHmraZhkcHeN8oM6IvkNv3Lzh6XVz1sLfFW3ZRf3qdXt06haja4l3Vr5Uua/bdp4xf9Z1D/exQ0enTZMmzsneeTHSaiObJHni/0RuM6bPoHwEMd6Fu/fvyhsdqUQWrl48zulved1SfwHxPtKkTj3xu7GDxw7v2PeraaOn5H3dWUMMb13JZmZmLRs2X7jirx37dn3Zqr3rJdfb3l4NatV3TJsukXOIIUkvP02qN/ooSZFCk3KmTv3GSDOz/3YjBfLkH/7tkN/mzth1cLf685yiBYu0bfbFF034jUa8CIUBAABgSugzImmqlq+8ZPXfl65dlnO8kjuUKVHG3s6+ZJGS5y64REdHnzh7SqapVkFTQCErLSoqKoHye8kp/hu2MNf/V4pXtzEzIDu7N3pkzOSUaeOSdTsP7D5/5YLPvbtXb1zb+O+mHfv+nTp6spxhVmK5eedWk07NlaTbeWDXpauX967dGeePKZK6GDoW5ubK20RJc1iPtaXmtPkH2R6joiJjjInxLqgvNqVDqmIFCytJUbNVHd9HfkoSXXW/2qpb201L1+fNmSf2fxOzkls2aqENI/6VMGLb3h0yplm9pkmag74kvfx3SBB6dupRp1qdHXt33L7rdfvuHTf3q1euu+3Yt3PuL3PkM6UgFkJhAAAAmBIqI5KmWsWqEkacOX82UttILluitHrrcsnl8jW342dPZEifoVghTam/rLRc2XNK+8r3kW/WTFn1Z3Lf94HyupQ9TukdNWf+Yzdo1Wp2fVaWVi0aNJM/RRt//L5o9ty/F0yeNTXO5qWcA79+7IqSFPOXL5wxf1bnNh0H9xqYQLcOSVqM+JhpT6erfUnqBDwP0L+bNbNmTT568ijGY3cd2BUV/bJm5eqx27Fm2sgjdqCmXjUjAVmcs1homC2embQfgBzatD9J08vm1GVg97Ilykz+YUL2LNnjm+ytK1ne3/KlysncvO/d3X1wj2PadDUqV0vSHPS988tPPPmA6K6JK8v8zfA+svBbdm1TO7lEDITCAAAAMCX0GZE05UqWlebuaZczrpfPO2XIqBbVqz+q37Fvx3WP67Wr1NRNrGYQO/fv0p9DWHjYweMHZaB8ybIJPIvcHjtzPCgkWDcyIjLiwPFDuru3vb2adGre74eBujESfwzqNTBN6tSPnzwODApU3ttFt8u/L5ozdujo0YN/dLB3iHOaxCxGihSJ2n6stZ0FqEmNzmnXs/p3s2bOomiuxXBQf6SsmYkzpoydNt7cXBOuxagosbbSXGPV9+GDKL2eEa97usviKW9Tr3pd/4CAGF2NPnryuEqz6q17tAsJDVXem6yiH6eMaVavyeKZC+NLIhL/XjfXBg2L/vlLohYZ1l3m893epo/38n+Z82uV5jX0r4mbPUu2jq2/VDR9W95TEBdCYQAAAJgSrqaRNNK6q1qhyrmLLpeuXi5fspw6snTxUrKK1mxZp2h+o/Hfuej2Ldsq2usO7Dm0Vx0TFBw0Zuq4Oz7ekl/orlAQm8QctavW8nv08IfJo9SGokQYE/432ee+j26anNlyKNprMRzUSyj2Htkf8OyZnNOOLztIkkkzJ03+YWLCp6kTsxg21jZye8/3QcLXjMiVPZeivZzkoROHZUAmPnLy6Ny/5+lPU6F0hdw5cklK8r95M3ThgqzhJ/5PG9dppPZ9aGtjExIS/PDxQ/W/sgyZnTLL8sxdtkBiCxnjcctj9NSxSiJ0bd9Fbqf8/ou8F+qY4NCQH38eLU9XrGAReSLlvc39e0GF0uV+GfOzLjiILfHvdaPaDWSpNv27RYab12+apDnEfps+3ssvmK/gk6dP5iz+Uxe3BQa+UD8mubPnVBAXQmEAAACYEvqMSLIq5SrtPrhHmrWli5dWx9jb2ZcoUuLClQvSGK5c/r8LJVYqU3Fon8HT580cOHqIc0Zn5wxO7jfd5Xxy1sxZJ3w3PuFn+X7Ad+6eN6R5dvTU0YL5Cnnc9oyMCK9ZuYbaUFe0CdGEkeM69+v67cj+ZYqXsbayDI+IkJTE3Nx83LDRynuTZufEkRPeekWMxCxGJqdMsmau3bjWuFOzogWL/DZuWpyzkgZzh1btV29a0+e7fjmyZpdmqpy0lyhE4gndNNIAnvLDpD4j+y5c8ZekP7J4wSHBV667yeod/u0Q3XwkiWjRtXX6dBm2/r1RlnB43yFDx42Y89cfK9avSJ82vafXzVLFSjWoVV/ex4RfXYkixVo1arlp5+bW3dsUyJNfxnjd9b7vd79Q/kLf9RuufAj1qtcpUaR4wnlf4t9r2RQllNmwY1P+PPn1O9d8t7fp4718CUp27t8lG3OTjs0kXVK0F5fxfeRXvlS55g2bKYgLoTAAAABMCZURSVa9YnV1QO0wQn+4QpkKdja2+hN/07nnoukLJLZ4+TJaAoUiBYqM7D9i85L1agMsAdmzZNvw19r+3b7NkS3nTa+bFUuX/2uGnEIvrz+NtCo3/rW2Ya0GT/wfX3C7FBkR0blNx02L11evVE15b/JCEnmJ0LcuhrSQRw8Z5eCQ0uvuHd059jiNHzZm0vcTqpav/OzFs3w580oiM3bo6BibX8miJdYvWlOrSs3UqVJfvnY5JCTky1bt18xfmfr1BR1G9B0ucY9/QIDfIz//Z5ouJ6R9vnzOUllCCwtLGxubbh26Lpo+P2Xiikd+HjVp3LAxmZ0z3bjtKa/OMV3aQb0Grpiz9EN1sigvJzGfr8S/1+pPh9o3b5vUOcT5Nn2kly8veebE6SP6DXPKmPGa53VPr1tFCxUdM2SUvC9WllYK4kIoDAAAAFOSIvYB7kutqKioyEhpsES8ePEiICAgW7Zs9vaG0sW9LF60lixheHj4rmunph3+R8YXyZxnZocPc74aMFKd+na57nn98Kb9H+SnOp+D/iunuvvekYF+pVtUz1XC2tpaEisrKytLLTOtTx7IhoaG+vv7y97Y3Nzc1tZWXUKh6WLUMJYQAABANWTIkGLFinXv3l0BEkRlBGAiJJ77e+1yl0suTes1JokwPVRGAAAAwJTQZwRgCjr07nTB7aKiuXqIdafWHRWYHEJhAAAAmBIqIwBTULhAIUsLy+qVqv01Y0H+PPkUmBxCYQAAAJgSKiMAUzB26Gj5U2C6CIUBAABgShIVRnAQDACfFqEwAAAATAmVEQBgBAiFAQAAYEqojAAAI0AoDAAA/s/efcA1cf5xHD/ZKE5EUETce+9ZqROtC+vWqq11VG1rh6217t1qnW1ttX+31rr33nvviRMRRRRUFJDp/5ecppFlqAjk/LxfeK/L5bIul3jPN7/nOUBLqIwAADNAKAwAAAAtoTICAMwAoTAAAAC0hMoIADADhMIAAADQEiojAMAMEAoDAABAS6iMAAAzQCgMAAAALaEyAgDMAKEwAAAAtITKCAAwA4TCAAAA0BIqIwDADBAKAwAAQEuojAAAM0AoDAAAAC2xMGUlDoKRwu4HPihas2TLbm0UAHqEwgAAANASKiMAwAwQCgMAAEBLGDMCAMwAoTAAAAC0hMoIADADhMIAAADQEiojYDb87/nPXTr/xNkTt/x8Sxcv7VGtdptmrSwtLeWqx8GP32tRx9bWdv/a3dZW1oabREZFVm9SOzo6au/qnRnSZ5Aloc/CFixbeOj44QveFwq4F6xavlKXth9lypjZcBOvT1o/fBi07H9Lfpk+ac+hPWVKlBnwef88rnkiIiNWb1ojN7x05fKde3dccrjky5Pvqx5fFMpfyHDbZ+HhC1cs2rp7+9UbV0sVLflBvUZ1atWp3qRWvffq/DpmqikvBEgIoTAAAAC0hMoImIdVm9YMnzAi7NmzbFmyuru6Hz99YveBPYtXL/lrwh9O2Z0yZ8r8fg2PTTs37zqwp/57dQ23kotPngY3a9hUTSLOXz7f54cv/QP87e3sihQocuvOreNnji9es3TS8AmVy1VSb6JGb18N+eboqWMyc/jEESfHHP4B93r07+V97YosKeCeP5dzrms+12/cunns9PHl//vHLZebLI+Kiuo3+OtdB3ZbWVmVKFLsqs+1QT8NbXriSJJeiAIkgFAYAAAAWsLZNJCipA0v6YCSRIEPg0ZOHC0zk0f8sn/tnsV/Lty3ZnfbFm0uX708fd6f6jqN6zWS6dZdW41vuHnnZpk2qddYvTh6yk+SRPTu2vPAun1yJ3tX7Rz27ZDHwY/HTP0pJiZGXUeiN//79y5f8544fPyuFdvHDxknycWMBTMliahesequ5dvWL1wjfwfX7atVtWbwk+B1WzeqN/xn9VJJIkoWLbH1n43//Pm33PmI74au27YhqS8EiBehMAAAALTEpDCCg2Aklzt373T98tOgRw+TdKs5/8wNCQ3p3qm7Z52GajRmZ2s7uN/A3LlySwQQ8CBAlrxfo3ZGh0zb9+0Me/ZMvdWz8PAd+3Y5Zs1Wo3J1ubjn4N4TZ05IoPDFp59LvqCu065Fm8Z1PC9dubRl1xbjR+zdtVfjuo1ccjjXqfm+XMzjmqeBR/1h/Ye6OLuoK2TNkqVxXU+ZeRB0X12yYPlCS0vLMT+MyumcU13SpllrCRqS+kKAeBEKAwAAQEuojECKqlW1pkMGh86ff+zn72f6rS5euSTTyuUqGi+0srKqWqFKdHT0pSuX5aK1lfUH9RtJU3/vob3qClv3bAsNC21S/wN1OIaLV/V3Ur5yrDuvXqmaTM97XzReWLnsK4/VtW3nqaMm5XF1Uy8+ffpk76F9x8+clPmIiEiZ+t7xvXHrZn73/IULFDK+YYPa9ZL6QoB4EQoDAABASxgzAilt2LdDOvXt0qZ7+xHfDatbq44pN7l1+5ZMO/XpEu+1N2/7vKfUkpkP6jZavPKfrbu3NfCor7zso9GobiPjO5k8Y6r8xfMQfr7GF7NlyRZnhVvb9u4ICAg4de7UqQtnDMufP9f177jjf1emznEGfXBxcvkPLwSIi1AYAAAAWsLZNPCmvhsxYM2WdUrS9fnhi9E/jPzwA6/XrmlhoSvhqVq+ioVFPLtiRgcHdaZimQq5c+XesX9X2LNnERHhuw7sye+er2yJ0uq16fR3UrxI8SwZM8W9k5w5chpfjHVui407Nn09tL+kcrY2tmVLlmnV9MPC+QvZ29kN/mmYuoK1te4UHq8N7Ux8IUBchMIAAADQEioj8KZ+HjJO/kxfP+jRw1bd2sY8jxn746hqFaqachOJGG76+gz4vH/RQkUTWU1Ss2YNPvh9zp97D+8LfhIcFRXVtEFTw7VuuXLL1Muz+UetOypJIffz07Tx8in4fdw0dQgJ1aqNq43uXNeD49792IM+3A24+x9eCBAXoTAAAAC0hDEjkNKG/Dw0XNB3HwAAEABJREFUS5YsS2YsMjGJEO9X95Dp9v27Yi1v16uTZ/sPTp8/a1jyQf0PFN1YlXu27NadVuODeo0MV9WpobuTnft3xrqTn3/7xaNlvb9X/qMk4OZtH//791xdXI2TCCGRh0yjo3XdNJwcs5cuXvLGrRvXfK4br7N9747/9kKAWAiFAQAAoCWcTQMpateB3QEPAmZPmpkjew7Tb9XyA6/sjtlnzp956txpdYnsk5NnTD117pSlhWWpYiUMaxZwz1+2eOnt+3YcPn6kQukKhiEnRaH8hSRNOHDs0JzFcw0Ldx/YM2/p/MCgwBqVqyX06C5OzjJ9+Pjh/cAHhoUSXqzfpjupZ9izMHVJ59ado6Ojfxw96O69F9UQy9ev/Gf1Uv1suqS+ECAWQmEAAABoCWNGIEXlzuk6a+JMB4eMSbqVvZ3dl5/2HfLz8I59OlcpV0mWBD56ePnqZYcMDpNG/KIOxGDgWddz3LSfZUY99aaxz7r0OnH2xLhfx2/cuSmDfYaIyMhjp4/L8nGDxuRxzZPQo+tO/9G607ylCzr0/qi5Z7PHwY+Onjp+6colST1OXTgjIcWLx32/wc79OyWhqN+2UYkixe7euyexS8G8Ba7evJbezv4/vBDAGKEwAAAAtITKCKSogvkKJjWJULVu2mr+r3Mqlqngc9v3xNmT0VFRbZq1WjVnWaxTaYom9T+Q+MzKyqpJ/caxripVrMTKWcvq164X/OTJyXOn/APu1XuvzqLf57XwbJb4ow/4/LshXw/KmjnzzPl/zV+60MbaaszAkQt+n+eYNduZC2eePA1W9Gfo/GXY+MFf/Vi1QpVrN2+kt7fv2raL3FCuypgx4394IYAxQmEAAABoCZURSIucHLNf2ncu1kJpwM+dOuu1t82ezfHi3gQHX8jpnHPa6MmJ3HzlrKVxF1pYWHRo2U7+Yi3fv3aPYd772pVczi4dP2wvf4aFklzItGDegsa3MvGFAMYIhQEAAKAlVEYAyWP0lLEVPaudOHvSsCTwYdDcJfNtbWxrV6+lAG+GUBgAAABaQmUEkDyaezY9fOJIl88/KVuyjLWVlSR4570vhISGjBowPJdzLgV4M4TCAAAA0BKTwggOgoHXatnYK4djjpUbV12+6u3n7+fq4trQo0EHr7bFChdTgDdGKAwAAAAtoTICSDY1q9SQPwV4CwiFAQAAoCVURgCAGSAUBgAAgJZQGQEAZoBQGAAAAFpCZQQAmAFCYQAAAGgJlREAYAYIhQEAAKAlVEYAgBkgFAYAAICWUBkBAGaAUBgAAABaQmUEAJgBQmEAAABoCZURAGAGCIUBAACgJVRGAIAZIBQGAACAllAZAQBmgFAYAAAAWkJlBACYAUJhAAAAaAmVEQBgBgiFAQAAoCVURgCAGSAUBgAAgJZQGQEAZoBQGAAAAFpCZQQAmAFCYQAAAGgJlREAYAYIhQEAAKAlVEYAgBkgFAYAAICWUBkBAGaAUBgAAABaQmUEAJgBQmEAAABoCZURAGAGCIUBAACgJVRGAIAZIBQGAACAlph9ZYQ8N0NWEhrx7PRtbwUATCbfG+qM+kVn+LpLa997hMIAAADQEnOtjDBuJxjmbzzw+3bJJAUAki6dnpLA10uqozICAAAAWqKFygiO0QG8OUldLfTS5rcKlREAAADQEvMeM0JtMNhb2+TIkPW5nlyMiYmR5eqUw3eooqOjLS0tFcCIceIgGYS9tW26VylpCakrAAAAtMSMKyPU1oI0IWrmK1Mld/GIiIjIyEh1Gq2n8Fsi9EJDQ/39/XPmzGlvb68AL6nfbJZ61npWVlYynzbzCL7NAAAAoCVmXxmh5hHSfpBWhFocIUskiYiJiTHUSuAd9+zZM8kjZD+xsbFRgJdifYGoSYRQO2soaQyVEQAAANASc62MMPxuqTYkDLmDukTmCSNg8PTpU8kjZD+xs7NTgJdifY1IGGFtba3OqwvTVHEE32YAAADQEjOujIgVRigvkwi5aJxEcAQP2SVCQkJkamtrqwB6hhNnqN8bQsIIwzQNDmNJZQQAAAC0xCwrIwwjUxoaEtJ+MJ5XwwiFJAJ6sleEhYVRGYG4DN8bhkjC0FMjrX3v8W0GAAAALTHvyghF3840XJR5Q00EYQQM1DCCMSMQi3FxRKxIwrgyIo2kElRGAAAAQEvMeMwIdaxKRd/UVC8aRotQ1yGJgEp2jIiICPm5mzACccXqr5E2T6Wh8IUGAAAAbTHvs2koRg0JQzWE8TD4HL5D0e8eEkbI1MrKpB0e7wjjuME4kjC+Ku1EElRGAAAAQEvMtTJCeXXkCMMSdYYMAsbUs73K1NLSUgHiiJtKxJ1PdXytAQAAQEvMuzLCOH1Is00IpDpDpx7jqhkgIWk2flUAAAAArTDjyghjHKYjEbJ7xMTEpMFRAADTURkBAAAALTH7MSMA4F1AlAYAAAAt0UhlBABoG6EwAAAAtITKCAAwA4TCAAAA0BI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pDAQAA0BA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ERQUNDIkSPDw8MTWmHq1KnxLre1tR08eHC2bNkUIA0jFAYAAICWWJiyEgfBSPskTfD09FSSrmnTpiQRSPsIhQEAAKAlJoURHATDLNStW9fZ2TlJN3F3d/fw8FCANI9QGAAAAFpCZQS0w8rKqn379km6Sbt27SwsTPoUAKmLUBgAAABaQmUENKVw4cIVKlQwceWqVau6u7srgDkgFAYAAICWUBkBrfHy8rK1tX3tag4ODi1btlQAM0EoDAAAAC2hMgJaky1btqZNm752NcksJI9QADNBKAwAAAAtoTICGuTh4ZH4SJbu7u7VqlVTAPNBKAwAAAAtoTICGmRhYZHISJayP7dr104BzAqhMAAAALSEyghoU+HChatWrRrvVR4eHoxbCbNDKAwAAAAtoTICmtWyZcu4I1lmzZrVlBElgLSGUBgAAABaQmUENMvBwSFu7uDl5WVnZ6cA5oZQGAAAAFpCZQS0LFaPjMKFC1esWFEBzBChMAAAALSEyghomYWFRbt27aysrGRepoxbCfNFKAwAAAAtoTICGufu7l6nTh2ZadiwoYuLiwKYJ0JhAAAAaImVKStxEAyz5unpee3aNQkjFMBsEQoDAABAS0wKIzgIhlmzs7P75ptvFMCcEQoDAABAS6iMSBPYwtAS4su3ga0KAAAALaEyIpUZYgjjPIJsAubF+CtC5tUdmO+N5MXXAgAAALSEyojUpG5Yw9T4ovEKQNoUK4MwXqJGEuQRyYiNCQAAAC2hMiLVGKKHJ89Cn4aHynxMTIwhklBIImAOjNMHB9v0Ge3Sp9NTyCOSG18IAAAA0BIqI1KHIYmQAGLO4XXzjmxQADPXtfIHn1ZtZqEnGYQ6JY9ILmxGAAAAaImFKStxEPw2PDeiAOZPkrWoqKhoPeN9mz08WbAZAQAAoCVURqQC444YatcMBTB/kkFIGCH7s5WVlZpgqsURCpIDWxIAAABawpgRqcPwu7GEEdKEUxc2LlXz87rtFMCsTNyyYOuFQ8rLMELRf2Oo1J2cL5BkQWoJAAAALaEyItWoSYQwLLFIp1hZWCqAWbF4mTVIGBEZGanGEOrIEYZ1iCTeHBsQAAAAWsKYEamGMSOgMbInq2NGGPofsW8nIzYmAAAAtMSkMIKD4GRkvDEZMwJaovY5EsZJBLt3ciEUBgAAgJYwZkTqMB7DktYatMHQ88gQRrBvJyM2JgAAALSEMSNSExsWWmKcQbBvJztCYQAAAGgJlRGpxrg4QgE0gRji7WHDAgAAQEuojEhlnGUAWkJZxNvDFwUAAAC0hMoIADADRDwAAADQEiojAMAMEAoDAABAS6iMAAAzQCgMAAAALaEyAgDMAKEwAAAAtITKCAAwA4TCAAAA0BIqIwDADBAKAwAAQEuojAAAM0AoDAAAAC2hMgIAzAChMAAAALSEyggAMAOEwgAAANASKiMAwAwQCgMAAEBLqIwAADNAKAwAAAAtoTICAMwAoTAAAAC0hMoIADADhMIAAADQEiojAMAMEAoDAABAS6iMAAAzQCgMAAAALaEyAgDMAKEwAAAAtITKCAAwA4TCAAAA0BILU1biINjsbNuzo2jNksZ/xWqV8vCq265Xpx/HDl69eW1MTEyS7rB197ZyJ/73/BNZZ+Sk0bLOll1b1YvtenaUi7fv3laS7yHikheyatOasVN/Ut6Mz+1b8ug1m3skss6uA7tlnUHjhigmCwkNkZs0bNdYeQu8Pmktdx706KF68dylc3KxSafmCrSIUBgAAABaQmXEu0ISJf/79+Tv1LlTy9evPH/p/MAvByjm7/zliwNGDaz3Xh0F0DRCYQAAAGgJY0ZoWZXyledOnWW8JDo6etGKxaOnjJ23dEGjup7lSpZV3ppBX/0QEhqaPZuTohVlipeR7ZndMbsCpDhCYQAAAGiJSd00OAjWDEtLy49ad6xWoarM7z6wR3mbShYtKWmIna2tohVZs2SRV1TAPb8CpDhCYQAAAGgJY0a8i4oXKS7TR08eqxebdfEyHnpANWbKOFm4YftG44XRz6NnLZ7T/rOPajb36Df4my27tyXyKLHGjIiMipTbdurTpZJn9QZtG3015Nu1W9fH3bWeK8+XrVvR/dteslrH3l2mzJz6OPhxQg8xdPzw1t3bKi/HyBgw+kfDVXIn7Xp0qN6klodX3W+G9d+6Z7vyxmKNGaE+6KIVi6/5XP9h9KCG7RrXb9to2C8jfW7fSuRO7ty7I09JvaFhof89/59+Hd+2Z/tqTWr2/K733yv/iY6OjnXDsxfPfzdiQJ0PG8gDjZ4yVu5HeR3ZOOooGHOXzP+k36dVP6jxyVfd5c6TOmII0gJCYSAfQzMAABAASURBVAAAAGgJY0a8i85ePCtTd9c8ShL1HdjvovfFfHnyZs+WfdPOzfL3da9+PTp9asptR04cvWTNMocMDm6ubhHh4Rt3bJK/3Qd2Txj6s/Fq/YZ8ffr82WxZsrrmzHX8zHH5O33+zKzJf8V7n7WrvZfOwmLxyn8K5ivYqK5noXwF1eXSaF+zZZ3MFMxbwMraesP2Teu3baxT8/1JIybY2iRzpcZN35u/z/3jyZMnxQoV9bt3R57Mui3rF/0+v3CBQnFXfvjoUfeve/nfv/d93/4dWrZTF67atGb4hBFhz57Jq3Z3dT9++sTuA3sWr17y14Q/nLK/6ORy+MSRXt/1lnVyZM+R3TGbBBnrt26wsLQ05RmOm/rznCXzcufK7erieuTk0QNHD56/fH7UgBEKzAqhMAAAALSEyoh3S0hoyG9z/pAWqZWVlUf12koS3b1356+JMzYuWrdq9rIFv811zJpt4h+Tz1w499obBj4MWrFhVdkSZQ5v2L9y1tL1C9esW7DaPXeedVs3xLq5r9/t38dN27dmtzzE3KmzrK2sDxw75H3tSrx3K/nCh41bykxetzx9uvZqULuezG/YvlGSCIkh1sxdKY8i97Pp7/UlihTfsW/nzIWzlOQ2b+mCOjU89q/ZtfjPhXtX7Wzbos3TkKczF8STnoSEhfb6/rNrPtf7ftL743Zd1IWyZSSmkZnJI37Zv3aP3Im8drmTy1cvT5/3p7pOeET4oJ+GShIx9JvBe1btWDJj8dYlG3M653wQ+OC1T0/WWbt1nbxZ25ZsWv6/JWvnrXJwyLhs3YqrN68pMCuEwgAAANASxozQMvk5PdYJPis0qDLtr1/lqi8+7ZsvT14liXp3/axm5erqfMUyFT7r0ktmFq38+7U39Lt7Jyoqytra2sLixS4nYcHQbweP/XGUs1MO4zW7dfxEIgZ1tSrlK9etpTtNxqVrlxWT/Trrd5nKL/+G2gRJPX4aNEZ2478W/CUNeyVZZXfM/v3n30kLX73YrX1XmV7wvvjiav1nRx5aXv6XP/Y7ff7spx0/kTDCcPM5/8yVhKh7p+6edRqqHzQ7W9vB/QbmzpX7n9VLAx4EyJJd+3f7+vl6vt+gvVdb9Va5nHMN+Pw7xTQSfMibpc7Lm97gvXqvPEOYCUJhAAAAaAmVEe+QrFmyFMpf6P0aHoumzzexb0Us0h42vli31vsyPXvh7GtvWLRQYZccLkdPHWvXq8PC5X9funJJFlavWM2rUYtYYUTlspWNLxbMr+t58eTJE8U0EZER131uSPpQtmSZV+4nX8GSRYs/Cw+/leiADv9BiSLFM9inN1zMkd1ZpvJALy7rPzsxMTE/jP5x35ED5UuX//azr41vflG/KSqXq2i80MrKqmqFKtHR0Zeu6FKYY2eOy9SjhofxOpXKVsydM7diggovkwiVk/5sIBHhyRzK4G0jFAYAAICWMGaElsU9teebsLayzp7tlbNaOjk6WVpa+vi9vnlvY20z+ocR3wzrf/r8WfmTJdKQblK/cde2XbJkzmy8pmO2rK8+qG4XjY6JVkxz5bquQ4erS664V+VycT178fwtP19JZJTkIxvB+KKVfhyH6Ogo44XyoPKX0SHTiTMnTp07bRyUqOFIpz5d4r3zm7d93lNq3b13V3kZIhhzy5XbMD5oInJkj+8ZmrxJkUYQCgMAAEBLTAojOAh+B0W92pxWdKcFtTB0sjCQ3/xjtXUTUqNS9Y0L16/atPrK9as+t29d8D7/x7wZqzatmTlhunE6YGFatU6CTzsqRv+sEtxjrSxN2udNZ2mR6BN+GeR1bt1JsqE+P3wx+OdhK2cttbJ68TTUTVq1fBULi3giv4wODuq9KPFlgunTp1dMeYbpTBrnEmkcoTAAAAC0hMoISHtY11iNFTnFPaHms/DwJ0+D5ed9wxL/+/5yK/fc7oppsmbJYhi4MSQ05Jth3+06sHv63BkTh49XkkleN90pQu4G3I171R1/P0U3xIOjkpL0WzWXc64fvvhePkfv1/DYuX/XX4tm9ercQ70+d67cN319Bnzev2ihogndR3Z9TYR/gH+s5Xfu3VXwziAUBgAAgJYwZgQUO2sbRT/GpGFJZFTksdPH46554Ogh44ubd22Vac0qNZTXWbd1Q91WDY3PMZEhfYYvP+0rM3fu+ilvIF26V3bOzJkyZ8uS1ef2rVPnThsvv3rj6sUrlzNlzFS0YFElxVlbW6mJ3g9ffGdrY/vnvBk3bt1Ur3q/uodMt+/fFesm7Xp18mz/gdqlpXypcjLdunu78QrXfW54X/NW8M4gFAYAAICWcDYNKO7602rMWDAj+ImuGuJBUOCQn4bfux8Qd83x0ycaWtH7Du//c97M9Pbp2zZr/dqHKFOi1J17d+YtW3jLz1ddIgnX6k1rDY/+n9nZ2snUz/9uTEyMuqRDy/YyHTRuyKWrL87Bccvv1g9jfoyKiurYsp2lZWr2WcjjmufTDh+HPXs2+Keh6pKWH3hld8w+c/5MQ3oiW2byjKmnzp2ytLAsVayELKlTw8PZKcfO/bumz52hJoP+Afd+HDckOppxH94hhMIAAADQEsaMgNK9U7c9h/Zs27Nj94G9hQsUuuB9MVvWbB+36zp78Rzj1eQn/fzu+Zp81LxYoaIhoSFqKvF93/6ZM2V+7UO45XL7ple/CdMnNe/iVa5kWVny4GGg97UrObLn+Lxbb+UN5HTOaWdre9H7YuOOTUsWLTFh6M+9Ove4eOXS9r07WnT9sGDeAlbW1pevXpZ9uHrFqj0790z83h4EPihas2Tc5S0aNR/342glOfTo3H3N1vXHTh9fsmZpm2at7e3svvy075Cfh3fs07lKuUqyQuCjh/KEHTI4TBrxizqihMwP+XrQN8P6T5k5df7S+ZJonL98wTmHs7zec5fOK3g3EAoDAABAS6iMgCIt9hX/W/pR6455XN0ePnrUtP4Hc6fOKlygYKzVLCzS/TZ2ao9O3aRhfz8osHTxkpNHTDCMAfFan3bsNnnEL2VLlL1+6+bZSxeyZ3Xs07XXytnLTDw/ZUIypM8w6KsfHRwy3vT1Uas5rKysfh0z5dvPvipepHjgo8CA+/c8qtf+Zdj4/02aKbGFktok0/m+T3+ZGf/7pPuBD2SmddNW83+dU7FMBZ/bvifOnoyOimrTrNWqOcskGDLcqm6tOsv+t0SWZ8jg4B/g37xRswW/znXJ4azgnUEoDAAAAC1JF/cA97ledLS0iaIiIyOfPHny6NEjNze3DBkyKHhj6gaPiYlRt3BERMSfB1ctObNDFjYpXfPLeh0VwKxM2Dxv8/mDMtO8UPV2JevY2tra2UnsY2tjYyPBkKX+LCwKmeabefbs2cOHD+XbWLanvb29bGEbPdnCFnpsXgAAkEZ89dVXpUqV+uSTTxQgUZxNAwDMAJURAAAA0BLG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1IfWQ80I91LCpIbXxQAAADQEiojUo3aYDNuue27dvpagJ8CmJW7wfcVvH1EPAAAANASKiNSU6wN+yjkifwpgHmS/dnCwoLiiLeEUBgAAABaQmVEKqPZBs1Qwwg1j1DYt5MbGxMAAABaQmVESpONKeGOcWutTsEK7pmdo/Si9WL0FGKgV8nWePTokWyxLFmyKOZP3u6nT5/K221vb58+fXrFDKm7sRpAWFpa5s3qYmHEeB28Ob4NAAAAoCVURqQaNYmQNlvB7LkljIjQM0QSah7BljcWGBh4Lzidm5tbxowZFU2Qt/jOnTvBwcH2Efaurq42NjaK+YiVRFjpWeqlM6IgmbAxAQAAoCVURqQmQx6htuXUigm5aEgiCCMMJKDx8/OztbV1cnJSNKRgwYIBAQE3btyQSCJfvnw5cuRQzIchcVAzCNmHra2tZWrcWQPJhW8DAAAAaAmVEanD0IpTkwh1C6sX1bKI5y8p0Lt69ao01ytVqiR5hKItbm5ujo6OJ06cOHPmTM6cOUuXLi3teSXNM+5qpO7Gah6hzhvyCMNqCt4M2xAAAABaQmVEqjG04iRxkMab8jKMUJMIdcwIhSRILzIy8ty5cw4ODnny5FG0yM7Ork6dOqdOnTp//vzdu3ffe++9tF8AYvhaUEMHQwahphLGSQSSBV8FAAAA0BIqI1KBOoal8jJ9UBeqNRFqNqFey2Y3OHPmTHBwsIeHhzTaFe2qXr26pC2bNm1atWpVlSpVKlWqlPYb87HqIwxDSNBNI9mxPQEAAKAlVEakmlg/LMfExKghRazeGUQS4eHhBw8edHR0LFSokKJ1+fLl69Kly9q1a3ft2nX9+vVmzZplzpxZSZOMvxaMux0ZaiLoo5G8+CoAAACAllAZkTpineDTMHQl40TEtWfPnqdPn7Zu3dq8Tjbxn8nL/Oijjw4dOrR+/frp06e3atWqePHiSppnnD6o9T4kEcmLLQkAAAAtoTIilRm2raHvBmGEsbCwsF27duXKlato0aLKu6RGjRr58+efP3/+nDlzqlSp4uXlZW1traRhxtED3xhvA98MAAAA0BIqI1KN2mAzDB4RawlUO3fulDyiSZMmhsE13h2urq7ffvvtihUr9u3bd/Xq1a5du+bOnVtJq+IGEEQSyYvtCQAAAC2hMiKVxdq2hr4bEE+fPpUwIn/+/IULF1beSdbW1m3bti1RosTcuXPHjx/fvHnzunXrKmkVu+5bRUwJAAAALaEyIm2hOWds27Zt4eHhXl5e7/hmKVWq1ODBg2fPnr1ixYqLFy926dIlU6ZMCt4xfDkAAABAS0wqfecgGClPLYsoUqRIvnz5lHde5syZv/zyy+bNm3t7e48aNUoiCQXvGEJhAAAAaIlJYQQHwUh5mzdvjoqKatasmQI9yQQbNmz47bff2traTps2bdmyZdHR0QreGYTCAAAA0BIqI5AWPX78ePfu3cWLF6csIhZ3d/dBgwZVqVJlx44dP/30k7+/v4J3A6EwAAAAtITKCKRFW7ZsiYqKat68uYI4bG1tu3Tp0q1bt/v3748bN27fvn0K3gGEwgAAANASKiOQ5jx+/HjPnj0lS5Z0c3NTkIAKFSoMGjTI1dV10aJFf/75Z1hYmAJNIxQGAACAllAZgTRn48aN0dHRTZsqFGybAAAQAElEQVQ2VZAoR0fHb775xtPT88yZM6NGjbp69aoC7SIUBgAAgJZQGYG05eHDh/v37y9TpgxlEaawsLBo1qzZV199FRMTM2nSpHXr1smMAi0iFAYAAICWUBmBtEUti+AkGklSsGDBwYMHly5desOGDb/88ktgYKACzSEUBgAAgJZQGYE0RC2LKFeuXM6cORUkRfr06Xv27Nm+fXtfX9/hw4fv3LlTgbYQCgMAAEBLqIxAGrJu3TrZ2Zo0aaLgP6lVq9bQoUPd3NyWLl06adKkoKAgBVpBKAwAAAAtoTICaYW0nA8ePFihQgXKIt6Eo6Pjt99+27Jlyxs3bowcOXL//v0KNIFQGAAAAFpCZQTSiu3bt8v0gw8+UPBmJD2sV6/ewIEDnZycFi5cOGXKlODgYAVmjlAYAAAAWkJlBNKEZ8+e7du3r3jx4i4uLgqSg2zJ77//vkmTJlevXh02bNi2bduio6MVmC1CYQAAAGgJlRFIE/bv3x8ZGVmnTh0FycfS0rJx48aDBw92c3NbsWLFyJEjL1++rMA8EQoDAABAS6iMQOqLiYnZvn27o6Nj8eLFFSS3HDlyfPXVVz179oyOjp4yZcpvv/0WEBCgwNwQCgMAAEBLqIxA6jt79uyjR4/q16+v4K0pU6bM0KFDmzRp4u3tPXLkyEWLFsk2V2A+CIUBAACgJVamrMRBMN6qHTt22NraVq1aVcHbZGVl1bhx42rVqi1fvnzfvn0HDx6sUaNGo0aNMmfOrCDNIxQGAACAlpgURnAQjLfH19f3ypUr9evXt7GxUfD2Zc2a9dNPP/Xx8Vm3bt2ePXsOHDhQq1YtT0/PjBkzKkjDCIUBAACgJVRGIJUdPnxYdjAPDw8FKcjd3b1Pnz4SSaxfv37nzp379u2rXbt2gwYNHBwcFKRJhMIAAADQEiojkMpOnTpVuHBh+bleQYqTSKJ37963bt2SSGLbtm27d++uUKHCe++9lzdvXgVpDKEwAAAAtITKCKSmO3fuBAUF1a1bV0HqyZMnz2effebv779r167Dhw8fOnRIltSqVatSpUr0nUk7CIUBAACgJVRGIDWdOXNGpqVLl1aQ2lxcXNq1a9eiRYuDBw/u3r174cKFy5YtK1eunEQSRYoUsbAw6cw7eHsIhQEAAKAlVEYgNZ09ezZnzpyOjo4K0gY7O7v39S5evGgolMiYMWNFvXz58ilIJYTCAAAA0BIqI5Bqnj59euPGjQYNGihIe4rpPX78+LjeTj0nJ6dKlSpVrlw5R44cClIWoTAAAAC0hMoIpJrTp0/LtGTJkgrSqsyZM9fRe/jw4ZEjR06cOLFBz9nZWU0rChcubGtrq+DtIxQGAACAllAZgVRz5swZOzu7AgUKKEjzsmbN2lAvMDDw/PnzFy5cOHDgwK5du+SqQoUKFdHjrXyrCIUBAACgJVRGINVcunSpaNGi7F3mxdHR8T296Ojoa9eunddbp2dpaenq6ur+Uq5cuXhzkxGhMAAAALSEygikjocPH0ZGRubOnVuBeZLoobCel5eXvJtXrlzx9fW9efPmoUOH9u7dKytYWVnlzZs3u56Tk5M6dXBwUPCfkOwAAABAS6iMQOq4c+eOTOWHdAXmL2vWrJX11Iu3b9++deuWj4+Pn5/fuXPnnj59aljT1tbW2dk5c+bMWbJkUady20yZMslMhgwZFCSMUBgAAABaQmUEUoc0UxXCCI3KrVe9enX1Ynh4+P379wMDA2X64KWrV6+GhYXFuqGjo6Mhm1CjCnVGFlpbWyvvNkJhAAAAaAmVEUgdd+7csbCwkB/JFWidra2tGk/EWh4VFfXw4cNHjx4FBwfLjExl/vHjx76+vufOnYuIiDBe2d7ePlZCIVOJLdTwQvYlResIhQEAAKAlVEYgdUgYkSdPHgXvMCsrKye9eK8NDQ2VYEKNJ4ynly5dktgiJibGsKakpZJHZNaLFVgIzYxSQSgMAAAALaEyAqlAWpISRlSrVk0BEpBeL2fOnHGvknhU8ojHeoacQgQFBd24ccN4iApFH3kYhxSxAgsbGxvFTBAKAwAAQEuojEAq8Pf3lzwiV65cCpB0Eo+qVQ/xXhsVFRVvScXt27fPnz8fHh5uvLK9vb2hpMI4qlBZWloqaQahMAAAALSEygikAmkcKvrRChUguVlZWTnqxXvts2fPjIspDMNVXLlyRRZGR0cb1pTvPQcHh7jFFGpOkTFjRiVlEQoDAABAS6iMQCpQT6MgP0orQMqys7Nz0Yt7lXzRPX361LiYwjDj4+Pz5MkT45UtLS3j7fehjqlpa2urJDdCYQAAAGgJlRFIBYQRSIPkiy6jnpubW9xro6Oj1WzCcNYPtbbi7t27ly5dinWaUgkjDOcojTtcxX/r/UEoDAAAAC2hMgKpgDACZkcShGx68V4bERGhZhOxBqq4du2aTKOiooxXNu79Ees0pXJVQuEvoTAAAAC0hMoIpIJnz54phBHQEBsbmxx68V779OlTQ6ePWGNqBgcHG6e9au+PuKcptbOzMx7PAgAAADB3VEYgFahhhLSvFOAd4KDn6uoa96qYmBjjfh+G6b1797y9vUNDQ41Xtra2lvsx9P7Ili1bVj2ZkYtWViZ9nwMAAABpAZURSAVhYWGSRFhYWCjAu00+BWqykNAKAQEBkk3cv3/f398/KCgoJCREPj6+vr7nz5+P1fsjQ4YMhn4fklDI1N7eXp1JqGQDAAAASC1URiAVSGsqffr0CoDXUXt/uLm5PXz48MmTJ5aWlhIxSJZnY2MjYYRkE8F6hj4gws/PT5bExMQY34984rK8ZEgr1KkgcQYAAEAKozICb8vatWuvXr0a71XSWIqMjJw0aVK810oDqWvXrgoAI3FDYckXMmXK5OrqamFhEfdbWuIJSf3UTh8SZBimly5dkqnxCBRyW0PXj7jIDQEAAPA2UBmBt6VSpUqbNm1KZOe5cuVKvMt79uypAHhVUkNhteTBxcUl7lXyqXz69OmjOAIDA69duyZXGa9sbW0dbz2FLJEZBqoAAADAf0NlBN4WaQV5eHjs3LkzSbcqXbp0mTJlFACvSsZQWL7SM+q5ubnFvTY6OjpuPYUs8fX1PXv2bHh4uPHKxr0/YsmUKRP/dwAAACAhVEbgLWratOmpU6ekMWPi+vIra5s2bRQAcaRYw97S0tJRL95rnz179ig+/v7+cXt/qNUZseop6P0BAAAAhcoIvFV2dnZeXl6zZs0ycf2GDRtmy5ZNARBHGgmF5UPtohf3KrX3h6GSwuDBgwdXr15NqPdHLGpsQe8PAAAAzaMyAm9XxYoV9+3b5+3t/do1nZ2dJYxQAMQn7YfCht4f8V6r9v6IRWILHx+fM2fOxO39EauSgt4fAAAAGkNlBN66du3ajRkzJioqKvHV2rdvz8+hQELMPRROvPdHWFhYrHoK1d27d4ODg+P2/oi3nkKm9P4AAAAwF1RG4K1zcXGpU6fOli1bElmnQoUKhQsXVgAkQNuhsL1eQr0/njx5YqikMAyrGW/vDxsbm3jrKVTEnQAAAGkHlRFICZ6enkePHk1oJEtbW1svLy8FQMLe2VBY/gPKpJcnT56418bb+0P4+PicPn06IiLCeOUMGTIkdJpSen8AAACkMCojkBLs7OzatGnz559/xntt06ZNGbcSSBxN5Xi9tvdHvKcpvXPnjszExMQY1rSwsJA8IqGSCnt7ewUAAADJisoIpJAyZcoUK1bs4sWLsZY7Ozt7eHgoABJFKPwfqL0/cubMGfcq494fxu7fvx9v74946yno/QEAAPCfURmBlNO6deu4I1m2b99efpNUACSKUDh5Jd77Q76mjCspDG7evCnThHp/xB1Wk94fAAAACaEyAinHxcWlYcOG69evNyypWrUq41YCpiAUTklWVlav7f0R9zSlfn5+wcHBcXt/JHSaUnp/AACAdxmVEUhREkYcOHBAHcnS1ta2ZcuWCgATEAqnHYn3/pA8Iu5pSu/fv3/lypWQkBDjldXeHwmdppTeHwAAQNuojECKksNrw0iWTZs2dXBwUACYgFDYLMh/l5n1Eur9YVxJYRhWM97eH/L1mNBpSjNmzMj/ywAAwNxRGYGUVqZMmdKlS8shOONWAqaj8akBksZm14v32nh7f4h4e38Ycoq4w2rS+wMAAJgFKiOQCtq0aSNhBONWAqYjFNa81/b+iHua0oCAAG9vb1N6fxhYWloqAAAAaQCVEf8dm+U/y6rHBnxzBIXvDt7rd5mh90e81xr3/jB248YNCSzi9v5I6DSl9P4AkJI4DtS253oKNO3NDxuojEiyWJ8rPmZIFeqn0rD78SHVPL5qkJDEe3+EhobGe5pSPz8/WWK8X1laWmbKlClLAqcppfcHgDfEf2TvjnR6CrQu7oc6qe87lRFJo24KwwYh80NqMf6WlxnZD/nS1zbeX/w36fUS7/0RS0BAwOXLlyXFMF7Z1tY2ViUFvT8AmMj4yDnWDDTJwsJCjluMRzuCVhkfoKpNEiUpR61URiSBIYkwUIzyCL5VkQKMAwgD5T99+GFe+IZBsjP0/nB3d497bVRUVNx6CrX3h0wjIyONV1Z7f8R7mlK5iu8l4F1mfJwc67CZ/9q0ShJq+eaPjo5WoGmGZojyaiPF9F9JqYwwleFLU0K+3/9aGBERESvcpSmIt8qwgxk+3p92bpMhQ3o1e1anCrSL9xcpzMrKykkv3mtDQ0PjPU3p7du34/b+UCOPeDuA2NnZKQC0yziDeHb1yPOY6Fg/6cXqdgptyJMuKOtTn9DLBxRojuGI1PD5tcqY3Tpnobi/kppy7EplhEli1UQcOHw87Fm4AqSqjm2a2dnZyg6pnpdEzSOe019DozhQQ5qi9v7IlStX3KsS6v1x7969eHt/xKqkMO4MQu8PQAMMx88B0z9+HsXx8zuhkfy7pARdmqPgHWBbsn7WzpMtXkpSS4TKCFOpX6MxemwQpAXR0dFRUVHqwTrdNDSPdxbmwpTeH3FPU3r9+nUTe3+o6P0BpH3GRcQcPwNaJR9ttUli+Iyb/hMplRFJYMgjDEsa1KmVJXMmBUgp0TExy1dvVOcjIiLUznixxo+gOEKTOIaDNpje+8OYr69vcHBw3N4f8dZT2NvbJ3QaVAApzFAWIUcsusaJojg2+8ahbAMFgPm7v3Rk6MV90jqW3xLkYy7/xavtEdN/IqUyIgnihhF1PWq4u7kqQEoJj4gwhBGSQaq/IqpjRqj7JzGEVvHO4l2QeO+Px3rG9RQJ9f6Qr8RMmTIldO4PTlMKpCRDZbF60cLOwTJTdgWA+UtnbSNT+XRLq0R59ffR5BzA8h0/CDYen9L4yxRIXdF68vOguluqI0eQR2gVoTDecfLNpkYJ8fb+EAEBAWpIERYWps5IVHH//n1vb+9YUYWNjU3cegpV9uy0kYDkYTzgGt2cAQ1TKyMU/S8BKuMuWok3TKiMSIK4lRFAKpKPvdpBy1AWQRKhOgu5cgAAEABJREFUYbyzQOJy6MV7lXxVxnvuDx8fn9OnT0dERBiv7ODgkNC5PzJmzMgnEUgqjp8BbVMrI6Q9Yhw7cjaN5PT8VQqQBhjXPbJbah5vMfCfWVlZZdeL99qwsLB4B6rw8/MLDg42bkHJkZYhp4h3rAoFgBHjw2a1ZcL/ZID2qIPCGJKIJLWXqYxIMrYG0gj1Y09M9o4gFAbeEnu9nDlzxr3KcJrSWGNVBAQEeHt7h4SEGK9sY2OTJWGcphTvLA5UAG2LFUYk6bZURiSN8fgRQOoy7o1pvASaxJsLpDzDaUrjvda494exGzduSGARt/dHvPUU9P7Au4AkAtC2eMsinifXqT35+gDSIH5neKfQVgHSmsR7f4SGhhqf9cO494csef7qaUozZcoUbz2FBBb0/gAApGVxGyOmj2RHZQRgrogh3im83YB5UU9Tmnjvj1gCAgLinqbU1tY27lk/6P0BAEg7/vNPpFRGAIAZIBQGNMPQ+yPe05RGRUXFradQe3/IVD19moHa+yNuPYWEF3IV3xsAgLfNOCtgzAgA0CBCYeAdYWVl5aQX77WhoaHxnqb09u3bcXt/qJFHvB1A7OzsFAAAUhWVEQBgBgiFASgve3/kypUr7lUJ9f64d+9evL0/YlVSGHcGofcHACAFUBkBAGaAUBhA4kzp/RH3NKXXr183sfeHit4fAIDkQmUEAJgBjv4BvAnTe38Y8/X1DQ4Ojtv7I956CpmxtbVVAAAwDZURAGAGCIUBvD2J9/54rGdcT2FK74+4w2rS+wMAYIzKCAAwA4TCAFKFfPmoaULivT9iibf3R8aMGePWU9D7AwDeWVRGAIAZIBQGkAa9tvdHvKcpvXXrVkK9P+I9TSm9PwBAk6iMAAAzQCgMwOyovT9cXV3jXhUTExP33B8SW9y9e/fSpUtxe3/EqqSg9wcAaACVEQBgBgiFAWiJhYWFmibEe21kZGS8A2peu3ZNplFRUcYrZ8yYMd56CpnKVQoAIK2iMgIAzAChMIB3h7W1dSK9P0JCQgyVFMbDapre+0M994eNjY0CAEg9VEYAgBkgFAYAVQY903t/iLt37168eDEsLMx4ZTs7u1iVFIbOIPT+AIAUQGUEAJgBQmEAeK3X9v4wrqQwDK5pYu8P43N/KO8qPz+/eGMgAPgPqIwAADNAKAwAb8ja2jqHXrzXGnp/mHLuj3jrKd6F3h9jx47t0KFD9erVFQB4Y1RGAIAZIBQGgLfqtb0/4p6m9M6dOxcuXEio90fcYTXNvffHihUrIiMj586d6+3t3alTJysrk9oRAJAQKiMAwAwQCgNAakm890dERETcegqJLa5cuSJT494fckTt4OCQ0GlK037vD0lk1JmDBw/evXu3Z8+e2bJlUwDgv6IyIs15/Di4VIXaxkv0VYXZnRyzlShRtFvXTgUL5H3tnWzfuefj7l+2bd1i/NihirZs2Lit1+f9P+nSYdjg/kqKexoS8r9ZC52cHDu0+1ABUhChMACkTTY2Non0/nj69GmsegqVj4/PkydPjI+xrays4oYUajcQmUkLvT8ePHhgmL958+bIkSO7detWsmRJJQ24eOrIjlX/3PA+H3jvrl36DE65XN9r2KJO83YW78ZApM9jYvZuWnX98rmuXw1RNK1/x0Z3b92YvvZAxiypH4QFBdxbMXvahRNHgh89qFirfq9BPylv7MS+7RN/6FOzYfNkube0j8oIMxAZGennd1f+Tp05v2zF2rEjB7Vq2VRBali0eMUvU6YP+uFrBUhZhMIAYI4c9BLq/WHIKYyH1Yy394e9vX1CpymV5RYWFsrbZ6iMUIWGhk6bNq1Ro0bNmjVLmScQr8iI8D/H/HBo+waZt8+QIU/BIoEBd69fOCt/O9Yt+3HynAyZMitad+PSuRljB5atVltBChrfv7vvdW/Z63LmyW9Jr6X/hMqItOv6paNqZ7zo6Gj/e/fvPwhcvGSFNIa/+X5o9uzZPN6rkchty5Up/c/CGU6O2RUAmkAoDAAaIw34rHrxXhsRERH33B8yvXLlSmBgYKyVM2bMmD59+oSiiuQaqCJWGKHauHHj1atXu3fvLg+kpLjo6Kix/T7xPns8R648nT7/vnzNuupyvxtXF/w67uyRfRO+7/Xj1LlW1loeVRSpIizkqSQREnX9tmpvMu5ghUqWGzhlTuZsTsq7gcoIMyD/hbjmcpG/sqVLOOdwmjT1zwE/jty6cXlGhwwJ3SRbtizVqlRSAGgFoTAAvFNsbGyc9eK99unTp7HqKUJDQ2VGcoF4owrjc38YnwpErlJMFqtYw0DykVGjRkkeUbhwYSVlLZ0xWZIIt/yFpf1mXLfvmq/g12N+Hdyj9ZVzJ3etW1bPq4MCJKvwsFCZOubImbxRl+zGxctXVd4ZVEaYmX6f91yxar3Prdvr1m9u37alLBk2cvysuYu2bFiyfuO2RX+vyJc/T5+en8TERBvGjNixa1/XTz9/v3aNuf/71fiujp8849W6S41qlf+e/6e65OjRk/8sX3P85Kmw0LDKlSp4NW8st0rkyajDN4wd+aOE8VN+m2ljbd2qZdMe3T5S9PvMspVrt+/ce+zYqWxZs1atUqFzp7axRrsIDAxatHj5yTPnz569EPbsWa6cLuXKlvqh/xfyX6RhnfDwiHkLl2zctO2y99Xy5co0a9owg336uM/kzt17s+YsPHrs5E3f2+VLl6rzfq0O7VoafgdI6HkG3L//x4y5R4+f9L5yvVDB/CVLFP3Qq2mlCmUTer11PFtevXpDZkaNnSh/P48d2q51C7n47Fm43O2OnXt9ff3y5s1TsXyZzh3bFCyYTwGSD6EwAMBA7f2RO3fueK+NdZpSiSrU5OLmzZtPnjwxXjPegSoMTB+oIjg4eOLEiS1atPD09FRSSkR42NYVi2Sm23cj444gYG1r17Rj9zXz/3wa/Nh4+c41S7avXhxwx9fKxrZo6QpV6zau7NHQcO3RXVumDP6i69dDsru47ly75NLpYw6ZshQvV7ltz28cMmc5uH29RBvXLpzOmt35/aatG7X9WP3fOST4cc8PqlSt08jr474b/5l98dTR0KdPCpcq59W1T97CxW9cOrd24cwLJ4/I9ixb3aP9Z/3tM/w7WKkcM+/ZsOL4vh3eZ09kzCyPVaVh649yuRcwrDDw4xZB9/3/WHdowz+zj+/dfuvqxbyFS1Sq3aC+V4d0+t4xM8cN3L1+hcycOri7U62i1es16T10glw8tGPj7nXLbl33jngWWrBEuRIVqtRv2dHWLn1C23POxBHbVi4aO2e1vMwda5a4uLq36PKZPGG5KjDg7obFs2RrBPj5FixepnyN9+u2aK+Ox/H08aM+zWta29r8uf6wpZW14d6ioyJ7NK4aEx01fe0Bu/S6H1DDn4VuWjLv3LEDN73PywssUaHqB+26xepEExz0YNvqxdcunLl+6VxEeHg2pxwFS5Tt2Od72fiKyaIiI+Rdlpd/0/uivUOG/EVLt/70C7cCRQwrRIY/Wz7r1xP7d9z3v+Ps6lakVIUGrT5yzZuEbT7o0w9vXj4vM7euXpJtLjOzt52aN3WMPG7f4ZNkTzDclTyNX4d+9X6zNt36j1CXXL94VjbmtUvnHgXez1uoWKGS5Rq26uTonEu9Nt4xI0zZaTt/OahExWqr5/1x+czx589jSleu2aTDpy5ueZW0jcoIMyPvRWPPetNnzDl05LgaRqhvztRpM9dt3Coz9x88+PbLz0JCQw03qV2rmmO2bHv3H5b/iSQNNyxfv2GLTJs1ebErDx3x8+x5f8tMXnc3R8ds6zZsWbVmQ4umjaZOGpPIk5Hp/gNH1IcWz8KeyfTJ05Cu3T+XaENWkBZ+SEjonPmLF/y9bNAPX33S5UUyfeDQ0c+++O5h0CNZp3SpYv7+9y9dviJ/Fy5eWrlkrqF/iqyzbftua2vrUiWKnr9weffeA5IaxHoay1euGzhkdFjYs2zZsuZ3z3Pk2Intu/bKw82f/WsOJ6eEnmdkZGTHzr0vX7ma3dGxRLEiN31unzl7YdHiFWNG/NipQ6t4X69EDLt275dwp45HzXJlSpUopov/n4aEtPiwi/fVa7a2NsWLFg4Meigvdv6ipf369vjy8x4KkEwIhQEAJkrkNKUiKChITSjUkgo1p/D19T179mxERITxmupAFYZiisQfVP6fWrlypY+PT5cuXezs7JS378S+ndK+dc1XsGCJMvGuUKNBM/kzXiLNQmkcyoyzq7uVtdWRXZvlr0zV9/qNnmZtY2tY7cyR/dImlANIacH6Xrt877aPtAMr1Kw3b8qoLI5OTi65fa97L/rtZysrmwatOhlu9SjowbBebcNCnspTehYWKo3YK+dO9fhhzK/DvpJrXdzy+V69vGP1P08eP/xy5FT1JrLyuK8/kba3zLvlLxwWGiJtzh1rl3To/V2jtl2Nn/m8yaO2LF+Qzck5u7OrhAIXTx6RNq3aXi1X/f106SwkJXHO7V693gdyP7Jw78aVf475QfICWT9zVsezR/bJn2QWw6YvTnAQDX2bYvmsacf2bJOZq48f2drby4xkJbMmDJMWfnqHjPIQl8+cOHt0/9aViwZOnpMlew6JCcrV8JCbSJ5i3EKWi+FhIdJsVpMISWQmDPjsceB9K2ub3PkL3fPzlVe9ffU//UZNLVauinqT88cPTv7xc9kmMp+nYNGHDwLu3rohfz5XLo78a5mlpUnt1uCHgSP7dpJbyWt3zVvwgb+fvJWnDu4a/sc/+YrqBlt9FhryY7eW8p7KHeYuUOjJwyDdNl/zjyQvH3b7wsRtLlGUf5lKG5fMyZQte91mbWSJhWljRty9dV2eXmREeFanHLnzFbzpfeHKuZM71iweMHF2QruxiTvtnVvXV8z5NezpU7eCRR7435H94cDW9cP/XGycwqRBVEaYn/z53WV62++OelF9c6SZ3f+r3u3aeh04dKxypfI7d+8zrG9paenVvNFfsxdu3LzdcA4IeU/Xb9wq7edGDXWd63bt2S9JhLTzp/wyqmSJYrLkrn/AF98MXLV2Y716tZt90DDeZ6LuGPLQTRs3+L7/F763/dzz6BL63/+cLUlEg/oeo4f/4KwfXPro8VN9v/x+9LjJDep55HbVJX/DRoyXJKJHt4++6NM9UyZdieDVqzfad+55+syF48dPV6lSQZb8s3SVJBGlSxX/64/JLs66WEGepIQmxs8hMDBo8LBxMjN96s+NG9WT/zaePQsfMWbCgkXLpv7616jhPyT0PLfv2CtJRPdPOg0e+I26zrYde3r17f/zpN/atWkR76mzu37ULiIiUsKI6tUqqwUgYtzPUyWJqFe39i/jhqlZz559B7/8etAvU6ZXqlSuelU6yyB5EAoDAJJFNr14rwoLC1PH1FRDCoO7d+/GO2BEXCdOnLh9+3avXr1y5cqlvGWSCMi0cMlyJq5/YOtaadRJi67f6KlqC83f9+aUQV+cPlyuPEUAABAASURBVLRHfk9u9emXhjWl+VrLs0XHvgOkpX3rysWhn7U/f/zQpVPH+o2aVrF2fUV/8o7Rn3feunKhcRhx6dTRvIWL9xn6S848+Z4+fjTqi49uX78y4buezT7q8eEnn1taWYcEP/6qXX35HfvRgwBpxstN5HGlTV62Wm352Tyrk65LjvfZ45MHffn39PEV36vnlPNF5Yvc274tawZNm1+0rO7AUhq0g7q12rd5ddOO3SX4qPhe/WzZnaXxmdMtr6E5vWHxbGtbu18Wbc6Ww1l/Dw+nj/peXunOdUuadOge/wbStykkVmj5Sd86zdpKNFC0TKXgoAezJ+p+0u87bGKVOo3kaCQy/NmcSSN3r1++fPav6q/91es1kVsd2bnJOIw4tF3Xfq5R/8Wg+7MnDZckommnHl5dP7Ox1WUc21YsnDtl9JyJI8bNXauWG8i8JBENW3/04cefp8+YSZb43bw26vOPbl295H32RLGylRUTLP7jF0kiCpeq8MWISbKRn8fEyJb53/ghf479QR5IVlj420+SREhj/rNBPzlk1o3YIpvltxHfrpzzu2zeEhWqmbLN6zZvJ2+ihBFZsmWPFWEkbsuKhZJESBpVyaOBoh9+ddXc6bIbrJzzW//xM+Kub/pOu23lovcat/zoi4Fq3c3McT/KeyR3/vmIyUoaZtLItxwEpynZszvK9NGjV/5L8GxY5/M+3Z2yZ2/exDPugMZNm+hK5jZu3mFYcuDQUYkb6tWprfaJmPrbXzKV7EBNIkROlxxjRwySmd+mz1ISlcMp+8TxI/O4udaoVlmCBonXZ/w1L0vWLBN/Hun88jRXlSqU/bJvj8jIyBl/zVf05wepWqVCi6aNBvT/Qk0iRMGC+Tz0vUICXvZ1nL9omUwnjBumJhHi487t36tZzfjRZ85a8DQkpE/PTz5oXF/dUe3sbEcM+V6ez8LFy+8FBCT0PH18b8tC25fJvdy2ft3aP40eLBshKipaMY2f3915C5c453Ca8stoQ9WJPMP+X/eWmV9//58CJBNCYQDA22Zvb+/i4lK0aNFq1ao1atSoffv2n3322Q8//PDTTz9Nnz7dxDsJCAgYO3bsgQMHlLfsUeB9mWbOZup47Uv/0tUj9Bo0zvBbsYtbXskOZGbtwr+kWWhYU1rCn/QfrnYNyFOoWDn9WSpqNWqhJhFCGsbpHTIG+PlKW9f4IT75ZpgkETIjt5X2vPoQrbt/pfZfyJApczF9y/ae3y1F39zd8M9s+wwZ5DmoSYSQVvSHH/eJiY5et/Av43tu0r6b2ioWOfPkl6hCZq5fPpvQi/W/7ZNOSWdj+6KjjbS6O/b9vuvXQ0pXqqkkqlyN91t+3DeLo1ONBs0kI1j39yxJH5p26l61bmP1SFsyDtk42Zycd61d+vD+PVlSoVZdW/sMx/fvjAh/MaqI3OTkgZ2yGaXNLxdP7t95/cJZef5te36tJhGiXsuOVTwaStxwaKcutoiOiixerkplD88Ofb5XkwjhmrdAmSq1ZObhgwDFBOFhIQe2rrO2sVWTCFkiL+H9Zm1KVKga8Sz8/t3bD/z9dq5ZkjFLNslW1CRCyJNs20NXvSJ5hPIG29wUss/I1OZlA0SeqlfX3h36fu/ZunO865u+08ou16Xfj4YeQBKByfTG5QtK2mZSGMFBcJpiqc8aniuvvClVKlVI5CblypQsUCCv/GIvMbe6ZL2+w4Kh5OHU6XO2tjaVK5U3vlXBAnnz53O/eMk7PDwikTuvUKGMre2/XQqvXLkuWUOZksUzZXQwXu29WroQ4dyFSzK1trYeMfT7qZPGGAoQ/O/d37R5h88tXUAQoX+4wMCg8xcu5c+ft2iRQsb307RJA+OLFy7qQvGqlV95+XK31atVjo6OPn/BO6HnWVv/fH79/a/en3+3fOW6O3d1X6atWjZt2riBxBmKaS5fuSZTyVBiDSb6QSPd/1Xe+muBZEEoDABIRf/884/pK0uckePlL1Jvm4ntlKjIiPt3fB2dcxV6tZIid/5CeQoWlZawtN4NCwuVKGtcAJ8pm+6HwNx5XzkilQZtdHRU6NN/x+CwtUufv3hpw8XMWXUpiTSnjf8Hz6hvAAc/DFJ0P/tfldAhX5FSxkNIiNL65vcN73PGCw2tYlVWfUs7MuFD9LLVa0s0MKBLsxWzf71w4pC8wFzuBep5dZBsRUlUsXKvFCD4XNG1Zku8OqSipaVViQrVZMvf9NZdK1FLtbqNdAHE/t3qCod3bZJ2cvX6TdRxJW5euRj3TkSpyvpXeum8eicffzvsi5GTDd0xggLuHdm5SQ1uoiIiFBNcPX9a3mh5i9UkwuCHyXMm/rPFKWdu32u6poEEHLG2edU6jWV6+8ZV44VJ3eamKFNFl85MGth3zsQRx/ZsDQt5amVt07jtx6UqxxMSJWmnzVe4hERChovZsuvirYiIMCVtY8wI8/M4WPetl+XVnnvZsr5mWJeWzRqPn/T7+o3bOnVoJWHBmnWbM2XKWK+u7vNwy9cvSkfJWzj+ROPqteslihdN6J5jPfSNW7qvjN17D+QpGE/V3NXrNw3zx0+eOXjwiI+v3/GTp9WBIVUxz3UZ820/f0VfzhDrHtReHgY3fXQP16pDNyU+6rXxPk/JOAZ89+W4n6es27hVHUuidKni7dt4tW0dfx+NeF2/ofsKcM3pEmt55syZsmTNEnD/QXDwE0PpB/AmCIUBAKko7kk64pImQ6VKlTw9PV1dXZ/rKW+T/Hov0yePH5qystoKze4ST+eR7C6ut65euufro462oOjrCIxXUIuOM2TOFHehMYdXx2JQV4i1MJ3Rre763pSpJAXqCIix3L11w/hi1ldb1xaWuvuJiUmwmLdT3wG3rly+5+ezYpZuAHsJSuSH/WYf9TQepjFeGV8dKtLfV3esO+rzj+Jd2dAYrtGw2a51y47s2lSljq4cW+2jUbN+M+PVls+aJn+J3Im4cu7kuaMHJIDwPnsy4M6/h/Em7kuPgh7I1FBmEtddX91WjbsbZMiU2T5DhqePH4Y+CTbUZSR1m5uirle7s8f2n9y/c9vKRfIn+0Px8lUkjFBLSGJJ0k6rfhz+fbb65kxMTFo/emTMCPNz/vxlRVe28MrJGiytXnMG6WZNG0kYsXHzdgkjJCmQRnLH9h9aW+tqxiwsdGGTtJlLlyyuJJ2lxSsPbZFO90HN4+aaxy13IrcyjJcp7fYK5UrXrFalXNlSx06cmr9wqbpCunS6vS6dEjsIy5DhlRoE9Yu+etVKcf9LUHTnsnJI6HmK3j26NqznsXrdphvXfa7d8Dl77uKZsxdWr9s8a8ZkhwwJnjbVmC7Ckc+5Es8HRE3wXvu+ACYiFAYApKLEx4yQH3Jq1KjRoEGD7NlN7TTx5vIVKaHomq+nElpBfqufMfbHQqXKvd+kVXS0rg35POG2mYXlv8dsVv/p+M34XBKmSKc/Zs7m5JzDNc9rVzZ+eqaQn9N/mr/24Lb1l88cD7hz+6b3+f1b1hzavqHnoHHV6zVJ5IaxxolU05PCpSqoTfFY0ju8+MmtaJlK8kJOHNgVER4W8Sz89OG9TrncCpZ8cYo6C/0xjPye75Apnl9Ps7vkVGdm/zJ8+ypd68AuffqCxcuWqlS9YMky3mdO7Fy7VDGNtXqWzYSbrtHRUfrrY+K7UvckjQ/dk7rN4xWjf0QD2bzfjJt+/tiBkwd33b110/e69/ljB+WvYeuPPvriRyX2s03CThvvG5T2URlhZiQY2rJ9l8xUq1IxKbdT3PPkrlql4oFDRwMDgzZs2i5LWjR5cdaZ3K655L8Q+ewtmveH8sbc9RlEqZLFp0/7OaF1vK9ckyQia7YsG1b97Zrr37KCg4ePGebV6r67/v6xbnvH767xRYk8rt/wGfLjN8WL/ZehYgvkz/v1F73U+Zs+vl0//fzQ4WMrVq7v3KmNKTfP5677z+OuvouHscePgx8GPZJ8J0P69AqQHAiFAQCp6PHjx/Eut7e3r127dt26dTNlyqSkrDJVatnY2vteu3z94tn8xUrFXeH4vh0Ht6+/euF0/ZYdXXLrBoAPDLgbd7UH/n5KnJ/BU4BLbt1hZL6iJb8a85vyFlhZ29Rq5CV/iv4oYsmfk9YunDFv8qjEw4hYnF3dZPt06TfIvXBi/TuktVijYfO1C2acOrA75Enw85iYWp7NDdeqaYtH41aebbskdA+3r1+RJMI+g8O4uWsM57kUF44fVkymvstxB5iQROaOz/WSFas5u+p3g3ux2xchwY/DQp7a2mcw7umQVBbqD5+vHrDFOrOsqkTF6vKnzp/Yt2PK4C83L51fp1m7WHUraXCnTXaMGWFm/lm2+vr1m845nDwb1FGSqHmThhKwbdm2S/7yuLlWrvzvCBGNGtSRxvPBw0eN17//4EG5ynUbN+8Qpj9hp4nKlCmZK6fzocPHpUFuvHzr9t1lK9f5dsBwmT9y9KRM63rUMk4i5FEOHDyi6FJAXVrp4uyUP39eCQjOnntl5JXN23YaX6xbR9fZbOu23bGeRss2XT3qtzh5+lwCT1MZNXZi+Sr1jh7/N03P6+6mZhCGM5XEFSuYy5NHd9KsXbv3Bz95arx8nf60qTWqmzTqL2AKQmEAQCqKWxmRMWNGLy+vsWPHyjTlkwhFP5Ji/Za6c8b/b8KQ8LCQWNeGPgleMkN3HoE6zdvI/6EOmbPIz/iB9+5cOXfSeDVpA8uv0/JTvPvrBlNIdgWKl87s6HTx1NGQV9urx/Zs7dGo0vRR35t+V8qrBwl3b13/um2D8f17GF2frm2vr/U9ER6p5840UfkauvPuHdu7Ndbywd1b9Wtd9+r504YlNRvq0ocT+3ce3rlJMTqPhlCHfjwa504WTBvbp0WtrcsXKLpzkehaAeWqeRgnERHhYeePH1R09QUmdY5QUw95ix+9mkes//t///t5cOC9uy76FU4f3htrI0hoJdMSFaoob8DaRleX8eCen/HCCycOGealTT2sZ9vezWpERf478ET5mnXUPhr+vjdi3WEa3GmTHWfTMA+y756/cGnC5N9/GDRKLg7+8Rt7+ySfwLmxZz1LS8tJU/8IDn7StImn8dv6qf5ElcNGTvC/d19dEhoW9u33wwKDgsqULp6kx7Kxse7aub3ccPDwnyIiItWFkikMGfFTUNDDGtV0I8G4uOg6NV27diP65TeLzHw/cMQtX92n99mzF9lHu9YtZPrN98PUoRnEwr+XrVy9wfjh2nzY3Cl79t/+nHX85Bl1iWyrnyf+duzEaQtLizKlEux4UrxYkQeBgZOn/hkSGqoukUBhw2ZdzUj+fO4J3crOVjea0e3bL9KKokUK1axe5V7A/X7fDjKEL3v2HZwwSTfidKf2rRQgmRAKAwBSkdo1VeXo6NihQweJITw9Pe3t7ZXU49W1dzYnZx/vi6O+6GLc6rt+4czYrz8JuHMrT6FiDT58cfbN+i07yvSPUQNu6cdTVHSOIzPFAAAQAElEQVRntfD5fWR/+Rm/vlenZKnJTxIraxvP1h9JaDJrwlBD6/TebZ85E0eEPn1SsmJV0+/KxlZ3rH7f3089u4eLm6439+lDe47v3WZY58iuzWEhIVmyO8UauzFx7zdrJU3iNQtmGtrDckCyePovNy6ds7CwLGBUkCK/6uctXPz4vu0XTx6RnMU597+H0275C0t7+/LpYxIKGBae2Ldj87L5Tx4Fla6q+2VRHejB79Y1Q+4gM3+M+iFIf8KO8Gcm/TJqlz5D1bqNIyPCp4/67unLwUQkzpDHcsqZu0jpCm4FixYpU1Ee9NdhXxsyINlQS2bqcqv6Xh2UN5ArT36Zbl3xt4RB+uccuvGfOcf2/PsWSOMrV94CwQ8DJSYzHNfd8bl2+YyuNjyXe/6495mMO62/7035jPi9OkhnqmPMiLQrf9FK8S4fOqi/4SwYSZI1a5b69Wpv0p/g06tZI+OrypUp2frDZkuXr2nUtF2xorqxgm/43PLzu1uieNEfB3ylJFGHti1Xr920as2GM+cu5HLRfbMcP3k6LOxZ29YtvJrrxqqtVaOaPOLJ0+c6de1dtXKFa9dvHjx8TJr05cuWOnHqbGDQi++OT7p02Llr/8HDR99v4FW2dIk7d+/JOk0a1VfHm1RJUPLtV58NGDSqVbtP1K4rcvOLl7wzOmT4fepP8Q4koZJnsnb95u0799Zp4FUgv+4r+9r1G3f9A6pWqdiyRYLVa3nzusl0zvzFEnbIPXT/pNP4ccM6dO65bfvuitXrFy9aWB5djVQ+79O9Vo0k/C8CJI5QGACQ6lxdXSWAqFixYiKHWClJGp+Df10w7utPpW085suu8luxNPYC7/k/1p/1U3KKb8b9bmv3os9sy0/63vS+IC3PgZ94Obu6W1lb+d3UnfhMWqctP+6tpIa6zdrt27zm8M5N1y+dc3TWDZ2gng+iZsPmtTy9TL+f7C65LK2spZ35Vdv6+YuW+mLk5J4Dx4zs22nSwL6SC1jb2EZFRFy9cFqOJbp9O0JJChtb+9bd+82eMGxE7w6FS1eQe5C29B2f67L8qzHT0r26G1Sv32TRb7pu2tXrNY11Px9+3Nf77PG/fx9/YNs6+/QO6vOR5d1/GKN2nShdpZZ74WKSK43+onPx8lX8bl6/eOqIpAYScMi7FvzogWKaLv0G6QZiOH6oT/NabgWL2NjYyeMqurNj/qQ+296Dfx7Rp5PsBr2b1chdoNCTh0Fq3tG0Y494T2lhuhoNm25bvVhSg/4dG0s0E3DntsQirT79ctlfUwzrtOv1zdmj+zYsnnXywE71rLRXzp2Kjor8oH23nHniCSOScafdsmLBlmULqtdr0nvoBCXNYMwIs5HX3a1c2VKtWjZ9kyZusw88JYwoXap44UKxh9L95afhZUuVXLJi1WXva6GhoQUL5u3Qxuvjrh1MHMrRWKZMGVcumTN+4q979x+WPMLG2qZM6ZLt23g1b+qprmBrazNv1m+/TJ6+98Chyb/OsLa2ql610q+TxmbKnLFhk7aGkSNsbKwXzZv+9z8rV6/fdPHC5ZIlivX/pk+RQoWMwwjRvm3LAvny/jLlj5u3fB88CHTL7dqhXcs+vbq55c6VyJOUvXr6tPESK2zctO38pcs2VtZly5bs3euT9m1ayuMmdCvZ+B91bL1o8Ypz5y/WeV/3heWay2XtyoUjRv9y6tRZ7yvXnZwcJdZp18arUoWyCpB8CIUBAKmoYMGCEkOUKlVKSWOccrmNm7t6/9Z1B7auC7jj6+N9Kb1DxvzFSlb28Gz4YSdr23/Ley0trb79+c+1C2ZIezjw3l05FJQGcI0GTavXb5pajZ30GTONmrns7z8mnD2y/8blC9LUzFekRJ3mbWo2aJ6k+5FQputXgxdMG/fA3089q4I0Vkf9b8Wqub/f9L74OOiBtI3rNm9Xz6u9W4EkD7ImN3R1L7BkxiT5Tf7Jo0fZnXO917ilV5fPZMvHWrNG/aYSRkibX7ZqrKvyFy89bu7aOZNG3r5+xe/GtYxZspStVrtppx5FSr84l58kJgMnzZFHOXN0/6q50y0srYqVrdS8S68MGTJKO9z0kSMyZsk2YsaSeZNHXTp9XNKZDJkyla9Zp0Xnzwyjijg65xo3d408k6vnT925eT1TlmyyA9Tzale4VAXlzUjsNWz6orULZp48sOue3y2JVGTTueUvZBxGZMrqOHLm8pVzfr9w4tC1i2ezZXeuVLt+FQ/PSh4N4r3PNLjTJq90cQ9w1TPxREdHR0VFRUZGPnkie90jNze3DBn++3geZk3dIDExMbJNIvV69hscru+A8NOIAe5urgqQUsIjIrr0/EadH/jVp07ZHW1tbe3s7GwkQbG2ttRLp6dAQ549e/bw4UP5Npb3197eXn3HhZWVlYUe7zgAIE2JdfwcERHxaHg1JTrCqc3QjJWbKQBS3D9/THz65FG3/kmrjknEvXn9Q87siHCv+rzJEDs9Wz3duREsLdUD1MSPURkzAgDMAJURAAAA+G+io6NOHdyVN42NecmYEQBgBgiFAQAA8N+sX/Q/azvb9xq3VNISxowAADNAKAwAAID/pn7Ljk06fJryZ41JHJURAGAGCIUBAADw3yTplK4phsoIADADhMIAAADQEiojAMAMEAoDAABAS6iMAAAzQCgMAAAALaEyAgDMAKEwAAAAtITKCAAwA4TCAAAA0BIqIwDADBAKAwAAQEuojAAAM0AoDAAAAC2hMgIAzAChMAAAALSEyggAMAOEwgAAANASKiMAwAwQCgMAAEBLqIwAADNAKAwAAAAtoTICAMwAoTAAAAC0xMKUlTgITkk3fXxHjJ7QqWvvyjUalCz/XqNm7QcPG3fp8hUlBS1euipPwXJ9vxwQ9yrf23eq1vKUazt2+Sw8PEKWeLXuIhdluczff/BA5hs376CuvHbDFrk4fNT4RB5LVpC/oMCH8V77YftP5Npde/arF8f8NEUuLl2xRr0oW0Yubty0Xb3Y4IM2ursKepTQY40c84v6cIa/AsUqv1e3WduOPeSqg4ePGtY8efrcF18NrFS9gVwrM5evXFWXPw0J6dC5V9w/7yvX1Jl7AQGGO5k1d5EsmTz1TwV4Y4TCAACYi4XTxnWqVXT3+uWJrDNn4ghZ59COjUrac3TXFnluM8cNVN7Ys9CQ5f+bun3V34ksQSyzJgyV7X94xyZF60wKIzgITjHLVqxt4tXxr9kLz5y/6OSUPa+7m7Ry5y74R5rZY36aHBMTo6SqO3fvtf+oh0zreNScNWOKra2NYuYiIyMl/ZEYYuasBRJJrN+wVdEnDp/2/Oqmz61hg/p3bN9KIpWJU/6IdcMnT5/sO3A4NDRUvRga9kwuHjx8bPOWXYZ15i9aKkuuXruhAG+MUBgAAJidbav+Xjnn97DQkESW4J3FmBFpyO8z5oz7eUrmzJl+m/pT08YN1IXBwU+m/f7Xn3/N+2Pm3EePg38eM0RJJQH373fo3POWr58kETOnT7S2tlaXDx/yXUhoqFN2R+Xt69Cu5fse1Qvkz6u8gS8/7/HNl58ZL5H0YfCwcctXrhs4bEzdOu85ZMiwevlciVqcsme/eMn7519+LV6ksLqmXLVoni6YkPxCwovhQwaUKV1cLqqlEzWrV9m8dWfnTm1k/tLlK9eu3axVoyofHyQLQmEAAMxFPa/25Wp45MqTXwGQMCoj0gpp5E+Z9qedne2KxbMNSYTIlCnjjwO+knhC2rSLl6w0dFhIYZJEtP+o1/UbPg3qexgnEaJ0qRLVqlSSZ668fXnd3eSxcjg5KclKIoZhg/pnyujwMOjR4aPHZUlu11ySRPT7dlDDJm0LFsj3UYfWptxPY8+6+w4cfvhQ109k67ZdVapUyJ49Gx8fJAtSLQAAzIVzbvfi5atmyZ5DAZAwKiPSiqEjfgoLe/ZF3+6FCsWToUo8ceeO/+hxk379Y5bHezVkScu2Hx87fmrZ4tmVK5Y1XvPj7l9s37n37/l/1qhWWdF1HwibM/fv/QePnr1wqVDBfNWrVvq0a8fMmTMZ1m/UrH1QUND61YvG/jx1x8595cqVGvrjt7EePTAwqFPXPleuXpck4o9p462sXtltvFp3OX7yzP5d691y51LesjE/Tflj5pxffh7eumUzJVnJNilUML+8kIePHhsWduvaoWqVirPmLPqoW581y+dbWlomfiey9VycnTZu3t6h3Ydbtu9q+oHn+QuXFCA5kGoBAJC4gR+3CLrv/8e6Qxv+mX187/ZbVy/mLVyiUu0G9b06pLP49ydY+S91z4YVx/ft8D57ImPmLMXLVWnY+qNc7gXUawd3b3Xj0rkxs1flKVhUXXLtwpmhPdtYWFr+b/Nxa1s7deHONUv+N35I6+79mnfuFfeZLJw2buOSOd0HjK79wYfqkqCAe+v+nnn64N4nj4OKl6/SqE3XeF/C5dPHdqxdKk8sIvxZ0dIVanm2KFvdw3iFqMiI3RtWnD928Kb3RXmxWbPnyOWev91n37rlL2xY5/rFsxsWz7p26dyjwPt5CxUrVLJcw1adHJ3/y4H6rSsX1yyYce74wezOuUpWrN643ceZsr5SDR3+LHTTknnnjh246X1etmGJClU/aNctQ6bM6rVft20QcOeWzCyePkH+uvUfsXbhX7GWvN9MV1Oc+Jui6IfY2LZy0dg5qw9uX79jzRIXV/cWXT6LtXEMAgPuyha4dPpYgJ9vweJlytd4v26L9hYvj+QnfNfz1MHd5WvW+Xrs74abTB3c78iuTdXrNek9dIK6xPe69861S3y8L8qmtra1yZrdubJHQ3lQQ9NY9rdHQQ9+nrdu/d+zzh7bf+/2zbyFS9Zt3rZq3cZPHz9cMnPy+eOHnjwKKly6Qqe+A1zc8hpudf/u7anLd61dOOPM4X13b93MX6zke429anl6KYl67b5xaMfG3euW3bruHfEstGCJciUqVKnfsqOtXXolDeNsGmmCtPYlQZCZXt27JLROpw6tJkz67ciRE76370izv1mThhJGbNq8zTiMePTo8e69B6U9LKGDXDx77kL3z76+c/eevb1d8aKFfW76Hj16cuGi5b9PHSdtbPUm6sfpsy++P3xYVxFw6NCxHE7ZjR9Xfudv37nXpctX4k0iNOPx42DvK9dkJp+7e8D9+5LLVKlcoVTJ4vInm3H+wqUPAgOdc7wm3paN2ayJ5+atO9+rVe30mQvTp40njEByIRQGAMAU8yaP2rJ8QTYn5+zOrtIcvXjyiDTOew36Sb02LOTpuK8/kXxB5qUBHxYasn314h1rl3To/V2jtl1lYZkqtSSMuHD8sCGMuHDioExjoqO9z50sUaGauvDs0QMyLVettilP6eH9eyP6dHjg7yctw1x5858+vO/Ynm3Oru6xVpv9y3B1WEfHHDkzZc56ZPeWwzs3Vfbw/GLkZHWFoHv+Y7/++O4t3XhkOXLlyebkIg17adlePnNM0hNZIsvvEaXoggAAEABJREFU3ro+sm+nyIjwrE45cucreNP7wpVzJ3esWTxg4uyCJcooSXHp9PF9m9daWFi4FSh0+/o1uauD29YPn7Eki+OLImXZUBMGfPY48L6VtU3u/IXu+fnKht2++p9+o6YWK1dFVmjwYadTB3dJVCFBRqGSZfMWLh53iSlvio7+OGj5rGmy6WTm6uNHtvb28T5tCTVmTRgmqU16h4zOud0vnzlx9uj+rSsXDZw8R61V6f79qG87Njqxb8cR2bzve8qSvZtWShIhr+vjb4epd7Ju0czF03+RGWsbW9d8Be/63PC9dln+gh8Fduk3+N8He/5coo2rF07L/mZpZXPx5GH5S5fOYvmsqfdu33IrUPhx0P1TB3bdvHx+0j9bDUlWTHTM6C863/O7VbFWvQLFy8i7/OfoH/x9fSTbSui9eO2+sXfjyj/H/CCBi+z2mbM6nj2yT/52r18xbPpiQzaUBlEZkSbcvHVbpjldcjhkyJDQOhnSp69Yvuz+g0dOnDojYUSTxvVHjP5l/catgwd+Y3iD1q7fEhUV1bJFE3XJsFHjJYn4om/3Pj0/kTxClixYtGzIiJ+GjZqwYfUiC31CLEnTXf+A0LBnv04ZV6lCuXPnL6prqoKDn3T99HNJIlxdc77VJKJslTpK6pGtNHLML0+ehuTPn7d4sUIBAQ9+GDy6SqXyfXt3O3j4+NLla4oUKph4EqEGdjJt5Fnvf3MW/bNsdfmypXK7vvVSEbw7CIUBAHitp48f7duyZtC0+UXL6n6Zk5b5oG6t9m1e3bRjd2lSypLV8/6QRm/ZarXlN/msTs6yxPvs8cmDvvx7+viK79Vzypm7XPX3V82dfuHUEc+2L34jvHDyaDoLi+cxMZfPHFfDCJk/d/xAthwueQoVM+VZLfx1nCQRNRo0+/T7kdK4jQgPmzl2kPzCb7yO/FYvrU1JKD4fPjFvkRKKPnqYOlT3c/2BrWur128qS1bO+12SiCJlKvYeMl4apbJEfnj/dfg3548d3Ld5TcuP+8qSLSsWShLx5ciplTx0/b5lXl6OvOqVc37rP36GkhT3bvvInfT6cZxkKHI/M8f+eGDbupnjfjTcz+xJwyWJaNqph1fXz2xsddHAthUL504ZPWfiiHFz18pG82zTOSoqQhc9VKrepMOnskK+oiVjLTHlTdGtpD8OkiSi5Sd96zRre/74waJlKsV9zsFBD2ZPHCEzfYdNrFKnkbSJIsOfzZk0cvf65ctn/yr3L1dldnTq3O9Haf/PmzK6dJVaIU8ez500UpZ3HzDaPoODuuXVJEK2c2WPhhK1yDt+8sDOiT/02bF6Scc+38uSFw/3MDAqKlI2SJmq78k6f4wesH/LmmlD+8nFwb8uyJglm2RYP33T7fzxQ0f3bFXfREVfTnLX12fwtHnqG+3ZuvPw3h1kI1Sq3UBNZ2IxZd/YsHi2hB2/LNqcLYduAz59/HD6qO9PH9qzc92SJh26K2kVY0akCb63/WSa28018dVy5NDVLPj53ZVpdkdHj9o1JEc4evSkYYUNm3RJYbMmDWW6Y9e+o8dO1axe5dt+vQ35QqcOrZp+0ODCxcsbXp4OU/Vl3x7NPmgoaUj9uv/mu6FhYZ0/6XPy9Dn1QZcsW61owpRpM2Kd4LNqLU+JdWxtbUYP/8Ha2lqSl18njb12/WaHzr1Wrl7frEmj2X9NMfHO9RlEzj9mzGlQz0MBkg+hMAAApmjSvpuaRIicefJLa1Zmrl8+q+ijig3/zLbPkKHP0F/URq8oXKrChx/3kUbjuoV/ycX8xUpJi1Raj2oLKDo66uLJI3InlpZWl08fU28iLefQJ8FlTSuLkObxoR0bM2XL/ul3IySJkCXSbv90wEi79K/Uz6+YPU2mn34/Qm1timzOLj1+GC0zkia8eDluecvXrNNjwGg1iRDS3K1er4nMPAq8ry4J8PPVPYTdi4N/eUSvrr079P1eWrxKEmVxdFKTCPV+ug8YJUukfSshhSw5uX/n9QtnZVO37fm1mkSIei07VvFo6Hfz2qGdpp6y1JQ3xaBcjfclc5GnIcmOcdcbg3V/z5L0oWmn7lXrNlaPnaSJ/kn/4dmcnHetXfrw/j11tVqeXnJXstFWz/tTEoRnoaF1m7eTBEG9NiwspFYjrxZdPpN2vpo7yGOVr1nX0TlXdFTk0+DHxo/YrFMP9YayTpOOL+KVbv1HylsjMxaWluWqvS8z9/Tvi0GDlh0Nb3TOPPlaftxHZrauWKjEx5R9w/+2Tzolnc3Lcx06ZM7ase/3Xb8eUrpSTSUNMymM4CD4bQsN0Z0h0iH9a7r0REZEGl9UQ4eNW17ECn53/A8cOlq8WBH5k4sXL16WafWqFWPdSa0aVWV67vxF44VVK5eP+3Dbduw5cepsg/oeI4Z+LxdHjpko7XPl7Th1eMetqyfj/lWqVE55m2Tfds7hVLJEsdYfNtu5ZaU60Ib4oHH9owe2yBM4sGv9hHFDk1Tj0Khh3fDwiPp1PRQg+RAKAwBgCkMSocqqr8yPDI+Qqd/Nq9K+zVeklPoDuIH8PC7TG966X+Dk4FCaneFhIdcv6vKLK2dPRkVGlChfVUIK77MnJZuQhWeO7pNp+ervKya4cPKIou/9YajSF9LCr1CznvFqNy5fkLwj1q/9udwLZHdxveNzPTIiXC42bvfJ12N/d879on9HWMjTUwd2XTp1VPcCIyLUhWWq6BrGkwb2nTNxxLE9W2UdaU43bvtxqcpJbpSWq+5hPOKAPH91Q3mfOyHTm1d0rQnZMrFuVaqyfmNeOq+YxpQ3xaBYucqJ35vPlQtxn5Vs2BIVqsmh1E3vC4aFn3wzTBKQjUvmSNgkG7lD3+8MV7nmLdBz4NhWn36pXtTd8PL5nWuXRkbqNnJUZMQrT6nsv08pSzbdL8fpHTKq5QmqjFmyyPTJ4yDjW9X+oKXxxcq1dWUs6q4Slyn7RtnqtSPCwwZ0abZi9q8XThyS0ERWqOfVwcTindTCmBFpglrycNPHN/HVrt/UDffi4vyiv4Bn/ToZ0qffsGnbkB+/le9N+W1f3qnmzTzVa2/46Lp+/DzxN/mLe1c3b73yWNmyZYv3EZs0qj910hgrK6vduw9s37X3868Grlo618bGWjFncU/t+R9Uq1JJogrDxaKFCxku/vDdl/Knzk/5ZbQCJAdCYQAATJH11XNYWFjqfnyNiYmW6V3fm4puDIhDnWoVjXtDdSwGUbpyjf2bV58/frBA8dIyVfQNzgf+d66cO3ntwmn50f7skf2WVtYlK1VXTPDg3h1FX2UQa3l2l39/6wq4c+u57inGfFS7eLx34nfzmlrAf8/P5+juLYEB/pKSGDet5ebqTF2vdmeP7T+5f+e2lYvkT36uL16+ioQRhp/9TZfNySXOEl0bOyhAV1/gr6+PWD5rmvzFva16rSlMfFNUGTNnSfze/H11jzvq84/iv9boWWV1cm7b85s5+j4d3foPjzXQozTm5TfJG5fP375xRZ5bWEiI4SrDpn7xlLL8+5QsLHRjZDpkymq8QtwKDlmSI5eb8ZLMjk4Wlpb37/hKay7WIZ+J+0anvgNuXbksu8eKWb8q+rSr4nv1mn3UU4IVJQ1jzIg0oWQJ3b4lYcSzZ+GJnCPzxk3d56dihRcjVsqaHzSqv2T56sNHjletUnHDxq3yTjVv0ki91sIinf6ei2UxOneGgWvOV75crKziqZGRB5o2eax6ColxYwY1bNLu3PmL48ZPGRLndBsA3jZCYQAATGGR8OnP0qXTHfFKizqHa55E7qFcNQ9F1zw+LG05mWbIlNk1X8GiZSutW/TXpVPH3AsWlVSibLXahoEDEqe2pOI2p+yNhopTn5itfYZ8RYonclcHtq37fbjuOFx+J5egpJZnizwFi9rY2c2eMMywjlz1zbjp548dOHlw191bN32ve58/dlD+Grb+6KMvflSSIu6WfP5c1w7P4JBRd63+JeXOX8ghUzwBQXaXnIppTHxTVPLqXnNv+pa/BEZqCBVLev0zNzh1cLc6I7mDceVIZET40F7tbulLPyRFKlq2soure+mqtRb99rPvtcuxn5JVkn+mlV0i3j4mCaxs0r7h6Jzrp/lrD25bf/nM8YA7t296n9+/Zc2h7Rt6DhqnduRJm6iMSBNcnJ1q16q+e++BWfP+7t2ja7zrzF+wNCzsWbkyJfMYDS3RvJmnhBFbtu1ycXE+cersezWr5cr5oijIXb9a6w+bfty5vfKf5HJxNpzM0jlHjgnjhn7So99fsxfWqFGlrkctBUAKIhQGAOANueTWNXfzFS351ZjfElktfcZMhUuVv3T6WOiT4CvnT1V6r74sLFqmovxfLC099TdtEweMUF6W7gcG3Iu1/IH/XcO8U87c0jqVnxIHTZuf0P1ER0ctmDZOZvqNnlZR/5RUu9eviLtyiYrV5U+dP7Fvx5TBX25eOr9Os3ZJ+p08+FFgrCWB9/xlqvYTUbMDj8atDCN9/jcmvikmcnZ1e+Dv16XfIPfCr+mesG/zKgkj5HHDQp5uWb6gkkcDQ4eLXWuXShJRqGS5gZNnG3eukTWV5BATHf3oQYBhgAzxOPC+LMyS3Snu8Z4p+4ZK0rFajbzkT9G335f8OWntwhnzJo9Ky2EEY0akFV9+3kOmEyb+tn3nnrjXHj58fMzPuhO39Oj2ytgz1atWkvRh+869GzZulYtNPmhguKpePd1X5NZtu2Pd1ZifJlet5Tl/4VIlierVqd22dQuZ+fa7YQH37ysAUhChMAAAb6hA8dKZHZ0unjoa8uoYhMf2bO3RqNL0Ud8blpSpWjsqMmLDP7OliVhMPwiFXfoM+YqVvHT6+In9OxX9SIomPmixcrrxC84e2Rce9m+pf3RU5Il9rwwnX6FWXWnrXjhxyHjho8D7PRpXHtClaUR4mP+tm8FBD6S9apxEiNOHdEf7Mfq+A3K0MKxn297NahiPa1C+Zh21j4a/7w0lKc4dO2h8MfxZ6OnDeyWpKVKmglxURwY9undrrFstmDa2T4taW5cvUC/GbUjGWmL6m2KK8jXq6m4b51kN7t6qX+u6V8+fVi9KFjBvyhh5Jt2/G/mJ/nSef47+wfAGXdKPVPpeIy/jJML3urfEHMrLTf2Gju555Rke2rFJeTneR1yv3Tfu3rr+ddsG4/v3MFwrL61tr6/tM2R4+vhRcmUobwNn00grKpYv061rh6ioqI+7fyl5gf+9F639B4GBk6b+0a5zz5DQUFnhg8avfPtYWlo2a+J54+atOfMXW1tbN25Y13BVkUIF69Wtve/A4ZmzFhgWbt+196/ZC+8/CHqvVjUl6YYN7u+eJ3dgUFC/bwazVwApiVAYAIA3JD8de7b+KPRJ8KwJQw3N9Xu3feZMHBH69EnJiv+Oelimqq4KeIu+RV2sXBV1YbEylaW9enjHxjwFixrOZ/Fa2XI4SxYQ/DDwtxH91WZhZET4Xz8PCbr/Sq1Ek/a6E1xKUlMAAA65SURBVDHIMwl6WUMhjf/po76TZ1ugWCkbW/tsOXSdrEOCgw0nzhDS5j+ya7PMSItU0R8t5MpbQB5ryYzJhmP1Oz7XLp/Rta5zuedXl1y/cEZatg/v30v8mfvduKqe4VI8Cw2ZPvK7J4+C6jZvp547wy1/YXldl08fW//3/ww3ObFvx+Zl82W10lVflFHb6E8gcv/ObcM6sZaY/qaY4v1mrRwyZ1mzYOaVcy9Gc5PtIK/ixqVzFhaWsiXVhX/9PFgesWHrj/IUKla8fNUaDZtL0LDwt5/Va9WaBd8b3oa7lRho2pB+6nx4WKjyxlbM/tVwcpZzxw6smD3N0sq6Wace8a782n3DxS2fooul9hzfu81wK9kxwkJCJL2KNTJomsKYEWnIkB+/zZgp4+Spf/4xc6785XV3s7G28b56TdG/BQO/79erezxFUE0/aCArS3jRtHGDTJle6Qf1ZZ8ex06cHjnml3XrN2fIkCEiKvLIEd3gt5PGj5RMQUm6DOnTT/5ldMs2XSXj+POvefE+HwBvA/EfAABvrm6zdvs2rzm8c9P1S+ccnXWBgvxaLm3gmg2b1/L0MqyWt3DxjFmySaNaHTBCXVikdAVpeEdHRyV1MMjOX/448upFaah/1rR6noKF/W5cj4qKLFW55tkj+wzrFCxRpnr9pge2rh3QtWmeArpT4/n73pTcQR5dHetBmpT1vDpsW7loSI/W8qP9k8ePLp06og5eeNP7QvDDFydraNfrm7NH921YPOvkgZ2Z9T1Erpw7FR0V+UH7bjnzvAgj/ho/5NbVS936j3i/WZtEnnbJitU3LpmzY81ilzx5b125LFtJWraerf4dG/LDj/t6nz3+9+/jD2xbZ5/eISoi4uoFXelB9x/GOLu+OOWHi1temW5fvfjy2eO1PFvI04i7xMQ3xRTSMm/dvd/sCcNG9O5QuHQFaUNJNHPH57os/2rMNHWkhv1b1pw6uDubk3ObHl+pt+rU9/uT+3fsWP1PFY+GJSpWr9+yw861y7YsWxDy5El2Z5cbly9cOnXsufI8Z558d2/dePwoSHlj6TNkGtm3k2veAhEREffv6E4s0EM22svzpMTy2n1DXmbPgWPkDicN7FugeGlrG1v1vZDl3b4doaRhVEakIbK7fP1Fr20bl3X9qF2pksUeP3ly7/79sqVLSJt/19ZVCbX8S5UsXqBAXkV3pk/PWFeVKV184+q/PRvWefzk6fGTp+/e8W9Q32PZ4tkfev33jkMVypX+rOfHMjN+4m+xzg8K4O0hFAYA4M2lz5hp1MxlDVp1srK2lkam73XvfEVK9PxxbM+BY2OtWa66h/LqSSKLl6+i/nesXmU6aWSOm7Omeeeezq5u0jAuVr7ywMmzS1SI/Zt/7yHjO/cblN051+0bV65dOJMpq2PLT/oO/+Mfu/Qvhrrs0m9Q5y8HOWTOunbBzO2r/ra0tvn0+1HDZyyRFyXNePmdXNaRW42cubxuC92Ycdcunn14P6BS7fpfjpzavnd/JYnk9Q6cMkea9JKeZMqarcr7nvIqMhudFiR/8dLj5q4tV+P90CdPJD4IvH+3bLXag39b+F7jf89bKZmLR5NWst1uX7/yVN8RI+4S098UU9Rt3m7QtPmFSpa75+ejD2Ki5fn8NG+Nm74Z//Txw3lTdGe76/bdSLXEQ9GdESNb+89022f66O/Dw0IkSRn119LyNeueO3Zg9bw/r5w7UbFW3XFzV9dtrtuq548dUt7YdxNmtOjymRzehT4NrvhePdnOxhstrtfuG0XKVBz1vxVyV4+DAmUFSbtkO4yZvcr0/kSpIl3coOG5XrSEfvIiIiOfPHny+PHj3LlzZzAa8fWdom6QmJgY2SaRej37DQ6PiJSrfhoxwN1oOEngbQuPiOjS8xt1fuBXnzpld7S1tbWzs7OxsbG2trbUS6enQEOePXsWFBT09OlTeX/t7e3Vd1xYWVlZ6PGOAwDSlFjHz/Lz76Ph1ZToCKc2QzNWbqYgtQ3r1a7Bhx3l93YFKWvgxy1uXb00ZflO03v6pFn35vUPObMjwr3q8yZD7PRs9eQAVQ5Z1QPUxI9ROZsGAJgB4gYAAJAsHvj7+Vy5mLdwcQVIVYwZAQBmgFAYAAAki//9PKRei/a53JNwmk/gbaAyAgDMAKEwAABIFn2G/uKQOYsCpDYqIwDADBAKAwCAZEESkYrGzF6l4CU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xMKUlTgIBoDURSgMAACAtOZNsgIqIwBzRUr4TuHtBgAAQJqVTi9JN2HMiDeybef+LJkzKkBKiYqOMcyne0nBO4BQGACgATFhT6IfBygAzN/zyAh1JlaTxPTmCZUR/4Vh+27duVcBUolhP4w7A+3hzQUAmCnjhkrg2onypwDQEAsLi1i/kpr4iyljRiQNmwJph/ohN3z4FWgaoTAAwHxxrAJoldoeiZtHmILKCJOkMyIbunKFMuHh4TF60dHRMjVsIrYV3hL1g61O1Q+8vZ2dpaWlzBivAK3i/QUAmJd0r7Lv/Ftk+LPIyMioqCiZRus911MAmBW1UWypyuioNkn+Qx7BmBFJYNi4H3dsKWFEREREpJ76ZWocSQBvg7r7qZ96az3DJ1/98CvQLr5eAADmyPBjnk3eckpExPOIiJiICMuoqOfy9zKM4P84wIwYPtSSRsiflbW1ld5/aJJQGfF6skFlCxh+l1Y3sWxudbPIvJpEEEbgbTN88iWDsHpJzSOMf3lQoEW8swAAM2I4fjaUcBsOYBR9jafMc/wMmCPjSm3jJkmsVokpd0VlRBIYvkxlQysvMxq5qIYRCj9d4i0z7iukfuYNGSQjR2geXy8AADNl+ClFvajOG5cV838cYEYMYYShZNuQRxh+uTdeMxFURiSB8e/S6hKZV4eNoMYMKcA4jDCkj4YZ49UUaA5vKwDA7BiOW+Qg2XD8bJxEcPwMmB1DjwE1jPh38Ag9KiPeCsNGV79JDd+t8k1q6LLBlyneNuPuGLEGjGDYCG3j6wUAYF6Mezqrv5oYDp7lGIYkAjBrxr+SGnoPMGbEW6F+mSovSyEMkY8spMAMKSnW2CXEEO8O3mIAgDkyrug2hBGGg2eOnwEzZSh/MG6PGJdFmHLsSmVEEqjpg1ppZig5M3yN8mWKlBH3c274tUHh06pdfMMAAMyU4eBELYhQD6EV/msDzJxxf40kZRAGVEaYyrjSzHDRsGXYREgxxjthuleHhyGJ0DDeXACA2TEUFxtqig1LOHgGzF1CLRHTj1qpjEgC4+9T44tAqoj1weRzqm182wAAzJF6fBLrEFrh/zVAE+I2QKiMeIsMG9f4KxVIReyE7wjeaACA+eJ/MUCT3vCjTWXEf8Q2AZCSCIUBAFrCsTQAKiMAwAxw0AY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wDADBAKAwAAQEuojAAAM0AoDAAAAC2hMgIAzAChMAAAALSEyggAMAPpXlIAAAAA80dlBACYged6CgAAAKAJrwkj1B/iOAIGgNSVzohilBETFgMAAMAcJRZGGB/sBgYGBgcHSyqhZhOGqZJ8Yt3zm0+V5KP556a8HWl2u7HRUvG5KcknLW+r5H2eMTExMrWwsEhnRAEAAADMVoJhhOF4Vz38DQsLe/bsmaFEQi0YfsOj4ZRsEvBYPFZSH1RJbqnyohReVzLdfwo8VtzHVYzK09RvY0tLS/U72XCVAgAAAJih13fTsLOzc3R0DA8Pj9CLjIyM1nv+kgIASG5q0GChZ2VlZa2nhhGGEgkFAAAAME+v6aZh+C1ODoUNP9NJEhGjpwAA3iY1elC/hNUwwjiPUAAAAADzFH8YYdxHw3AcrC6Xi2oYoWYTVEYAwNtg6IuhfgnHzSMYPAIAAADm6zVjRqgHwYaaCPWiWhZBDAEAb5shFFY7a6iRBEkEAAAAzF08YUSsgdPUI2B13jiJIIwAgLctndFAwmpBhHFlhAIAAACYp8QqIxR9d2XDEplXYwh1tAjCCAB42wxfxYZIwlAoYaiMIJUAAACA2UmXUKZgGBIiFpIIAEhJxifyNO6gYcggCCMAAABgdl5/ak/lZccNNYAw1EqQRwDA2xYrcYhbDUESAQAAAHOULpFMwfiqhOYBAG+bceKQ0DwAAABgRtKZkiyQPgBA2kEGAQAAAHNnZcpKHPgCAAAAAIDkYlIYAQAAAAAAkFwIIwAAAAAAQIoijAAAAAAAACmKMAIAAAAAAKQowggAAAAAAJCiCCMAAAAAAECKIowAAAAAAAApijACAAAAAACkKMIIAAAAAACQoggjAAAAAABAiiKMAAAAAAAAKYowAgAAAAAApCjCCAAAAAAAkKIIIwAAAAAAQIoijAAAAAAAACmKMAIAAAAAAKQowggAAAAAAJCiCCMAAAAAAECKIowAAAAAAAApijACAAAAAACkKMIIAAAAAACQoggjAAAAAABAiiKMAAAAAAAAKer/AAAA///tv7F9AAAABklEQVQDAAiNDzbSGUIEAAAAAElFTkSuQmCC"/>
</p:tagLst>
</file>

<file path=ppt/tags/tag5.xml><?xml version="1.0" encoding="utf-8"?>
<p:tagLst xmlns:a="http://schemas.openxmlformats.org/drawingml/2006/main" xmlns:r="http://schemas.openxmlformats.org/officeDocument/2006/relationships" xmlns:p="http://schemas.openxmlformats.org/presentationml/2006/main">
  <p:tag name="MCDIAGRAM" val="mcDiagram:25d9e851-f712-4f1d-accf-4ee7e2a76413:d93b0060-2743-40de-869e-a84dc07553f2:0:1"/>
  <p:tag name="MC:BASE64" val="iVBORw0KGgoAAAANSUhEUgAACYcAAA8ACAIAAAA9NbdRAAAQAElEQVR4nOzdBZwc5f3H8Wdm5dw9dxe5uIckBAIhQHApFCtSoLiWluItbaG4Q3G3IoUiwS1/LHiIEOJy8VzOXVbn/9wtGTazu3OSu9zdzuf9utcy+8wzk2XvVma+83seu6ZpAgAAAAAAAAAAAAB6jF0AAAAAAAAAAAAAQE8ilQQAAAAAAAAAAADQs0glAQAAAAAAAAAAAPQsUkkAAAAAAAAAAAAAPYtUEgAAAAAAAAAAAEDPIpUEAAAAAAAAAAAA0LNIJQEAAAAAAAAAAAD0LFJJAAAAAAAAAAAAAD2LVBIAAAAAAAAAAABAzyKVBAAAAAAAAAAAANCzSCUBAAAAAAAAAAAA9CxSSQAAAAAAAAAAAAA9i1QSAAAAAAAAAAAAQM8ilQQAAAAAAAAAAADQs0glAQAAAAAAAAAAAPQsUkkAANA5mqYJAAAAAACwcxRFEQBgJaSSAACgHcSQAAAAAAB0O8PhNiElgKhHKgkAAMLrbBhJeAkAAAAAQKgOxo36YTXxJIBopXACEQAAGJh8PeCbAwAAAAAA3SVSAEkwCSAqkUoCAIAdhH436EiLeTsAAAAAANbUwdwxbDeySQBRhlQSAAD8yvDFIPiuvmzSBwAAAAAAhGUSQ+rLoTEkwSSAaEIqCQAAfhE2g9SXQ1PJSP0BAAAAAIAubAApQsLISNkkwSSAqGEXAAAApmWRhlvzeBIAAAAAABiEJo5yQR5Nhw0gDe2h3QCgnyKVBAAAESsjS0pKfD6fCAkgA8dOwQuiV7NJ/Viua7ehO+SQr8u6/PxHWkYHBb8YQ5d38hWBLuMV0Vt4RfSu4Oc8tJ1XxK7HK6J3dfvzzytiJ/GK6F3WfEUoOxZH6v/Xdrs9MTEx7MPmzwxAtCKVBAAAv9J2LItsamryer2dPTjc+QPITh19mR/WBi/38duOPyftPj88J519HqLgOeGZ6cJfCM+Jpf5OdvLZ6Noz049ud9lz0sefn175O+njz0kvPjPR/Zx07S+kjz8/Pfp3YpG/lg4+G/30L6TXX0F98NbfJvAIA0L/Nzv+pwIA/cKv784AAMCagr8MaEHDtErr1693u93de1Ddd3TjoWygg2Wfn+h+Trr2dxK8HK1/J73yCurjeuUvJCpfQR38Owltsc57LK8gEe3vsQGR/t8jreVbitWeE76lRMK3lFC98pxY+VtKB58Tm82WlJSkqmpg/3JB2U5sjyoDC/pjEADQz1ErCQAAfqHtGEkGBA60EhMTnU5nFw7AYNCFQ9y+fxv4X+D33kFR83vnt98FUfbb52+gy/jtWxPv/1bG+7+Vhf72g5f57VtB6O/d6/W2tLQElv1+f+CZlJGkXA4sCAJIANGLVBIAAPxK25HYfqiZlJSUkpIiAAAAAADATmhsbHS5XKLtcFtPIuVCII/UwlXGB0JKkmAAUYBUEgAAS9MPeAxHPnoqGXxdJwAAAAAA2El6vujz+QIH3YFIMjieDCCGBBBlSCUBAMAvtAg4CgIAAAAAoLvoR9kylQzOIEVbMKlfIiy255ccmAOIGqSSAABYl3mhJLWSAAAAAAB0Oz1rlKlk8BF3oJEkEkAUI5UEAAC/MMwoGZjfggMhAAAAAAC6kV4HKY+7gxsDd/WLg/XAkqNyAFGDVBIAALQy1E0GD99KrSQAAAAAAN0luFYy0KJsx1wqAKIbqSQAADAKrpjkWAgAAAAAgG4UOMqWt16vV28JDSaDj8cZ1hVAdCCVBAAAvzIUSgrmlQQAAAAAoFsFwkV/Gz2MVFU1+GBc7ykYwRVAFFEFAABAEEMwyZWYAAAAAAB0I/0oOxBMapEFunGtMICoQSoJAABaBQ/Zqh/w6KPHCAAAAAAA0B30o2//dpHySACIMqSSAADgV8FXYlIrCQAAAABAt9PnlQzOIwPLeh+CSQBRiVQSAACrCz3U0S/bFMwrCQAAAABAt9JCZk4JbQnuCQBRg1QSAACEEXwIRK0kAAAAAADdJXCU3e6orUSSAKIPqSQAADA71KFWEgAAAACAbhR28pRI2SQARBO7AAAACGIYKIZaSQAAAAAAupE+r2TYtQSTAKIYqSQAAPhF2CMfaiUBoCdceeWVX375pegmn332WXx8vFz4/vvv//SnPwUap06d+tBDD4n+4IADDmhoaBDdYdSoUc8991xguXufjenTp/v9fn3PosdcfPHFP/74Y2D54YcfnjJliui8XfZod7358+dfdNFF7Xaz2+3xbRISEpKSkgYMGDBhwoSZM2dmZGRE2uSRRx559tlnA8vnnXfe2WefLQAA6Bn65b8m9ZEciQOISqSSAAAgDOaVBAAA/ZfX661rE7i7aNGi999//7777jv11FPPPPNMmVkKAAB6jx5J6i16NkkYCSC6Ma8kAAAwCj4KolYSAABEh5aWlieffPLiiy+ur68XAAD0nnaPsjkMBxCtuDwQAACYoVYSAHpCUVGR+ZilCxYsCO6cmppq0llV+/f1phMnTmxubo60Vj5Rq1atCu5ss9kidS4sLBSwkkmTJoX9+/f7/fXbGf66Fi1adO21195///0CAIBeos8raUgfCSMBRD1SSQAAYIZaSQDoCRdeeKF5h+B5Ac8777z9999fRK977rnHZO3ChQsvuOAC/e5dd92VnJwsdrmzzjqrH30g9q9HuzPuvffewKSqJioqKp544onZs2frLd9///177713xBFHCAAAekPg8l+GbAVgQaSSAADADLWSAABI5557rug/+tej7WmZmZl//etfR40addttt+mNL7/8MqkkAKC3cJQNwLKYVxIAAJihVhIAAESBY4455oADDtDvrl69es2aNQIAgN7AUTYAyyKVBAAAZqiVBAAA0eHUU08Nvrt06VIBAEBv0OeVFABgMYzgCgAAzFArCQBRQL6Tr1y5cv369aWlpbGxsZmZmSNGjCgsLBSd1NDQsGzZspKSksrKypSUlNzc3FGjRmVkZIh+pbuejY7YsGHDqlWrysrK5D+al5c3dOjQwYMHi76qWx5tRUXFunXrVq9ebbPZ5E4mTJiQmpoq+oaRI0eqqqrP2FpTU9ORrTwez5IlSzZu3FhVVZWcnJyTkzN+/Hj59y86w+fzyedEvnaqq6vlv5uQkJCWliZfQaNHj3Y4HB3fT319fXFx8ebNm+WvST4Y+dc7cODAIUOGiE6Sv2L5eDZt2iT343a7s7Oz8/Pzx4wZY7dzmggAdoXgeSUBwFL4ugkAAMxQKwkA/VpLS8tTTz01e/bsuro6w6qxY8eecsopBx54YLs7kZ8F77///iuvvCLDvNC1Mrj67W9/e8IJJ/T9PGNnno3p06fradb3338fvMrr9e69996B5eOOO+6qq66SC5999tkLL7wg0yzDfmQQdeSRR5500klJSUmiq5qamv785z8vXrw4cFfmf//6178OOuigXny0jY2N77777ttvvx06LKrM8K655pphw4YtXLjwggsuCDTKxy+fcLFrySdK5tDy2Qvcbfdc8LZt2x544IEvv/xS5naG/ey5557nnXeeTOXN9yD/iQ8//FD+ycnnVj7zoR3kq0YGt8ccc4z89Zl842poaHj99dc//vjjsKPOJiYmzpgxQz4emSyK9sj/qccff/zzzz+XvzLDKqfTKf825H6KiooEAKAncZQNwLJIJQEAgBmu3wSA/mvjxo2XXHKJDCHCrl26dOm11147f/78K6+8UlUjzu5RWVl5+eWXL1++PFKH9evX33fffTIyuemmm9oNaXpRtzwbHeHxeO6888633nor7Fr5AJ588kkZ4Ml8NDMzU3SeDKjk/8iyZcsCdx0Ox+23364Hjb3yaH/++Wf5R1JbWxtp7Zlnnnndddf1elltSUmJHklK5iWGMrf7+9//Lp+f0FU+n+/rr7+Wca/MdI8++uhIe6iqqrr00kvDZvk6GVUuaCOf5DvuuEOGpqF9ZBIpQ9yKiopIO5F/EjL7nDNnzhVXXCEDThHZ//73P/lqDZuPSjJ8lfm0/B+XgfHFF18sw1cBAOgZXP4LwLKYVxIAAJjhYAkA+imZYchcIVIIp3vjjTdk7BRp7ebNm8866yxDJGm322X6aMioNm3adPbZZ8+dO1f0Sd3ybHSE3++X6WakkE8nH8lf//pX0Xkyf7rwwgv1SFKGWPfff3+XI8luebQyxJIPyRBJZmVljRgxQs93Zdwl/6FXX31V9KrVq1cH3x02bFiknj/++KN8wGEjSZ3M9m655ZZ58+aFXVtTUyOfFkMkmZqaOnz48LFjx+bk5Bhqi2XGKfcWup/6+npDJCnDwsAosoMGDYqJiQl+PLfddtv7778vInjiiSfuuusuQySZnZ0tX87BD0Z+93vxxRdl8m2oEAUAdCPmlQRgWdRKAgAAM9RKAkA/tX79+sDC4MGDDznkkKlTpxYVFfl8vpKSkk8++USmDvrb+1NPPXXkkUcOGDDAsAeZSVx99dXBSd5hhx120kknyVglUEQlg6ivvvrqjjvuaGlpEW2hyD//+c/nn3++h+Zo3Bk7/2x00LvvvqtHWQcccIDMC2Xkk5ubK/OwTz/9VOZ/gedKWrx48YcffnjooYd2fOfyCf/jH/+4atWqwN3ExMQHHnhgzJgxoqt2/tHKtOz6668PTu/kIzziiCPS09NF25/Qzz//fMMNNwT+iuQ+Re+RD+bpp5/W78pA12S80wULFgQWpkyZIv9g5JMsI0D5/G/duvXZZ5/95ptv9J4ySnzzzTdD9yDTYv2vTv5bJ5988vHHHx+c5cvXy3vvvSeTwvLy8kDLRx99dNppp8nXV/B+Hn/8cT2STElJOffcc4866ig9jJS5snxWH3roIfnAAi333XffzJkz5d+G4fHIX19w4p6RkSFzevkbD8z6KV8La9aseeyxx77++utAh/nz58tdBQb4BQB0O+aVBGBZpJIAAMAMtZIA0K/JAEPmCg6HQ2+RwYZMnmTW8pe//EVv/Pbbb4877jjDtjKT0Cexi4uLu+eeeyZPnhzcQe5K5k8ysLn88su3bNki2uY7vOmmm2S2IfqknXk2OiiQzw0ZMuS2226TCajePqnN0UcffcEFF+izWsoUquOpZHV19UUXXVRcXBy4m5aWJrOooUOHip2w849WxqLNzc2BZZm93XrrrXvttZe+1ul0yudWBtXXXHONnvP1is2bN8u/5+Cq3xNPPLHdreRfS/BfQlabe++9V/5fv/DCC4FGGQeuW7fOMBjsihUrZOIYWLbb7fLpnT59umHnsl0+wzNmzJCPpL6+PtAot7r00kv1PjK51CtZZX/5T48dOzZ4J6qqHnjggaNHjz7jjDMCvykZnc6ZM+e3v/1tcDf58pS/Gv3uYYcdJn8jwaPF2my2kSNH3n333TIllcF8oPH111+fNWuWjPAFAKC7cZQNwLIYwRUAAJjh+k0A6L9kziSzh+AQTiejIxmH6HdDp76rqqqaPXu2fvef//ynIZLUyTzmwQcf1P+VRYsWuNeBpgAAEABJREFU/fjjj6Lv2Zlno7P+/ve/B4d8OhkiypxPv7tkyRLRMTKSPP/88/VIMjMz88knn9zJSFLX5Ue7YcOGDz/8UL8rk93gSFIno1+ZCHZtEs0uk3ne+vXr586d+/LLL1922WUyXAweXlj+/5577rnmezj22GMjhdPnnHOOTIX1u6F/MHokKcmAMDSS1GVkZJx88sn6Xb3kMaC0tNTlcgWWJ06caIgkdfn5+aeeeqp+N3RQ2RdffFEvey0qKrr22mvDTmApv/Wdd9558n9cb9nJAY0BAJFwlA3AsqiVBAAAZqiVBID+SwYMgaFWwzrooIO++uqrwLIMvQxrZZbj8/kCy7PaiMgGDBhwyimnPPfcc4G777//fh+sr9qZZ6NTjjrqqHHjxkVau8cee+jLdXV1brfb6XQKUxUVFRdddJGMAAN35bP98MMP5+Xlie6wM4/2s88+05cHDhz4m9/8JtJ+YmJi5PMfdt7EnbT//vuLzvvHP/4RNp8OJh9wpFVxcXEzZ87UqxhlhG/oICPYfffdt6SkZMuWLcccc4wwVVBQoC83NDQErwr+i5X/it/v16fqNDj88MNl0Cj/NuQfRvAORdsMl++8845+96abbjL/f5f/4/IlHEgxFy5cKP8XTIa6BQB0DfNKArAsaiUBAIAZaiUBoJ+S6cXee+9t0iE41qqsrDSsDZ4CMLiOMBKZwejL3333nehjdvLZ6JRDDjnEZK1MjIJPQTY1NQlTpaWlMiXSI8khQ4Y8+eST3RVJip17tMHVhxdeeKFJ6CvJzLK7ijt3Rnx8/D333GMSxAbIDsHVkKHM/2D+8Ic/3HHHHf/5z3/k62jYsGHCVFZWlr6sXwoQkJubq88QuW7duksvvTR4nlfDTk488cR99tlH/nOGOsivv/5axsmBZZkvtvtbkP/jU6ZM0e/2zdJnAOjvAkfZHGsDsCBSSQAAYIZaSQDop2T8EHaQRl1OTo6+bCj2amlp2bx5s343uGAuktGjR8fExASWZUizceNG0ZfszLPRWRkZGeYdUlJS9OXAzI6RyAhKpn2BOTtF26VCDz74YLv775QuP1r5DSF4TNd2axZlMCwzM9F7srOzTzvttBdeeME8nw5oN7qTe9OXu1xcK5/DlStXBoe7Xq/X0OfAAw/Ul7///vujjz7697///f33379o0aIOnstetWqVvjxp0qSObDJ+/Hh9ef78+QIA0N04ygZgWYzgCgAAzFArCQD9lF5iFYnd/uvxoCELWb9+ffDdI444QnTSpk2bBg4cKPqMnXk2Ois9Pd28Q/D4mYbaOIPbbrtNr3ITbSHWSy+99Kc//Ul0ny4/2uDsNjk5uSNnV4MDzu4iY7awg5rKx5Oamir/Rfk/WFRUNHLkSMO4pua6/Q9G/u5KS0tlzLx169bAgrxdunRpXV2d+YannHLKxx9/HFyluqbNiy++KJ/26dOnT506debMmfJ/NtIegueqfK+N6IzgCxQAAN2Fy38BWBapJAAAMMPBEgD0U/Hx8aKr2k1K2hWcpfUFO/NsdFY3Zm+hT6PMomQE1cGKt47o8qOtqKjQl00isWAd7NYp9957b0/8crtrn2vXrn3nnXfmz59fXFzctbR70KBB99xzz0033RSaDsrX6Udtbr755v322+/YY48NW9a8ky/nvvZaBoDowLySACyLEVwBAIAZaiUBoJ/amfNc9fX1YufsZLlht9tlZ/3C1u3tpElt9Ls33nijy+US3WFnHm1DQ4O+bF7xqYuLixP9RLf8wbz00kunnXbayy+/vGrVqkiviMGDB7c7b+tuu+326quv3nLLLQcddFCkuPTzzz//05/+9Ic//CF0GsidfDn3tdcyAEQH5pUEYFnUSgIAADPUSgKABQVPwZidnX399deLThoyZIhAd5g8efK9995bVlZ26qmnBsLIzZs333fffVdffbXoVcEzcW7btq0jXxhkN2EN8tm46aab3n333dBVMpodPXr0iDYybhwwYMD8+fO/+uor8x3abLYD2siM8Jtvvvm///u/uXPnNjY2GrqtWLHikksuueuuu4Lnzgx+OZ955pm777676Ax9vlgAQDfiKBuAZZFKAgAAM9RKAoAFJSUl6cvl5eUTJ04MnkUPu8y0adPuvvtup9M5cODA884774EHHgi0v/HGGwceeOCUKVNE7ykoKFBV1e/3i7ZaSfl3IgNs801KSkqENTz//PPBkWRubq78ZY0cOXLSpEkyjDSciQ6uOm2XfCXObOPxeL799tvvvvvu66+/Do575W/kX//619tvv62HkcFzZMq1vftnAwAI4PJfAJbFCK4AAMAMB0sAYEHBlY7yg2D58uUCveGMM86QkWRg+fe///3YsWP1Vf/85z87lWb1BJmV6ssdqYO0SK1kXV3dk08+qd899NBDX3vtNfn7OvHEE2UwGfq1qra2Vl/u+KVgDodDZpNXXXXVW2+99dxzzx1wwAHBO/zwww/1u4WFhfryypUrBQCgD2BeSQCWRSoJAADMUCsJABaUlJQUnGSsWrWq3U28Xu+LL774ySefLFmypKKiQqC7yU/k66+/Xi9alU/ynXfeKXpVcCrZ7hik9fX18+fPFxbw6aefut3uwHJiYuJf//pXmSCa9C8uLtaXA7Wnuubm5tWrV3/xxRevvPJKZWVlpD2MGjXqxhtvHDdunN4it9KXg9s7eIXBvHnzZs+e/f33369fv97j8QgAQHdjXkkAlsUgPAAAwAy1kgBgTWPGjNm0aVNg+bXXXvvtb39rs9lM+r/11lv3339/YDk+Pv7dd99NSEgQ6FaBcVwffvjhwN0PP/zwkEMO2WuvvUQvOfjgg7/88svA8quvvnrqqacmJydH6vzSSy/1enHnrrFhwwZ9efLkycHTOob17bff6suGVPK6666TkWRgWUabxx57bKSdyJen/EtYsmRJ4G7wUx2cStbW1s6ZM+fAAw8UkXm93ptuukkvbD3nnHPOPfdcAQDoVhxlA7AsaiUBAIAZaiUBwJoOO+wwfbm4uPj555836SxjjOAORx11FJFkD5HJ34gRI/S7//rXv4LH/9zFDjrooIkTJwaWm5ubn3vuuUg9KyoqXn75ZWENcXFx+nJVVZV5Z/m0rF+/Xr/r8/mC186aNUtfnjt3rvmu1q1bpy/n5+fry4WFhcHB5N13311fX2+yn7fffluPJO12++9+9zsBAOhuHGUDsCxSSQAAYIZaSQCwpunTp0+YMEG/+9RTT82ePTtsz4aGhiuuuCJ4ysCTTz5ZoGfYbLbrr79er1utqam56aabRO+57LLL9OUXXnjhhhtuaGlpMfT54YcfZJgqY0thDSNHjtSXV6xYsXTp0kg958yZ8+CDDwa3GJ6lfffdV59Y9JtvvnnzzTcj7Ur+Q3pVpWir0Qxee9555+nLMii96qqrSktLw+7n888/14uepcMPPzwlJUUAALob80oCsCxSSQAAYIZaSQCwrL/+9a/64JMej+fWW2/9y1/+smTJEq/XG2hcs2bNo48+etxxxwUPQSljqtzcXIEeM3To0LPPPlu/++WXX7733nuil4waNeqEE07Q78pHcuKJJ95+++1vvPGGDMmeeOKJP//5z5dcckl1dbWwjOBUUr5YLr300ldffdUwO+PWrVvvuuuua6+9Vn81BdTV1QXfjYuLO+ecc/S7t912mwwUg2srJRkDy/1ffvnl+mSWEyZMmDp1anCfPfbYQ+aL+t0FCxaccsops2fPLisr03ci88g//vGPV199tZ6MFhQUXHTRRQIA0AOYVxKAZTGvJAAAMEOtJABYVlFR0Y033iiDEz3t+KaNqqrDhg2TeUZNTY1hE5mWyVBKoIedccYZMkNatWpV4O7dd989bdq0rKws0RtkDi1Dxzlz5gTubtu2TUaSod2mT58uM7ZPP/00cDcmJkZEKZnKH3PMMXpdowwa5S/ooYcemjhxogws5QtHRpKLFy8OrHU6nTK2lAFh4LdZX19fWVmZkZGh7+3000//8ccff/jhh8DdL9okJydnZ2fHxsaWlpbK/sGzUaampv7zn/8MfVTXXHON7Dx//vzA3YaGhltvvVUuJCUlyfRxxYoVhjPjmZmZ8jGnpaUJAEAP4CgbgGVRKwkAAMxQKwkAVjZz5sxnnnlmyJAhwY0yApEJiiGSlCGTjCSDB4pEzzGM49rY2Bg2iNo1ZEp90003/e1vfwvO0oLJ7xLnn3/+fffdZ7f/emF0YmKiiF5XXnnl3nvvHdzS0tLy/fffP//88x9++KEeSU6ZMuW///3vcccdN3r0aL2nzCCDN5TP3g033CCDw+BGmXSuWbNmyZIl5eXlwZGkTD0ffvjhwsLC0IckX6EPPvjgmWeeqf/ZBMgcdPny5YYve6NGjZKdKXoGgJ7DUTYAy6JWEgAAmKFWEgAsbtiwYS+99NIHH3wgAxXD0JEBTqfzmGOO+cMf/hAplEJPGDp06BlnnPHUU08F7i5YsOD111+X+ZboDfKrwtFHH33YYYd9+umnn3zyyYYNG8rKyvLy8ia3kdlbenq67Obz+fRNkpOTRfSSyd8999zz3nvvyWyvqqoqtIN8WcmA8MADDwzc3W+//d56663AsswpDznkkODOaWlpr7zyyhtvvPHcc89VVFSE7k3GvbvvvvtvfvObWbNmmXxtk/nxBRdcILs98cQTc+bMMQwqGyDzyLPPPnvmzJkCANCTmFcSgGVR/QAAgHXpU1kE+P1+eesLErgAXzbKE4spKSkCAGBtK1eu/OabbwJhRmpqakFBwYABA+RtcA0cEMlFF12kjyD6+OOPT5w4UUS7hoaGRYsW1dbW1tXVNTU1ZWZmyu9Uo0ePTkpKEp0nX3o//fSTjDkb2sivajLuzc7OHj9+fGdrT+WD+fzzzzdv3iyXHQ6HfFSBl3MgPwYA9KjGxkb50SAjSfnGXl9fL79Hybdi+45s26ltlO0EWSaAfo5DRwAAYIZaSQCAbmQbAXRJaWmpvty1WK7fkWHhjBkzRDeR56ynTp0qukN8fPzhhx8uAAC9hKNsAJZFKgkAAMwwryQAAAhr9uzZzzzzzIABA/Ly8o488sjJkyebdN7cJrAcGxsbdu5DAAAsgst/AVgWqSQAADDDwRIAAAirqKhoWxu5XF9fb55KvvDCC/rynnvu6XA4BAAAVsVYrAAsSxUAAACRUSsJAADCGjp0qL48t02kni+99NKbb76p3505c6YAAMDCAkfZHGsDsCBSSQAAYIZaSQAAEFZCQsKJJ54YWJZfGK688sqrrrrq+++/b2lpCTRWVla+995755577r///W99q0mTJh122GECAAAL4ygbgGVR/QAAgHXpl2cG+P1+eesLUl5eHmjMy8tLSUkRAAAAQeS3hYsuumjRokWG9pEjR8pIsqKiwtAeFxf38ssvy+8VAgAAq2psbKytrZXBpMfjqa+vt9vtDofDviPbdmobZTtBogmgn6NWEgAAmGeBhbcAABAASURBVKFWEgAARCLPlt5yyy1Tp041tK9cuTI0kpwwYcJzzz1HJAkAAPkiAMuyCwAAgMiYVxIAAJjIyMh46KGHFixY8MQTT8jbsH2mTZt2xBFHHHLIIZx+BQBAbL/8l2NtABZEKgkAAMxQKwkAANo1efLkRx55pLa2dsuWLVvbqKqa0mbUqFHZ2dkCAABsx1E2AMsilQQAAGa4fhMAAHRQIIYcM2aMAAAAkXH5LwDLIpUEAABmOFgCAAAAAKAbMa8kAMtSBQAAQGTUSgIAAAAA0I0CR9kcawOwIGolAQCAGWolAQAAAADoRhxlA7AsaiUBAIAZaiUBAAAAAOhGHGUDsCxqJQEAgBlqJQEAAAAA6EbMKwnAsqiVBAAAZqiVBAAAAACgGzGvJADLolYSAACYoVYSAAAAAIBuxFE2AMuiVhIAAJihVhIAAAAAgG7EUTYAy6JWEgAAmKFWEgAAAACAbsS8kgAsi1QSAACYoVYSALDrhf3o4cwdAACIDoHLfznWBmBBpJIAAMAMtZIAgK7p9hNtO79DPtEAAEBfwHcSAJZFKgkAAMxw/SYAwFw/+pgweaicHAQAALsMl/8CsCxSSQAAYIaDJQCArlsCyF2TYnb2w4sxYwEAwC7DvJIALItUEgAAmKFWEgAsqwvv/13+yNiZz5qwZ/Ta3WFHzgOG7oSzhwAAYOcxryQAyyKVBAAAZqiVBACL6Ox5MfP+Jmt3zXyTkT689PZID8P8U8+wFR+RAACgC/gKAcCySCUBAIAZrt8EgGjV8bf3TkWMkTrv4k8T/Z8znPWL1K63dKo+kpASAAB0AZf/ArAsUkkAAGCGgyUAiCYdjAbDdjM0diSPbHeTHmVIGcPGk8GNoS2dzSkJKQEAQEcwryQAyyKVBAAAZqiVBIB+rcsxZHCLebjYwZ6h/4Tf26BoXs3v9vvcmuZRhFz2tP245a3QfIotVrXFKfJHjdGUmNa79kQRot3BWiN10z/jDNmkYZTXdnPKjoSUnHYEAAA65pUEYFmkkgAAwAy1kgDQH7V7kqvjMWTY5UiN3qaNvpbNfneVz12teWv9HvlTE7gVvnrZ6JeN7hrN1yB2gmJLlFGl313euuxIU+0pNmeq4khVbMmqI0V1pLbdpij21mV7bLYtbqDqzPxl25CIMbTREEaa5JQdDylJKAEAgI4vAwAsi1QSAACY4fpNAOgvzN+uuxBDmix4m7f6mjd4mzd6Gtb7WzbIMNLTuE62iF1Chpp6rql5qn3yp7m9bWwJ9riB9vjBttbbQba4QY4EuTxIdSQH1oemlcHRY6Scst2QkoQSAACE4vJfAJZFKgkAAMxwsAQAfZxJGNnB8VQNoWPoXU/dT+66ZZ765Z66pb7mdZ6G1aLf8TV6G5bLH0OzYk+RUaU9YZg9aYwjabQzaYwtfkhoDWXYnDJsSBm27NKwt2CRpr0EAABRjHklAVgWqSQAADBDrSQA9EEdL4tsd8xV413NJ0NHd/0yb/1yd91SGeN5Gotlo4hSmrdWZq7yR5S8/kuTGudMHm1LGOVMHutIHG1PGm2LHRA2ngwbUoZNK0UHEkriSQAArIN5JQFYFqkkAAAwQ60kAPQdnS2LDE0iw+aRruof5Y+ndoG7bomnbrGwOH+zu2aBqFnQvOWXBtWebE8a60iZ4kyZ6Eybao8vEuHiyeAA0ryMMvgspEk8KUgoAQCIUnzEA7AsUkkAAGCG6zcBoNd1MIyMNA1kSB7p9zSsdFfPl0mku3aBq3axonkEIvN769zV38qfxra7iiPNmbKbM3WKI3k3Z9o0W0yWiBxSGsZ6NehgASUnLgEAiDJc/gvAskglAQCAGQ6WAKC3RAojzcsiQ5NIeett2uCuXeSume+uaS2L1HxN+ua74C3eFpNhcyTZnCk2e6IqFxzJNmeSojgV1f7Lj+IQil2xORSldbmtUd7a/F6X5mvx++Wtu+229Wf73RZHTJZc9nnqfO46v6fe561vXfbU+921oidpnmpXxafy55f/u9gBjpRJjpSpMalTHamTVXuSSUIpIgz3qt8N7NPwycvgrgAARBnmlQRgWaSSAADADLWSALCLdSSM7EhZpM9d01LxeUv5p81lH/maN4ue5EgocMblOxLynfH5jvgBjtjsQPpoj80UvcHvafB5G/ytIWWdp6nE3bTV07jF3bxF3npdFaJb+Vq2yp+W0vfr2+46UibHZOwfk7l/TMYMfShXw21oMNnB8V2JJwEAiA7MKwnAskglAQCAGWolAWCXaTePDJtBBhb0FlfVt81lc1wVn7uqvxfdTbUnxCQPc8TlORPyHXEDnPEFrRlkfJ7oY1RHovwRcbmtdzJ2WKX5XJ6mra05ZfNmt4wqm7Z4mra56laKbuKpXSB/GorvFmpcbNb+sZmznOkz7YkjQhNKQ+lk6Acu8SQAANGKT3AAlkUqCQAAzHD9JgD0tK6FkcG33qbNTaUftpT/X0vF55q3TnQLxSYTx5jEwc6EQa23iYNikgbZnOmin1NsMc6kIfJnx2bN07jF1bjB3bDe1SBvN7ga1vtclWJn+JtbSt+XP3LRFjc4JnNWTNYBsZn7KbYEZTuxY+lku/EkE08CABAduPwXgGWRSgIAADMcLAFAzwmbR4aO1Br2VvLU/dxU8nbT1tmehuVip9liMuLTxsemjo1JHNSWQQ4VFqI4Egrkj8jeW2/ye5tc9cVtCWVxc/XPzTXLNF+L6BJf8/qmTU/LH7ks48nYnCNic462xWQaskkRLqT89SFSOgkAQLRgXkkAlkX1AwAA1hV8alvy+/3y1hekvLw80JiXl5eSkiIAAN1hJ8NId828pq1vNW1729tYLHaG6ohLGRmXOj4ufby87YMDsfYtMpOsW9MaT1Yvbq5e4m7cKHaK6kzbMzb3N/G5R6uxA8T2PDJsThn2NiDs2UxOcQIA0Jc1NjbW1tbKz2uPx1NfX2+32x0Oh31Htu3UNoYvCQIA+i1SSQAArKsjqaS8lcc8ubm5pJIAsPPM80iT2SJbI7HKrxq3vtW87R1fy1bRVfbYnLj0cfFpE+JSx8WmjlZUp0CX+Nw1MpuUCWVT9ZKWmqV+b6PoKkfKbnE5R8XmHmVPaK1PNYkn9bOQhpOSkc5OctYSAIA+SKaSdXWtQ+6TSgKwIFJJAACsi1pJANg1ulYcGVjw1K+o3/Bs4+ZX/O4y0SU2Z2pCxu4JWdMSsqc74nIFup3ma65Z3lj+fWPFD03Vi4XfI7rEkTwxdsBJ8fknqo40JYQwLaAMoHQSAIC+j1pJAFZGKgkAgHVRKwkAPa3jxZGGMNLnqmjc/HLDppc8dYtF5ym22Pj0SQmZ02QYGZsyUjYI7BKar6WpcqGMJxvKf3DVrZINorMUR0zWgbF5J8XnHKbYWotZ5blIEVRDKdqLJymdBACgL9NrJb1er1wglQRgKXYBAAAQmTzg4RomAOiC0DfPjhRH+n2u5m3vNWx6saV8jtC8olMUW1zq6EASGZc2UVEdAruczIMTsqfLn+y2UV5lPNlY/oO89TR1eNxdzeMq+0D+1DnS4vKOi88/2ZEyOWzRZOAz2nBqMviD27Aq0M6pTAAAel3gE5xjbQAWxHsfAADWRa0kAPQEkzzSpDjSVT2vYeMLjVte07w1ojMUNSYha4+k3P2Sc/dTnckCfZK7fl1dyaf12z5vqV0uOsmeODJuwElx+SfbYnKUzo/syrCuAAD0KcwrCcDKSCUBALAu5pUEgO7VhTzS66ps3Phsw8ZnvY3FojNUe0Jizj5JufsmZc9Q7HEC/YS3ubSuZI6MJ5sqF4pOisnYPzb/pLi8EwLnJQ0ju5JNAgDQLzCvJAArI5UEAMC6qJUEgG7R7mCtwdmk/t7rqV9as/rfTVteE5pLdJjNmZ6UOzMpd//ErD1kMinQb/lcNfWlX9SXfNpYMU/zuzu+oRqTG1dwRtLgcxVHuknpZHAeSTYJAEDfwbySAKyMVBIAAOuiVhIAdlIH88gdBmv1exq3vlm//jFX1XeiwxRbbFLufqkFhydk7SkUVSCK+L2NdVs+rt3yflPlIvln0tHNVGds9tHxg85zpk7pltJJTnECALBrUCsJwMpIJQEAsC5qJQGgy7owWKvPVdaw/sn69U/5XNtER6nxGVNSCw9PzjuQYVqjnqeppHbze7Wb33c3buz4VvbkyQmDzovLO0ZRnUoEgmwSAIA+g3klAVgZqSQAANZFrSQAdEHH80h9wVX1fV3xI00ls4XmER3jTBqSkn94auGR9tgsAYtprv65NZ7c+onfXdvBTVRnVlzB6QmDzrXF5ERKJcMmlIJsEgCAXYtaSQBWRioJAIB1USsJAJ1lOIAyzyP9vpbGza82rH/cVbNAdIzNmZaSf0hKweGxqWMELM7vrS+dK+PJ+rKvhb9DebYmbLHZR8YPOi8mfbo+rCvZJAAAfQrzSgKwMrsAAACITB7wcA0TAIjO5JFto7U2169/om713T53heiYpLxZqQVHJubOFECAak/K21/++N11NVs+qN7wmrt+nfkWivC5yt6SP47kSfFFl8flHCH/GJXIw7r+uuH2j/vg9tAWAADQLQIf0BxrA7Ag3vsAALAuaiUBoCM6l0d6G+uKH6krfsDfsTxSdaakFR6dPuR39rhcAZhqqlxYte6V+m2fCc3Xkf6BbDI2+/DgGotI47sK6iYBANglmFcSgJVRKwkAAMxw/SYAK+tUHunz1DWse7h27YOap7ojO49JHinDyJT8QxVbjAA6ID5jN/njbSmv3vBa9fo3fe4q8/6eukW1i05rSBybKLPJ3KNU1WYSTOoCH/2GRuomAQDoRqEftQBgEZxnBADAuqiVBIBIQg+UDEmkCM4j3dV1ax+oX/eI5q1rf9eKPTlvVtrg38VnTBJAV2l+T93WT6rWvdJSs7Qj/W0JIxOKLo/LPUa12TteN0nRJAAA3Y55JQFYGakkAADW1ZFUMtCYl5dHKgnAOkxKJA3vnF5XZf3afzesf9zvrW93t7aYjLRBx6YPOcHmTBdAN5GpZFXxK7Ulnwi/p93OtvihiUOviM09TlHtJsO6CrJJAAB6jEwla2tr5YcpI7gCsCBSSQAArItaSQAw6Hgeqfma69bcV7v2Ps3b0O5uHfH5mcPOSC38jVCZRAM9wueqrFjzfPWGN+RfZrudbfHDEkdcF5t9uPyIbzebVJhsEgCAbsW8kgCsjFQSAADrolYSAHTtTiH564LfV7/h2dqVN/tc29rdrTOxKHP4GSn5hwpFFUAP87lrq4pfrFr/qt/TgbA8ZUry6DvsyZMM2aRclmsDt2STAAB0O2olAVgZqSQAANZFrSQABAQfFpnlkZrWtO39muX/9NQvb3efsSmjMoedmTRgljzsEsAuJCNJGUxWFb/kc9e02zkm5+ikEdfb4gYaiib1uyIolWRAVwAAdh7zSgKwMoYPAgAAZuQBD9cwAYhiHR+y1V27uOrny1xV37a7z7gO6oSDAAAQAElEQVT0iZnDz0rM3lsAvUF1JMq/wIyiU6o3vF655j9eV4VJZ1fpW66y9+MKzkgcdpXqSA+c95S3fr8/+ARoqOD2wIuFk6QAAHSQ/OjkWBuANfHeBwCAdVErCcDKOp5Heps2VS/7R9PW12Sb+T4TMqdljjg7PmOKAPoGze+u2fhO5drnPE1bzXsq9uT4QX9KGHyhYovVs0mlk5NNEkwCANAu5pUEYGWkkgAAWBfzSgKwrA4O2eptqaxdfUf9useE5jbdn5KYs0/WiHNiU8cIoA/SfLWbP6hY84y7YYN5RzVmQOKwa2MH/E5VbZGCybDDugbjbCkAACaYVxKAlTGCKwAAMBMYWEYAQLTocImkv37D8zXL/u73VJnvMC59Yu64q2JTRgqgz1JsKYVHphQcXrPpnfKVj3pbyiN19Lu21i29uGnjY8ljH7AnjZWvhOAzoXI54r/AgK4AAHQY+SIAyyKVBAAAZpjrAkA0iVQiaZxCsn555cIL3DU/mu/NmTg4e/QlSbn7CqBfUNTUgUen5B9SufaFirXPa96mSB299Ysrv9s/vvDshGHX2hxJ7U42qX9bMGSTnGwFACAs5pUEYFmkkgAAwAynFAFEh7AlkoYhW1vHrPY11ay4ua74QaF5TfZmc6ZnjTwvbdAxQrEJoF9RbLGZI85JG3Rc+apHqzfMFpovfDfhb970hKvsncSRN8fmHB04c2oY09VQOqn30VsomgQAICw+HAFYFldkAABgXcwrCcAiOlgi2VjyTvWSK33Nm0x2JROdjKJTMoedqdjjBNDPuRs2lC7/d8O2L827OdL2SRpznz1+kF40qaeSYWeaFCEnWzn3CgCAjnklAVgZtZIAAMAMtZIA+rV2SyQDvE2bKn/6Y0v5HNOdqSmFR+aMvtgWkyGAqOBMHFS4+z3NVYtKfr7TVbcyUjdP9dyqb/aKH/KXhCF/Um0xgckmDQO6Br4tBL42hC2a5OsEAAA68kUAlkUqCQAAzDDXBYD+q0Mlkn5P7Zr7a1fdqvmaTHaVkDU9d+xlzqQhAog6cemTivZ9oW7rJ2XLH/I0bQnfSXM1Fd/WUvLfpDH/jknfO/Dq0cslDUO5inAzTTKaKwAAOuaVBGBZpJIAAMAMxQ0A+qMOlki6qr6rWHiBt3G1ya7ssVkDJv4zIXu6AKKZkjzg4KTc/StXP1Ox5lnN7w7byd+8vnb+0TE5xyeNuklzZgbCyODhW4MzSIomAQCIhE9DAJalCgAAgMi4fhNAv2MokQwNI1srJL3NlYsv3/bVgWaRpGJLLzp12Kw3iSRhEYrqyBx5XtG+/43P2M2km6v0tcqv92gpfScwC7Xf7w/c6oJfayLoZRhguAsAgAXxUQjAsqiVBAAAZqhpANC/hI7aGqZEsmZRxY+ne5vWmuwnNmXUgN1uiEkqEoDFOBMHDtrridrN75Uuvc/nrg7bR/PW1i0+s7VocvQdmiNZVdXAZJOB0VwD803+0pOiSQAAQjCvJADLIpUEAABmqJUE0F9oHZpF0luz8vba1bfLUCXSflRHYvaoP6YNPk6+BQrAqlIKjkjK3qd0+b9rNr4tX0Bh+7hKX/PUfJ049pGY9L3DjuYaPN9k2JkmORsLALAm5pUEYFmM4AoAAMxwxhBAv2ASSbZmkW3c9WtL5u5fu+pmk0gyecDBw/Z/M23w8USSgOpMzpv4j0F7Pe5MGhKpj99VUrfgmPoV1/q8LYbRXAMvPcPgySLCGMsAAFgKR9kALItUEgAAmOH6TQB9XOiUdSJkFkmptvixki/2dNfMj7QfR/yAQdMfyZ9yiy0mTQDYLj5jt6EzX84adbFii4nQRWvZ/Hj19/u7a38yTDAZmkqGBpOCubUAANbDZx8AyyKVBAAAZqiVBNCXhS260usjA7feltLS735bs+QyzdcYfi+KPWP4mUP3fy0+c3cBIJRqz5SvkX1fScjaM1IXX+OqmnmHNhTf4/d5QrNJQ0IpIlxPAACARTCvJADLIpUEAABmqJUE0Ge1WyIpU5CGLW9u/XRKS9knkXbiTBpStO8L2aMuVlSnABCZI6Fg4J4P5k38h2KPD99D8zQX31r1w6HexnW+NoYBXRnNFQCAgLCDBwCAFZBKAgAAM9RKAuib2o0kfd6Wyp8uqZx/qt9TFWEfSvqQU4pmvhSTNEwA6JjUgUcPnflSbOrYSB189YuqvtvXVfZB6ByTofGkYDRXAIAlcZQNwLJIJQEAgBlqJQH0NcEFVYbRIPXkw924ofSr/Rs2PB1pJ7aYjEF7PZYz7jJFdQgAneFIKBgy4+mskRcKxR6+h7+pbvHp9Sv+pvk9gWwyNJ7UGM0VAGBhfNgBsCxSSQAAYIZaSQB9SrslklJz+acln+/hrv0p0k6S8mYN2/+1+IzJAkDXKLbMEWcP2edZZ8LASF1aNj9RPe8Ib/MWkwkmGc0VAGBNzCsJwLJIJQEAgBlqJQH0HWEjSRFcKOnz1iz/V9m3R2neurB7UB2JAybfWDD1DtWRJADsnNiUUUX7vpw2+HeROnjrFrSO5lr5VfBorpHiScForgAAy9CYVxKAVZFKAgAAM9RKAugjTKokA/GG11VZ9u0RtavvkGvC7iE+Y/LQ/V5NyT9MAOgmii0md/xVA6c/bIvJCN/DW1O38LiGtXduH8nVFxxJhh3NNXhrTtcCAKISR9kALItUEgAAmKFWEkBfYD6RpLxtqZpX8vkeLZVzw26uqM7sMZcO2usxe2y2ANDdEjKnDdv/tcScmRHW+5vX3VG74ASfu6rd0VwF00wCACyATzcAlkUqCQAAzFArCaB3BecTWoSJJGvXPFD69UG+lq1h92CPyx0y8/mMoafKdFIA6BmqI6lw2j2546+RS2E7eKq/rP5uX1fNouDRXPULC8Jmk/q2nLoFAEQZ5pUEYFmkkgAAwAy1kgB6kcmorb8USnoaSr8/oWbZNULzhN1DQua0ofv+NyZpmADQ89IGHz94r8ftMZlh12rubbXzD2/a9LRfH851x8kmCSYBABahMa8kAKsilQQAAGaolQTQWyJFkoEFGWB4mjaXzN23pfT9CDtQMkecM3D6Q6ojUQDYVeLSxhft+3J8xm5h1yqap3Hl1XVLLtb8Xj2MDGST7U4zGVw5DQBAv8ZRNgDLIpUEAABmqJUE0CtMqiQDuYWrekHJFzM89cvDbi6TyIHTH8waeQGjtgK7ni0mbdD0RzOGnR6pg7v0fzULjvd56oNHc2WaSQCAdfBxBsCySCUBAIAZaiUB7HrBE0mGHbi1adv727460O8uC7t5TNKwon3/m5C5hwDQWxRb9ug/FUy9Q7HFhV3vrfm6Zt6h7sYN+qUGTDMJALAO5pUEYFmkkgAAwAy1kgB2seBIUoTkkVLdmvvKfzhRaK6wmyfnHzpk5vOOuFwBoLcl5c0qmvkfZ+KgsGv9Tavq5h3sql5gPs2kCDf5Fl9OAAD9msa8kgCsilQSAACYoVYSwK4UGkmK7cFk2+xznvL551Qvu1bGGWE2Vh2546/Jn3yTojoFgL7BmTi4aJ8XZDwZdq3mrapbcFRL6TvBFZOR6iYFwSQAIFpwlA3AskglAQCAGWolAewaeuogwlVJtmYU3oay745q2vJy2M1VR/LgvZ5IG3y8ANDHKPa4gql3ZI26KPw8r5qrYck5jese8IfQo0qCSQBAlOEjDIBlkUoCAAAz1EoC2AVCYwY9gQhkEp6mjdvm7tdS8UXYzZ2Jg4r2eT4ubZwA0FdlDj+rYOrtQnWEW6k1F99Yv/SPPq87MJpr6DiuBJMAgGjCvJIALItUEgAAmKFWEkBPixRJ6uM3uqoXbPtihqd+edjN49InDZnxnCOhQADo25LyZg3e6wmbMzXsWnfp/2oXnuB1VQeP5ho6jivBJAAgCmjMKwnAqkglAQCAGWolAfQok0gyoGnb+9u+OtDvqQy7efKAgwdPf1R1JAoA/UFc2rghM19wJg4Ku9ZX+03tj4d6mjYGKiYDRZMdDCY5sQsA6Ec4ygZgWaSSAADADLWSAHpOu5Fk/Ybnyn/4ndBc4bZWskZemD/lFqHaBYD+wxGXO2TGc3Hpk8Ku9TcX1847xFW3LBBG6tlkpGCSokkAQH/EZxYAyyKVBAAAZqiVBNBD2o0k69Y+WPXTRbI5zMaqo2Dq7ZkjzhYA+iHVkTh4+qMpBUeEXat5KuoXHOWuWRg8lCvTTAIAognzSgKwLFJJAABghlpJAD1Bf2Mx1DwFyOChevl11UuvDrutzZk6eK8nkvJmCQD9l2ofsNu/skdfIr9rhFnrq6tbeExzxVf+CAyRJMEkAKB/0ZhXEoBVkUoCAAAz1EoC6HbBkaQIySP9fl/V4kvrVt8Vdltn4qAhM1+ISxsnAPR/GcP+UDD1dkWNCbPO39T088kt5Z8EYkh9HFfDTJOCYBIA0A9xlA3AskglAQCAGWolAXSv0EhSbA8mW2MGv698/tkNG54Mu21s6tghM551xOUKANEiKW/WoL0eVe0Joas0v6txyRktpW/JSFK+RRBMAgCiBp9TACyLVBIAAJihVhJAN2onkvS5y+ad3Lz11bDbxmdMHbzXY6ojSQCILnFp4wfv/aTNmR5mneZtXHp+85YXA8GkYRBXgkkAQD/FvJIALItUEgAAmKFWEkB3aS+SbC79/piW0vfCbttaTbXng4otVgCIRjHJw4fs84w9fCW01rzq8uaNj5kHk4Z48pct+Q4DAOiTNOaVBGBVpJIAAMAMtZIAuoV5JOlz1277+jBXxedht00pPLJg6u1CtQsA0csRnz9kxjPOxKKwa5vXXte49vbgQVwN8aTY/pYiCCYBAH0eR9kALItUEgAAmKFWEsDOC40kdW2RZE3pN4e4a+aF3TZj6OkDJl0v340EgGhnj80aMuOp2NSxYde6Nt7bsPJvoXlk8DLBJACgX+CzCYBlkUoCAAAz1EoC2ElhI8nAQmsk6akv+/ZIT93PYbfNHX9l9pg/CQCWoTqSBk9/ND5zWti17q1PN6650VAxqY/jGuhDMAkA6PuYVxKAZZFKAgAAM9RKAtgZYQduFdsjSb+3uezb37hrF4bbVB0w6fq0wScKABaj2OMG7XF/Yu6+Yde6Nj3UvOHfYYNJ86FcAQDoO/icAmBZpJIAAMAMtZIAusxwnsUwl6Tm91TM+134gVsVe+G0u1MKjxQArEm1F069M3XgUWFXtqy7rXnzs4FgUo8n2w0mOfMLAOg7OMoGYFmkkgAAwAy1kgC6JuzYiUGRpLd83qnN5Z+GbqjY4gZNfzAxZx8BwMoUNW/iP9OHnBJ2Zcuav7VsfVlGkvItJVIwKcJVaQsAAPoAPpIAWBapJAAAMEOtJIAuCI0kte3aAgN/+fwzm0vfDd1QUWMG7vHv+IypAgCEyBl3WcawP4RbozWtvNxV+k4gmAw7lGtwJEkwCQDoU5hXEoBlkUoCAAAz1EoC6Kz2Ikmt8qdLmkveCLOlYivc4574DXjuRgAAEABJREFUjMkCALbLHn1J2uDjQtvlN5SmFRe5yj8KnWNSf7cJO2sXX2wAAL1OY15JAFZFKgkAAMxQKwmgy8JGklU/X9648dkwvRVbwZTbEzL3EACwo9zx16QU/ibMCs3buOxcd9VXhmBSL5rUg0kRYVhpAAB6BUfZACyLVBIAAJihVhJAp4RO5xasZuXNDesfC7edkj/5xqS8/QQAhKEMmPiPpLxZYVZonsYlp7tr5psHk6ElKXy9AQD0Ij6GAFgWqSQAADBDrSSAjjOJJGU2UL/u0bpVt4bdMG/C35IHHCwAIBJFLZhyS2LOPmFW+Zsbfz7FW7+EYBIA0F8wryQAyyKVBAAAZqiVBNBB5pFk4+ZXqpdcEXbD3PFXpg46RgCAOcVeMPWO+IwpYVb56uoX/c7btNkfwlCxLQgmAQB9gMa8kgCsilQSAACYoVYSQEeYD9zqqvq+ctEFYTfMGnlB2uATBQB0gKI6Bu7x77j0iWHW+aobfj7Z66oxlEiGZpOCs8AAgN7GUTYAyyKVBAAAZqiVBNAu80jSXb+6/IfjheYJ3TBj6GmZI84RANBhii124B73xySPCF2lNa9pXHKG3+fx+XzyzScwoKueTUYKJvmeAwDY9fj0AWBZpJIAAMAMtZIAzBlOqRgiSZ+rquy7o/ye6tANUwcdkz3mzwIAOkm1Jwya/nBM4tDQVb667xpWXO5roxdKho7jSjAJAOhdzCsJwLJIJQEAgBlqJQGYiDQ92y+RpLe5/Ifjfc0bQzdMyts/b8LfBAB0ic2ZOnCvh2wxGaGrvGWvtmx4IBBMdnyOSb7tAAB2JY0RxQFYFakkAAAwQ60kgI7QQsZulQFAxfyzXNXfh3aOTRmVP/kWIXhvAdB19pjMQXs+qNjiQle5NtzuKX8vNJIM3OrdQku9BQAAuwRH2QAsi1QSAACYoVYSQCSRppMMnPevXXljS+nboVs54vIG7vGgojoEAOycmOThhbvfFe7Mhta04o+e2oWGckl9TFe9VlJErvkGAKDn8IkDwLJIJQEAgBlqJQGEFSmSDGjc/Erd6jtCt1LtCQOnP2yLSRUA0B0SsvbIHX9VmBWau2nJaZ7G9WEnmAwezVVwahgAsMsxryQAyyKVBAAAZqiVBBDKJJKU5/qby7+sXHRBmM0Ue+G0e50JhQIAuk/a4OPTi04Jbde8Vc1Lfu/31BmCSSaYBAD0Oi6LAWBZpJIAAMAMtZIADEJnYgvmaVhTMe9EoXlCN8yffEN8xmQBAN0tZ8yliTn7hLb7W9Y1LjnD52kJO5QrwSQAoLdwlA3AskglAQCAGWolAUQSfB4/cFrf664r+/4YzVcf2jlzxDnJAw4WANATFLVgyq2xqWNC1/jqvmtee50hjAwtlwy93kIAANBj+KABYFmkkgAAwAy1kgCChY7dKrZHkvIsf+WCM3xN60K3SsrbP2vkBQIAeoxiix047X57bE7oKs+2591l7/jahA7lGtwz+C7niwEAPYd5JQFYFqkkAAAwQ60kAF2k6SQDZ/Yb1j3YUvZR6FZxaePzJ98iAKCH2WJSB+35oGpPCF3VvOov3oaV/h0Fv4OFjuMKAEDP4UMHgGWRSgIAADPUSgIIiBRJBrRUfV+97O+hW9ljswqn3aeoDgEAPc+ZNKRg9zuECPnq4m9uWnaWz9NgmGAydChXwQSTAICex1E2AMsilQQAAGaolQQQynAS39tSWjHvJKH5jP0Ue+G0e23OFAEAu0pC5h6ZI84Obdda1jetvNRQJRk2mxQEkwCAHsbnCwDLIpUEAABmqJUEICKcoP/ltL7PW/njyX53eehWueOujE0ZJQBg18oaeX5C5rTQdl/l+y2bnwhMMBm2UDI4mNRx4hgA0O2YVxKAZZFKAgAAM9RKAjAZu1We069deYOr+ofQrZLzD00bfJwAgF6gFEy9wx6XG7rCte4mb91PeiRpKJcM7sn3HwBAz9GYVxKAVZFKAgAAM9RKAhbXznSSFZ/Vrbk7dKuYpGEDJv1TAEAvUR2JA/e4T1GdhnZF+JqWneV1VYStmAxeFozjCgDoMRxlA7AsUkkAAGCGWkkAOkOVpKdpY8WPp4Z2k2FAYbgwAAB2pYiXR3hKm5ef7/d5/SFCx3ElmAQA9AQ+VgBYFqkkAAAwQ60kYGWm00m2VPxwguatC9lIKZh6uyPcwIkAsIsl5x+aOuiY0HZ/3Xct6+8M1Erq47hqTDAJANhVmFcSgGWRSgIAADPUSgKWZT6dZPXSv3nql4ZulTXivITMPQQA9A15466OTRkV2u7Z8pC35ht9EFcmmAQA7Eoa80oCsCpSSQAAYIZaScCa2ptOcm7jhsdDt0rInJY58hwBAH2Hai+cdq/qTAlZobWsvMTvqQtbMckEkwCAHsVRNgDLIpUEAABmqJUEIIJSSXmm3ueurVp4Vmgfe1xuwdQ75NuGAIC+xB6bVTj1ztATIJqnrGXNtYYqyUgTTP66Fd+LAAA7jU8TAJZFKgkAAMxQKwlYUGihpH5XqvzpYp9rm3EbxVa4+12qI1EAQN8TnzE5c/gZoe3eijfdFR+2O8Gk4PQxAKBbMa8kAMsilQQAAGaolQSsJtLYrYGT9U1b/teybXboVlkjzg07cxsA9BFZI8+LTRkd2t6y6nKfq9wQTBommGQcVwBA9+KSFwCWRSoJAADMUCsJWJmhWsjbXFK1+M+h3WQemTn8LAEAfZliL5hyq6LGGJv9dS2rLm0dnrqNYVJJwwSTOs4jAwB2BkfZACyLVBIAAJihVhKwlLCVQPoZ+aqFZ2m+esMmii2uYMptQuHIAkBf50goyBlzaWi7v/ZLd8nz/hBaOAIAgJ3GBwoAy+LcAQAAMEOtJGAdkcZuDVQL1RU/7Kr6KnSr3HFXyBP9AgD6g7QhJyRkTQ9tdxXf4G0s1sPI4NtIVZKcUAYAdBnzSgKwLFJJAABghlpJwJqMY7c2rq5bcV1ot8ScmakDjxYA0H/k73aD6kg2NCrC3bLyYp/XExxM6qmkYRxXgkkAwE7SmFcSgFWRSgIAADPUSgIWYTZ2q99T8eNpmr/FsInNmZY/6XoBAP2KLSZtwKQwl1loTUvcm+73+XzBI7iGHcpVAACwczjKBmBZpJIAAMAMtZKAFZiP3Vq75l5P/dLQrfIn36g6kwUA9DdJufumDjwqtN2z5UF/89pAMGkokWQcVwBAN+LjA4BlkUoCAAAz1EoCVmMcu7Vpff3q20O7pQ0+PiFrTwEA/VPu2CvtcbnGVs3TsvoKGUYGB5ORxnH9dSPOLAMAOol5JQFYFqkkAAAwQ60kEPXMxm7VtKqfLtL8LsMmjvj8nDF/EQDQbyn2uILJN4eeFfHXz/dse1EPJoMZ6ib5ggQA6DI+SgBYFqkkAAAwQ60kYBFhx25t3PI/V+Xc0M75k29WbDECAPqzuPSJ6UWnhLa7N9zmc1UEgkktRKCP4Wwyp5UBAJ3CUTYAyyKVBAAAZqiVBKJb6DiEOp+nvmbJFaGbpA46Ni5tnACA/i971AX22Bxjq6/Ovf6G4BLJjozjCgBAx/EhAsCySCUBAIAZaiWBKBa26Ec/2167/O9+T5VhE5szJWf0nwQARAXFFjtg4t9D230Vs3213/jDiTSOK+eXAQAdx7ySACyLVBIAAJihVhKwCMPYra7qBY0bnwntljv+KtWRKAAgWiRkT0/KmxXa3rL6Kp+3OTC7JOO4AgC6l8a8kgCsilQSAACYoVYSiFahZ9WDYklv9eILZZthk/iMyckDDhEAEF1yx1+l2OONre5N7k0PGMZx1cIRAAB0EkfZACyLVBIAAJihVhKISiaFPlJ98YOe+mXGbVTHgEnXCwCIOvaYzJzRfwxt95U85mtaEyiXDDuIq96TckkAQKfweQHAskglAQCAGWolgagXPHCrvPU2ba5bfUtot+yRFzjiBwgAiEZpg0+ITRltbNU8rjVXyvdGfRxX/TZ0gkkAADqOeSUBWBapJAAAMEOtJBB9wtb06MFk1eI/ar5mwyYxiUMzhp4qACBqKQN2u04oNkOr1rDAU/pqu+O4CsolAQCdoTGvJACrIpUEAABmqJUEopvhxHpz6Ueuiv8L6aUMmPyv0JP1ABBNYpKGZRT9PrTdveFmv6chuD4ydBBXgkkAQKdwlA3AskglAQCAGWolgSgTeg49iL9m2dWhm6QNPjY2ZZQAgGiXNfI8e2yOoVHx1Xq2PBwYxFXeGoLJsNNMAgBgjk8NAJZFKgkAAMxQKwlEE5OyHqlhw3O+pmLDJqojOXvUJQIALECxxeaOuzy03VvypK9lqz+IPrukCBkN27AAAEAo5pUEYFmkkgAAwAy1kkAUCy708Xsba1f+K7RP1shzVUeiAABrSMqbFZc+0diquTyb7gk7u6RhmkkBAEAHaMwrCcCqSCUBAIAZaiWBqBG2UFI/q16/9t+ap9KwiSMuL33QCQIArCR33JWhjf6KN7wNy8MGk2HnmBScawYARMZRNgDLIpUEAABmqJUEopLhTLrPVV639r7QbjljLxOqXQCAlcSmjErOPyyk2e9Z/6/QQVyDI0nKJQEAHcTnBQDLIpUEAABmqJUEokPY2h39ZHrtyhuEv9mwSVza+KS8/QUAWE/OmEsUNcbQqNV/56v50ufz6alkpIpJyiUBAOaYVxKAZZFKAgAAM9RKAtHHcALd07i2adPzod1yx18tAMCS7LHZGUN/H9ruXn+T3+eNVDEZ6MMXJwBAuzTmlQRgVaSSAADADLWSQBQInVEyWO2ya2SbYZOUgsNjU0YJALCqzGFn2pzpxtaW1d7y181nlwwumhSccQYAhMNRNgDLIpUEAABmqJUEokzwiXLJVflVS9lHhj6K6swefYkAAAtT7HHZoy4IbfduusPvbQ7kkXowaZhgMoBvUACASPiMAGBZpJIAAMAMtZJAf2deKFm95LLQTTKGnmqPzRIAYG2pA38bkzTU2Oqt9Gx93DC7ZGg2STwJADDBvJIALItUEgAAmKFWEogmhkLJpq1vehtWGPrYnGmZw88SAABFzRlzaWizt+Qxv7cheARX8kgAQKcwryQAyyKVBAAAZqiVBPo100JJf93qW0M3yR51kWKLFQAAIRKyp8dnTDU0Kv4m79Yng2eXNJ9aUnDeGQCwI46yAVgWqSQAADBDrSQQBQzXYgfOlTdvez+0UNKRUJg68GgBANguZ2yYcklf6TOBcsng2SXN80i+UAEAdHwoALAsUkkAAGCGWkmg/zKc7NBnPgvchi2UzBp+tlA4RgCAX8WmjErMmWls9dV5S57rVLkkAAA65pUEYFmccQAAAGaolQT6u+BCSf22pfwTT91iQ097XG5KwaECALCjrJHnhTb6tj3l9zZRLgkA6AKNeSUBWBWpJAAAMEOtJNBPhS2UDJw0l+pX3x66SdaIc4ViFwCAHbWWS2bvbWz1VXtLX9DfV8MGk5RLAgDC4igbgGWRSgIAADPUSgL9mqFEMveqljsAABAASURBVKCl4nN3zTxDT3tcbmrhEQIAEE7WqAtDG31bH/V6mk0GcdV78m0KABCMzwUAlkUqCQAAzFArCfRHkQolA+pX3xG6SdbwcyiUBIBIYlNGJWRNN7b6qn1lL/uDtFsuyWloAIBgXkkAFkYqCQAAzFArCfRfYQslXZVfuqu/NvRUHUnMKAkA5tKLTgpt9Jc85PO2BKeS5JEAgHZpzCsJwKpIJQEAgBlqJYF+p51CyTV3hW6SUXSqYosVAIDIErP3jk0ZZWz1VvnKXgkulCSeBAC0i6NsAJZFKgkAAMxQKwn0a4bz4O7aRa7KLwx9VEdSetHJAgDQnqwR54U2+rc94ve59TBShFwOovfkOxUAIIBPBACWRSoJAADMUCsJ9C/6CQ7DmfHAufL6VTeHbpIx5GTVHi8AAO1JzJ0ZkzjU2Oop81W8yeySAICOY15JAJZFKgkAAMxQKwn0X4aE0tu4rqX8Y0MfxR5PoSQAdFzWqAtCG30lj5iM3UoeCQAwYF5JAJZFKgkAAMxQKwn0I5EKJQMa1j0YuklG0cmqI0kAADomKW+/MOWSro3+2m8M5ZIm2aTgTDQAWBtH2QAsi1QSAACYoVYS6KeCE0rJ56lr3PyioY+iOtOHnCIAAJ2gZAw/PbTVV/YfQySpLwhqYgAAO+ITAYBlkUoCAAAz1EoC/Y4hjwxokpGkv9nQMzn/YJszRQAAOiMl/xA15M1Tq/k/4S4JhJGGWsnguyKkrh0AYEHMKwnAskglAQCAGWolgf7CMG+ZFjSIq9/va1z/aOgm6UOYURIAOk+xpw/+XUir31v6gqFQMnAb3ImvVQAAQQ09AAsjlQQAAGaolQT6l9BsUmop+z9v0zpDz7j0SbEpIwUAoPPSBx8vFJuh0Vf+X7+vxXxqSU5DAwAEVZIALIxUEgAAmKFWEugXwoaRusaNT4Rukj7kJAEA6BJbTEZy3oGGRsVX6698R48kw04wKULesQUAwHp4/wdgWaSSAADADLWSQD+lR5K+5i2u8o8Na21OeT59lgAAdFV6UZhrO/xlzxtqJQ1Fk3pPzkcDgJUxryQAyyKVBAAAZqiVBPo+Q/2NoVCyft3Dss2wSevJdIVjAQDouri08aHjYGtNy7TGRYZayUjjuP6yCV+0AMB6GNAbgGVxJgIAAJihVhLoXwxnujW/q3nzc4Y+iupMG3SsAADsnPSiU0IbfaXPByLJABFysYgAAFgeR9kALItUEgAAmKFWEugvgism9RPfTZv/6/fWG3qmFBxqc6YIAMDOSck/RA15O9WqP/B7qiON4Br8Fq2Fm2kSAGAFvPMDsCxSSQAAYIZaSaCPMxZHBg3iKk+FN6x/KHSTjKLTBABg5yn29MG/MzZqXn/ZC5Fml/y1F+ejAcDCmFcSgGWRSgIAADPUSgL9jl6I46ld5G1YaVgbnzHZmTREAAC6Q/rg44ViMzT6y1+RQWRoraTYcTRXQTYJAFbFpwAAyyKVBAAAZqiVBPqy0FFbgzVufil0k/TBJwoAQDexxWQk5x1obPVs0+q+02slQwdxDfSidBIALIujbACWRSoJAADMUCsJ9C/BtTgtJa8Z1tqcGUkDDhAAgO6TPiTM1R6+yjcNg7iG1k0CACyLDwIAlkUqCQAAzFArCfR9wUmkvtBc+p7fU2XomVJwmAAAdKu49AmO+HxDo7/yPUVzB9dKhlZMMnwfAFgW80oCsCxSSQAAYIZaSaDPCjv0n36mu3nLy6GbpA38rQAAdLfUwqMMLYpweyveDQ4jRdBbtN5NYxBXALAkLkwBYFmkkgAAwAy1kkA/op/v9rmrm0s/NKyNSR7pTBosAADdLbXwyNYgckf+qtn+IIb6yEgTTAIArICjbACWRSoJAADMUCsJ9HGGE9zbZ5T8nyK8hp6phUcIAEAPsMflxGdMNjRqdd8K97bQSSVDqycFAMBiePMHYFmkkgAAwAy1kkDfFDroX/AJ7qYww7eqKflMKgkAPSWlwHjlh/wC5auc3ZFaSR0nqQHAIphXEoBlkUoCAAAz1EoCfZlh9L/Arbdhlad2oaFnYs7etpg0AQDoGckDDlTUGEOjVvE/sT2DDK2VNOSUAgBgGbz5A7AsUkkAAGCGWkmgjwutvGnc/GJot9SCIwUAoMeo9vikvP2Nre5NvvpFhlrJ0CrJ0PJ3AEB04ygbgGWRSgIAADPUSgJ9UNhB//SZy5q3GFNJ1ZGUlLuvAAD0pNTCMNd/aFWzTaok+ZYFANbE+z8AyyKVBAAAZqiVBPqs4BJJfcFd9Y3fXWHomZJ/iFDtAgDQkxKy9rA50w2NWtV78iZsuSSDuAKAZTGvJADLIpUEAABmqJUE+pqwA/3pZ7Sbt70duklKwRECANDjlDDlkr4af/08vVZSEkEF7novjUFcAcBKuB4FgGWRSgIAADPUSgJ9X3C1TfO22Ya19rjcuLTxAgDQ85LzDw5t1Ko/iTS1ZGg8CQCwAo6yAVgWqSQAADBDrSTQNxlOZ/8yfGvNQr+r1NAzOW+WAADsErEpoxzxAwyNWvX7IugdO1I8KSiaAQDL4A0fgGWRSgIAADPUSgJ9iskQf/JuS+m7oZsk5ZJKAsCuk5S7n7HJW+5rWOLfLlKVpMYgrgBgGcwrCcCySCUBAIAZaiWBPi642qalzJhKqs6U+IyJAgCwqyTl7h+mtfYTEVLgHjae5HsXAFgBJfIALItUEgAAmKFWEuiDtHDDt3ob1/oaVxl6JucdIAQvYQDYdeIzJtmcKYbGwNSSgeFbTeaYFAAAa+AoG4BlkUoCAAAz1EoCfUc7w7duezt0k+SwJTsAgB6kJLVeEbIj1xrNtTk4jBQ7VkmGBpN8AQOAKMabPADLIpUEAABmqJUE+rLgOpvm0ncMa1V7QkLWNAEA2LWSQ6eWbC2XfF9EHsRVAACshHklAVgWqSQAADBDrSTQ12jhhm/1uUq9dQsNPRNzZgrFJgAAu1ZC1h6qPcHQqNX8OoirfktICQDWxBs+AMsilQQAAGaolQT6iPaGb30rdJPkPIZvBYDeoNharwsxaFqsucuCI0mx4yCuAZyhBgAr4CgbgGWRSgIAADPUSgJ9VnBtTUvpe8bVqiMxey8BAOgNYQdx9Vd/LCIP4hr6jYvvYAAQrXiHB2BZpJIAAMAMtZJAn2I4ef3Lgq/JVfW1oWdS9t6KLVYAAHpDYs7eQnUYW+u+CB64lUFcAcCymFcSgGWRSgIAADPUSgJ9jf6S1M9cN1d8oQifoVti9gwBAOglii02IXN3Q6PW+KPQvP7tIlVJ8tULAKIe16AAsCxSSQAAYIZaSaAviDSsX+DWUzU3dJPE7OkCANB7ErP2MLQo/iZf/ULNlGETTlgDQFTiKBuAZZFKAgAAM9RKAn1QcCQpb12Vnxs6OBIK7HE5AgDQexIyp4VpbfhWhJtakkFcAcBSeJMHYFmkkgAAwAy1kkDfYQgjf5mWzF3ubVhu6Bn+VDgAYBeKSR5uc6YbW+u/M0wnKcIN4goAiG7MKwnAskglAQCAGWolgT4l+PUYOIvdUv5ZaLfEzD0EAKC3JWQZrxHRGhdpvkY9mDTMLkmhJABYBO/2ACyLVBIAAJihVhLodWGnGQsavvWLkC2UhCxSSQDofaGV64rwafU/yAV/m+AkUmd+FwAQBTjKBmBZpJIAAMAMtZJAH2EY5U8/ke2u+tLQMzZ1tOpIFACA3paUOyNMa8N3WscmleQ7GABEK97hAVgWqSQAADBDrSTQd+gnL/Sz1d7Gtf6WzYZuTCq5S3FGCUBkNme6M3GQsbX+27AxJCWSAGAdzCsJwLJIJQEAgBlqJYHeFXb4Vv3WXRU6fKtIZPjW9nTj25pWVaPVN4qdo7k9wuUSAKJRQkbIlSItqzRvjdhxLsnQnBIAEMWoiQdgWaSSAADADLWSQB/066SSFcZUUlGdcekTBUxpm7Zqm7eJ7uAv3uz7ZoHYGQ1Nvu8Wac2kkkB0CjvRr1Y7N9LArYbz1Jy2BoCoxFE2AMsilQQAAGaolQT6Am3HuSS1XyeV/NrQMz59NxlMCpjTFPfsT7z/963m84qdo9XWe97/UquuEV1T2+B69g3/2k1KUrwAEI3a6tdDTj03zvf7/eaRJF/AACCK8SYPwLJIJQEAgBlqJYE+InS+MW/Tes1bZegWnzFZoD3qwDzbmBHuR//rvvNprbRC7AStus6/rcLz7hdd2ba80nXvM76vF9imTRA2uwAQjRR7XGzKCEOj1rhIizBwa/C7PeesASBaMa8kAMsilQQAAGaolQR6kcmkkq2FkjU/hm4SlzZOoF2KYttvd3XMUO+3i1que8D7+Q9aU7PoEq2uQdE8nrf+T0aMndjM79c2bnU9+KJ30Qq1MFcdXSQARK/Qd2alZZXwt4igInixY60k374AILpRFg/AskglAQCAGWolgb5GP3nhrQ0znWFc6liBDlBU1XnRKWpepr9sm/vpFzwvvesv3tTpAV19Xq22Qc2qELYmzzufy6yxQ1v5/b4Vxa6nX/GvWSwUn+3gGfLBCADRKy51fEib39fwc/AgrgzoCgCWwlE2AMvi6BcAAJihVhLodVqESSU9tfMNPZ1JQ1RHokDHqDmZ9uMOUZKdakaJb95s14MveD/8Wqup6/getIYWraVFzWp0ji3xzl/q31LWka18Py71/Od1Ufm9ml2r5qbZ95wkAES1uNQwVexK88+GGFKEJJEAgGjF+zwAyyKVBAAAZqiVBPqC0Eklhd/jqVtk6BauHAdm7HtMtE/bU7hinLtttqd95fnfa66HX/L9vErz+Tqyeeu4r80uJd5lH16uNG/xfrdIMy+X1DTvx1+7H39ZuOY5xpQIl902fZqSGC8ARDVn0uDQS0a0xp/ClkgKppYEAAtgXkkAlmUXAAAAkVErCfQdO0wqWfez0DyGDgzf2llKcqJ91nTX6g2+qkrHyFI1p86zsNZ1Z7HjxMMdR+zX7uZaY5MMJtVct+LwO4o2e39eqU3fTSnICd/b5/V8MNf9ygeO/FWO3bb4tqZongzb3pMFet6G9Wu2bN5UV1dTV1crP9eSkpKTklPy8vKLho4UwC4Rlzqusfy7HZqaFgeu/TKZWpKz1QAQrfSPAAEAFkMqCQAAzHBGDOgtYU9S/DqpZF2YSSXj06mV7DR1xGDbPlO9b2yxD6i1pTere69yr6h1P1/lm7/Uecaxam6mcDoibas0twhPs3C2Flaq+TXaN8t9y9aoeZnCZjP0lPml95NvPG+/7yha5Ry/TfOovrJEddgENT1VdMmbb7z45GP3im7yj+vv3nP6voHlKy47e/nSnwLLt9/1xLjxu4l+6+ef5n/wwZuLF82rrq4M2yE7O2/f/Q85+JCjB+QXCgv429UX/bToh8DyrXc8OmHiVIFdJS5tvCGVVL3yraDCb8tRVTV0jO5AH8PXML6VAUDU4P0cgGWRSgIAADNcvwn0rrDVM621kjU/GnoqtpiYpGECnaUEpP+oAAAQAElEQVSqjv338C9a7vqhKnZGsRLrdU7YYktv9Kxsbrl1i+PwA+17TVbSU0S4M0daY4vwNyhq669GiXPbskv8PyzQpoxVMnbMGptbPO985vv0I8fgtfbh5a3j7zY5tZoM2z6jRBLzgPaITRvXP/H4PfPnfWPerays5H+vPPvGay8c/7vTTz7lHIfTKYCeEXZqSdH0k4g9WIswu6ReRqPfCgBAtOCNHYBlMa8kAAAww8ES0HcEB5OhtZKtp7wVvt53hZKW4jj+EK06z7M6S/O3Pov2gTUxM4rtWT9733vN/dybviWrwm6oNTYpok7Y/MKmKrGqLa/Ov3Gpb0XxDp1qal0vvuOf8459yKrW6ScdrRNP+qviReJQ2/BBit0m0N3Kyrb99arz240kdT6f95WXn77w/BNLtm4WQM+IT58YprVtEFdDKsnVYABgBcwrCcCyqJUEAABmqJUEel3wa/CXZV+Dt3GNoVtcGpNKdp1t7HDHyUd4XqlR05rsA+pkixrncYzdJoNGz8pq98NrbVMmOU44RElJ0jdpDRAam4RoFDZNxDhEWrLaXKkkl3vf/z/79tkitS3bXM+/5ft5fsz0NbbsesUh92sTLX7fpixlbJFSmCu6KjMze9yEKSYd1hWvamyoDyxnZGTnmY5QmpLcxYFk+yC323XDdZcZhmzdZ+bBw0eMTkpKTk5OlZ9rGzYUb9myce2aFfJZ0vuUbN101RXn3nr7IwWFgwXQ3VRHoiOh0NO4aYfWxsWGOvhQFEoCQFRiXkkAlkUqCQAAzHAiDOgVoWcogsto3NU/hG4Sl8qkkjvBZnMcsZ9v/lLvyiY1tVmN94jWQXE1NbMxJnWNt7jW/VGlb+nqmLOPU8eNCGyheH1afaNweOUJpdaJJPOzxNZyx+BK97ervT8usU8d59+wxfXka2LDz3EHLVMS3a1vpXlZoqpOqxRa00DH+JFKbIzoqn1mHiR/TDoEzyC494xZ5190hbCG9997PThrHDtut/MvvHzosFHBffaYPjOwsHLFkjdff2nulx8H7lZVlt95+z/+/eB/BNAD4lLHGVPJpkVC84eWSwbjmxgARCXe2wFYFkM8AQAAM1y/CfQpgdejp25x6Kr49N0EdoYMJk8+0u8q9G5M0/xtLSkJSnaaEqs4RpbFHbZYcS1uuftRz+sfadW1cqXm8Wi19WqCS9j9wmkXCXFKYrya1aik1nmee9O3ar37iVfE1h+d+65Qk9yKqoi8DBHjFB6vZ1WukpWpjhkq0N28Hs9rrz6v3x0zbtIttz1siCSDjRw17pprbwnOd9esXj7vh68F0APi041TSyqay9+yQTMlgobvFozvCgDRgvdzAJZFKgkAAMxwhT7Qi7SQkf0Cdz0NKww9bc50W0z0DMLZW9RB+faD9/dtLvDXxrXeb3aJrFQxrEAkxqnJrph91tqLVnjffdX96Eu+n1eJhiZR3yycXqFqrXFjTILITFVsmn10qX/zFvcDT4vqH5x7rFeTW1p3lZEsCnJEfaPWKHwbs22TRiupyQLdbdXKpdVVFYFlVbX945932R2Odre69LJ/5ubl63e//OJjAfSA2OSRoY1ayxr9xHTw+zxnqwEgujGvJADLIpUEAABmqJUEepfhBRg4Ve1rXGXoFpM0RGCnKXEx9pm7KwW7eVfktZZLur2ipELkpIvxI0VhjhKjOUaWOaetEVVzXPc+5f7P29qWLUqsVyiacNiFI1WkZ4oYhy273pZfo8YtdU7ZpKY1t55rSogTIwYKl1vUNHjXZQh7sm3mVIEesHXrr8NjFg0bmZzSoag+Ni5u1gFH6HdXr1ougB4QkzwiTGvLWvmu7vf7g7NJw4KgpAYAog4V8AAsi3klAQCAGWolgb5DP23hbTSmJjGJRQLdQc3OcBwyw/1osW9DjX1IlahtECWVYugokZwrUlcrxVtsaqOa3OLdVuddUq61OOxDfK3vkTKVVOJFWr5I2qi4apxTNyl2X2tgKcXHit1GtQ7xWrxFa/Z5N6Tbdh+n5maJ/qahvn7lip9LSrY0NTWkpqZn5+SNG7dbRyoRg8m/4XXrVm/ZtLGyqszj9mRkZuXlFYwYOcZm654j06bmJn3Z0ZnHNnnyHi+98HhgefOm9c1NTXHx8R3ZcFvJlpUrl1SUl8XFxQ8aPHTo0JEy4xSd5Pf5iotXl5Zurauprq2riY9PSElNy87OGz58dGefYcnr9f608Ie1a1clJSUXFAwaN2Eyn+N9hGqPt8Vk+FyVwY1KWyoZuAgstFYysMBvEACiD+/tACyLVBIAAJihVhLoC4LPUPuaNwi/29AhJolUspuoqm3yGHW3Ca4vatTMBjXJLTZuay2XzJguBmeItJVi2RqlosY+sNqW2eBdk6XEeANbCSVGxGeKtBRRVacmun7ZW4xDjCsSaUNF2TJRXuvbluyvj3Uesa8wnIdqHZbXo9jtrfvpe5YuWfTcMw/JW/lAg9vj4hNmzjzojLP+2JGSxLKybS8+/9jXX3/a3NRoWOVwxkybtvepp10wcPDO/hlnZ+fqy2tXr2ior0tM6tBIuSNHjTv73EuzsnJzcvNk4BoaST73zMOv/vfpwPJTz76Vm5e/rnj1C88/+t23X+zYUZm6+14HHvSbvWfsr9ps5v+o/LV/9ukHH7z/xqoVS71eT2gHu90xesyEw444dua+B4c9dynT0+OPmRlYPu6E088650/Lly2+6V9X1tT8mnsVDhxy1jl/nrbHDNExcp//uPaS5ct+CtyV/xdXXn2jfAB6h00b1l1w3gn63Uv+fO2hhx8j0DExSUObDKmke63YcaRuvncBgBVw0QkAyyKVBAAAZjhYAna9SKekA+2e+hWhq2KSSSW7j83mPPVo74Ll7oWFMXsXKy6PWLFBTMsQMZNEeqKYmiaKVynrtyiKxzlx6y+bJMS2HlupMSK3QGze1johpWgroBw5RGRPEFqj2FSmeXy+rSm2gcNsQwcKr09rcQu327d5m3/hMv+q9ba9JzsO3Uf0Pc889cBrrz4XdpXMFz/6cPa8eV//47q7Rowca7KTd99+9fFH7/H5vGHXetyur7/69JuvPz/muN+fedYf2w3zTIwbN9nucHo9rbG92+164rF7/3LFdR3ZUP6jxx5/quiw1//3n2efedDv84Ws0X6c97X8GTtut39ef09iUlKkPdTUVP3jb5cUr10pIpNR5c+L58ufTz56Rz7JMbGxwtT6dWuu/evFrpbm4MZNG9dt2bxBdCyVbGps+Ns1F69etTRwVz6Z1/7jjo4nmmhXTOKQpoofglu05jXGTDKcwJcxvaqS72YA0N8xryQAy2JeSQAAYIZaSaC3BA/fF1wr6W0IE2Mwr2T3UlKTYy8+RavP8a5Pb51gsqJGbNogvFuEkiTiRouRu4upk0RWqrBvz89sqlDihJouUvJEUluZnVw1pEAUjBW2RFG/WWyr0upi/VUJ6ohhvoXLPR9+6X78v67rb3ffeq9n9v8pGan2GVP6YKHkKy8/HSmS1FVVll/3j0urKisidXjpP48/8tAdhkgyIzNn6LBRwQO3apr/jdf+I0M1j9stukqmgDP2OUC/O+eTd2696ZrFP83v3g+y9997/ekn/x2IJBMSk3abvOcxx526+7QZwTWjS5csvOwvZ5SXbQu7h7ramquvOM8QSSanpA0pGiHz3cysHMOQtgsXfHf/v28O3U/wqUz5/3j3HdcZIknRVv2736xDRQfISPLqK87XI8mY2Libb3mQSLJ7hda1K8IjXJvCTirJvJIAEMWYVxKAZVErCQAAzHA9PtB3BE5SexuNqaTqTLE50wW6lW3KONt++3vn1qnpTba0ZrFyg0hMEdmJwpYh7INFdrpIzBKbV4oNW0Vji7DbWwNLJVnYC0RhoSirFoPzxZCJwjlYeIvF0nWa1+8rT/TXxmkLFvt+/FRxVKqpzWqe29+QpWaPcpxwmJKcKPqeBfO/FW2x1j4zD9x7xqzBQ4bn5ORVVJRuWF/89FP3b960PtCtrrb6uWcf/svl/wzdw2effvDi9vkapbS0jDPOvmTa7jOSU1sDPBnsrV+/5vlnH5n3w1eBDot/+vHxx+65+JJrRFedcso583/8pr6uNnD3q7lz5E9uXsEhh/52j+n7DBo0VOy01//3fGBh3/0PveKqG9SgOPnV/z7z3DMPB4a63bJpw0MP3Hb9jfeF7uGpJ/6tP3sxMbG/PfaU3xz1u7T0TL2DDHHnfPLei88/VllZFmj5/NMPjj/h9CFFw4P3E3wqc84n78pfRNuiIqPEwoFDNm9ev2D+9xMmTJFPu2iPfMb+dvVFxcW/vL3ItPXmWx8aPmKMQLcKO9q21rJGixsUfPWJAABEO46yAVgWqSQAADBDrSTQi8K++nyNqwwtsUndELRYhObx+pev9a/ZqCTGK8kJIilRxoGtP0nxoaWK9oP29q9d7yuuUcdvVYRXrC4WydkiPrF1CkklVeY2YkimSFkmVq4Wsc7WSFKJE7aBIrtADK0UQyeK+IlCqxVVW0RlrfDaNJ9qH1Zmyy5unXUyxqs4vd41mZo7OeacE9TCXNFXpaSk/+O6O0ePnai3yIRP/kyZOv1v11y0dMnCQOP8eV+HbrutZMsD9/1a4TfrgMP/+Ke/BQ9DqtpsRUNHXnfDvS/857H/vvhkoPH9d1+bsc8BEyftLrokv3DQLbc/8terLmyorw16JJufe+ZB+RMXnzBq1PiRo8eNGT1hzNiJ8q7oqiOP+t0FF11pOKX4u5POzMkdcMetfw8EkzJtnffD17tP2zu4z9o1K+Z88k5g2WazX/uPO6bsvpdh57L9kEOPluHiBeee0FBfF2ic8/E7515wWaTHE4gk4xMSb7jp/tFjJgQaKyvLqyOXsepqa6qvueqCjRvWBu7KX/qtdz4SKcFNTkk9+ffn6neHDRsl0GHh69pb5DPfWuMbduxWvRcXigFANOFdHYBlkUoCAAAzHCwBvc5whtrbYJxXkuFbO05x2NVBA3wLl3ne/Fi4PJp8e1NURZUJkqKmp4nkeDU9RclMlyGlkpWupCSq40Z63ypWB9Ta8+pFdZ3YsEKMyBa2HKHYhJImYjJFToFIyZSxjlCTZUAs5A5jhouRLSJuZut8Ge5iUbxe/gqFw+cYXt76CFQt8J7qK0v0rM52HHG4bdxw0Yedf9HlwZGkzu5wnHf+ZX++5LTA3erqShmAZWRkBfd547UXXK6WwPLAQUP//Jd/yK1CdyU/ZU47/YLa2uoP3n090PLSC090OZWUiopGPPTIS7fd+rflS38yrGpualy44Dv5E/iXBw8Ztuf0mQcd/BuZs4rOGDFy7IUXXxV21b77HfLjvG8+nfNe4O4Lzz9qSCU/+egdffmww48NjSR1aWkZvz3mFLmHwN3SshLRnutvuE+PJCX5GzH8UkLJSPLKK87ZsmlD4G56Rtaddz9h8oSkpKadevr5Al1ic6banOk+OhA1bQAAEABJREFUd9UOra615mEkX8YAIPowryQAyyKVBAAAZqiVBHYx81ecr2Wz8DcZGsMOCYhIlJQk5+m/VQvz3M/NVjxV9uElitOr+VSt2ak12/1rHNrPDuGxCU1tnVFS5paa4lmWZ8upV4RflJSL7LUiPVmouTJfEEq8UNNE4iDhmS/UlNYWGUvaxwn7yNa6Sd8WUbFO1LQWusnoUzjV1oFekxM0l1srafGuzVEHT3EcvJfow2ejZJQoM7ZIa4eNGJ1fMGjL5l/SrJrqyuAArK625uOP39bvXnPtLWEjSd1pp13w6SfvBVLMJT8v2FayJTcvX3RVZlbOHXc+/vFHb7/7zv/WFa+K0Etbv261/PnvS0+NGTfpnHMvHTlqnOiY08+4yGTtSSef/flnHwYmnlyzenllRVlGZra+VsZ+e+61X9m2kpJtmw8/8lhhKi8oHWxsaDDvvN+sw8aOmyQ6o7qq4uqrztcjyZzc/NvueDQ7J0+gx8QkDWmq3CGVVLanksGNhniSYBIAokzgjZ1jbQAWRCoJAADMcBYM6Av009O+xuLQtTGJpJKdpCj2WXuqQws9r33kW7nQNmCdfWiFGufV12s+RZPBpMumeexai7112W0TsT5R1yg2FYuEbBGf25o7ipi20VydIuZgodjbUkl5Ey+EV/gbhXuLKF0vnK1JpEhOEmmpIt7WmmuurPatz9G8YxzHHqykp4o+zFDkFyo7O09PJSsrK4YO+3XVvB++9rhdgWWZL7Y7oWNKatqEiVP1CSZ/WjRvZ1JJ0TY87KGHHyN/Vq9aNu/7r35aPH/50p98Pm/YzsuWLLrsz2ccctgx551/WWxcnPmeZYS52+Q9TDrkFwwcOnTU6lVLA3e/+eaz3xx1or72dyedITosMyjO9Po85p3NH1WoivLSq688TwbAgbuFA4tuveORjkxCiZ0RkzS0qXJ+cIvWskFsn1HSpFYy+FYAAPo53swBWBapJAAAMMP1m0Cv0HY8Q623+11bQjs7EgoFOk8dlO88+3jv5wO9n33hX7jSMbrEltbctkJVkmMVr0/4/MLTJPxB74FycUu5SF8lCguFPbU1j5SppGgLJhXHL7WSrZ28QqsQnvUyUxJ5I0RSXms22bxBrF8r1pf4yxI8m4Y4Dp1uG1nUlwslpcFDhpl3yMz6NTOrrdmh/Gvt2pX68thxu4kOGD1mwq+p5E8/HnLYb0V3GD5ijPw5RQiXq+XnxfMXLfhhwfzvNmyfQzHYRx+8uXnT+htvfiB48stQ++xzoGhP4cDBeiq5etVy0Xnyhb+ueNV3336ht/jaii9NjB3biULJ8rLSf997ox5JKop66+0PE0nuAs4E4+i4qtagaS2aZjekkqEFlDqySQDo73gnB2BZpJIAAMAMB0tAH/HLpJJNm0LWKI64HIEuUVKT7YfOVIsK3S+/7fpqqQwm7UWViuJvXTcwT6QntSaMHo9ocQuPV8icUi64PaK8QuQuE7bBcnsZMbSVS7YFk62HV/IN09eaSgq3iB8vEvZvSyt9oulrsX6dWL/N3yDc84tsw8fZZk0XsU7RtyXEJ5p3sNl+PaI0ZGal235N0P/vk3flj+iMkq2bRHeLiYmduvve8ke0TYS5+Kcfly356fvvvywv26b3Wbpk4c03XnXDzfeb7Cc9vZ2ZGqXCwl9ne62qrDDvLF/a5eWl8mHIJ00ulJVtKy/ftnLF0ob6WkM/8/3kDejE7JgP3H+LXszatm//G6+/ePa5fxboYY643NBGf8tG1T6a68AAwDqYVxKAZZFKAgAAM9RKAr0l7EsvtFbSHpfdloShi5RYp238iNhBF7iffdM99yt/TbxjXImqNYnGja3zRw4rEDmFwpbbNsGkR2gu0TrbpK81dPQuFc5sodhac8dAMCli2n4X3tae9lHCNlBobqE1CNf7YvWPoniz5tU8iwb6vRkxpx2tpiaJPi8hIVF0VZ0hUeskj8cjelJaWsa++x0if86/6Iq5X37y8IN36BHg/B+/Wbjge5PRUDMyO5JKDtaXq6rCp5IbNqz9+IO3Fv80Xy5EGlq24+LiEzrVPziSDHjjtRemT993TCdnpkRnhU0lNddWLWFU4EtXqF+7ca0YAEQL5pUEYFmkkgAAwAznv4C+4Nd5JZs3G1aFPcGNzpFvcylJMX8+XcaT7v++o30f75y4UUlpVsprRFWdyNkmhgwQSQUidpBQEoWSIJQkGWYKJb6tPtLRelTVWhAZCCZtrYFlq5jW8FKrFk1zxMpvxJrN8qSTb326b2tO7AUnqgX95Le2E+//jfX1Yid4vTub0nWQqqoym5Qh4pWXn9vS3BRofOXlp01Tyex2d5uekakvt7Q0h3Z4840Xn37yfr/poKyFA4fkDSj84bsvRQd07cN67LjdNKEtW7Ko7Z52913XP/L4K05njECPccSHefnb/KUiaMhWw0lqfWpJAQCIFryrA7AsUkkAAGCG6zeB3hUyr2RoKpkn0E3s++6uDMj2vvOZ69sf7cPW2QurlVif2FohtlWJnK0it1hkDBYJQ4RNxpBxQduprWGkYm+LJ1WhyYSyrc7PXy5qPxCrvhLrWn9r/po4z6ockZQlUpO1ymolLUUGYiJ6BU/NeOLJZ03abZrojJiYWNFJa1YtX7VqWVlZSem2rTNmHrj3jFkd37Zo6Mjjjjv1xRceD9z9efF8r8djdzjCdm5oqMvObidXLiv9dVTY1NS04FXyFX3fPTfO+fjt0K1i4+KHDR89dOhI+TNu/G45uQMW//RjB1PJLhg/Ycq/bvp3RXnZHy882d1WOrmtZPPjj93zx0v+KtBjbM701hprbYdA2t+yRd0xkjS8+QMAogyXmwCwLFJJAABghoMlYFdq9xy0r3mDoYVaye5ks9lGFSnpKb4vBnje/cRfsdE+vEzNaFL8flFSIcqrRUaZGLBZ5I0QMcNbx2j9hdZWFukTiq9t5j8ZNviF1iTcC0TDKtHUJGyq8PkVm9+WX+MvL3Y/9h8lv0AdWmgbPcw2fJCIjc66tMTEZH1Z/mFPmDhV9LD333/jow/eDCzLTLRTqaS07/6H6qmkVFtXk5ERfqTWsm0lRUUjhKny8l9TybT0zOBVr736fHAkmZWdO3Hi7kOHtcaQQ4pGGD5zmxobRc/YbfIe1/3rXofTmV8w8NTTL3j6yX8H2j949/WZMw/aBb8vK3PG57sbNwa3KJ6SwIJh4FbDMl/JACBqMK8kAMsilQQAAGaolQR6keGstOapFJpxWEtSyW6nZmcovzlAHTHEdfeT/rpY59SNtoy2gT29PtHYLOz+1nFNlcTW6LE1gPS1TiTZeutqiyTVX2adFDbhGC8y40XcStG0SlRWq+U1jqRyrbHSX7/ZX5bi+yzb93meSE+37TbaNnW8bWCeiK7TUgMGFC6Y/21gee2alaLnFQ4crC/P+/5rn89rs3XigDd9x+wwxhmxWLO8YptoT1lpib6clp6hLzfU1wVnn/vPOvzSy/4RqShTqqur0Ze79+P4dyedKSPJwPKxx5/61dw5q1YuDdy947a/P/7ka/E7MasozMn3bUMqKTwl5sWR+vRj+q0AAPRnzCsJwLKiecggAACw8zjzBfSW0NnFPIaz2G1IJXuC1uLyzJ4jmhtsA2rVlO2TAg7MEdMmiby9RMwEoSYLzSV8JcJfIzR367LWIoQMLxtbb2WLzCZlH0eOSBoqMieKosFi9zHKXqPUQbG23AbH+K2xe/2sJizxL1vpffUD30dz/ZU1IrqMHD1OX161amlHNlm08IcP339zwfzvNm9a7/V4RCcVFg7Wl2tqKr/84hPRGZs2rdOXU1LSE5OSIvUMHp01LL/f/33QsKujRv76VHw19/88bWOlSgmJSZf8+W8mkaS0Yf3aX3fbYycu5Qf9FVfdaLf/8kiqqyoefvAOgR4TZmpJ91bjZSjtjePKiWwA6Nc4ygZgWdRKAgAAM1y/Cex6oS+6wIlpX8vm0M5hzm5jZ7hcvmVr3U//T6svdu6z0T6gXthtIjlBDCsUWQXCPkD43KLxJ+GpE1qtSBwqYvZvzSB99a23tgL5rtlaOql5hNYs3N+I2q9EWbmoaxSNLa11li6P5lO0Jqd/W4pnfb6m5doPGO049iA1L1tEnVGjxuvL9XW1c7/8ZJ+ZB5n09/m8991zQ3nZL4HfKaee9/vTzhOdMX7CFJkm1tZWBe6+/NKTe+45My4+oYObz37jJX1592l7m/SU/y+n/+FCvdAw1Beff1RW9kutpM1mDx5LVgau+vL48ZODZ98Ma/72elPJ7/OJHpNfMPD3p53/3DMPBu5+9un7+806ZOruewv0AEes8X1b8ZbJF4Gm2fnSBQAWweW/ACyLWkkAAGCGgyWgV4Q9Ma25t4Y2hp7dRpdpNbWeD+a6n/6P4vg5dr/V9vwGkRzfmkdOHCbiYkVVhdj4rVj1mVj8hZj3jdiwTaiZQrEJ31pR/bpofEf4q1qnk/RtFu4fhFYn7ENaU8yyWrGpTFTVaY1eX2W8d0WO67uR3qr9bHseHnvlOTEXnBiVkaQ0IL9w5Ohfg8lHH7qrob7epP/HH7ylR5J2u+Ooo08UnRQTE3vCiX/Q727ZtOHvf7ukob6uI9v+5/lHZZSo3z36mJNMOsvH+fpr/4m0Vr54//fKc/rdPafvkIzGxMXpy9XVlcLU7Ddf2rTx1wpOX0+mktLxJ5xWVDRSv3v3ndfLOFmgB9hDatzlVy3NXaqP5hdaMan3JLYEgOjAvJIALItUEgAAmKFWEuh1+mvQ12yslVRsMaqDud+6h3/DFtfTb3g/nG3LWuycsklNdIu0JJGRIjxesXqTWLJGLF4qFq8WqzaJksrW2seCQqHKtcvEtnfE4k9F6VrhW9eaSnqXiq1viPo5wl8pEkeKkSNETOvAmP7KBPf8Qm/tdPuhpzgvONn5+yPV4YOFLZpHrznt9Av05ZqayptuuKKivDRsz2+++uzJJ/+t35114OFJySmi8w4/8rgB+QP1uyuWLz7zD0e9+t9namuqI22yacO6q688/78vPqm3TJi4e9HQkab/jnjl5afnfjEntN3r8dx1xz83rF8TuGuz2U/7w0XBHYYNHaUvr1m9Qp/KMdTcLz955skHgltcrmbRk1Sb7YprbpC3gbt1tdX33XNDaDf5ZL7w/GP6z5pVywU6KWyNu+beIsIN2druUK4AgP4o9LoTALAIRnAFAABmqJUEepFhajG/u8zQgUklu4emeb+a73n1A8W1xjF+oy2zUXH4W9sbm1vTR49H+Nt+Cy6b8CtKoNQtJ00kZwnPWrF5iShe1zpGq+wzYLWIkTllsViyWiRuFcPWiYwRIn2EGF0pflqtxHiFX1UHFth/s79it8SB2G6T95h14BGfznkvcPfnxfMvPP/Es8/58+7T9s7IbK0Qdbla5s/79r13/7do4Q/6VnkDCs8484+iS2JiYm+8+YEr/nKWXobY1Njw3DMPPVVm0mEAABAASURBVP/sI2PHTZo4cWp6Rpb88XjclZXlJVs3y4e0rni1/N3qe8jOGXDVNTe2+w+53a7bbrnmp5+OPebYU/MLWnNQv8+3du3KRx6+c+Xyn/Vup/z+3MKBg4M3HDb811TS5/P+49o/nXr6eYcddmzw7JKl27a+8foL7779quEfbWioFz1s0KCh8jG/8PyjgbvfffvF/33y3gEHHRHcp6625uUXn9DvZmZmDxsxWqAz7DEZoY2qr0pfDi6UBABEJY6yAVgWqSQAADBDrSTQd/g9xnovm6Mr9WQIpjW7PO997pk9x5axwTlzgxLj088Rac0erdHpL0/zlSX5KhOFy+6YtNlRVNk6d+SIQcJbIdZtEcWbW4sppfpGUblKZCeKmtK2WSRbRO18MbRUyFAqP09U1in+UvvgSs+P87TSw5T86By1NdQlf/5bRXnZ4p/mBe7KjPCBf98sFxKTknPzCtauXiHT9uD+aemZt9z+SEpqmuiq3Lz8m2596Korzm0MyvDkv7Lk5wXyx3zbpOSUm299SD4G826ZWTmBos8P3ntD/sTFJ+QXDFq/bo3X4w7uduRRv/vdyWcats3Kzj3siGPlVoG7DfW1jz505zNPPThmzMShw0ZWVpRv27Zl+bKfAmsdzpjzzr9Mdi4uXtnWuU6mrWlpGaInnXjSmd989VngX5QeefiOSZOnZWRkCXQfmzPMW7fmrTEplBQAgOjC5b8ALIsRXAEAgBkOloBdpt3zzpqnxtBicyYLdJmMqjZscT/xX+/brztHLo2ZulF4bf7qeO+GNPeCgpbPxjZ/vLfrq/09G2dosTNF3BBh99my2oKu3AyhKmLJKm3len+t4lpQ4FmeI1weUbZOeFaIra0D7fqb7P5yof1cLH6YL2pqxMAcJTXRVlSpJFa5H/+vaHELa3A6Y26+7aETTz5LHxc0QAZsa1YtM0SSw4aPvvW2R7Kzd7YCePCQYY88/uohh/7W8I+aUBR11oFHPPLYKwPyC9vtfOhhxxz5m9/pd5ubGuX/y46RpHLeBZdfePFVqhrmiPuii6+etsc+wS2uluaFC7577dXnPvv0fT2SnDBx90cff/XwI48bHlSJ+NPCeaKHGcZxlf93d972d4FuZXemh2n1/TIHathJJYknASDKMK8kAMuiVhIAAJihVhLoLfpLTz89Ta1kd2pxe+cv8bzxsX9DsW1AjdbicM0bJLzJmpqtJKSJ9BR1aLotP0vNz1Hzc0V8bPOVd9gyG9SktuTJaRcLVmjVjf7yRM+KAf6mQl9zuX1IpVJdK2q3iKrWYRi9K3N85UmOYeU2T41St0wMyhXZqWqLyzG2xPXNKu/cefYD9xLWOA8lk7nTz7jo4EOOfvE/j3355RxDQWHA0GGjTjn13D2n7yu6SUZG1p/+8vcTTjzji88/+uH7uStXLA0epjVYWnrmfvsfetDBRw4aPEx02IV/vGr0mAnPPfNQWVmJYdXeM2b9/vTzBw0aGmlbGfhdd8O9cz5595knH6ipqQztMHjI8JNOOWufmQcF7u41Y/+PPpwdWJ795sv7zTpU9DD54E886Sx9mNafF89/753XjvjN8QLdRVEVW5zm22GiUMVXaz5qKxeKAUA0Cbyrc6wNwIJ47wMAwLqC56trDTz8fnnrC1JeXi5v5cFSbm5uSgrhB9CzDDGk/pKUC4GXZMUXI7Qdg8n0IafkjLtMoJO0imrPx197P/hSa2hSUuLVvCwlJ0vNyVIyU5XMNCU9RclKV+Lj9P7+ZWua/3ZvzP7L7fltxUx2m+b2eddleovzlaHT7FMmuB592TlptWNctcjLEKVVwuVp+XiKljRENFWocRvtw0rVnCYlOV62a01u9/xBmjI95o+nKQU5wmKam5q+/eazrW3lpA6HIzsnb0BeobxJTU0XPam2prq4eFVdbU1jY0NDQ718eSUnpSQlp2Zl54wcNa4je3jumYdf/e/TgeVTT7/g5N+fE1heV7x63brVFeWlsXHxaWnpRUUjA9NMdkRTY8OSnxfW1dc2NNS1NDWnpWfIJ2T48DGJSUkC0W71nCO9zduCW/ypx4jCG+12u81msweRd2W0H7iV5LeyQA2u0kYAAPqhxsbGurrWb5Uej6e+vl6+28vvRfYd2bbT3//1d37e/wH0a9RKAgAAM1y/Cexiwa+4HV99GiO4dgv/5hLv5z+IqjrHb/ZTCvLUzDQRH6ckxrXGkE5H2E08Xy1QEpptOQ2/7KFReBYP9Jflq7MOdBwyQ01P9S1a4V1ebR9SpWytEDJAro7z27Kdxx+qxDg8b3zs+maxfWiFfXiFGutRVOEYXeKau8Yz90fH8YcoDmsdkcXFx8868Aixy6Wkpu02eQ/RA4YUDZc/okviExKn7bmPgCXZHCmGVFK01UqG9qR6EgCiEu/hACyLVBIAAJjhYAnoFYZsspWnNnQISkZw7QK1IM956tEd76/V1PkXr5SxomJvnQTRXxPb8nWR1pAWe+kfbHtPDvRxnPqblku/821Lsg9sTY59a7LUtDTbxFFKfKxt8ljvh3Ndz7zu3ZjmnLrRlt2gJLjtI9Z5v/7RPmGkMrYTo4YCiBo2h/GaEsVXp21/w9cbuTIMAKIVVY8ALItUEgAAmKFWEugjNG9NaKMthlrJHudbtFw01tp3L9e8indLqnf5MCVvROxFp6hB46+qOZnqblN9WypteXVC1Tzr052/HSEjycBa+6H7qCOHuF/9wPPjcn/eBvvwbTKb9G5cIYNJx+B8JSFOALAYmzPkmhJfXeC/ga9exJMAEN2YVxKAZakCAAAgMmolgT7C564KbaRWsse5Pb5la5WkEqFo3hW53tXjbXsfFHvFWWrIlJCOg/bWGjL9VfH+8kTR4rRN3WG2QnVIQcxFpzhOPtavzHDNHekrTbTl1vnmf+tfUSwAWE+Y8bfbRnANPT0d2sgpbACIAhxlA7AsaiUBAIAZrt8Edr2w9TF+d3VoT1LJnuYvq9Q2bFWcLe55gzRthOO3B9lnTBWJ8aE91cH5Im+Ur2yLvyFGyc1UBw4wdFCSEmwH7qWOHOKdW+T95muhbdYa6zxvzVHHD1ecTgHASkJrJTVv7S8L4bJJvZ2z2AAQHXhLB2BZpJIAAMAMB0tAX9B6KjrsCK5ORnDtWf5NJb5NJYo3XRk6ynn6b23DBgqHI2xPJTnBtts477tL/bXCcfRUERMmaFRUVRmU78jOtI0f6f3wc9+Cpb6la7yfz3McvLcAYCWh15SookUTITMKc2UYAEQp5pUEYFmM4AoAAMxQKwn0Fv189C+3YVNJaiV7ktbc4l+1QTS77IcfFnfr5bbRQyNFkq1sdtuEUSJ1uHA57PvvabJbJS7GNnGU8y9nO84+SUlM8Dw/WyurEgCsxOYIc02J31PBly4AsIjg7/kAYCnUSgIAADPUSgJ9hOZrDG1U7XECPae+UdtWHnPJqfYZUzrSXS3Ms40aothUdUB2u50Vp8Nx8N62ccM9/3nLM+dr5wmHCQdHZ4BVqPYwA0Er/mYRcoaaE9YAEJU4ygZgWRz3AgAAM9RKAn2E3+cO06rYBHqM5rDZD51hGzdC2Dr2PNtttj0mqUUDRYfJ/NJ52Rn+Feu0hkYljcrXvusPZ14kfwTQTRQ1XOG15vnlvzvWyguySQCIOlz+C8CySCUBAIAZDpaAXcP8jHPrK1F4DY2KGiPQk9TUFJGW2qlNbCMGaYPzO7WJ4nDYxo8QAKxEUcOcjdH8O1x9Yogk9Vu+mAFAFGBeSQCWRSoJAADMUCsJ9K5fz0r7jbWSYU9qozt14TyR06k4nQIATEWqlWz/ChXOXwNAVAi8pXOsDcCCOJEBAADMcP4L6BXBZyh+qY8Jk0o6BACgH1KUMGdjFOETDNYKANbAUTYAy1IFAABAZFy/CfSiHbLJ0FRS4RJDAOiXwl5Wor/Pa9v9uoovYwAQXXhjB2BZpJIAAMAMtZJAX6GFzitJrSQA9Eth38BVxWdoCZ5RMuwqAEA/xbySACyLVBIAAJihVhLYlUwqYxjBFQCiRtiJgeX7PF+6AMAiTK47AYDoRioJAADMUCsJ9BGKCKmVVEglAaBfCv8GrnlEB3AKGwCiAEfZACyLVBIAAJihVhLY9cJWTIaplbQxryQA9EthayUDI3XzvQsArIB3ewCWRSoJAADMUCsJ9Lpfxnfyh9TQKKSSANAvhR+Ce3utZMdPVXNSGwD6KeaVBGBZpJIAAMAMtZJAXxGSSjKvJAD0U4rqDNOqeQUAwBqYVxKAZXF5NQAAMEOtJNBXhAz3F6Z6EgDQL2i+sK2/LunDd3PCGgCiEUfZACyLWkkAAGCGWkmgj1AUY2Wk5qeqBgD6pfCXlez4Pq+1EQCAaMQ7PADLolYSAACYoVYS6CvCpJLUSgJAvxT+spLt7/N89QKAqMe8kgAsi1pJAABghlpJoI/QlJALCpmBDAD6J7/fHaZVYbZgALAK5pUEYFnUSgIAADPUSgJ9hGqLMbRQKwkA/VSkEVw5PQ0AFsFRNgDLolYSAACYoVYS6DOMFxSSSgJAP2UyryTfuwDACni3B2BZpJIAAMAMtZJAH6GoTkOLppFKAkC/9P/s3Qd8HGeBNvB3iyy595Lq9EYJJJQEQhJCChAIPZfQez3gOD7KAcfB0Xs52gFHOcpxHJ0QCJCQHtJ7T5w4jnu3ZNUt39prb8YzuyPZlm1J8/+jn5idnR3JjjWrmWee9206r2TVcFYAmWFeSSCzpJIAQBpdSRgp8vH5xppe1AZgFGh2W0k9lXSFGiALzCsJZJYb8QCANLqSMELkcslUUlcSYFSqVPqbrE0c5wEYq5xlA5mlKwkApNGVhJGiSSrZHwAYhZqX3fNtLlIDZISzbCCzpJIAQBpdSRgpmnZoquUAwGjTvOy+9TjvUjXAmGdeSSCzpJIAQBpdSRghqrkmky9USj0BgNGmUupustYIrgCZYV5JILOkkgBAGl1JGCHyxUnJleWBDQGA0aZS6myyNj+hsZjbKgAwFjnCA5kllQQA0uhKwgiRb5ueXCmVBBiNyv3rkyurhWnJlS5bA4xJzrKBzCoGAIDWdCVhj9sy60yxydVqqSTAaFTuj3clq/lJtSN92E5+SQMYpcwrCWSWriQAkEZXEvasxqWKXLOuZKW/MwAw2iTvKanmpzSWXaQGGPPMKwlklq4kAJBGVxJ2v6Z3A7QYwXV9YGT40/m//o+vfCK28lOf/c/HHn1s2E4XX/Snz33mQ9E1p51x1j/984cDw+o97379HbfdVF9+8dmves3r3h52wg+//42f/+x79eXXvv4dL3rJKwO01iSVLEytLwz6e5dfzADGAAdzILN0JQGANLqSsKfELlW0SCV1JUe0yy79S9h+l1zy5wCMaeldSQDGPGfZQGZJJQGANLqSsDul/bgVJtR+HGPrdCVHuEsv+fP2XnLq3LD++muvDMCYlkwlc8Vpuc22Wdl61jG/ngGMauaVBDID0ULAAAAQAElEQVRLKgkApNGVhJEj3z47tkZXcoTr6txw803XbtdLLr/swnK5FIAxrdJ6BNe6WELpsjXAGGNeSSCzpJIAQBpdSdiD4oO4FuODuCbbNowEudwj51mXXfrXsD0uNXwrZEC5P20EV796AYx5DvVAZkklAYA0upKwRzSuUzTqMpv+r21abLNyn1RyJDrk0CPHT5hYX77yiosq5fIQX7h61Ypbbr6uvjx9xqwAjEWVga5aChlfu7UrmXKd2iVsgDHDWTaQWVJJACCNriSMBFt+DIvxVLJSkkqORG3j2o4//qT68ob162684eohvvDSS/+ydQ/txx1/YmO94zCMJc1r7puP8IP+sDsaAIwN5pUEMksqCQCk0ZWE3WMolyRyiVSy1Ls6MCI97aTTG8uXXTbUQVwv+duW4VuPO+6kjvbxjfWOwzCWlPqaHLqr+SmxiSSjpfngyjXA2GJeSSCzigEAoDVdSRghaj+Jhfa5A9uu3HRpu1qqxZWBEeYJTzh+0uQpXZ2bGlGXX3bhO975wXyhkP6SJYsX3XvP7fXlk04+/fbbbgzbqTQwcM/dty9bvmT1qpVt49pmzpiz737zDzzo0LCdVq5YtnTpw4sXLdzQuX7a9JkzZ8466KDDZ8zcjhFl+/v7Hlr4wNIlD9f209HRMW36jHnz9jno4MOLxdH9b7Wnu3vBgnvuv//ucrk0Z85ej3nMMVOmTgs7avWqFfffd/fKlcu7ujbU/p7nzdv7sMMeNX7ChLD9av94li5ZtHr1ynXr1hYKhWnTZsyeM/eQQ46YMHFSYOQZ6FnWZG3xkR+xWB4ZRJIAY44DO5BZrl8AAGl0JWHkyLXvk1hXHehe1jZx38BIUjts1jLIE5526p/O/1XYFGVtvO66q5705BPSX3XxRX+sL9TizCc++YTtSiXvuvPWn/74OzffdG2pFEuua3ubesopzzr3pa+fMm2Q/Gz5siW/+83PLrnkz2vXrEo+O3vOvKef8qyz/+HVjSkzkyrl8kUX/fGiv55f+06S0+YVi21HPepxL33Z6x9z9LGxpy6/9MJPfeJ99eWJkyb/9H//Mmh+uWzpw6979fPry/vsN//b3/1l2GVqf64rLv/bX/7yu+uvvSr65yq2jXvGqWe+4pVv2q5JQHt7en75ix/95c+/q6W/sadyufzhRzz6JWe/6rinnDSUXd13713/+7Pv3XjD1bV/Y003OODAQ0897TnPPvNF7R0dgRGjaSpZKc6r37kQu07tsjXAmOT2XyCzjOAKAKRxsgR7SmP4vsbPYHH8fsnNBnqXB0akk06ODOK6dcLIFBdeeH594alPPWXoncJyufTFz3/k3f/0muuvuzIZSdZ0da7/3W9/9rrXPv+Sv12Qsp/as69/7Qt+8+ufNo0kw+YC5c9/9v3XvfoF99x9e9MNujo73//eN3/p8x+5+aZrkpFkTe3bu+Xma9//3jd9+Yv/Xsv5ok/VQrhG6XBjV+eVV1wUBvPnC37XWD799LPCLrNh3br3vPsNn/7k+6+/9srYn6s00H/BH3/95jeefe01Vwxxb3fcdtNrX/W8n/7428lIMmx6z63cdectH/vouz/8oXdsWL8uZT+1v8DPf+bD7/zHl195+UWtIsmaBx+497vf/lLtO1z00IOBEWOgO/5fv5prD8XpsVFb/QIGMIYZnRvILKkkAJBGVxL2rG0uWLTvndxgoHtpYER6zGOPnTZtZn35qisvLpVKKRvfd+9dy5Y+XF8++ZRnhqHp7+/7tw/904V/OW/b1bn99j9or71rGfYj17m6N3Z99tMf/PF//2fT/dx9522f/fSHoknhuHHt8/ba94gjHztnzl75/CNjz65fv6YWPS5ceH9yJ7X9x/qdU6fOOOTQI2sfEydNjq7/ywW/++pXPhFdU0thn3HqcxoPL/rr+SFV7Y3pL3/+fX05l8uftstSycUPP/TOd7yylhRGV9b+OLU/VNu49vrDrs4NH/vIu++4/aZB91YLLz/wL2+r/R1GV46fMPHQwx7VMX6bgVtrCejb3nLu0iUPt9pV7b/X3y46P7afffc74Mijjq79h2vvGB99asXyJR/58DsH+vsDI8NAb/y4XS3Oiz5sOnCrK9cAY4l5JYHMMoIrAJBGVxJ2v6Z3A9RWFsfvn9y4+fxkjAC1/2QnnnTa7377s1AfxPWaK1KG5bz4b3+qL9SSvFqcGYbmW1//3I03/L3x8PAjHv2KV73lqKOOrg/X2dfXe9edt371yx9ftnRxfYP/+cl35h9w0NNOPC22n80Z4ZZ/cvvPP/hVr35r9Fvt7en54/m/+vGP/rO3p3vTbnt7vv3NL3zi09+I7uGKyy68/rorG3/0s55/zkvOflV0Ksp77r79v77zldtuvaH+sBZMnnHG84581NGNDZ75rOf/+pc/ri9ff91V69atmTZtRmjhlpuvW7N6ZX35iU8+Yeq06WHX+NIXP1qL9BoPTz39rHPOfe1ee28aM7kW4j744H3f+sbna1lsuVxq/NFaWfTQg5/6xPsH+vvqD4tt484993UnPf2M+t7C5jFp/3zB7/73f75Xf1j7A37y4+/70ld+UGxri+3qr3/+fbR9+/RTnv3is195wIGHRLep/RX913e/et89d2zd+eLz//DL573g3MAIMNAd77hX2/ZqLCd/7zK7JMDY45AOZJauJACQRlcSRpD8+FxbPH2RSo5kJ0YHcb3sr602qx1mL71kS8h0yjOeNcSrVJdfeuEFf/pN4+Gb3vL/vvDl7z/+mCc3ZhBsb+84+nFP/I+v/+SJT3pkSsuvfOnjsaFB77zjlgcfuLe+PG+vfT/3he/E0tOO8eNf8KKXvee9H2usuenGaxY//FB0mz/9MfqdvLv2EY0kaw47/FG1IPOIIx/bWPP73/9fdIN6z6++XKmU/3bhH0Nrf91alKw59dQzw65x8UV/uvP2mxsPz33ZG9717g83QsR8oXDQwYd/8jPfPOUZzx50V5VKpRYx1gLd+sODDjr829/9xTkve11jb2HzX/4rX/3WD33487X/cPU1C+6/+39++t3Yrkql0vf/62vR7+r/ve/fY5FkzWOPfsKXv/rDox79uMaaC//6h8DIMNCbGMG1OC+3Vez3rpSQEoDRy1k2kFlSSQAgja4k7HHbTDM2Lj6Iq1RyJDvyqMfOmj23vnz13y9tNYjrbbfcsHrVlu7Uyac8KwzNf//wkbbis57zorOef07Tw/WEiZM+/JEv7Lf/QfWHPd0bf7u5vtmw6KEHGsvPOPXMSZOnhGZqUeWxT3xK42EtmIw++/CiB+sLxbZxz37Oi5vuoVgsvvFN/9x4ePON18Y2OO2MRwZiTRnEtben57LLLqwvT5k67cnHt2yg7qQf/+iRAW+fesIpL3/lm5Lb1P5Q737vvx9y6JEh1RWXX/jQ1mFva6HjBz/82bnz9m665fFPPfmd//yvjYe//c3PYtNGXn3VJevWra4v7z//4KbfVV3t38OrXv22xsPlkdIne1C13FvpXx9f2RYfwbWhsSYAMIaYVxLILKkkAJBGVxJ2s6ZXKBoP8x37xraXSo5wJz99yySRtWypFkw23eaSSy6oL8zba99DDj0iDMF1116x+OGF9eWZM+dE076kfKHwhjf+U+NhbB7KQuGReT1Wbx0WtamXvuwNb3/nBz/+qa9/53u/fuaznx/7EvWFcqm0bu3qVns4/MhHv/HN737/Bz/15f/4729++39jz5500umNCREXLLh70cIHmu7k0kv+3BgH9emnPLuWC4ZdoPbVly5ZtPVR7mWtw7+ac1/6+pDq17/8SWP5Na9/+7y99knZ+KSTzzj8iEfXl2v/bC7fGsFu/V5yTzvx9MOPfMzUqTOedeYLQ6q9N00vusXGrq7ACNB0MuBqca/Gwd8VaoAsMK8kkFlSSQAgja4k7EFNBu7TlRxtTooO4npJk0FcK+XyZZduWf+MIQ9GGk2qHn/scePGtadvX9tm/ISJ9eWVK5YtXfJw46kDDjy4sfyn83/13f/8Um9PT9OdHHHkY5757Bc8/pgn773PftEsc9NODtiyk2q18r73vOm2W28MLTzvBec+7cTTDj3sqClTp8We6hg/PvrXFR2fNuqiCx+pUT7r2YPEcjvs6qsfiZCfcsLT588/OGXj455y0sGHtIyTa3/hd991W+PhU5/6jDCYp55wSmP55puuiz31/g9+8otf/v5Pf/7ns573D+n7mT5jZi635ay/9p+m9o8tsKc1P2iP2zSv5DbN+K3xZNOcUsMGYLRzDAcySyoJAKTRlYQ9JXo9urFcGB/vSlbLveX+dYGR6qCDD5+315b/alf//ZK+vt7YBtdde2VX54b6cqNYOaj777u7sfzoyNyBreTz+SOOeEzj4c03PTJ6ai1O22ff+Y2Hv/7VT/7hxae8592v//nPfrBk8aIwNLWgsbG8bOnD7/t/b3j1K57zxc9/5KorLh7o7w9DdsYzH6lgXnjh+ckUbfWqFbfeckN9+dDDHrXf/geEXeO+ex/5Gz722OMH3f6JTz6h9a7uaizPmbt3bMbNpo7aOsVm2DRY7tVhh9TS0L9c8LtaGNlYU5ZKjgBNU8lKccsIrildSUkkwFjiLBvIrF0y1g0AMGboSsJuk34TQP0nMTmCa03/xkXjx00LjFTPeMazf/Ljb9cW+vv7rrn6smiAV3PxxVuGbz3s8Eftvc9+Q9znsmWLG8tf/uK/1z7C9liyZJu48eWvfNNnPvmBxsNSaeCO226qffzw+1/bb/8DH//4Jz/u8U963DFPam/vaLXDp55wyi9/cfiC+x9J8mqR2IV/Oa/20Tau/bGPPfbYJxx/zLHHDxoiHnHkY2oRaX1w2g3r11533VVP2jbtu+CPv6m9NdWXTz3tOWGXWbPmkcFsp02bMej206fNbPXUsuWP/MdasXzJmWc8IWyPtWtX18LslL/8mnXr1qxYvnT5sqUrVy6r/c2vWLnsoYULlix+KLZZNbgAuufVjtiJdblqcW4sj2w1jjcAY4N7TYDMkkoCAGl0JWHk2NyVPDC5vq9zwfjpjwmMVCef8qx6Kllz+aUXRlPJWk555RV/qy+f9PQzhrjD2mG5e+NOzREY6y+eeNLpXZ2d3//efyR3u+ihB2ofv/vtz2rh4umnn/W855+zz37zkztsGzfuox/7yuc/++Gbb7om8bX6rr/uytpHbXn+/IOf94Jzn3HqmcW2ttDCs579wu9++0v15Yv+en4slfzrX/+w9Su2D71augPWrFnVWJ42fQip5IyWqWTnhvVh59T+eyVTyfXr1l7wp99cd+2V999/d29Pd2CU6OtaEFuzqSiZe+TiTGzs1mha6eI1wJhRv/3XuTaQQUZwBQDS6ErCHpS8El2YeFhys77OBwIj2N777HfQwYfXl6+5+rLoIK6bBzjtC5tGWC2cdPJQU8nO9TubcpXKpdiaZz/nRd//4e/f+o/vf/wxT659z1CRTAAAEABJREFUM8mX1L7PP5z3f298/Ys+/u/vaTqy64yZsz75mW98/ov/9Zyzzp41e27Tr7tw4f1f/fLHX/Oqs84/75ehhdNOP6sxaeXf/35JT/cjedttt9ywfGtJ9PjjT5o0eXLYZTq3DqtbM3Hi4F9oxvSWqeTGrp2KkEOz/1433XjNW974Dz/8/tdvv+3GVpHklKnTaol4YIRJHrEr4w5KBpAAjG0O+EBm6UoCAGncvwl7VjyYzI3Ldcyv9i6MbpNs3jDSnHjS6fXRTfv7+/5+5SWNWuSll/y5vnD0454wvXWsFdM+fpva3Ps/8Omp07ZvCN+ZM2YnV9ZCvjOf++LaR1dn5xVXXHT5pX+96aZrkjM7XnXF3+68/ZYvffUHc+buldzJkY86uvbxlre99+47b7vs0r9cfvmFK1fEZ9Fbs3rl1//jU8uXL3nN697e9Ns4/iknX37ZX8PmKPTiv/3pWWe+sP7UX/96XmOz05/5vLArTZ48patzS/q7atXyQcee7WrdXm3veOS/15Oe/LQXvOhlYTtNmjQl+vCCP/32P778ieiEkXW1NPfAgw496ODDDjnkyMOPePTBhxxeO25cfNEfAyNGtTIw0L04vnLcQY3l3Lai6wMAY4jbf4HMkkoCAGmcLMEeEb0hIBpMbhrEdcJhpW1TyX5dyRHvpJNP/8H3/qO+XAvq6qlkLfy79portm4w1KJkTXt7R9u49nrJsmbipEmPPXr7pipMV8sFz3jm82ofnRvWX/33S6+79qobb/x7V6Q7uG7d6q/9x6f+/eNfTdnJ4Uc+uvbx+je9687bb77mmituuP6q++69M7rBL37+w6c85em1bZKvPf2Ms+qpZNg872Y9lSyVSpdfdmF95Zw5ez3u8U8Ku9L0GTOXbp19c8XypYNun7LNpEmPVC07Ozfs5H+sO2676atf+nhjcs2O8RMef8yTDz30yKOOOvqIIx/TNm5cdOOe7o2BkaSv8/7kymr7I13J2K1ghm8FGKvMKwlkllQSAEijKwkjROPKRX7CYWHNX6JPDfQsrVb6c/lxgZFqzty9jjzq6DvvuLm2fM3fNw3iWksWa8FbefPInIVC8YSnnbpdO9x7r30XLtwSb9x3713HHHtc2AUmT5l66unPrX1UyuUbb7j6B9/7+oIFd9efuv7aK5cueXivvfcddCf19uSrXvPW1atW/PH8X//PT77TeOq3v/3Ze4/8ePIlxzzh+OkzZq3dPLPjbbfcsGb1qhkzZ111xcWNjO2U087c1VfxotXVFSsGTyWXL1/S6qm99tqvsbzg/rsrlUo+v+NzqfzXd7/aiCTnzz/4E5/5RkrLdv36ddGH3tD3uL7OJtX2avvBjeWmXUmlSYCxx7ySQGaZVxIASKMrCbtf8tbp6HJx0uHJl/RtuDcwsp140mn1hVJp4O9XXhI2Dd+6JV0+7vgTx0+YELbHEUc+prG84P57hvKSv/7593/9y3m33nz98mVLasFYY/36dWvvvuu2Sy/58+9/97+tXpsvFI594lP+/RNfGT9hYmNlLQ0NW/5EpcUPP3TD9X//4x9+VdtVq53MnDXn5a980wtf/IrGmgcXNP93W/sH/8xnvWDro+olF19Q+7/LLmuE8bnTTntu2MUOP/yREueVV1w86PbXXH1Zq6eOevTRjeVaIL140cIwmNrf5+9++7+1fycLFtzT29PTWL9s6cN33XlL4+Hb3/mB9IF/H3zgvujDasWlzz2saSpZaTvQkK0AWeM4D2SWVBIASOP+TdiDotepG1cu8uMPTW7ZZxDXEe9pJ55a+89YX77yir9tWLfu5puurT888aTtGL617rDDH9VYvvrvl6xauTx9+1rK9eUvfuxLn//I+9/7pte+6qzbbr2xvr5cLr3x9S/+53e++jOf/MC3vv659MBs+oxZhx32yNft7t4yk+J5v//5G1/3wn/9wD9+7auf/M2vfhpSPfm4ExvLG7tbzsW4edTW3NY/4KWlgYHrto52+9ijj5231z5hFzvlGc9qfAMPLbz/qtRg8pabr1v0UMufwZkzZ8+cNbfx8Pe/+3kYzI9++K3//MbnPvbRd7/9LS/9yIf/qbH+wQcfGf+zlhAf+aij0/dz/fVXRR9WKuXAHpWcBrhSmBcKW25KaNqSTF62NugfwBjgLBvILKkkAJBGVxJGgsY16E3zSk46IrlB8ko3I00t0jv6cU+sL197zeVXXHFRfRzOjvETjnvKSWE7nfC0Z9ReWF/u7+/78hf/PX37H//3t6rVLf3IAw48tBbs1ZcLheJTTzilsdlVV12cvp/GCK41jeFbTzzx9EaAd911V1bKadHXooWP/Fudt1fLAWBrSd7jj3lyffn222+qBZN9fb31h6fu+qJk2PzfKzoB5M9+9r2UjX/7m5+FVJszzi3+cN4v7rrz1pSNaxFyY1rNmuc9/9zG8vjxj3Rqe3t6Gn8nTd19121/Ov/X0TWlUimwRyXvIKm0HxQS6WOrh34lAxgzHNiBzJJKAgBpdCVhdxr0wsSmK9P59lz7frH1upKjQmMQ11qY9N8//GZ9+WknnlosFsN2mjR5ylnPO6fx8MYbrv7m1z5biyeTW9aO4T/8/tcvveTPjTUvevHLoxucdPLpjeX/+/kPU4ZgPf+8X3ZuWF9fbu8Yf9BBWwYTnjFz1qMf8/j6cvfGri994aPREWKjerq7f/WrnzQeNl7V1OnPPKu+UIs5f/Tf/1lfnjBx0gknPiPsFm9487tqP2/15fvuueOLn/9I01TvD7//xd+vvDh9Vy980ctrf2NbH1U/9Yn333n7zU23fOjBBR/+0DsaEfLe++wfDa0PPviRmxJq28RCx6gHFtz7iY+9L1aO7E1NMdnVqpWBgY2LYiujw7c2LUo2nV0SgNGufpbtXBvIIKkkAJBGVxL2rGhFpvHDWEzUJZvOVcZI89QTTsnnC/XlDevX1hdOOnm7h2+tO+fc1+63/0GNh+f9/uf/+NaXXnvNFY1pCDesW/fHP/zqLW88++c/+370ezj5lGdF93P045547BOeUl/u6tzwnn9+/Xe+9cVG+li3etWK7333q9/8xmcba573/HMnTZ7cePjKV7+1UZe86MLz//EtL73+2iuje6i9m1x5+d/e/743L1n8UH1NLaV7XiRYTXrKU0+pZZD15UUPbfkX/rSnndre3hF2i4MOOuzsc17deHjhX8774PvfumDBPfXMtfYnWvjgfZ/+xL9842ufHnRXU6ZOe9s/vr/xcNXK5f/vn19f+ytdvGhh/XJkLXm97dYbP/+ZD7/9bS9btvTh+ma1P+m73/PR6Ltw7e88WjD99re++N1vf3n9urXRr9XV2fmbX//03e967epV8XF9u7o2BPac/q4mt49U2w+OPkxmkwCMSY7zQGZt9z25AECm6ErCnhL96YtXZ8YfEsJfohsPdC+uVvpz+XGBEWzylKnHPuH4a6+5vLFm6tQZj3v8k8IOae/o+PBHvvAv73tzY1LJWsT1kX99Z21hzty9x3eMX7jw/thLHn/Mk9/7/k/k8/GbU2vR19vecu7aNavC5pkma5nWb3/zs2nTZ8yePXdgYGD16hUb1q+Lbv+oRz/+nJe+dts1j3vFq978o60F0Fpc9+EPvaNj/ISZM2fXArnanletWlka6G9sn8vl3/u+j9eeCq0Vi8VTT33O7367zeCop51xVtiNXvaKN65YvuxvF51ff3jbrTe8/S0vHTeuff4Bhyxa9EBvT3djy+ecdfZ5qRNGPuO0M5csXfSzn3x364rqL//vv2sf9b3V/sZiVddagP2hf/v8EUc+JrafV7/2bbUotLGTX//yx7/99f8cdvijjnrU0Ru7OleuXH7rrTcMbN3VWc87p3+g/0/n/6r+cNFDD9Si1sAe0rTUXhl3YL5FDNn0rhQAxga3/wKZpSsJAKRxsgQjR+PydHHi4clne9ffHRjxnnbiadGHJz39jJ05xu69z35f/+bPjn/q02PrVyxfkowkT3jaqf/6b18otrUl9zN12vRaWhkZYnTT6KC1KPGeu29/YME9sUiytp+PfuwrycLiP5z72icdd2J0TS20W/zwwjtvv3nZ0sXRSHL6jFn/8sFPDWU2zTOf++Low332m3/kUY8Nu1GhUHz3ez/6vBe8NLqyFh/ee8/tjUgyXyi86a3viU7P2corXvnmf/ngZ2rhdHJvsUhyxszZ//LBTx9z7HHJndT+Cb3qNW+LrqlUynfdecuvfvGjC/70mxuuv6oeSc7ba5+Pf+rrb3rr/6sFxo0tb7n5+sCe0/QoXR13cDR6bDqOa2Njv5IBjBnmlQQySyoJAKTRlYQ9InqdInnNIj/xUcmX9Ky9NTDiPeWpT68FXY2HJz99B4dvbZg0efKHPvy5z37hu489+omttqnFll/75v/8y4c+3d7RcuzTxx597A/++/cvfPErxo1rb7rBxEmTTzn1zK987ce1/YyfMCG5Qe2f6L999Iv/+pEvHHLoka2+yiGHHfX6N73rv37wm6c+bUhzQ+673wGHHf7Iv/bTT9+tRcm62p/rjW/+50999ltHPuro5LPHHX/S177xk7Oe9w9D21k44cRnfP+Hv3/py98YyyYbanlkLeP83g9++5QTnt5qJ2ef85ovfPn7jXk9Y2qh78te8aZvffv/Hn/Mk2sPjz/+pGJxSxT9twvPjw33yu7Usy5+lC4X9wmFTT9NyWAyqEgCjGnmlQQyy3VGAMiuxolQXaVSqX0uR6xcubL2uXZFbN68eVOnTg3Artf4/Tz6s1nX+NksDfSvv+LQUOmNvnDK3qfvc+wnAxm2auXyKy6/qLNz09yB48eP32uv/ebttffee+/fMX780Heybt2ae+66vWtjZ/fGro0bu2qB1vTpM+bM3fvIox4TzVPT3XnHLatXrdxY20n3xt7enqlTp0+fPvPgQ4+YM2de2E7vfPsr77vnjs2LuR//zx9rkVvYc+6+87YlSxetW7umVCrV/ixHHPmYufP2Djuk9vN8883X3XH7zbWf8XwuN3PWnL32rv332mf27LlDDKJqL7zl5uvWrlnd2bV+Y2fXpMlTat/S/vMPqu0kMAJVK3f98WnV8jal2P6JZ5T3+WRxq0LtZyyyXJfP52ufa/8qagvSSoCxYePGjRs2bPqFbWBgoLOzs3bYb2trK24r+kZQfwuI3rYSAEYt80oCAGl0JWE3G/SHbtPViNo16smPL6+/Krq+Z91tgWybNXvu815wbtg506bNeNJxTws7Z7jGWV229OGtkWQ4/qkn79lIsubwIx9d+wjDofZD/PhjnlyvM+6Y2pHg6Mc9MTBK9G64JxZJ1lTHb5o3tNUIrk0vQLsSDTA2mCoFyCwjuAIAaZwswR7XdDS//KTHxTYb6F5S7l8TYAz5y1/Oayyf8cznBxi1etbenlxZSyVzqZNKAjBWaT0CmSWVBADS6ErCCBEtytQUpxyT3KZnjaklGTtKAzv80fAAABAASURBVAMX/PE39eXZc+Y94YlPCTBqJSeVrIZiZdxhjRiyfh9Y7FAfjNcKMEaZVxLILKkkAJBGVxL2oORPX+MidXFqk5Ebe9bdHmCs+Pa3vrh2zar68vNf+FJvRoxqPWsTqWTHESHfluxHxpYb2/sRABhLHNWBzDKvJACQRlcS9pRGdaZxc0D04kV+3OzcuL2q/UujL+nWlWQ0q8WQ06fP3G//Axbcf8+111x+z91bUvapU2c861kvDDBqVQa6+rsWxlaW2x+dMnyriiTA2Ob2XyCzpJIAQBonS7DHRUf2i16zLkw5prTqD9Ete9bdEqqVkDMgCqPSQwvv/+2vf5pc//o3/VN7R0eAUStZlKypdDw6JEbnToaR0btSciYhAxgrHNKBzHLBAgBIoysJu9+glyfql63zkx4XW18t9/V1LQgwOs2aPTe58pRnPLv2EWA061l7W3Jluf1RrfqRyfUBgLHFvJJAZulKAgBpdCVhJMg1U5xyTH9iy541t7VPPiTAKDRn9rzowylTp738FW8+87kvDjDKda+LdyUruanVcfs2jR5z284l6dcwgDHJ4R3ILKkkAJBGVxL2rOTPYOP6dXHy0fV5J6PPdq+5cdr85wcYhc556euefPyJ9993d2fn+n32nX/MsceNG9ceYNSrdq++MbaqMv4xuSFobO/iNcAY4/ZfILOkkgBAGidLsAflts4o2fhJ3OYidWF8YdJRlY23R1/StfLvAUanfKFw8CFH1D4CjCE9a2+vlntiKysdj84lBmuN9ib99gUwtuWM0Q1klXklAYA0upIwEjS9eF1bU5jypNiW5b7V/Z0PBABGho0rr06urEw4Jmw7amuyHxm2vWbtyjXAWGJeSSCzpJIAQBpdSdgjmv7c5RKTjRWnn5jcrGvVNQGAkWFj4phcCR2VjqNzQxvBtWlOCcBo53gOZJZUEgBIoysJI0SuWV2ybdpTq6EQ23KjVBJgZKhW+rvX3BRbWRl/TDXkY9FjrDcZjOMKMKY5ywYySyoJAKTRlYQ9LlmUeaRAU5hQmHxMbPuNq66tXQgPAOxp3atvCNVybGV5wpOSnciQyCYb2/tNDGDsyRmdG8gqqSQAkEZXEvas2KRiyYfFaU+LvaRa6u5Zd3sAYE/buLJJeb0y8bhc6pCtLlIDjHnmlQQySyoJAKTRlYQRIlagaVzCLk5/WnLjptfBAdjNNq66Oramkp9Wbjsotz2CSg3AmOOQDmSWVBIASKMrCXtK8lJF9PJ0Q2Hy46q58bEtTS0JsMdVBjp7198dW1kef1wycYw+BCALnGUDmSWVBADS6ErCSBPrzeTybcXpJ8S26V5zU7XcFwDYc7pWXp1cmTJ8a0pLEoAxxkEeyCypJACQRlcS9rhogSbWp6kvJ6eWDNVy9+obAgB7TtPaenniU9IzSFeoAbLAvJJAZkklAYA0upIwQjTNJusKU09Ibt+14ooAwJ7TueyS2Jpy24GV/LTcdhYl/SYGMPY4tgOZJZUEANLoSsIelBvi1JITD821zYptuWHJXwMAe0jvujvKfatjKysTnpQeQ0bF1rh+DTCWOMsGMksqCQCk0ZWEESjWodkUTM44I7ZNqW9V77o7AwB7woZlf0uuLE88IdmGHLQrCcDY4zgPZJZUEgBIoysJI0QuMnxrSJQm22Y+M/mSzmbXxAHYDTqXxo/A1dyE8vgnpmeQLk8DZIR5JYHMkkoCAGl0JWEkaJpEhkjJpjj9aSE/KfaqDUsvDgDsdv1dD/V3PRhbWZpwYsgVYmFkPp9PCSmDGg3AGOXwDmSWVBIASKMrCXtWrsXUkvHr17lCYcYzYlv2dy0Y6F4SANi9Niy9MLmyPPmUEDmG15aTkWRj45xJJQHGNGfZQGZJJQGANLqSMHIkL1LnBhvEdcPiPwcAdq/OZRfH1lRz7eUJx0djyMZyfaG+WbIrCcCY5FAPZJZUEgBIoysJI0RsQL+k4oxnVHNtsVdtMLUkwO5V6lvVu+722Mry+ONqwWSuxZCtwaSSABljXkkgs6SSAEAaXUkYaXKJ+ca2XNUujC9OOym2ce3KeKl3VQBgd+lsNnzrwMSToy3JVtNJJqPKAMBY5AgPZJZUEgBIoysJe1yu2dSSYdtIsn6BuzDjjOTLO5ddFADYXTYsuTi2phry5Ukn55qVI4fSmHTlGmDscZYNZJZUEgBIoysJI0oudWrJ4szTQq4Qe8mGpRcHAHaLSmlj95obYivLHU8I+Ym51E5kLI/02xfA2KYTD2SWVBIASKMrCSNHrvWkklsak20z8pOfGHtV9+rry/1rAgC73obFfw7VcmzlwMSTcokZJWPjuIZtbzQJLlUDjGnmlQQySyoJAKTRlYSRqWUwOT0xiGu1vP7hPwUAdr11D/8hsS5XnvT0aBiZTCijRclcohMfABhzHN6BzJJKAgBpdCVhJEgZ1i/arald5h4356zkIK7rm1wlB2CYlXpX9qy5Kb6y/XGhOCsaSbYKI2NdSQDGMGfZQGZJJQGANLqSMKLkWg/iuqV/M252fuoJsVf1rr+7r3NBAGBXWrfwN8mVA5PPzLVW26ARVQYAMsNtKEBmSSUBgDS6kjCSNQ0pi7NflNxy/cPnBQB2pXWJI201jCtPOjUXaUmGzTFkckbJoC4JkCXmlQQySyoJAKTRlYQRIvmT2PQq9qZUcsYZ1fyE2MbrHjpv0+VxAHaNnjW3DHQvjq0cmHhyKExoNNqjeWTKaK4NfgcDGKsc4YHMkkoCAGl0JWEEisWQ0UFcNymOb5t1Vuwl5f41G1ddEwDYNdYvPj+5sjzY8K3JMNJ1aoAscJYNZJZUEgBIoysJI03jR7LpuH91hdkvTL5w/aLzAwC7QqW0fvEF8XX5aaUJT47FkLHhW1tFlQGAMc0BH8gsqSQAkEZXEkaO3NAGca1d7y5MeVIYt19s4w1L/lot9wUAhlvn8ssqA52xlQOTzqwdknORsVsN3wpAnXklgcySSgIAaXQlYWSKxpBR9Svdtc9tc14Ue0m10rdh6YUBgOG2/uE/JFeWppyVG6wTmTN8K0AmOeADmSWVBADS6ErCCJQbyiCus16QfOH6RX8IAAyrykBn5/LLYyvL4w6rth8YvVmkUZocNKoMAIx1zrKBzJJKAgBpdCVhRMkNfRDXCQfkJz8ptvHGVVcPdC8JAAyf9Yv/GKql2Mr+SWeGrQfnWBJp+FYA3IkCZJZUEgBIoysJI1Y0hmx6vbtpXXLtwl8EAIbP6vt/EltTreYqU54ZPSBHG5M5w7cCZJ55JYHMkkoCAGl0JWFkyg1hENfirOeEfEfshWsf+m0AYJhsXHXNQPfi2MrSxBOqhemNPLKmtjIWTBq+FSDLHPCBzJJKAgBpdCVhpIlewmgaSYbN1743aZtSnHNO7OWV/vXrF/0+ADAc1jzwv8mV/VPODlsPxbEWe6s8MsqlaoAxz1k2kFlSSQAgja4kjFgpLcnGRfC2vV5bezL2wjUP/DwAsNNKPcu7ll0WW1ku7l+Z8KTooThamkyGlPVX+XULIFNU5IHMkkoCAGl0JWHkaxVJbvq/jv3z00+Nbd+7/s6etbcFAHbOmgd/HkIltrJv6ity204kmVKaDNtOEhwAyAbzSgKZJZUEANLoSsIIlEsM4hp9GL3kvbku+brkHtaqSwLsnGqlf+1Dv4mtrOSnlyY/MxpAxvLIsO2A28k80u9dAFngaA9kllQSAEijKwkjWa7Z8K2NNVsuiE95cm7CUbEXrl9yQbl/XQBgR21YfEGlf31sZf/kF+UL7Y1+ZKwr2Wp2yQBAxjjLBjJLKgkApNGVhNEi12Ic15pisi5ZLa9d+KsAwI5aveBnsTXVXFtp2j+E9IG1W+SRft0CyJScsbuBrJJKAgBpdCVhZIpdy84lKpLRheKss0JxVmwPax7431CtBAC2X8/aW/s23B1bOTDxmdXClGhRMtqYjB6Zo6+STQJkkHklgcySSgIAaXQlYYRr/IRGmzexrmQu31aY+8rYC8t9qzcs/UsAYPutvv8nyZX9016e23bs1lxkdsmU4Vv9rgWQNY78QGZJJQGANLqSMGK1qtck48napfC2vV5RDW2xPay653sBgO000L20c+lF8ZUdT6qOO6BpYb3Rj0zmkQBkk7NsILOkkgBAGl1JGPmaXuyOFnQ2j+I6rTD7RbEX9nXev3HFlQGA7bHqvu+FEB8Be2DqufGe+rYLTSuSOcO3AmSSrjyQWVJJACCNriSMLrlm6pfF2/Z6bXL7Vff9IAAwZOW+desWnRdfWdy/NOH42kJ0+NZkaTIZTAaXpAEyybySQGZJJQGANLqSMJLlEgO3hsiorfGFCYfmpp4Y20P36ht6190RABia1ff/MFQGYiv7p54bm04yVpqMHo0br8opSgJklcM+kFlSSQAgja4kjArRzk2rrmRtoW2v1yVfu/Ke7wYAhqAy0Llm4S/jK3OTByY/J0RuConKpXYlXZUGyCZn2UBmSSUBgDS6kjCKxH5aY43JTaY+LXQcHHtV1/LL+rsWBgAGs+aBn1dL3bGV/VNelMuPS+aRjUgyRG4ZCZJIAMwrCWSYVBIASKMrCSNcbGayVl3JxuXy4rxkXbK66t7/CgCkqpZ7Vy/4cXxlKJSm/UM0kmx6+G3VlaxzVRoga8wrCWSWVBIASKMrCaNR8sJ348p4cc4Lq4Wpse3XL76g1LsyANDa2od+WxnojK0cmHh6tTAjl5jNN5ZQRpcbr/UrFkBmeQsAMksqCQCk0ZWEkS92jTulK7n5QXthzsvju6iWV97znQBAK5XSqnu+l1zdP/WlySQyZUbJ+qtkkwAZ5ywbyCypJACQRlcSRpGm8WSsrFPTNu+V1VCIvXbdQ78d2PhwAKCZNQ/+b7l/dWxlqePYasdh0QNscl7JpoIwEiDbvBcAmSWVBADS6ErCqJDMI0OiN/lIg6d9TmHOS+O7qJZX3P2fAYCEaqln5b1NipJ9098UiyRzzYZyjbYkg2vQAJhXEsgwqSQAkEZXEkaX6PCAzSPJel1yv3dVc+Njr92w+IL+zgcDANtaveCnlf71sZX9HceVOx6bS0wh2XRNq6Kk37IAssnxH8gsqSQAkEZXEkajWDaZLO7k26YX93pD4nWVFXd9LQAQURnoWr3gR7GV1Wquf+bbo23I2M0fscNvMFgfABHOsoHMkkoCAGl0JWG0iDVvWnV0GpfI2/Z+YyjOiu2kc9nFfRvuCQBster+H9aCydjKgUnPrIw7uLbQajrJVl3J6E78igWQWW5VATJLKgkApNGVhFEqee073uMpTizs/Y/JFy6//SsBgM3K/evX3P/T2MpKtdA34y2xDDL2MCTuDmm83DVoAMwrCWSWVBIASKMrCaNIq7pkqwnPinNfGsbtG9vJxlVXd6++IQAQwqp7vlOt9MVW9k95SbU4J2wuSkYPqk0TStkkAEneBYDMkkoCAGl0JWG0iyaU8SvmhbbCvu9JvmRl82npAAAQAElEQVT5HeqSAKHUs3zNg7+IrazmJvZPf00+VVCUBCCVs2wgs6SSAEAaXUkYXWLXvltplHgKM88MEx4d20nvutu7ll8RALJt5T3fDtVSbGXvlFeEwtTQuiiZSzTUw9YDcmMnfrkCyLiceSWBrJJKAgBpdCVhlGoVTzaulT9SmNzvg8mXb6pLVssBIKv6Ox9ct+i82MpybtrAtHPTi5Kxg200j3T1GYA680oCmSWVBADS6ErCqDOUumT0AnphyhNzU0+M7aS/a8Hahb8MAFm15JaPJW/O6Jv+5pBvD5uLktEYsmlFUh4JQCveF4DMkkoCAGl0JWH0GjSe3JJKFgrF/d6XPDVYcde3Kv0bAkD2dC69qGfNzbGV5eJ+A5OfGwsjk0XJVtmkhBKABmfZQGZJJQGANLqSMBql55Gxi+mblicckZ95VmwnlYENK+76ZgDImGqlf9ntX0iu753xj/lCMRZG5prNKNkIJusv9KsUADE580oCWSWVBADS6ErCqJZLnV0yemG9uO//q4Zi7OVrH/pVX+eCAJAlq+/7UalneWxlqe2w0oQTY4fQZELZVFCUBGBb5pUEMksqCQCk0ZWEMSDX2iNX0tv3Ksx9RfyV1fKyWz8dADKj1Ltq1X3fT67vnfnuVqO2thrBtf5Cv0cBkOTdAcgsqSQAkEZXEkapphfEW9UlC4XCps97vy0UJsf20736hs6lFwWAbFh+x1eq5d7Yyv7xT6uMPzoaSdYOm7GEMmw+xiYbk0FREoAEZ9lAZkklAYA0upIweqXnkbG65CZt03Nz35Dcz7Lbv1it9AeAsa533e0bFv8xtrL2q1Dv9LfFDphNS5PJMNIvUQA0lTOvJJBVUkkAII2uJIwBsXgybL1WnpwarTjvtaE4K/byUs+y1ff9KACMcdUlN308ubZ/0pmh/YBcYiLJesu8vjI0K0rWX64oCUCSeSWBzJJKAgBpdCVhzBhSXbI4Pr/3O5OvXXXf9wa6lwSAsWvtA7/o67w3trIaxvXNeEv8UNmiLqkoCcAQeY8AMksqCQCk0ZWEUS3XYnbJ2udWF9aLc8/JTTgqtp9quW/JTR8JAGNUqXfF8rv+I7m+d9prQ3FmbttZeOsPo13JfLPpJIOiJAAtOMsGMksqCQCk0ZWE0S7XbHbJ6AX0aDC5+SJ7oXDg56uhENtP9+ob1i/6fQAYixbf+JFqqTu2stR26MC0VwyxH5kUAKCFnHklgaySSgIAaXQlYcyIXfuIRZLbxJMTDivs9bbkHpbd/oVy/7oAMLZsWPLn7lXXxFZWQ6Fnzkdz+WKIlMsb/chYTtk0jFSUBKAV80oCmSWVBADS6ErCGBC7Mh5r8zSup0cvuBf2fkuu49DYfioDXctu+UwAGENqR7altzY5svVNeXl13EHJcmSrlmSrbBIAkrxTAJkllQQA0uhKwtgTq0s2rqdvozAuf+DnqonzhQ1L/9K1/LIAMFYsu/3zlf71sZWlwj69015bPzzWb9eIzigZK0rWF0KzGXyD684ANOMsG8gsqSQAkEZXEsaGIdYlt7ngPvFRhXmvS+5q6S2fqiRmXwMYjbpX37R+0XmJ1bnuWR/JF9pz2868m9tmCt5txm6NtScDAKTKmVcSyCqpJACQRlcSxqRcQvKC+6aFfd4Vxs2PvbbUu2LFnV8NAKNctdy75MZ/Ta7vnfSS6vhH5xNzSaZPKhndg6IkAOnMKwlkllQSAEijKwljRtOr5K2CyS0X3PObxnFN7mrtg7/oXn19ABjNlt/x1YGepbGV5fzcvhlvaTVYayOYTBbNo+q78hsUAK14jwAySyoJAKTRlYSxKplHNm9MTnpcbvbLki9ffP0HKwNdAWB02rjy72sf/HmT9bP+LVcYH4skYy3JZCRZf61LzAAMkbNsILOkkgBAGl1JGEta1SVrn2OjEUavxRf2fU9omxvbValv1dKbPxEARqFK/4bFNzQZu7Vv0lmV8Y9rhI7RKSSjwWSrlmQwdisAQ5MzrySQVVJJACCNriSMYa26kvFxCwsTc/t/MvnyDUv/smHxnwLAaLP4po+U+9fGVlby03umvyOfGLu11VyS0d5ktDEJAIMyrySQWVJJACCNriSMMbEeT/RhMo9sdIOK00/MzXxhcm9Lb/lUqXdVABg91i86r2v5pcn13TM/kCtMbJpE1g+G0Uklk8O3BkVJAIbMOwWQWVJJACCNriSMPclgMiafGMR108N9PxCKs2K7qpQ2Lr7hgyE4SgCjQ6ln2dJbP5Nc3zfhtNKEpzaOfrEYMlqUzLUevhUAhshZNpBZUkkAII2uJIx5yTwyGkw+cmm+bWpu/48lX969+vo1C34aAEaB6sPX/0u13BNbW85N7p357uY3ZGxbkWzaksyZURKA7ZQzrySQVVJJACCNriSMSU2vnteXo+MTxhRnnBqmnZHc2/I7v9bf+WAAGNlW3/ffPWtvTa7vnfmeUJgaG6812ZVsOpeky8oA7ADzSgKZJZUEANLoSkIWNO1KNq8N7f/Ran5S/PWVgU31o8pAABip+jrvW3HXN5LrB8Y/ZWDiqa3Gbo3NJZmcVDL2a5LfmgAYCu8XQGZJJQGANLqSMFaljD0YE20LFcbNLBz6/eRRoa/z3sXX/0sAGJHKfWsfvOKNoVqOry/u0z37k/kWY7cmNQ0jc8ZuBWA7OcsGMksqCQCk0ZWEMSwZTEZFL8RHy0OFyY/Lz31dcm+dyy5e++D/BoCRplpZdN17KgMbEk/kumd9LOTbY8e6ZGMy2Y9sWpQEgCHyDgJkllQSAEijKwnZEYskc4kBXR+pEO3zrmr7Qck9LLvti92rbwgAI8nyO77as+am5PreKS8ttx/RauzWaD8yv+0IrmHrATMoSgKwQ5xlA5kllQQA0uhKwtjWdBzXZDwZG8c1X2gvHPjFJmcT1fKi695T6l0ZAEaGDUv+vGbBj5Pry8X5vdPemIwkGw+bxpOxiqRIEoAdE7u1BSA7pJIAQBpdSRjzYldDckMcx3XSo/L7vje5t0r/+kXXvKta6Q8Ae1pf531LbvxIcn01175xzqfzhfbYwK3JrmTO2K0A7AL1s2zn2kAGSSUBgDS6kpAdrYqSrcZxzc15TZh6WnI/vevvWnLTvweAParcv/6hq9/Z9CaJjTM/Uh13QKwInlzIGbsVgF3DeweQWVJJACCNriRkwQ6M47qlMXng50LHYckdblj8pzUP/CwA7CnV8qJr313qWZ58pmfyy0sTT4pVwKNjt+YTUsZuBYAd4CwbyCypJACQRlcSsimXOo7rI0O5FifmDv5WNT8puYflt3+pe/UNAWBPWH7HV3rW3JRc399+bN/0N0cbkNEjWzSSzA1t7Fa/JgGwA3LmlQSySioJAKTRlYSMSNYlk+O4Jq/jb7qU37Fv7sCvNDmzqJYXXfeeUu/KALB7bVjy5zULfppcXy7M6Z79yVy+EMsj6we3aBfc2K0A7FLmlQQySyoJAKTRlYTsGHQc1+hl+mipqDD1hLDXu5I7rPSvX3TNu5pO6gawi2ya2vbGjyTXV3PtXbM/nytOaX4cS7Qkjd0KwK7j3QTILKkkAJBGVxKyLJcYxDU55uGWlfPeEKaeltzDpnjgpn8PALtFuX/9oqv/qenNEF0z/q3afkg0kkx+Tg7iauxWAHYFZ9lAZkklAYA0upKQKa3GcW1cnU9mk43r+Ln5n6mOOzC5zw2L/7RmwU8CwK5WLS+69t2lvlXJZ3onn1uedHJjpNZkJBlLIpvOKxmM3QrAMMmZVxLIKqkkAJBGVxKyJmUc11gkGZuDrdA2KXfQN0NhcnKfy+/4avfqGwLArrT89i/1rLkpub6/7TE9097atOodvbsiNpFksh/p2jEAw8W8kkBmSSUBgDS6kpBB6RNMRi/ZxytHEw6szv9Sk6sr1fKi694z0LMsAOwaG5b8ec0DP0uuLxfmdM/9bL5QjBYlozdVJLuS+WbDt0b36VcjAHaStxIgs6SSAEAaXUkgl5Df1jaX+KeekNv7n5I7qbSe7A1gJ22awvbGjzR5Ijeua/bnQ2FqsuGdPIjF8shoMBmM3QrAsHKWDWSWVBIASKMrCdmUazHBZHS6tXxigskto7nOfVN18onJffZ13vfw9e8P1XIAGD6lnmUP/f0dTW966JrxwWr7Ia0OVtGqd/LgFt2PSBKA4ZUzrySQVVJJACCNriRkVtOr8MnSZH1ExMa1/vrD3AFfDO0HJffZtezSJTd+NAAMk3L/mgevfFPtc/KpnokvKU06LdqGjI3XGp1OstXArcnhWwFg55lXEsgsqSQAkEZXEqhL5pHRadhiV/wLbZPDgd+o5MYn97N+8fnLb/9SANhpldLGhVe8ZaB7cfKp/rbH9M18R67ZiNP5ZtNJRg9orfJIvxEBMFy8pwCZJZUEANLoSkKWtRrHNVYtil3x33LRf8KBuflfaHr8WLPgJ6vv/UEA2AnVct9DV7+jr+v+5FOV/MzuuZ/N5YuNQVkbt0006t3RNdE8Mm86SQB2PWfZQGZJJQGANLqSkHG5IU8wuU1Xsn7pf/opuf3+reluV9z1tXUP/TYA7JhqedG17+5Zc3PymUpu0obZX8oVp8Vulcg3G8c12fyO7sqvQADsIjnzSgJZJZUEANLoSgINyQkmo5f1Gw+jPaTcrHOqc97adG9Lb/5E17JLAsB2qy6+4cMbV/49+UQltHfN+VLoOCSWOEbvmWisyaXOJRk74gUAGD7mlQQySyoJAKTRlQSS5aFWc0xGg8lHAoC9316dcXazHVcWXf/+7lXXBoDtsezWT29YckFyfTUUumZ/rtLxqHxivttkXTLZkmyaRwaRJAC7gDcXILOkkgBAGl1JIKSO45pLzC4ZywA2Xe7f79+qU5/dZL+VgYeu+efe9XcFgKFZdc9/rX3wl8n11Wpu48yPViY8oekRKb/tUK7JPDJvOkkAdiNn2UBmSSUBgDS6kkBdq2Ayek2/VTxZKBRz8z9TnXxScrfVcs9Df39bf9eDAWAw6xf9fuXd32z61MYZ7x+Y+PSU2yOivcnkANTRiqTffADY1XLmlQSySioJAKTRlQSSopdRotlk4yp/k1ETi+PCAV+pTnhccm/l/vULr3pLqXdlAGitc8mFS276WNOnNk57x8Dk57Q6BMXb25s3iHUl6/uJDd/qYjEAu4h5JYHMkkoCAGl0JYGG5NEgFkw2LvdHq5ONZlKh2BEO+na14/DknmuR5MKr3lzuXxcAmuleff3DN3wghEryqZ7JL+uf8g/JxDEZTDaeyrUQ3a3ffwDYdbzLAJkllQQA0uhKAlHpE0zGSpOxSGDT57Yp4eDvVcfNT+65v2vhQ39/W7XUEwC21bvu9oeufmeolps8NeFZvdPf2nSY1mRRMjbWdDKSzBnEFYDdwlk2kFlSSQAgja4kEJMeTMau+CdzgnzbjOpB368WZyf33Lv+7oeu+edqZSAAbNXftXDh3/+xWu5NPtXXcO4JMgAAEABJREFUcVLPzA/ktxWdPDI5mnQ0j8xvO6OkX3gA2G289QCZJZUEANLoSgJJrYLJ6LX+ptWlLQ879qoFk5X8lOSeu1df+/D17wsAmw1sfHjhlW+qDHQmn+pvf+LG2Z/I5QuNeyDi5ezI52QemZxRsrFn14gB2NXMKwlkllQSAEijKwmki97oHbvWnwwmH3k44eBw0PequQnJHXYtu3ThVW+tVvoDkG39XQ89eOUbSn2rkk8NtB2xcfan6seTWCeykJhIMhZM1o9RjV1Fs8kgkgRgt/B2A2SWVBIASKMrCTSVvIgf7U3mW9gmJJh4VPXA/6zm2pI77151jTkmIeP6Ntz74BWvKfWuTD5VLh64ce6Xc4UJg0aSjaFck3XJ2IySda4RA7B7OMsGMksqCQCk0ZUEWokdHKJzsyUzgKaxQX7ysdX9v1RtdlbSvfrGB698Y2WgKwDZ07vuzgeveH25f33yqXJh7865Xw2FKWnHlsg9EPVtci1E9+wXHgB2G/NKApkllQQA0uhKAilaTTAZm2kypc+Un3ZK2O/TTQ8zvetrscQbyv3rApAlW25KKG1MPlXJT++a+7VQnNm0ip0cL7pxY0TTomRwORiAPcS8kkBmSSUBgDS6kkC6lGCyEQZEPyf7TLkZzwnzP9P03KSv894HL39t0yEcgTGpa8UVmwZwLjcZwLmcn9k595vVtnmxQaFbDdwaiy2TLUljtwKwp3jfATJLKgkApNGVBAaVHkymTDD5SDA5/bnlTUO5FpI779/40AOXv2agZ1kAxrrOZZcsuuafq5X+5FPlwtzOed+ujtt/iJFkchzpaDAZRJIA7FHOsoHMkkoCAGl0JYGhSB/KtVUkue1QrqdW5v9HNbQld17qWfbg5a/p73ooAGPX+sV/fPja94RqOflUubBv59z/DG17pUSS+W3nkoxVJEWSAIwoOQOJA1kllQQA0uhKAtsrFkzGEoL81pkmm4QKU0+qHPidam58cp+l3pUPXvGavs4FARiL1j74iyU3fDiESvKpUvHgzr2+HdrmDNqSjN39ED34NPLIIJIEYAQwrySQWVJJACCNriQwRMkL/Y3P0brSIMHk5CeWD/heyE9K7r/cv/7BK17bvfq6AIwtK+76+rJbP137pSP51EDbUZ1zvxEK01qVrZNHkuSorY29RbPJIJIEYM/xHgRkllQSAEijKwkMXfLySjSYbIQE0Q5TkwEYJz+2fOAPqvmpyf1XBroWXvW29Yv+EIAxoVoZePi6966+9/tNnx0Y99iuuf+RK05OH/85PZKMaezc5WAA9iBn2UBmSSUBgDS6ksB2aTrBZGMhFkwmk4YtT008snLwT6rF2U2+QLW85KZ/W3nXNwIwylX6Nyy88g2dSy9q+mxf+5M753w5Vxi/A5FkdNTWZB4ZRJIA7GnmlQQySyoJAKTRlQS21xCDyfSkIT/+wPJBP6627dP0S6y693sPX/feamUgAKPTwMaHF1z2ip61tzV9trfj5O45n80XOoYxknTlF4CRw7ySQGZJJQGANLqSwA5oGkw2DDGYLHTsu6kx2bZ/0y/RufSihVe+odK/IQCjTffqmxZc9sqB7sVNn+2d8Ozu2R/L5dt2USTpFxsA9jhvRkBmSSUBgDS6ksCOGTSYjGnemBw3u3LwT6vjH9P0S/SsvW3BZa8Y2PhwAEaPDUsuWHjVmysDzW8p6Jnyqp5ZH6wfEkSSAIxVzrKBzJJKAgBpdCWBHTZMweT08oE/qEx5ZtMvMdC9eMFlr+xefVMARoOV93x78fUfDNVS8qlKtdA18yO9095YOz7Ufvbrn5MBZEokmUsIIkkARqSc0cWBrJJKAgBpdCWBnbHDwWRxsy0LbeOr+3+uPOtNTb9EZWDDwqvevGHJBQEYySqlxdd/YNXd327+ZG5i55yvDkw8rX4cqEeS0WNC0xsXYpFkLJgMIkkARirzSgKZVQwAAK3pSgI7qXFzQ30hdkippQitXhVbU573j+WOg/IPfzAXEi2rai3t+GDvurvmHPmPIVcIwAhT6lu16Jp39667vfmz+Tldc75cHTc/eY/Cls60SBKAscUbE5BZUkkAII2uJLDzdiCYbHqlpjzt2QP52W0PvyNX6Uo+u/r+H3WvvWW/J3y+0D49ACNG96rrH77+/eX+tU2fLY07asPMz+TaZuRbjOecDCZFkgCMdm7/BTLLCK4AQBonS8Cw2N6hXJvGEptMeWL5oJ9WivOafpWeNTfff8k5PWtvC8DIsOre7y/8+1tbRZL940/qnPuNWiSZMkyrliQAY0/OvJJAVkklAYA0upLAsEsPJhupQ/M5JovF/PiDygf9rDr+MU13Xu5b/eAVr1uz4KcB2KMqpY0PXf2OlXd9PVTLTTfomfyyrlmfyOXH1X/q63NJiiQByALzSgKZJZUEANLoSgLDJRkVpAeTaRFF+6zygT+oTH5G869ULS+//YuLrv3naqknAHtCf+cDCy556cYVVzZ9thryXdM/2Dv9rU3r0dEbEaIrm3WqRZIAjErepIDMkkoCAGl0JYFhNJRgsv45pSm1JasodlT2/1Jp9tur1ebXdLqWXbrg0pf1dz0UgN2rc8mFCy57+UD34qbPVvLTNsz+2sDkZ9fvPGhEktEMMvmzn0sM9Rw7egSRJACjh7NsILOkkgBAGl1JYHgNPZhsVaKKBhVhzhtK879TyU9p+rX6Nz5UCya7ll0SgN2iWhlYduunH77+fdVyX9MNBsY9ev28H1bGH13/uY5Vous/4K0iyUZgKZIEYLTLmVcSyCqpJACQRlcSGHaNFCEMOZhMNiYb5ar8lCeXD/5FteOIpl+rWu5ZdO27l9/+xVAtBWBXKvWuePDyV6998BetNuiddHbX3G+E4qxWP9pNbz6I5pG5xESSIkkARiPzSgKZJZUEANLoSgK7SKtgstXUcSm5Rb59r9KBPy5PO7vV11qz4KcPXPYqo7nCrtO59KL7L/6H3vV3N322Ejo6Z36qe/o7cvliLGuMViRb3YLQOA6IJAEYG7xhAZkllQQA0uhKArtO02CyvhCrSzbNMAqxaSb3/mBpn89Vc+1Nv1YtLFlw6UvXPvjLAAyrykDXkhs+/PB1760MdDbdoFzYd8O875cmnphSgC4kKpIFc0kCMHY5ywYyqxgAAFrTlQR2qcatD/WF+gGnvlBLICqVSu1zSFy4iaaY5XK58bA87YxS+8HFRW/PDSxOfq1quXfZrZ/asPTCfY7592L7rADstO7VNyy+4UOl3hWtNujreGr3zI+EwoRo7zl6q0HstoPGw2g/MlqUDNvewdD4Qn5dAWAUyZlXEsgqXUkAII2uJLCrpcwxmW8hOcbjI+3JCYcOHPTz8sSntvpy3auuuf9vL+lcelEAdkK1MrD89i8tvPJNrSLJaihsnPq2jbM/kytObDVAa/MxmZuN4SySBGAsMa8kkFm6kgBAGl1JYDdo2phsiJYm60/VHtZHdwyRxmT9hbWFEKaU9/96WPW9wqqvh2o5+eUqA50PX/feqfs9Z96j/l++bVIAtlNf530PX/8v/Z0PtNqgnJ/RNfPjlfFH5yNlx6bNyFhLMnY7Qm7buSRDJJVs8IsKAKOONy8gs6SSAEAaXUlg94gFk2HbizW1WCJ6R3ntqVowGetLbY0kty7Pfl15/OPblnwgV1ra9CuuX3TexpXX7HPMxyfMPCYAQ1StrL7/Ryvu/lYt3m+1SX/HUzfO/EAoTIsmi7EMsrEyNmprMpUUSQIw9rj9F8gsqSQAkMbJErDbxPLI9NJkSDQm6xNMbvN58rH9B/2iuPyzhfW/bfoVS70rFl755pmHvHz24W/J5dsCkGqge+niGz/Us+bmVhtUcuO7p769f/JZ0ZpjcgrJZB4Za0nGKpJNR20NIkkARq2ceSWBrJJKAgBpdCWB3Sl6zGk1mmsjuaw3Jhsbh2a9yVxuSnnvj1YmPb249N9ylfXNvmZl9X3/3bn04r2O/tcJMx8fgKaqlTUP/M+Ku/+zWuputclA2xEbZ360Om7f6KitrYZsjX3e3kjSZVwARrX6b7nOtYEMkkoCAGl0JYHdLCWYrD+s1yVjF3Eas0uGrZFkY5rJTZ+nPn1gwmMKS/61sPHKpl+0f+NDC698w9T9zpp31D/lx00JQETv+ruW3PjRvs57W21QqRZ6prymb+orcvlibCDWQYuSTfPIxjyyIkkAxiTvZUBmSSUBgDTu3wR2v/TGZD2SbAzl2ihNxoZyjY/mmptd2u/r1XW/Kiz/fK7a0/Trrl/0u67ll8496p+m7vecANTixlL3iju/tvbBX9QWW21TLuzbNevfy+MOi4WLyTAyOXBr01kk6wshMoukSBKAMcbtv0BmSSUBgDROloA9ojG1ZBhsKNdGfhmbZjJsO9nklofTX1SZ8KTC4vcV+u5o+nXL/euW3PSRdYt+u9dj/3XcpP0DZNiGJX9dftvnS32rWm+S6530ou6pb8kVOqKjtiY7kbGi5FAmkgzN5tzyOwkAY0POvJJAVkklAYA0upLAHtQ4BEUXohtEh3JtTDMZb0nGRnPN7V8+8EfVVf9VWPWfuVBu+nW7V994/yX/MOuQV8869DW5/LgAGVPqWbb4xo92r742ZZtyfsbGmR8udTwhVnNMiSGjK4cSScZ+3l26BWDMMK8kkFlSSQAgja4ksGfF8sjYQameRNbzjHokGVqUJutDvG7NKXOV2W8sTzqpuPQjhb47m3/hysCqe76z/uHz937cv06Y+YQAGVEtrb7vxyvv/U613Nd6o1zvxLM2VSSLk6MVyVZDtsY+78BEkkEkCcDY4n0NyCypJACQxv2bwB63w9NMNmLI2sNHBnHdWqCsTDiidOBPKmt+Xlz1tVylq+mXHuhevPDKN0/Z51nzHv2uwrgZAca0nrW3Lbnp3/q7FqZsUyoe0DXjQ5X2I2KZYjKAjA3lGhu1NdqPTJ9IMrh0C8CY4/ZfILOkkgBAGidLwEiQHkyGxDSTydFcG8shklxuKk3OPKdv0tOLKz5X7Pprq6++YfEfu5ZfOuuQ18w46NxcoT3AmDPQvWTFnV/fsOTPtZ+hVttUcx09U17dO/ncXL4Yq0gOOnDr0EdtDSaSBCADcuaVBLJKKgkApNGVBEaIxgiuoUUwGRLZZHT7WG+ytuUjc092zCvv+7nqxquKSz+WKy1t+tUrpY0r7vramgf/b84Rb5m677NDLh9gTKj0b1h573dr/7ZDZSBls/5xx2yc8YFq27z8trNItgogY9lkLI9MRpKNH2eRJABZYF5JILOkkgBAGl1JYETJtZ5msv5Uq8ZkNJiMlSa3pJWTntJ/0K/yK79ZXPuTXCg3/eql3uVLbvrI6vt/Mveod0ycc3yA0axaGViz4Ker7vtBZaAzZbNKfubGae8YmPiMTSOythi1NTZka6tIMjZqazCRJABZ5W0OyCypJACQxv2bwEizM6O5xoLJRiJSL1BWchMqc9/VPwBc948AABAASURBVPXMtmUfzffe0eob6Ou896Gr3z5h5rHzHvOe9smHBBh9qusfPn/FXd8s9SxL26ia65v0vO5pb80VJua3DRTzzYZsbZpTtkolcyaSBCDD3P4LZJZUEgBI42QJGIEGDSbD1mwyGknWFlKCyUeyyfGH98//UX7tL9pW/Ueu0tXqe+heff2Ci8+dus+z5hz51uL4eQFGie5V1y+77bN9nfenb1YqHtA140OV9iOimWJ9OTZSa7IiGc0gm+aRsTAyZ9RWADImZ15JIKukkgBAGl1JYGTKbTvNZGgxmmu0LhlNKBt5ZD2JrEcmj8w0WVs/4+y+KacVV36zsP5XrQZ03VQ4W3z+hqV/nXHgObMOfW2+bVKAEayv877lt39l48qr0jcr56b3TH3twOTnhVwhv23NsWknsunDXGIiSaO2AkCDeSWBzJJKAgBpdCWBkWzopcmwNcIMW49s0aLkpopkZJTXymbl3IzSvH8pTT+3uPIrxY2XtPoeqpX+1ff/99qHflXLJmce9LJ82+QAI0wtj1x5z3c6l/wthErKZtVcR+/kf+id/PJQmJBLDNkaSx8HrUhGh2+NJZEiSQAyzrsekFlSSQAgjfs3gRFu0GCynjI2sslG6FiPUqKlyXpvMr4yf1Bp3y+Vu28sLv9Mof+eVt9GZaBr1T3fXX3/T2Yc8OKZB7+80D4zwAjQu+6Olfd8u2v55embbZpCcuKzeqa+qVqcGYsSm1YhB61I5poN2ZozaisAbOb2XyCzpJIAQBonS8DIlzKaaz2nrEeSjcZkI3FsTDwZ602GzQ3L6PrKxGP6D/hpYcMFxVVfy5eWtvpOquWe1ff/aM0DP5+2//NmHfKq4vi5AfaQ7tXXrbzne92rrhl0y/62o3tmvqfcdsCm+uO2HccUKpIAsMNy5pUEskoqCQCk0ZUERovckEdzjZYmYwXKLZNKbhZdv/mpXGXqs/omP6Ow9n/a1nwvV+ls9Z1UK31rH/z52oW/mrbfmbMOfW3bhH0C7EZdy69Ydd/3etbcPOiWpeJB3VPfWppw3KYQscWQrdEMsjFqa3R99CXbVZEMrsYCkFXmlQQySyoJAKTRlQRGkVhpMtqebKyJlSbr6WOjQJmMJxOjvOYrM1/VN/X5hVX/WVz/i1wotfxuqqV1D/123aLzpux92uzDXj9u0gEBdq1q59K/rbr3e73r7xp000phVveU1/VNeHa+UEzPI9Prko1XJSuSYWs/Uh4JADHeB4HMkkoCAGncvwmMOrE8Mr00WY9MaguNcmQyngxbB3R9ZOLJ3LTS3PeUZ7yysPq7hQ2/y6dlk+UNi/+0YfEFE2c/efoBL5k894SQKwQYVpWBznWLfrf2wV/2b3xo8I0Ls3omnds36fm5QkchkikOMZJsdCVbhZEqkgAwKLf/ApkllQQA0jhZAkajXOportHSZKM3GbaO15pMVqIDuja22Vyb3Ks074MDM97Qtvb7bRt+G6p9rb+j6saVf699FMfPnb7/C6cf8ILCuBkBdlrvutvXPPiLDUv+XC33DbpxuTCnd/JLeyc+N1/oyA8hj6yvjw3Z2ngqFxm1NaUiGbbNIP1SAQDBvJJAhmk/AEB2Na7F19XnVytHrFy5sr5yr732mjp1agAYbaLnO9EAstpM/YjXyCArEbVDYn2hsUFMtX9l29ofFjf8KlcdPBwKueKUvU6ZfsCLJ8w8JsD2q2WQ6xdfsHbhL3rX3TGU7cuFeT2TX94/8cxcYVyuWR4ZCybrQ7OmRJUp/UgVSQBIt3HjxvXr19feFgcGBjo7O4vFYltbW3Fbha2i9wDJMoExQFcSAEijKwmMajtQmqxf8Wm0J2ONyXpRMh+ZbHLL9h1zS3P/38CM17St/VFh3f/lQ2/at1UtbVjy59rHuEkHzTjwxVP3PTNfnBhgCPq7HqqFkesWnVcZ2DCU7UuFvWt55MCkZ+fybY0rmvkdqkhGX9s0lQxbf2TqX1okCQCteFsEMktXEgCyS1cSyI700mRjoX7Qi/YmGw/rjcn6cTKlN7lp69K64tofta37ea7aPZTvLVecMHWfZ8448Oz2yYcEaKpa7lx26doH/2/jqmtrD4byilJhv94pr+ybcHq+UIyFkbnBepBNn2oaRtaWQySMVJEEgEHpSgJZJpUEgOwaSipZLwPNmzdPKgmMdslgMgxtQNdoMNk0hmyRTa4vrPlJ2/qf5asbh/gddkw7auq+Z9YSysI4h1y26O98YN2i361/+I+lvlVDfEmpeEDP5Ff0Tzh1iHlkShhZDx2TwWSrimTyOqkrpwAQU0slN2zYNOZBqVSqLUglgUyRSgJAdulKAhnUKptMxpONPLKROyYXhpBNbix0/qFt/S/y/fcP9VvMFSfNfeq0fZ8zae4JuXxbIJPKfevWLz5//cN/6F1/9xBfUq3m+juO75/8woHxT66lh8kEMZ8Yo7WxvulEkrltx3qN7TCoSALADtGVBLLMvJIAQJqqeSWBsSWXmGkyNEtTapli7TJQI5hsrKwHM/WFaNjTWFNffiSYzE+uTD+7Z+qL8z03Ftf9vLjx4lwoDfItVktdyy6pfeTHTZ261+lT9ztz/PRHB7KhWunvXHZpLYzsWnFlqJaH+KpyblrfpOf0TXx+tW1ebnMgGStHxhLHpitjGyQjyaQgjwSAHeK9EsgsqSQAkCZ6+R5gbKhfBormkdE7MOrHvVoM0/hcf7aeO9Y7kcn0sbGmPvB19NktDyce2z/+8aXK2vzaXxY3/LpQXjHo91npX7924f/VPsZNmj913zOn7ffcYsfswBjVs+amdQ+fv2HJXyoDnUN/1cC4R/dOesHAhFNCrq32L62QKEc2bUAOmkc2LUfGwsjoj0z0W3KZFQAG5fZfILNcZwSA7DKvJJBxsbOh9AFdm042mTKUa+yp6PpqpZTvurRt/S+KvdfWvkgYqtz46Y+ePO/pU/Y6pW3ivoExoFrpXn1j57KLax8DPUuH/rpK6OifeFrvpBdVxh0SiyHD5lww2okcSh7ZtBkZiySDIVsBYDiYVxLIMl1JACCNriQwhkVLkyF1QNdGBhkrTdbXtOpNRp+KhpTV2sopp/RNfnpf38K2Db8sbvh9vto1hO+32rP21trHiju/2j754Ml7nTJ53skdUw8PjDbVysDGlVd3Lvtb57JLy/1rt+u1pcL+vZOe3z/x2aEwKbftYK21Z6NJZG7biSSb5pGNlfXXJruS9fVhsDwyuEIKANuj/jukc20ggxz7ACC7dCUBGqJnRtHSZEhUJ6NFyejD9H5kdCH2MFT7C10XFzacV+y5OhcqYXu0Tdi7lk1OnnfKhBmPDbl8YASrlLo7l1/StfTSzhWXV8s92/fa3Pj+CWf0TTit3HF0roVkEhnrQSafauSRucRUlGFrEpkzZCsADKtGV3JgYKCzs1NXEsgUXUkAII37N4GMyKVONhmV3zrZZKM92Zhssj4VZTSYbDysPVu7rpRcv3khX5lyRmnSaf3lNYUN57d1/qEwcH8YmoHuJWsW/LT2URg3Y/JeJ02Z9/SJs54U8k70RpBy37paGNm59KKNq66tVvq367XVUBjoeFLfhGf2jz8hl29PliNbRY9NHzbtR+ZaTB4pjwSAXadqXkkgq1xnBIDs0pUESNqBySZbdSibtieb1iVjT+V6727rOr/Y+ad8ZfuG96zJFcZPmPn4ibOeWPvomHKYAuUeUS31dK+5ceOq62pJZO/6u8N2VmBrSm2H9o4/fWDSs6qFaa0iw1j6mGxAtookw5DzyGAKSQAYbuaVBLLMLbQAQBpdSSBrckOYbDIXmWkyWZpsPMy3mF0yt3lyym3rklue2rI84ciB8UcMzHpnfuOVhQ3ntXVflgsDQ/z+q+WejSuurH3UlvNtUybOOnbirCdMnPmkcZMPDOxK1cpAz9pbajFk7aNn7e21ZDJsv3J+Rt/40wYmP7fcdsCW6HHbpLBpEhnNF5sO3zqMeWRwMRQAdlrVvJJAVkklAYA0BpYBsik3hAFdU7LJR1qPWyPJphlkLjKsa7RDufVzvjLpaeWJJwxUNuY3Xl7ceHGh+8p8dTvmI6wMbOhc+rfaR2250D6zXqCshZRtE/YJDItaCLzuzloM2V37WHtztdwXdkgpP2dg/NP6x59U7nhcLl+orWk6UmtKRTIaSeabjeDa0CqPDJHBWnOGbAWAXclbKpBZUkkAII37N4Es2+FsMladzG075WQsp6xHQY0NYp8372RyZcoz+yafkQsD+a6rChv/Vuy+LF/ZELZHuW/1hsV/qn3UlovtszqmHzV+6qPGTztq/LRH5cdNCQxZ/8ZFvevu6Fl3R+/62ue7arlk2FHl4vz+8SfWPsrtR26pQm5tNDbNEdPzyFyzSSUHDSPlkQCw+7n9F8gsqSQAkMbJEkD0/oztyiaj6+vxZLQo2XSCya0x5DbPRlbmK5NPKk86cSBU8t3Xb4onN16SL68M26nUt6pr2aW1j/rDtgn7jJ961OacshZSHpUrjg9ElHqWb84g7+xZe3vP+jsrA9uXBzfZYdvhfeNPLE04qT5Ma9gcRjaVkkc21qdElbGdyCMBYITImSESyCqpJACQJqcrCdBssskwtGyyUCg0BmttRJVh89x+sVpkNJ6s7zaaTSYW8pWJTypPeGL/7Pfmem4rbvxb28aL86VFYYcMdC+ufWxY+pf6H6Jtwl7jJh3QPunATR+TawsHZalMWR3oXtrX9UB/14N9nQ/0dT3Y3/VAuX992GnVkC+Ne2z/hBP7O06qts3dkhdu/pcQtm1GpuSRrRLKWFEybJ08MkWQRwLAnmNeSSCzpJIAQBpdSYCGHcgmQ+SqU3Rk19iwroNVJLd5WF94JKec8JiB8Y8emPX2XP/CfPe1hZ7rij3X5qudYQfVYrkltY+NK65srCqMm9Y++aDNUeWmtLJtwj7jJu0fRr9KqXug++H+jQ/3bbh/UwC5sZZEPlit7ODckE2VivNL7Y8f6HhiefyxldykLbFiIhpMhpHJxDFszRoHLUfG9hAS2WdIVDTkkQCwO3mrBTJLKgkApHH/JkDMdmWT9aeS803GhnVtxI3JAmV9oVAoJId+jceT7QeUx80vT3txX+2pvrvz3dcUe68r9NyQD/1h55T713WvvqH2EV1ZHD933IR9NyWUE/Zpm7j3uPGbPhfbZ4URqFoa6F7W37N4YOOS/k3F0PrnxbU/V9gFyvlZpY5jB9qPLY1/UqUwq5H/FZpVFXMtBlxNX5kMLJvuKvnlgjwSAEYAt/8CmSWVBADSOFkCaGqI2WTj2WgwWd8yOqxrtDrZqjQZ3aC67YCujZWNNWH8keWOI0rVV9S+Vr7nxkL3NYWe69r6bwnDp9SzvPYRVl+/zZ+00N5Wiyc7ZufbJhfGTSnUPhcnb16eXGibWmiblC/WFqYU2qeFnVAZ6KpUemsJaLXcWx7orH1UBjaUB7rKmz7Xljs3L3RtXrlhoHtmfqmpAAAQAElEQVTpQM/SsItV85P6xz1+UxjZcWyl7cBkEhkiceDQw8hci07koAO0JiPJII8EgBEjZ15JIKukkgBAmpyuJEBr6dlk/RDaOJDmIlNLxkqT2wSKkVknq4l5JRsPk/Fkq5CyOuGY0oRjBqrV3kpfvu/OfO+thb47C323F8rLwnCrlvv6uxbUPoaycS7fnssXN33k2sKmhbb6cq6+nCtUyn213LFSqX3u3/x508MwYpTaDhsY9+ja5/K4wyvth8aSyLBtPbGplJSx1bySjUFZm74wbDtYa5BHAsCIVDWvJJBVUkkAII2uJMCgWmWTYdscKHr5KRZG1tbUw8VcZNbJ+spW00k2wsjG4K5NQ8pt5MdXC48vT3h8qf4lKhvyPbcW+u/I995e7LsjX90Qdq9qLWgc1kkcd7VSYZ/SuCPL7UeVxx1Vbj8i1MLUrf+JmyaRYWtGmD7vY0oY2WqzFGHIg7UGeSQA7CHegoHMkkoCAGncvwkwRI2rS7E8sjrYsK6hdXWysTLam0y2JKNhZ9NUsl7BTISU06qTnzZQPaH2VG9tJwPL8gML8n33FWqf++8vDDyYCwMhwyr5KeXigaW2g8ptB1XGHVwed0jITwyNuLF1/hdtK6ZkkE3ng9zeMDL2hcLQypHBxVAA2KOqbv8FskoqCQCkcbIEsL1yQ5hyMte6OhmS8WEjRtw2j2w6iGt99NfkTurbhM39y6ZfIrTvXW3fuzTxqaX6dxsquf6Hcv33Ffrv3xxSLsgPLK59v2GMqubaS4X9K+2HlIoHVtpqGeRBlcLsbbLGZjFkSKSPocV4rY2IMSSqkykP63uLvTYMIYmURwLASJYzrySQVVJJACBNTlcSYIcMJZuMbd8qlUyuic4c2WQiyUhOGX1tI49sGUxGVtbyr9BxUKX9wEo4bcufotJXGLg/DCzJDazIV1bnBpYXKitzpZWF8pIwelRyk6qF2eXCrFroWCnMqRRmVdvmVYp7V9rm1zdoXCUstM75onFgMiBsGknGnkoZuzWXOhVlbIPQ4psM8kgAGMGq5pUEskoqCQCkqepKAuyEptlkGFp1MgwhnowllNVEjTKqUChUBxO2CSa3+U5Cfny1+Ohqx6NqD8tb/1Bb/mjldfnSyny5FlKuyJVW5StrQnltobKu/jlXWR92o3J+ZrUwvZKbVi3OqOSmVoszy/lZoW1O7XO1OC/k2xt/59GFwrYPc4mHsbAwNAsOoyvr/wmGPqNkLjWMDC36kUE5EgBGIe/OQGZJJQGANO7fBNh50TAyuqaaWp0MzQLCpg+rkUklm+aR6enjoF+l1cIj325hZrVtRiUc3lgZW8iX1+Qqa3PldbnaQnltvtIZqv2hWsqFUrXSn6ulnNVSqA5sWgilSrmvNNAbquVagjiufXIljMvl26u59pDb9Lma2/IwX1pRzXVU8lMr+WmhFkDWP+cmJf/a68u1B7lm6V0u0S+MBYGx9dsVH6aIFijD1pFaQ7P0MfltBOVIABjNqm7/BbJKKgkApHGyBDCMcoNVJ3PbliZD5O6Q9OCwLpZlDl3thclhXUNKb3Kwz1Gb1hRmhzC79kRl22erzW586enpWbFiRS1CrP1vvzn7Jf8CU/5uC822bBXXDfo51zqMbLrB0IXW6WNOGAkAY13yDR0gI6SSAECanK4kwHDLtahOhtSRXVPiydCiOhmGllDWN4uWLHNbJ7lstcPkw5BIJZs+TC4n1b6Tcrlc/+MXi9t90to0scsNeYDWMFgqGYZWmoxu0yhBJrcPqalnq284tLiO6eImAIwKVfNKAlkllQQA0lR1JQF2mdy21cnomtixt1U8GVpkk6FZ6zG0CCnDYMPDNkLK0LoxWW0xdms1NZVsdTFuYGAgbA7z6nle7O8n/e8zDDY6a2yD3GB5ZP1vIBkctlqTnkSG1MJlaJ2bJv+YKWsAgJHMezeQWVJJACCN+zcBdrXckKuTIRFPhsGmfkxmjaFZQhkGm1Gy2mJSyWrrEVyrLYZ1rbYuTdYf1vK8UqlUX2jalcwNVhNMiSdzqWOi5lpkkKF1P7Lpw0FfGFoHosnvc4h/agBgtKi6/RfIKqkkAJDGyRLAbrMD8WR0s6ahY0hNKxs7rw5Wu2y1JvnlcttWOUPr9mRo0ZWshZGNrmQ0lcwNrSgZBkslc5FCajIFTF9ICRfTNw7NYshWGaQwEgDGtuTtRwAZIZUEANLkdCUBdrsdiydziZFdw2CTQSYXWm1TTR2+NaTWJWPrG6FgbJvonyiZSm5vJBn9i8oNVpQMrSPDlIUwhMSx1cPk9xOEkQCQGVXzSgJZJZUEANJUdSUB9pwhxpOxq1q5bcd3DYMllKF1bLldewita5EpC8mHja5koVBoOoJr07+i2MP0SDIMYSjX7Q0vW+0hNKtFhhYlCWEkAGSBN3cgs6SSAEAa928CjAQp8WSIJJS5RG9y0IQy/XPTxHHQF4YhxJMpy42uZKVS2a5UsulybsiNyWRMOMS0Mj2/TP9mmj5MWQkAjAFu/wUySyoJAKRxsgQwoiTjyTBYgXLQhDJsz4isreLG2Hc1aFcy+doQGeI1PZVs9ca0A6lkbPvtSi5TXhJ2NIkMwkgAyICmv40AZIFUEgBIoysJMDKlx5NhexLKMLTxV7e3Ddn07WMoXcl8Pl8qleord74r2XTjQaPKQUPK0LpbGVonkUEYCQCYVxLIMKkkAJBGVxJghGsaT4btSSjDYCFl2J55IptmjUOpSDY05pWsrS8UCmEw6cnfdhUoh7Iw9J033Wwo6wGAsc3vAEBmSSUBgDTu3wQYLWIxZMpTyYQyDBZSRsd9jX2JQeuPg8aQyZX1rmRNq1Qy9h0mn92x5aGvDINVMyWRAEArbv8FMksqCQCkcbIEMBrtQEIZEsFkiEz0mNx4KGOx7kAeGTZ3Jcvlcv3r7lhXMqTGhEN/KuXh0GPIoTwLAGRKcgAGgIyQSgIAaXQlAUa7ISaUodmdKK1yyrDtyLHJ/aQ8DC2yyej6eleytttaQpncbAfyv/RAMWzPMLDpK4f4LACQZeaVBDJLKgkApNGVBBhL0uPD5AE/PadMWRPdf9PdhtZqSWSlUqkt1D4PpSvZ9EsP/dlhHHzVOyYAMBR+ZwAySyoJAKRx/ybAGJYeUoah5ZQhEUMOfX3Tr15bqKeS5XI5JSAc+n0zO5Ay7uSeAQBSuP0XyCypJACQxskSQHYMGlKG1jlcq1pk7FUpd7o0tsnn8/XNap+bjuAa236HN9iuzYIMEgAYJuaVBDJLKgkApNGVBMis9EbjUDZOvnCIV9/qXclhuTNmh/fgQiEAsIuYVxLILKkkAJBGVxKAqPSu5A68MMXueQ/yNgcA7GZ+/QAySyoJAKRx/yYAQ5F+cW1730oaXckwHFz4AwBGFLf/ApkllQQA0jhZAmDnbddbSXRj70EAwNhjXkkgs/IBAKA1XUkAAAAYRvWzbOfaQA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HZMpVL53Oc+t3DhwrCjd8KRDwAAEABJREFUBgYG3vrWt4btd+ZmAQBgRDKvJJBZupIAQBpdSQB2TD6fP+ecc3b/5ba5c+eeccYZAQBgpDKvJJBZUkkAII2uJAA7bP78+SeffHLYvc4999xi0bBAAMDI5SwbyCypJACQRlcSgJ3x3Oc+d9KkSWF3OfbYYw877LAAADCCOcsGMksqCQCk0ZUEYGd0dHS84AUvCLtFe3v7bvtaAAA7zLySQGZJJQGANLqSAOyk448/fvf0F5/73OfOmDEjAACMbOaVBDJLKgkApNGVBGDnnXPOObt6rse5c+fu/jksAQB2gLNsILOkkgBAGl1JAHbevHnzTjnllLArnXvuufm8M1wAYBRwlg1klnM2ACCNriQAw+KZz3zm9OnTw65x3HHH7Z5BYgEAdp55JYHMkkoCAGl0JQEYFh0dHWeffXbYBSZNmvTCF74wAACMEuaVBDJLKgkApNGVBGC4HH300Y997GPDcHvOc55TCyYDAMAo4SwbyCypJACQRlcSgGF09tlnt7e3h+Ezf/78E044IQAAjB7OsoHMkkoCAGl0JQEYRjNmzHjmM58ZhkntHeqcc87J553YAgCjiXklgcxy8gYApNGVBGB4PeMZz5g7d24YDieffPL8+fMDAMCoYl5JILOkkgBAGl1JAIZXsVg899xzw06bNGnSc5/73AAAMNo4ywYySyoJAKTRlQRg2B122GHHHXdc2DkveMELOjo6AgDAaOMsG8gsqSQAkEZXEoBd4YUvfGF7e3vYUbVc8/jjjw8AAKOQeSWBzJJKAgBpdCUB2BV2ZvzV2nvTOeecEwAARifzSgKZJZUEANLoSgKwi5x88snz588P26/2wnnz5gUAgNHJWTaQWVJJACCNriQAu0g+nz/nnHO296rc9OnTd7hkCQAwEjjLBjJLKgkApNGVBGDXmT9//lOf+tTtesnZZ5/d0dERAABGLfNKApkllQQA0uhKArBLnXXWWZMmTRrixo997GOPPvroAAAwmplXEsgsqSQAkEZXEoBdqhZJvuAFLxjKlsVi8eyzzw4AAKOcs2wgs6SSAEAaXUkAdrXjjz/+sMMOG3SzM844Y8aMGQEAYJRzlg1kllQSAEijKwnAbnDOOeekv93MnTu3lkoGAIDRz7ySQGZJJQGANLqSAOwG8+bNO/nkk1M2OPfcc4vFYgAAGP3MKwlkllQSAEijKwnA7vHc5z53+vTpTZ867rjjhjLEKwDAqOAsG8gsqSQAkEZXEoDdo6Oj4+yzz06unzRp0gtf+MIAADBWOMsGMksqCQCk0ZUEYLc5+uijjzzyyNjK5zznObVgMgAAjBXmlQQySyoJAKTRlQRgd3rJS14SnT9y/vz5J5xwQgAAGEPMKwlkllQSAEijKwnA7jRv3rwzzjijvlx7AzrnnHPyeeetAMCY4iwbyCxndwBAGl1JAHazWio5d+7c2sLJJ588f/78AAAwtjjLBjJLKgkApNGVBGA3KxaLL3nJS6ZPn/7c5z43AACMOeaVBDJLKgkApNGVBGD3O+qoo9761rd2dHQEAIAxx7ySQGYVAwBAa7qSAOwR++yzTwAAGIucZQOZpSsJAKTRlQQAAIBh5CwbyCxdSQAgja4k7GauUAAwFH5DAxi9HMOBzJJKAgBpdCVhV/MjBsAOiL59uLoNMLq4/RfILKkkAJDGyRLsOkPMI8WWAKT/PtZ4p/BrG8CoUD9cO2gDGSSVBADS6ErCrtDqx8qPGwBNJd8gml7Ldj8ZwKhQP1z75R/IIKkkAJDGtS0YdsmrD7E1g24AQKbEfhmrP2zVj6yv9/sbwEjmKA1kllQSAEjj/k0YXikBZH150IQSgKyJBY3Rm8Yav6ols0mXvAFGLEdpILOkkgBAGidLMIySGWRIhJEpCwBkU6Mc2eq3sqbZpN/iAEYs80oCmSWVBADS6ErCcGkVSUZTyeTnIJUEyLxoMzJs/fWs1bCurnEDjHzmlQQySyoJAKRxbQuGXTR0/MBPbr7pgbWNgkvKhQnXLACyptXvYG867eDnPGHvpr+kxQJLv8gBjEwOzkBmSSUBgDTu34Rh0XS81trnNZ19y9b2BAAYso19pUqlEjb/nlZXX9+IJIWRACOcAzWQWVJJACCNkyXYeU2j/cbYrQCwXWqRZLlczufzyaeSkaTf5QBGIPNKApkllQQA0uhKwjBqVCSjAgBsj8pmtXeQWjBZ70pGE0oTTAKMfOaVBDJLKgkApHFJC4ZXNSH6bD7njmkA4irbvl3UHtRSyUbPphZJ1h7GqpPR0qRf5wBGGodlILOkkgBAGvdvwk6KzSgZXZ/84frR/ztt3owJAQAifnXFgq+fd2vjYb0rGR39rxFMuswNMCq4XwTILKkkAJDGyRIMo/SiJAAMRXReydrnxhtK7J3Fr3AAI5Z5JYHMkkoCAGl0JWFXEEwCsMPqI7jGVjbiyeg1breXAYxM5pUEMksqCQCkcTELhkX0ikNjOXlNGQAGVe9K1pdrv6fVR3NN3u/iVziAEcshGsgsqSQAkMb9mzCMjOAKwM6rvX1EU8lCoRALJusXu91bBjBiOUQDmSWVBADSOFmC4RKrS0olAdgxlc1yEdHZJZvyGx3AiGJeSSCz8gEAoDVdSdgZrX581CUB2GGViMZbSeOzNxeAkS966AbIFKkkAJDGnfUwvKKXj12GAGAH1N9B6pFkNJtsOoex9xqAEchZNpBZUkkAII2uJAwjP00A7Lzar2exrmSsKKmCAzDCOUQDmSWVBADS6ErCzotddIhdNQaA7VLPI4P+PcCoZV5JILOkkgBAGl1JGC5Nmyt+vgDYAdVtRVcGAEY8pXYgs6SSAEAaXUnYFRoXjv18AbC9qs202jIAMPI4CwAySyoJAKTRlQQAGFGaxpDRxmQAYGRzrAYyqxgAAFrTlYRdyvUIAHbMULqSAIxM5pUEMktXEgBIoysJu44fLgB2RuxydvRtxVsMwEhmXkkgs6SSAEAaXUkYdq4+ALCTWvUjXeYGGBWcZQOZJZUEANLoSgIAjCh+NwMY7RzJgcwyryQAkEZXEnYp1yMA2GFmlAQYpcwrCWSWriQAkEZXEgAAAIaRAbeBzNKVBADS6EoCAADAMHKWDWSWriQAkEZXEgAAAIaRs2wgs3QlAYA0upIAAAAwjMwrCWSWriQAkEZXEgAAAIaReSWBzNKVBADS6EoCAADAMHKWDWSWriQAkEZXEgAAAIaRs2wgs3QlAYA0upIAAMD/Z+8+wKSq7j4AX5ddQBYEBBYWBUQRG4qK2At2hViwo0aNRg1GDZaoMdEQY4zGJEZsn4klFjSxa8Teu2IHC6KodFR6ke534SbDssteys4uM3Pe9+GZ59yyw+7szp177u/+zwG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AQAAIIvMKwkES60kAJBGrSQAAABkkXklgWCplQQA0qiVBAAAgCzSywaCJZUEANKolQQKwGcjvh72+VcTvp1Uv6S4/brl65S37rBuedyOgLzy6fAvR42bMGXKtMlTp5eUFJe3blle1mqdNq1atmgeAUD+cPsvECz9cAAgjc4SkLHBdr3Sd2jYoH6rlmu3aN507fhf06ZlLdfeevONd91hm3r1VtvMER989Nmfrrv1jXc+rLT+hCMPvOjsUzfa6cD58xcka754c1BU0KZNn7nTgcfNmjU7WWy+VpOXHrmt0ZoNopx3zGm/yvwGH7z1b1tsumHFrTfcds+fr78tafc75dgzTuoTUWu679Nn0tRpK7JnfPLQvGmTZms1adKkcasWzTfs2L7zBuvttkO3pms1jlbeyNHjH3ziuaeef/XTz79a5g7rtWt74tG9e++/54r/Sb82+IMfn35hZrHgjwAA5BTzSgLBkkoCAGnUSgIrbvacuaPGjI//VVzZpqzFUQfvf1Kf3o0aNYzq1kuvv/Oz834/Z+68qps26rReFJiHn3g+E0nGJk+b/siTzx918H4R1IL45GHSlGnxv2TxmZfeiB9bt2px/uknHrRfjxV/nk8+G3HTwAceeuL59N2+GjX24iuuu/rvd/bpvf+JfXqvWvYJAHUmuf1XXxsI0Gq7ZxkAyAtqJYEaGv/NxL/9/c59jjr14SdeiOrQggULf//XG5cZScY6r79eFJj7Bz1dac3A+xWHUacmfDvx7N9eecNt96zg/v932z0HHHfmciPJjImTp157y78OOfGsz0Z8HQFADtPLBoKlVhIASOP+TWCZNttog2ZrNam0cv78+ROnTJ00eWqmQCpj3ITv4jRi5vffH917/6hODP7goxEjx2QWN96wY+/99+zUsV3DBvXjxU032iAKyYcfDx/yyedJO34pPh3+Zdz4+LMRb7//8TZbbhrByuu55y6dN+iQssO06TPio0F8THjlzfcqnkv8+frbNt94w5232ypK9as/DLjnkScrrezYfp2NNlgvfiNvuH6HkpLi4SNGjvh6VPxnPGb8N5l9vho19oiTz/3jr/vtv8dOEQDkJLf/AsGSSgIAaXSWgGU665Rjd9952+q2zp4z94OPP3v3w4//+e9Hvps4ObP+osuvjbPMnnvuHNW+j4d9kWnHGcZDt/4tzjAq7XPmT49euDCIGy8eeOyZpFGvXtF5p/3kxLMuThb/9fDj+Z5Kbr3Fpv1OOTZpd99ys4i6sueu2x283+4rsudnI77+3Z//r+L0rr+54trn7vtHUVG1ozddfMV1lSLJbbpuesn5p2+0dA66b48dk0YcfMZ/5JmC7OkzZp3+q8v+fuXF8TcZAUDuMa8kECypJACQRq0ksAoaNqi/3VZd4n/HHvqja2+566aBD2Y2nX/pVXG6UNZy7aiWTZs+I9Pec5ftq0aSsZ//5KgoAHFI/NDjzyXtzTbutNuO3dZpU5bUlj369EsX/uLktZutFeWt5C8tIod1Xr/DwOv/eNLZ/V94dXCyZtSY8Y8//2qvPXdZ5v6PPPniwAceyyyu3XStfj/78dG990+5dPwDUzAAABAASURBVLvzdlvF/3bboft5v//r/PkLkpW//P1fH7ltwLptW0cAkGPMKwkEy7ySAEAatZJATTRp3OhXZ/70Fycfk1kza9bsATfdFdW+2bPnZNptWrWIAjbo6Zemz5iVtHfZduv4sede/02D5s2b/++Hn4ig9l1x0VkV8+9MQlnJxCnTfnvldZnF9dq1HXTXdccc0nNFzkYO2q/HzVf9rrTRmsni1GkzzvjN5REA5B69bCBYUkkAII37N4GaO/OnR+9fYdTWex558ouvRke1bGGFY9cyCyXD8cBjz2ba+/TYIX485Ed7ZdYMvH/QwoULI6hlLZs33WnbJXNJDh/x9TJ3u+WuB6dNn5m0mzRudP0Vv1mp0uqdt93q7J8dl1n88KPPrrz+tggAcoxeNhAsI7gCAGnUSgJZ0f+Xpz3x3KvJ9ZcFCxbefNcDl1145nK/au68+UM+Hj5m/DcTvv2ufv2S1q1arNdunY07rRetVt9Nnjrko2Fjv/lu5oxZrctadmy/TpeNN0iZIW+Z4pdi2OdffTV67IRvJ86dO691q5bt2rbefJMNi4vrRVk14usxmfn8OrQr77Jxp7jRuWP7rptt9MFHw+L2uAnfPfvKW3vvun20Wn3z3aTPRnz96fCvShs1bNe2zXZbb15LWXLWX/n4Cd8fOuzrMeO++XZSo0YN27dt02WTDVdhUNxPh385YuSYSVOmzpgxs7x1WYd1y9fvsO5aTUpX6kniH+qT4V+Om/DttOkzWjZv3ra8bItNN8zUDq52m3be4D9PvZi0P/38q6o7TJoy7fZ7H8ks/vSYQytNJLkijj/igMefffntDz5OFu995MmzT/1xvXruyQYgh5hXEgiWVBIASKNWEsiKls2b7rf7jo8/92qy+MJrb6fvH8c81/3zX6+99f7sOXMrP9XazQ7ab/efHX9E1eBn4pRp2+7bp+qz/ebya+N/STsOn4a9+t/YY6OdDsxMQffFm4MqfdUxp/0qyfM27bz+f+64JlqcG139j4HPvfpW5qsSazdda989djr1x4e1W6dNtDxjx3977S13P/X8a5OnTa+0Kc609thp29NPOnrDju2iLLnv0acz7QP23i3T7t1zjySVjP3roSeWm0p+O3Hy9j2PTdrrtm394oO3pOwcvz7xa5u0GzZs8NGLD1S358xZ3z/4+HP3PPzkR8O+qLi+rOXaxx1xwElHH1J/ednkDbfd8+f/FcP1O+XYM07qU92eNXzlXx38/nGn/zppX/vHC/ffY6fF+fqD9zzy5Jcjx1TaeavNN+5z0P4H99xjRcKw+O1wy10Pxs9fddOeu2x3Tt/jl5vMzZo1+5Z/PfTAY898PWpcpU3xN7DNFpvG8d4eu2wbrW6zvv8+015mBeQjT74Q/yyZxaN67x+tvPjU5cJfnHzIiWclixMnT33pjXd236l7BAA5w7ySQLDcLQgApFErCWTLIT2XjBo64duJn305cpm7xYHWr/4w4NCTzn7u5beqRpKx7yZNiaOgfY84ddAzL0d16O4HH4+/q6defL1SJBmbNHVavHW/o0976/2h6U8y8IHH9jr85H8//GTVYCxanC09+vRLvY457U/X/TNOvKIamzdv/gODnsksHn7APpn2Qfvu3qB+SdJ+8bW3vxo1NqpzQz75fK/DT/ntn66vFElGi0sn46wxDpZGjh4fZUPWX/n4b/jY0351xbW3VI0kY+8N+fS8S686/VeXpT/btOkzT/3l708667fLjCRjz778Zs+jT4vfEfGvsroneeeDT/Y64pSrbryjaiQZLS5NfvO9oSef+7tTzr1k8tTp0Wr15jtDMu2NO3WsusPrb3+Qae+16/YtmzeNVknXzTqv06Yss/jo/wo0ASBH6GUDwZJKAgBp3L8JZEv3rbpUXHxj8AdV94ljyFPP+/09jzxZcWV8INqk8/qdOrarePkmDgLP/PXl19x8d1Qnbv3Xw7+5/NplpqQZs2fP+fl5f/hu4uTqdrju1n9dfMV1c+bOq7iy3TpttuyyUSYgjBbHSDfefu+JZ11cac9V8Owrb377v+9np+5brtu2dWbTWk1Ke+65S9KOj/N3P/hYVLeef+WtY39+QZw+VlyZjDGbqS/85LMR8eswafLUqGay/sp/N2nycWf8erkhdJxhD7hpYHVb42D+0BPPeualNyquLG20Zveum63ffp2KI8rG74hfX3HNMp/kpdffOaHfb+KItOLK5ms16bbFJpVGf40DzoOOPzNbKe8q+M9TL1Z8xTqvX7kANH79X3nrvcxity02jWpg/z13yrSffumN72fPiQAgZ+hlA8EygisAkEatJJAtTRo3iv9NnzErWfz8q1FV97nsb/944dXBmcU4njnz5GO27LJxozUbxItxrvD+0GG//dN1X3w9Otnhb3+/s1PH9vvv8d/4oUWztTIDsV529U033/Vg0r70gtP7rNJQkIkRI8dcetXfk/ZWm2980L67b7Fp5w3X7/D1qDFxiHLXg49lkp44Kx1w892XnHda1SeJI5m//t8dmcXy1i3P6Xv8bjtsk4xDG+cxn33x1dX/GPj0/zKqV95874prbrn4nFOjGnhg0LOZdu+ee1baekivvR58/Lmkff9/njn7Z8dXjOhq1cQp0877/VUzZv53PM/4g+bis089YN8ezZs2iRb/ot/58OMLLxswZtw3y6xEXCm18cpffs0tsxenXI0aNTzqoP126NZ1i806xx+ZHw0b8dATzz7y5JLKvH/cef8RB+1bsW4vMWvW7NPP/8OI//108Stw2glH9u65x3rt2iYfu99NnnrFNTdnfoPxL6hdeZtK49N+8dXoM39zeWbI04YNG5x+4lG99ty1/br/HUl41JjxDzz27ICb7koW49ez38V/+teNf6pfUteXAu568PHf/fmGzGL8rR52wN6V9hn8wUezK2SH23StUSq5+SadM+2Zs76PE+6tt9gkAoDcYF5JIFhqJQGANGolgSyqmM1MrTKQ5pMvvDbwgSUVe/3P7Xv3jVfs2L1rEknG1mzYYIdttrj/lqsqToJ40R+vqe1xKTP5041/uui+m/7y48N/1HWzzvF3tUnn9U8+9tCH/zlg2y2XlIE+/szLVQftHD12wm8uX1LrdtiP9n7q33/vvf8emakx69Urip/thj/95hcnH5PZ7bZ7Hnn97Q+jVfXNd5Oee+WtpB3nwfvvuXOlHeIXs2P7dZL25GnTH3ni+aiuDPjHwElTpiXtxqVr3vq3S4474oAkkowW/6J33narB27+a5wBRzVTS6988ifRa69dXnron7/ud/Ieu2zbcu1mLVs0323Hblddct6Ayy7I7Dln7rzHnn2l6jNcNuCmTLgevy/iP/Wzf/bj+NeRuTrZsnnTKy8++6fHHpr5kjiDH//NkprIhQsX9rvoikzMH8eiT/7r//oef0QmkowW14PGP9ffr7w4fpGTNR98NOyG2+6J6kr8W37i+VdPOfeSiy6/tuLQx+f2PT7OXyvt/OX/XpDE+h1qNLtqm1YtKy5OWd2j1wJARUkvW18bCJBUEgBIo1YSyKLWZS0y7SlVUsm/3Xhnph1nVHH4t8zjTxywXXf5r+MkKVmM47Q77v1PVPvOOPHovXbbvur6tZqUXvqrMzKLk6ZOG15lysxb//VQpi5w087r//6C0zNRa0Xxz3vmT4+Of/bMmhv++e9oVd37n6cyl7oO2m+Phg3qV/3vDv3Rksk+b6+TlzEWR2t33vdoZvHc007YZfutq+4Wh3z/96eL4jA4qoHae+XblLX4469/kUlSK+q15y4H77d7ZnHIx59V2iHOSu9+8PHM4jl9j+/edbNoWc477YSum22UWYwTvkz7yRde//izEUk7Dh2vufSCdcvLlvkke+663WW//kVm8bZ/P5x5TWrinN/+eYPteqX/675vn59fcNmzL79Z8Qt77rnLCUceWPUJZ8xa8l3Fv5Gma5VGNVDeZqlUcvL/UnAAyAV62UCwpJIAQBq1kkAWtW65JCeYNmNmxU0vv/HuZyO+Ttrrtm19/uknpjxPvXpFF1TY4aEnnotq2cad1juxz8HVbd1gvXU7tCvPLH6z9CR/k6dOv+c/T2UW/3LJL9PHzzz9pKMzlW2vDn4/TrCilRcfuv/90JLpOQ+pMnxr4tBee2UuisUR13tDPo1q3/OvvpVpr9Om7MiD9qtuz5ZrNzv6kF7RqqrVV/68n59Y2mjN6rbuuM2WmfY3306qtPXZV5akdF027nTAPrtW9zzxn/oxvXtm2p998VVm023/ejjT/uXPf1Jx0tCq4qA0E3xOnTbjqRdei1aHJo0bXXbhmddcdsEyL8XOqpBKxnFvDS/Xtm3daqmZaKdJJQHIIXrZQLCkkgBAGrWSQBbNXzA/0y6uV6/ipicrxCQ7b7tV1cK+Snbs3rX5Wv8tU/t61LjMzI61ZN/ddyourpeyQ4d1lwxHOWv27IqbXnz97czMfxt0WLdzx/ZRqhbN1tqhW9fM4hvvrMogrnGoNmb8N0m78/odum7WeZm7lbVce4+dt80s3vXQ41Hte+G1tzPtk489ND0pPOXHh6WEf+lq75WPPxkP3He3qHrt2y9JqSv9PcSefWlJKrnv7jsWFaV1zPfdY6dLLzj9gVv+OuSFB+JIL1k5bsJ3gz/4aMk+PXaMlmev3XbItN94b9VHBl4FTddqvH23LeJc/5HbrjnyoH2r223O3HmZdmlpo6hmKt1WVemAAwCrl3klgWBJJQGANGolgSyaNn1JfWSTxkulDpmxKGPdttg0Wp44yOlaYdLBN9+t3ZSlVYvm6Ts0bdI40543b37FTZ9W/NGqGaizkorzKb753pBo5T0w6JlM+6je+6XseUivJWWU/3nyhUm1P9Dl0E+HZ9q7bt8tfec4KdyywhCmK6X2XvnWrdZOv4yY8vcQe7tCoNihyvSKlTQuXbNP7/27brZRg/olmZUfD/si0+7Yfp3l/n3Gtq7wo7321vtRjW3cab2dum+Z+bfd1pvH30nV+wl+ekzv1wfdOfD6P/6638kV57ysqkXzppn2jOkzo5qZ9f2ciotlrdaOACBnmFcSCFZxBABQPbWSQBZNnz4j016rceOKm0aNHpdp//KSv8b/opXxVYUvrw0t1m6WvkNJhYK/BQsXVtw0etySgUDveeTJ+F+0Mkau/I8WJ4uPPfvKkm9g7IRrbr67up3nz1+SmcX52X3/efqUHx8a1Zr4Y2VChRFNl/vCRosmmFz+PstUe6/8clPA+iVLEsSFS/89TJ8xq2JR4Abt141W3qgKP9qXI8dssN3KjXM7bsJ338+es2bDBlENnPzjwypOn5mIf9ghn3z+z38/9MiTLyZrbhr44Otvf3jTX/uXtVxOLtimbMkIz5OnTY+fKr2KNN3UpWeubdOyZQQAOUMvGwiWVBIASKNWEsiiESPHZNrrli+ZBi8+zkyaWqMSvXnz5kW1qVnTJtGqmrJ0OrKy5qyq8WXJAAAQAElEQVT8j/bwE89XrM+75e6HVvxr//Xw4ycfe0jtXSmLI8nMx0qD+iWZeRxTtFx7+YWAy1R7r3yzpmtFq+rbiZMrLnbssCqp5NSa/WixuXPn1TCVXKZFRcybdb7qkvN227H7Ob/9c7Lyo2FfHH/GbwbecPnazdJetzatlgoOv/h6zIYd20WrasTI0Us9eesWEQDkDLf/AsEygisAkEZnCciWkaPHV8xjumzSKdOePLWmEcv8+Qui2lSTI+G0mo1FuQo/2j0Pr1xRYEVfjxr3wquDo1pTMSlcu8KInSlarNhuVdXeK1+zv4clFcPlrVtWHJd1xU2fUdMBTuctqN23zMH77X7mycdkFj8b8fVPz+6fmeZzmSoFh+8P+SSqgXc++DjTjn9frVtKJQHIIeaVBIKlVhIASKNWEsiW9z8aVnFx8002zLQr1Wxdd/mFzdZaudrE1q1yN3Ko+NOd+dOjt9t682hlrNmw4Urt/96QT+MEKKqBux56fPedt41qYH71iVfF3+z4bybGyV9xcb0o1fQZs6JVUsev/Apq1GjJ0343acqq3f3ToMGSH22f3XY4/sgDo5XUtHFpVMvOOPGoDz769MXX3kkWP/ho2Lm/+8v1V/y6uv3btm61fvt1MhXV7w759PAD94lW1VMvvp5p77DNFsv9MwOAupScAOhrAwGSSgIAadRKAtny7MtvZNobdFh3nTZlmcU4PYqjmkwdVePSRtt32yIqFE2aLJlBc+HChbX9o90/6JlM+9AD9vrTb85aka+68/5Bv/3T9Un7+VcGjxn/TcVfUCULlldmV7EcsJLWrdbOXIOLH8eO/7b9um2iVOMmfButkjp+5VdQxRlV582b/813k1YhU6+YKU6dPiM33y9FRUV/7X/ewT/5xagx45M1T77w2i13P3Rin4OXuX/8h3Hoj/a68vrbksVnXnz9V2eetFaTVUlP33h3yCefjcgsHtJrrwgAcoleNhAsI7gCAGncvwlkRRxLPP7cK5nFg3vuUWmHju3WybQ/HjYiKiDrrVueaX88vHZ/tDjZffTpFzOLB+y12wp+4QF775YZSjQ+7N9536BKO6xRtKTzuGDBwvRnm1J9Khl/rLRcu1lmcfS4CdHyjBn3TbRK6vKVX3FlLZs3adwoszhuwnfL/ZJBz7z88BMvvPPBJ3GEmXwot2+35Ef7aNjnceYa5aRmTRv/+eJzKq654tpbPvx4eHX79+65Z716//1LmzR12i13Pxitkn8/9Him3XytJj333CUCgFyilw0ESyoJAKRRKwlkxcVXXp+JsuKjymE/2rvSDltutlGmPezzL6MV8OBjzz34+HNvvjd09LhvcjaViW2x6ZIfLSWPqei1wR/c+8hTr7z13oivx8ydNz9aYYOeeSkz3mnrVi127L7lCn5h07Ua77v7jpnFex9+cs7ceRV3KKm3ZADMqdOmp19KG546hOxWXTbOtF94bTlzWH43cfL7Hw+LVkldvvIrrqioaItNOi/5H99+P33/+KXu/6frz/7tlUeccu4OvX783aQp8cqtN98ks8OMmd9nRj1N8dWosXfc9+hzL7/16fAv0+d3zK5tttz0Z8cfkVmcP3/Br/84oLo5O+M/2h/tvWtm8Zqb735/6Er/9l95871HnlySzR/cc49Vm7wTAGqPeSWBYEklAYA0aiWBmrv5rgdfev2dzOIRB+5T1nLtSvtUnGby6ZfeGP/NxChVHLGcf+lV5/b/y9E/O3+3g3/y1vsfRbmq66ZLIqg4Y3v8uVfT948Dm99ccc0Ff7j6+DN+s/cRp/z9jvuiFfbAoGcz7TjdyZSdrYiD99sz0548bfqjT71YcWvj0kaZC2dxYPntxMkpT/XaW2lJ2/4VCtf+9dATE6dMS9n57oeemLeq6WBdvvIrZYsK39jA+wdVF9El3v3w00lT//sSbbdVl1YtmkeLCi7XbrfOkpFv737gsWh5rrnprv5X3nDyub/rdezpfc+/NKpDvzj5mI037JhZ/PizETcNvL+6nX915k9bNG+aWfzZeb//4qvR0Qr79POv+v3misxi/CqdcdLREQDkmMxo9hFAYKSSAEAatZJADf3jzvv/dN2tmcWmazU+57QTqu62T48dMxPIzZz1/YV/HBCluvbmuzPFl5tv0mn7rTePclWHduXbbtkls3jpVTdOmz4zZf/7Bz3z9ahxSbthg/rHHvqjaMWM+HrMW+8PzSz22mvXaGXssv1WFdPiux5cKuiKA84kD8t8k9U9z8jR4x987Nmoenvtsl3F3/XNAx+obs+58+bftQJ5W3Xq7JVfWQfuv3vmszUO4Ac983J1e8afwgNuHphZ3Gu3HZY8yT49Mu3b7vlPek1hnOL/p8LQvscdfkBUh+qXFF96/ukVTyeuufnuL6up74z/zP5w4ZmZxTj/Prrv+StY6vrGu0PineNMPVmM/8crf3t2fMyJACDH6GUDwZJKAgBp1EoCq+C7SVOeeP7Vy66+qcchJ11+zS0VS8EuOe/nLZqtVfVL4uTg+CMOzCy++Nrbl17199lz5lbdMz4oXXXjHQ8+/lxmzU+O6h3lttN/2ifTjlOoMy78Y3XFoM+8+Mbl19ycWTyk557Nmq5opvLvh5fMpbdBh3W7btY5WhlFRUUVR9aNU64PPvqs4g4VR1698fZ7h385quqTjB3/7Vm//VOl0V8radSo4bkVkumbBt7/74efrLpb/CSX/OX/vvluUlQDdfPKr6zOHdsftG+PzOKAmwZ+8tmyp70ccPPdr7z5Xmax4ii7P+lzcGZ+yvhNEb/s7374yTKfJP5NnXruJZkUf8OO7ffYZduobm21+cYVo9D4rf2rS6+u7gRj7123773/kqln4+NJn5+dFx8Qvps8tbrnj/9OLr7iuhPO/M3UaUvmND39xKO6d90sAoDco5cNBKs4AgConlpJYJmu+vudt/7r4UorFyxc+O13k76dNLm6irR+pxxbcdK4Sk758eHPvPxmJp6Jn/+1we9fcMZJ23TdLM6x4jWTpkx75qXXb7vnP58OXzLxZPyEB+yzckWBdW+n7lsefsA+9/7nqWTxlbfeO+DY0887/Se77tCtdasW8ZrvZ8959c337nrosRdfWzLUbaeO7fr97LgV/C/mzZv/wKNLKhQP3G/3aOUdedC+1//z35nFfz30RMVo80f77PbkC68l7ekzZp1ybv9fnvaTnnvunKyJf+kDHxh0y10PTlo8Iuu6bVuPHjuhuv/o6N77P/7sy6+//WHcjtOyCy8bMOLrUT8+/MB1y8uixSWSH3w87A9/+8eQFauQS1EHr/yqiXPZl954J3mtvho1tveJZ53b94T4xWzbplW0OJEd/P7Q627+V8Xi1zNPPmadNmWZxeZNm8S/gHN+++dkceTo8Uec8sufHXf4oT/aa712bePP7viFfXfoJ/HPPuiplzIBf+PSNS//Tb/V8sl+Tt/jnnzh1UwqPPiDj+68f9CPD1t2Qeqf+5/TaM2GA/9XKRt///EBIf4Xp4zdttxsnfKytq1bzZs/f8K3E0ePGf/2hx+/N+TTSs9w1qk/jlPJCAByknklgWBJJQGANGolgWX6aNgXK7V/+3Xb9D/ntN127JayT6M1G1x32YUn9PtNnK8ka4Z98fVP+l0cNzq2XyeOKKr+p7vtuM2Vvz2nqCgPxoDp/8u+47/97uU33k0WJ02ddsEfro4bLZo37dCu7QcfDcuUsiXi/OnWv/1+mXWly/TUS69nZh+Mlh7ec8XFUeJ2W3V5873/JmGPPPXChb/4aaYgL87M7u7e9bXBHySL8a/pjAv/eMaynueUHx826/vZd973aHX/Ufzh8rdLLzj5nP4f/q8c86aBD8b/Wq7drN06bT4e9kWm2rLpWo333GW7ivNlrqzafuVXTXnrllf9/ry+5186a9bsaHGo/McBN8X/4leg/brlH336eaV60yMO3PcXP608P+LB++0+cvS4q//x3yFe48/rG267J/5X2mjNjTut9+nnX82c9X3F/YuL6113+a+37LJRtDrE39Ulv/z5Kb+8JLPmr/93+9677tCmrMUy97/k/J/vskO3Cy+9uuIfdpxlxv+iVPET/u3S81VJApDLktt/9bWBABnBFQBIo1YSqKE4+zn3tOMfv+uG9Egy0aFd+cP/HNBzz10qrf9y5JiqkeSB++527WUX1i/Jj1stGzaof8tVvzvzp0eXLP0NT5w89d0PP6kUjG21+ca3XH1JUja3gu5/dMlEj3EeE8fA0So5uOeSkTNnz55TaWzVG664aNcdlvN7/NnxR5z38xOi5WnZvOkd11y2U/ctK678btKU94Z8mgnkWrVofsOfLmq/TnlUA7X9yq+ynbfd6v6b/9p5/Q4VV8avQPxdVYwk42/7tBOOvPSC05f5JPHPdf0Vv25ZYcrPaPFsne98+EmlSHKd8rI49Y//02j12XPX7SpWS0+bPjN9Btm9d93+kTuu+clRByXV0ivi8AP2efifV4skAchxetlAsNRKAgBp3L8JrIIG9Us227hT1007x5nTLtt3Ky6ut+Jfu1aT0msuu+D49w+89ta7M/VtlcSx5c9PPGrjTutFeaWoqOgXJx9zaK+9rrn57kefeSnO/Krus2WXjU7/yVG777xy0/6NHjvhpdeXDEDaa+9VH9L2R3vt9vur/p4U8MXuenDQSUcfnLlw1rh0zTjhu+vBx2+9+6E4Kq70tTtvt1Xf44/YvtsW0YpZ9Gx/u+TBx5698Y77Kj1bnEId/qN9zvjp0c2bNnnr3SFRzdTeK19DcST5nzuuue/Rp//v9ntHjRlfdYf4+/lNv5PXa9c25Un27bFjnDXe+q+H77jv0e8mTq66Q5xHnnzsoUccuG/8xoxWt4vOOuWlN97JDPL84mtvP/j4cxVnkaykvHXL35x1yuknHh3/Kd5536AJ3y57WtAuG3c67Ed7H7Tf7vEBJAKAnOf2XyBYrjMCQLiS04Af/mfhwoXx44IKvv322/gx7iy1adOmadOmEbCSMu+y+DF5i8WP8dsqeYyddduQ97+entl/4C/3brN2o4j/Gf/NxKdeeG3q9Blxe82GDddbtzzOVzqs23bFC6dy1sxZ3z/z0psjx4yL2/VLitu2KWu/Tpt12rZp2TxvDrYjvh7z2Yivxoz7pl69eq1btdh8407rtm0drZL58xe89d7Q8d/EmdqUBvXrt1+3vNsWm2ZGjs2u3Hzl44PD629/+O6QT+JGnOK3bV22XrvyduuUr70yA8nGh5Y33v3wvSGfxk9SVLRG65Yt1l2nTfu2beJgr2Cue8ap5LgJ342d8O24Cd/Gf3jJBJPxLzFOr6OC9sCrI657dEk8/+Ptm/fconnxYvHrUFJSkrTjAL7eYkX/s8b/ROpyAHLGzJkzp01bND75/Pnz40Z8AM8cyTPq/Y/jOVBg1EoCAGnUSgKrUZuyFscdcUBUiEobrXnQfj2ifLZ+h3Xif1E2Idl7DQAAEABJREFUxFfeduzeNaoTufnKx5+28StQwxchvm65U/ctKw2KW2Di/Dv+t7qmxgSAbDGvJBAsqSQAkMbAMgAAAJBFetlAsIoiAIDquX8TAAAAskgvGwiWWkkAII1aSQAAAMgiM0QCwVIrCQCkUSsJAAAAWZT0svW1gQCplQQA0qiVBAAAgCzSywaCpVYSAEijVhIAAACySC8bCJZaSQAgjVpJAAAAyCLzSgLBUisJAKRRKwkAAABZZF5JIFhqJQGANGolAQAAIIv0soFgqZUEANKolQQAAIAs0ssGgqVWEgBIo1YSAAAAssi8kkCw1EoCAGnUSgIAAEAWmVcSCJZaSQAgjVpJAAAAyCK9bCBYaiUBgDRqJQEAACCL9LKBYKmVBADSqJUEAACALDKvJBAstZIAQBq1kgAAAJBF5pUEgqVWEgBIo1YSAAAAskgvGwiWWkkAII1aSQAAAMgivWwgWGolAYA0aiUBAAAgi8wrCQRLrSQAkEatJAAAAGSReSWBYKmVBADSqJUEAACALNLLBoKlVhIASKNWEgAAALJILxsIllpJACCNWkkAAADIIvNKAsFSKwkApFErCQAAAFlkXkkgWGolAYA0aiUBAAAgi/SygWCplQQA0qiVBAAAgCzSywaCpVYSAEijVhIAAAC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oVZ5fwGwytZYLAIg35hXEgiWWkkAII1aSQCAnJJyFdsFboC8YF5JIFhqJQGANGolIesy7ylvLgBWTVIlWd3lbJ8vADnOgRoIllQSAEijVhLq0vTZ8xrOnBsBQAWz582vblPF69rVtQHINW7/BYIllQQA0ugsQa2q9P762TUvRACQao0KIrNLAuQh80oCwTKvJACQRq0kAECuqXo52/DgAHnEvJJAsNRKAgBp1EpCbcjUtbgSAcDKqlooWd3ZmrM4gNzk+AwES60kAJBGrSTUXMWKlkoXIFyPAGAVrLG0iisjAHKeXjYQLLWSAEAatZKQdRWvI3do1ej7uQt++J9o8ZuuUiORaScNb8wCs3DhwgULFmQW69WrV1TkFlIIVNWzr0p3t6xdWpJ8iMQHimXGkwDkuDXMKwmESioJAKRRKwlZVOkNFS/+Yv/158+fH8dRyWMcTWUayWPshwoiN1YXnPgXOnHixNmzZ2fWrL322o0aNYqAgFUanTWR3K9Qb7Hq8shKg7tGAOSk5AYUJ/ZAgKSSAEAatZKQXdVdQY6vLye5Y9KouCkTTCYrXbwoJHEIPXbs2Llz5yaLcdJQXl7esGHDCAhb1ZSxaGkV11T9ZKn0DBEAOcbBGQiWVBIASOP+TaiJlHdQxQvNPywtqjA3WGaHOJuMRJKFZfbs2V9//XVm4Nb69euvt956xcX6aMAia1Qol6wYQ9arVy/TrlQZucx4EoAc5PZfIFh6vABAGp0lyJZMQrlGFZWCyYr7ZAolk1kGpZIFY8qUKV9++WUSNseaNGmywQYbxGFDBKvbqFGjkrJdJwCrXaVPior1kZlxXKtWTFb3VBEAOWMNQ20DoZJKAgBp1EpCFiXXHZKwf5nBZGa3OKyqGlhGUslCEac+X3/9dWaxbdu266+/fgQ5YPr06WPGjIkbo0ePbty4cf369StGYstUaVPKntXtn9x1QSVrVKmArBRMVpdHrmHsVoCcZ15JIFhSSQAgjVpJyIqKFx0y7Uz5Y3KVueLOmWAyE0ZKJQtD/GsdOnTohAkTksX4V7zpppvGqWQEuWHYsGHz5s1L2nPmzInqyt577x2xtIqpZFIxXzWSTEZzrU4EQK5ylAaCJZUEANK4fxNqQ3JlOckdkzwybieNTEFMZuzWirWSkWAyn82dO/fNN9+cMmVKslhcXNy9e/cWLVpEkDO6dev27rvvTpw4MapDrVu3NnxxJZXqHZMPiKrBZNXFSpe5XfUGyE1u/wWCJZUEANLoLEEWVXw3ZcZxzVRJxjFkpuolKYtJgsmoQq1k5msj8s20adNefPHFWbNmJYulpaW77bZbkyZNIsgljRs33nXXXV966aVx48ZFdaKkpGTHHXeMqKDih0UmaKw0iOsaFca/VSsJkHfWMK8kECqpJACQRq0k1FDmTZQ0Kg7fmtRHVqySTNrJPkkwWbVK0lsyH40dO/b555/PDIzZqlWrvffeu379+hHkpO233/6BBx6YP39+VPuOOeaYiCoq1UpWlztWCild3QbIF+aVBIIllQQA0qiVhKxL3lOZN1cmmEzWZAZujZaOIdVK5q8hQ4a89tprmd/ahhtuuPvuu1ecSRRyzVprrRX/ocZ/ulEtixP64mLXJZahunLJqEJCWbFicpmFkpWiTQByhyMzECxn/wBAGvdvQhZlyiUrrc/URGZumjaXZGGIM+ann376k08+yazZeeedt9lmmwhyXrdu3T788MMFCxZEtenII4+MWJ6K4eIKilzvBshtbv8FgiWVBADS6CxBzVVM96sGk5ViyIqFkstMJSWU+WLOnDn333//qFGjksXi4uKDDz54gw02iCAfrLXWWl26dHn77bejWhMn9IqGq1PpY6JiY5kBZMXFlKcCIEe4gwQIllQSAEijVhKyoupbqeo1iIrxZLLG2K35a8qUKXfeeefkyZOTxcaNGx9zzDFlZWUR5I8dd9zxnXfeqaXZJZs0abLPPvtEVKPSZ8Qyg8mqjTUM2QqQJ8wrCQRLKgkApFErCVmXuQBRtWIyE0wmK43gmqdGjhx5xx13zJ49O1ls06bNCSecUFpaGkFeadq06eabb15L5ZLnnHNOxIqpmjVWDSCriySdxQHkJsdnIFhSSQAgjfs3IVuqjuMaVbgeUfEOgKRR9Z4Ab8a8MGTIkLvvvnvhwoXJ4qabbtqnT5+SkpII8tAuu+wyePDgzN9ztnTr1s3YrSuouoix0tB/qiQB8ovbf4FgSSUBgDQ6S5BFlYLJ6H9BY1LjUt0Qr5W+hFz22GOPPffcc5nFvfbaa7/99osgb5WVlW255ZbZLZcsLS098sgjI1ZG+oCuy9wn8qkBkMPMKwkESyoJAKRRKwnZVek9VSmbrLSm4j4Z3pK5ad68ebfffvvQoUOTxXr16h177LFxnBNBnovD9TiVzGK55CWXXBKxAlIuVVcXUq7I1wKQC8wrCQRLKgkApFErCVmXnjtWnXJymV9OTpk+ffoNN9wwZsyYZLG0tPTUU0/t0KFDBPmvdevW22yzzVtvvRVlQ6dOnYzdmi3VfRz4mADIfY7VQLCkkgBAGvdvQi2pOkBrpfXki7Fjx1533XXTpk1LFsvKyk4//fTmzZtHUCj22WefOJWs+flAvXr1zjzzzIja4eMDII+4/RcIllQSAEijswS1rWqhJHlk6NChN91007x585LFjTba6JRTTmnYsGEEBSTO2rt37/7GG29ENXPNNddEZJWTNIA8ZV5JIFhSSQAgjVpJqEsuTOSXJ5988uGHH84s9ujR4/DDD/dLpCDtt99+NUwl27dv790BAAnzSgLBkkoCAGnUSgJUtWDBgttvv33w4MHJYnycPPbYY3fYYYcIClRZWdkWW2zx4YcfRqskfo9ccMEFEQCwmF42ECypJACQxv2bAJXMmjXruuuu+/LLL5PFhg0b9u3bd8MNN4ygoPXs2XOVU8kePXrEj/fee2/8ftl///2Li12LACBobv8FgqUnAACk0VkCqOibb74ZMGDApEmTksW11177zDPPLCsri6DQtW/fftXKJZs1a3b44YfHQf7zzz8fL7799tsnnHBCx44dIwAIlXklgWAVRQAA1VMrCZAxfPjwyy+/PBNJxrHKhRdeKJIkHD179oxW3mWXXRY/3nPPPcnit99+e+WVV955553ff/99BABBSnrZ+tpAgKSSAEAatZIAiddff/1vf/vb7Nmzk8Xu3bufffbZjRo1iiAYSbnkSn1Jt27dksYpp5yy6aabZta/9tprl1xyydy5cyMACI9eNhAsqSQAkEatJEB8GLz33nvvuOOOzPHwoIMO+slPflKvXr0IArNS5ZKlpaUnnXRS0m7evPnpp58ev3EaN26crNlqq63q168fAUB49LKBYJlXEgBIo1YSCNzs2bNvvPHGYcOGJYvFxcWnnHJKly5dIgjSSs0ueeWVV1Za071798022yyO+eP3VJzuRwAQJPNKAsGSSgIAadRKAiGbPHnygAEDJkyYkCw2btz4jDPOaNeuXQQB22effVYkldxwww2Xub5Ro0bHH3/8rFmzGjRoEAFAkJLbf/W1gQAZwRUASKNWEgjWV199ddlll2UiyfLy8gsvvFAkCeuvv351iWNGcXHxWWedlbLDMudkveOOO5588smFCxdGAFDQ9LKBYEklAYA07t8EwvTuu+/+5S9/mTlzZrK42WabnX/++c2aNYuAKOrVq1f6DgMGDIhW0scff/z6668//PDDl1122ahRoyIAKFx62UCwpJIAQBq1kkCAHn300ZtuumnBggXJ4r777nvaaafVr18/Ahbr3LlzSrlk+/bto5X373//O2mMHTv2j3/844MPPjh37twIAAqReSWBYEklAYA0aiWBoMybN+///u//HnvssWSxqKjohBNOOOigg1wzgkqqK5eM3ywXXHBBtPJOP/30iknn008/femll0YAUIiSXra+NhAgqSQAkEatJBCO6dOnX3nllR9++GGyuOaaa5599tnbbrttBFRRXblkjx49olXSqlWrs84665hjjonfeska7z4ACpVeNhAsqSQAkEatJBCIsWPHXnbZZaNHj04W44DkwgsvXH/99SOgGlXLJZs1a3b44YdHNbDTTjv1799/yy23LCsr23///SMAKER62UCwiiMAgOqplQRCMHTo0H/84x/z5s1LFjt16tS3b99MwRawTJ07d+7YseOXX36ZWRNH+1GNNWnS5JRTTpk1a1a9evUiAChE5pUEgqVWEgBIo1YSKHhPP/30DTfckIkkt99++379+okkYUXss88+mfYWW9jdYbEAABAASURBVGwRZU+jRo2qrvz73//+/PPPOzMBIN+ZVxIIllpJACCNWkmggC1YsOD2228fPHhwshgf7g477LDdd989AlZMnES2a9du1KhRpaWlP/vZz6La9Pbbb7+/2Jtvvnn88ceXl5dHAJCf9LKBYKmVBADSqJUECtWsWbP++te/ZiLJBg0anHHGGSJJWCnxeULPnj3jxpVXXhnVsvvvvz9pjBw58ve///2gQYMiAMhPetlAsKSSAEAatZJAQfrmm28uu+yyzHx4zZo1O//88zfeeOMIWElbbLHFHnvsEdW+M888c7311sssxqnkH/7whwgA8pB5JYFgSSUBgDRqJYHCM3z48Msvv3zSpEnJYocOHS688MI2bdpEwMpLhj6Oal95efkvf/nL+P+qX79+smaHHXaIACAPmVcSCJZ5JQGANGolgQLz+uuv33nnnZlrQFtttdVPfvKT4mI9I8gD8TnJHnvsEb9t43fxjBkzDLkMQJ7SywaCpe8NAKRRKwkUjPho9sADDzz77LOZNT/60Y+SKfGAPNK8efMzzjgjTiVd0gUgT7n9FwiWVBIASKOzBBSGuXPn3nDDDcOGDUsWi4uLTzrppK5du0ZAfmrcuHHVlddee+3WW2+94447RgCQw8wrCQRLKgkApFErCRSAKVOmXHPNNePGjUsW4zDjjDPOaNeuXQQUkJdeeunjxV5//fXjjz++ZcuWEQDkpOT2X31tIEBFEQBA9dRKAvlu1KhRl112WSaSLC8vv/DCC0WSUGDmzp378MMPJ+0vvvji4osvfvLJJyMAyEl62UCwpJIAQBr3bwJ57YMPPrjyyitnzJiRLG622Wbnn39+s2bNIqCw1K9f/9xzz+3UqVNmTRxSXn311REA5B69bCBYRnAFANKolQTy16DFMot77bVX7969HdOgUJWXl5999tmDBw9+4IEHpk6dGq/ZfffdIwDIPeaVBIIllQQA0qiVBPLR/Pnzb7311vfeey9ZLCoqOu6447bddtsIKHTdu3ffYostBg0aNHv27LgRAUDuMa8kECypJACQRq0kkHdmzJhx3XXXff3118nimmuu+fOf/3z99dePgDA0aNDgkEMOWeamWbNmNWrUKAKA1UovGwiWVBIASOP+TSC/jB8/fsCAAVOmTEkWW7VqdeaZZ7Zo0SICgjdjxoxLLrlkyy23jDPLhg0bRgCwmrj9FwiWVBIASKOzBOSRTz/99MYbb5wzZ06y2KlTp759+6655poRQBTdd999cTD5yiuvfPjhh8cee2yXLl0iAFgdzCsJBEsqCQCkUSsJ5Ivnnnvu/vvvzxyytt9++zh1KCoqigAWj9360UcfJe1p06Zdf/31W2+99ZFHHtmkSZMIAOqWeSWBYOmiAwBp1EoCuW/hwoW33377fffdl1zZiY9ahx566HHHHSeSBDIaNWrUv3//7bffPrPm3Xffve222yIAqHN62UCw1EoCAGncvwnkuO+///6GG274/PPPk8UGDRqceuqpG2+8cQSwtNLS0uOOO2677ba74447Jk2aVFRUdPjhh0cAUOfc/gsESyoJAKTRWQJy2eTJk6+55prx48cni82aNfv5z3++zjrrRADV2GijjS6++OJHHnmkYcOGrVu3jgCgzplXEgiWVBIASKNWEshZY8eOHTBgwLRp05LFDh06xJFk48aNI4BU9evXP+yww5a5adasWY0aNYoAoDaZVxIIlnlWAIA0aiWB3PT555//+c9/zkSS3bp1O//880WSQE1Mnjz5oosuGjRo0IIFCyIAqDV62UCwpJIAQBr3bwI56KOPPhowYMDs2bOTxV122eWkk06KAGrmzjvv/P777+NU8vLLL58wYUIEALVDLxsIllQSAEijVhLINR988MH1118/f/78ZLF37959+vSJAGpm4sSJI0aMSNpjxoz53e9+98QTT0QAUAvMKwkESyoJAKRRKwnklKFDh/7jH/9IjktFRUU//elP99577wigxlq0aHHRRRdtuOGGmTWPPPLIddddFwFAtiVns/raQICkkgBAGrWSQO749NNPb7zxxoULF8btkpKSX/ziF1tvvXUEkCVrr732WWedddhhh2XW7LXXXhEAZJteNhCs4ggAoHpqJYEcMXz48Ouvv37BggXR4kiyX79+HTt2jACybY899ujSpctDDz3UunXrjTbaKAKAbHP7LxAsqSQAkEZnCcgFX3755bXXXpvMJVmvXr3TTz9dJAnUnrKyslNOOSUCgNphXkkgWEZwBQDSqJUEVrvvvvvummuumTdvXrT4oHTqqadWnPgNoC4NGzYsAoCaMa8kECypJACQRq0ksHrNnj372muvjR+TxRNPPLFLly4RwOrw5JNPXn311YMGDYoAoAb0soFgSSUBgDRqJYHVKD7+3HTTTd98802yeOCBB3br1i0CWB0+/vjjhx9+OG7EqeStt96aTHMLAKtALxsIllQSAEijVhJYjR599NE4Bkjam2+++X777RcBrCalpaWNGjVK2oMHD77mmmvmzJkTAcDKM68kECypJACQRq0ksLp88MEHjz/+eNJu06bNSSedFAGsPh06dDj//PNbtGiRLH722WcDBgyIAGDlmVcSCJZUEgBIo1YSWC2mTJly6623Ju0111zzjDPOqF+/fgSwWrVq1ercc8+NH5PF7bffPgKAlaeXDQRLKgkApFErCawW//znP+fOnZu0TzrppObNm0cAOaBp06Znn312HEzuv//+u+yySwQAK08vGwhWcQQAUD21kkDde/nllz/77LOkveuuu2666aYRQM6Ig8nzzjuvtLQ0AoBVYl5JIFhqJQGANGolgTo2ceLE+++/P2m3aNHi0EMPjQByjEgSgJowryQQLLWSAEAatZJAHbvnnnuSsVvjg8/JJ59cUlISAQBAAdHLBoKlVhIASKNWEqhLw4cPHzJkSNLu2bNn+/btI4B8MGbMmL/85S+zZ8+OAGB59LKBYEklAYA0aiWBOrNw4cK77747abdq1Wr//fePAPLB4MGDr7jiii+++OL222+PAGB5zCsJBEsqCQCkUSsJ1JkXX3xx/PjxSfvwww8vKtJbAfLDZ599Nn/+/Ljx/vvvv/zyyxEApDKvJBAs/XwAII1aSaBuzJo169FHH03anTp16tKlSwSQJ4444ohWrVol7fvuu2/y5MkRAFRPLxsIllQSAEijVhKoG//5z3++//77aPFhp0+fPhFA/igpKTn11FOLi4vj9rx58+68884IAKqnlw0ESyoJAKRRKwnUgenTp2fGPNx1113Ly8sjgLzStm3bgw8+OGmPGjVq4sSJEQBUw7ySQLCKIwCA6qmVBOrAs88+u3DhwrhRr169nj17RgB5aPfdd//oo4/WX3/9vfbaq0GDBhEAVCO5/VdfGwiQVBIASKNWEqhtc+fOffHFF5P2dttt16RJkwggD8WnTGeccUYEAMujlw0EywiuAEAa928Cte21116bM2dO0t57770jAAAoaHrZQLDUSgIAadRKArUqPsg8++yzSXvzzTdv3bp1BAAABc28kkCw1EoCAGnUSgK1atiwYRMnTkzae+21VwQAAIUu6WXrawMBkkoCAGnUSgK16q233koabdq02XDDDSOAAhIf4l566aUIAJamlw0EywiuAEAatZJA7Zk3b957772XtLfbbrsIoFB89tlnN91004wZMxo1arTrrrtGAFCB23+BYKmVBADS6CwBtefDDz+cM2dO0t52220jgELRunXrmTNnxo1Zs2a9/vrrEQBUYF5JIFhSSQAgjVpJoPZkhm/dcMMNmzdvHgEUiqZNm3bt2jVpSyUBqMS8kkCwpJIAQBq1kkAtmTdv3ieffJK0u3fvHgEUlh133DFpfP7555MnT44A4H/0soFgSSUBgDRqJYFaEl+mnz9/ftLu1q1bBFBYNt1000aNGiXtTGk4AESqJIGASSUBgDRqJYFakimUbN++/ZprrhkBFJaioqKtttoqbmSySQBImFcSCFZxBABQPbWSQC3JpJKbbLJJBFCIdt999+7du3fu3DkCgAqS23/1tYEASSUBgDRqJYHaMH369DFjxiRtqSRQqNq2bRsBQBV62UCwjOAKAKRx/yZQG0aNGpVpt2vXLgIAgGDoZQPBUisJAKRRKwnUhkwq2bJlS5NKAgAQFL1sIFhqJQGANGolgdowevTopKFQEgCA0OhlA8FSKwkApFErCdSGzKSSUkkAAEKT9LL1tYEASSUBgDRqJYGsW7BgwYQJE5J2+/btI4CCNnjw4HfeeSc+7m266aaHH354BEDwktt/9bWBAEklAYA0aiWBrBs9enTmEkzHjh0jgIL2zTfffPjhh3FjrbXWigBAlSQQMPNKAgBp3L8JZF1mUslmzZqtueaaEUBBa9u2bdIYO3ZsBADmlQQCJpUEANKolQSyLpNKmlQSCEEmlZw5c+aMGTMiAIJnXkkgWFJJACCNWkkg6yZNmpQ0WrZsGQEUurKyskz7u+++iwAIXtLL1tcGAiSVBADSqJUEsu77779PGo0aNYoACl18KtW0adOkPXHixAiA4OllA8EqjgAAqqdWEsi6TCppUkkgEF27dp05c2bjxo2bN28eARA8t/8CwZJKAgBpdJaArJs1a1bSUCsJBOKoo46KAOB/zCsJBMsIrgBAGrWSQNZlUsnS0tIIAAACY15JIFhqJQGANGolgexauHDhnDlzknbDhg0jAAAIjF42ECy1kgBAGrWSQHZlJpWMjOAKAECQ9LKBYKmVBADSqJUEsiszfGtkBFcAAIJkXkkgWGolAYA0aiWB7FIrCQBA4MwrCQRLrSQAkEatJJBdFVPJ+vXrRwABGDp06NNPPx03mjdvfsIJJ0QAhE0vGwiWVBIASKNWElimSZMm3XbbbdHKmzlzZnJUqVev3lVXXRWtvPLy8qOOOioCyB9Tp04dPnx43CgrK4sACJ7bf4FgSSUBgDQ6S8Ayrb322i1atHjjjTeilZccVRYuXJhco19ZPXv2jAAAIG+ZVxIIlnklAYA0aiWB6hxyyCENGjSI6la3bt022mijCAAA8pZ5JYFgSSUBgDRqJYHqNG7c+IADDojqUByCxlFoBAAA+UwvGwiWVBIASKNWEkjRo0eP9u3bR3UlDkGbN28eAQBAPtPLBoIllQQA0qiVBFIUFRX16dMnqhNlZWVxCBoB5KGmTZtuuNh6660XARA880oCwSqOAACqp1YSSNehQ4ftt9/+jTfeiGpZHH/GIWgEkIe6LBYBwGLJ7b/62kCA9OoBgDRqJYHlOuSQQ0pLS6PaFAefG220UQQAAPlPLxsIllQSAEjj/k1guRo3bhwHk1GtiSPPWn1+AACoS3rZQLCkkgBAGrWSwIrYYYcd2rdvH9WOAw44IA4+IwAAKAjmlQSCJZUEANKolQRWUJ8+fWrjwkocdu68884RAAAUiqSXra8NBEgqCQCkUSsJrKAOHTr06NEjyqr4+BOCIUlxAAAQAElEQVSHnUVFui0AABQOvWwgWMURAED11EoCK+6AAw546623Zs6cGWXJTjvtFIedEUCeGzp06NNPPx03mjdvfsIJJ0QAhM3tv0Cw3HQMAKTRWQJWXMOGDQ855JAoS0pLSw888MAIIP9NnTp1+GJfffVVBEDwzCsJBEsqCQCkUSsJrJQddtihc+fOUTbEAWfjxo0jAAAoLOaVBIIllQQA0qiVBFZWnz59iotrOlVEHG3GAWcEAAAFRy8bCJZUEgBIo1YSWFmtW7feY489ohqIjzxxtBkBAEAh0ssGgiWVBADSqJUEVsF+++3XrFmzaFX16NEjjjYjAAAoROaVBIIllQQA0qiVBFZBw4YNjzzyyGiVxHHmAQccEAEUkKZNm2642HrrrRcBEDzzSgLBqul0LwBAYVMrCayarl27brLJJp988km0kg455JA41IwACkiXxSIAWEwvGwiWWkkAII1aSWCVHXHEEcXFK3cfZOfOnbfZZpsIAAAKl142ECypJACQRq0ksMpat2697777rvj+cYTZp0+fCAAACpp5JYFgSSUBgDRqJYGa2GeffZo1a7aCO8cRZhxkRgAAUNDMKwkESyoJAKRRKwnURElJyZFHHrkie8bhZRxhRgAAUOj0soFgSSUBgDRqJYEa6tq16xZbbLHc3eLwMo4wIwAAKHR62UCwiiMAgOqplQRqLk4chw0bNmfOnOp2iGPLOLyMAArU0KFDn3766bjRvHnzE044IQIgbOaVBIKlVhIASKNWEqi5+Cr8fvvtV93W4uLiFRzlFSBPTZ06dfhiX331VQRA8MwrCQRLKgkApFErCWTFHnvsUVZWtsxN++67bxxbRgAAEAa9bCBYUkkAII1aSSArSkpK+vTpU3V9HFXus88+EQAABEMvGwiWVBIASKNWEsiWjTbaqFu3bpVWxlFlHFhGAAAQDPNKAsGSSgIAadRKAll0yCGHNGjQILMYh5RxVBkBAEBIzCsJBKs4AgConlpJIIuaN29+wAEH3HfffXE7jifjkDICCEC7du169eoVN0pLSyMAgqeXDQRLKgkApFErCWRXjx49XnrppW+++SaOJ+OQMgIIQPvFIgBYzO2/QLCM4AoApNFZArKrqKjo6KOPbt26dRxPRgAAEB7zSgLBUisJAKRRKwlkXefOnX/7299GAAAQpOT2X31tIEBSSQAgjVpJAAAAyCK9bCBYRnAFANK4fxMAAACySC8bCJZaSQAgjVpJoJZUdy3GMQcAgMJmXkkgWFJJACCNWkkgu5Z7SKm4gys1QGF49dVXBw4cGDfKysr69+8fARA280oCwZJKAgBp1EoCWbFq11ySr3IUAgCgkDi/BYIllQQA0rh/E6i56g4jVdcv8wKNbBIAgELi9l8gWFJJACCNzhJQE1Vzx/QbHVKGb5VNAgBQGMwrCQRLKgkApFErCayySkePiotxe/asBQ0b1avuazMHn6rZpMs3AADkNfNKAsGSSgIAaQQAwKqplEFWbMSPc75fcONFnzZtVf/Hv9wwviCTbK16tFlmNum4BABAXnM2CwRLKgkApHH/JrAKqoskk/bsWfP/fvGwrz+bEX0W3f7DZ8ee26mo6L87LPMCTXIgEkwC+atdu3a9evWKG6WlpREAwXM2CwRLKgkApNFZAlZW1Ugyk0cmVZL/jSQXG/La5DuuHH7MORskwWR1U+xULZp0dALySPvFIgBYzLySQLCKIgCA6qmVBFZK1crISpHkjRd9mokkE0Nfn3Lnnz+fP39hJT9UEVVThQkAAHmk6pktQCCkkgBAGtVIwIqrOn9kRpwyLhq4tf+wkcNnVv3Cj96YevdfR8T7LFiwID2bjASTAADkOb1sIFhSSQAgjVpJYAVVjSSjCsHk3DkLFw3c+umM6r586BtTB/7ly6oVk1WzyUgwCQBAPnMGCwRLKgkApFErCayI9CrJOd8v+Ec1VZIVffzmtH//7asF/1MxkhRMAgBQMMwrCQRLKgkApFErCSzXMiPJpBGniXPnLPzH74Z99cmMFXmqj9+a/u+rRyUVk5VGczWUKwAAheEH80oCoSqOAACqp1YSSLf8SLL/sK8/nbniT/jxm9Pu/WHUYaevW6/eorsiiooW3UkZP8bPlrQzktsmMscoxysgZ7366qsDBw6MG2VlZf37948ACJuzViBYaiUBgDRqJYEUy40kb75keHWR5O4Hd9hmtzbL3PTJW9Pvu2ZUZuzW6sZxVTEJAEA+ctYKBEutJACQRu0RUJ30SHLO7AVxJFndwK0/+nGn7fdpG+8+f8EP778yoeoOnwyecc+A0Yf+fJ3i4qJMBpmpm6y4p4pJAADyi3klgWCplQQA0qiVBJap5pFktOgIEx16ykZb7tx6mbt9OnjG/deNmTdvQcWKSXNMAgCQ734wryQQKqkkAJBG1RFQVVYiycRyg8kHrh8rmAQAoJDoZQPBkkoCAGnUSgKVZDGSTKxIMDl37vyFVQgmAQDIR85UgWCZVxIASKNWEqgo65FkIgkm48Yy55iMg8kHo3G9+5aXlFTeZI5JIC+0a9euV69ecaO0tDQCIHjmlQSCJZUEANKolQQyaimSTAgmgQLWfrEIABZLzlH1tYEAGcEVAEjjgj6QqNVIMrHcoVwfvGHcvHkLDOUKAEBe08sGgiWVBADSuH8TiOokkkwIJgEAKHjOToFgSSUBgDRqJYE6iyQTgkkAAAqbeSWBYEklAYA0aiUhcHUcSSYEkwAAFLCqZ6oAgZBKAgBp1EpCyFZLJJkQTAIAUKj0soFgFUcAANVTKwnBWo2RZCIJJuPG+69MqLp1UTAZjevdt7ykpPKmoqKipZ9njYo3WLjZAqh7r7766sCBA+NGWVlZ//79IwDC5owUCJZaSQAgjc4ShKkmkeRBJ25Y80gyoWISAIDCY15JIFhSSQAgjVpJCFANI8nuu5dH2SOYBACgwPxgXkkgVFJJACCNWkkITU5FkgnBJAAAhUQvGwiWVBIASKNWEoKSg5FkQjAJAEDBcBYKBEsqCQCkUSsJ4cjZSDIhmAQAoDCYVxIIVnEEAFA9tZIQiByPJBNJMBk33n9lQtWti4LJaFzvvuUlJZU3FRUVLf08a1S85cLtF0Bta9euXa9eveJGaWlpBEDwkvNPfW0gQFJJACCNi/UQgryIJBNJMFlcvMbbL4yvulUwCeSm9otFALCYM08gWEZwBQDSuH8TCl4eRZKJ+BrOwSd13qZHm2VuNZQrAAA5zpknECypJACQRv0QFLa8iyQzBJMAAOQp80oCwZJKAgBp1EpCAcvfSDIhmAQAIB9VPQsFCIRUEgBIo1YSClW+R5IJwSQAAHlHLxsIllQSAEijVhIKUmFEkgnBJAAA+cXZJhCs4ggAoHpqJaHw1CSSPPSUjbbapXWUY+JgMn58+4XxVTctCiajcb37lpeUVN5UVLTUPZrJTRiZI56jH5BFr7766sCBA+NGWVlZ//79IwDCZl5JIFhqJQGANGolocAUXiSZUDEJAEC++MG8kkCopJIAQBrVQlBICjWSTAgmAQDIC3rZQLCkkgBAGrWSUDAKO5JMCCYBAMh9zjCBYEklAYA0aiWhMIQQSSYEkwAA5DjzSgLBkkoCAGnUSkIBCCeSTAgmAQDIZT+YVxIIVXEEAFA9tZKQ70KLJBNxMBk/vv3C+KqbFgWT0bjefctLSipvKipa6q7N5LaMzDHQ8RBYZe3atevVq1fcKC0tjQAInrNKIFhSSQAgjVpJyGthRpIJwSSQO9ovFgHAYs4qgWAZwRUASKOzBPkr5EgyYShXAABykHklgWBJJQGANGolIU+JJBOCSQAAco15JYFgSSUBgDRqJSEfiSQrEkwCAJBT9LKBYEklAYA0aiUh74gkqxJMAgCQO5xJAsGSSgIAadRKQn6pSSR5xGmbFGQkmRBMAgCQI8wrCQSrOAIAqJ5aScgjNYwkt9ihVVTQ4mAyfnz7hfFVNy0KJqNxvfuWl5RU3lRUtNStnMlRMXMJya0bwIp49dVXBw4cGDfKysr69+8fARC25BxSXxsIkFpJACCNC+6QL5YXSc4PPJJMqJgEAGC108sGgiWVBADSuH8T8sJyI8nbLhshkkwIJgEAWL2cPQLBkkoCAGnUSkLuW5FI8vMh05b5taFFkgnBJAAAq5F5JYFgSSUBgDRqJSHHiSRXjWASAIDVpeqZJEAgpJIAQBq1kpDL0iPJuXMWiCRTCCYBAFgt9LKBYBVHAADVUysJOWu5keQ///CFSDJdHEzGj2+/ML7qpkXBZDSud9/ykpLKm4qKlrq5MzlOZi4tuZkDqKpdu3a9evWKG6WlpREAwXPGCARLKgkApNFZgtwkkswWwSRQB9ovFgHAYuaVBIJlBFcAII1aSchBIsnsMpQrAAB1ybySQLCkkgBAGhU/kGtEkrVBMAkAQJ3RywaCJZUEANKolYScssqR5BpFIsnlEEwCAFA3nCUCwZJKAgBp1EpC7qhJJNnnjE1FksslmAQAoA6YVxIIllQSAEijVhJyRA0jyU23aRmxAgSTAADUth/MKwmEqjgCAKieWknIBSLJuhQHk/Hj2y+Mr7ppUTAZjevdt7ykpPKmoqKl7vhMbunIHD8dSyFwr7766sCBA+NGWVlZ//79IwDC5swQCJZaSQAgjVpJWO3SI8l5cxeKJLNOxSQAALXHmSEQLKkkAJBGfQ+sXsuNJG++5DORZG0QTAIAUEvMKwkESyoJAKRRKwmr0YpEkiM+mlH1C0WSWSGYBACgNvxgXkkgVFJJACCNWklYXUSSuUAwCQBA1ullA8GSSgIAadRKwmohkswdgkkAALLL2SAQrOIIAKB6aiWh7okkc00cTMaPb78wvuqmRcFkNK533/KSksqbioqWugc0uckjc0R1dIWgtGvXrlevXnGjtLQ0AiB45pUEgiWVBADSqJWEOiaSzE2CSaAm2i8WAcBiyXmgvjYQICO4AgBpXDSHuiSSzGWGcgUAICv0soFgSSUBgDTu34Q6s8qRZJFIsq4IJgEAqDlngECwpJIAQBq1klA3VjmSrFe8xtH9uogk64xgEgCAGjKvJBAsqSQAkEatJNSBmkSSx/TrsvFWa0fUIcEkAAA1UfVsECAQxREAQPXUSkJtq2Ek2blr84g6FweT8ePbL4yvumlRMBmN6923vKSk8qaioqXuCk1u+8gcYx1voYBNnTp1woQJcaOkpKRjx44RAGFz1gcESyoJAKRRKwm1SiSZvwSTwIobOnTowIED40ZZWVn//v0jAMLmrA8IlhFcAYA0OktQe0SS+c5QrgAArALzSgLBkkoCAGnUSkItEUkWBsEkAAAry7ySQLCkkgBAGrWSUBtEkoVEMAkAwErRywaCJZUEANKolYSsE0kWHsEkAAArzpkeECypJACQRq0kZJdIslAJJgEAWEHmlQSCVRwBAFRPrSRkkUiysMXBZPz49gvjq25aFExG43r3LS8pqbypqGipTBTgsgAAEABJREFUW0WTo27mEpVbQ6AwdOnSpV+/fnGjpOpRAIDwJOd4+tpAgKSSAEAaF8QhW0SSIRBMAsvUdLEIABZzdgcEywiuAEAa929CVogkw2EoVwAA0jm7A4IllQQA0qjRgZoTSYZGMAkAQArzSgLBkkoCAGnUSkINiSTDJJgEAKA6Vc/0AAIhlQQA0qiVhJoQSYZMMAkAwDLpZQPBKo4AAKqnVhJWmUiSOJiMH99+YXzVTYuCyWhc777lJSWVNxUVLXXzaHIczly6crMI5KOpU6dOmDAhbpSUlHTs2DECIGzO6IBgSSUBgDQ6S7BqRJIkBJNAbOjQoQMHDowbZWVl/fv3jwAIm3klgWAZwRUASKNWElaBSJKK4mByx33XWeamOJh86IZxCxYYyhUAICDmlQSCJZUEANKoyIGVJZKkqp7HbrDd3m2XuemTwTPuv84ckwAAAdHLBoIllQQA0qiVhJUikqQ6BxzXqbpgctFQrjcIJgEAQuEsDgiWVBIASKNWElacSJJ0gkkAACLzSgIBk0oCAGnUSsIKEkmyIgSTAAD8YF5JIFTFEQBA9dRKwooQSbLi4mAyfnzz6bFVNy0KJqNxvfuWl5RU3lRUtNQdpcktI5njs2M15LguXbr069cvbpRUfXsDEB5nbkCwpJIAQBq1krBcIklWlmASQtN0sQgAFnPmBgTLCK4AQBqdJUgnkmTVGMoVACBY5pUEgiWVBADSqJWEFCJJakIwCQAQJvNKAsGSSgIAadRKQnVWOZIsKopEkiTiYHKn/dZd5qY4mHzohnELFggmAQAKjV42ECypJACQRq0kLFNNIsmjf7GZSJKM/Y9Zv7qKyU8Gz7j/OhWTAACFxtkaEKziCACgemoloaoaRpIbb90iggoOOK5T/Pjm02Orblo0lGs0rnff8pKSypuKipa6xzS5iSRzxHb0hpwyderUCRMmxI2SkpKOHTtGAITNvJJAsKSSAEAatZJQiUiS2iCYhMI2dOjQgQMHxo2ysrL+/ftHAIQtOU/T1wYCZARXACCNi9pQkUiS2hMHk9UN5boomLzBUK4AAAVCLxsIllQSAEjj/k3IEElS2wSTAAAhcIYGBEsqCQCkUSsJCZEkdUMwCQBQ8MwrCQRLKgkApFErCZFIkrolmAQAKGxVz9YAAiGVBADSqJUEkSR1TzAJAFDA9LKBYBVHAADVUytJ4ESSrC5xMBk/vvn02KqbFgWT0bjefctLSipvKipa6sbT5BieuezlRhNYXbp06dKvX7+4UVL1fQtAeJyVAcGSSgIAaXSWCJlIktVLMAkFo+liEQAsZl5JIFhGcAUA0qiVJFgiSXKBoVwBAAqPeSWBYEklAYA0qmoIk0iS3CGYBAAoMHrZQLCkkgBAGrWSBEgkSa4RTAIAFBJnYkCwpJIAQBq1koRGJEluEkwCABQM80oCwSqOAACqp1aSoIgkyWVxMBk/vvn02KqbFgWT0bjefctLSipvKipa6lbU5KieuQTm1hOoG1OnTp0wYULcKCkp6dixYwRA2JJzMH1tIEBSSQAgjQvWhEMkSe4TTEKeGjp06MCBA+NGWVlZ//79IwDC5uwLCJYRXAGANO7fJBAiSfKFoVwBAPKdsy8gWFJJACCNGhpCIJIkvwgmAQDymnklgWBJJQGANGolKXgiSfKRYBIAIH9VPRMDCIRUEgBIo1aSwiaSJH8JJgEA8pReNhAsqSQAkEatJAVMJEm+E0wCAOQjZ1xAsIojAIDqqZWkUIkkKQxxMBk/vvn02KqbFgWT0bjefctLSipvKipa6v7U5AaUzNHekR+yrkuXLv369YsbJVXfkACEx7ySQLCkkgBAGrWSFCSRJIVEMAm5r+liEQAslpxr6WsDATKCKwCQxoVpCo9IksJjKFcAgDyilw0ESyoJAKRx/yYFRiRJoRJMAgDkC2dZQLCkkgBAGrWSFBKRJIVNMAkAkBfMKwkESyoJAKRRK0nBEEkSAsEkAEDuq3rGBRCI4ggAoHpqJSkMIknCEQeT8eObT4+tumlRMBmN6923vKSk8qaioqXuWE1uSckc/30WQA1NnTp1woQJcaOkpKRjx44RAGFzZgUESyoJAKRRK0kBEEkSGsEk5JqhQ4cOHDgwbpSVlfXv3z8CIGzOrIBgGcEVAEijs0S+S48k585ZIJKkIBnKFQAgZ5lXEgiWVBIASKNWkry23Ejylt8PF0lSqASTAAC5ybySQLCkkgBAGrWS5K/lRJKzRZIUPsEkAEAO0ssGgiWVBADSqJUkTy03kvzH70SSBEEwCQCQa5xNAcGSSgIAadRKko9WJJL8+lORJKEQTAIA5BTzSgLBKo4AAKqnVpK8I5KEquJgMn588+mxVTctCiajcb37lpeUVN5UVLTUbazJJ0Lm8pnbVmDFdenSpV+/fnGjpOo7DYDwJOdR+tpAgKSSAEAaF53JLyJJqI5gElajpotFALCYMyggWEZwBQDSuH+TPCKShHSGcgUAyAXOoIBgSSUBgDTqYMgXIklYEYJJAIDVzrySQLCkkgBAGrWS5AWRJKw4wSQAwOpV9WwKIBBSSQAgjVpJcp9IElaWYBIAYDXSywaCVRwBAFRPrSQ5TiQJqyYOJuPHN58eW3XTomAyGte7b3lJSeVNRUVL3diafEZkLqu5kQWqM3Xq1AkTJsSNkpKSjh07RgCEzVkTECypJACQRmeJXCaShJoQTEKdGTp06MCBA+NGWVlZ//79IwDCZl5JIFhGcAUA0qiVJGeJJKHmDOUKAFD3zCsJBEsqCQCkUfVCblrlSHINkSQsTTAJAFDH9LKBYEklAYA0aiXJQTWJJI/8+aYiSahEMAkAUJecKQHBkkoCAGnUSpJrahhJdtm2ZQRUIZgEAKgz5pUEgiWVBADSqJUkp4gkofYIJgEA6sYP5pUEQlUcAQBUT60kuUMkCbUtDibjxzefHlt106JgMhrXu295SUnlTUVFS93tmtzOkvns8DkCsS5duvTr1y9ulFR9CwEQHmdHQLCkkgBAGrWS5AiRJNSNOJgsKSl65bHRVTcJJmGVNV0sAoDFnB0BwTKCKwCQRmeJXCCShLq0X5/1d+657jI3GcoVAKDmzCsJBEsqCQCkUSvJaieShLonmAQAqD3mlQSCJZUEANKolWT1EknC6iKYBACoJXrZQLCkkgBAGrWSrEYiSVi9BJMAALXBGREQrOIIAKB6aiVZXUSSkAviYDJ+fOWx0VU3LQomo3G9+5aXlFTeVFS01P2vyQ0umU8TnywEaOTIkUOGDIkbpaWlPXr0iAAIm3klgWBJJQGANGolWS1EkpA7BJNQc6NGjRo0aFDcKCsrk0oCkJwL6WsDATKCKwCQxoVj6p5IEnKNoVwBALJILxsIllQSAEjj/k3qmEgScpNgEgAgW5wFAcGSSgIAadRKUpdEkpDLBJMAAFlhXkkgWFJJACCNWknqjEgScp9gEgCg5qqeEQEEQioJAKRRK0ndEElCvhBMAgDUkF42EKziCACgemolqQMiScgvcTAZP77y2OiqmxYFk9G43n3LS0oqbyoqWuqm2OTzJXNJzk0wFLadFosAYDFnPkCw1EoCAGl0lqhtIknIRyomAQBWmXklgWBJJQGANGolqVUiSchfgkkAgFXzg3klgVBJJQGANGolqT0iSch3gkkAgFWglw0ESyoJAKRRK0ktEUlCYRBMAgCsLGc7QLCkkgBAGrWS1AaRJBQSwSQAwEoxryQQrOIIAKB6aiXJOpEkFJ44mIwfX3lsdNVNi4LJaFzvvuUlJZU3FRUtdZts8omTuTznthgKyciRI4cMGRI3SktLe/ToEQEQtuQ8R18bCJBUEgBI46Iw2SWShEIlmIQUo0aNGjRoUNwoKyuTSgLgDAcIlhFcAYA07t8ki0SSUNgM5QoAsCKc4QDBkkoCAGnUqZAtIkkIgWASAGC5zCsJBEsqCQCkUStJVogkIRyCSQCAdFXPdgACIZUEANKolaTmRJIQGsEkAEAKvWwgWFJJACCNWklqSCQJYRJMAgBUx1kNEKziCACgemolqQmRJIQsDibjx1ceG11106JgMhrXu295SUnlTUVFS907m9wck/kk8qlEntppsQgAFjOvJBAstZIAQBq1kqwykSSgYhIAoKofzCsJhEoqCQCkUZXCqhFJAgnBJABAJXrZQLCkkgBAGrWSrAKRJFCRYBIAoCJnMkCwpJIAQBq1kqwskSRQlWASACDDvJJAsKSSAEAatZKsFJEkUB3BJABA4gfzSgKhKo4AAKqnVpIVJ5IE0sXBZPz4ymOjq25aFExG43r3LS8pqbypqGipu2mT22Uyn00+p8gLI0eOHDJkSNwoLS3t0aNHBEDYnL0AwZJKAgBp1EqygkSSwIoQTBKmUaNGDRo0KG6UlZVJJQFw9gIEywiuAEAanSVWhEgSWHGGcgUAAmdeSSBYUkkAII1aSZZLJAmsLMEkABAy80oCwZJKAgBp1EqSTiQJrBrBJAAQLL1sIFhSSQAgjVpJUogkgZoQTAIAYXLGAgRLKgkApFErSXVEkkDNCSYBgACZVxIIVnEEAFA9tZIsk0gSyJY4mIwfX3lsdNVNi4LJaFzvvuUlJZU3FRUtdYtt8mmVubTnlhpyzU6LRQCwWHKuoq8NBEitJACQxoVdqhJJAtmlYhIACIpeNhAsqSQAkMb9m1Sy6pHkGiJJoFqCSQAgHM5SgGBJJQGANGolqagmkeRhP9tYJAmkEEwCAIEwryQQLKkkAJBGrSQZNYwku+5YFgGkEkwCACGoesYCEAipJACQRq0kCZEkUDcEkwBAwdPLBoJVHAEAVE+tJJFIEqhbcTAZP77y2OiqmxYFk9G43n3LS0oqbyoqWuqm2+TzK3PJz002rF4jR44cMmRI3CgtLe3Ro0cEQNicmQDBkkoCAGl0lhBJAnVPMEmBGTVq1KBBg+JGWVmZVBIA80oCwTKCKwCQRq1k4ESSwOqy3KFc5xvKFQDIT+aVBIIllQQA0qgsCZlIEli90oPJeweMFUwCAPlILxsIllQSAEijVjJYqx5JFkWH991EJAlkRRxM7nJAu2VuGv7+zH9dNWbO7PmCSQAgvzgbAYIllQQA0qiVDFNNIsk+Z2y6xQ6tIoAs2feIjtUFkyOGzLp3wFjBJACQX/SygWBJJQGANGolA1TDSHLTbVpGAFklmAQAConzECBYrjMCQLgqZk5J4BQ/Lqjg22+/jR/jYLJNmzZNmzaNCIBIEshZT97z5cv/GbXMTetv3ujwM9s2aFhcVMUaS4uWrk5QqQAA1LGZM2dOmzYtbsyfPz9uFBcXl5SUFC+t3v9UOp+JnL0AeU6tJACQRq1kUESSQC5TMQkAFIaq5yQAgZBKAgBpzCsZDpEkkPsEkwBAAdDLBoIllQQA0qiVDIRIEsgXgkkAIN859wCCJZUEANKolQyBSBLIL4JJACCvmSESCJZUEgBIo1ay4IkkgXwUB5P7HrX+MtUjV84AABAASURBVDclweT8eQsEkwBAbvrBvJJAqIojAIDqqZUsbCJJIH/t0mvd+PHJf42ouikOJu+5eswRv1inuKTypqKipe7NTW6+yXzS+dSjlowcOXLIkCFxo7S0tEePHhEAYXO+AQRLrSQAkEatZAETSQL5Lg4mq6uY/PyDRcGkiklyxKhRowYt9sILL0QABM/5BhAsqSQAkEbVSKESSQKFQTAJAOQd80oCwZJKAgBp1EoWJJEkUEgEkwBAfvnBvJJAqMwrCQCkUStZeESSK+u351z5zGMvJ+0fHbb3r35/RlRYPnjn49OOvSBpb7ND16tv+X2UM15/+Z1zT/ldZnG7nbf66z9+F+W8+fMX7LZ576Rd2rjRU4P/VWmHc07u/8Yr7ybta/75h62327y6p5o18/tGpWtGLE/KHJNJMGmOSQAgdzjHAIKlVhIASKNWssCIJMkvjz/4bMXFN195b/TX46JgxHH4qUf9MmLFqJgEAPKFcwwgWFJJACCNSpFCIpIkv0yZNO3l596stPKBux+LAjB+zDfn/uyS355z5cSJkyNWmGASAMgL5pUEgmUEVwAgjVrJgiGSJO88/shzc+fMixYfiDp2aj9i+Ndx+4lHnjv5zGPXbNQgKlzz5s7/8YGnz5o1O2LlGcqV3LTTYhEALJacXehrAwGSSgIAaVyKLQwiSVK0Lm/10zOOzrSjnPHY/c8kjU0277Tb3jve8Jfb4vbUydOfHvTigYfvE+WzvX+0W5etNk7a5euUVdoavytFkjUhmAQAcpzzCiBYUkkAII37NwuASJJ0bdq2+slpR0U55oN3Pxnx+cik3XXrzfbcb+cklYwWD+Ka76nkfgftHlGbBJMAQC5zXgEEy7ySAEAanaV8J5IkTz324DOZ9rY7b12+busuXTdKFod/MiLOLCNIlT7H5L0DxppjEgBYXcwrCQRLKgkApFErmddEkuSpWTNnP/fYy0m7yVql3bbfIm7sc0CPzA6P3PNEBMuTEkwOf3+mYBIAWF2qnmMABMIIrgBAGrWS+UskmS+mT5s57KMvhg8bUb+kpFXrFu3Wa9uxU/to5c2a+f2Iz0d+NXzk9OkzWpeXdezUbtWeZ7niv58P3/l4woSJ0yZNmztvXvuO65Sv27pd+7YNGtaPsuTpx17MTKy4+z471au36GbKvX+027VX3jJ3zry4/exjL595/k+bNm8SrT7xW2nMyPFffjFy5Jdjmq/dtEPHdTfbcqOIHJMylGsSTB5+ZltDuQIAdcy5BBAsqSQAkEatZJ4SSea+8WO/vePGe9989b1xYyZU2rR2i2Z79dr12JMPa9Gy2XKfZ8GChS8+/drjDz//+otvV3q3xgHnaeecsOte28ft3TbvPX/+grix+747Xvq3Cyru9sE7H5927H/XbLND16tv+X11/9e8ufMHPfTMvbc/8tUXoyttqt+g5KAj9jv+1COat2ga1dgTDz6Xae+x/85JY62mjXfdc/tnFtdQzps3/5H7nvrxyYemP0+882/PuTJp73/wHr/5Y7+Und9+/YNfnHhR0t6xR/crb7iouj2/GT/x0fuf+s99T8WNius7bbTej085fK+eu0TLc87J/d945d2kfc0//7D1dpsn7X26HzVzxqyKe06dPH2nTQ5M2nEK+9hrAytu7b37TzLfw3J/wGAJJskFI0eOHDJkSNwoLS3t0aNHBEDYnEsAwTKCKwCQRmcpH4kkc9yk76b87bJ/HLXfqQ/d80TVSHLRDhOn3HP7I332P/X+gYPSn2rKpGk/P/aCi87602svDK56A8Gor8b+6ozLbvzbnVm5t2DE8JE/OfQXV/72+qqRZGzunHn33vGfI/c75b47H41q5vNhX3343n+njWzdtlUclGY27XfwHpn2o/c9Ff89R3Xu8YeeO3zvn9587d2VIslo8Xceh6Dxr2PunLkRucRQrqx2o0aNGrTYCy+8EAEQPPNKAsFSKwkApFErmXdEkv/P3n2AtXXdfRy/tsXeYGQwXmCDbbzwBGHHAydNm93s0abubtqm6UqbbrdJ59s2bdNmtGmbJnWTNnu1TdzYjmMQwxu8wBtjAwKMEGJK5P1Hl1zLAgRmWdL9fh4/es6950oGIemOn/7n+DhJCj//kfskd3RfGRwSlDErTVaePnUupLQ3t/76gcf2l5Z/96df7vWCxcljVV//7A+rKqvdV0ZFR0xLm3z08Am5u7rmycf+dfLYqSG+kd/eaP7xt3/rUcYXFx8zJW1S9amamuo67Wd+8Md/DAsPu/L6tcpgvf7C/7T2Vddf5v67Zy9fKDllzWmLtE+dPJO/peSSvGxlFP314Wcef+gf7mvkx8vITLPbWuTnUdds+u+21tY2BT6GikkAAOA71KMIzrUB6BCpJAAA8IZLrv6FSNLHna23fv1zP3SPJFddZvr4529NS5+qTp3Y3NxSvG3Xgw88pm3z35c3T0ud9NHP3tTz0X76nd+5R5IfvHbNus/dMnnaRMU19ePxI6cee/DJbZuLZXHLmwXKEBw+dPyH3/hVe1t3/Z8En3d/45PZlywab4xX11QcPPbL9Q+X7TmkLv78+w8ZkxKW5mYpF07+lzde3ay25cPnmps+4N4rEdGVH177lz88oy6+/K83RjOV3FG41z2SjI2P/s5Pvrxo2fzQsPcm1GxqtL39v8JfP/BoR3un+e3tyqC8WfLeryZPQt7CG9U1PUdtxaARTAIAAB/B8QMA3WIEVwAA4A3f3/QjRJK+789/ePrUie6KOnlzffEbH//J776VPitVjSRFZGR43geX/+nZX89dMFO712O//fvh8uMeD/X68//ThjkVn/zi7d/72VfUSFJx5Shp6VN++vtvf+RTNyhDIwnZD7/+Sy2SXLhs7hMvPXTlDZdqkaSQX+H3T/50/sLZ6qLT2fXbn/5JGRQJ9qxnbWo7Z8Ui9/9FdcV1a7WLOIVbd2jP50hz/VKPa4tT01L++Mwvc1ctUSNJER0bdfWNl/3+iZ8kJMYpo+Xmj137qbtvV/+Nctmon2IoVwAA4As4fgCgW6SSAADAG6pA/AWRpO87c6rm1Wff0BZvXXfdbR//cK9bJiWP/79Hvy8pl7oof8QNj7/gvoGs+fPDT2uLH7ou7xNfuLXn40g2edfXPnbpFZcoQ/DWf945evik2pb09Ds/vkd+vJ6bBQUbfvjrb2gR3bHDlRUHjioX7j8vnRu+1X0WSU3ypAnZyxeqbXkeXvrnf5VRsfmN/CNu2fD9D96XMjmp52ZzsmZ+80dfVEbLbeuu+/jnb1X/rbrMpGAACCYBAMBFx7ySAHSLVBIAAHhDraRfIJL0C6+98D+Hw6m2o6Ij7uxtUFaNRJLrPneztrjxtbfP1lu1xX17y9W5FRXXnJSf/MJtXh7qc1+502AYpwyWeeu5wUhvuOMqCQX72tKYlLD2ipVqOzwi7OC+I8oFkuC2OH+32o6Ji+orZnNPK19/8X8d7Z3KyMvfUqK1135oxfSMqX1tuXz10jlupa7wQQSTAADg4up5LAEAOsG8kgAAwBtqJX0fkaS/2FlcqrXv/OzN0TGR3re//vYrX3zmP5XHTyuuv6bcXcIwtWvbpmJtsw/feoWXpFBxFRded9uHnnvqNeXCtdjbCrfu0BZX91eNd8ud1y7OWZA+M3Xa9Ekes/ENhAS3WvuD1+QFBfV+trJybY5klupAr02Ntjdf3XLVjZcpI8np7Cp8p/t5kI/Ej3/+Vu/bf+yzN3/j8/cr8GHMMYlRttxFAQDAhWMGALpFrSQAAPCGWkkfRyTpRw7sLdfakqv1u71kcrmrlmqLRytOaO3y/Ye19vLVS/t9qEvWDHLGweOHT7a0tGmLk6eleN9+esbUy69alZY+ZRCRpLxi//PyJm3xig+v7WvLkNDgy69eoy0+94/XlREm2bDEn2o7OcWYOmOK9+1zVy/hSpPvo2ISAABcLBwzANAtaiUBAIA3VH74MiJJP2Kz2Ts7HdpiUopxIPeKHx+rtc/WNWrtestZrR0TH93v48S8P0XlhWqoP/efRkZFuP88w8789g5tWNqo6Ih33iqUf31tbGs698KuOHB03+5Dc7JGcNDUutoGrR2X0P+TIB+b441xlpoGBb6NikkAAHBRMK8kAN0ilQQAAN5QK+mziCT9S33tuRwxOjZqgBM9JoyPO/cIdeceoc5yLu6KjR1AKhkXowyKeyo5Y1aqMpL+/dJbWtvWZH/8oX8M+K7Ky8/+d0RTyfr6c09+bFz/T7gYb0wglfQLBJMAAGD0qUcLnGsD0CFGcAUAAN5wadU3EUn6HZvt3J+j3xklNSGhwVq79f2RVOWv3NjQpK13OLv6fZyw8FBlUNxLEo1JI/iykd/IS2Vkv976zzvqNJMjpNl67nmIiIoYyF1i4weZBGP0MZQrAAAYZZxlA9AtUkkAAOAN39/0QUSS/igs7FwuWHPaMsC3VU11ndaOju3OMuVdmTI5ye3Ravt9nOoBbNMr9zjTetaqjJjXXtjoHEC82pe21g55BGVoHE5nX12RbkFyfe2AKiDtzS0K/AfBJAAAGE0cJwDQLUZwBQAA3lAr6WuIJP1UlFus1dnpqK2pnzCA0kP3NDE2/tx0hpOnTqyqrFbbNWfqLuhxLoh7XWBtdb0yYl57/lym+O0HvnTlDZcO5F7rv/bLjf/eqrZf+dcbt3/iw14+r/pNPW3W5r66EhLODaU7wCezuqpGgV9hKFeMqJMnT5aWlkojIiJi9erVCgBA35hXEoBuUSsJAAC8oVbSpxBJ+q9EY3x4RJi2WH1qQJFV9alzAVhc/LnpDCdNm6i1a6st/T5Ozen+t+nV5MnJbg8yoDTu2Sdf3fJmwaF9R5r6Dvk87CwqrTx+Wm0HhwSt+eDyAd7x8mvXaO1TJ8+Yt+7w2MA9MZI3ieJVs83eV1f8+HOR8OlTNQ6HU/Gqo71zRENcjBAqJjFyKisrX3fZsmWLAgDQvZ7HDACgE6SSAADAG+o8fAeRpF+TeGzOgpna4jubivu9i81m31VSpi3OzJyhtSe5hYWF7+zo96He2VSkDEp6ZprEhGq7paVtz/Z93rcv33/0Nz/903fu+dknbvzKp2/+mjIw/3l5k9ZeuTbHPb71LnvFwvHGeG3x5X/+12ODoKBzY8PY+ktJjx+p7KtratqkuPfniZR3nPnt7YpXRdt2KvBPBJMAAGAUcJYNQLdIJQEAgDfUSvoIIskAMHtehtZ++V//retvesINj7+gzU0oQV32ikVa1+rLl4eGBavtXcVlJQW7vTzOdvPe7eY9yqBIqjdrbrq2+MLT//a+faFbGrf2ikuUAZDwdcsb+dripVesVAZMst4PXZenLeZvKak+vyrUPeCsre5nqNvi/F19dY0bN3bVB3K1xaf+9Jzi1XMbXlOGwGNQUIwygkkAADDSODYAoFuc7gIAAG+olfQFRJKB4fKrV0u4pbZb7K1P/+VFLxtbz9qe//ur2uKKvOwOdh3vAAAQAElEQVSg4HNlf4kT4u/45A3a4hOP/quvMUVl/V8efloZgsuuPBcTbn4jv7rvaSzlZ37x6de1xVWXmpQB2Pja2y0tbWo7MioiZ+Vi5UJ86Nq1WlveES8+c15u6j7y6tHDJw+UVvT1OP99efPJY1VK3z7g9jzs23Oo52ixmoqDxwYdA6vc/9ad7Z0KRp0Ek1d9dEavXQSTAABg6JhXEoBukUoCAABvqJW86LxHkq32TiJJfzFt+qTLrzk3D+I/n3zl748/3+uWtdX137jrR1pWJ2/D62+/wmOb2z5+vTZ46e6Ssi985L4zPeaqrKqsvuuOb/Y77Kp3V9/wgaQUo9p2Ort++YM/NDY09dysva3j/vt+rU2mOCU1Zeac6coAvP7C/7T2pVeudB9zdSCmpqUsWDJHW3zl2Tc73GK8ydNSYt3m4/zF+j+0trT3fJBdxWUP//Kvilfyv7gHtD/73kNlew713KyutuHBH/9RGbKIyHC1IS+DesvZvjZ7+omX/vrwM+q/tzeaFQyfnA9MJJgEAAAj5F3mlQSgVxd2zg8AAPSGWsmLq/9Icv3hU4ftPe9IJDlCirftvOcT3xv49jmXLLrt4x/WFu/66sd2mPfUuIYSlT/iI7/624HSinV33ZKWPlUto2xubinJ3/3gA4/W1zVq9/rMl+6YlzXL45HDwkO+/O3PfPfLP1MXJSH7xE1fzV21ZMas1Kmpk04cO1Vx4Fj+5uJmm10ZmqBgw9e/f9fXP/tDddH8zo5P3PDle7796UU586OiIhTXEKz5m4r/8oenJQRVt5HfRX62gTz4oX1HDpYd1hYv/dCABn318MFr1mjJa1Oj7a3/vKMN62owjJOk87mnusdTLd9/9Jufv19++OkZU9U18jM//deXXnrmP/LnCA8PDQ4N7jVzVckvtd2852yDVXGlj3d/7Ntf+c5n13xwufo82Jtbi7bt/M1P/uglRBy45BTj4UPH1faPv/2bmz92bXBQkDyx7hGs+NffXtaSYPmtV102oPpUDJAEk3L72lOHe3apweRNX5poCPLs8hiAV/1yj7YnZa+qWzExMenp7w2IHRcXpwAAdI/jAQC6RSoJAAC8oVbyIiKS9EGSAGkh0EBMmpzsvhg/PvaB39z3jc/fryZbYsubBfIvOCRo5uzpDfWNWrCnyV6x8KOfvanXB19zee5999/9s+89pC5KIPfflzcr8u98qTOmyJZ/+cMz6mJQcLBygUwrF3/2K3c+9uCT6qKkqt/+0k/f++2mJEdEhUuy6LH9d372FfmxB/LI/37pLa09cdKErKVzlAt36RUrH/rZ41pp6Sv/esN9ssl1n73lrdff0Z7wHUV777z27p4PIp91639576MPPukllYyNj/7Fw9/7+l0/tJ61yWJHe+fPv/97+Tc1LSU4OLji4DFty7kLZo4dN3bvzgPKYEm6rKWSRdt2yT+1vXH7P90ny8RII5jEcJnrogAA4MLxAADdYgRXAADgDSdLFwuRZKDKXJDx5+cfzFp63rVpybdKdx/0iCQTEuPuue9TP/ndd7y8B6++8bKHN/x89rz0vjZY/YHcPz7zS2NSorYmMipcuXB3fubGH//2PvfRUMWpk2c8IsnECfHrf/n1y69aNZDHbG/r+M9Lm7TFtVesHNynTXhE6Eq3GsG9uw64/1RxCTG/f/Knk6Yme3mE6Ngo+e2Wr1mq9Ef+fH948qcTks57f504WuUeSWbOT//JQ98ODrng9NfdDbdfpc1C6u5IxQkFo4uhXAEAwLBjXkkAukUqCQAAvKFW8qLoK5JUL3YTSfo7ybT+8ORPfvK7b0l81bNX3nSmlYvvf/Abz775p5s/dk1oWD/h1oJFs//0z1/+9i8PXH3DZRmZaRIcGpMSPnD16nt/+Pmn//2IhG0S2jkcDm37qOhIZVAk4Hz69Udu/di12pSH7iRCu/nOa5569Q/uky96t/mNfHtzi7Z46ZWDGb5V9aFr89wXX3rmP+6L06ZP+uvzv71t3XUxcVEedwwJDb78mjV/fe7BgY99mjpjyt9efuiTX7wtKjrCo0ue+S/c+/FHNvxCEmVlaOS18cvH1k+eNtFj/YnDlQpGXb/BZCfBJAAAuBDMKwlAt7jOCACAfrknXmoFntw63VgsFrmVjCQpKSkmJkbBqPASSUqDSDLAHK04mb+lxNHZKW+0xAnjp6VNSsuYFhYeogyrJx/912O//bva/txXP/bRT9+gDEF7W8fWtwpPnTgt7eCQ4CmpKckpEyZNmdhvgHrRyZvo0L4jJ0+ctlTXRUZFTJiYODdrljor5CA0WZtLdx5oqG8822CNjYtOmZy0YMkcg2GcMqz27604cbSyrqbe4XTGJcQuyVngve4TI6fwzdO9DuUqZi2N/PBdyUFB48b2MOZ8yvlVEVRIAACgQ3a7vanpvVkDOjs7bTabwWAICgoynG/c+zyOKBSOHwD4OeaVBAAA3lArOcqIJPUmLX2K/FNGWE11ndbuWeF3oUJCgwdeEOlT5ILO7HnpXga8vSDRMZEDGfR1iDLnp/daU4vR52WOyYMlzS8qZ1zBpGcXc0wCAICeOAYAoFukkgAAwBtOlkYTkSQG6OSxqns+8d3kSUlJE42Ls+dfef1aLxvL62d74R5tMTV9qgJgUAgmAQDAsKDqEYBukUoCAABvqJUcNYOOJOVy961EkjozaWpyk9VWW12/R9lXtG3HB69dM25cnxPGb36j4NSJM2o7Lj5mXtZMBcBgEUxicMrKyjZu3CiNuLi4devWKQAAfVP3/pxrA9ChsQoAAEDfuFQ6OoYSSd7+5blEknojCUf6zDS13djQ9Kffbehryz079v/8+7/XFleuzfFIRwBcKAkmr/rojF673gsmHznT2ens6uHd8ylun/webQQkq9Va4XL8+HEFAKB7nGUD0C0uSQAAAG/4/uYoGGIkOWthvAL9ueNTN2jtp/747F0fuW/j61ubGm3qmhZ7a+G2nT/42v/d8/Hv2ptb1JVx8TGfvPt2BcCQEUwCAIChYL8PQLcYwRUAAHhDreRII5LE4FyyNvtjn7v5b4/+S13cu2O//JPG5GkTQ0NDKg4e63mXb97/xYTEOAXAcGAoVwAAMGjMKwlAt0glAQCAN9RKjigiSQzFp+6+vdlmf/mf/3U4nNrKyuOne245IWn8vT/8gmnlYgXA8CGYBAAAg8O8kgB0ixFcAQCAN1weHTlEkhgiyTa++t3P/uPfj1x70+XjxvV+YD89Y9oXv/mJp179A5EkMBIYyhUAAAwCZ9kAdItaSQAA4A3f3xwhRJIYLimTk77xoy986VufPlNVfaaq9nRldVtbe2xsdHRs1MTJSTNmTlMAjCQqJjEQMTEx6enp0oiLYyRtAAD7egD6xXVGAAD0yz0PE2oe5nRjsVjkVk6WkpKS5GqagmFCJAkAAabwzdO9BpNi1tJIVzA5bmwPY86nnF85wcVKAAACkt1ub2pqkobD4ZCGwWAICgoynG/c+zyOGRSOEAD4OUZwBQAA3lArOez6iiTVBpEkAPgjhnIFAAAD13O/DwA6QSoJAAC8YWCZ4dXXaadaq9rW4iCSBAA/NRLBJAAACEicZQPQLVJJAADgDbWSI6Tn8LkSSf7xBxVEkgDgvy40mNSGT/cIJjXsggEACEjs4gHoFqkkAADwhlrJYdTr2K2q9lYnkSQABICBBJNqGOlRK+m+JVcqAQAIbMwQCUC3SCUBAIA31EoOl55XnN0jyce+X04kCQCBwXsw+cLDp9Vgstdssuc4ruyFAQAIPO8ybDsAvTIoAAAAfaNWcth5nHm+VyX5/UO9RpLi1rsziSQBwO9IMOlwdP336aM9uw5tt7/0yJnrv5CsLqrf/lETyrFjz31vmJ1vgCkrK9u4caM04uLi1q1bpwAA9I0dPQDdIpUEAADeUCs5EtyrJB/93iGqJAEg8Ky4YpLBMPa1pw737NpfbOt6990bvpASFDRGwkh1pUSSHt8E0hb5hlAAsFqtFRUV0jAajQoAQPfYuQPQLUZwBQAA3nCyNCx6HYhPIsk//bCcKkkACFTeh3J9/g9VDkcvw7f2nGYSAAAEGOaVBKBbpJIAAMAbaiWHnfsV5y5HV6/bjB0r/zhBBYBAEBTS+3m361O+Sx27tWceyc4XAIAAxrySAHSLVBIAAHhDreTICQoZ88kfzJiSHtGzq6tL+cdv9x3cWa8AAPxW4ZunX3vqcGd7L19AyVgcfvVnjD3rIz0KJblYCQBAQOIsG4BukUoCAABvqJUcRj0vNAeHjv3499ImZ4T33FiCyb8/uG9fSZ0CAPBDBf+t6nVSSZG+MPSqT8W/90nvqpJUzi+jV3pkkwAAIMCwowegW6SSAADAG2olh87jhNO9IEZxVUyu+3bqpOlhvd73n7/fT8UkAPidwjdP/3vDkV670hYEX74uVoshteFbld6ySe1eXLv0dzExMeku06ZNUwAAuse8kgB0i+oHAAD0y+MaqHph1OnGYrGoK5OTk+VqmoJB8bi+rF2Alme4y0UabS2OJ39youpoW8+7jx2r3H7PnFmLEhQAgD9QB27ttSt1ftAH7owODjaMGzfOYDh3O3bs2HEuY983xo16Xy5cAgAQGOx2u9VqlT17Z2enzWaTg4GgoCDD+ca9z+PAQOGQAICfo1YSAAB4Q63k8Oq1AkZxDeV6+zdSUtJCe96FOSYBwI94iSSnzDbk3R4+dqziMZGktgFfGgYAQCc4ywagW6SSAADAG+aVHDUSTN7ytaTkacE9uwgmAcAveIkkJ80cm3dHiBpJenSxnwUAQG/Y+wPQLVJJAADgDbWSo0mCyZu/OoFgEgD8Uf+R5LjeR11jPwsAgN4wFisA3SKVBAAA3lArOby8TA+mrpFg8vovJSRNDep5X4JJAPBZXiLJlIwxq28LGuM6+dYuQfY6NRSXJgEA0ImeA7kDgE6QSgIAAG+olRw57pek3YWEjZNgcsIUQ8+7EEwCgA/yEklOTFckkhw77r2P97Fjx47pQTk/pAQAAHrAfh+AbpFKAgAAb6iVHDqPE06P+hj36klNcOjYD98dTzAJAL6v3ypJj0hyrIv2ga+1lR7xJGWUgaSsrOxBlyeeeEIBAOgeZ9kAdItUEgAAeEOt5DDqeX3Z45K02lAvWIeEjbv2C7HGyeN6Pg7BJAD4CO+R5Mpbxkkk6f7ZrkWS7rdKb3kkO98AY7VaK1yOHz+uAAB0bwzzSgLQK1JJAADgDbWSI2dMb9yvWYeGG675fAzBJAD4pn4jyXGG7s/zcePG9Uwlew7oqvTII7lYCQBAQGJeSQC6RSoJAAC8oVZy2PUVRnpU0qhrwiKCCCYBwAd5n0vykpvH9lolKfGkR0g5psd8k+qDsPMFACCAsaMHoFukkgAAwBtqJYdFX1eZvdRKjnORBhWTAOBrvEeSapWkFkC6Uz/ee34Hpde6SQAAEKg4ywagW6SSAADAG2olR0Jf5ZK9zCtoGAAAEABJREFUkuvXIWHjrr4rmmASAHzBQCJJbeBWLYN0DyO19e5DuWpzTGqomwQAIFCNYV5JAHplUAAAAPpGreSw83hK1SvR2qJ0yaVqj7vImtBwRYLJVx9pqq10evSqweTt98yZtShBAYDh0NRoqz5tqT5dW3PaMi5oXNqMKTNmp0VGhiu6N8BI0j2GdK+SdM8ptTyyVwoCS0xMTHp6ujTi4uIUAIDuqV//5VwbgA7x2QcAgH6phwHvvq+rq0tunW4sFovcyslSUlKSXE1TMDTacZfHM68++T05e2hrcfQaTApJNvUTTC6ffY3W/vWffpi9YqFykezZsf/zH7lPbS8xLfjtX+73snGLvTU8Iky5QFv/V/itu3+iLf67YENMXFS/9yrbc+izt97rvubhv/9sweLMfu946uSZWy7/rLa44bWHp02fpAyfO6/90pHy42r7n288NmlKsnvvrx947PkNr6vtb91/91U3XqZg1FVX1cofIn9LSc+u5JQJi03zP37XrUkTExVdGngk6Z5BapGkwWDQ1nifXVKhUBIAgMBlt9ubmpqk0dnZabPZ5AghKCjIcD6PLzP1epAAAP6IEVwBAIA3fH9zGHlcYu53BNeeV7RDww0M5eqPGuoaf/iNX7/+/P+UC7fElOV+3WH39rKB3Kt42y6PNUXbdg7gfsru4nOPP3HShOGNJOHjnM6up5946c7r7u41khRnqmpee27jbVd87sGf/FFe1YrODDGS7JlB9qyV1B6Qq40AAAQ2zrIB6BapJAAA8IZ5JUeIRzDpcZG612ySYNIfyTvolWff/Oi1X3zz1S3KoIRHhM53q3Es3XVwIPcqyfdMJUsKdg3kjnt27tfay1YsUqAnv/nJH3//87/Ym1vdV06ampyRmea+pqO987mnXvvkTV85W29VdGPokWTP4VvdP//ddwruD84uGACAgETVIwDdIpUEAADeUCs5vHqedmqno70Gk71OS0Yw6Uf+/sfnfv793zc2NClDsCRnvtbet7v/VFL+u727Dnis3L+3oq62od/77i45Vyu5LDdLgW5sfH3rC//4t7aYMjnp2w986d8FG/7538f++vxvNm7/1y8e/t7UtBRtg9rq+gfue1AnO4iRiCR7rZXkAiUAADqhTeqhAIDOkEoCAABvqJUcdj2nCvMIJj2yyZ5XtAkmfceE5MRP3X27+u/yq1f33MDe0qYM2eJst1Ry76H2tg7v2xcX7Nba193yQa1dtK2fcsmqyurTp2rUtrwOl+ZetAk7McpOHK36v/UPa4uXXblyw+sPX3nDpdokpuERocvXLP3biw/d9vEPa5sVbtv51GPPKoHuIkaS7H8BAAhU7OUB6BapJAAA8IZayZHQ6wSTyvvBZM+iSYJJn5U0MfHjn79V/XfFh9cqI2NO1qyIyHC17XR29TuIqzZYa2RUxI0fubrn+r7sLtmntRcumytBlAJ9ePovL9ibW9R2yuSke9d/ISjI0HOzoGDDF7/x8VWXmbQ1Tzz2LyWgEUkCAICRwFk2AN0ilQQAAN5QKzlCCCYxcAbDuMVug7iW7T7gZWN5z+ZvKVbb8xdnps6YnDA+Vl0seLtEQk0v992z81wquTRngQLdKDafq6+9dd11EZFhXja+70df1NrtbR2nK2uUAEUkiWFUVlb2oMsTTzyhAAB0bwzDtgPQK1JJAADgDbWSI4dgEgPnPohrmdepJQ+UHraetant+Vmz3ruvqXt6SHtza9kub4nm7uJzk0ouYfhW3Th2+GTNaYu2uPLSHO/bR8dGSdqtLR6tOKEEIiJJDC+r1Vrhcvz4cQUAoHvMKwlAtwwKAABA36iVHFFa6Ks21Kdabchla+W9ZLFLbXgRGq5IMPnqI021lU6PLjWYvP2eObMWJSg6VlNdV3XizKmTZ6yNtviE2PHG+BkzpyUkxin+Y7Fb5eKe7fu8vDCK83dq7azseXK7JGfBm69uUdcUbtu1YMmcXu945lRNVWW12o6Nj549b4bSNwk+Dx86Vld31lpvbe/ojI+PSUwanzpjSuKEeGXUyU9+oKyitqY+LDx02vQp6TNTBzH2rNPZdeTQ8ZozlrMN1sazTRERYXEJMcbkxJmzpwcFD+akyeFwyl9KfrbGxqZpaZOnzZicMjlpEB+nnR2OA/sqqqssdbX1wUFB4yfET5o2cUbGNGVQTlfW7Czaa2u2T0hKnLdwtvr3krfGpKnJ1VW18jNnzs+QN0i/jzM1bfKxw5Vqu66uQQk4RJIAAGBEsccHoFukkgAAwBtqJUcaweTIkZTl+X+8/tZ/t7nXgWkmTUm+9MqVt3/ieu+DVXq3Z8f+z3/kPrW9xLTgt3+5X20//cRLv//5Xzw2/s1P/yT/1PaXv/Xpm+68Whmw1BmTJUCy1LwX/7S0tJXvPzprbu+pYXFB91CcMXFRcxfMlEbuqiVab0nBrs9++SO93nFXyblCyWXLF/V6oaSutuGpx58zb9mu5ZceJk6asOpS0y3rrhuJePLxh/7x14efUdvPbfxT8qQJh8uPP/HwM5vfKHDfTH7yFWuWffDaNZeszZFIyPtjyntt4+vvvPbcm2V7Dra3dfTcICQ0eP6izGtu+sCay5f3+pxIkrdq3ofV9lU3Xvat++/u7HT868lXnvv7q7XV51UqG5MSrr7xA1fd8AFpKAOwb/ehvz32r+2Fe3r+YBKuf+CqVXd+9mb5K/d194d/+cSGP7+gtjftes4QZPjF+j+89txGbYOgIMOV11/6+a9//JK8bPknHzXyAzscDmUAGixntXaiMdA+W4gkAQDASOPrvwB0ixFcAQCAN5wsjQKGch0Jb/1n260f+tw//vJir5Gk4qoPe+KRf95x1V0HSisUf5CzYrHWLtvV+yCuNpt97479ajt7xWL1hRSXEKNFmPLLnq239npf7Y6Kq7yy5wYv/OPfN176qeeeeq2vSFKcPlUjieztV961bVOxMsKe+dvLn7rxqx6RpOL61HpnU9F37vnZVz/1fXlCvDyCPBWfufXeH977yx1Fe3uNJBXXvIklBbu/95Vf3HvX/a0t7Up/JAv/zK1fl0TQI5IUsubPv3/61g999n//fsf7g0jS+bPvPvSZ2+7N31LS6w/WUN8ov/5tV35OXufKwPzqh4+4R5JC0tOt/ysMDglSF+WTJGlioqT1/T6UhMF73x8KWE1tlQBCJAkAAEbBGOaVBKBXpJIAAMAbaiVHB8Hk8Nq/p/wHX/s/CV20NeERYdOmT8paOnfS1GSD4dxTZKlpuOcT3zt2+KTi8xa5JYWlu3ufHrJw6w7tDbssN0tbv9Stnb+597xw9459Wtu0crFH70v/+u+v7n/0vKc0PHRqWsrCZXNnzJwWFx/jvnGLvfV7X/35iaNVyoh5+dk3HvrZn9WfJzY+2rRqyUc+dcMla7PdB+bdXrj383fcV1Nd1+sjNDXa5E+/f2+5+8rxxvjZ89LnL5qdMjlJi+tU5re3//qBRxWvbNbmez/3o/L9RxXXm1fC4Gtu/MCNH71qXtYs7VUnKaO8OCW77etBZIP7vvjjV58/L0GUR0uflZo6Y7L7pSvrWdv3v/oLrX7Ug/uWhe/skGes5zZrr7gkKOjChs+RaPZH9/5aW1z9geVR0RFKoCCSBAAAo4N5JQHoFiO4AgAAb6iVHDUM5TqMfvXAo9oZfvrstE/ffcfyNUu13hZ722vPvfnnPzzd7Cqksze3/OEXf/3lH3+gDJ/b1l0n/6Tx6INPPfXHZ9WVFzpqq4clOfO19q7i0l63KSnYpbVzLjmXLC7LXfjUH5/r3sa8+6obL/O4Y73lbOXx02p75pzp8eNj3XtPnTzzu58+ri1KuPvRz9yYvXyh+4fDqRNnHv/dho3/3qoudrR3Pv7Qhvsf/IYyMrRf50PX5X37x19yf2v8/fHnH/31k+oL4GjFiQcfeOxnv/9Oz0d45Fd/O1J+XG1HRIbd8rFrr7v1igS3X9zhcL7xyhbJ/M5U1ahr/v3iW7esu9bLnI5vbzSrDQlKf/XYevdRdqtPW+797A+Pvp9///7nf1mSPV9enD0f5Hc//7MkoNri/MWZn/zC7XMWzAwLD5HFttaOfXsO/ur+R7TQ9/GH/jFt+pQ1l+d6PI77Ra5fP/CY2piSmiIvjI6Ozn17DlUcOHrZFSuVC9HZ4fjOPT/RnjfJIz999+1KoCCSxIiKiYlJT0+XRlycP81qDAAYIez9AegWtZIAAMAbaiVHExWTw6Jsz6GDZd3RwrTpkx564sfukaTyXt1k6M0fu+b7P/+qtsb8zg4J1RTfJknh7Hnparu+rrHXH7hoW3cqKSFWXMK5+sUFS+ZERIarbfPW7U5nl8cdS96fjVIsNWV59D724JPaOKKmlYt/8/iPclZ4Tjw5aWry+l99/ZNfPJdRbX4j3/sAqkMnUeJ3fnKPR1r/kU/d8KNf36v9eO+8VVS4bafHHSWQe+W5N9V2cEjQA7/5lvzkCednsQbDuCuvX/vHZ/7PvRL0jZc3K/2ZkDT+93/7qcfEn0kTEx/+x88XLpurrdGSQneSa770zH+0xa9+97MPP/XTJab5aiQpQsOCF+fM/+M/f3XJ2mxts1+s/0NTo03pW13tezOSXnvT5U+88Nt7vvWpe39w1xMv/Ob/Hv3+nKyZyoBJJPn9r/1Ce42Jb/7o7uRJE5SAQCSJkTZ37tyvuKxbt04BAOgeZ9kAdItUEgAAeEOt5CgjmBy6k0dPae3Lr1rd1/CSElWuWLNMW9xetEfxeYuzz5VL7t2536NXslg1fBLLli9075KXxrLl3VmjvbnVfQpJ1Z7t54ZvdR/uVXFNvrj1f4VqW4K6b/34nqDgPgdc+ehnbpTYTG3Lp0dfk3oOi/mLZn/pvk/2+gGV98EVV95wqbb4198/7bHBf9zCxetu+ZD25PQkYfAtd16jLVYP4Df65v13p86Y3HN9VFTEfT+6W/uB9+48kL+lxGObx3+3QWvf+JGrbrjjyl5/wcjI8B//9lvps1LVRYkkn9vwuuJV7uqlX19/V0ho8Lk1q5YoA9Zkbf7SJ76rvRLkp/ra9z7Xs0DTTxFJAgCAUTaGeSUB6BWpJAAA8IZaydFHMDlE500baWnwsuWdn7npW/ff/du/PPDPNx676vrLFJ+32G1qyX27D3n0luSfK2LzSBbFErc1RW5bqvbs7E4lJVOcvyjTvauhvvFD1+bJA06akixpn0dBoYegIMPEScnaon0kayU/+cU7vPR+9FM3ajMmlu05ZKk575WQkBiX98HlmfPTo2Ojrr7xA4pXyZOTtLa9uZ/faF7WrOwVC/vqnTQ12T0uzd903hyfRdt2aUO8JqdM+PzX1il9k/f657/+cW3xjVf6KeK851uf6ncI6L5Yz9q+8JH7tDBbPoK+//OvXH/7FUpAIJIEAACjj3klAegW80oCAABvqJW8KJhjcihSZ0zR2i/8499hYaHr7ro1PCK055ZzsmZe0AiWF8WBWX8AABAASURBVN2Cxefywr27Dnj0Fpu7R2GNiYty31KVu/LcMLY7CmXLj2qLtdX12iSFS00Lg0OC3O84PWPqfQ/crQxY4oT4oxUn1HZnp1MZGYuz5y8xzfeygeR/s+ema8/SO5sKr7/tXIp2xyevVwYs0RivtR39/UZ3fX2d9w1WX5b72nMb1fa2LcX3vvt57TN26/vTUirvTQWa5V7X2Ct5BiRVVcduPXXyTFVldYpbgOpualqKhMrKoHR2Ou67+8daXCo/1f0PfnP56qVKQCCSBAAAFwVHAgB0i1pJAADgDbWSFwsVk4OWPjstzS2Y3PDnF65a8ZEvrfuuNCS5UfyZBEI5KxapbUn+rGfPTSVos9l3FZep7WW5vdTqGZMSpmdMU9v791a4T0O4q3iv1l7iVo55oeRneGdTUc2Zc2OcOp0jlUquuszU7zZTpk/S2uX7jigXTj79Kg4ecx9n1eH1N4pPiO2ZB3uYlnbup6q3nHUf5Lb84FGtPW/RbKU/8jafs+BcrL6rqLSvLedmzVIG6w//91etSjIiMvxXj60nkiSSBAAAQ8RZNgDdolYSAAB4Q63kRUTF5KB9/Au3fe8rP9cW29s6dhTtlX8P//KJGTOnSfC22LRg0bL52gyIfmRRzvzCbTvV9p4d+1ZemqO2i7ft0i5tLDX1PkvistysI+XH1faOolJtUsC9O86VXS7J7XOGRXdtrR2nKk/X1TacOVUjMWTNmbrTJ8/s21vucXnlXWWkrraMd6tf7MuUaSlau67urPeN35sFs7pefpfq07W1Z+pqqy1yu39veUN9o8dmXh4kMan/t1LypAnywpMnUF20WBqSUoxqu6ryXGr+wLd+I/+UC3Gqss/QPWXyIAsljx0++exTr6rt4JCgn/zu2wuXzVUCwjuvn3rjmaO9dhFJAgCAkTaGeSUB6BWpJAAA8IZayYuLYHJw8j643Gb7wmMPPuleTag6fOi4/Hvmby+Hh4deecNlN9x+5eRpExX/4V7LWLrrwLlUsuDcVJG5fZSyLV2+8OknXlLbu7eXaank7h3dRZYTJ02Y5lZf6MHhcL756patbxWW7ztSU12nXFQJA0glp6ae+10a+kglJXX794tvybMhr4qO9k5liD9VYv8/lUhLnyZ5Z/cPZun+weR93fPlekE6+/75Q8NClEH5z0ubtPYdn7zB+6i5foRIEqOvrKxs48b3Rm+Oi4tbt26dAgDQN/WcjnNtADpEKgkAALyhVvKiI5gcnGtvujzvgyve+s87294qKinYLYmaxwYtLW3PPvWq/JPNPvuVjw561r1RNnPO9PiEWLWAr2z3QW194dYdamP2vPS4hJhe75u9YmF4RFiLvVV5b9TW7iSyrrbh+JFT3Rtcsriv/7e6qnb9139Z6vY/9iQPvmjZPMn5qiqrlRE23tj/yzV+fJzWbm1p67nBs0+++odf/rWz0+HlQWbMnJYyJflttxkfvUgcWCqZ0NsP1tTYrAyNo6vP0WXHjhnkzB3bC/do7dUfyFUCApEkLgqr1VpRUSENo9GoAAB0j6MCALpFKgkAALzh+5u+gGBycKKiIq67+YPyz2azb91YuGVjQUn+rp4R1Kb/bivbfeCRDb9Impio+IMluVlvvrpFGnt3Hmhv6wgJDa44cFTCRbV32fKFXu67OHv+O5uKpHGk/Hi95WxCYtyukjKtd6mp90kly/cfvfeuH2n/hbvUGVPSZ6dlzE6dNSd9btasoGDDPZ/43iikks1NzUryeO/b1Fafm7IxNv68pFbePv/3g4dffvaNnveKjIqYNXdG+qz3fqn5izKTUow7i0oHmErKK20gm9W4/2DvR8ghoeeVM/74t/dFx0QpFyJxwvC/f0+dOK02IiLD0tKnKP6PSBIAAPgCvv4LQLdIJQEAgDecLPkIgsmhkHjyyuvXyr8ma3PBlpKi/F0ST55tsGob1FbXP/jAYz9/+LuKP1i8bJ6aSoqDZRULlsxxL2hb5nViyCWmBWoqqbhKLVddZtqzY/+5R+4tlZQn7dtf+qkWScpLLueSRbPmpmfOz5i3aLY8tx7b91qVOOxqTltmzJzWzzZnzoV/4xPj3Lue/utL7pHkpCnJi5bNmzErdf7iTHlYjw+9gf9G7v+jF6dOnJsAUqubDA0LDg8PbXn//4qIDF+UPU+5qDo7HPbmVrVtTErs9xPG9xFJAgAAHzGGeSUB6BWpJAAA8IZaSd9BMDl00TGRH7x2jfxzOrt2FO790++e2r+3Qu3atrm4qrI6ZXKS4vOWrViktfftLZdUsji/e1LJqOiIrKVzvd3XrZLySPnx91LJ7fvURcnAIiPDe97lmSdeOlNVo7YjoyIe/NMPMxdkKH2zNjZp7ZH79HAvN+xzmzPnJr90H83V1mT/6x+e1hYlrr73B18ICu7zzMj9N1K8/kbVp2uV/kjKqw6iq3IfzXXStInl+7szs/IDR5d6DZhHQVt7u9YOjwhT/ByRJAAA8B3MKwlAt0glAQCAN9RK+hSCyYFobGg6fapG8qHGs9brb7ui120kVli2PGv6zGl3XHmXZFTqyooDR/0ilTQmJaTNmHL08EnFVSvZ3tZRtqt7ukfvw7eKKakpEydNkOdH2ocPHZfn6mjFCbVraU7vw7dufO1trf2RT9/oPZK02ezuhYDvdo1YKtlfVaK8F/K3FGuLs+ema+233yzQShJj46O/8p3PeYkkxTHXU63y/hvVW862trSHhYd42aZgS4nWltdb/PhYbTFz/kwtlZS/jjIA/315s3wMTEhOTJpoNCaPH95yxqioiPwDrygBgUgSAAD4FI4QAOiW3w/CAwAARhTf3/Q12umrdu1ba2jXx90vl/e8ni63oeEGCSaNk8f1fHw1mDy4s17xTw6H86PXfPHTt3zte1/5+a9+9Gjl8dNeNk4YHztn/kxt0W5rUYab/EGUEbDk/Sq6ioPHDpSWaxnbstyF/d53+ZplauPwwWP7S8vdHrOX+7bYW9UIU5Wzop/HL8nf7b7Y5exSRsaWNwo62ju9bPDWf7Zp+WhwSNAla3O0rpPHq7T2wqVzvYeIQitFFc6ufn6jt/691UuvfJz+/fHntcVLr1zp3jt7zgytvW1TUW11P29D+QV/8p3f/uibD37hzm/fcOmn9mzfr6A3RJLwBTExMeku06ZNUwAAusdZNgDdIpUEAADeUCvpgwgmvTAYxq36QK62uG1zkfftKw6eyyqSJ01QhltISLDW7ujsVIbJ4uz5auPksaqCt7dr65eu6D+V1MYFraqsLsrfqbZj46Mz56f33DgoOCgo6FwdYX19o5dHbm5uefTXf3Nf43Q6lZFx6uSZZ/72cl+98sH19F9f1BZXrs2JiDw3AGloWKjWrq/z9huJ5556zb1ssd/f6I+/+7tWfdvT1v8Vulderv3QJe698tKNfH+eTsmDf/GD3yte/eXhZ5zv576z5s5YuGyugh6IJOEj5s6d+xWXdevWKQAA3RvDvJIA9IpUEgAAeEOtpG8imPRijVsqueHxF7SZI3t6+dk3tFAqIjI8PTNNGW7BoedSyYFMOjhAC5fN09qvPr9RbcycM31C0vj+77v03H3ffLV7dNZlyxf1urFEkumzzz0trz33Zl8fCBLFfe/LP5Ok031lW2ubMmKe+uOzW94s6Lm+s8Pxk+/87tC+I+picEjQJ75wu/sGGW6/0cGyigOlfb5CNr9R8PCvn3Bf0+9vVG85+6Nv/rrJ2tyza8+O/b/60SPa4tU3XDY9Y6r7BlHRETd99Gpt0bx1x29/+nh7W0fPh5K/wp9+t+GNVzZra27+2LXKcJPM+68PP6P9O+NWNesviCQBAIBvUg+qOdcGoEOkkgAAwBtqJX0WwWRfFufMX756qdo+22D9wp33/eH//uqREllqGh598KkH739MW3PznddEvV+mNozcY8L/vrz5ub+/trOoVP5Vn6lThiAiMkwrjGtqtKkNrQjSu/CI0JwVizzva1rQ1/YZs85leJLSfeeen7lX+ymuUXMlHfzMrV8vPn/4VsUVVSojpsXeKj/Mrx94TBup1ensOlh2+J5Pfu/fL76lbfaJu26dmpbifkf3+LmjvfMbd93/wtP/lizTfZvqqtrf/ezP3/3yzzxCwabGXuJGDwVbSj5xw1cK3t7e2tL+/r1s8l98ad13tBQ8ITHu8/d+vOd97/jkDemzUrXFfz35yqdu/lrhtp0t9u401HrW9upzG9d9+J4nHvmnttmlV1xy2RWXKMOt8sTpxx/6h/bvTNWwxeqjg0gSAAD4LI4WAOiWQQEAAOgbtZK+TPvrqA31zFZtyEVz5b1ksUtteBEarkgw+eojTbWVnkNTqsHk7ffMmbUoQfEr3/7xPZ+46Ss1py2KK3b6x19e/OffXh4/IUEyws5OR211Xb3lrPv2S3Lmf+RTNyojIN0t0pMU7cEf/1Ft37buui9+8xPKECzOnr+ruMx9zUAmlVQtWZ4lQZf7mpxLFve18S3rrn3rv+9o+eLbG83yLyMzLWvJe7GopaZu355D2gyIkoxekpctSaG6KLGWMjJSJiepdZnPb3hd/kXHRk2dllJx6Ghb63kh4i0fu/aOT9/gcV95Gdxwx5VyL3Wxob7xVz969NFfPzl/cab8veot9adP1WjPbXh46Bfv++Rrz72pFt1Kzt1Q1xg/PrbXn0reesbk8fLCO1NVc+/nfiSL8kTZm1u03FSVOCH+/x79QXRMZM9HCAsPeeC39331Uz/Qqk6PVpz42qfXS2PytIlh4aHl+z1jNtPKxd/96Vf6fafrDZEkAADwZXz9F4Buce4KAAC84WTJx1Ex2avY+Ojv/fQrEZHh2hqns0uyor07DxworfCIJC+7cuVPf/+d0LBgZQRIkrRizbKe648fO6UMzaKc86obIyLDspYOdFpBj/xy5pzpfcVsYkpqygO/+VZ4RJj7SsnG/vXkK/Jv8xsFaiQpueA9933qwcd/eMnaHG2znUWlysi4+obLbr7zGm2xqdFWuvugeyQpr/yvfOczX7rvk73Gdfd869MrL81xXyPZofnt7U8+9q/XX3hLiySzVyx88uWHrr3p8ozMGdqWO4v7/KXkLfWrx9ZL6KguyufnoX1HPCJJebYf/9ev3QsiPUyakvzn5x/M++AKj/WVx0/3jCTl1Xv/g/cFBfNl0/MQSQIAAB83hnklAegVqSQAAPCGWknfRzDZq4XL5j638U8f+fQNHnGaRpLLq2687K/P/2b9L7/e1zbD4vu/+NqV168NCjovNzp+uFIZmjnzM9xj12XLF8ofc4D3nZ4xdbwxXltcaupn6NclpvkbXnv4sitW9tobFR1xxYfX/v2V39/8sWveKxZMSliwZI7adbTihPmdHcrIuOdbn/rhr+6dNDW5Z9elV1zy1CsP3fiRq/q6rzxXP33o29//+Vfkp+11g1lzZzzwm/t+/acfJk+aIIsr3aLW5//+mtK31BmT//r8byVrKGRKAAAQAElEQVQs9PiLi4mTJnzzR198dMMv3J/8XkVFRdz/4Dce3vBziUX72kZiy7+9/Dt59YaFhyhwQyQJAAB8H/NKAtAtrjMCAKBf2omQqqurS26dbiwWi9zKZdakpKSYmBgFPkw7qHP/s6qNLhetoXKeT13T1uLodShXMXas4o9DuYqz9daD+w7bmuz2ZnuzrSUo2BCXEJuUnDhnwUyDYZwyWpqszaU7D5w5VWOzNY8zGCZNSc774HLF31QcOFpVWS2/i7XRFhoSPH5CgoSCM2ZOG50w5vGH/vHXh59R25/78kc/+tmb1Pbh8uNHy0/WVlvCw8Pkj5s+K7XXqLJXzc0t8ndpamyyWe2tLa3x4+MmTDTOnDt94JOMOhzOVfM+rLblFfV26Ytqu8XeVrrrwOlT1fbmlviE2MQJCVlL5/aMKvtVW12/9X9mW9N781mGhofKKydpojFlcnJ4RKiCHogk4bPKyso2btwojbi4uHXr1ikAAB2z2+1NTU3S6OzstNlsBoMhSA4Tz+dxTNLXEQgA+B2G+gEAAN5QK+kvmGOyL3EJMaaVi5WLLTomcvmapYqfS5+dJv8UHzMjY5r8UwYlMjJ8hF4ekhp6qXQcOGNSgpeiT7gjkoQvs1qtFRXvTU9rNBoVAIDuMVUKAN1iBFcAAOANJ0t+hKFcAeiWl0hyQtq7RJIAAMCnUPUIQLdIJQEAgDfUSvoXgkkAOuQ9klx9WxCRJAAA8CnMKwlAt0glAQCAN9RK+h2CSQC60m8kaQgaQyQJAAB8CkcRAHSLVBIAAHhDraQ/IpgEoBNEkgAAwB9xlg1AtwwKAABA36iV9FNanKw21D+i2pBL7cp7yWKX2vAiNFyRYPLVR5pqK50eXWowefs9c2YtSlAA4GIgkoQfmTx58pVXXimNiIgIBQCge2OYVxKAXpFKAgAAb6iV9F8EkwAC2NuvVm7817Feu4gk4YOmuCgAALio52WcawPQIUZwBQAA3lAr6dcYyhVAQCKSBAAAfo0jCgC6xTcyAADQL/Uw4N33dXV1ya3TjcViUVcmJyfHxMQo8E/a8Z77X1xtdLloDZXzfOqathZHrxWTYuxYhYpJAKOGSBIAAPg1u91utVrluKKzs9NmsxkMhqCgIMP5PA5X+jo4AQC/Q60kAADwhlrJAEDFJICAQSQJAAACAPkiAN0ilQQAAN4w10VgIJgEEACIJAEAQGDQRq9RAEBnSCUBAIA31EoGDIJJAH6NSBIAAAQMji4A6BapJAAA8IZayUBCMAnATxFJwt/l5+d/3mX9+vUKAED3OMsGoFukkgAAwBtqJQMMwSQAv0MkCQAAAswY5pUEoFekkgAAwBtqJQMPwSQAP0IkCQAAAg/zSgLQLVJJAADgDbWSAYlgEoBf8BJJJqUpRJIAAMBPcaQBQLdIJQEAgDfUSgYqgkkAPs57JLnqtnFEkgAAwE9xlg1At0glAQCAN9RKBjCCSQA+awCR5FgiSQAA4KfGMK8kAL0yKAAAAH2jVjKwaX9ftaGeFasNuXCvvJcsdqkNL0LDFQkmX32kqbbS6dGlBpO33zNn1qIEBQAGhkgSgWfy5MlXXnmlNCIiIhQAgO6p51ycawPQIT77AADQL/Uw4N33Sf4kt043FotFbuVkKSkpKSYmRkGA0g4I3V8SaqPLRWuonOdT17S1OHoNJoXEmgSTAAaISBIAAAQ2u93e1NQkjc7OTpvNZjAYgoKCDOfzOJ7p6+gFAPwOI7gCAABv+P6mHjCUKwAf4SWSjJ/UkXlpQ0trs1rDTSQJAAD8F2fZAHSLVBIAAHjDvJI6QTAJ4KLzHknOu9zq7OpsaGg4fvx4ZWWlzWYjkgQAAH6KqkcAukUqCQAAvKFWUj8IJgFcRF4iSeO0roVX2pUxXQ6Ho6vrvdvGxsaKiori4uIjR460tLQQSQIAAP+iTZmhAIDOjFu/fr0CAADQY5pJIZd65fqvXK6NjIwMDQ1VEOh6BpPaokdXz7a2ZpxhzPSsoKryTnuT5zm2vMTKii3JUyPHJ4crAPA+73NJrr7dEB0TGRYWJottbW2SSqqT2nZ0dNTX10swefr0adlbxcbGhoSEEEkCAAAf19nZKYcxyntf3OyShvr9zrF98H4kAwB+h1QSAAB06zWVVNdERUWRSuoEwSSAUeY9klx12zhD0HuX5IKDg6Ojo41Go+yP5Pqd3W53uEg8abPZTpw4sWfPnrq6Ogkm4+PjtUt7RJIAAMDXSCrZ1tYmxyGkkgB0iDHZAADQL48YUs6I5NbpxmKxyK2c8yQlJcXExCjQDe0Q0f1Foja6XLSGynk+dU1bi+PVR5pqK509H3/sWOX2e+bMWpSgANC3AUaSPQeObmlpkSTy2LFj0tCqJ9UPn4iIiAULFixatCgxMZFIEj4iPz9/w4YN0pBknW+HA4DO2e32pqYmacgxjDQMBkNQUJDhfB5D05NKAggY1EoCAIBu1EpCQ8UkgFEw6EhSFsPCwiZOnJiZmZmQkNDZ2dnQ0KB9Q6K1tfX48eMSAh0+fFh2YRICyZU+hUgSF1VlZWVpaak0JDVfvXq1AgDQMa1WUh2RnlpJALpCKgkAALoxryTcEUwCGFFDiSS1tsFgGD9+/KxZsxYsWCA5pdVqbW5u1oq5JaosKyt7++23a2trpVfyS/XxuZaH0UcqCQDQMK8kAD0jlQQAAN2olYQHgkkAI2RYIkn3Yc1kJzV16tScnJyMjAz55Kmrq5Prfeq+zOFwnD59usiltbVVUkxJKBVgdJFKAgA0zCsJQM9IJQEAQDdqJdETwSSAYTfskaS72NjYzMzMSy65ZMKECZJBSjwpn0LaTq2iomLz5s2HDx+W+8oGsr0CjApSSQCARquVlOOT9vZ2UkkAukIqCQAAulEriV4RTAIYRiMaSWoX7AwGQ0pKyrJly0wmU1hYWH19vSSU2n8ki7t3796yZYs0IiMj4+LiFGCEkUoCADTMKwlAz0glAQBAN2ol0ReCSQDDYnQiSfdrdhJJpqenSwiUkZEh+zWLxSKX/9T/0eFwnDx5sqCgYMeOHXJB0Gg0hoSEKMCIiYmJyXCZNm2aAgDQMeaVBKBnY9TrjwAAQIc8Ykg5I5Jbpxu5equuTE5OlktpCvRNO250f+WojS4XraFynk9d09biePWRptpKZ8/HHztWuf2eObMWJSgAAtHoR5La42vt9vb27du3FxYWHjlyxONnkAfJzMzMzc2dN2+e/BcKAADAyLDb7VarVY5PJJ602WwGgyEoKMhwPo/DHlJJAAGDVBIAAP0aSCopt3LOk5SURCoJhWASwGD5QiTprra21mw2FxUVNTY2enRFRkYuXbpU4smUlBQFAABguEkq2dTUpLhGbpAGqSQAXSGVBABAv6iVxCAQTAK4UL4WSWrk8+rAgQMFBQV79+6Vy4IevZMnT87JyVm2bFlERIQCAAAwTKiVBKBnpJIAAOgXtZIYHIJJAAPns5Gku5aWlpKSErPZfPLkSY8u+X/nz59vMpkyMzPlf1QAAACGRquVJJUEoEPj1q9frwAAAPQIKYVcpVXXREVFhYaGKoCLdhrscVasnScr/QUDsmacYcz0rKCq8k57k+eX5OSVWFZsSZ4aOT45XAHgz/wikhRyKXDatGkrVqzIysqStsVi6ejoULtkJ1hdXS2ZZX5+fnNzc2xsbGRkpAIAADBYEka2tbXJsUpXV5cccqiHPWP74P2ABwD8DqkkAADo1msqKadJcs4jV2BJJeFudILJlLTohKQwBYB/8pdI0l10dHRmZmZeXt6UKVPkKmFdXZ1WHd7e3n7kyJG33377wIEDsnM0Go0Gg0EBAAC4QJJKqt9/ksMMOcAglQSgK4zgCgCAfjGvJIZopIdyldjyji/PzVgQpwDwN/4YSfZks9mKiorMZvOZM2c8uoKCghYuXGgymTIyMrg4iH7l5+dv2LBBGpJn8+1wANA55pUEoGfUSgIAgG7USuJCjXjFZJerYjKViknAzwRGJClCQkLS0tJWrVo1Z84c+WFqa2sdDofaJfvHqqqqIpfW1taEhITwcAadRp8qKytLS0ulERERsXr1agUAoGNarSQjuALQIVJJAADQjXklMQgEkwA8BEwk6S42Nnbu3Llr165NTk5ua2urr6/XuiSSrKio2Lx5s9zKD2A0GuUnV4DzkUoCADTMKwlAz0glAQBAN2olMTgEkwA0ARlJauRnmDhxYnZ29vLly8PDw8+ePat+fUclUeWePXsknpSGJE/x8fEK8D5SSQCAhnklAegZqSQAAOhGrSQGjWASgBLokaQ72Semp6evWbNGnVTSYrE4nd2T40pD8iez2bx9+3a5zpiYmMgOFAqpJADAjVYrKYcN1EoC0BtSSQAA0I1aSQwFwSSgc/qJJN0lJCQsWLAgLy9P0sfW1taGhgaty263Hzp0aNOmTceOHTMYDLKB/CIK9IpUEgCgYV5JAHpGKgkAALpRK4khIpgEdEufkaRGfuzJkyebTKZly5aFhYXV19e3tbVpvRaLZefOnW+//fbZs2ejo6NjYmIU6JL86TNcpk2bpgAAdIx5JQHo2Rj1+iMAANAhjxhSzojk1ulGHZJOznmSkpK4iooB0g4v3V9gaqPLRWuonOdT17S1OF59pKm20tnz8SW2vOPLczMWxCkAfIPOI8me5FPu4MGDZrN59+7dDofDozclJUXNLyMjIxUAAKA/dru9qalJGnKcIA2DwRAUFGQ4n8fREakkgIBBKgkAgH4NJJVUVyYnJ5NKYuAIJgH9IJL0orW1taSkpLCw8Pjx4x5d8vvOnTs3Nzd3zpw5jOwKAICuSCpptVrlSKazs9Nms5FKAtAVUkkAAPSLWkmMHIJJQA+IJAfozJkzZrO5qKhIrjx6dEVFRWVnZ5tMpuTkZAUAAOiAVitJKglAh5hXEgAAdGNeSQwj5pgEAh6R5MDJbnT27Nlr166dOnWqXH+sq6vTvrrR0dFx9OjRrVu37tu3z+l0Go1GuS6pAACAwMW8kgD0jFpJAAD0i1pJjDQqJoFARSQ5FM3NzcXFxWazuaqqyqPLYDBkZWWZTKZZs2ZxzREAgIDEvJIA9IxaSQAA0I1aSQw7KiaBgEQkOUTBwcGpqakrV66cN2+ePAkWi6Wzs1Pt6urqOn36tJpZyl44Pj4+IiJCAQAAAUSrlXQ6ndRKAtAbaiUBANAvaiUxOqiYBAIJkeSwczgce/fuLSgoOHDgQM8z9PT09JycnMWLF0uWqcBv5efnb9iwQRpGo5FvhwOAzjGvJAA9o1YSAAB0o1YSI4SKSSBgEEmOBPndk5OTly1btmLFisjIyLNnz8rFSq23oaFBMsvNmzdbLJbw8PCEhAQFfqiysrK0tFQaERERq1evVgAAOsa8kgD0jFQSAAB06zWVlNMkOeeRi6SkkhgKgkkgABBJjjTZ1c6YMUMiq1mzZslzUltb63R2F4hL49SpU4WFhcXFxXIdMzExhCn5WQAAEABJREFUkf2yfyGVBABoJJWUMFJxnX23t7eTSgLQFVJJAADQjVpJjCiCScCvEUmOpvj4+Pnz5+fl5U2YMKG1tbW+vl7rkl1zeXn5pk2bjh49Kk+m0WiUJ1CBzyOVBABomFcSgJ4ZFAAAgL5JJMk5D4aLvJbU8FttqC8ttaFeVe/q6ur38npouHL1XdG9zjHpdLy74TdlzDEJDDsiyYsiODg420VSyUIXLZ6UT84DLmFhYUuXLs3JyZk2bZoCAAD8BGfZAHSLWkkAANCNWkmMAiomAb9DJHnRhYeHZ2RkrFmzJj09XXbKtbW1XV1dapfD4Thx4kR+fv7OnTs7OzsTExNDQkIU+B5qJQEAGuaVBKBnpJIAAKAb80pidBBMAn6ESNJ3yBMyfvz4rKwsiScTEhLsdvvZs2e13ubm5gMHDmzatElCyuDgYIknxzKyq4+JiYnJcKGwFQB0jnklAehZ9yBaAABAhzxiSAkg5dbpxmKxqCuTk5PlUpoCDB/tKNT9dag2uly0hsp5PnVNW4uj16FchcSWDOUKDBGRpI+rrq4uLCwsKiqyWq0eXZGRkcuWLVu+fLnswRUAAOBL7Ha77LvlaEfiSZvNZjAYgoKCDOfzOIgilQQQMKiVBAAA3aiVxGiiYhLwcUSSvk/2zrNmzcrLy5s2bZrD4bBYLNoXPjo6Oo4dO7Z169bS0lKn02k0GuVypwIAAHyAVivJCK4AdIhaSQAA9ItaSVx0VEwCvolI0h/Z7fbi4uLCwsLKykqPLoPBMH/+/Nzc3NmzZ/MMAwBwcVErCUDPSCUBANCvgaSScivnPElJSaSSGCEEk4CvIZL0d1VVVQUFBSUlJc3NzR5dsbGx2dnZJpPJaDQqAADgYpBUsqmpSRoOh0MapJIAdIVUEgAA/aJWEj6CYBLwHUSSAUM+GEtLSyWe3L9/v3xOevROnz49JydnyZIlISEhCgAAGEXUSgLQM1JJAAD0i1pJ+A6CScAXEEkGJLncWVhYaDabq6urPbqCg4MXLlxoMpnS09P5EwAAMDq0WklSSQA6RCoJAIB+USsJn0IwCVxcRJIB79ixY5JN7tixo7W11aMrISEhJydH4sn4+HgFIyA/P3/Dhg3SMBqN69evVwAAOkatJAA9G8fRMAAAUHmElKKlpUWSHjnniYyMDA0NVYCRpJ1de5xsa6ffSn8xhqyR6HF6VlBVeae9yfO7d+92KWXFlpTU6ISkMAXA+Ygk9SAuLm7evHlr165NSkqSYLKhoUHrksWKiopNmzYdPnxY/mSJiYnyp1QwfCorK0tLS6URERGxevVqBQCgYxJGdnR0KK6z7/b2dvVoamwfvB9HAYDfMSgAAAB9kxMeRlbAqNFeb2pDPd9WG3JCLm2JydWGF6HhytV3RfdaMel0vLvhN2VUTAIeiCR1xWAwLHWRVLLQpa6uTus95BIWFrZ48eKcnJy0tDQFAAAMN/Uch3NtADpErSQAAOhGrSR8ARWTwCgjktQtiR7T09PXrFkjt7JYW1vrdHZ/mcPhcJw8ebKgoGDHjh3t7e3jx4/nMGCIqJUEAGi0Wkk53ZYGtZIAdIVUEgAAdOs1lVTXREVFcTkSo4ZgEhg1RJJQXJNKLliwQOLJxMRE2fW7j+za3Nx88ODBTZs2nThxwmAwGI3GfgvW0StSSQCARlLJtrY2ORYilQSgQ6SSAACgG7WS8B0Ek8AoIJKEOwkdJ0+ebDKZli5dKjv9uro6uWCq9dbW1u7cuXPr1q1WqzU2NjY6OlrBhSCVBABomFcSgJ6RSgIAgG7USsKnEEwCI4pIEn2R2GzmzJl5eXlpaWlOp9NisXR1daldchX1+PHj77zzzp49exwOh9FoDA4OVjAwMTExGS7Tpk1TAAA6ptVKyn6WWkkAesOcugAA6JdHDCnXHOXW6UYuRMqtnPMkJSXJpTQFGHXawar7y1VtdLloDZXzfOqathbHq4801VY6ez6+xJZ3fHluxoI4BdATIkkMXEtLS0lJSWFh4YkTJzy65AUwb9683NzczMzMsYzsCgDAwNjt9qamJsUVT9psNoPBEBQUZDifx7EWqSSAgEEqCQCAfg0klVRXJicnk0riYiGYBIYXkSQG58yZMwUFBcXFxXL91KNLDhKWLVtmMpmSkpIUAADglaSSVqtVjotIJQHoECO4AgCAbswrCd/EUK7AMCKSxKBFRUVlZmbm5eVNmTJFrqJaLBbtWyPt7e1Hjx59++239+/fLyuNRqNcTlUAAEBvmFcSgJ5RKwkAgH5RKwk/QsUkMHREkhhGzc3NhS6nT5/26AoKCsrKysrNzc3IyOBPDwCAB2olAegZtZIAAKAbtZLwZVRMAkNEJInhFRwcnJaWtnLlyrlz58qrwmKxyKVVtUsOHiSqLCoqksxSjiUSEhLCw8MVAADgotVKyh5TGtRKAtAVUkkAANCt11RSXRMVFUUqiYuOYBIYNC+R5ITUd1ffbiCSxKDFxsZKMJmXlzdx4sS2trb6+nqtq7W1taKiYvPmzeXl5fJKMBqN8hJSAADQN0klZY8pe0ZSSQA6xAiuAADo10BGcJVbOedJSkpiBFf4CIZyBS4UkSRGU2Njozqya21trUdXSEjI4sWLc3JyZsyYoehMfn7+hg0bpCHRLN8OBwCds9vtTU1N0nA4HNJgBFcAukKtJAAA6EatJPwCFZPABfESSSbPUFbdRiSJYSYHDBI6rl69eubMmbKofsNJ7ZJGZWWl2WwuKSlpa2sbP368fo4u5BcvLS2VRkREhDw5CgBAx7RaSdkzUisJQG9IJQEAQDfmlYS/IJgEBqifSPJW5pLECIqPj1+wYEFeXp7RaJQjioaGBq3LbrcfOnRo06ZNx44dk1eXbCCvKCWgkUoCADTMKwlAzwwKAABA3+SEh/He4YO0V6baUM/M1YZ6aVvO8Pu9xh0arlx9V3SvQ7k6He9u+E0ZQ7nCr/UbSY4zEElixAUHB+e4WCyWoqKiwsJCLZ6UD+39LuHh4UuXLpVtpk6dqgAAoAPaKQwA6A21kgAAoBu1kvAvVEwCXhBJwtdERERkZGSsWbNmxowZcnQhIaXcql2dnZ0nTpzIz8/fvXu3tI1Go2SZSmChVhIAoNFqJeWku729nVpJALpCKgkAALoxryT8DsEk0CsiSfgseYWMHz9+4cKFkswlJCTY7fbGxkat12azHThwYNOmTZLhSTCZmJgYMK8oUkkAgIZ5JQHoGWOyAQCgXx4xZFdXl9w63VgsFrmVc56kpKSYmBgF8EnaAa37S1ptdLloDZXzfOqathZHr0O5CoktGcoVfoRIEv6lurrabDYXFRU1NTV5dEVFRWVnZ5tMpuTkZMXPWa3WmpoaaQQFBaWmpioAAB2z2+3qXk/iSZvNZjAYZO9gOJ/H8RipJICAQSoJAIB+DSSVVFfK1UBSSfgygklARSQJPyWfw/v27ZN4srS0VD6QPXqnTp0q2eTSpUvDwqhcBwD4PUklrVarHDuRSgLQIVJJAAD0i1pJBBKCSYBIEgFALtQWFRUVFhaeOnXKo0su0S5YsCA3N3fWrFm85AAA/kurlXQ4HNIglQSgK8wrCQAAujGvJPwac0xC54gkERiCg4NTU1MvueSSefPmyTVZi8XS2dmpdnV1dZ05c6a4uNhsNsv13Pj4+IiICAUAAH/DvJIA9IxUEgAAdOs1lZQrgHLOExkZSSoJ30cwCd0ikkTgiYmJmTNnztq1a1NSUtrb2+vq6rQuuZJ7+PDhLVu2HDp0SBaNRqPklwoAAH5CUkkJIxXXF25IJQHoDSO4AgCgX8wriYDEUK7QGyJJ6IHVai10qamp8egKDg5etGiRyWRKT09XAADwecwrCUDPSCUBANAv5pVEoCKYhH4QSUJvjh49ajabd+zY0dbW5tGVmJiYnZ2dk5MTHx+v+Bi5+qzmqXLdOTU1VQEA6BjzSgLQM1JJAAD0i1pJBDCCSegBkSR0q6OjY/fu3QUFBeXl5R5d8uKcOXOmyWRauHCh74zsmp+fv2HDBsU13iwz6QCAzlErCUDPmFcSAAB0Y15JBBLmmETAI5KEnsnrNiUlJcclPDy8oaGhtbVV662rq5PMcsuWLbJejmHi4i7+N0gqKytLS0ulERERsXr1agUAoGPMKwlAz0glAQBAt15TSXVNVFQUqST8DsEkAhiRJKCSSDIjI2PNmjVyK9d21cHn1S6Hw3Hy5MmCgoKdO3fKNV+j0RgSEqJcJKSSAACNpJJtbW1yTEUqCUCHSCUBAEA3aiUReAgmEZCIJAEP8spMSEjIysqSwG/8+PF2u/3s2bNab3Nz88GDBzdt2nTixImgoKDExER5qSuji1QSAKDRaiXlpLu9vZ1UEoCukEoCAIBu1EoiIBFMIsAQSQJeGAyGKVOm5ObmLl26NCQkpK6uTq72ql1yPFNbW7tjx4533nnHarXGxMRER0cro4VUEgCg0WolnU4ntZIA9IZUEgAAdKNWEoGKYBIBg0gSGCAJ/2bNmpWXl5eamirXfC0WixzSqF1y/ffYsWOSTUpM6HA4jEZjUFCQMsJIJQEAGuaVBKBnY9TrjwAAQIc8Ykg5I5Jbpxv1Ep6sTE5OjomJUQB/ph33ur/y1UaXi9ZQOc+nrmlrcbz6SFNtpbPn40tseceX52YsiFOAkUEkCQxaS0tLcXFxYWHhyZMnPboMBsP8+fNNJtPs2bPHjtjIrlartaamRhqSgEpQqgAAdMxut8t+QY6vJJ602WyyJ5K9g+F8HodtpJIAAgapJAAA+jWQVFJu5ZwnKSmJVBIBgGAS/otIEhgWVVVVZrNZEsrm5maPLjnUycnJkXjSaDQqAACMGEklm5qapOFwOKRBKglAVxjBFQAAdGNeSQQ8hnKFnyKSBIZLdHR0ZmZmXl7e5MmTOzo66urqtC+stLe3HzlyZMuWLQcOHJCVkk3KRWEFAIDhxrySAPSMWkkAAPSLWknoExWT8C9EksDIsdlshS5nzpzx6AoODs7KysrNzU1PT+e9AAAYRlqtJCO4AtAhaiUBAEA3aiWhE1RMwo8QSQIjKiQkZPr06atWrcrMzJS3icVicTgcapfT6ayqqpLAsqioqLW1NSEhITw8XAEAYMi0Wsmuri5qJQHoDakkAADo1msqKadJcs4TGRlJKolAQjAJv0AkCYyauLi4efPmrV27NikpSa4U19fXa10SSVZUVGzevFlu5b2TmJgo7ykFAIDBklRSwkjFdfbd3t5OKglAVxjBFQAA/RrICK7qyuTkZEZwReBhKFf4MiJJ4CJqaGhQqyTlWMijKzQ0dPHixSaTKS0tbcCPp1it1pqaGmkEBQWlpqYqAAAds9vtsl+QIy5GcAWgQ6SSAADoF/NKAgST8E1EkoCPqKioMJvNO3fuVIta3MnRUXZ2dk5OzkCOkfLz8zds2CANo9HImFUAoHPMKwlAzxjBFQAAdGNeSegQQ7nCBxFJAr4jISFhwYIFa4pZySIAABAASURBVNaskTRRjosaGhq0rubm5kOHDm3atOn48eNy+Vg2kLdYX49TWVlZWloqjYiIiNWrVysAAB1jXkkAekYqCQAAujGvJPSJYBI+hUgS8EESOk6ePNlkMi1btkyOiOrq6uRqstZrsVh27ty5devWxsbGqKioXksnSSUBABrmlQSgZ6SSAACgG7WS0C2CSfgIIknAx0mmOHPmzLy8vOnTp2szcKtdcon5+PHj27Zt27Nnj7SNRmNwcLB2R1JJAIBGq5WUXQm1kgD0hlQSAAB0o1YSekYwiYuOSBLwF/KWSUxMXLRokeSL8fHxNpvNarVqvU1NTfv379+0adOpU6ckmJQtZXtSSQCARquVZARXADpEKgkAALpRKwmdI5jERUQkCfijoKCgqVOnrlixQhJKCSAtFot6lVlxHT5VV1dv375927ZtEls6HI7y8nKFVBIAwLySAPRtjHr9EQAA6JBHDClnRHLrdCMX1+RWznmSkpJ6nSQJCDza4bH7G0RtdLloDZXzfOqathbHq4801VY6ez6+xJZ3fHluxoI4BXgfkSQQGGQXUFZWZjab5Vb2BR69cjSVmZk5d+7cWbNmKQAAHbPb7U1NTdJwOBzSMBgMQUFBhvN5HN2RSgIIGNRKAgCAbtRKAgoVkxh1XiLJlJnKqtvOixqJJAFfJu+pCRMmLFmyZOXKldHR0XKh2Wazab3Nzc3Hjh3buXNndXV1WFhYQkIC70EA0CfmlQSgZ6SSAACgG/NKAiqCSYwa71WSK28hkgT8UnBwcFpammSTc+fONRgMFotFLkCrXXJkdfr06aKiosLCQjnQiouLi4iIUAAAesK8kgD0jFQSAAB0o1YS0BBMYhQwcCsQ8GJjYyWYzMvLmzhxYnt7e11dndbV2tpaUVGxZcuW8vJyeUsajUZ5LysAAB1gXkkAesa8kgAA6BfzSgLeMcckRg6RJKBDjY2NhS61tbUeXSEhIYsWLTKZTDNmzFAAAAGNeSUB6Bm1kgAAoBu1koAHKiYxQogkAX2SoykJHVevXj1z5kx5M0o26XR2f2dFGqdOnTKbzSUlJW1tbePHj+fQCwACFfNKAtAzaiUBANAvaiWBgaBiEsOLSBLQIavVWlNTI42goKDU1FR1pVyJ3rlzpySRFRUVHtvLu3XWrFm5ubkLFiwwGAwKACCAaLWSEk/abDZqJQHoCqkkAAD6NZBUUl2ZnJxMKgk9I5jEcCGSBPQpPz9/w4YN0jAajT3HrKqvr5dssrCwsKGhwaMrPDx8yZIlJpNp6tSpCgAgIEgqabVa5diMVBKADjGCKwAA6NbrCK6Spsg5T2RkJMOIQc8YyhXDgkgS0K3KysrS0lJpRERErF692qNXoseMjIw1a9akp6fLoZf6tTC1Sy5YnzhxQkLNXbt2dXR0SKgZHBysAAD8mXy2y0e64jr7bm9vZwRXALpCKgkAALoxryTgBcEkhohIEtAz76mkSt6q48ePX7hwocST8fHxdru9sbFR67XZbAcOHNi4cWNVVZUEk4mJiby1AcBPMa8kAD0jlQQAAN2olQS8I5jEoHmJJFNmKqtuO+9KFJEkEHgGkkpqDAbD1KlTly9fvnjxYgkg6+vr29vbtd7q6urt27fn5+dLThkXFycHaQoAwK9otZJyuk0qCUBvSCUBAEA3aiWBfhFMYhC8V0muvIVIEgh8F5RKaiRxnD17dl5e3rRp0+QStsVi0eY5lpzy6NGjb7/99oEDB2Sl0WiULFMBAPgDrVaSVBKADpFKAgCAbtRKAgNBMIkLwsCtAJTBppIqeS9L6Lh48eJVq1bFxsY2NjbabDat9+zZs/LIb731Vm1tbXh4eEJCggIA8G3MKwlAz8Zo37MDAAB64xFDSgApt043FotFXZmcnBwTE6MAeJ92FO3+PlIbXS5aQ+U8n7qmrcXx6iNNtZXOno8vseUdX56bsSBOgT8jkgSgslqtNTU10ggKCkpNTVWG5sSJE4WFhSUlJeqwFu7Gjx+f4xIfH68AAHyS3W6X/YIcrUk8abPZDAaD7B0M5/M4CCSVBBAwSCUBANCvgaSScivnPElJSaSSgAeCSXhHJAlgRDkcjj179hQUFBw8eNDj2o58CMycOTM3NzcrK4uRXQHA10gq2dTUpLiKJkklAegNqSQAAPpFrSQwRAST6AuRJIBR09jYaDabCwsL5cjNoyssLGzp0qUmk2nq1KkKAMA3UCsJQM+YVxIAAHRjXkngQo1hjkn0hkgSwGiSg7T09PQ1a9ZkZGTIYm1trdPZ/U0Xh8Nx4sSJ/Pz83bt3y7Vvo9EYHBysAAAuKuaVBKBn1EoCAKBf1EoCw4KKSbgjkgRwcckF7h07dpjN5iNHjnh0yQfL3Llzc3Nz58yZIx8pCgDgYqBWEoCekUoCAKBfzCsJDBeCSaiIJAH4jtraWnVkV7n27dEVHR2dnZ1tMpnkGE8BAIwu5pUEoGekkgAA6Be1ksAwIpgEkSSAvkguWFNTIw257pyamqqMItm/7N+/X+LJvXv3aiO7atLS0nJycpYsWcJY/QAwaqiVBKBnpJIAAOgXtZLA8CKY1DMiSQBe5Ofnb9iwQRpGo3H9+vXKxSAXwYuLiyWePHXqlEdXcHBwVlZWbm5ueno6HykAMNK0WkmHwyENUkkAujLuYh0NAwAAX+MRUoqWlhZ1TVRUFN+gB/qlXSDwuF6gXUFQ+guTZI1Ej9OzgqrKO+1Nnl8ffLdLKSu2pKRGJySFKfAlRJIAvKusrCwtLZVGRETE6tWrlYtBosfU1NRLLrlk3rx5cr27tra2s7NT7XI6nVVVVYWFhRJbtra2JiQkhIWxowGAkSIfv21tbXIUJx+/HR0d6gHh2D54PxQEAL9DKgkAALr1mkp2dXXJOU9kZCSpJDAQBJM6RCQJoF++kEpqYmJi5syZk5eXl5KSIpfF6+rqtC459isvL9+8efORI0fkI2jChAlyqwAAhpWkkhJGKq5BtkklAegNqSQAAOhGrSQwLAgmdYVIEsBA+FQqqZIPmeTk5GXLlq1YsUJ+qrNnz9rtdq1Xosrdu3dv2bJF1stxYGxsrAIAGCZarSSpJAAdIpUEAADdqJUEhgvBpE4QSQIYIB9MJTVyjDdjxgz5qWbOnCmL6rTiapfD4Thx4kR+fv6uXbvkGrrRaAwODlYAAEOj1UrKSXd7ezupJABdIZUEAADdqJUEhhHBZMAjkgQwcL6cSmri4+MXLFiQl5eXmJjY2tra0NCgddlstgMHDmzatEl+kZCQENmADyIAGDTmlQSgZ2PU648AAECHPGLIrq4uuXW6Ub8sL+c8SUlJMTExCoALpB1su7/d1EaXi9ZQOc+nrmlrcbz6SFNtpbPn40tseceX52YsiFMwuogkAVwQq9VaU1MjjaCgoNTUVMUfyHGg2WwuLCxsbGz06IqOjs7OzjaZTHKIqAAALpDdbm9qalJc8aTNZjMYDLJ3MJzP41iRVBJAwCCVBABAvwaSSqork5OTSSWBwRmFYPK2L82ZtTBewWghkgSgH7KTOnDggMSTe/bscTgcHr2SsEo2uWTJEgbVAICBk1TSarXKcR2pJAAdIpUEAEC/qJUERsdIB5Njxyq3f3kuweToIJIEoE8tLS0lJSUST548edKjKzg4OCsrKzc3Nz09nU8qAOiXVivpcDikQSoJQFdIJQEA0C9qJYFRQzAZGIgkAaCqqqqgoEASyubmZo+uhISEnJwck8kUH8/+CAD6RK0kAD0jlQQAQL+olQRGE8GkvyOSBACN7JJKS0slnty3b5/HlSX5yMrIyMjNzV24cKFcWFcAAOdjXkkAekYqCQCAflErCYwy78GkRyqpxpBaPOlwONR2R5vz5UestSf6CCbvmTNrUYKC4Vb0v9Ov/u1wr10T05WVtxBJAtApuZ5uNpsLCwurq6s9usLCwpYuXZqTkzNt2jQFAPA+aiUB6BmpJAAA+kWtJDD6CCb9EZEkgCGSq881NTXSkOvOqampSiA6evSoxJM7duxoa2vz6Jo4cWKOS2RkpAIAuketJAA9I5UEAEC/qJUELorhCiZf+6P1zFGCyRFHJAlg6PLz8zds2CANo9G4fv16JXB1dHTs3r27oKCgvLzco0s+9ObOnWsymeRWPhIVANAraiUB6Nm4wD4aBgAAA+cRUoqWlhbJP+ScJzIyMjQ0VAEwHLTrCB6XFfq60OC+Um7lvSm3Y8cp0xcEnzna0XzW81uG8lYuK7YkT40cnxyuYGiIJAEMi8rKytLSUmlERESsXr1aCVzycZeSkqJWRoaHhzc0NLS2tqpdsv+qqanZsWPHtm3b5Cp8bGxsVFSUAgD6I2FkR0eH4vpgbG9vV48bx/bB+xEjAPgdUkkAANCt11RSXSPXjEglgWE0bMFkFsHkCCKSBDBc9JNKaiSSzMjIWLNmTXp6uuy2amtru7q61C65Fn/06NGtW7eWlZXJSqPRGBQUpACAbkgq2dbWJsd7742A0tFBKglAV0glAQBAN2olgdE0PMHk2PeCyepjnbazXR6PTzA5RESSAIaRDlNJlXygjR8/PisrS+LJhISE5ubmxsZGrddqtUowuWnTpjNnzsihpmzJByAAPdBqJeV0m1QSgN6QSgIAgG7USgKjbIjBpLpSgsm0BUHVxxwEk8OISBLA8NJtKqkxGAxTpkxZvnz54sWLg4OD6+rq2tvb1S65KH/69Oni4mKz2SwHn/Hx8fIsKQAQuLRaSVJJADpEKgkAALpRKwmMvqEEk5qx48YQTA4jIkkAw45UUiNHlbNnz87Ly5s6darD4bBYLOohqJBr9IcPH96yZUt5ebl8HhqNRvkgVQAg4DCvJAA9G6Md/AEAAL3xiCElgJRbpxu5TqSuTE5OjomJUQCMDO2Y3P1dqTbU92BXD84e2tsc//6T7fQRR8/HHztWuf2eObMWJSjoD5EkgJFgtVpramqkERQUlJqaquB9dru9qKjIbDZXVVV5dIWEhCxatMhkMs2YMUMBgAAiH32yX5BjP4knbTabwWCQvYPhfB6HlKSSAAIGqSQAAPo1kFRSbuWcJykpiVQSGFEEk76ASBIALpaTJ09KNllSUqLOIODOaDTmuMTGxioA4P8klWxqalJcRZOkkgD0hhFcAQBAN+aVBC6iCx3Ktdc1DOU6FESSAHARxcTEzJ07Ny8vb+LEie3t7XV1dVqXXL4/dOjQpk2bjh07Jp+xElLK56oCAH6LeSUB6Bm1kgAA6Be1koCvoWLyYiGSBACf0tjYWOhSW1vr0RUeHr506dKcnJypU6cqAOCHtFpJh8MhDWolAegKtZIAAKAbtZLARUfF5EVBJAkAvkaOPGfMmLF69eqZM2fKovpVObWrs7PzxIkT+fn5u3fvlgv6iYmJwcHBCgD4D61WUj7ZqJUEoDfUSgIAoF/USgK+abgqJl99tKnmuLPn41Mx6Y5IEgB8n1y137lzp9lsrqio8OiSj9+5c+fm5ubWqBG2AAAQAElEQVTOmTOHkV0B+AXmlQSgZ6SSAADo10BSSXVlcnIyqSQwmoYpmHS++qiVYNILIkkAo8NqtdbU1EhDrjunpqYqGCw5OlVHdj179qxHV3R0dHZ2tslkSkpKUgDAh0kqKfsFORoklQSgQ6SSAADoF7WSgC8bhWDyI1+dl7EgTtErIkkAoyY/P3/Dhg3SMBqNzKQzdLITPHjwYEFBwZ49exwOz3mUJffNyclZsmRJWFiYAgC+h3klAegZ80oCAIBuzCsJ+JRhmmNSmZ4VXHW4w97o+WVEdY7JlNTohCQ9XrQlkgQwmiorK0tLS6URERGxevVqBUMjH6SJiYmLFi2SJzM+Pt5ms1mtVq23sbGxrKxs8+bN1dXV4eHhCQkJfPAC8CnMKwlAz0glAQBAt15Tya6uLjnniYyMJJUERt+IB5NdOg0miSQBjDJSyRESFBQ0derUFStWSEIp7bq6Orm+r3bJQezp06eLiooKCwvlmFaySUkoFQDwAZJKqh9W8klFKglAb0glAQBAN2olAR9EMDnsiCQBjD5SyZEmB6uZmZl5eXlTpkyRy/0Wi0UbCL21tbWiomLz5s3l5eXyQW00GuUDXAGAi0erlSSVBKBDpJIAAKAbtZKAbyKYHEZEkgAuClLJ0SEfxUlJSUuWLFm5cqXklI2Njc3NzVpvQ0PDnj17JJ6sr6+XP0R8fLwCABeDVispJ93t7e2kkgB0hVQSAAB0o1YS8FkEk8OCSBLAxUIqOcqCg4PT0tJWrVo1Z84c+Yi2WCwOh0Ptcjqd8ucwm83bt2+XMCAxMZGjXACjjHklAejZGG1ECwAAoDceMWRXV5fcOt3IFRy5lXOepKSkmJgYBcBFpR26u7951Yb6/u3qwdlDe5vz1UetNcedPR9/nGHMHV+em7EgTglEO96ufvHx8l67iCQBjDSr1VpTU6O45kFMTU1VMLokkty1a5ckkYcOHfK4DiYf0ZmZmSaTacGCBYzsCmB02O32pqYmxRVP2mw2g8EgewfD+TyOPEklAQQMUkkAAPRrIKmkujI5OZlUEvAFBJODQyQJAFBcg7gWutTV1Xl0RURELF26VOLJyZMnKwAwkiSVtFqtcpRIKglAhxjBFQAAdGNeScD3DXEoV3lfy6LehnIlkgQAqMLCwtLT09esWSO3slhbW+t0dn9HR7KB48ePb9u2bc+ePQ6Hw2g0BgcHKwAwAphXEoCeUSsJAIB+USsJ+KmhVEzKlVZ1UScVk0SSAIC+SBiwffv2wsLCI0eOeHTJx/68efNyc3MzMzPlA18BgOFDrSQAPSOVBABAv5hXEvBfBJMDQSQJABiI2tpas9lcVFTU2Njo0SXHwNnZ2Tk5OXI8rADAcGBeSQB6xgiuAACgW68juKproqKiGMEV8CmDGMrVfWM9DOVKJAkAGKCIiIhZs2atWbMmNTXV6XRKSKl9+6e9vf3IkSNvv/32gQMHurq6jEajpAUKAAyBhJFtbW1yxCifKh0dHYzgCkBXqJUEAEC/qJUE/N2FVkzKO1ormgzsikkiSQA+5eTJk6WlpYor/Vq9erUC39bS0lJcXGw2mysrKz26goODs7KycnNz09PT+cAHMDharaQckEuDWkkAukKtJAAA6EatJOB3LrRi0n1lAFdMEkkC8DVlZWXPP/98RUWFxWIhlfR9Eg9MmzbtkksukQBSsoG6urqOjg61y+l0VlVVFRYWFhUVtba2jh8/PizMXwcVAHCxaLWS8pFCrSQAvSGVBAAA3XpNJbu6uuScJzIyklQS8E0Ekx6IJAH4oMrKSmol/VF0dPScOXPy8vImTZokyYGEylqXRJISM2/atEluZQeRmJgoOw4FAAZAUkn1uw6M4ApAhxgKHwAAeKOGFgoAH6a9T7WUUXF9w+C9uHHsWLnYIbde7u5wOOQ2JFS5+nMxvQ7l6nS8u+E3ZX4xlCuRJABg2MlOYaGL1WotKioqLCysrq7WestdQkNDlyxZkpOTk5aWpgBAf7SDdgDQG2olAQBAN2olAf9FxaRCJAnAh1ErGRjkeHj69OmrVq2aPXu2fPJbLBb1mz2K6ys+J0+eLCgo2LFjR0dHh9FoDAkJUQCgN1qtpByEt7e3UysJQFdIJQEAQDfmlQT8ms6DSSJJAL6MVDLAxMXFzZ8/f82aNUlJSXLAXF9fr3U1NzcfPHjwrbfeOnHiRFBQUGJiovcRCwDoEPNKAtAzUkkAANCNWknA3+k2mCSSBODjSCUDkuw1UlJSclzCw8MbGhpaW1u13tra2h07drzzzjuNjY2xsbHR0dEKALgwryQAPWOmKAAA9MsjhpQzIrl1urFYLOrK5OTkmJgYBYA/0I7w3d/jakN9R3edT97s6q1wOBxqu73N2esck2KcYYxPzTFJJAkA8AWyhy0vLy8oKNi9e7dEDh69U6ZMkfBy2bJlkl8qAPTNbrdbrVY5kpTPCpvNZjAYgoKCDOfzOEAllQQQMEglAQDQr4GkknIr5zxJSUmkkoAf0U8wSSQJAPA1bW1t27dvN5vNx44d8+iSpGH+/Pkmk2n27NmM7ArolqSSTU1NimtKWmmQSgLQFVJJAAD0i1pJIIDpIZgkkgQA+LLq6mrJJouKitT4wV1sbGx2drbEk0ajUQGgM9RKAtAz5pUEAADdmFcSCCQBP8ckkSQAwMfJIfTs2bPz8vKmTp3qcDgsFov2naG2trYjR45s2bLl4MGDsnLChAkSQigA9IF5JQHoGbWSAADoF7WSQMAL1IpJIkkAgN+x2+1FRUVms7mqqsqjKzg4eNGiRTk5ORkZGQqAQEetJAA9I5UEAEC/mFcS0IPACyaJJAEAfu3kyZOSTZaUlLS0tHh0jR8/PsclPj5eARCgmFcSgJ6RSgIAoF/USgI6MQrB5Me+Pi9tTqwy8rxEkhPS3l1zu4FIEoAPkhSqtLRUGhEREatXr1YAVxqxZ88eiScPHDjgcXVO9jgzZ840mUwLFy5kZFcg8FArCUDPmFcSAAB0Y15JIFCNwhyTpUW1U2bExBlH9oPCeyS5+rYgQxCRJABfVFZW9vzzz1dUVFgsFlJJqGTXM3HixGXLli1fvlzi6rNnz0pQofXW1dXt3r17y5YtDQ0NcigeFzfag6UDGDnMKwlAz0glAQBAt15TSXVNVFQUqSTg10Y6mOwa+WByAJHkGCJJAL6psrKSWkn0RQ6zZ8yYIS+MmTNnyqI6h4La5XA4Tp48WVBQsHPnTokxEhMTQ0JCFAB+Tt7ObW1tcoRJKglAh0glAQBAN2olgcDm18EkkSQAv0YqiYGIj49fsGBBXl6epI+tra0NDQ1aV3Nz84EDBzZt2nTixIng4GDZQPZfCgD/pNVKygF2e3s7qSQAXSGVBAAA3aiVBAKenwaTRJIA/B2pJAZO9laTJ082mUzLli0LCwurr69va2tTu2RHXFtbu2PHjnfeecdqtcbFxclRugLA32i1kk6nk1pJAHpDKgkAALpRKwnogd8Fk0SSAAIAqSQGQV4tM2fOzMvLmz59ukQXFotFjszVLokxjh07tnXr1rKyMukyGo1BQUEKAD/BvJIA9IxUEgAAdKNWEtAJPwom9xTUPv/HQ712EUkC8COkkhg02R8lJiYuWrRIXjnx8fE2m81qtWq90t63b9+mTZtOnz4th+vjx49n/wX4PuaVBKBnY9TrjwAAQIc8Ykg5I5JbpxuLxSK3cs6TlJQUExOjAAgg2omA+0eB2lA/DbrOJ58G6q1wOBxqu73N+eqj1prjzp6PL3nhnV+blzYnVhksiSSfe/Rgr+crRJIAAN06c+ZMQUFBcXGxJJQeXbGxsTk5OSaTSYJMBYCvstvtTU1N0pCDamkYDIagoCDD+TyOY0klAQQMUkkAAPRrIKmkujI5OZlUEgg8wxVMvvIHa23lMAeTRJIAAHghu+CysjKJJ/ft26eN7KqZMWOGZJOLFy8ODg5WAPgYSSWtVqscc3Z2dtpsNlJJALpCKgkAgH5RKwlgWILJthbHq480DWMwSSQJAMAASaRRVFRkNpvPnDnj0RUSErJo0aKcnJz09HQFgM/QaiVJJQHoEKkkAAD6Ra0kAMX3gkkiSQAABuHYsWOFhYXbt29vbW316EpMTFRHdo2NHfzI6gCGC7WSAPSMVBIAAP2iVhKAyneCSSJJAACGQvbLu3btMpvNhw4d8rjoJ3u6WbNm5ebmLliwQDIPBcBFwrySAPSMVBIAAP2iVhKAxheCSSJJAACGS0NDQ6FLXV2dR1d4ePiSJUtMJtPUqVMVAKOOWkkAekYqCQCAflErCcDdoINJSSW19qCDSSJJAAHs5MmTpaWl0oiIiFi9erUCjBbZfVdUVJjN5l27dnV0dHj0pqSk5OTkZGdnR0ZGKgBGC/NKAtCzcevXr1cAAAB6hJSipaVFXRMVFRUaGqoACGjaBQ6P6x19XQHRVrpvOc4wZnpWUFV5p73JM2Ds6lJKi2qnzIiJM3p+nhBJAghsZWVlzz//vIRDFouFVBKjSXZzCQkJWVlZa9asGT9+vBzenz17VuuVOOTAgQObNm2qrKwMDg5OTExktwiMAgkj29ra5O3W1dXV0dGhHtCO7YP3Q1kA8DukkgAAoFuvqaScJsk5T2RkJKkkoAeDDibd11xoMEkkCSDgSeRDrSQuLoPBMGXKlNzc3KVLl4aEhNTV1bW3t6tdcthfU1Ozffv2d955R3LK2NjYqKgoBcCIkVRSrV2Wd5+8E0klAegKqSQAAOhGrSQAZbDBpMeagQeTRJIA9IBUEr5DXoSzZs3Ky8tLTU11Op21tbXaEO4Skxw9enTr1q379u2TLqPRGBQUpAAYblqtpLzRqJUEoDcGBQAAoG9ykYJzHkBv5F2vXqBUG+qHgNqQKyNdXV1y2++DhIYrV98V3esck47Od5/8VemdX5tns3YQSQIAMPpkRznHpaWlpaioqLCwULJzrfe4y3PPPZeVlZWbmztz5kz2m8Dw4j0FQLdIJQEAgDdaOAFAV/oNJtWG9wdRg8nXHrPVnHB4dKnBpNz2esfkGe+uuSNI/S+IJAEAGDnh4eFrXKqqqgoKCkpKSpqbm9Uuh8Ox3SU+Pj4nJyc7OzsxMVEBMBz4+i8A3WIEVwAA0I15JQG463coV6W/qE8dyjVtQZ9DufYqabqy6tagcePGaHEjkSQAf8cIrvB90dHRc+bMycvLmzRpUkdHh8Vi0bpaW1srKiq2bNlSXl4uu1Gj0Sj7XwXAYDGvJAA9o/oBAAD98oghJYCUW6cbuRihrkxOTo6JiVEA6I92vuD+iaE2uly0hsp5PnVNW4uj14rJniamj1l9+zjtEoxHDEkkCQDA6LBarerIrtXV1R5dISEhixcvzsnJmTFjhgLgwtntdnmLyXGpxJM2m81gMAQFBRnO53G4SyoJIGCQSgIAoF8DSSXlVs55kpKSSCUB3RquYLLXOSbdJc8Ys+pWQ1Bw92UXIkkAAC66o0ePms3mh8zNGwAAEABJREFUHTt2tLW1eXQZjUbJJk0mE2cKwAWRVLKpqUlxFU2SSgLQG1JJAAD0i1pJAAM0uGDSI6F8L5h8rKn2RO/BZErGmLyPBGsXXLSRrIgkAQC46Do6Onbt2iXxZHl5uUeX7GFnz56dm5s7f/58iVIUAP2hVhKAnpFKAgCgX9RKAhi4QQSTHqmkLEow+cLv6hvOeF5JmZg+Nu+OkHEGRYsk3fNIIkkAAHxEfX19YWGhxJMNDQ0eXeHh4UuXLjWZTFOmTFEA9E2rlXQ4HNIglQSgK6SSAADoF7WSAC7IEINJtX2myvKfP7W0nA3THlYiybUfCTUEjXGPJLUw0qNokkgSAICLTvb45eXlBQUFu3fv7uzs9OidNGlSTk5OdnZ2RESEAqAHaiUB6BmpJAAA+kWtJIALNcRgUnqrq6t37yw7WZCqBpOTZxkuuzN87Lj3HrNnKtlzBFciSQAAfEdbW9v27dvNZvOxY8c8umSvPW/ePJPJNGfOHNlfKwDex7ySAPSMVBIAAP2iVhLAIFxoMOkxzeTp06d37dqldBkqzWkTUqI/8LEoOSlR3r+8ol5z6atWkkgSgJ86efJkaWmpNCIiIlavXq0AAae6ulqyyaKiIjVrcRcdHZ2dnS3xZFJSkgKAWkkA+kYqCQCAflErCWBwBhdMqrdVVVVyyfK9lHFM6GWXr5aV2sNqtZLuU0v2lUcSSQLwI/n5+Rs2bJCG0Whcv369AgQo2a3v27evoKCgrKxMdvoevampqZJNLlmyJDQ0VAF0jHklAeiZQQEAAOibnPDwHSYAHrRPBrWhXhlRG+oQbXJRsudYbdoFlM7OzvcusYR0qhdZPDbotVay58iuRJIAAPga2UHPc2lubi4uLjabzVVVVVrvMZdnn302KysrNzc3IyOD/TV0Sz1y5lwbgA6RSgIAAG+0vAEA3PUbTHpcZHHPDh0OhxpbGgwGrcjSPWLsGUASSQIA4EciIyPzXE6cOFFYWFhSUtLS0qJ2dXZ2lrjEx8ebTKacnJyEhAQF0BmOVwHoFqkkAADwhu9vAuiL92BSckctoZSG0+nU8kV1NFd1cCpt9Ffl/eTSI4N0X9TGdyWSBADAL0x1ueGGG/bs2WM2mw8cOKDt9xsaGl53ycjIkHhy4cKFwcHBCqAPfP0XgG6RSgIAAG84WQLgxQArJtVbdYJJ6ersfG/sVofDMW7cOPfvPXiUS3oklESSAAD4KYPBsNilsbGx0KW2tlbrLXf55z//KRtIPJmWlqYAgW4MM0QC0CtSSQAA4A21kgC867diUm7dqyHl1ul0yhq5lVRSeT+z1C7N9MwmiSQBAAgMsbGxH3Q5fPiw2WzeuXNne3u72tXW1pbvkpSUlJ2dnZOTExMTowABinklAegWn30AAOiXVsOkkvBAzQk0FotFbuVkSS4NcFEAgBfaaYX7B4vWUD9e1EZ5eflzzz0nEWNoaOgXvvCFng/lUSvZax5JJAkAQADo6OjYsWNHYWFhRUWFR5fs2efMmWMymebPn69+jQkIGHa7vampSXFNs2qz2QwGQ1BQkOF8497nMau6wnEvAD9HrSQAAPCG728CGIheKyY1armkWjepuNVKqosej9MrbX5KIkkAAAJGcHCwycVisZjN5qKiorNnz6pdcqhQ5hIREbFs2bLc3NyUlBQFCBRMlQJAt0glAQCAN5wsARgg78Gk8n42KevV0km51UZw9YgYe6V1KUSSAAAElsTExGuuuebqq68+ePBgQUHBnj17HA6H2mW32ze7TJkyJScnRxLK8PBwBfBzVD0C0C1SSQAA4A21kgAGziOYVNwutahr1JXq0NDqvJIenzBjeswuqfQII4kkAQAISLJbn+3S2tpaXFxcWFh44sQJrfekywsvvDB//vzc3NxZs2b1HHQB8BfMKwlAt0glAQCAN9RKArggXoJJ9w20AV29pJI9FxUiSQAAdCAsLGyVy5kzZwoKCiShtNlsapfD4djpEhMTk5OTYzKZjEajAvgbjmMB6BapJAAA8IbvbwK4UB55ZM8vN0geqa3vmVm6N/oqkVS4lAMAgA4kJyff4LJ7926z2bxv3z71KEJYrdY3XKZPny7x5JIlS0JCQhTAT/D1XwC6RSoJAAC84WQJwCC4f6HBI6RU55VUb70MvOaRRBJJAvBrJ0+eLC0tlUZERMTq1asVABcoy8VmsxW6nDlzRus64vLss88uXLjQZDKlp6dznADfN4Z5JQHoFakkAADwhlpJAIPjEUwq53/LQR3E1cuFmL7ySIXLNwD8UGVl5euvvy4No9FIKgkMWlRU1GUux44dk2xy+/btra2taldHR0eRy/jx47OzsyWejI+PVwBfxbySAHSLVBIAAHhDrSSAQdPCSPdFxTWCq1Yx2e/dva8BAAA6lOpy00037dq1y2w2Hzp0SDveqKure91l5syZubm5CxcuNBi4/gmfw2EtAN1irwwAALzh+5sAhuiCPkYGUj0JAAAgJG5c6tLY2FhQUFBUVGSxWLTeQy7PPPPM4sWLTSaTpJgK4DP4+i8A3SKVBAAA3nCyBGDo3AduVd4fvnWAHy98BAEAAO9iY2OvcKmoqDCbzbt27Wpvb1e7Wltbt7kkJSVJNpmTkxMVFaUAFxvzSgLQLVJJAADgDbWSAIbRGJcBbqkAAABciHSXW265ZefOnRJPHj58WOuqrq5+8cUXX3755czMzNzc3Hnz5o0bN04BLhLmlQSgW6SSAADAG2olAYwcPl4AAMCwCwkJMblYLBbJJouKis6ePat2dXV1lblERkYuXbpU4smUlBQFGHUcBgPQLVJJAADgDd/fBAAAGKLlLgqA0ZWYmHjNNddcffXVBw8eLCgo2LNnj8PhULuam5s3u0yZMiUnJ2fZsmXh4eEKMFr4+i8A3SKVBAAA3nCyBAAAAMB/yenMbJfW1taSkpLCwsLjx49rvSddnn/++QULFphMJtls7NixCjDCmFcSgG6RSgIAAG+olQQAAAAQAMLCwla6nDlzRh3Z1WazqV1Op3OnS0xMTE5OjsSTRqNRAUYM80oC0C1SSQAA4A21kgAAAAACSXJy8vXXX3/dddft27evoKCgrKxMUkm1y2q1vuGSlpYm2eSSJUtCQkIUYLhxlg1At0glAQCAN3x/EwAAAEDgGTt27DyX5ubm4uJis9lcVVWl9R51efbZZxcuXCjxZHp6OjEShhFf/wWgW6SSAADAG06WAAAAAASwyMjIPJeTJ09KNllSUtLS0qJ2dXR0FLkkJCSoI7vGx8crwJAxryQA3SKVBAAA3lArCQAAMEQSdZSWlkojIiJi9erVCgCfNMXlhhtu2Lt3b0FBwYEDB7RTofr6+tddZs6cKdlkVlZWcHCwAgwW80oC0C1SSQAA4A21kgAAAENUWVkpYYY0jEYjqSTg4wwGwyIXq9VaWFhoNptra2u13kMuYWFhixcvzsnJSUtLU4ALx1k2AN0ilQQAAN7w/U0AAAAAOhQTE3O5y5EjRySe3L59e3t7u9rV2tq6zSUpKUkd2TUqKkoBBoyv/wLQLVJJAADgDSdLAAAAAPRsustNN920a9cus9lcXl6udVVXV7/00ksvv/zynDlzcnNz582bN27cOAXoD/NKAtAtUkkAAOANtZIAAAAAEBwcnO1SX19f6CINtUvOmMpcIiMjly5dKvFkSkqKAvSNeSUB6BapJAAA8IZaSQAAAADQJCQkXHnllVdccUV5ebnZbN69e3dHR4fa1dzcvNll8uTJOTk5y5Yti4iIUIAeOMsGoFukkgAAwBu+vwkAAAAAHuREaaZLW1vb9u3bCwsLjx49qvVWurzwwgvz5883mUyZmZljx45VgPfx9V8AukUqCQAAvOFkCQAAYIiWuygAAlFoaOgKl9ra2oKCgqKiIqvVqnY5nc5dLjExMTk5ORJPGo1GBWBeSQA6RioJAAC8oVYSAAAAAPolieN11113zTXX7N+/32w27927V1JJtUtyyjdc0tLSJJtcvHixZJkKdIx5JQHoFqkkAADwhlpJAAAAABigsWPHznWx2+3FxcWFhYWVlZVa71GXZ599NisrKzc3Nz09nbMtfeLvDkC3SCUBAIA3fH8TAAAAAC5URETEGpeqqqqCgoKSkpLm5ma1q6Ojo9glISFBHdk1Pj5egZ7w9V8AukUqCQAAvOFkCQAAAAAGLSUl5aabbrr++utLS0slnty/f39XV5faVV9f/7pLRkZGbm5uVlZWcHCwAh1gXkkAukUqCQAAvKFWEgAAAACGaNy4cVkuNput0OXMmTNab7lLaGjokiVLcnJy0tLSFAQ05pUEoFukkgAAwBtqJQEAAIaorKxs48aN0oiLi1u3bp0CQMeioqIuczl27JjZbN6xY0dra6va1dbWts0lKSlJssns7OyYmBgFgYizbAC6RSoJAAC84fubAAAAQ2S1WisqKqRhNBoVAHBJdbn55pt37dol8eShQ4e0M6/q6uqXXnrp5ZdfnjNnjslkmj9//rhx4xQEEL7+C0C3SCUBAIA3nCwBAAAAwAgxGAxLXRoaGgoLC4uKiiwWi9ol52JlLhEREcuWLcvNzU1JSVEQEJhXEoBukUoCAABvqJUEAAAAgJEWHx9/hUtFRYXZbN65c2dHR4faZbfbN7tMmjTJZDJJQik5pQJ/xrySAHSLVBIAAHhDrSQAAAAAjJp0l1tuuUWCSYknDx8+rHWdOnXq2WeffeGFF+bPny/xZGZm5tixYxX4Ic6yAegWqSQAAPCG728CAAAAwCgLCQkxuVgsFskmCwsLGxsb1S6n07nLJSYmJjs7Ozc3lzlr/Q5f/wWgW6SSAADAG06WAAAAhkiSg/T0dGnExcUpAHAhEhMTr7nmmquvvvrgwYMFBQV79uxxOBxql9VqfdMlLS0tJydnyZIloaGhCvwB80oC0C1SSQAA4A21kgAAAEM010UBgMGS87LZLq2trSUlJWaz+cSJE1rvUZfnnnsuKyvLZDJlZGQQd/k45pUEoFukkgAAwBtqJQEAAADAR4SFha10OXPmjGSTRUVFNptN7ero6Ch2SUhIyHGRhgKfxFk2AN0ilQQAAN7w/U0AAAAA8DXJycnXX3/9ddddV1ZWJvGk3DqdTrWrvr7+dZeMjIzc3NysrKzg4GAFvoSv/wLQLVJJAADgDSdLAAAAAOCbxo4dO9+lubm5qKiosLCwqqpK6y13CQ0NXbx4sclkSktLU+AbmFcSgG6RSgIAAG+olQQAAAAAHxcZGbnW5cSJE5JNlpSUtLS0qF1tbW35LklJSdnZ2Tk5OTExMQouKuaVBKBbpJIAAMAbaiUBAAAAwF9Mdbnhhhv27NljNpsPHDigRV/V1dUvv/zyK6+8kpmZmZubO3/+/HHjxim4GDjLBqBbpJIAAMAbvr8JAAAwRGVlZRs3bpRGXFzcunXrFAAYYQaDYbFLY2NjoUttba3aJed3+1wiIiKWLVuWk5MzefJkBc7wVw4AABAASURBVKOLr/8C0C1SSQAA4A0nSwAAAENktVorKiqkYTQaFQAYRbGxsR90OXz4sGSTO3bsaG9vV7vsdvtml0mTJplMJkkoJadUMCqYVxKAbpFKAgAAb6iVBAAAAAB/N8Pl5ptv3rlzp9lsVr8qoTp16tSzzz77wgsvzJs3Lzc3NzMzc+zYsQpGEvNKAtAtUkkAAOANtZIAAAAAEBiCg4NzXOrr6yWbLCwsbGhoULucTudul5iYmGXLlplMpqSkJAUjg7NsALpFKgkAALzh+5sAAAAAEGASEhKuuuqqK6+8sry8vKCgQMLIzs5OtctqtW50SUtLk/xyyZIloaGhCoYVX/8FoFukkgAAwBtOlgAAAAAgIMm53kyXtra27du3m83mY8eOab1HXZ599tmFCxeaTKaMjAzODYcL80oC0C1SSQAA4A21kgAAAEMUExOTnp4ujbi4OAUAfE9oaOgKl+rqaskmi4uLrVar2tXZ2VnskpCQoI7+Kg0FQ8O8kgB0i1QSAAB4Q60kAADAEM11UQDA5yUlJX34wx++9tpr9+/fL/Hk3r17nU6n2lVfX/+6S0ZGhslkWrhwYXBwsIJB4SwbgG6RSgIAAG/4/iYAAAAA6MrYsWPVr1PY7fbi4uLCwsLKykqtt9zln//85+LFiyWeTEtLU3CB+PovAN0ilQQAAN5wsgQAAAAA+hQREbHGpaqqqqCgoKSkpLm5We1qa2vLd5kwYYI6smtMTIyCgWFeSQC6RSoJAAC8oVYSAAAAAHQuJSXlpptuuv7660tLSyWe3Ldvn3aeWFNT8/LLL7/yyiuZmZkmk2nBggXjxo1T4BXzSgLQLVJJAADgDbWSAAAAAAAhcWOWi81mKywsNJvN1dXVapecOe5ziYiIWLp0aU5OzpQpUxT0gbNsALpFKgkAALzh+5sAAAAAAHdRUVGXuRw7dkyyyR07drS2tqpddrt9i8ukSZMkm8zOzpacUsH5+PovAN0ilQQAAN5wsgQAADBEZWVlGzdulEZcXNy6desUAAgUqS4333zzrl27CgoKysvLtW+1njp16rnnnnvxxRfnzZuXm5ubmZk5duxYBS7MKwlAt0glAQCAN9RKAgAADJHVaq2oqJCG0WhUACDgGAyGpS4NDQ2FLnV1dWqX0+nc7RIXF/f/7N0HfBTF///xIaQACYQaUCD0XqVJVYooSlGQ8kVEBBQLCohiQwHFgn4tdLAAIsWGCogoggVBikiTDpFeQw0kQCjh//ndfp3/cC2X5O6Sy72eDx55zO7tHXd7e3ez896Zad68edOmTXPnzq2CHvNKAghapJIAAMAd+koCAAAAADxRsGDBu2x27twp2eS6desuXbpk3XT69Olvv/124cKFEky2bNlSQkoVxDjLBhC0SCUBAIA7XL8JAAAAAEiTijbdunVbu3atxJNxcXHW+uTk5J9//vnXX3+tU6fObbfdFhsbq4ISl/8CCFqkkgAAwB1OlgAAAAAA6RAREdHY5ujRo4sXL16zZs2VK1dkfUpKyl829erV69q1a1RUlAoyzCsJIGgxwzAAAHCHvpIAAAAAgIwoVqxYz549X3/99TvvvDMyMlKvl2ByxIgRK1euVEHGOsu2/pJNAggq9JUEAADu0FcSAAAgg6KjoytUqCCFIJ9HDUCQy5s3b/v27e+44w6JIX/55Zfjx4/LyvPnz8+YMUPWSGxZpEgRFRz0Wbbd6TZn3wCyPVJJAABgL4eNLtNXEgAAICOq2ygAgFLh4eG33nrrLbfcsmTJkgULFly+fFlWxsXFvf766717965Vq5YKAk4v/zWHdSWeBJBdMYIrAAD4H6enPfSVBAAAAAB4l5xmtm7d+qWXXipTpoy15tKlSx988MGPP/6ogoB1lh0SEmK3xnEbAMhmSCUBAMB17EaSoa8kAAAAAMAXihQp8swzz3Tv3j1XrlzWmvnz53/88cdXrlxR2Zp1lp2SkpLjX+at5JEAsjFSSQAA4A59JQEAAAAAPiLnm82aNXvhhRf0pJLr1q179913z507p7IvfRGwWXCMJwEg+6H3AwAAwcuqBuiLNKWQYnP1X/Hx8dZ6a2AZfYJkRpVpii3Nnpeel7P4X/f7hP3j+f4Jzn3lo/2TlffSP//88+2338p/FxERMWDAAN/tsQDdP3zi2EsBuq/YP37bV+wlT/aS+72XDfaVj/ZPQOwrz/eSj/YY+8d3++rChQuzZs06cuSI9SBRUVE9evSIiYnJ9H3l9f2j/u0lefny5fPnz4c6yPmvkH/l+JeiJyWAAHfdtyEAAAgq11ykkjqYPHbsmPz13clb5vLiqbW1QdDun+y9T9J3nJjl7HqcpHtvxMXFzZs3T9lSyf79+/OtksEjJFt+gjz8VnFcEzzfsfwuq+z+HWvJ4bo5W1FLoZZCLcU1n/76BOd3rN+OFknpvv322507d1qLuXLlevjhh6Ojo5UPZIV9cuXKFcliJX20iyStvxJGyl/ZnlQSQHbCCK4AAAQ7N6c01mmP3UmX+vdUKtVymv5a7Jrb0vcqzFM1N3/1CWGayk7/er5P0rR/MrhPHPdPmv5my33ieJykun/Sd5w43T8+3Sde3zO++wTZ/b/e3Ruu9kwW3ycZOUJS3T8WH32CfL1P3O8flbGjJYN7w3HPpOlvBvdG+o4c5fd9kqb9kymfIOWvffLPP//MtlmwYEHG90mqeyOA9ozne8OTPRPQ+yRH9q2leOU4SXVvZHzPZPBoSdNfr+yHrL9P0nG0SBrXpUuXm2++2Vq8ePHiF198IVGlyqb7xHpkk91rcVwEgEAXqgAAAIyzLFO+fPmuXLlidZ20+2v1rTQp48wqgyfb+lRNpXb6l+pfBcDbMvgJTUpKsu4riwkJCQqAV/EbmjUdO3bswIEDUpDK1alTpxSCFZ9QwBO1atU6d+7c1q1bpRwfH//ll1+2bt1a+Z53P6H6c2qXhuaw9X3U47I6jtFqF1ICQDZDKgkAAP7H7hxMREREhIaGSjApSaT8lTVS0NvbBZPKe6nkNYdrqzPyF0CWYn4wza8UAMjGpNaky1KnUgAAt+rXr3/cRsp79uzZsGFDtWrVVEDJcX33TU3HkObkkTn+HaZVx5NuHg0AAhqpJAAA+P/MSzLNsyZpSpO/On1U11/pqf5tayMFBJAqaXnR5dBQzkcABAWpR+kyX30A4Ik77rjjm2++OX/+vJT/+uuv0qVL+2iCSV+z6yVpBpMmu0jS7txcAUB2QVUYAAA4YTdujNmUZm6g00prg2u+mT8GQHZifp+YCSUAZGP6q0+qT3z1AYAnoqKi7rzzzrlz51pziKxevVoWVeBw1VfSrrukXTDpOHxrDqaZBJC9kEoCAIDrOJ4vOQ7Q6nir2Y0SANzQzfHyHRIWFqYAIAjw1QcA6XDjjTfWr19/1apVUt63b9+RI0diY2NVAHLTXdJVMKmMoYnMBwGAQEcqCQAA/o8+w5Fw0S50tP4qh1TSGtlV30QqCcATjOAKIAjly5evePHiUsibNy9ffQDguQYNGmzduvXs2bNSXrp06QMPPBCIPc5zOEySorNJK5U0s8lUu0sCQECjKgwAQPCScxsrStQF5ex8ye4uZiSpB261iy0BwBVSSQBBqIKNAgCkkVQXmzdvPn/+fCmfOXPm77//rl+/vgooZrho113SDCYdR3C1yyYBIHugFQAAAPxPDod5L1KNJO3ySFJJAKkilQQAAIDnqlWrtn79+gMHDkh5xYoVNWvWjIyMVIFDX/irrp8wxW4oV8dxXB0fBACyAVoBAAAIamYvSbv1+qxJZ5P69EkP6+q0lyTZJAA3zK8UUkkAAACkqm3btpMnT5bCpUuXNm7ceMstt6hA4Jgs2p1o243m6qq7pAKAbIRWAAAA8H+srNGuu6Sy5QdWt0hZlIJOJc08kkgSgOfoKwkAAIA0ueGGGypVqrRjxw4pb9q0qWXLlipAOJ5i2yWOOok0h3V1lUSSUALIBmgFAAAATuhhWpUtmLSiR51c2uWRpJIAPEcqCQAAgLSqU6eOlUqeOnUqPj7+xhtvVIHAaXdJ5TqbdNpRkjASQHZCKwAAAMFOp4xmd0mrYA7TqjmmkoowEoDHSCUBAACQVjVq1Jg7d+6FCxeUrbtkbGysCjQ5HCaYVA7xJJEkgGyPVgAAAPD/OQaTdjfZ9Y8klQSQVua8kmZCCQDZ2LZt23799Vcp5M+f/7777lMAgDSSeuNNN920YsUKKa9bt659+/aBFdfZnVw7JpSOOaWbRwCAwEUqCQAA/n93SeVigkmzlySjtgLICJ1Kquv7TQJANpaYmLh7924pFClShK8+AEif+vXrW6mkfKnu3bu3fPnyKtDoE21X/SbNRUUSCSA7IpUEAAD27IJJq5zDYVJJ8y4EkwA8ZLatmAklAGRjfPUBQMaVLVu2UKFCJ0+elPLOnTsrVqyoAkcOhwkmleuQ0vEuxJMAsg1SSQAA8H/M7pLq+skmnd5kd1JEKgnAQ2ZzPE3zAIIEqSQAeEW1atV+//13KRw6dCiwvk6dxopOU0nlIsIEgOyBVBIAAPyPnk7ScdHxpMguhuQ0CYCHaJoHEITMhma++gAg3YoXL24VAi6VtOOqHyTTSQLI9kglAQDAdRx7Ripn2aRdhAkAHmIoKgBBiK8+APCKEiVKWIWEhIQLFy7kyZNHBSD3/SZTXQkAAY1UEgAA2HNMHB3PhZz2oQSANOE7BECQiI6OrlChghQKFCjAVx8ApFtsbKy+jnbfvn1Vq1ZVAcv9zwE/FgCyK1JJAADgnD4LctohknMkAOlDhyEAQaimjQIAZExYWFhMTMyxY8ekfPDgwWrVqqnsheoxgGyPyQwAAEAqclxPAQAAAACQGfQgrqdOnVIBLocDBQDZHX0lAQBA2nCmBCAj6CsJAACAdCtYsKBVuHDhApVJAAg4pJIAAAAAAAAAgACQO3duqyCppAIABBpSSQAAAAAAAABAAMiVK5dVOH/+vAIABBpSSQAAAAAAAABAAIiIiLAK9JUEgEBEKgkAAAAAAOBDmzZtWrRokbJNh9anTx8FAEgvPYIrfSUBIBCRSgIAAAAAAPhQQkLCrl27pBATE6MAABmgR3ClryQABCJSSQAAAAAAAABAAAgPD7cKycnJCgAQaEglAQAAAAAAAAAAAPgWqSQAAAAAAAAAAAAA3yKVBAAAAAAAAAAAAOBbpJIAAAAAAAA+FB0dXaFCBSkULFhQAQAAAMGKVBIAAAAAAMCHatgoAAAAILiRSgIAAAAAAAAAAADwLVJJAAAAAAAAAAAAAL5FKgkAAAAAAAAAAADAt0glAQAAAAAAAAAAAPgWqSQAAAAAAAAAAAAA3yKVBAAAAAAA8KFNmzYtWrRICgULFuzTp48CAAAAghKpJAAAAAAAgA8lJCTs2rVLCjExMQoAAAAIVqSSAAAAAAAAAAAAAHyLVBIAAAAAAAAAAACAb5FKAgAAAAAAAAAAAPAtUknbLU61AAAQAElEQVQ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PwnLCysYMGCUsiVK5cCAAAA0iI0NNSqTAIAAlGOa9euKQAAAAAAAPgGI7gCAAAAir6SAAAAAAAAAAAAAHyNVBIAAAAAAAAAAACAb5FKAgAAAAAA+FBsbGy7du2kEBUVpQAAAIBgxbySAAAAAAAAAAAAAHyLvpIAAAAAAAAAAAAAfItUEgAAAAAAAAAAAIBvkUoCAAAAAAAAAAAA8C1SSQAAAAAAAAAAAAC+RSoJAAAAAAAAAAAAwLdIJQEAAAAAAHxo+fLlM2bMkEJMTMzIkSMVAAAAEJRIJQEAAAAAAAAAAAD4FqkkAAAAAAAAAAAAAN8ilQQAAAAAAAAAAADgW6SSAAAAAAAAAAAAAHyLVBIAAADI6hYvXrxq1SopdO7cuUqVKgrISs6ePTtmzBgplChRonfv3goAAGRVly5devvtt69duxYTE/PII4+kuv3Ro0f//vvvY8eOnTx58sKFC4UKFSpYsGCxYsUaNWqUM2dOBRg2bdo0d+5cKTRp0qRly5YKAJzJIT9CCgAAAMg8SUlJ5cqVk8YOazEsLOzPP/+sXbu2SqPExMSaNWvu2bPHWpRGk/Xr15csWVIFuPj4+GrVqp04caJ8+fJbt26V/aNv+u2331q0aOH+7tHR0dJyJA1PRWxuvPHGtm3b1q1bVyELSElJuXjxYp48eRxvCg8Pv3z5slXO+mdtXbt2/eqrr6SwdOnSW265RQG43v79+zdu3CiFqKioVL+3AWSK5557TuI6qxwaGrpixYr69et7fnepqklFSy9KgJcrVy6V9Tz//PNvvfWWFD766KOHHnrI1WZSo54wYcLixYslknS6gbzYzp0733fffU2bNlVpITV2+SZU2Zeb2l028OWXX3br1s0qP/jgg9OmTTNvTU5Orly58t69e+XsY/PmzXI6pgDAQYgCAAAAMlVkZKTV0coiSUzv3r2vXLmi0kjaknQkKcaNG5cNIknxyCOPSDuXFN58800zkvRQQkLCjh07li1b9s0333zwwQfDhw+vV6+epJKffPIJVyhmrg0bNjRq1Gjnzp0q8P33v/+12l4ffvhhaYdVAK4XGxvb3oZIEggIUhHt1avXpUuXVPYidY/33ntPCrVr1+7bt6/TbaTq+OSTT0q29O6777qKJMXx48cnTZrUrFkzCSaPHDmiPBAfH9+zZ8+pU6eq7Cs71e7SISIi4pVXXlG2LrYDBw5UAOAMqSQAAAAyX7du3bp06aIX5XxeEjiVFsuXL584caJelPaR7t27q8D3+eefW+MgSaNP586dlZesW7dOol9pNFmzZo2C3yUlJQ0ZMqRBgwZ//vmnyhZKlSrVv39/KUgz3Msvv6wAAAhw27Zty2a/aBK1SvXPGolhzJgxOXLkcNxGbpU6+fjx4z1PZD/77LNq1ar9+OOPbra5du3axx9/XL169ZkzZ6psKvvV7tLngQceuPnmm6Uwa9as77//XgGAA+aVBAAAQJYwefLk33//XY/j+tprr917771Vq1b15L6JiYl9+vTRixKQTJo0SQW+U6dODRo0yCpbF7a717Jly5AQ++sOZeecPHny+PHjZ86csbtp9erVrVu3/vnnnxnQ1c+kve+HH35Q2ctLL7304Ycfnjt37v3335cXaDVIAQAQuN55553OnTunaRzXrOyNN97YsGGDFNq1a+dquPWnnnpq8eLF5hrZUra3ppOMjIzctWvX7t27N27c+Ntvv+mhTU6fPn333Xd/+eWX8tfpw44aNerFF19U2Vq2rN2lz4gRI+68804pPProo5s3b46OjlYAYCCVBAAAQJYgLR0ffPDBPffcYy1eunSpd+/eK1asyJkzZ6r3HTp0qDSRWGWJ5aZPn54vXz4V+AYOHGjFtB07dqxXr16q28+bN8/NPD2Sca5cuVIyyAkTJujr3xMSEtq0abNs2bLKlSsr+ItExaluM3z48JSUFBU48ufPL21P//3vf+Vp9+3bd926deHh4QoAgIAlv2i9evWSX7SsOUNkmmzduvX111+3yhJPOt1GMkupJerFChUqvPXWW1ILNbdp3bq1Vdi/f/+HH344ZswYq1YjdcuePXtKYFm4cGHHR/ak5hPoguE1ekhOLho2bLhq1aqDBw8+99xzkydPVgBgYARXAAAAZBV33323NP3oxT///POdd95J9V7Lly8fO3asXnzmmWduvfVWFfj+/vtvPciVNUFLBknu27Zt2/fee2/btm3t2rXT60+cOGHudmQRkrW//C8VIJ599tncuXNLYcuWLdOmTVMAAAQ4qTW98MILKvC9+OKL1kVpXbt2rVGjhtNt3n77bV0uUaLEkiVL7CJJU2xs7Guvvfb+++/rNdZ4CQpQ6vnnn7cKH3zwgXyIFAAYSCUBAACQhUi+WLx4cb0oaVxcXJyb7S9cuGCO3Vq3bt2RI0eqbOG///2vVbjrrrtcNR6lT9myZefOndumTRu9RgLgWbNmKSBjChcu3LdvX6ssn+Vr164pAAACkNk5cvTo0b/99psKZDt27Pjuu++s8sCBA51uk5KS8vXXX+vFCRMmSO6oUvPQQw/df//9evGrr75SgFIdOnSoWbOmVR43bpwCAAOpJAAAALKQfPnyffzxx3pRQsfevXu7yTbMsVtz584t0Vr2GDTy0KFDn3/+uVX2RUfGnDlzyuObo7YOGzbs8uXLCsiYBx54wCps3br1+++/VwBsli9f/ohNAPV+BoJNjhw5dLlnz54VKlTQi/369UtKSlIBa+zYsdaw8NWrV2/cuLHTbQ4ePKhH+A8NDW3ZsqXyjASTuizV8vj4eIWgJ58mXSecPn36qVOnFAD8i3klAQAAkLW0adNGmn4+/PBDa9EaoNXpZd1//vnnmDFj9OIbb7xRqVIlN48s6eamTZvi4uIk80tOTi5evHiZMmXq1asnLS8qLRISEiRx+eeff+RxChYsWKxYMWm38u68jOPGjbty5YqydT5zM3ZWRkRHR7/55pv6wXfv3i05pbTBpXrHs2fP/vXXX/v37z969Ki8/NjY2Dp16sTExKi0O3DgwLp1606cOHH8+HF5hPLly5crV87sLOuJq1evbt68ecuWLdKaJu+FPJ8GDRrkyZNHpZ3ksr/99tuGDRvkdcl72qxZM7OB0s7Jkyf//vvvI0eOyJO/ePGiPP8SJUpUq1btxhtvVAHr8OHDGzdulPfl9OnTRYsWLVWqVP369d1MVupItq9Zs6bsGWVrAzXHCgYAIFBERkZOmzbtlltuscI8CduGDBkyceJE5W1erMa4Ir/pelj13r17u9pMKni6LPUfT2Z2t0jMKbVKqR5bi2vXrr3zzjuVl+zZs+fXX389c+aM7Bn5j/xTy5I3XU5A5B2ROqqcMsj5hZwySM0w608vKidHK1eulFMbqVHfeuut1rj6Tp0/f15qvFLxkxRZ3js545CqbNmyZSW3dlP7TRNJJZ9//nk5o5H/Sz47L730kgIAG1JJAAAAZDnvvffeL7/8osdulZPY9u3by3myuY3kQNKwYjUViTvuuMPVgFTKln6NHDnym2++kSTJ7iZJXCQ4GTZsWJUqVZRb0lgjWekXX3whmZzjrUWKFLEep3Tp0ipjLly4oEPZe+65JywsTPlG27ZtpXFH2iOsxSVLlrhJJSXTnTVr1vjx41evXu14a61atfr27fvoo496+Gx37NgxatSo2bNn66vytdq1a7/yyisdOnRw/wjy1s+cOXPKlClr1qyRPWbeJG0x0m711FNPyd5zdffExMS8efNa5RdffPH1119ftWpVly5dpAVKGS9KnqQ51K2QGFJWfv/99xJLO31kOVAl6x08eLBjw5msnzt3rt3Km266SZfXr18vL98qh4eH696rurvwihUrmjRpYpXlkJNcPNUdLs15+rMjTU7ydjveJSkp6f33358+fbrjgMmyM+V/fOaZZzzPF//zn/9YqeTixYulwUu/IgAAAoj8/A0aNEgqpdbipEmTOnfu7HkPQvcyWI1JE3nm+r/o2rWrq80keNNlqYH8/vvvUrtWHpB6xYQJEyTKKlWqlGSHJUqU0DfJ3nv66aftth9oY5XHjBkzYMAAq/zcc8/piS3lCcvDPvLII7KL9B2latSnTx/ZRqpwTzzxhPyn1nrZxpzQwdHw4cNfffVVq/zWW289++yzrraUeuknn3wyevRox6kQJZKU5zN06FCpgJnrPa/dHT169IYbbrBWyt7evXu3ck3CPF1hk5TasauuHCQSQEqhWbNm8mZJuCgHjLXGIv+XROlyIJn3kh0rlfnPP/9camj6NMpUqFAhCZWlHmu+hPSRHXXbbbf9+OOPUpb/VJ5MRESEAgBGcAUAAEAWFBkZ+cEHH+hFCZAk7rLbZsSIEVu3brXKcv48bdo0Vxf2Tp48uWLFih999JFjJGk9uJyZ16xZ84UXXrh69apyYfPmzbKNnE47jSTF8ePH5TlItGm2nqTP1KlTT58+bZVbt26tfEYaO3r06KEXf/75Z1dbSktH06ZNJbN0GkmKjRs3SqOStF9IG4dyS1pA5L2rXLmyNPo4RpJCHuHuu++WFhbJkl09yNdff123bt1evXpJK4xdW56ytePIemkkatWqleR2ygPy/kr6aEaS1ouS9NRcM3HiREmdx44d6yqSVLZep++++668QD2BkxdJC1T16tWtshxy8+fPT/UurdiSTQAAEABJREFUkjXqsuwxx0hSks5KlSq9/PLLTudwlZ25dOnS9u3by5vi4ehbd911ly7LvlIAAAQCc8oAq/z666+bV6317dvX7FCYbl6vxrgh+aIEQlZZqrJmZGhHqt9S2dOLUum1xu3whNQn77vvPslxS5Ys6a2edo8//rhdpVrqjd9++63vOixu2bJFqrISPTpGksp2QaRkqOXLl9f7M+uQo0jqsWYkqWwX0v3xxx/mGqnylStXTkLZdevWOY0klW0sEMnL69SpM2zYMJVhuk547Nix2bNnKwCwIZUEAABAVtSyZcsnn3xSLy5evHjGjBl6UYIrfem6suWO+tJjO9Kc9Nhjj0k7grmybNmyDRs2NBs1pNll1KhRcuacnJzs+CAJCQmSyuzbt0+vCQ8Pt0ZGqlGjhu5yp2wNFg899FAGz7p1mhUSEuLhVerpJuGfLkvLl9XFzc6ePXuklUoaMsyVuXPnbtSoUalSpcyV0pojsdnChQuVC9KW17Zt21deecVcKTlZgwYNatWqZY4Uunz58g4dOjht+xs8eHDnzp3t4k8JC+W/thuo6pdffpFWFadJqtlkJu0y0s6oRx4zn1j37t314ocffti/f38zSZUnLOlj8+bN5cnbjWF77ty5rl272oWaXiFPVZdTPdKkUdVMJfv162e3waJFi+QYs2v0lJhfGhbz589vrpQEVJpQ3V/Xb5G9oXsMS+uhq2YvAACyOKkrys+o1Mesxb1799r1PEsHr1RjPLdq1SpJp6yyxJzuNzbHd920aZPU9D777DOndWNfMOtmP/zwgx44xPSf//zHR4OISI1FKj/6kkeL1O5uueUWiVr1GqmayhnKJ598ojKb3l1SeOmll9avX++4jewuXf7rr7+kEq4PBmWr6JYpU0bOBerXry9xtd2UFiNHjpw6darKGHOkjXnz5ikAsCGVBAAAQBb15ptvVqhQQS8+99xzZ86cUbYEsU+fPnpwy169eknjjtNH+Pzzz80pTKRNQaLNEydO/PPPPytXrkxMTJQmIXN0rJ9++snpmE6Sokk7lFUuVqzYpEmTJMGKi4v77bffJMaTZzVnzhxzSsunn3463ZfSS675+++/W2VpI4iOjla+ZDeJo11bjJCmqC5duuzatUuvkZ0vDR+SuklOKbvl1KlTslfz5ctn3XrhwoX777/fVVfCRx55xBrHyXL33XevWbMmKSlJWtzkvZCHeuONN3RaLGsk2NNvtOXdd999//339WLhwoXlXT59+rREp3/88Ye8pxs3brzvvvv0BvHx8fL8jx8/bvdMzP4Qn3766Z9//qlsMXDHjh1feOGFe++9VxLHNm3a6KxRXtGgQYP0XSSQlhci7/K2bdt+/fVXearHjh2TvWSmmPJW2l1mLg1e12zMMFh25rV/eTLYqexevYskwLY+FK7IIaoPXYmWK1asaN4qoWm3bt1kp1mLefLkkf0vr1Q+I5IKy16VDHL48OF6e3ko2bdOe7ja0ZfGy9Nz1b0YAICsTypjZuVQchqzJpNW3qrGeG7p0qW63KJFC/cbSzVGkki9KL/g8mSkrjhgwACpqnnedVKTCNaq4bz44ot65ZgxY3TNRw/fqq6vmz3xxBNWQSrYUgF77LHHrAFFzYqWF0l9vkePHvoCtQIFCsgbffjwYandyQ7cv3+/1PTMPfPwww8vWbLEKnuldpcOenft3LlTX6wplT05Y3rggQfkrEeOLj0hglTeZKWuNJYvX37KlCnyeqWmJ+cdUg0+cOCAHGZyqJtXW7788st29fC0ktRTD/IhezIdhxCAbIlUEgAAAFlUZGTktGnT9PXpR44csVqF/vvf/+rLgcuVK+dqiEhJUCQD04uSpW3fvl0SnUKFCllrcubMWatWrW+++cbsuiePJiGT+Thy/vzxxx9b5dy5c0sO9Oijj5r9LOUZSoglTVRFixa11hw9elRySpUuEvXpsbxq1KihfMwulXQcolOaNtauXWuV8+fPLy0X0oohzSuy96yV0nAje1XaqipXrmytkcY1xz55YtasWdL0ZpXDw8M/+OCDuXPn1qtXT1/zLgVJBL/88kt9l0WLFn399dd6Ud5TaR/Ri3Xr1pVmFMnVdK8+eS9q1qwp/5G8j/qKb2lnMQNFR9bMmtJ2Iw2CcjxIMidvnzTxjBgxQm8jT0y/LxK5SYB9xx132I1RJk08s2fPNg8neRzHLpgZJM9TolOrLE1FM2fOdLOxeavk9+ZNKSkp0rSnn16DBg0kk5aXaU7gKm1JshPmz5+vU2d5o998802VGvlk6bLdBwoITrGxse1svDUpHQC/kV9283ftoYce8nBIczs+qsa4Z/4Ky4O731gqugsXLpQqgbny5MmT48aNa9iwoeRVzZs3f+aZZ6SyJHVd5UtW3UzqkxIHSo47ceLEdevWff/99zfffLPytosXL0okqat58holG+7du7c5EIscAL/99pue21vODtzMZ+9n+r348MMPly1bNmrUqOnTp+/ateuLL76Q+rZ1k9S69bC0cvb0888/y5mRXd9cOQ7feusts0ejvAtSFVcZo0NZyUTXrFmjAIBUEgAAAFmZnPwPHjxYL3700UeffPLJa6+9ptdMnTpV5yV2Ro8erTss3nTTTZMmTcqTJ4/jZhIsDRs2zBwtVkIpc4ODBw+eO3fOKt9yyy2Sojn970qXLi3NNHox3UmMNHnoctWqVZWPxcTEmAmrns/Scvz4cdlvelFCYvMycJNEkpLL6j38yy+/OO4Bs+OgNIU4TS5F+/btzTfdTCVfffVV3WYUFRUlDWcSmzl9EHlDzf9O0lBJGZVbEpFKi5telKaoOnXqWGXZD3KrVZboVI463crjSII9vR8k+TMH/vWWBx98UJfdDOKalJSkI17ZXXbdC7799lud7suHSJqu7Mbj1eQd0cG8snVx0J8IV8xDV/f9BYKZpJLtbVLtqwQgq5EffYl5dEx46NCh9CVSPq3GOJWcnLx8+XKrLL/1rn7oTdYlaGYXRk3Su6VLl7777rv33nuvVJMqVKjwxBNP6Mf3unbt2kkt1KymmhNXe5FUgTZv3myV5V2W6q45ZKsmh4Fsqet4W7duTXUydX+SMPLhhx/WixEREeZFMJ9++qkuv/322/KT5Opx5EeqTZs2elEPuZFuZp3Q7LkLIJiRSgIAACBLGzlyZJUqVfRi7969z58/b5Wff/55iQmd3uvUqVNTpkzRizNnznQTIylbYKbTzSVLlphn4OYkK8eOHXMzSV6PHj3Gjx///fffS9OG07lwPGGmknrII9+RUNZsmLBLJSV/0sN1SqZljnbrSJq6zDTRLi3buHGjnpJQGnTshja1079/f13esWPH1atXlS1jmzVrll7/7LPP2k3laOfpp5/WjUryrk2ePNnNxpLz6evfHcn73qtXr9atW5cvX75r1666U6xTEluWK1dOL3q9r6SQZ6IbFleuXKkvfrczZ84cPTprt27dIiMjzVvlzdVlacnSM0E61aVLFx1Iy0EiiaZyyxysTBo3GbALABDQatWqNXToUL0oFcu0TpLn02qMK1Kr1BU5awRUT0igJZWEn3/+uXPnznrMEkdxcXETJkyQ6kHlypXdj9yQPqNHj3bzv3uRVN11WXJWNzWi4sWL65ka8+bNq0cTyXQVK1Y0L460I3Fyw4YN27dvX6NGDcmS9bCurpj12HTPSaGRSgJwRCoJAACALC1Xrlzm9ela3bp1zaEy7fzwww86j5G2klQ7HRYuXNi8oNjs51eiRAm51Spv2LDh7rvvPnDggNMHueGGGyROu+uuu6pVq2Y3JpLnNm3apMvyOMr3zAlj7PbzN998o8ueXJ8uO0eX7UZ8MhvvpAHLHBTLUdmyZT/55BNpDjtz5szff/9tjRa7fPly3bImuaCZgDol2ac5BKs8mpuNW7Vq5eZWiYc/+uijn376adeuXZ60u9144426nMH5eJySLLlv37560dVTMls/7YZvPXjw4LJly/SiHhLWDTOTNrNzp6KionT/D/kk6kAaAIAA9dJLL5njuD7yyCPx8fGe392n1RhXzPnC0zoCh1SMv/rqq717944fP17iST0DgqMdO3b07Nnz9ttv37Nnj/ISqb2b2ZjvSFosZw16sVOnTu63f+qpp6R+tXnzZqmjmpWxzNW8eXM9t4IjOZkaN27c/PnzpVK9c+dOx7MqO2Y91pPZxN0zT2dcXUgHINiQSgIAACCrq1+/vjWjpCaZn7QIuOn+aA6p1LRpU+UBc/ROuyt5u3XrpssLFiwoXbq0PKUXXnhhxYoV165dU94jjyZtHFZZmgzMRgHfOXnypC5HR0fr8oULF8y2g9tuuy3Vh6pTp07evHmtsmS3cXFx+ibzcvKKFSum+lCSoklzmPl89OBaok2bNnY9/5wywzZpiHETEDZu3Fh5Q0JCgjT67N+/X6/xUTfBhx56SHcg+OyzzxyPw8OHD+sWTNnhdkPv6rFbrVuLFSumUtOoUSNdXrJkSarbS5yvy+YxBgBAIJKK2fTp03Xl89ixY+aAmanyaTXGFXMMDPN32XMlS5bs37+/xJMSwa5ateqNN95o1aqV0xr44sWLb7311l27dilvMGsdPrVlyxZ9IaOoVKmS++2rV69+3333SdLmn36cHjLPYjJCMkg5CVq9erVek/F6rHngHTp0SAGA/KQqAAAAIMsbPnz41KlTjx49ai0+/fTT7lsNzCFYP7ZRafHPP/+YiwMHDpw9e7Zu2UlJSfnLZtSoUUWLFr3zzjubN2/erl07N1eRe0hauHQ5f/78yvckzTKHZjL/0x07dphbuu/d6JSkkuXLl7fK5kvzJJV0dOTIkbQ+mQIFCuTKlevixYvWohw/TicKUrbemSqNJLWVFyjh3549eySGlBRWDhtpx7Eb49e7ubUme0AOPGvMMXkCv/zyi113z2nTpulnIhGm3d3N3gw7d+7MkSOHSgt5sfLy3XcINttb7UYGBgAgENWqVUtqpHoo1/nz58+aNatHjx6e3Nen1RhXTp06pctRUVEqAySEu9nmhRdeSEpKWrZs2R9//CHVjxUrVuhtpHrQunXrdevWFSxYUGWMfzpKKoe6t/thdbOsdOwuCbnldEnesn379slfqcpKQYJnM6NV3qjHyjEsMbbV51IyTjl4PInkAWRvpJIAAAAIAHI2K00zOpUsUqSI++3NVph0SE5ONhcrVKggDU/9+vVzHHdI2jI+sVG2LpUPP/yw+7FA3TOftu506FN2r8gM5zK4D9X1u1G/d8qD69CdMpuNPOnbZ4mNjZXUzSpLg6DT5jw5tJRnpDFF2h/nzp27du1aVwP5+s2DDz6oZ0KSZ2V34M2YMcMqhIaG9u7d2+6+Xnlz3aeSZusnfSUBANnD888/L9WANWvWWIsDBw6UHM6TKMt31Rg3zKuCMphKmiRVamMzcuTIDRs2PPHEE5JQWjdJsjV27Fhz7Nl0/xfKL8z3xRyhN7B4/lbbPw4AABAASURBVOYuWbJk5syZf/75544dO+wupPOdfPnynThxwipLnZBUEgAjuAIAACAb0uOgpo/jGFlNmzbdtGnT119/3bNnT1ch1hdffHHbbbc1atTInJYyTcyn7cXGIzfMMZrU9eNlZXAfqut3o5lLSRObSjuzZc3zjqRmcmZ39bfmZiYekzS03XrrrZIFSnOkq0hSsuQOHTr45wL/u+++W894+tVXX+m+FGLZsmW6q6s8H72ZlpCQoDIm1XHkzCanjB9LQKBbvnz5IzYvv/yyAhCwQkJCpk+frmsXUr3xcBxX31Vj3DB/f30UBdWuXXvBggU33XSTXiOp5Llz51TG+G18VPN9SWvom3V4srvOnz8vx6qE6HIAb9u2zWkkGRoaKnVdu2H/M8681JLxMwAo+koCAAAgW8qTJ48uDx8+vHnz5iotnDbcSHbVyUbymJ9++kkSyvnz5zt2Alu1atUdd9zx3XffyV+VRuZJuzmwqu/oi/2VrQtjvnz59KK5D8uWLTtlyhSVRtWqVdNleWm6NS0+Pj4d3SXNN+Xw4cMe3suc3ygj44mtX7++Xbt2Tv9feZnSGCetcvXq1ZNYNzw8XFp87AYB9oWwsDCJSN955x1la6mUYFIic+umWbNm6c169erleF+zlbNjx44DBgxQaZRqi6o0fumyeSwBABDQqlSp8uqrrw4ZMsRalNrg1KlT+/Tp4/5emVKNMSuW7pPC/fv3//bbb/ttypQp88ILLyiPSZVgzJgxt9xyi7UosZNUhqUupLIMN5MjmlcBHj9+XGUZ3p2Y/NSpU+3btzeH29VKlCghNVipx9atW1fyyOjo6JEjRy5btkx5jxmoUycEoEglAQAAkC2ZkUlKSkpaU0n3JA1qa3Pp0qXFNt9//31cXJzeQGJLiYt2797tfohLR+Y8Q4cOHVI+Ju0dCxcu1It2e8nch9JE1aRJE3nhKr0KFCigZ1Q6ePCgSjuzi+q+ffs8uYu0LpnZWNGiRVW6SPvavffeq9sQQ0JC2rRpIy04N998s+wWab6x2z4dvRnSp3fv3lYqKT777DMrlbxw4cLnn39urSxevPhdd93leEfzzZVX590PiMUM7NMxKSkAAFnW4MGD586dq4ctlUWpGISHh7u5S6ZUY8yhYvUQmk5JXqUvY5LYNU2ppJA0S7JMPWu1n0duv3r1qvsN3IzZYNbi0ldBTZ9UQ0fv9imUGqMZSUoNtmnTpvXr15d6rKSSdhtnvKur6dq1a2bcK1VTBSDoMYIrAAAAsqHy5cvr8oYNG5RvSPOTZJOjR4/etWvX+vXre/TooW86evSopEQqjQoVKqSHYJLWCu82CjiaNWuW2S5mPn9la5PSZXky69atUxlgviOeNPosX7586tSpv/zyi4S7VsONOSzq3r17lQd065jF82mc7Lz33nv6oSTPW7lypeTQr7zyigR+jpGkur4xTtpilM9UrVpVd01YtGiRNTeStJPqAVofeOCB0FAnl6Kab4e8s76YWMhs/Uz3ngcAIAuyxnHV3ezkZ7dPnz45cuQwt7FbzJRqjBlkup9SunLlyrq8bdu2TZs2qTQyn54f+sOZw+9nJJU0a0QepsVjx4795ptvpPqU1uAwTc/Zi6nk4sWL58+frxcnT568atWqd955p1u3bo6RpLr+UMl4PTY+Pl6XJZunryQARSoJAACAbKlBgwa6bA5S6oYEYBKDLVmyZOfOnZcuXdLrk5KSpGlmwYIFEyZMMM+r7dSuXVvap3REJNLRoCMNWKVLl9aL7q9qzyBpoDGnN6tQoYLdLDKSt5lDsG7cuDHVx5T4UDLaOXPm/Pnnn1ZCptWrV0+Xf/7551QfSh6nb9++rVq1kla8r776Sl3/nq5YscKTnWM2wdx888127YOemz17ti4///zz5jNxJE2T5nhrvgj8TLpng/xH1o4y4/B+/fo5vZc5gejZs2flmFepiYuLmzhxonwQ/v77b/lQpLq9+WGhryQAIJuR+skbb7yhFxctWvThhx+62T5TqjFmKum+/6KkkubchBJcqbSQ7MqsS0itUvmYedFVqgHeli1bXN1000035cqVyyonJiamOnLp+vXrBw4ceO+999atW9d9hdCROeiIJH/uAz83zzmtzHps27ZtH3nkEffbm/91xuuxdJQE4IhUEgAAANmQ2Uxw9OjRr7/+2v32EqfJKbrEYK1bt65UqdLbb7+tb+rdu3fNmjXbt2//xBNPmM1DjnLmzNmmTRu9qPurpYl5pblPx7968MEHDxw4oBfNhFKrX7++Lkv7VKqXdU+bNu2pp57q0qWLtJ1VqVLF7OtpviPScrd161Y3jyP/0eLFi61y7ty527VrZz2CboGSRx41apRyS/be+PHj9eI999yj0kWaqHbv3q0XU50uVD9zi9OdZjb8ZVC3bt10f005PiVi/PHHH63Fli1bmiG3SWLCsmXL6kVPGh9feeWV/v37ywehVq1aHTt2dL+xNLTpVFJeLH0lAQDZj9QMW7VqpRdfffVV81a7zClTqjHm76/7vpKSzJk/7p9++qnEb8pjU6dO1bVWqQGaPS8tXqz5WDwfeVWqu24urZOk0KzuTpw4UbkllVhd/s9//mPelOprzJs3r97m4sWLcobiZuMlS5YoL9mxY4cu33777e43Pnbs2KpVq/RiqpX/VDF4BgBHpJIAAADIhsqVK2d2Wxw0aJD7jPCTTz7RE0NKDCbpi76pU6dOurxgwQLl1rZt23S5TJkyKu3M03WzEcGLkpKS7rvvvnnz5uk1TZo0saYktCOb6bI0TukpDJ2SZNdMcyXilcYXvdiiRYtSpUrpxXHjxrl5qLfeekvSNat85513Wo8j74vZ+iPNRnqiSqfeffdd802/9957VbpERESYM0XZ9QG1I0/7+eefN9c4nTdIHlOXk5OTVQZERkZ2797dKv/222+zZ8++fPmytai7UTplvrnydqxevdrNxvLp0HNViieffFK5JYeuvri+ZMmS6e6lCmQbNWrUGGzTp08fBSBbkF+3KVOm6HFcJWdys3GmVGPSVKt88cUXdTkxMbFdu3bbt29XHvjhhx+efvppvfjYY485/u7r/ogqwzUfS0xMjC7PmTPnwoULrrYcOXKkckvXo6yHMi/asyPJ64QJE/Si3UVaqdbucubMab4jcvahXNi9e7cEw8pLpK6oy+7rscqWtZuLGU8lzU60DJ4BwEIqCQAAgOxp2LBhunzw4MEuXbocOnTI6Zbz588fMmSIXpQsp0CBAnqxffv2ur1JkjxpflIubNiw4dtvv9WLTZs2VWlXt25dXV65cqXyHmmNmjZtmoSFkg6ag3wWKlTI1Ytq3bp18+bN9eKrr746depUp1tKGiftZTrZDQkJGTBggLmBBHtma5c0tVjDjTpasmSJ2XHTbPGR91RfYy7NT/LW/PPPP04fZPTo0WaGKlumezCxsLCwm266SS9+/PHHrkbcOnPmjBxmdk/J6WCn5pw6Hk4u5caDDz5oFSSPfOWVV6yyHMPyZNzc66mnntL9DCRB7NGjh6vjTbL2Dh066Hi1WrVqVu9VN1asWKHLZhcEIGjJx62STfouWAGQNUmdyv01Wyb/V2OqV6+uLxGTX3P3w8bWqVNH1yjE4cOHa9as2b9/fzfDvJ8+fVo2uOuuu3SAWrhwYacXRUkoq8seTt/onjkIR3x8vF21Uxs/fvxHH32k3JK6sR5bwho9xemOktT5gQce0P0y5ftc9pi5gSe1u4YNG+ryW2+9ZV7OqEksKrUy9yF3mtSuXVuXv/nmG1ezbEptUE6IJJc1V3oyaL97Zp3QnNABQDAjlQQAAED21KpVK2ll0IuLFy+Wc3IJ1aSRxVoj7UGSR0pLyt13363Pz6tWrWp3SXVkZKQZcD700ENdu3a1a6A5f/78pEmT7rnnnsTERGuNhHktWrRQaSfxjy6nNZWUF9LaQePGjcuXLy8NJZUrV+7Tp485xJayXbo+c+ZMaVhx9ZgTJ07U2ZW8TNml8jLXrFmjO+Rt2bJlxIgRVapUMYe3HTduXMmSJe0eSnbdrbfeqh9KdqM82tatW61OdRL1SawrLVnynHU3uzZt2pgdC6RJ7rXXXtOLa9eulcadzz//XL99cse///67Z8+eErnpZ1iiRAk3WbInzNYcaazp3Lmz3Qi00oYlrTzyZH766Se7+zpt+jF3jhxdX3755W825pi3nrv55pul2dEq69HAZL+ZLYCOChYsaF7vLw2jkqMPHTp0165dVux69erV5cuXyzEjSbluNcuXL5/szFT7PpqHrnlIAwCQzUiIlero7hb/V2PCw8Pbtm2rF3///Xf323/wwQdSDdOL8hykHii1RKkIvfjii3Lr3Llzpaojz2f48OGypTw3c8hTqW1KlUaqCo6PbNZ8Pv30UwkLrZqPm46J7kkiWKtWLb348ccfyxthTmG4dOlSee3W6A7uLweRvWS+ih9++EEe/Ntvv9VRqxRmzJghda2FCxdaa0JDQ8eOHatcv0ZXtTuzX6Y8rOTNZgooa958802pd1ljqHrrKhazHrt9+/aWLVt+//33dttIzU2ejGPE7irC9JxZJ5TKvwIApXK4n1kXAAAAyCIkL9TRyJgxY1xdE226ePGiRGjmBDCWmJgYCer+/PNPu9E1S5UqtWzZMsc4TerM7dq10y0RlqJFi0pbjGSW0p5y8OBB3XikbMMTyeOUK1dOpYu0/ujUU5onnDbuWKSlI33Zp0Wi08mTJ7uJJC3SciERlw5cLVYPQnntjuOPvfrqq05nqRT79++XtFh3qbTkzZtXGnqkleT06dPm+nr16v388892L1/eC8kyp02bZvfIpUuXvvHGG9evX+84hJc0S5nD+Vrk5ejeA4ULFzabsRzJ2yHthnZPT1qsrIeVd18aj/S189JIJ/GwHv9KmsMc262kOU8yWsf/aN68eTrDkzYyfVCletYmn4hBgwaZa+QpSVqpUiNvljQs2q2UPVOzZk1pGLVLSeVNl0/BbbfdlurDVqtWzQpu5S6Sgptj+QIAkDU999xzeiz6gQMHjh492sM7Hj58WKqpdpMFSIXEHLbU4q1qjOc+++wzPWb7008/nWrPTvnpl5qM+3HdnZKg7ptvvpFky+mtu3btqlixouN68ymZ+9+Tqr7UEj2pk0i1XJ5Yo0aNrMW33nrr2Wefddxs1KhRL7zwgt1KOV+Ijo6W/Nhu/axZs8yR8C2e1O6EPGd55io1sjeksmpdQCZxr2OfxcaNG+vAT44cM3q0c/78eal+m7NFCjnebr31VjnwpHK+adMmqfVZ68uWLSsVVz0qhkS/GzZsMO8oaWu3bt2s8oMPPuh4MJvko1G8eHGrLG+B2W8SQDCjryQAAACyLWkMkhBFQhdzXkBlG+hJzortIkk5Vf7xxx8dI0llmzdo+vTpVapUMVceO3ZMGil+//33PXv2mJGkREFLlixJdySprp866I8//lA+UKNGjc8A8KreAAAQAElEQVQ///zXX39NNZIUbdu2lVYPu8YOeckS69pFkhI+uYkkRWxs7Jo1a+w6z0n7lzy+XebXtWvXBQsWOCay8l5MnTpV2mj0sLqWvXv3yntq15Yn/9G6desy0pZnkXa0OXPm2EVr8sijbeQmK5IsVKiQLEoKLlm43kySY8cH7NKlix4rzOR0IC9PSKuQ2fQpKa8nkaSyXcsvTXXmLEfK9o7IgWcXScoTllfqSfOfxJC6L6m0bBJJAgCyNwl43nvvPU+29H81RmpxYWFhVtkul3JKfrWlfijRXZEiRZTHmjVrJhU8V5GksvUTdTp2godTVzolSZvUTOz2pB1Ji3/66SenlS47zz///Ndff233quPi4uwiScnYzKDX5GHt7ttvv23Tpo1yS/LRN998U3mJhJryn9qdyEheKC9E/hdJWHUk+cQTT0hZjplq1apZazZu3JjqVJRumCcyDJ4BQCOVBAAAQHYWEhIyYsSIHTt29OnTx5zuxdSwYUMJwKQxqHLlyq4ep3DhwnJaPnHiRFftGpIJycm2NGdIwCYtICoD7r77bl12HGEp3SQzu/3221966SVJE6XFQV/m7AlJuaRRZsaMGeZgWSZpEnr66ael7cZNJGnJnz//vHnzpIXI1bybNWvW/Pnnn7/44ouiRYu6epDHH398165d/fv3d9qRtEyZMtKaI8GY/EfmlJAZ0bJlS2lUMsfdMhUoUEBywc2bNw8cOFAaHKXFSrchbtq0SdJuu+3laS9evFge0259ulPJ6OhoM8x2eqm+Kx07dpSdOXLkSLtsUpNjXtpPpd3Qw+Yk2e26bAa0AABkV1LP9HAcV+Xfaoz8FzoDkzqqnsjAjdy5cz/77LM7d+6cPHmyVEpd1Z+Vrfrx8MMPL1q06Pfff3fTV88yc+bM3r17210paDckflpJ5UdqX127dnUctV6i4hdffFGyUj3Kfao6deoktZ3BgwfryQtMoaGhgwYN2rJlizm5gMnD2p3kvgsXLpw0aZLTzqNSV5dU+I033kh1tPw0kTqeJNzDhw93Ory/nMXI0SsbjBs3LjIyUl1ffxszZoxKL/NExqypAghyjOAKAACAYJGYmDh//vx//vlH2YbHLFWqVNmyZaXpJ00Xg1+6dOmPP/44ceJEgs2VK1ckPJMU6uabb3Yz1GpaScuOhKDKloYeOHDAcQSwTCRPTGI22Q/K9vTKlSsnqZXsRn0lvuekmUbeEXkoaXmRxqNyNrIzPW+IuXDhwty5c60hYaWdpVq1alWqVPHkivh027Bhw+7du0+dOnXy5En5H+XZli9fXpLU9DUeyUP99ddf+/btu3jxoiS7chQ1btxYZZKrV6/+9ttv0mQpJ4kS58s7UtamRIkSaXp1LVq0sHqIyivas2ePHCQKCHrye2FN+yq/Pt6aKgxAoPNPNcYccnPUqFHPPfdcWu79f09Ssj2p+p45c0a+yqTGkj9//kKFCsXExEilxS5lTNXp06elIi3VA3k0qTpKJapz584qw+RZ/fnnn7Injx8/Lk9M9mGzZs0kR1TpIo8m74skx8qW2FWqVEkesEKFCu5n7NY8r91J9CupqmyZM2dOqVLWrVvXp5VYZZtMQaqyp2yk4if/qZwQ1atXLyIiQnmbHC1Sh7TmgGjSpMny5csVANiQSgIAAABZzqxZs+6//35ddjpOFJAFScuablDzZP4qIEhIa+yMGTOUbWLjkSNHKgDwl5SUlJo1a27ZskXZJi/PyKCpgOc++uijfv36WWW7yTUBBDlGcAUAAACynO7du1eoUMEqWw3ZQED48MMPrULu3LkllVQAACBThYSEDBkyxCrv2LGDLmvwD30KU7t2bTdzjgIIQqSSAAAAQJYj7UfPP/+8Vf7pp588mQQIyHQpKSnTpk2zyg8//PANN9ygAABAZuvRoweXu8Gfdu7cuWzZMqs8dOhQ706TCSDQkUoCAAAAWdEDDzxQqlQpdX3SA2RlixYtOnLkiLLNnKdjdQAAkLlCQ0OfeeYZq/zFF19cvHhRAb6kT16qVq167733KgAwkEoCAAAAWZG0H/33v/+1ypMmTUpKSlJA1jZq1CirMGTIEDpKAgCQdfTp0+emm26SQkJCwoQJExTgM6dPn/7oo4+s8rhx4+goCcAOqSQAAACQRXXp0qVjx45SOHTo0Ntvv62ALGzevHm///67sl0UP2zYMAUAALKM0NDQKVOmhIWFSfnNN988deqUAnzjtddeO3nypBT69u3bsmVLBQDXy3Ht2jUFAAAAIEs6duxY9erVT5w4ERUVtX379uLFiysg67l69WrNmjW3bt0aEhKycuXKBg0aKACGhISEo0ePKtv4xmXKlFEAkBmGDh36xhtvSOGpp5567733FOBt+/btq1y58sWLF+W0ZcuWLdHR0QoArkdfSQAAACDrKlq0qDWOa2JiIv3PkGVNnjxZIkkpPPnkk0SSgCNplq1kQyQJIBMNHz68WrVqUhg/fvzOnTsV4G3PPfecNXHpmDFjiCQBOEVfSQAAACCra9u27cKFC6WwadOm6tWrKyArOXv2bIUKFeLj4yVu+fvvv6OiohQAAMiSVq9e3bhx45SUlC5dunz55ZcK8J5Vq1Y1atRICvfcc8+3336rAMAZUkkAAAAAAAAAAAAAvhWqAAAAAAAAAAAAAMCXSCUBAAAAAAAAAAAA+BapJAAAAAAAgA8lJCQcPXpUCuHh4WXKlFEAAABAUCKVBAAAAAAA8KFNmzbNmDFDCjExMSNHjlQAAABAUCKVBAAAAAAAAAAAAOBbpJIAAAAAAAAAAAAAfItUEgAAAAAAAAAAAIBvkUoCAAAAAAAAAAAA8C1SSQAAAAD+c+bMmbi4OCnkzJnzpptuUgAAAIDHzp07t2PHDqtcr149BQAIKKSSAAAAAPxn3759H330kRRy585NKgkgSNSoUWPw4MFSCA8PVwCADDh69KhVmVSkkgAQgEglAQAAAAAAfCjaRgEAAADBjVQSAAAAAAAAAAAAgG+RSgIAAAAAAAAAAADwLVJJAAAAAAAAAAAAAL5FKgkAAAAAAAAAAADAt0glAQAAAAAAfCghIeHo0aNSCA8PL1OmjAIAAACCEqkkAAAAAACAD23atGnGjBlSiImJGTlypAIAAACCEqkkAAAAAAAAAAAAAN8ilQQAAAAAAAAAAADgW6SSAAAAAAAAAAAAAHyLVBIAAAAAAAAAAACAb5FKAgAAAAAAAAAAAPAtUkkAAAAAAAAfqlGjxuDBg6UQHh6uAAAAgGBFKgkAAAAAAOBD0TYKAAAACG6kkgAAAAAAAAAAAAB8i1QSAAAAAAAAAAAAgG+RSgIAAAAAAAAAAADwLVJJAAAAAAAAAAAAAL5FKgkAAAAAAOBDCQkJR48elUJ4eHiZMmUUAAAAEJRIJQEAAAAAAHxo06ZNM2bMkEJMTMzIkSMVAAAAEJRIJQEAAAAAAAAAAAD4FqkkAAAAAAAAAAAAAN8ilQQAAAAAAAAAAADgW6SSAAAAAAAAAAAAAHyLVBIAAAAAAAAAAACAb5FKAgAAAAAA+FCNGjUGDx4shfDwcAUAAAAEK1JJAAAAAAAAH4q2UQAAAEBwI5UEAAAAAAAAAAAA4FukkgAAAAAAAAAAAAB8i1QSAAAAAAAAAAAAgG+RSgIAAAAAAAAAAADwLVJJAAAAAAAAH0pISDh69KgUwsPDy5QpowAAAICgRCoJAAAAAADgQ5s2bZoxY4YUYmJiRo4cqQAAAICgRCoJAAAAAAAAAAAAwLdIJQEAAAAAAAAAAAD4FqkkAAAAAAAAAAAAAN8ilQQAAADgPzly5LArAAAAAACAYEAqCQAAAMB/QkP/dw5y6dIlBQAAAAAAggapJAAAAAD/iYiIsApXrly5evVqzpw5FQBkdzVq1Bg8eLAUwsPDFQAAABCsSCUBAAAA+I9OJcXly5dJJQEEg2gbBQAAAAS3EAUAAAAA/mL2E0pOTlYAAAAAACA40FcSAAAAgP+YfSVJJQEAAAAACB6kkgAAAAD8x0wlL126pAAAAAAAQHAglQQAAADgP2FhYbpMX0kAAAAAAIIHqSQAAAAA/8mZM2doaOiVK1cUqSSAoHHmzJljx45JIVeuXKVKlVIAAABAUCKVBAAAAOBXERERVirJCK4AgsRff/311VdfSSE2Nnbo0KEKAAAACEohCgAAAAD8SE8tSV9JAEFCf92Fh4crAAAAIFiRSgIAAADwq7x581qFs2fPKgAIArpruL4sAwAAAAhCpJIAAAAA/KpIkSJW4fjx4woAgsCFCxesQu7cuRUAAAAQrJhXEgAAAIBfkUoCCDZJSUlWITIyUgEAAADBilQSAAAAgF+RSgIINomJiVYhKipKAQAAAMGKVBIAAACAXxUuXNgqnDx58urVqzlz5lQAkK117NgxPj5essnSpUsrAAAAIFiRSgIAAADwK91XMiUl5fTp0zqkBIDsqrSNAgAAAIJbiAIAAAAAPypQoEBIyP/ORBjEFQAAAACAIEEqCQAAAMCvcuTIoftHkkoCAAAAABAkSCUBAAAA+JsexJVUEgAAAACAIMG8kgAAAAD8jVQSAAAAAIBgQyoJAAAAwN/0CK4HDhxQAJCtLViwICQkpFy5cpUqVVIAAABAECOVBAAAAOBvJUuWtAonTpw4c+ZM/vz5FQBkU8uWLZMvOil07ty5devWCgAAAAhWzCsJAAAAwN/KlSsXEvK/k5G4uDgFANlUYmKiFUmKUqVKKQAAACCIkUoCAAAA8LewsDDdOr9r1y4FANmU+RVXunRpBQAAAAQxUkkAAAAAmaBChQpWgb6SALIxnUqWKFEiPDxcAQAAAEGMVBIAAABAJqhYsaJVOHTo0MWLFxUAZEf6wovKlSsrAAAAILiRSgIAAADIBBUqVMiRI4cUrl27RndJANlV8eLFY2JipFClShUFAAAABLdQBQAAAAB+lytXLmmsP3jwoLKNcFi9enUFANlOr1695O+5c+ciIiIUAAAAENzoKwkAAAAgc5QvX94q0FcSQPaWN29eJpUEAAAASCUBAAAAZA49teTu3buvXr2qAAAAAABA9kUqCQAAACBzVKpUySqkpKRs3bpVAQAAAACA7ItUEgAAAEDmiIqKio2Ntcp//vmnAgAAAAAA2RepJAAAAIBM06BBA6uwfv36S5cuKQDILjZs2KAAAAAAGEIVAAAAsoxr164pIJhIKjlnzhwpXL58WYJJHVICQEBbuXLl9OnTCxYs2KRJk7Zt2yoAgJeYZ0ycPQGAL+TIkUP5DH0lAQAAMtk1gwKCTL58+fTskmvWrFEAkC38/vvv8vfUqVPbtm1TAAAAQOC4dj3lVfSVBAAAyBweVuyIKpHt1a9ff8eOHVLYvHlzYmJiZGSkAoBAdvDgwT179ljlZs2a8VMOAF5EX0kA8K5Ue0ZaX7be6kBJX0kAAIBM4Or8+ZoDBWR3devWDQn5vxMTOeDXrVunACDA/fDD7pDq8gAAEABJREFUD1YhV65cN910kwIAAACyKg9borzVSEVfSQAAAH+zq8Y51upS3QDITsLDw6tXr/73339L+c8//2zSpIkCgIB15syZ9evXW+Vbb701Z86cKSkpCgDgJebJEV+wAJBBjj0gZY3+pnW8VW7KYKdJUkkAAAD/cRM3WmXySASnevXqWalkXFzcqVOnChQooAAgMCUnJ1euXNmaTrJFixb8lAOAd11jBFcA8B43o7PqeNLu1gwGk6SSAAAAfuIqcTTzSLuVijNtBIeqVatGRERIU76Uly1b1q5dOwUAgalw4cKPPfbYrl27Dh8+nCdPHvrxAIB3md+rfMcCQAZZ+aIZNNqFjk6zyYwEk6SSAAAAmcAxidR/naaVQPYWGhpav3795cuXS3np0qW33XZbeHi4AoCAVc6G5nIA8DpGcAUAL9LhomPBbrOMj91qIZUEAADwB6eDtSYlJR09etSq2MkZtVXJCwkJ0WW7v+Y2jrdm1l/le3azGtiVg+Sv427x0f7PrL1dpUoVK5VMTk7+/vvv69Wrl+l7+5rry0V9JxNfdZDs58w6wrPgnjdxhHOEZ+8j3Kf72XE9R7h/9rxjmSM8SPbz6dOn9VONj4/323728/7P9ke4uVc5wjNr/5u8vv/Nfeu4Pkj2sKuyT7k5wj1pUwoLC8ubN28OG6ePnPFXRCoJAADgc9ecRZJW4fLly3ZVwKtXr7qp6lmVSNlGBQ03VeoAOjHIarLg6VZUVFSlSpV27Ngh5b/++qt27dpypqQCRBbcnwHBp00V1kMF+eddNz04/nXcY67Wsz81N/vT/X52LFsPGLT703FfuVrvyR5W/9aOzLIKJunYb2ndn9dcDPJhuZZdJvlzPBrNsk/3ZFr/BgTffdLtDjlv7VVP9nOm7H8fHZmO6/3/1+LnIzyAPun+2f+mdOz/HB4EYDmc1Tk9OT4DZU+638Ouyp7vyWtpPxtS/9Yt7d4F/RysI9/pM0+xyWFQ1w/iei3DNdiAOc8HAADIBnQ9z6wmelKVdFpW3qsQe1hRdpTj+skGPCyn6a+u5jotp69qnr79mb59mNX2Z7r3nh/2av369a3FpKSkbdu2qQzsVb/tyay8P9NX9nBfeWV/mp9or+/PrLMn/bxXvb4ns9/+TPdf93vpwoULftuf2e/I9GQP80n3fH+m+29W3p9+25OuytlgTzru1bSWM3hkemt/moLhk+6jI9NxfZr+enFP+nmvZp1Pepbdn1nn+FT+2pNZ4fOepT7pKQZrUd/kuLfTgb6SAAAAmUPX7awKYvHixRXgPTmMhpv0lXO4aE5S/57keF720A033FCxYsWdO3dKef369a1atUrrIwDBJhA/6dlScnLypEmT5BusQ4cOkZGRCvCqLPVJ51OPTJeQkKDLhQsXVtmFq0+x+1s9DCqsjfm8A1lEFvxlP3/+vFRorcWrV6+GhITISj3BkPy11ihvfDOQSgIAAPiWrjuaF5fpS8x09TFv3rwKCHp33nmnlUoeP3589+7dtWrVUgCQ5c2bNy8xMXHdunXbtm0bMWIEv+kA4DsRERG6nCdPHgUAyLBLly5dvHjRaqGyxnfV/TWtqVXMWFQZ2WQ6QkpGcAUAAPCfa9dTXH8KXK9SpUo33nijVf7xxx8VAGR5W7duXb58uVWuVq0akSQAAAACjm6bumqjR3B1SmUAqSQAAIA/2FXarl0/fKsC8K+77rrLKuzbt2/Xrl0KALKw8+fPf/LJJ1Y5T5483bp1UwAAAECgsdqmpKlKR5Lm7JKOYWS627JIJQEAAHzIsdJm0sGkAvCv2rVrFypUyCp/8803CgCysOnTpycmJlrlBx98kEklAQAAEIh025QVTNplk+acRCpjSCUBAAD8xJxg0hy+lb6SgCkkJOT222+3yvv27Vu9erUCgKyqevXqoaGhUmjUqJGUFQAAABCAdDuVYx7pOBVRRhqySCUBAAAyh67b0VcSsNO4cWPdXXLOnDkXL15UAJAlNWvW7JlnnilXrlzXrl0VAAAAEJistilrWC9X80oqbyCVBAAA8DnzajK7yhx9JQFHOXPm7NGjh1VOSkpasGCBAoCsKjY29umnn46IiFAAAABAYHLVV9IxmzRHAlNpn2CSVBIAAMBXXNXM7Cpz9JUEHFWuXLlOnTpW+ddffz169KgCAAAAAAA+YPaVdJpHmhtfYwRXAACALM7uUjL1bzZJX0nAlS5duoSFhSnbh2XmzJkKAAAAAAD4gG6bctU/0mk8mQ6kkgAAAJlA1+ToKwm4Eh0d3a5dO6u8e/fuNWvWKADIbN9//z3DSgMAACCb0W1TViTpZuBWS7rjSVJJAAAAfzMvQKOvJOBGq1atihYtapW//vrrS5cuKQDIPMuXL5dUcuHChbNmzeLnGwAAANmGvnTejCStgt02GUQqCQAA4D9mF0k9fCt9JQFXQkJC7r//fqt89uxZCQMUAGQSiSRnz55tldesWXPixAkFAAAAZAt6XknHzpHe6iVpIZUEAADITPSVBNwrV65c/fr1rfLPP/+8d+9eBQB+t2LFCh1JhoaGDhw4sEiRIgoAAADIFsxhvRyzSbOgMoZUEgAAINPoHpMKgGvdunXLly+fsp0dffjhh+fPn1cA4Efx8fEzZ87Ui48++miZMmUUAAAAkF2YbVPe7RxpJ1QBAADAv8zryxjEFUhVnjx5+vbt+/7770v5zJkz06ZN69+/vwKQeVq1apWYmKi8oXLlytOnT7fKq1evHjBggFWuV6/ehAkTVNYQExNz//33SzAZFhb22GOPyXO222Dt2rWPP/64XnzvvfeaNGmiF8+fP9+iRQu92KhRo9GjR6u0ePvtt7/++mur3LNnzyeeeEJlR6+88srChQutsuyxUaNGpeXeavbs2WPGjLHKJUqU0HsMnnN/JHvoww8/nDJlSqqbhYeHy+97ZGSk/M2bN2/58uVr1ap16623yqdM+VdKSsqlS5dy5crleFO/fv02btxolSdPnnzTTTcpAACyKT3NkNk50hzH1VvoKwkAAOAnTmtyRJKAJypUqHDnnXda5S1btixZskQBgB81bty4R48eTz/9tGMkmVYrV6787rvvFBDcJAg8c+bMoUOHdu3atW7dui+//HLo0KGdO3devHix8qPt27f36tWL8eEBALDapnQL1TWfTTZEKgkAAJAJ9KVnzCsJeKht27alS5e2ynPnzqUBEYCfNWnSJDY2VnnD+++/Hx8frwBc7+jRoy+99NKYMWP8UD2+cOGCfBJ79+69c+dOBQBA0LPrIun0Vq9gBFcAAIDMRF9JwEMhISEPP/zwa6+9Js2I1gSTw4YNczreGgBfq1WrlnwSXd2amJhotvLLxjlz5nS1ccmSJVXWI68ud+7cymeSkpJGjBgxceJEBWRr8jmqUqWK05suX7587l+XLl0yb5o9e3b+/Pl79eqlfGnIkCFr1qxRAADAxm9tU6SSAAAAmYl5JQHPFShQoHfv3lY7/pkzZ6ZPn/7II48oAH733nvvubl1/fr1jz76qF5855138uXLpwJHXFzcxx9/fO+999avX1/5zNq1a7/55ptOnTopIPsqVarUpEmTUt1s+/bt48ePNzPCjz76qEWLFt7qneyUm0srAAAIQo5tU76YVFIxgisAAEDmIpIE0qR69eq33HKLVd64ceOvv/6qAMBL5Ed5wYIFkrmePXt2xowZBw4cUL40ZsyYw4cPKyDoVa5ceezYsbfddptec/ny5Tlz5igAAOAvfmubIpUEAADITMwrCaRV586db7jhBqv89ddfb9++XQFAhl24cGH8+PELFy60Fq9cubJjxw4P71uqVClzsVKlSm42Dg3937BVFy9eHDlypAKyjDQdyd4VEhIyYsSIwoUL6zWLFy++evWqAgAAfuG3tilSSQAAgMxEX0kgraRBv1+/flazfkpKyuTJkw8dOqQAIANOnDjx2muvbdu2zVqMjo4eMGCA2XPLPYlSChYsaJWlYCYryuHC8z59+ujyunXrvvjiCwVkDe6PZF8LCwvr3r27Xjx16tSRI0cUAADwC+aVBAAACArMKwmkQ9GiRR966KEPPvhAPj6XLl0aO3bss88+W6hQIQUgO5JP+o4dO/bu3Xvs2LFcuXJJUlKxYsWSJUuqNEpMTNy6davkHCdPnpTcsVixYpUrV7a+OgoUKCBrTp8+LeUyZco8+uijefPmTdODly5dWkIUq+B+y3vvvXetjbU4fvz4xo0bp+PlpOrs2bPbt2+XXRceHl6kSJFSpUqVK1dOpZd82a5fv172nuwl2V3yhKtVqyZvhwpkFy9elF10/Phxee/k8MifP79EcSVKlChfvnz66mbyIBs2bDh06NDly5crVKggOzzdwd6VK1fkoQ4ePHjmzBk5JsuWLStPzA81Rs+PZF+Qj6S5KK9dXrWb7WWDuLi4+Ph4OSzlEJW3LyYmRna7/FW+dO7cuc2bN8sbLe+4/Kc33HBD7dq1JVVVAAAELL+1TZFKAgAAZCYiSSB9atased99982aNUvZGgclmHzuuefy5MmjAGQjEhpNmTJl7ty5ErDZ3SSRmHwJeNKdUX5qFy5c+MUXXzgdkVWil3vuuadLly6PPfbYa6+91rBhw7vvvjskJM0jS8XGxq5bt84qpLrxiBEj5H+UV6dsad+wYcOmTp3qrfqABIey01atWiVhm91N+fLlu/3223v37u0mKps0adInn3xilX/88UcJIBMSEmSllC9cuGBuGRoa2qBBg/vvv79u3boqoMiel+Nh0aJF//zzj9MNIiMjGzVq1LNnT7uQTFu9evWAAQOs8tChQzt06CCp2EcfffTdd9/JG2puKQmZHGDt2rVz9Qsl6WOTJk2s8l133TV8+HBZI79un3/+uZUOapJ+3WNTtGhRx8eRI2r//v1W+fHHH+/Vq5dKjRx4shOs8quvvnrHHXeoNB7JXhcVFWUupqSkON1Mju1p06YtX7782LFjTjeQVLJFixZycDrGk4MHD/7jjz/sVpq7a/r06a7edyFRsXwc5K/dejlm5OtI9rxk2woAgADEvJIAAABBgXklgXSTZtw2bdpYZWmgHD9+vLTkKgDZhUQs3bp1+/TTTx0jSbFlyxZJg9566y1XuYXl5MmTEsJJ4uJqksi9e/eOHj36P//5z6FDhyQQ6tixYzoiSVGxYkW7gmb3Qy+LkpQ89dRTes3WrVtnzpypMkxe7Ntvv33vvfdKNuYYSSpb78k5c+bIBp4PGyvpi6S/3377rV0kqWxx2ooVKySGkRRHBQ55RRI8T5w40VUkKZKSkpYsWSJJlWymPCAhpRyrX3/9tV0kKeR/effdd7t27bpz505PHurw4cMPPPCA/L92kaSyjWgq6XWnTp10lGiS9bqsp0d1Q97QX3/91SpLFtiqVSur7OZI9oO4uDhz0elzkKNX3kHZ264iSREfHy+bde7ceenSpcp7JkyY8MgjjzhGksp2zMybN6dOOcAAABAASURBVK9Hjx7y1aQAAAhAzCsJAAAQFOgrCWREhw4d6tevb5UlWpgyZYr7fAJAoDhx4kT//v2PHj3qfrNvvvnm448/dnXrwYMH+/Tpo2eLtISGhlauXLlIkSLmygMHDvTt21ePqpoO8l3U10Z/Kbl3zz33mF0MJ0+eLM9BZcC+ffskW5Wo5urVq3ql9WLtuotdvHjxvffee/nll1Nte5L0ZcCAAfJeuN9MIrSVK1eqQCCJ0aBBg86cOaPXSAgtB0P16tUrVKhQsGBBu1qZBK5z5851/5jbt29/9tlnExISlG1mxJo1a0pCefvtt5sjoEpI3K9fv7/++sv9Q0lsPHDgQB2Xli9fvm3btpIiV6lSRYflEgYPGzZsxowZdvdt166dNeOysv0gppqN/fTTTzpDveOOO/R903oke5cZFRcrVsxxiGA5wuXoNQ/y8PDw4sWLy26XHW438HJycvKLL74oe0N5w7Rp0z799FP328iHZfDgwal+ZAAAyIKYVxIAACAoMK8kkEG9evWStmCrD8rGjRs/++yzHj16KAABTgcJkjRIZFKvXr2yZctKFHHkyJHFixfPmjVLJ2pTpkyRPObGG2+0ewRJXJ577jkz17zzzjslt5PwacmSJRLJjB07VgLLt99+2xpJ1Qp7JHVI3xSPsbGxEjul6S4jRoyQ55OUlKT/d3kt6eupeerUKYkPzU6lTZs2lecjsVbOnDmVbb5DCQ7lxeptZA/IvpXwyc3DSnJ5+fJlKUhuJzFq7dq1JR47ffq0pJWSB5u5lwRFX331lcra5LXITtadPiX06t27d5s2bczoS/aPhE8SfUmgZa2ZNGmSGfg5ko2tguztCRMmmAN4Sgz5zDPPWP+j/B06dOi8efPcTMa5fPlyqxAVFTVu3LiqVavqm+TIl7dYj9E6fvx4SQ3NgUYlkGvevLkc29biDz/8UK1aNeWabKDL7du31+V0HMnecujQoe+++04vyv6020CSeznS9GKNGjXkHWzcuLFZkZZdJG/ZL7/8Yi3KJ0tSczny9Qb6EeTg37x5s1V2P2qrZfXq1coWY992220tWrSQp3fDDTccO3Zsz5498nboryzJvOUJyGdHAQAQUPzWNkVfSQAAgMxEJAlkkLQPPvbYY3r6qz/++MOTkesABIQOHTrMnDmzT58+NWvWlJwmOjpakoMnn3zSTCaE0456o0eP1qNB5s6dW3ICSQElh5OCJEMSEc2YMaNVq1affPJJ8eLFrc3Onz//2muvKX+JiYl5+umn9eLWrVslD1PpMnnyZDN/7d+//7vvvlupUiUrklS2lKt169byks3o5cMPP9y1a5ebh7UiyYcffnju3LkPPfSQZMORkZElSpSQlO7jjz82hwyVKEgHPF7x66+/3pxGY8aMcf+Yc+bMOXjwoFUuWrSo7DSJWu0ywnz58g0cONA8wCRkcpyG0JEcoh988IHdnIKyx2RHFSpUSD/URx99lOpDyfaymRlJCgnApk6dKv+LXmMmbRb5vOiyhI5uRjWX/bB+/XqrXKpUKQmbVWZbu3bt4MGDz507p9d07drVbhtJavWLatCggXyWmzRpYleRlvrAm2++acbtS5cuNR82IwoUKCCHzciRI1u2bCn/UVhYmHwcmjVrJl9TktnrzQKl6zAAACbmlQQAAAgKzCsJZFxERMQTTzwhbYXW4oIFC3QnCQCBSxLE559/Xtr9HW9q3Lhx06ZN9aLjnJGnTp0yB94cNmxYnTp1Dh06JHGFhH/WyqSkpBMnTpQpU2b8+PH6f9mwYUOqw2x6Udu2bRs1aqQXp0yZsnv3bpVGdj3M/vOf/zzwwANOtyxWrJhEd5Is6jUSyiq3JO2TPNKxp2BISIhEqubYsFl/Oj35ddBliR4l53O1ZT0bvXjkyBHllkSbkhFK9Ot4U/ny5R999FG9+Pnnn1tjvbrx0ksvlS1b1nF93rx5zR54ssN///13cwMJ6goXLmyVExMTdc9LR+blOx07dlSZ4eLFi9u3b1+yZImE8d26dXv88cfNoVbloyHHnrm9fKiXLVtmleXwGz58uNMvB0ufPn3MW1N9Bz0kuWmtWrUc18v/NWjQIL148uRJpxO7AgCQlTGvJAAAQFCgryTgFdIW/NRTT+kW4Tlz5vz8888KQCDr16+f7urnqHXr1rp8+vRpu1s/++wzPfNcS5tt27b997//1VGBhJEvvvhiiRIlpHzjjTfed999+r5+7m8tOVO+fPmssjxnCVDddHFzat68eXpK3Tx58kge42bj/Pnzm93IJBOSsMfVxhJGPvvss25uNafGzOIxTHJyco0aNRo2bFiqVClJZ2+99Vb321vHhkUSPvcbd+/eXV8Z4+iuu+7SjyZvrpuwUFSpUkVCd1e3xsbGyqPpxaVLl5q3SpXynnvu0YtujmQ5ZqyCvInt2rVTPiO5o6u+rfIW9OrVa+jQoZMnT7ab+lF2pvym2z2UHKh33nlnnTp15O1r0aKFzl+dktdljuqc6jvoCYmKb7/9dle3yhunh21QtmBSAQAQUJhXEgAAICgwryTgLdJAOXjw4Hfeeef8+fPKNtFXWFjYLbfcorznxIkT7ptBAXhLSEhIkyZN3GxgdnRzDADMDtNWr0rZXoKKS5cuSVnikM6dO5uRp6yZPn26VV61apXyo0KFCg0ZMkT3gdu1a9eUKVMeeeQRzx9h7dq1uvzggw9GR0e7375bt25fffWV7j22Zs2aO+64w+mWEuOZ4Zwjcw5OPV+jV0h66rS/oBvx8fF6gFZHERERzz//vPJYkSJFdNl9ThwVFeV+PmM58OQAmzVrlrUoqWTbtm1dbTxw4EDlVqtWrXTcKA9lV42UVPLjjz+2yn/88cfZs2d15q3JASM/Z1a5WbNmefPmVVmJHFTvvvuu47MqX768ZPbKY/J7vW/fPquc1qTfKfffSMr2JaMn/iSVBAAEHL+1TZFKAgAAZCYiScCLihUr9tRTT0lr5sWLF5VtoDxpC3bT6SRNxo4dW65cOTdNyQC8qHjx4nYT/tkpWrSoLtv19pNvADOdssaBlJRLor6JEyf27NmzTp06do9WpUoVSa2Sk5OVLU6QaMHs9uRrt99++5IlS3S/t2nTpjVv3rxSpUoe3n3btm263KJFi1S3ly9GyaK+/PJLa/Gff/5xtaWeENEVMzqyJqH0lptuumnUqFFpusvs2bNTnVrSE/JC/v77b3OaTN3v1ql69eqlGuyVLl1al833y44kiPLClVtlypTR5TNnzki6bHYKlDC1YcOGVrIuUdyPP/7oODvj999/r8s+7SiZVpUrV27dunXHjh3NQYbT4dy5c5K8Hjt2TK/xSiopdQD3G5gDGrvpggwAQNZEX0kAAICgQF9JwLskyRg0aNDo0aOtYHLmzJnS/t6gQQOVMRJJbt++nY8q4DdOp+gzmTMd2kUOdqNBmhcThISErFixQqXmwIED/kwlxYsvvihJmDUUrVQMhg0bJl9fbqbN0ySAMTMzM6Byw4wb3XTqKliwoHIrPDxcl/Uostazuu2221RqPv30U8/DV1+QI+fQoUPx8fGHDx+WEEsSvqNHj0oeafWp1dxPs2T2qnTFjBLdDHVrxlquyM+cHBg6A5ZHs3vT27dvr/v7OqaSEr3rEc4lqvfWhTuu5M6dWyJ/pzfJq4iOjpbnIDuwQoUKciSkerw5kt96+bRa7+BRm4MHD8rvtd1mXpkoK9UvJbP7tfskGwCALIi+kgAAAEGBSBLwOskSJJh8//33rW5P1qiMGQkm33nnnd27d0th//79fGYB/8iTJ49Kr7NnzypbQuAYDJjJmRt2oZQfSDbz8ssvDx482FqUYHXy5MlPPvlkqnfUQ3GKyMhIM6x1w8NUMtXBYAPU6tWrv//++y1btrgZ8dVznozsbXazkyj0zJkz8o47bpZq51RL2bJld+zYYZXNA8DSvHlzeXD5L6RsvUZzGN4lS5ZYV+2IDh06SE6vfKlUqVKTJk1SXiU7cOHChb/99pukj/4cKDWDPTgBAMji/Hae69vKBwAAANyz+koqAF4lweSAAQOsbkbyEZNgct26dSpddCQpkpKSvNKEDSBVGWkWkTxGYptKlSql+0G8Mt5jWjVp0sSc33HWrFnmIKKuWBGsxfMJAiMiInTZzXyQ2e8iDAnkXn31VfmBWLRokavvc3nVNWrUqF69uvKMJ30lJWX3ZJ978lDq+vDS8aEkmW7Tpo1enD9/vnmrOXzrPffcowLN4cOHH3rooddff/2PP/5wFUnKrm7UqJE5yLNXcE0SACB781vbFH0lAQAAMhP9rgAfKVOmzJNPPjlu3LjLly/LB23KlCnSUFuzZs00PYgZSVr27NlTsmRJBSCrOnHixC+//FKgQAFl+x5ITEwcMWKESiNzvE1/evbZZ//88089juvw4cNnz55tplmOcufOrcvHjx/3sF5hTrmXL18+FRwkrh40aJDTaR0LFixYpUoVSbIrV65cp04dyXc//PBDT1JhZRuuNtVt5L+2uu9bXKWPnjyUuv7tsw51Ox07dvz888+t8sKFCx977DHrqIiPj1+7dq21vlatWsWLF1cBZfv27QMHDrS6gdqRn+ZKNtWqVZPf+rCwMHnV5o4CAADuMa8kAABAUGBeScB3ypcvL8Hk2LFjr1y5Ih80aWLu16+f58HkG2+84diTZu/evbfccosCkCVt3Lhx+vTpeoDK8PDwkydPSvri4bimmS4qKsocx1W+giZMmKAXnTIzxatXr0oMU6xYMZWaI0eO6LLTWCuDJNVbvXq1ymIknzYjSUmwateuLSGWHCGOO+38+fPKM0ePHk11G3OHy7vs6oD0MEUzf5ucjh9bunTpGjVqbNq0Sdmy6nXr1tWtW1dd31HSnG81ICQkJDzzzDNmJNmgQYOqVatWr15d3kfHjsKev4MAAEAxryQAAECQIJIEfEqCyf79+48fP14a61NSUiSYfOyxx6QNOtU7Oo0kxc6dOxWALOnHH380B6uUMGb//v1SkCBKEhoVIJo0adK+ffvvvvvOWvziiy9atmzpZvuYmJiIiAjdD+/w4cOepJKymS4XLFhQBYGVNnpxyJAhnTt3drO9ZGC67H5AM0+iRDOVdDMPpScBpzwxs9ulq0dr166dlUqKRYsWWank4sWLrTUS2N9+++0qoMyaNUs+1FY5d+7c8svufpRdp10qAQCAK8wrCQAAEBSYVxLwtUqVKj366KM5c+aUsgSTkydP3rFjh/u7vPLKK67mGzt16pTZVA0g6yhXrpzVmBIaGnr27FkrklSeXUxw5coVyTwks9m8efOJEydUpnr66afNqGn48OG696dyaDAKCQkxr7RYunSpSs25c+fWr1+vF6tUqaKCwA8//KDLN998s/tIUpjDd7uvqnkSJS5fvlyX3VwZI0Ga+V47tWzZMl0uWrSoOcek6Y477siVK5dV/vXXX69evSqfiH/++cdac9ttt5lj/wb9c76pAAAQAElEQVQE8x3s1auX+0hSDnLzfZFffwUAANzyW9sUqSQAAEBmoq8k4AfSBCzBpLTdK9sIhxMmTHATTEok6b7jy969exWArKdChQp33313dHT0kCFDypYtq9fPmTNHPvju7ztv3ryxY8e+9NJLffv27dKlS1JSkso8EheZc2FKuLJo0SK96NhgZMYz3377re5P5oo5yG1ERETjxo1VENi3b58uN2zY0P3Gkkxv375dL7o/fmRLnfY5Je/Ijz/+qBdbt27tZmNzS0fy7n/yySd6sU2bNq62lKNI/0cS0m/YsEF3lFS2npQqoJw/fz4+Pl4vNmrUyP32q1atMhedppLUwAEAMNFXEgAAICjQVxLwDwkm+/XrZ51oXblyRYLJuLg4x81SjSTFnj17FIAs6fbbb3/55ZdLlix555136pW7d+/+9NNP3dxLvhPMDTp06BAZGakyVf369Tt16qQX5Rm62fiuu+7SrUjJyckzZsxws/GZM2e++OILvdisWbOwsDAVBMyugadOnXK/8VtvvWUuuk8lJfF677333GwgMbB+BEnN5c11s/GkSZMkRHR16y+//HLgwAG96H4U1vbt2+vy6tWrV6xYYZVvuOEGa0DXABIeHm6NeWA5efKkm40TExPHjRtnrnH6CZLH1OXLly8rAACCG30lAQAAggJ9JQG/qVmzZt++fXUwKU2WdvniSy+95Mn0YKSSQBbh9Ac0T548ytaVSj7yeuWUKVPmzp3r9EEkwHjmmWfMwR67d++usoABAwZ4MkOkKFOmjJlOSehodqczyVfcwIEDL126pNd07dpVBYdKlSrpsmR7rpI/iRjff//933//3Vx54cIF5dZff/1lTWDseNPs2bPnzJmjF5988snQ0FA3DyWxsfwYOR0qfP369WZc2rZt2/Lly7t5qFq1asmxYZV/++23LVu2WOW7775bBRrZaeaLlY+zq5ZTeWefffZZu19zp+Pi6hFu1fUzrQIAEJzoKwkAABAU6CsJ+FOdOnV0MHn58uWxY8fqiFFagVPtPWORu9CpAshc8mmVEKh06dJutnnhhRd06iCf2TfffPOpp57avHmz7jUVFxc3efLke++9d+XKlfpegwcP9jAL9LXcuXO/8sorHm4sWaM5v+CkSZMkat2xY4fOySR8XbJkSc+ePc2BSR9++GEJrlRwqFixoi4fOnTokUcesYsexcaNG2VPfv7553brz507p1IzY8YMeUw5wPQ+P3jw4KhRo8aMGaNrevXq1TP7L7qyevXqHj16LFu2TGdpElV++eWXjz/+uE4r8+fPL0811YfSI7Xu27dPPw2JM1UAMt9Bee/kCLcbOFc+2j///HOvXr3Wrl1rd1+n72DRokV1WT4yixYtWmuTuQM4AwCQWfzWNhWqAAAAkHnoKwn4mQST0nBpdSRKTk6WYFKCig8//NDDSFLZ2j0PHDhgzloHwJ8kV5PPrAQ2BQsWlLDN1TSK8iEdOXLk0KFDddfAFTYhISHly5ePj4+XpMfuLn379u3WrZvKMmrXri3Pxxxw1RWJJN9+++1Bgwbp9GWZTWhoaIUKFeT7zbEjeN26deX1qqDRqlUrCfZ0KLt79+4hQ4ZItic/CjfeeOORI0ck4tLTBsfExAyxsRbNOSkdFS5cWPZwSkrKpk2bZJda+1x+JuTgNDeTd/ONN95QqZFHO3HihBzVkrrJohyr8jhmX15RoEABCTujo6NTfTQJICVvM8cvvfnmm+XVqQB0//33S+h4/vx5a3G5Tbly5W666SZZlE+0RML6p1ze1ubNm+uRdZ2+g2bMKQfAsGHDrPJbb70l91UAAAQZ+koCAAAEBfpKAv7XoEEDady0yhJMjho1yvNI0qJbrgH42ffffz927Fjdh8z9BJC33HLLtGnT9CCWFkmPdu7caRdJRkRESJ7Ur18/lcX079+/RIkSnmxZvXr1mTNn1qhRw1wpcdS2bdvsIkmJ4gYMGCCBTVBdF5UrV653333XbmfKYfDLL7/IfpO4S3+xd+zYUfJLOXhKlixprZGbJCl09cilS5ceMWKEpN3WorXP7SLJO+64Y/z48anmiPIg48aNk9BRr4mLi7OLJCWnnDFjhjkgrRvyUE2bNjXXBGhHSWXbzxK9y0fVXClZ8hyb33//3fopl+8EObwnTpxoJouOvSdF69atJQN2XM847QCA4MS8kgAAAEGBvpJApmjcuLEVTKbv1EsiDQXA7yTXkVRSL+7fvz/VSwQkwpk9e/awYcNcDfcaHh7erVu3b7/9NgtGksoWl3o+jmuxYsU+/vjjN954w+wEZmrQoMHIkSPnz5/fo0cPc1K9ICERlBwMvXv3djqzo6ysW7fu9OnTn3/++dy5c8uaFi1a6Fs/++wzN48soaPk3xIMO95UpUoVCYBfffXVsLAw5YGyZcvKk2zVqlXOnDntboqJiXnuuefkPypSpIjyWIcOHXQ5KipKHlkFrPr163/11VctW7Z0emuePHnkjZBEWQ5vqV0XLVpUvyP79u37448/7LaXvTFp0qTatWvbrSeVBAAEJ7+1TXFtPgAAgK/oitY1m5SUFOvv1X+dP38+ISHBCiY9vOYdgBcNGjRID+2YJnnz5n3rrbcUAP9auHDhggULpJAvX75HH33U/bySjnbs2LFixQprXtj8+fOXKFHixhtvlL9OM6pAFxcXt2zZMnmxUseQNEuyrgoVKgRhEunUkSNH5GCQOtjZs2elYiYhnxwJVatWlYjaw0dYvXr1gAEDrHK9evUmTJhglePj47ds2XLw4MGQkJCCBQsWL168Zs2a7h/qypUrTZo0scpyLz3L6YULF9avX3/o0KGkpCR5KMnYJDRNx7Eqh4E1GKzo3LmzHpY2oG3fvl32TIKNJPdyhJcsWVLC+PQ1p8r7Je/a0aNHk5OTJdqULNMxqkSWsmvXrvfff98qT5w4UQEAMkwqRYmJifJLKr+G0lQVaggLC5O/OXPmtP6G/CvHv1QaE03mlQQAAMhM9JUEMou00qYvkhTnzp07efJkoUKFFAA/uvPOO/fs2SMNJRJJ5s2bV6VRJRsVHMrbKDhzg43ygRgb5Q25c+du3LixyrDFixfrcseOHVW2UNlGeUkJGwUAQHDzW9sUqSQAAEBmsuaVJJgE/EwiSQk2VAbs3LmzUaNGCoAfyc9l37596fAHeOjChQu//vqrVa5evTpBNQAAcMVvbVPMKwkAAJCZiCQB/3vqqacyGEkq5p0CfG/Xrl2OK4kkAc/NmzdPjwpgTjAJAABgx29tU6SSAAAAmcnqK6kA+ItEksnJySrD9u7dqwD4hvwyLly4cPTo0fPnz1cA0mXfvn0fffSRVc6fP3+bNm0UAACAC35rm2IEVwAAgMxEX0nAn7wVSYpDhw4lJiZGRUUpAF514cKFKVOmbN26Vco//vhjlSpVKlSooACkZt26db/++muNGjXkQ7Rly5bFixfrgQF69uwZERGhAAAAXGBeSQAAgKDAvJKA3wwYMODKlSvKS+STu3///qpVqyoA3nPw4MEPPvjg5MmTes2xY8dIJQFPhISEfGljt75MmTL/+c9/FAAAgGt+a5silQQAAMhMRJKAf3g3krTs2bOHVBLwojNnzrz99tv6o5onT56HH364UqVKCoAHihUr5rgyb968I0aMCA2lARAAALjDvJIAAABBgXklAT944oknvB5Jip07dyoA3pM/f/6GDRta5RIlSrz00ktEkoDnihYtmjNnTnNNs2bNZs2aVblyZQUAAOAW80oCAAAEBfpKAr4mkWRKSorygT179vARBryrS5cukvdLGCkFenchy7r55ptXr16tvEGOc289lPwe/fDDD9ttJOOvVq1a+fLlFQAAgAeYVxIAACAoMK8k4FO+iyTFlStXDh48WLJkSQXAS8LCwp577rncuXMrAGkXHR19s40CAABIC7+1TTGCKwAAQGYikgR85/HHH/ddJGnZs2ePApBe27dvd1xJJAkAAAD4GfNKAgAABAXmlQR8RCJJ5Xt79+5VANIuOTl50qRJY8eOXbNmjQIAAACQqZhXEgAAICjQVxLwhdGjRyu/2LlzpwKQRvHx8RMmTDh+/LiUZ8yYceONNxYvXlwBAAAAyCTMKwkAABAUmFcS8IVBgwZdvnx5z549O2z27t3ro6FcT506lZCQEB0drQB45u+//546deqlS5esxWLFikVGRioAAAAAmcdvbVOkkgAAAJmJSBLwkbCwsIo27du3T05OjouLsxLKgwcPendoGok8a9WqpQB4YPPmzZMnT9aLTZs2ve+++xQAAACATEVfSQAAgKBAX0nADyIiIqrZSDkpKUmyye3bt+/cuTM+Pl5lmDwOqSTgoapVq5YvXz4uLi40NLRnz57169dXAAAAADIbfSUBAACCApEk4GeRkZF1bKR8+vRpSSglVpS/UlbpsnfvXgXAMyEhIY888sjEiRPvu+8+5pIEAAAAsgj6SgIAAAQF+koCmahAgQINbaQcHx9vxZMiMTHR8wc5cODA5cuXw8LCFAAPREZGDhkyRAEAAADIMugrCQAAEBSIJIEsIsamadOm8qk8fPiwJJTbt2+Pi4u7cOGC+zteuXJlz549FStWVACud+nSpf3795cvX14BAAAAyMLoKwkAABAU6CsJZDXyeSxu06JFi5SUlL1791odKHfv3i0BpNO7kEoCjk6cODF58uTjx4+/8MILxYoVUwAAGC5fvvz6669ncJLvxx9/XKVdw4YNH3jgAQUAMPitbSrniBEjFAAAAHxPanjWX01OxS9evGhV+woXLqwAZDHy8SxQoECFChWk9eq2226rXLmyLEpUmZCQYH2iLREREfXq1VMA/rVly5axY8eePn1aPi9SbtSoUWgoV0UDAP6/nDlz3nDDDatXr1b+JdW2/v37h4eHKwDAv5KTk6WFSgpXr16VQohBvq7NxRwOVBr7WXJWAAAAkJnoKwlHZtyFrEMylQo27dq1k3O2uLg4qw/loUOH/vnnH4le+CADyvYNtmDBgh9//FGvKVWqlPVjp+AlfNsAyB4qVapUt27dtWvXKj9q3759VFSUAgBcj3klAQAAggKRJCy01weWiIiIajZSTkpK2r59Ox9kwDJv3rzFixfrxS5dujRv3lzBq+x+Mvj+ARC4OnXqtHnz5uTkZOUXsbGx/CoBgFPMKwkAABAU6CsZ5NIURpJcZk158uSpU6cO7w5gadmy5apVqxITE6Ojox966KHSpUvz6Ug3D6sHeg9TnQAQcAoUKNC+ffs5c+Yo35Mvye7du4eEhCgAgAO/tU3xLQwAAJCZiCSDljW3qJubHCkAyPLy5s3br1+/ihUrPvfccxJJKmTANddcba8AINA0b948NjZW+V6TJk1KlSqlAADO0FcSAAAgKNBXMjg5Nhx7skbR4gwgEEibb//+/aWQkpKikF6u6gbWelf9I6311CsABJCQkJDu3bu/9dZbypciIyM7dOigJGmvnAAAEABJREFUAAAuMK8kAABAUCCSDEJ2yaK5aJU9TCgBINMlJCQkJyfHxMQoeJv5ze8moXQaQ1K7ABBYSpUq1bBhw1WrVimf6dSpU1RUlAIAuEBfSQAAgKBAX8lg45hB6rJedCw4XQSAzLVnz54ZM2ZERkY+8cQTERERCt6mqwdmVcGx2uA0m6R2ASCwSGq4adOmpKQk5QMVK1Zs1KiRAgC4Rl9JAACAoECjYVBxGknqPNLxr3KdUAJA5lq6dOnPP/8sX03JycmfffbZAw88oOADupJgFpwGk4pKBYBAFhUVJcHkjBkzlLfJF2P37t0VAMAt+koCAAAEBfpKBg9XI7XuGjz42pUrdqGjPjAIIwFkNSkpKUePHr10/nyzf9cUOnRoz8aNCr6kc8fI2rWL9erltPJgV6mgggEgsDRq1Gjp0qX79+9XXtW8efOiRYsqAIBb9JUEAAAICrQYBiG7PpFnV6+WVFIBQODIa/v3/506dU7BT3Lkzi3BsLJlkJbrbiWYBBDIunfv/vbbb3vxsrz8+fO3b99eAQBS47dKY4gCAABA5qEzXJBw+i6bc0kCAOAJ+eG4evXqNQfKYUhwAAg4pUqVat68ufKebt265cqVSwEAUuO3CiSpJAAAQGaiE0OwMRuOSSUBAOmQkpIiwWTKv/hBAZCdtG/fPjIyUnlDlSpVatWqpQAAHqCvJAAAQFCgr2QwsHuLHXu3AADguRSD/I6YwaRjd0l+aAAElly5cnXq1EllWGhoaNeuXRUAwDN+qzQyryQAAEBmoq9kUHEaT5prwgoVqjF2nAIA4F/n9+7dPvRFvWjFkNZVTSEh/3etufyVNVaZSgWAbKBRo0arV6/euXOnyoA77rijaNGiCgDgGb9VI0klAQAAMpPVqkgbYvCw684i7cjmrTly5sxVooQCAOBfVy9cMBeteSVDbPSPiJTtukhSwQAQ0Lp37/76669fuXJFpUtMTMztt9+uAAAe81vVkRFcAQAAMhMthtmeqzH0GMQVAJAO1hUt1rySbgZuBYCAVrRo0ZYtW6r06tq1a1hYmAIAeIx5JQEAAIIC80oGm2sOFAAAHrP6SqZczy6Y5PcFQDbQpk2b/Pnzq7SrWbNm1apVFQAgLfxWeySVBAAAyEz0lQwqZr9JWo0BAOlgl0pysQuA7CpXrlzdunVTaRQREZGOewEA6CsJAAAQFOgrGcys5mNiaQCA55yO4GoXTzreRQFAAKpVq1bNmjXTdJf27dsXKFBAAQDSiL6SAAAAQYFQKkiY9XsmAAMApJvjCK6OYeQ1F1MaA0DA6datW2hoqIcbx8TENG/eXAEA0o6+kgAAAEGBvpLBjKH2AABpZfaP1JGkchgbnN8XANlDgQIF7rjjDg837t69e0gIzd0AkB70lQQAAAgK9JUMKtecUQAApIWrXxO73xR+YgBkD7fffntMTEyqmzVs2LBSpUoKAJAu9JUEAAAICvSVBAAAaWI3dqu1kuoEgOwqLCyse/fu7reJjIzs1KmTAgCkF30lAQAAggJ9JYMWHSUBAOlwzQV9qwKAbKdSpUp169Z1s0H79u2joqIUACC96CsJAAAQFOgrCQAA0sRxOkl1/cUuVC0AZD+dOnWKiIhwelNsbGzTpk0VACAD6CsJAAAQFOgrGTzMKj4NxwCAjLDqD05/RPhlAZAtFShQoH379o7r5cuwe/fuISG0cgNAhtBXEgAAICjQVzKY8dYDANLKfS9JAMjGmjdvHhsb67iyVKlSCgCQMfSVBAAACAr0lQw2ZiOyAgAgY/g1ARA8QkJCunfvbq6JjIx02oESAJBW9JUEAAAICvSVBAAAaeK0cyTVCQDBoFSpUg0bNtSLnTp1ypUrlwIAZBh9JQEAAIICfSUBAEA6EEMCCE6SREZGRkqhYsWKjRo1UgAAb6CvJAAAQFCgr2SQYzIwAECamL8a/IIACEJRUVESTIaGhtqN5goAyAi/VSxDFQAAADIPfSUBAAAAwHONGjWKiIgoWrSoAgB4CX0lAQAAggJ9JQEAAAAgTerUqaMAAN5DX0kAAICgQF9JAAAAAAAAZCK/tU2RSgIAAGQmq68kwSQAAABMDKcBAPAuWh7ght/apkglAQAAMhORJAAAABQxJADAx8wfGhoiYIe+kgAAAEGBvpIAAABBLq15JPklAMAVD5sX9E8JzRGw0FcSAAAgKBBJAgAABC03+SLRIwAgHdz8fDhtfLC2p10C9JUEAAAICvSVBAAACE6ODceerHG/HgAQzFy1LVjr3fSPpF0C9JUEAAAIClT9AQAAgpBdrGguWmXPE0oAACyuZo40Wx6sa6OVQzZJ60SQo68kAABAUKCvJAAAQLBxzCCVQxjpWHC6CACASTcvuG9qcJpN0joRzOgrCQAAEBSo9AMAAAQVV5GkmUp6mFACAODI7BapC04bHxzX00YRtOgrCQAAEBToKwkAABA8nI7UeuDE+XfmbrXqhHYbOK5Rfmw3BAAEFlc/ExHhOUfdX8vDYBLBib6SAAAAQYHaPwAAQBDSkaQ4e/7Ssm3HFQAAvpE7POfVq1dzGNT1g7iaTRM0UwQnv73pIQoAAACZx+76dwAAAGRXrqaQpPEXAOBT8ouTYrAWzetjFIOEBz2/HQCkkgAAAJmJixABAACC1rV/KQAAfMkxknQMJjV+mIIQ80oCAAAEBaZwAAAACAaOHSWJJAEAfnP16tWQkBA9dquUlcM8lLROBDPmlQQAAAgKVPoBAACCkJlKpqSkmDfVrxjzWNvqCgCADHjqg+UJ5y/pReu3RqeS8leCSbsrY2idCGb0lQQAAAgK9JUEAAAINma/ScfukrkjQkvF5FUAAGRASMh17QxXr161rQyReNLKI63LYnQHSotuoKClItjQVxIAACAoUNEHAADI9uyGbzXLjOAKAPADq6+k/OjkzJlT99HX8aS1SOtEMKOvJAAAQFCgryQAAEBQMftHOh3BFQAA75LfmqtXr+pZJHUYqdE/EvSVBAAACApU+gEAAIKT2RysAADwGWl20PNKWmTRukha/ft7pJsmaKYITn5700MUAAAAMo8+DQAAAEDwsOukogAA8Bmrr2SKQTnMbcyPUZDz2wFAX0kAAIDMxEWIAAAAQcLskmKupCEYAOBrVudIzRrEVRnZJPPLBDn6SgIAAAQF+koCAABkb04re/SVBAD4jTVkq0VPaez0N4ifpKDlt7eeVBIAACAzcSkiAABA0KLxFwDgBzqGNINJZXTiVwh69JUEAAAICvSVRNBKuaaupFy7ksInAAAQROzGblWM4AoA8Itrril+jMC8kgD+H3v3Ad5U1cdx/HTvSSfQlln23htatoIMQVyIgqiIilucrwsFtyCIgoKCE0ER2ZS9996zQFndeyR9j1y5hCQt3U1zv58nT59zT07SJrlpb+6v/3MAABpBrSQ0IlMn4tJtkjJtkrNsUrNzs3S2yVkiM+ffqzyccl0dbJzt9B6Owssp19cl191RAABgxTj5CwAoY6ZJJGCozM5NkUoCAACUJ9aTh3XLyMk9GW974JrdmQTbU4k2V1JtrqbbJmTIYFIYfhB2tFPySBHkpg/1zK3po6vjo2/or/Nw4q0BALBmnBoGAJQBdS1JW1tb02zS9C8Rpyk0qMxedFJJAACA8sSxPqxVYoaIOme36ozDmSTb80kiKdNGn/dJ1yyduJpmczVNHI21k5tujvZBrvowr9xuYTm9a+j8XTldCwCwZgSTAIDSZnYJSaMFJqFl1EoCAABoArWSsEp/n7D/cofDuUTbLL0owsfb1CxxMsv2ZILYcN5u+p7cR5tkDQrP8XASAAAAAIDCUs48GC4habZYn7MTWkatJAAAgCZw0A9rkqkTJ+Js39nouPWinSgJWTpxPsnmfxucFp10eLF1ZtNAvWPJ3DEAAOWGehQAgAXi7ITGldmrbysAAABQfpT/WBRAxXctzebnQw4PL3YueCTpaC+cr1+c7EU+n4DkW2T7RdtHlzj/cMDxciqfkwEAVoVDQQBAGcirPhJQlNm+Qa0kAABAeeK/EWEdLiSJr/c4/n3CLiEjv/3ZzkZU8cit5pVb2UPv55Lr4ZjrcD3BzNGL5EwRn2FzIcXmVILtxWTbbL3xbRMzbSZtcTgeZ/No06xaPnyWBgBUeJwaBgAAFoJ1JQEAADSBdSVhBRIycl9b77z5vH2mLs8xvi65EWE5kWH6al56b+d/80hXB2FrsOPrc0VGtkjOtolL/zeYXBNtt+KUXULmLW+NLJ3487j9tXTxcpvs8Ep6AQCAVSCeBACUGYomYRbrSgIAAGgCkSQqOhlJPvi368Frtvo8PtXa2YqHGmY/1CgryF042uY5U6tMKF0d5SU30C23rp++e/WcZ1uKHw84zD7gmJZ9c1hmjlh91t7VXrzVMdPPVWiWXqc7un37tfPnE65ccXJ18fIPqBQcHFqvnqOLi4AQl8+cjjl1OiUhITUhISM9zcPbx6NSpUqVg0Pr1rN3dBQAAAAAAAPUSgIAAGgCtZKo0BIyxAtRzvuvml+u3sNJtK+qe6NdRlVPUSjy/eBkJyp7iJfbZd9ZM+fznU6bLtilZv13rYw//z5hX6eS/olm2Xa2osiijxx5pVfPAg528fR08/R08fBwcXf39vcPrlGzcs2aDTt08A4MFGUrJyvr76+nrfn1VxlJGl0lf5M07tLlpdk/HNq8+f1h9xheZWdv/8PJU8Landi9e/UvPx/cuPFqdLTZAXYODjUaN24WGdnhrgF+VauKQkpPSpJ7gtAwngEAAADAKlErCQAAoAlEkqi40rLF3EMOmy6Y+Uwhw8JqXvpRjbMHhOe4OJi7bVZucrZteo7Q6f/d/x1sc+UwD8dcZ5M7axCQ+3G3jD+OOfxyyP5Y3M0QcuouxyYBuk4hZTSPqwxj5MWoU8YzA54c2/uRR8qs/C7p2rVJDz10+sB+s9fK3yf2Tk5Ck66cO/fT++9tX7o0/2G67OzjO3fKy2+TJt35+ONDX3hR5pSiADJTUxdOm3Zsx/bXfvlVaFLshQu/TproExR07/hXBQAAAADrQq0kAACAJlAriQpKp8/dctH+98P2htOrqloE6Z5oltWhqs7R7pZ9OyFDHL5mdzTO5kyizbU0u4RMkZMrbISNk12ul5Pwd9UHuefW8tHX8dEFud+c69XL+d85YOv66r7d67jmnJ2yAIr8vpO2ONetlO7vWm4Losic8ucPJuxfv/7F778vm2Dyu9dezSuSVITVqy+0Jzku7sMHH7h85kxhbiQWff31iT17Xvrueyc3t3yG6XW6Nb/+Ov+Lz+MvXarVvLnQHrmf//XVV8tmz8pKT5dRrgAAAABgdaiVBAAA0AQiSVRQ19JsfjjgcDbJzAyqrSvrJnbNqualN9y3ZR7513H7JaccopNsYtNtMnLM3qudo53wdckNctW3q6K7t352qNeNK2xF+6r6MM/Mb/c6zD3kkK37t1Omm38es3+0aYLqVy0AABAASURBVLYoVwc2rJ/y1Nhnvp5e2u/lpNjY29YChtSpIzRGl539yaiRhY0kFUe2bJn89FPPz5iZ12u3b+2aXyZOPHvwoNAkXU5O1E9z/5w8OeHKFQEAAADAelErCQAAoAnUSqKCWnveYX30f2WLhhr562f2yfC4dRrRA1ds3tnkvOeybZbuNncrB1xKsbmUYnfgmt0vhx1GN8ke1TTbwe6/a6t45j7XOsvTSXyz1zEjO1cOXn3OfnjDLCf7cn4HybBwz6pVzbp3F6Xp6LZtpp0hdetG3Heff9WQ80ePnj9+rEbjxkJj1v/xx/GdO0VR7V65cu2vv3YdNsz0qjW//PLtyy8JDfvmpRc3/PGHAAAAAGDtqJUEAADQBCJJVESZOWLKDgedyZKOVTzFB11uiSTlyKiz9uPXOiVkiELJ0Yv4DJuJWx13X7F7uW1mde9c2+tvFBlJPtokKy3H5qeD/04eK+82JtWmmpcoKa379g2tWzeva5Pi4rb+80/i1aumVy369pvSTiUTY68Z9Tg4O7869ydPPz/ZbhYZqfa7eXo27NDRcKStnZ2wRrl6/aLpX5v2N+jQodOgwaH16/sEBLh6eiZcuRJ78eL2pUvW/PZbenKy0eB5n33aafBg0wUm00xGak16SooAAAAAoAHUSgIAAGgCtZKoiH476nAuyXinlWHkQw2za/veLJ9MzxY/H3L4YLNjtl4U2cozdklZzs+3zmoWqLO3/e8bPdU8U75xfjns4GyX6/Tv0pUltrRks8june++O58B941/9acJE5bPnmXUf2TLltTERDevkgtITaQnGYdk1Rs1UiJJI2ENGoz/6SehAWcOHow5dcqo84lPP+s4eLBhj1/VqvJSp3XrHsOHvzN0aMLly4bXxl+6tGvVqla9ewsAAAAA0KQyOzdlKwAAAFB+iCRR4aRkium7jKvKbG1E6+CcO2pkO934v8ccvfjruMPU3Q7FiSQlfa7YcsH2nQ2Oey7frPbzchbPtsp6p1PmmBY5fi4lFkkWhIOz80PvvFOvXTvTq65GR4vSlJWZadTj4esrtO3K2bNGPV7+/kaRpKHAatVHvj/BtH/vmtUCAAAAALSKWkkAAABNoFYSFc62GLvzycZ7rLez6FtDV9njZkB4NNZm7kGH2HTz+7adjajmra/nq6/soZf7f1yGzdFrtkfi8lx48sBV2wmbHb/pne7n+l+Pu6MYXCdHlJNGnTod3rzZqDP24sVqDRvmf8PUhIRT+/fFXriYFBfr4ePrGxQYXLNWQGioKIDc3DLNX6VLp0+fPXgw7vJlWxsb/5CQWs2amS3NzF/MqVMXT5yIuxSTkZLqHRDgGxxcrUEDN29vURKyMoynBtbl5OTq9Ta2ef4DbpOuXWWamxwXZ9h59VwpJsry4R/buTM1MdGvcmX5HFaqUkWUrZSE+LMHD8XFxCRcueLq5Sn3N78qVf2rVrV3dBQVU3Zm5sGNG88fO+bm5RUYFlavbdt8XvHivOkAAAAAjWBdSQAAAE0gkkSFs+qMmRUKg931PatnqztzWpZYesrh4DUbszla00DdC62zGwfonOyEcgs5SqcXV1LFT4cd5xxwSMs2vokcsPuy7YurnWb2zbS1gHeM2Zla3Tw98xov3+nr581b8cMPp/btNb1WBnVt+vbtP+ZJs5nfw3XrZKWnm73bncuW3R92M1wZ8/nnHQYOko1Dmze/P+wew5F29vY/nDSe6fS3SZP++mqKYc+bv8+r07q1bGxcMH/l3LnHtm83uknNpk17PDi8w8CBt12oMjM19e/p09f+9qsMw0yvDa1fv/Pgu7s/+KCDk5MohuqNGhn1pMTHL581q9cjj+R1EzsHh/Fzf5IZoWGnk6uL2t65fPmnj44ye9sTu3YZPuEzDx5ydncX16PQ4TVrGI6s367da7/8mpGSMuXpp3avWnXzu9vbdx4y5P5XX3Px9LwaHT2uYwejb/HV9h0yuzX73Uc1apielGTYIx9Iw44dRR7kbiN3uQ1/Ljh36JDptQ7Ozu369Yu8/wEZlBpdNefdd5bMmGH2Phd9/bW8KO1azZu/veBPpV0aj2Xep58u+OJz0zHbFi+eOf6VlIQEtb9qnTr3jR/fpFuE4eDivOkAAAAAraFWEgAAQBOolUTFci1NHLhmpiapd/UcD6ebu/HFVJtFJ+30JpGkh5N4slnW6GbZZpJFO1HNW7zaLqt/zewPtzhti7EzqpuUAeemCw4/HNANb5hT7sHkhWPHTTtD6tY1Ozjp2rVPRz96fOdOkQeZ2y2ZOTPql19GvPNu/qtalgEZ18145WUZ/Ji99uSePfKyYcGCcV9/7eLhkdedyAf7xZgn4i9dymuAzMnmHHpn2azvn5k6rXrjxqKoqtSuLXNBGf4Zds55793ju3bd+fjjeZWuhtWvL0pfdmbmRyMfObJli2GnzC9l6vnwu++JUiYD1C+eHBN38WJeA7IzMtb9/ru8NOzY6dnp05V41fLJZ2/y2Cf1ult+O5w/evTCiZOGqWTFetMBAAAA5Y51JQEAADSBSBIVy4l4u4RMM3tst9BbQoIdMbanE4w/a/i55L7SNvPx5tn5Z4oNA3IndMnsWzPHyeRfKDNzcn865HDwajl/irl44sTaeb8bdfpWrmx2VtJr58+/M+TufNIRVWZq6vTnn/vnm29EmTH55SODtI8feTivSFJ1YMP6H97+X97Xbpj40PB8IknV1ejoCQ/cb5TbFYqNrW2tJk2NOmVktfnvha/d0felHt1nvfHGlkV/J8XGitJk5te4jc23L79k9qG169/fzsFBlKZ9a9d88OAD+USShuSr+dEjD2empQkLY/qsXjh+bOqz44wiSXG9ArXjoEHqpkW/6QAAAACLVGbnpkglAQAAypNSKymACuJkgk1ChvFnFX/X3DqV9IY9K84YJ4oOduLeBroBtW9ZCVKmjEnGywL+K9Qr97lWWZ1DzCwyeSbB9rcj9onmblXaZGwTffjw8tmz3ht2jwwzjK6NvO8+05vIkO/zxx6LOXVKFNhP7793dNs2UTZMfvl899qrx3bsEAWw7vffL50+bdp/+eyZL8Y8kZ6cLAomLTHxiyfHpCTEi6Ia+PTTeU0ne+HYsRU/zJ785JNjWjR/a+CAPyd/eebAAVEKTH+NH9+1a+OCBWYHdxgwQJQmmZp/+eSTRvWj+Tuydeuno0blZGUJS2L6rP784YdmH1eTbt08K1VS2pb+pgMAAAAsUpmdm2IGVwAAgPJErSQqlovJtqnZxntsPb9ch1tToZ0xxilRiIe+a0iOm+N/mzq9WHbKTuaLSZk2VT3FXbWz21fJcXG4ec8ymHy5bdaey85X0275dlk6sfmi3bE421aV9aIUTH/+OXkRhVSldu1+T4wx7f/to0mnD+w36qzZtKnMpQLDqqWnpkQfObr0+++MMs4Z41+ZsHhJMRdcLJrLZ88qjfBWrZpHRFYND4+9FHNyz56Nf/6pyzZe7XP7kiX9xtzyqOUvtK+efjrt1iUbxb/VgXc1aN++UpXKCZevHN2+bc2vvxpem3Tt2tz33nvs409EkdRt2/a+V1+b8+47+YyRP9iJXbvk5fePP/YPCWnf/64ew4f7BAWJUpOdYT45D65Ro2bTZqLUyJfp8yceN5sKV2/YKLxVS112zrmjR0xXDD2wcUPUzz/1fGiEsGB5Pavt+/dX2xXuTQcAAABYAtaVBAAA0ATWlUQFkpEtYjNsckzSwBretxQ1XkgSprO8hnrmhnrdvOWeK3ZTdjsdumpzvS1WnbHrUyN7fPvsSi43/z2zlo/+w25ZI/8xzglOxtvuvmzbJFDvaL5Arqx5BwY+8dnndvbGn60Sr15d8cMPRp29R46UEZo6uF0/0WXI3RMfeujymTPqmIsnTmxeuLDzkCHK5vdHjiqNeZ9+uuCLzw3vrUWvXs99860oUfLX0aiJk7rec4/a0/2BB5tHdv/88ceMRp49fNioZ9eKFTLCNOp8+qupbe68U92Uj6t1376fjBypy7lZOLvu998HPvV0QFiYKJI+o0adO3JY3klBBl+Njv7rqyl/fz2tXf/+Q1940a9qVaMBLXr2nHv2nGws/vbbue+9a3hVrebN317wpyiMHsMf6jJ0aOWaNc8fO7r2t98Dq1UTpWnTX39dOHbMqLNO69YPvf2O4WqaZw8e/HD4gzIPNhwms2cllXzgjTflRTY+Hf3ozmXLDMfc+fjj945/VZSryrVqDXrmmUadO2emph3esmXl3Dkte/ZSriqpNx0AAACgNawrCQAAoAlEkqhA0nJEWraZ3dXb6ZaZXi6mmPmU4eOsN0wcr6bZXLuxjJ0+V6Rmi3lHHcYsc467dXrYyLCcDlWNU9DcXLE1xi4x0yLeODK9+2jlquqNGpleJdOR7MxMw54ajZs88PobRvllYLXqj5uUCS79/jtRTiIfeNAwklS06tMnvFUro86r56ONepZ8N9Oop8/IkYaRpKJJ126Dxo0z6lzxo3GYVCiPffzJuOnfBIQWNNfU63QbFyx47c47di5fLkrNHaNHj3j3Xbl7OLm61mza7JEJE2SPKDXyD8rimTOMOuVz8urcnwwjSSmsQYMR77xrNPLa+fMy1ROWzcPX9+XZP7Trf5e7t0+lKlU6Dh78v/kLHJydlWsr6JsOAAAAKHesKwkAAKAJrCuJCkSnF9n62++uZofY2drYGnzGCfPUV/fS2976qWfrRdvnVjoZrRl5d51s05rIvZft4tLLM5X0rFSp50Mj3vpj/qOTPnL19DQ7ZscK47ir67B7bGzNfASTgV/1Ro0Ne84ePCgjIlEeIu6912x/raZNjXoybp0DMy0p6fDmzUZjut1rZrlNqfuDDxr17F61ShRPq969P1y2bOiLLwbXrFnAm6TEx3/66KglM2aIUuDo4jLwqadFGTp/9Oi5Q4eMOvs9/ri9o6Pp4KZdu/oEBTWLjBz4zLjnvp0xefOWr7bv8PL3F5at6z3DTMtbVRX0TQcAAACUO9aVBAAA0ARqJWF9vJ3NfJjJyvl3SUg1X6zlox/TPGv2AceoM7dEjmvO2S0/bT+k3s25PetV0od65Z6Iu+VtEpthE51kU6eSKHu2dnajJ33UYeBA2chnWFZ6uulEmoFh1fIaXyW89un9+wx7oo8cySd9KSUySAutV8/sVf4hIUY9mWlphpsn9uw2vVVwjRrCHHdvH7+QkGvRN6stY06dykxNdXJzE8Xg5Op619in5OXsoUM7li3b/PfCmJMnb3urOe++4+TiEnH//aJENena1SWPxLqUnDt8yLSzeY8eZgfLp3rK1m2iomlrUnqrqqBvOgAAAMASsK4kAACAJrCuJKzA1dRbSpGqeentbUTOrdHktQzba2k2lT3+63WwE51C9DW9M5v423+2/ZZCrqWn7e4Kz1HzSx9nfbiP7kTcLZ9ccnPFiXjb7tV1oqTd9eTYhp06pScnJ8fHp8THH9y0ad/uXiibAAAQAElEQVTaNYYD9DqdDLF0OTldhw3L535iL16UI4065336yd9Tp5odfyXaeDbUc0ePNOveXZQtGUmaLSyTHJ1djHoMF4YU/87/ecFogJ2Dw0STmkhVemKSUY+MEk3niS2asPr15WXws89ejY4+tXfv8V07j+/adXLPnrz+/3f+l190GTpU/sCi5ITWrSvK1rULxi+Bs7u75Zc/FpydvX3V8PC8rq2gbzoAAADAEpTZuSlSSQAAgPJEJIkKRCaFTnZmQp0TCbfsw072NnX89Aev3hJuHY+zORZ/M5WUbG1EVc/cMc2zt8XYbzx/c/ClVNvLKSLE679NVwcR6KY3/abnk0tlNYqgGjXqt2unbt75+OPzP//sj88+MxyTkpDw7csvXTp9etj48Xndjww1TTuP79wpCizh8hVR5vJJsBycHPO9qXxajB+yLjv7wMYNosDiLl8SJc0/JERelLUtUxMTty5a9McXnydcvmw0LP7SpW1Ll7Tr11+UHN+gYFGybjelktwzjXr8q1a10D8xRZoeyic42OxstIoK+qYDAAAALAHrSgIAAGgC60qiAnF1yPV0MvNB5Uisre7W3LBDlRyjMVfTbH4/7HghyfjmDnaisf8t5U0ZOTbxmTc/pzja5Xo4mvmmSVll9JFp0LhnOw4aZNr/99fTFnz5RV63ykhNEcVjVIlYNuzynpbWwdFJ5CsjJVUUT2k/ZDcvr4j77/945aomXbuaXnukpKczdfP2FkWQ91+EnKwska/MtHSjnvznGS51xXgsZnl45feUVtA3HQAAAGAJWFcSAABAE6iVRAXiYGdT2S3XxUGkZ9/Sn5hpcyzOpp7fzc8wfWrq/jiaG5t+y769+JSdg53jo42z6vjl2t+IHa+l2WyLuSU4cbDNdbG/eVfyk5Feb+bTUVp22cX5j7z3/ukDB0yXrJv3ySfVGzZqGhFhehMZgIniyc7KFGXOxqbo/7da/Ieck5VdqPF716zeE7U6OT4+OS4uJSE+KS5Odn65cVNek9AqXDw9R0/6aFynjtmZtzzDybGxokQ5ubqIwtPr9Wb7c/V6ox/YlLO78aqc8ZdKvvy04IrzWMxycnPN59oK+qYDAAAALAHrSgIAAGgC60qiYgn11Hk62adnG++xa87Z1/O7GSnV8NL3rJbzy2EHw+RQ5ot/Hbc/k2jbsaqucYDezSH3cqpN1Fm73ZdvyZC8nHKD/p2y9b9vkaW3Sc428wZxK8kVAG/Dyc3tqS8nvzHgruyMDKOrpr/4wsRlyz39/Iz6A0LDTO/nkzVrg6pXFxYsN1cviso/JMSoxy8k5IsNG0WpuXr+/PLZs4w6j27fXrdNm/xv6B0YWDW8zun9+ww7kxPiRYmyd3AUhZdXuV56yu0LAU1juaTYWF12dsmul1lwxXksZtnb5/dAKuibDgAAALAEZXZuihlcAQAAyhORJCqWmj56b3MTecpwMS3rZgTp6SQG1tHV8DEuZ5TB5J7Ltt/ucXhrveMra5wmbHZadMLeqBKyeaDew2CeWJmAXk0z87HF16VMpz4OqVdv6AsvmvYnXbv27Ssvm/Z7+Po6u7sbdV44flxYL9NU8lp0dEZKcSfVzEdYvfqmnTtXLL/d7f5Ny84dOWzU6eHtI0qU3e1mT7U1V9OZ1zMWb7IWpqng6jVMOw9t2ZzX+L+nTZvzztsrf/zh0KZNCVeKtaRiiT8W89/FPr//q9bgmw4AAAAoKawrCQAAoAmsK4mKpaZPboCrmT32TKLtpgs3y5jkx5mWwbr76md7mIswM3UiJsUmOsnmWprxVXa24u66t9RXJWXZnEky87ElwKXoVX1F02fUqMZdupr271qxYuOC+ab9lWvUNOrZuvgfYY78JbB89qx9a9dcO39eVFgBoaGmnZsWLjQ7WD7SqJ9+OrJ1a0oxKhRrNG5sWqW6+pdfTu7Znf8N1//xhy7beLZY04o600UZc/WF2Ovs7G8zNZGrp6dppzIPrakzB/aL2wlv0cK0c+2vv5kdLPe6pd/NXDJz5vevv/7+vcOebNXy8WZNN/99y+tlmjXm9QyU+GMxy87+NkGv1t50AAAAQEkps3NTpJIAAADliVpJVCz2tiKymplZGWPTbRYet0vMuPkxxtZGPNw4++kWmb7OBf1s4+YoxrfNqulzS+xxJtHmeKzxe0Ruh1cq6zhfvlVHTpjgYi59mf3mWwkm5V8tevYw6tm4YEH04cOmN9+3ZvXsN9+cOHz4Mx3aj2rU8K2BA6a/8Hz5rghYBG5eXo06dTbq/GvqVzlZWaaDV86ZM3P8K+8OHfJYkyYyD5tw371z3nlbFJKdg0P7u+4y6kxPTp40YoSMivO61dFt22a9+YZpf5OuXY16bO2MPy9npqeLkuPi4WE6t+rp/WYSO5kFLp4xQ9yOd2BgcA3jcsltS5fEXrhgOnjZ998b1Ucmx8XVadnKsMfOzjhYzUzPEOaU+GMpGq296QAAAICSQq0kAACAJlAriQqna2iOq6PxxxV9rtgaY7f6nL3OIFKUweTIJjlvdcpsEax3ut2K9pU9ckc1znykiXEF2+KT9tkm1Vn+rrlhXmVdKyn5Va067KWXTPtTkxJ/+mCCUWevEQ97+PoadX778ktxMTGGPTIKmvPee+pmelLSiV27Lhw75hMUJCqaQePGGfVci46eMf6V7MxMw87jO3cu/2G2uimzsYMbN9rYFuXDaZ9HRppO2pkSH//JqJGv3dF3yYwZhzZtkk9pWlJSzKlTB9av/+KJx98Zcrfp+qC1mjWr07q1UafpwpBXz5+Xd6605QtXqNJJs0Lq1DHqWfHjD8m3lhjK7zLjlZfPHDggCqDT3Xcb9eiys98ccJd8Hgw7dy5f/suHHxiNbN6jh29wsGGPnYPx+/b8saN6nU5pG4WaJf5YikCDbzoAAACgRJTZuanbnRsAAABAaaJWEhVOmGdun+rZfxw1/ihxOdXm58OOLYIyQjxvqZi8q7aubqXM5aftVpx2OBxrk60zvkNPJ5vOITl9a2R3CdXZ3vpu2HvFdtVZM59ZmgbqvczNDVsGuj84fNPChUe3bTPq37hgQdeh99Rv317tcfHw6DNy5G8ffWQ47OTevTIt6/vo6ICQEAcnp+O7dq2b97vpkn6Dn31WVEDhLVs27txl37q1hp3r5827eOJEx4ED/UNCUxMTj2zbumHBAqNcUCaL/R5/QhSezIkHPvX0zyaRsPh3mtADBU+/7jT33d1M6mIzU1Nf6tE9JLxOdnaWzFYnb9nqHRAgikE+Y0Y/5LXz598ePGjA2Kd8K1eWmzJPXfjVFLnbFPAOZUy78scfjUI4uYO9f++wsAYNwlu0tLG1OXvokOkOLHUaNNiox83Ly6jnyNatL/fs4RsYlJwQr8vJmbh8Rek9liLQ4JsOAAAAKBFldm6KVBIAAKA8KbWSBJOoQOTeOqZ51j8n7TNMZnLddcl2yk6HCV2yjGa+rOOrD/PU96mhOx1vs++q3ekE2+Trk3r6u+XW8tE3D9RX89JXcsk1ulV8hnh9rVNSpvF3sbMRbSrrvJzKrch49KSPXundy7Te7rvXX5u4bLnhPJa9Rjy8bt68S6dPGw5Lio01LVMzVKd16ybdIkTFdPcLzx/eusWoOPLknj3yks+t5BNlukJkAfV99NH969Yd2LhBFFXPh0a06t3btL9yzZqmnYlXr8qL0o67FFPMVLJu6zbLZ80y6ow5dWrac2YSMv+QkKvR0SJfji4uT37+xYfDHzR6CaSzBw/KS143bNa9u+mTYDofrCQzZnkR1yNAw/4SfyxFo8E3HQAAAFB8ZXZuihlcAQAAyhORJCqiGt76++pnm/Zn68QfRx1eXO2oM5nY0tleyACye3Xd062yPonMmN7n38v7XTJHNcluXVkX4GYcSWbmiP9tcNx/1cwHllq++maBekc7UV6Cqlcf8vwLpv0xJ08umv61YY+zu/vLs38o1LSQIXXrjv3iS1Fh1WzS9JlpX9vZF+L/X1v37Tvw6adFUdna2Y37+uvqjRqLIuk8ZMjwt80vaRlSr15ASGg+t42LKe4yhDIIrN6wUUFGdhw8uNNg49lZzf75qNu27VNTvnJwdhYFVrdNm6enfGU6ia7pWpuG0pOTUxMS1M3SeCxFoME3HQAAAFB8rCsJAACgCawriYpI7rcPNsypU8nMrpujF/OvB5MXkm30uaY3FA62wsn+35BSXpzshL3JJxJ5qwtJ4p2NjstOO5jev4Od6FBFV6+STpSrPiNH1mza1LT/zylTYi9cMOwJCAt747ffGnbsJAqgaUTEm7/PU6a7rLiaRUa+NPsHs2V2RmR4eefjjz89dZqDU7Em5HXx9Pzf/Pl3PPZYoT5Iy5/wic8+Hz3po3xudd9rr+VzD7EXL4jikZHq6I8+8qtaNf9hfUaNGj1xkukfi7z+fLTo2XP8j3O8AwNFAcg08blvZzi6uJheFRhWTe7q+dz22sWLaruUHksRaPBNBwAAABQT60oCAABoArWSqKCqeOgfbpQ1aYtjXIaZHfjv4w6xaXYjm2a1CtK5OBTibnV6seWC7dxDjqvO2mXmmBlQ3Ut/R62cQt1nafg3gJn00at39NVl31IzmpWePuutN5+fMdOwU0Y74+fO3fjngo0LFhzavNl0ak2ZyXUcNKjXQyNC6tUTVqFhx44fLF22dObM7cuWmp271bNSpcj7H+j+4IPFnAFVZe/oeN+rr/Uc/tDmv//euWL58Z07zQ6TL1yNJk1qN2tWp3Wb5pGRhtPtmtWqT5+Xf/zx25dfjjOI3xRVatfOv5KygELr15+0YuWi6dPX/THv2q2TmsrUtnHXrnc+Orpu27aikOq0bv3pmrXLZ89eP/+PC8eOmQ6Qf3o6DBrU77HHq9apk8/93P/Gmz5Bwb9/8rHRlMXy5vXatXO6NcsspcdSBBp80wEAAADFUWbnpvjffAAAgNKiHmjlXqfX65WvuhvS0tISExOVYLJOvueFUXEpu0HuDfob1N3gRN++Qvdf5Z9jQEDL3+eJCuJaus0X2x1/O2JvNj60uT7Ra0Q1Xa/quiYBOofbTbiamZN7ONZu5Wn7ZWfsTsTZmv2U4mgnnm+dNbJJtn2FnfMlIyXl5N698ZcvJ8fFievlev4hIYFhYTJUE1ZK5nlnDx1KjI1Njo119fIMqlZdPmT/qlVN5wstQYlXr+6Oioq/FKNsevr5/ftNq1SVX4vwVMtMa9/atecOH5Kf1D18fLz8/CvXrFklPFyUKPnb4diOHVfOnUu4csXF08O/SpWazZq5e/uIYkuKjT1z8ED8pcuJ1656+PjKJ8E3KCggNLTgT0VKQvyOpcviL1+ytbf3quQns+QajRvnsxRo6T2WIrCCN13q8eN7R90sWrVt0cL16aftr7Ozk9m6g9K2tbVVemxvsLlBlOFpJpiVzzGh/JqTk3P4fNITM/er4zs3qvzWfa0EAADFcPf7S+NT/vvfLCd79XugXgAAEABJREFUm+9GhKnHD0pDHkXY3WBrQD144PhBO5KSklJSUuQrnpmZKU9V2RtQjjaV3aZEDjWplQQAAChP1Eqi4vJzyR3ZJPNIrM32GDORozz/ejLBNvqA7coz9uG++i4huhZBOTKndLC7ZYfP0onTCbZbY2y3nLc7Fm97Lsk2K+/JWSPCcobVq8CRpLi+6F2DDh2ElvhWrlz202N6+ft3veceUUIcnJxa9OwpL6I0yZi2TuvW8iJKmmelSo07dxHFIAPFrsOGFXx86T2WItDgmw5AiZBH6dv3Hjx/4fLV2Dgfb8+qwUGhVYIqB/nb2rIeFixRTo7uwJETMVeuJSQmJSQlOzs5eXm4+3h51KlVXe63AgBup8zOTZFKAgAAlCdlXUmCSVRQ1bzEN70z7v7T5WS8+TN0WTkydLQ5nWC37JRMLh0dbUWAe25Vj39LRnL0udfSbM4kFvTUXn1//RfdM534BAMAQLmaPPPnz7+Zk/8YX29P/0o+lXy9fb29fH28qgQF3tmjc1BAJVFB/LV0zRcz5pyNjjHqn/LBq30ibvlHh9S0dDdXF1FUL77z6fx/Vhn2yHvbumSui3OhV1x+66Npc+YtMuz55O0XBvTuJlBsdTr0l5mf0j659R9RDPePGb9l5z6lveD7zxvXry2KR6/Xy9116eqN23bvT0pONTumddOGPbq2G3xHdy9Pd1FhFfO9BuC2yuzcFJ/pAQAAyhORJCo6Hxcxb0D6mBXOuy6ZXwnSUJZenE+ykRdRGHY2op6ffmKXDCJJAAAqhLiEJHkRJ8+qPR9OntmtY6tHHxgsAxJh2fKJXevWqqa2r8UlfPDFjEb1w0fc01+UHBm9rN64vW9kx0LdSqfTL1m1XkBj1m/Z9eGU744cP53/sG17DsjLjLnzxz89sl/PYk2fUF4WrVj31Xe/LPl5qgBQasrs3BRzDgAAAJQnpVZSABWZDCY/i8gcUjfbz6Xkd2aZRLavqv9fx8x6/rxTAACoqOQRb9T6bfc+9vIzr0+8ci1OWKroC5emfPez2avc3Vyqh1YR1x/Lr38t63PvE38uXS1KwbLVG0UhrduyMzY+UUBLZCQ58rm3bhtJqi5fjR33xqTHXnw3MytbVBznY66MfO5/8vfGtdh4AaA0ldm5Kf7ZGAAAoDxRKwnrEOSe+2yrrIZ+ubMP2B++VmL/+2hrIwaG5zzUMKtupVzeKAAAWBpPD7dGdc1MQZmUkhKXkCRzsoyMTKOrFq1Yd+zk2Z++nujj5SEsz1/L1qhzdUq9u3Xo0KZZWNVgO1tbdVbVr3/4/eOps0WpWb1xe3pGZqEmcf1n5ToBLTl55vyzb0zS6fRqj0zN77mrd9XgQC9Pj0o+XglJyWfPXzx15vzO/Ydl1q4OW7luy+jn35428XVXV2dh8bKyc/rc90RaWoYAUPpYVxIAAEATWFcSVqOSixhUJ7tFkO6vY/Y/HbaPSy/uXl3DW/9k8+wuYbrSKMEEAADFV7NayA9T3s9ngIxDdh84unztpiWrNqidx06dfeyFt2d98Z4F5iKHjp5U20P69fzw9WdMx6SmpotSYGdnq4RMqWnpq9ZvvbNH5wLeUEaYy9dsFig1T4+6T6+3rMPRz775MT4pWd28b2Cfpx+937+Sj+lIuVNFbdw2Y84fO/YeUno2bNs9+bufXx77sLB4er2eSBIoM2V2booZXAEAAMoTkSSsiaOdqO2rf6Ft1qp7015sm+XvWsTTN5Vccp9tnfXX4PTBdXOIJAEAqLhCqgT179VlyoTxc6d+EF4jTO3fue/w59/OEZYnMTlFbfeO6CDKUIfWzdT2stWbCnw7EbVhmwwylXaVoACBkvbkw8OeGnmvchEWQOb6S6NuTvM7ZsQ9774y1mwkKa6n3T06t/3+i/dqVQ9RO+f+8U9CYooAAAOsKwkAAKAJrCsJq+TjLJ5snh11b+qMvhnD6mfX9dNX9cyt5CLcHIWDyUcQWxvh4vBvEhnqmdumiv7dzplL7kl/pmW2RyHmLQMAABatbYvGsye/Z5iZzZm3yHBiSQuRbjDlbJB/JVHaDE4BN21QJ7RqkNJetX5LSoErMpesWq802rdqEuDvK2DtotZvVT9CNm4Q/vwTw297E1cXp8kTxjs5Oiib1+txtwgAMMC6kgAAAJpArSSsmIeTTfdqOnlJyRSnE21OJdpeTLaNy7CJz7DJ1tlkXZ8Iy9lOuDmIII/cME9dHd/cWj56W94QAABYowA/32mTXh86+kVlscnMrOzPv5nzydsvCEuiz725UJ+9Q1mfOO0b2fnr2b+J60/OyvVbBvTudtubJCSmRG3YduPmnf74Z6WAtTtnEOe3bd64gLcKrxHWqmnDDdt2K5sHj54cfGd3AQA3sK4kAACAJrCuJLTA3Uk0CshtFKATQqf0ZObkZl1vujrY2DGBCwAA2tCgTs37Bvb57uc/lc0/l65+9vHhVYNvP+loYlLKll37zp676O/vK+/EcDJYU2ejY6IvXrp8NTY2PtHOzraSr3eQf6UGdWp5uLsKy9Y3sqOSSkrLojYWJJVcsXaTjDBlw97erk9EUVJJ+UQdPn465vLVpOQUPx+fysEBjevXdnN1EYWXnZ2zddf+Q8dOeXu5h4VUad20wW0/5uzad/js+Zgr12Ld3FwD/Ss1bVAnr5lId+49fCb6QmxcQmCAX81qVWtWC3FxLsTEGjqd/siJ0xcvX42LT4xPSHRzdfX19aoc4N+gbi3Hko6fr1yLO3bq7JHjZ9xcnUMqB7Vp3sihRL+FOmGvpJY/FkT7Vk3UVPLAkeOibJ0+d0HuaXJ/0+v1VYIDwmtUqxFWRZSCsnytAWtSZuemeB8CAACUJyJJaJOTvY0Tn0UAANCeQX0j1VRS2rR999D+vQwHrN6wbdTzbyvt7z9/p3O7FnP++OeDL2dmGMyt2rVDq/FPj6xVLcTwhgePnpz+w++btu2JT0o2+60b1at1V++Ie+7q7epyS5q1JGrj2PETTMf3uudxtS1/jA6tmn3w5QyjMe9+Ol1elPYbzz024p7+olAMpsuTnwtk4Cof1Ikz0XJz7eYdKanp7m63SQcXrVynNLq1byWzQFFgaWkZ3/3y5/zFK2WIa3SVjHJbNq4/6v7BEZ1a53VzGYw17na30n7ioaEvjHlo9/4jY1+dcOlKrDqmbu3qL415uEv7FrJds80dSufI+wa++swo2Zgxd8FPC/4x/e79e3V5/okRhln197/89eO8v01HvvTkiMeGDxH5ks/q38vX/bZwqfzxMjKzTAc4Ozm2bNJg6IBefSM65vW5rE6H/jk5//1r3cmt/+T1veRzsmBJ1G9/LZO7omF/gJ/v8KH9Rt43qKQiseBAf7W9afuecaMfKOANe3frKNPf0MpBMtkNrRJkeFWfe8fIJFVpvzz2kdEPDr7tvb347mfzF/2Xgn/5/it3dO8kG/KJkk+X0infDvJNIRsr1m2ZOWf+9r0Hje6hWkjlQXdEPnh3P08PN6OrmkYOSU5JM+yJS0xS9yJfL8/ty382ukkxX+tnXp+4aMU6dfPHKRNkiCvy8PvC5a+8/4W6uezXr41+HQEVEetKAgAAaALrSgIAAEA76oXXaNqwjrq5ecfe/McvWBz11qSphpGktGbj9kyD1EGn07/03mf9hz/9z8r1eUWS0v7DJ9777Jv+w586eea8sFR39uyiNDKzspet3pj/4GtxCRu37VHafbt3FgW2c+/h7kNHfzb9R9OoT1x/PrfuPvDoC2+PfuGd+MTkgtzh0ZNnHx73hmEkKR05fvrUOTNPdUJiyohn3pARr9nvvnDZ2rtHPifvULbjEpIeHvemfNXMjpz01awhj76QzwKc1+ITB498/tk3J23esc9sTCXJ/g3bdj/96ocyC09LzxRFJfeu7kNGy33VKJIU10snP546e9Ajz547XzILqbZrcTMt27nvsHyPFPCGYSHBDwy+Q0bsdWqGGVWaDhvYW23/tfT2dyhT7aVRG5S2zAh7dmlndlhWds6bk6Y+/uK7ppGkdCb64qdf/zjw4XHXYuNF8RT/tX5//NPqwq7S+AlfGNakGjp19sI7n01XN+8ffAeRJKxDmZ2bIpUEAAAoT9RKAgAAQFNaNWmgtjds3W18GtTg2FjGOe98+rXpPdStXb1BnZrq5ovvfPLH37fMXOrj6VG3VrU2zRvJtMBo4tbT5y488dK7yqynFqh/z65qe9maTfkP/nv5WuXZc3V17tm1nSiYdZt3jhj3+uWrtySI8hlr0bieUcnaqvVb73roabNZmo24+TLpc3Nfef9zo8o2cX1S2X43QlZVTo5OPv/rt+wSebsaG//6h5PTMzIfff5/8qfNZ+SufYcnf/ez2atknvrQ2Ff3Hjxq2Bng59uofu2WTerL/Mlo7lMZdb/18VRRJKs3bHvgyVfk7mrYKSPAhnVr2d1Yq+DwsVOPPPtmXHyiKLbO7ZqHGFQ6yufqw8nfyYRPFMPAPpHqE3LkxJl9h24zv+viVetlMKm0+/fuanaKWp1e/9xbH83945/870r+5E+/PlEUQ4m81u5uLp+9/ZL6ep2/ePmjqbNMv5fMWce9MVF97PJbKLW/gBVgXUkAAABNYF1JAAAAaEqAfyW1HZeQJCMomR/cvNogpPzk6x+SklPF9WKsrp1a+3p7HT56cuP2PXf1urng4oLFUX8tXaNuDu7XfeS9g+rUvGXhyS0798m7kgmWsnny7Plf/1w6fGg/ZbNPRAd1Ws4BD4/bfyOPMZ2VcdT9A+XXj6fOnnZj9ceizNqaLxllyZxD+RnWbt6RkJiSz7ysMhlSGr26tHd2cizA3YuTZ84//fqHaqbi7Ow09pFhd0R2VqvEoi9cmr941ZczflI2L8RcGffmpF+mTzKafTRX3HyZFixepQRy8kNNj85ta1QLOXPuwrqtO9u2aOzn6230A8z+baHSqB5a5e47u7dr2SS8ZrWU1DT5okz4/Fu10FC+WEMffeHQsVOy7evted+gvq2bN2pcLzzm6rWDh0/8OG+RGkHNmPPH0H49a1aravSNPvrqe5muKW0ZOD1y78D7B/X1M1i0Uuajfy1Z/eV3P8n8SemZv2jlyHsHyjxbFEZsQtJL736mlmzKJ+HN5x7r16urj5eH3JTZ6s59h16d8KV8JmUiLkqC/BYvPfnw0699qGTSGZlZ3875Q17kE37PXb3bt27q5+MlCkkG0n0iOv65dLWy+ffyNY3r185n/MJla9T2wL6RZsf8/vcKtcq5f68undu1bFC3VuUA/6Mnzixfu/GXP5eqT9rWXftlxG6YYe9Z9bvy0Bp0Hqj0mJ21VVFSr3XThnWeGnnf59/MUTZ//H3RHT06G/4XhfTptNnqXurl6T7l/fEFfOsBlo91JQEAADSBSBIAAACaEmiQSorrdU63pJIGlKyreeN6UyaMV28lIwH/G3lDdnbOx9NmqePHjX7gqZH3mt6PTGt+++ajB8e+urZMT5oAABAASURBVHnHPqXnr2Wr1VTS0vTt1lFJJWWUsmLtpiH9e5oddjY6Rs1ZlSX9bkuv1497Y6Ja1Ni4Qfjk98cbruAohVQJeubR+xvWqfXc/z5SQiOZ/8kU9plR9+V1t8rLJEOjbz55q1mjumqnUe2goS7tW37x7stqGauLs5N8TX/5elK/4U+pNX9KJCkf2tsvPakkfJKHe2h49dCeXdvd+eBYtYhTprNGr7u87a9/LVPaTo4OX33wWsc2zYx+Bnt7O5lhd+nQsu99Y2JvlDAuWBI1/qlHRGF8+e1cGa4rbRmJTZnwaqe2zdVr5UPr2LrZ/JmfPv7ye7v3HxElpG9kx/T0ceMnfKHT6dVOmb7Li2xUrRzYtEGdJg3qyK+N6tV2KNh6lgPviFRTyT+XRMngM68byuh64/b/pg6uUzOsYd1aZocpkWS98BrytTaMjVs0qScvg/v1fHDM+GtxCUrnohXrTCtrC6JkX+snH75n49bd6nyzr7z7+aI5U9TZbuWj/nbufHXwpNeflU+1AKwF60oCAABoAutKAgAAQFMC/W5JJROS8lu5sEpwwPSP3jQMMhvUqammmKs3bVfXMqwfXsNsJKmQR93PjH5A3ZSxirBUdxpkM0vyXlpy0cq1SqOSj1fndi1FASxbs1mJ+sT1/Gzye68YRZKqyM5tJrz2jLo5+9e/8lm+UTFt0htqJCmuz5+ZV1glw8iP3nreaGZdcX0e2pH3DzLskQ/tnZfGqpGkys3V5YHBd6qbF2KuGA1YsHiV2r5vUF/TmErl5+v98L0D1M2LJneVP7n7zZm3SN18YcwIw0jy5nep5PP1pDfkAxQlZ/Cd3X+aOjE40M/0qvMXL8uQ7/3Pvx3y6AtNI4cMH/vaj/MWJSSm5H+HHVo1rRL03/4gc9a1m3bkNVINL6V7BvQW+Xr/lbGmlaySTJfHGbwl9xwoYmRbsq+1ra3tJ++8oE5lLDPyz7+dq7RlgPrSO5+qIx+5d0D3Lm0FYEVYVxIAAEATqJUEAACApgTdmqMkJ+UXljz1yL2+3p55XSsPpAf07ta6aUMZWw69q5fIV7WqldV2/lFo+aoc5C8fkdLeuG13XmHSwhvz1vbt3kldDC9/s3/5S22/+OTD+Zd53RHZSZ27MjEpZXm+i1wOurN7y6b1RcEM6dezUh6vacM6twSZzz/xUF4T2DZuEK62L14yjpf8K/n2iewox/h4etx2xwipfHONxuTUVFEYqzduU9sy0rvnrjwjOhmJ3TfoDlGi5HO+6Mevnnv8QTVNNJWRmbVx+57/fTSt7R33v/D2J1dj4/MaKd9N9wy4+Vz9ZTBHq5Hf/16uNJwcHQb2iRR5u29gnyYN6uR1bcfWNxNEmfkVbbXXEn+t5ZP54evj1M3vf16gZPlvTZqq/g9Ei8b15DtIANaFdSUBAAA0gXUlAQAAoCk5OTmGm3b2dvkM7tyuRT7X9ujcVl5EwchYSKZ3yoyX8qu8FDDMK3u9Izts23NAXJ/EdenqDcNMytEOHj154ky00u5bsOlbYy5fU+ellHp1bX/bm3Tv0k69yZbd+wbdkWf+1L5lE1FgrZo1zOuqQP9b5vLt0aVdXiN9vG7mmqZTxY5+cLAosACDb2q0c97WGoOCwkcfGOyY71ypox+8++f5i1PTblN1WigytX3y4WGPDx+6afsemWFv2bVv/+ETZkdmZ+csWBwVtWGbzHrvH9TX7BgZGH82fY5SL7Vq/RaZRnt5GqfCW3btV4tT5QuklhWa1bd753yuDakSpL4lJfnMyJhTFFJpvNby3SHz1J8WLBHXf1e88t7nA/tGLr1RuOzr7fnl++MdHQhWYG3K7NwUtZIAAADliUgSAAAAmpJ4a3Gkh1ueqUZo1SCjRSiLTGZy8/9ZZbgIX45OJyzVHZGd1M8IS81N4vrPyvVKQ+Y6akVj/g4dPam2q4dWUdfmzEdzgxlZN23bk8/IFo0KWih5/btXzesqL89bJmvNp0zW1fnmbKhFnnVQ3vDwsVNR62/WO+py9IW6hwNHjqvtzm1b5D+4krdn07wLB4tDZnud2jZ/5emRf876Yvuyn7+c8Mq9A/uYLaCU7743J371weTvzN5PgJ9vt46tlHZmVvbfK9aajlloMH2rzOpEvvz9brOb+Xp7qe3CRsKFUtjX+rVnR4fXCFPaB4+efO+zb9SrPvnfC0EBJfN7CbAo1EoCAABoArWSAAAA0JTklFsmTvT0zDuVrBIsCu9afOLFmCsXL1+5eOnqpSvXLl6+euLUueOnzxkNs+TF3f0q+XRo3XTD1t2yLb8mJKYYTmQqf/LFq/5LJe/o3rmAHyWiYy6r7dPnLtRsU7jZRGWsm56R6eLsZPZamR+LAvPJO2s0lP8qjIX9ACWfNPkQ5C5x4dKVS1euXrx8Leby1b0Hj16LSzAaVqj7vHz1ZplmJV/v297Er9LtxxSTjHJlqi0vsn3s1Nltuw/s3nc4auO2pOSb77sZc/7w8/F69AEzVYaD+nZXo7u/l615YPAt+0lGZpa678lgu7O5RTQN+fncJpV0cnJU24b/NFAcJfJaOzs5fv7ey4MeHicfsmH/Y8OH5F/ADVRcZXZuilQSAACgPBFJAgAAQFPOXohR23Z2toYrvRlxc3ERBRObkPTHwuXrt+06cOSEYfpScfWN7KSkkvLzwj+r1hlOubl978HoC5eU9p0Fm75V/FskV9ylNLOyss2mkqaTfBrJybmlLLVSwVJJO9sSmOTv2OlzfyxauW33/qPHTxdt2cJ8yEhSTbacHB3c3W6/u/r53r5EtQSF1wiTF5kspqVlzPnjn0lffa/+wF99/8uQfr1Ml+3s3qmNjBuV5Sd37D0k97SQKjffoUuiNiSnpCntIf162ub7GsnPuXktC1oaSvy1rlMz7KWxD7/zyXS1p3GD8Ocee1AAVqrMzk0xgysAAEB5UmolBQAAAKANew8dVdt1a1XPq/xOsrUt0BnSTdv39ntg7MSvvpeNvCJJGbQMurO7qDh6de1gf2PFzWVRt0ziuvjG9K31wmvIiygYoxLVIsjOY85bO5tCnGGWD6rMTnzP+nVh/wefmjHnj30Hj+UVU9WtXb0gS2yalWAQ9Pr6eBXkJpUKNqzEubo6j35w8AevPq32yHBxzh+LTEc6ONgP6N1N3fz97xWG1/5lMH3rPXf1Evkqy3VbS/u1Vpw4fe7cjX8IAKxPmZ2bolYSAACgPFErCQAAAE3Zd+CY2m5Yt5Yonj/+Xjn+gy9M5350cnSoX6dmvVrV5dfG9cPrh9eQR93zF60UFYS3l3uXdi1Xrd8q25t27L0WG+93fSVI+UjVVLLghZLi36kyb6a/Pbu0e+ie/qKQvNzdRAUhP2S9/uGUX/5canqVp4dbo7q15f5QN7xGyyYNqgYHbNm5b9maTaLwvA1Wwbx0JTYnR6cGyXlRCw2LbP2WXafOnY/5d3rSqy89OcKwkPG2hvTv+ffytRu3/7dE6KZtu8c+Msx02NC7en87d77S/mvZ6mcfe0D5xHr5aqxSvyu1bdG4auVAYQFK77U+evLspCnfG/akpWWMe2PivJmfOjqQqsAKsa4kAACAJrCuJAAAALTjyIkzhks8tm7eSBTDzr2HX37/c7W8Q4YQHVs3b1i3ZtNG9Zo2qCODScPBKanpokLpE9lRSSXlA1wStfHBIXeK68tMxsYnKgPu7NGl4PdmmCkmJqfIVElYrxlz5xvGVGEhwW2bN65XW0ZT9evWrm704UtGTaJIAv191Zlv5NeLl67edn3NmMtXRfFM+GLGsVNnlXZk5zaFSiWlfj27qKlkfKL5SX1rhFVp06zh1t0HZPv8xctbd+1X9pY/l0Sp77VBfSKFZSil1zojM2vc6xONFpWUDh49+em02a88PVIAVod1JQEAADSBSBIAAADaMeuXv9S2h7trn4iOohg+mTZLjUka1Kn53efv+Pl65zU4ITHJcNPyl1Ho2aWdDFaV6SiXrfkvlVy0ap1yrcyNClWsFhoSrLYPHj2h1+ttba1zba/EpJQvZ/6kbg7u1/29l5/Kp7gt3mDHyBWF2Cvk5zi5vylLMErnYy7fNpW8EHNFFE/NalXVVDJq/VbD2VYLwvAN4uyS5+TJA/tGKqmktHjVBiWV/OdGka6rq7OMzIUFKL3X+qOvvlef50o+Xq88NfLFdz5VNr+dO79TuxYdWjUVgHVhXUkAAABNYF1JAAAAaMTeg0fnL745h2r/nl2NyhkLJfrCJTU4kf73whP5RJLSsZNnDTdz9ZZ+EO7m6tK9c1ulvWXnfpl+ZWRmrVy7WenpU5jpW6Xmjeqp7ZTU9FPnLtz2JmeiL/44b1HU+m1Hjp8uckFh2Vu+ZpP60/p6e/7v+TH5z7d5zKB4V1/Ij2bNGtZV22s2bc9/8LXY+D0Gi6oWTfXQqmp72ZpNl6/GisI4efbm6149pHJew+7o3tnD3fW/77J6o06nlzvDwaMn/7s2srMMJoUFKKXXevXG7bN+XahufvDqM4PuiHz0/kFqz8vvfhabkCQA61Jm56ZIJQEAAMoTtZIAAADQgsSklGfemKQuACnzyFH3DxbFcMIgYPDx9GjeuF7+4zds2224qdPrRZGUZYlhn8j/okf5qWH52s3rt+5KSk6Vm/b2dv16dBWFEeDnazjb58/zF9/2JpNn/PS/j6Y9+sLbdzww9omX3xMVxMmz59V2m+aNXPOuCFRs2LpLbZsuUJo/9QWSfvlzaf5J1c9/Ls3OzhHF0zuig9rOydFNnPJdgW8q5Hf/ecHN171TmxZ5jZShozo/8LW4hO17Dy6J2qBeO/COMpq+9bbvtdJ4reWLKENHdXNIv56RndvIxnNPPFSreojSGXP52mvvfyEA60KtJAAAgCZQKwkAAACrF33h0vCnXpNf1Z5H7h142+ku8+fsfLNaKyk1NT0jM5/Bew8emzv/H8OeHJ1OFImT0836zqzr06uWnm4dWqlFaSvWbl61bqvS7tyuhbeXuyik/j27qu3Zv/2950B+dXtnoi/+vWKtujl8SD9RQbi63NwxrsUm5D949m8Ljxw/rW7qCrlXdO/UxtPjvwU7U9PSZ86dn9fIrOycnwqQBN9Wgzo1e3e7GUz+tXTNB1/OKEiYKn+8J8dPkC+rsilT6jt6dM5n/KC+N6PHzdv3rNu0U2lXD/131UlRJgwLHzOys0wHlMZr/eLbH6tLt1YJCnht3KPqDzPpjWfV2GbFui1zS+IFBSwHtZIAAACaQK0kAAAArFJOjm7vwaOzfl34yLNv9Rr2+IEjJ9SrGjcIf/KRYaJ4ZDyjtmUq8/vC5XmNPHLizDNvTJQ/j2FnenoRpyR1crxZj3XhUnGXCcyfs5OjGkFt3rF39cZtSvuO7p1F4T187wB1Wk75MeTZtybt2nfY7Mjjp6Mfe+EdNeuqXT00olNrUUE0CL+5Y+w7fGzfoeN5jVwStXHSlO8Newq7V8jM+IUxI9TNGXMzrDTlAAAQAElEQVT/+PWvZabDMrOy3/nk6yvX4kRJeGrUfW6uLgbfdEHf+8bIeDIjMyuvm6zdtLP/8KdXrd+q9jw45M78Jztt3rhevfAaSlsm4jv3H1LaQ/r1EGVI3WPT0jLUJTxVJf5af/fzn2tv5K/SpDefVX8AqUmDOo8+cLPC+8PJM0+dvf1MyEBFUWbnpuwFAAAAyo9SK0kwCQAAgArn5Jno4WNfM+1PTE65FhcvIwSzJVxVggOmfvCai/Nt5lq8LU8Pt1rVQk6ciVY23/l0esyVa6MeGFzJ21Mdk5ScumDJqs+m/5ickmZ086TklMpB/qLwgoP81PaCxatqhlUNrxkm26FVgot2h/nrG9Fx/j+rxPWU91rcv9VgMgnrcWO9yULx8fL434tjnn/rY2Xz3PlLQ0e/+PjwIYPv7F4tpLL8SCJfr10HDv/+9/J/lq9TIy53N5cPXx9XgT6w1DeIq2Uc+Ojz/5Mx3tD+vQxDuPMxV2b/+peMoIxum5CULArpvoF9lqxav3nHPnE9HX91wpenzkY/OKR/1eAAcb1Ecu+ho+9//u3+vAOzwqpbq9qX778y+oW31feXfBc899ZH7pNcurRr2ah+uJ+vt7+vj3wbXrpy7djJszv2HlRLJBUyY37swSG3/UYD+0QcPnZKNo7eWJNV7gYD+kSIMlQlOFAtcHzxnU8fGTbA0dHB1s62ddN/6zVL9rWWD/OTabPVzZH3DWzborHRmGcfezBqw9YTp//9tSOD0nFvTJw389P8812goiizc1O8YQAAAMoTkSQAAAAqKJn5bdy+p1A3GdKv5/inR3p5Fnr2UbPGPfbg2PETlLY8rv7mx3nf/bygRaN6TRvVS0lJvXjl2tZd+2RyoAyQGYPMLebMW6Rsnjx3vm7t6qLw6teuobZT09Lf/uRrpT3q/oHjnx4lSlrHNs1l/qosJ6mQkaRhqVyhDOjd7dz5mC++natsyidt2uzf5EXeocy6jpw4Ix+R4Xh7e7uvPnytacM6ouIIDvR7cMidP/7+3wsto9y3Jk39eOqsFk0ayNfucmzs+QuXt+7ar1wrI97Xnnn014XL9h08Jjdj4xPleJnqFfzbyU9zn7/3iszDlHsQ14sX5UXeSUiVoENHT2bemOZX7vaRndooGXMxdW3fctKbz73wv08MZ1xMSU3/Z+V6ecn/ti2b1J/8/ng7u9vPoTigb6RM6TINpinu2qFVoH8lUYbq1a6uppLrt+ySF6W9b/U8udOW4GstY/hxr09Uw/ha1UKee3y46c+jzOM6eOTzyjN/8OjJT6fNfuXpkQKo+FhXEgAAQBNYVxIAAABa0Klt8z9nffHh68+UVCQp9Yno8PKTDxv25OTotu4+MP2H3+fOX7x6wzYlkqwZVvXHKRNefWZUi8b11ZHbdh0QRVI9tIrMlkz7T5w5L0qBg4O90XytfSM6iWJ4etR9Uye+5lfJx7BThpE79x02iiSrBAd8NeHVjq2biYrmjWcf69mlnWFPckramo3bp8769Y+/V6oxldwnl8ydOmxA70Z1aqkjt+zcJwrJz8frx8kTOrRqatgpE6/d+4+okZ5/JZ9pk94IrRIsSogMmP+a/UW7lo0LfhMZb78w5qHZk993dnIsyPhK3p7db63KHVi2hZLSg3f3MxugHj1xRmmU1Gv9wZczj536ryRUfseP//dCXs+S0Tyu386df/7iZQFUfKwrCQAAoAnUSgIAAMBayVird7cOrzz1yPq/Zs364t1G9WqJkjZ6+N1/zPy0cYNws9dWCQp4/onhf8+Z0r5VE7kZ0bG1mjT8uWRVbEKSKJJP335xcL/uDrdO23ji9DlROvpEdlTblXy8urRvKYqnV9f2UfO+ffaxB42ySZV84f734hMrfvume5eiTBVb7mSqNG3S6x//7/mgAPOFfXJXnPLBq3KfrFo5UG72MIi1fvhtoSg8dzeX7z5/58PXnpGhtdFVrq7ODw3tv+TnaW2aNRQlqkGdmnO++uDX6R/JkMz0+xqSQdrLYx+RL+gTDw0tYCSpGHzHzVUkfb08jfK/MtCkQfh3n71j+uhO3pi6uURe69Ubt6tV1NJTI+/L/5eVfO/Uqh6ibkZt2CaAiq/Mzk3xv/kAAAClRT3Qyr1Or9crX3U3pKWlJSYmKsFknToVaVokFJyyG+TeoL9B3Q1O9O0rdDplsGNAQMvf5wkAAG5IPX5876ibU8PZtmjh+vTT9tfZ2dk5yFTkOltbW6XH9gabG0QZnmaCWfkcE8qvOTk5h88nPTFzvzq+c6PKb93XSqAw5FO6Zef+2PiEhKTk5JRUL0+PyoH+taqFKDlEKUlITNm171B0zKWk5FQHe7vQqpX7GsSHFYLcB7fs2rd7/xH5BMpfG4F+lapWCQqtHBQc6GcdvzeSU9J27jsUn5iUJFvpGf6+PpWDAhrWreXp4SZKR06ObtvuA5euXJN7o5OjY2jV4BaN63u4u4rSd/x09PmL/+6NyampKSmp9vYOPp4e3l4etWuEhVYNEkUi47pRz/1PaT887K7Xnx0tysneg8dkEnn5Wqx8hiv5erdv2aRaSGXDAWX/Wlu+u99fGp+SqbSd7G2+GxGmHj8oDXkUYXeDrQH14IHjB+1ISkpKSUmRr3hmZqY8VWVvQDnaVHabEjnUZF1JAACA8kStJFBRxJw6teXvf/+fukaTJk26dhOAJclKTz+8dUtczKWU+Hjf4KCA0DD/kBDvgADDMfGXLp3Ysyf+8qXsjEx5rbwEVavm4uGxe+XKMwf/ncaww4CBAWFhAgAqIHlEXaipLEuEt5d7RKfWoiKTp5c7tGpqNPWoNZFxYNdil5YWijxprxTmlr3a1UNqGxTwlYjFURvU9tC7eony06RBeJM8SqIVZf9aA1amzM5NkUoCAACUJ2VdSYJJwMLJ9+k3L714bPt2O3v7j1atMrxqxQ+zZ73xhtIOrFbt07XrCnyv4o/PPpv/+WfqpoOT01NTvmrRs6ey+ddXU36bNElp3/3ccwOfGWd429lvvrl89iyl/eikj7rec4/htVsW/T35ySeVduchQx77+BNRPBkpKc7uZpYB0+XkDK9ZQ2nLJ+eHk6dEhbJv7ZqJw4eLYpDPvHz+1c0Sf+ZvS74EC778cvn336cmJRpdNX3vXnfvf6fmS4qN/WnC+5v+/FMONhwQ1qDBhMVLAkJDPxk1Uu7kR7ZuG//TTwIAAECItLSMpTdSyVYyEqzBvy4B1qzMzk2xriQAAEB5IpIEKoSl330nI0nZ6P7gg4HVqouS8MsHHxhGko4uLi9+P0uNJC3K5r8XvjVooIDlydXrJz300IIvPjeNJP1CQpRIMvbChdfuvGP9vHlGkaQUUreu/FolPLzL9VT7wMYNq+bOEQAAAELMW7RCBpNK++5+PQQAq1Zm56ZIJQEAAMqTUispAFiwa+fPz/v034o3N0+vweOeFSVBRpJ/fz1N3XTx9Hx59g8NOnQQFkY+9o8eHjFl7NiEK1cELM/6+fMPbFhv9qqQG8sVz//i87iLF82PCf9vzD0vvezi4SEbv0ycGBcTIwAAgLadPndh8sz/ZlAI8PO9s2cXAcCqldm5KWZwBQAAKE/USgKWb/qLL2SkpMhGvzFj3Ly9RbEZRZLu3t6v/DineuOyXg3rtnKysl7q2SMzNVVoRsMOHUUhBVWvIcrPxgUL1LaDs3O3e4bVaNy4UpUqctMnMFB+zc7M3LRwoTrGOyAg4r77Q+vVc/PykptVa9dW+j0rVerx4PCFU79KS0ycMf6Vl2bNFgAAQEu27TmwYs3mpo3qZqRl7j10dNHKdYlJKcpVo+4f5OzkKABYNdaVBAAA0ATWlQQsXNTcuYc2bZINTz+/3g8/LIrNKJL08vd/5YcfQ+vXNx1Zp0XLu5977r926zaizOXq9ZqKJKWXfvjBzr4ifUw+vW+f2n7k/Qmd777baMD5Y8ey0tOVtp2Dwxu//R5U3fwUxH0ffXT5D7NlAL939eqNC+Z3GDhIAAAAzbCzsfvu5z/Fz8b99cJrPDS0vwBg7crs3BSpJAAAQHkikgQsWU5W1u+ffKy0Bz71lIOzsyieH995e+nMmeqmT1DQ67/8mldKVLdtW3kRQB5kbGy4nGSbvn1Nx6Qm3hxQs0mTvHY2ycPXt9uwYUtmzBDX53Ft269/xQpoAQBAcVQO8jftrOTjNfH1cfb2dgKAtWNdSQAAAE1gXUnAkq2bNy8pNlZcX/ex2733ieIxiiQDw8Le/H1ePikRkD9lYmGFZ6VKTq6upmPUQknx75yuQSJfd45+TDkZERcTs/WfRQIAAGhGUEAlB4db/iGpd7cOC3+Y3KBOTQFAA1hXEgAAQBOolQQslnx7Lv72G6XdaeAgBycnUQxGkWRwjRqv/fyLT1CQAIpKb3DiwN7R/GpPubeMcRD58g4MbN6jx87ly2Vb7q7t7xogAACANsiPpVv+mXvg6PHDx075enk1alA7vEaYAKAZrCsJAACgCawrCVisvatXx5w6pbQ73T1YFINRJBnWoMErP/zo6ecnrNq18+fPHDwYe+GCTqfzDvAPDAur2bSZKKScrKxT+/Zdu3A+/tJlGar5BgUHVasWUq+eQOnoOHCQkkqe3Lv38JYt9ZhDGAAAzfD2cu/Yupm8CADaw7qSAAAAmkAkCVisZd9/rzQCQkJrNG4iiur7115bOedHdbN6o8bj58518/K67Q3/+mrKb5MmKe27n3tu4DPjRFkZ1ahhelKSYU9KfPz9YaFK293HZ/qevXndVv5aW/vbb0u//y768GGjqwKrVet6zz13Pva4rd3tVyc6sXv3n1MmH9iwITsjw+gqGeh2GDBgwNin5E8iKpTNfy+cMnas0u50992Pf/JpPoPlY//g/v/mDW4WGfnCd//tkD+8/b9l331nNDguJkZ9gSTvgICEK1eMxmxcsEBe1M03f59Xp3VrozHNu3d38fBIT06W7WWzvieVBAAAALSAdSUBAAA0gXUlAcskE7V969Yq7aYREaKojCLJum3avPbTTwWJJCuozLS0ScOHf/vSi6aRpHT5zJlfJ058/757ldU686LLyfn25ZfeGnDX7pUrTSNJKenatSUzZjzfreuWRX8LlCh7R8fGnTor7e1Lllw+c1oAAAAAsHZldm6KVBIAAKA8USsJWKZdq1aq7QYdOojCk+9uo0hS3s/Ls39w8fQUVko+5M8ff1xNc/NyZMuWqc88k6vXm71WxpCfPjpqzS+/GHbK35NhDRpUqV3b8BdmSnz85CefXPDF5wIlqnHXrmp7x/IVAgAAAIC1Y11JAAAATWBdScAyHdq8RW03aNdOFJJ8X896/XXDSLJ5jx5PfzXVwclJVAQz9h8Q1wPCEXXClZ78Z21V6HW6fWvXyIaXv3/HgQObdO1WuWZNecOr0dHHdu78deKHaonk/vXrNv75Z8dBg0zvZM677+6JilI367RuPXjcs7WaNXNydZWbWenpJ3bv7giJZwAAEABJREFU/u7112JOnlQGzPv00yq1w1v37Ss0Y/hb/5MX2UhNTBzduJHS6RscPHnLVtPBO5cvlymv0u4wcOCYz7+47f037dZNbR/ZtvWO0aMFAAAAAKvGupIAAACaQCQJWKDszMzDW/9LJYOqVy9sdaN8X3/70otrf/vNsDMgNLSiRJLFJHPEpyZP8QkKUnsq16olLzLreqVXz+S4OKVz37q1pqnk9qVLDaPch955p8fwhwx/STq6uNRv3/7dP/+a9sLzO5ctUzpnjn+lfvt27t4lsMbkpOHDCz74vtdeC2vQQFgd74AAmXHGxcTI9sFNm3Q5OXb2nDoAAAAArBm1kgAAAJpArSRggY5u26bLzlbaVcPDC3Vbs5GktHTmzPpt27Xo2VNYNZkaPvn5F4aRpEpmXXeNfWrOO28rm2cPHTIdM+/TT9R2zxEjej40Qpgjc+Jx075+vd+dZw8elJspCQnLZ80aNO5ZUWwHNm4o+ODUpCRhpaqG11FSyczU1JN79oS3bCkAAAAAWK8yOzfFupIAAADliUgSsECHNm9W2zKeEQWXm/vdq68aRpJunl5q+5sXX7gaHS2sWuR991WqUiWva9vdeafaTrhyxejafevWnj96VGn7h4TcN/5VkTdbO7t7x49XNzfMny9QcqrUrqW21bphAAAAANaqzM5NkUoCAACUJ6VWUgCwJBdOHFfbhvGMWYYf3i6fPRv101x189GJk56eNk3dTElI+HLMGLUK0yo17tIln2u9AgLsHByUdkp8fE5WluG125csVduNOnZycHYW+WrYoaO7t7fSls/8lbNnBUqIYRh/8cQJAQAAAMCqldm5KWZwBQAAKE/USgIWyHBmTt+g4PwH5/XhTUaSXYcNk40+I0cumTlT6Ty1b+/PH0x44M23hJUKqVM3n2vlr7vAsDA15Uq4csWvalX12rOHDqrtgkwZamNrW6t58z1RUcrmoS1bAsLCRPH8cPIUayiKf3f7QLUt03QBAAAAwKqxriQAAIAmsK4kYIFS4uPVtou7uygk+Y4e9eFEJZKUhr0yfv+GDercpDKhrGe9C0y6enjkP8Aw89Pl3FI2etmg2PHr55+TF1EYl8+cESghTi6uajs1MVEAAAAAsGqsKwkAAKAJRJKABUo2SCWd3VxFYch39OOffKpGkpK9o+PYLycbzkc6/fnnrXKBSfnYndzcRJHIX4aGYXARZGdlCpQQZ4PXsZivCwAAAADLx7qSAAAAmsC6koAFSjWYstLJtRAxmxJJdhw82Kg/pG7d+8aPv3n/SYlWucCkrZ2dKKrUYk8TqtfpBEqIYRjPDK4AAACA1WNdSQAAAE2gVhKwQC4eHtmZ/xXepaekeAcEFPCGAWFhppGkoueIh/esXr13zRpl898FJj/84IE33hS4ztGgllQa9/V0N29vURi+QUHCuuh1OaKcZKSlq+0i178CAAAAqChYVxIAAEATWFcSsEA+gYFJ164p7eS4uOAaNURJeOKzz1/p1TPhyhVlc8mMGY07d27cpauATCVdXGT6lZmaqmy6uLvXb9dOWLXbFneW44KOhrO2+hQ4lQcAAABQQbGuJAAAgCYQSQIWyMvPX22nltz0lR6+vjKYNOyZOm5cXEyMwHXB1aur7TMHDwprZGt7c5LbXP1tpkhKTUoS5SQ5Pk5te/v7CwAAAABWjXUlAQAANIF1JQEL5B1wM4ZJNigaK76GHTv2HDHi5p3HxU0e+6Qup9wm6rQotZo2U9vnjhwuyE02/PHHhvnzj2zZcu38+Vy9Xlg8ewcHtX3b9RovHD8uyoncM9W2lz+1kgAAAICVK7NzU6SSAAAA5YlaScACeVXyU9spJVcrqbhv/KtV69RRN4/t2PHrxA+FRbKxLdMPjNUbN1bbO1esuG0V6eUzp6e/+MK0Z8e9e8/QZzq0P7Jtm7B4Lu7uajvu0m0e4P5160Q5MZzB1dvfTwAAAACwatRKAgAAaAK1koAF8jJYSC/m1ClRohycncd+OVl+VXv++eabfWvXCMtj7+iotrOzskQpa9W7t6uXl9LOSEmZMf6V/MfP/+ILdWnG6o0a12vbVlg8L7+bCd/5o0dP7dub18gNf/xR4vtewcWcPq22vQMCBQAAAACrRq0kAACAJlArCVig6g0bqu3ju3aKkhZSt+49L75k2GOxC0y6eHoqjczU1IQrV0RpcvPy6jXiYXVz7+rVP77zdnZGhulI+Ztz3iefbJg/X+3pM2qkqAiCatTw8PVVN2eOH5+ZlmY67PCWLT99MEGUn6M7dqjtGgY1rAAAAACsErWSAAAAmkCtJGCB6rRu7eX/39KS0UeOGK6xV1J6jxzZsENHddNiF5j0r1pVbU9//vl9a9cc2rz5yNatonT0e/zxsAYN1M2lM2e+cVd/+U1lJqr0pMTHr/nll1f79lnw5RfqsHb9+rfvf5eoCOzs7dvfdfNHPXPgwMcjH5H7mNpz5ezZ719//f1h9yReverk5mYYYZaZa+fPX4uOVtqBYWGGrwgAAAAAq1Rm56bsBQAAAMoPtZKABZLvyla9eq+c86OyeWzHjhY9e4oSJb/FE59/Pr53r6TYWPW7/Dpp4n2vviYsSWi9eucOHVLa+9atlRelPfPgIWeDJRJLipOr6zPTpn34wINXzp1VemRiN3H4cNkIql7d2c1NxnhGN2nSrdvjn35axktgFseAp57evHCh+rof2rTplV5m9i65hzz15eRfP5pUGqF4/o7u2K62W/XpIwAAAABYO2olAQAANIFaScAyNe/RXW0f37VLlALvgIDHPv7EsOef6dMtbYHJng89ZGtnZ9offfSoKB2BYdXe/+efNnfcadR/6fRp00iy/V0Dnpk6zXD9S8vnWanSG7/9HlitWj5j3L29n/l6erPu3UV5OLF7t9pu0aOE83gAAAAAFoh1JQEAADSBWknAMjVo30EmQ0p7x7KlonQ0jYiIvP8Bwx5LW2CyZpOmL82eHVS9ulH/hRMnRKlx9fR8eurUt+b90bhzl7zGyNjyw6XLnvzySydXV1HRVK5V64PFS/o++qi7j4/RVQ7Ozh0HDXr/n8WtevcW5UH+Vdq1cqXS9q1cuXaLFgIAAACAtSuzc1P8bz4AAEBpUQ+0cq/T6/XKV90NaWlpiYmJSjBZp04dAWuk7Aa5N+hvUHeDE337Cp1OGewYENDy93kClmH2m28unz1Laf9v/gKNxzMn9+65ePxE3OVL+pwcTz+/hh06BFarLkqfzGhlKpyamCj+nd/VLTAszK9q1aCwMCc3N1Hxyd8Ipw/sjzl1Ki7mkqunh1+VKrWbt5ChrCg/B9av/+CB+5V2vyfGDHvlFYHylnr8+N5RI9VN2xYtXJ9+2v46Ozs7BwcHpW1ra6v02N5gc4Mow9NMMCufY0L5NScn5/D5pCdm7lfHd25U+a37WgkAAIrh7veXxqdkKm0ne5vvRoSpxw9KQx5F2N1ga0A9eOD4QTuSkpJSUlLkK56ZmSlPVdkbUI42ld2mRA41WVcSAACgPFErCVisO0aPXvXTXF12tmyv/+MPjaeSNZs0lRdR5nyDg3uOeFhYKRtb2xqNm8iLsBjr/vjvHyMcnJ3lW0AAAAAA0ADWlQQAANAE1pUELJZf1aqdBg1S2pv+XpidkSEAq5aWlLR96X/zFXe//34PX18BAAAAQANYVxIAAEATqJUELFm/J8bY2tnJRnpS0tbFiwVg1Tb/vTArPV1cL5S887HHBQAAAABtoFYSAABAE6iVBCxZUPXq7fr3V9ob5s8XgFVTd/IuQ4Z6BwYKAAAAANpArSQAAIAmUCsJWLghz7/g7O4uG/vXrzu9f78ArNThLVuO7dghG+4+PoPHjRMAAAAANINaSQAAAE2gVhKwcP4hIUNfeEFpz33/PQFYqR/feVtp3P/6G55+fgIAAACAZlArCQAAoAnUSgKWr+eIh+u0bi0bhzdv3r50qQCszoY//jh78KBsNO7StfPddwsAAAAAWkKtJAAAgCZQKwlYPvk+HT3pIwdnZ9n+5cMPdNnZArAi2ZmZv3/2qWw4u7s/OnGiAAAAAKAx1EoCAABoArWSQIUQVL364Gf+XWnv0unTK+f8KAArsnjGt9eio2Xjnpde8g0OFgAAAAA0pszOTdkLAAAAlB+lVpJgErB8/caMkRcBWJ27nhwrLwIAAACAVpXZuSlSSQAAgPJEJAkAAAAAAIByxLqSAAAAmsC6kgAAAAAAAChHZXZuilpJAACA8kStJAAAAAAAAMoRtZIAAACaQK0kAAAAAAAAyhG1kgAAAJpArSQAAAAAAADKEbWSAAAAmkCtJAAAAAAAAMoRtZIAAACaQK0kAAAAAAAAyhG1kgAAAJpArSQAAAAAACgbNjcIwAC1kgAAAJpArSQAAIDGcTQIAADKF7WSAAAAmkCtJAAAgDYpp/+IJAEAZYMSSeSjzM5NkUoCAACUJ2olAQAANIVjPwBA2bvtXx/+PGlcme0AzOAKAABQnpRaSY7+AQAAoNh65NLQD5YJAACKISE103BTLZRkXUmYVWbnpkglAQAAyhORJAAAgMYZHQ1mZuszszMEAAAlRJ2c0/AvjmE8yaTiYF1JAAAATWBdSQAAAM2iWgUAUAZs8qBeazpeQGPK7NwUtZIAAADliVpJAAAArTEKIzkaBACUNltbWwoikQ/WlQQAANAE1pUEAADQpptFKiLX0f7ftnJYqH4Vt86rofYIzTNbz8EzAwDC5I+F8ndE/pXJh+BXKFhXEgAAQCOIJAEAALTDaPZ+5XRw7WD3pePb6nS6nJwc5ater1fasqF8zb2VcnPtLAQgH2l6enpqampWVpbRVY6Oju7u7i4uLgIAtMowgzRke53ddUqtpOFXo5tzakLjqJUEAADQBGolAQAANCifmhV5slgOkGeQDQerwaQwCCM1kkqmpKTExcXJmNao383NzcvLy9nZWQCAhpnNF9U/KEoeqVIjScORed0bNIVaSQAAAE0gkgQAALBupvWRpuWS6uljtRpSaRsOMEwltZBHyiA2ISFB5pHZ2dmG/fKZ8fb29vX1dXBwEACAG0wjSflVTSXV0sm8/idGQNuolQQAANAEaiUBAAA0wubW1SJNSySNJmgVt55cNrzWulPJrKysK1euxMbGymDSsF/GkP7+/n5+foaFpAAAhVEqqcaQRvGkUdGk4c05NaFl1EoCAABoApEkAACABhkmlKbRo9FIw0jSugslk5KSYmJiZB5p1O/q6lq5cmUZSXLkDAB5MZqU1WghScMFJs1WTBrdD7SGWkkAAABNoFYSAABAUwzzSHleWK/Xq7mj0ayt4vo5ZXVFScMqSSsLJuVjvHLlSnR0tEwlDfvlww8KCgoNDXVzcxMAiiojI4MVWLVATSXVr4aRpOEakzYGq0saRpKcmtAyaiUBAAA0gUgSAADA6tmYrCWpNJRDQSV6VL7KU8aGxS5qv+mKktYRTObk5Jw9e/bMmQOV/t8AABAASURBVDMyNTHsd3R0rFatWlhYmGwIAMUQGxu7ZcsW+ZvE1RzmQ7YaRsmiYRW+YTCZV5WkUbkkNIhaSQAAAE2gVhIAAEA7zMaTyvlipUeJIYVJYGl9K0qmpKQcO3ZMRpIymDTs9/b2rl27dmhoqPqcACiOoKAgGT3K4D8zMzM+Pt7oWicnJ3d3d7cblLZMKwUqLBtzq0uqwaTaY5RQ5nU/0A5qJQEAADSBSBIAAEBrjA7/jLJJNZhUIkzDRSWFVaSSly5dOnTo0Pnz5436q1atWr9+fZmgCAAlSr65Dh8+bPaq7OzslJQUo075a0fGkx4eHoZfJXt70oQKwMbc6pKmCaWNOYIwUsOolQQAANAEaiUBAAC0wMZgOUmjwz/1xLE6QJmyVS2azGtFyYqVUMoHdeLEif3798fGxhr229nZhYeHN27c2MvLSwAoBbVq1dq3b1+hbpKZmWn0VpWcnZ09PT1lPKl+lVxdXalsLl9m/9NFGJRLqm3DWkmjMBKgVhIAAEATiCQBAAC0TJ2m1ebGKpLK8WGuAZFHAFlRUsn09HSZiMg8MjU11bDfzc2tSZMmjRo1klGHAFBqgoKC3N3dTadvLazs7Ozk5GSjTjs7O5lQenl5yYTS6zql4eTkJFAm8jqlYGMylWs+9ZFGhZKcptAgaiUBAAA0gVpJAAAArTE8AlTXjzSdrFWGlOLWEskKN31rXFzc9u3bDx06ZLR4ZEBAQMuWLevVq0eJFVA2wsPDN23aJEqBTqeLvc6ws02bNp07dxYoJ4YRYz7ZpDCppxTQMGolAQAANIFIEgAAQCPUSVyFuWDSsF9hZ2enjq9wqeSpU6e2bt168uRJw0756GrVqtW2bduwsDABoAw1atRo3bp1okzUrFmzW7duAuXHqOTRtCDStEoSoFYSAABAE6iVBAAA0I68gkmjHrVcUlS0PFKn0+3Zs2fz5s1Xrlwx7HdwcGjevHm7du18fX0FgDLn5+cXEhJy5swZUcrkN3rggQcELIBpNmm2htJosKBoUquolQQAANAEIkkAAADNyucf1EzLKC08mExJSdlyndHikV5eXjKMbNOmDYtHAuWrYcOGRuXLJU6+zceNGydgGUwTx9vmkYJIUsOolQQAANAEaiUBAAA0xbBc0nAz/2xSWPCZ4suXL69du3b37t1Gi0eGhIR06tSpcePGdnZ2AkB5k2/GhQsX6nQ6UTrk76i3335bwMLklU2atgWRpLZRKwkAAKAJRJIAAABaY5g1CnPRo2lyKSyvVlL+PIcPH16zZs3x48cN++VP26hRoy5dutSoUUMAsBgeHh7h4eEHDhwQpeOzzz4TsCT5J46mJyI4NaFx1EoCAABoArWSAAAA2mQ2ehR5V0ZazhFjVlbWtm3b1q5da7R4pJOTU9u2bWUeWalSJQHA8jRv3ryUUslmzZrZ2toKWLx86vKhcdRKAgAAaAKRJAAAgGaZXTMy/4PD8q2YTExMXLdu3caNG40Wj/T19e3cuXP79u1dXFwEAEvVsGFDBweHzMxMUaKqVq06YsQIAYtR8JMMnI6AilpJAAAATaBWEgAAAGbjyfxHlrFz586tXr16165dRovSVatWLSIiomnTppRJAZbP2dlZvlu3bt0qSo67u/srr7wiUHFw/gFmUSsJAACgCUSSAAAAUOVzZFguVZLym+7bty8qKurEiROG/fLnlNlGjx49wsLCBICKo02bNlu2bBElxM7O7sMPPxSwPJxnQGFRKwkAAKAJ1EoCAACgIMr4iDErK2vTpk2rV6++evWqYb+Li0uHDh26devm4+MjAFQ04eHhHh4eycnJoiRMnjxZALAK1EoCAABoApEkAAAALEp8fPyaNWs2bNiQnp5u2O/n59e1a1cZSTo5OQkAFZP8+NmyZcvVq1eLYmvRooUAYC2olQQAANAEaiUBAABgIc6ePbty5crdu3fr9XrD/lq1akVERDRp0oSjVsAKtG3btvipZEhIyMiRIwUAa0GtJAAAgCYQSQIAAKB8ySPSPXv2rFq16tSpU4b9tra2zZs37969e2hoqABgLWSgGBgYePnyZVFU7u7u48ePFwCsCLWSAAAAmkCtJAAAKBqOH1B86enpmzZtWrNmTWxsrGG/q6trx44du3bt6u3tLQBYnZYtW/7zzz+iSORfn0mTJgkA1oVaSQAAAE0gktQ4m+tyBQAABcJhA0qKjCFXr14tI8mMjAzD/oCAgG7durVr187R0VEAsFKtW7cuciopP8N+8MEHY8eO9fDwEACsBbWSAAAAmkCtJAAAKBSbG4w6BVAwJ06ciIqK2rt3rzwKNeyvXbt2ZGRko0aN2J0Aq+fv71+9evXTp0+LQlI+vUZHR7///vtjxoxhemfAalArCQAAoAlEklpjeh4ZAIAi428KCk6v1+/atUvmkWfOnDHst7Oza9GiRY8ePapUqSIAaIZ84xc2lQwJCUlOTk5ISJDtpKSkjz76aMSIEfJ+BICKj1pJAAAATaBWUrPMxpNZsbE77xkqAAC4QZ+dbdSj/PlQ/45wFIHbSk9P37Bhw5o1a+Lj4w373dzcOnXq1KVLFy8vLwFAY1q1arVgwQKdTlfA8T4+PuPHj09JSZk+ffrJkydlj7ztzJkzT506NXjwYFtbWwGgIqNWEgAAQBOIJHELnS7z0iUBAEC+lP9qMtwUgDlXr16NioravHlzVlaWYX9QUFC3bt3atGnD4pGAZnl4eDRo0GDfvn0FGezg4PD+++/Lhru7+7PPPvv777+vXbtWuWr16tXnzp174oknXF1dBYAKi1pJAAAATaBWUjsMzyCrrzgvPQCgUGxMGPYLpgrHDceOHZN55P79+40Wj6xTp05kZKSMIthPALRs2bKAqeQXX3yhtm1tbe+5555q1arNmTNHKbU8efLkhAkTxowZU7lyZQGgYqJWEgAAQBOIJLWMlx4AUATydHBe2SQgE4IdO3bIPDI6Otqw397evlWrVt27dw8ODhYAcF2jRo2cnJwyMzPzH9azZ0/TzjZt2sjfJ1OnTk1KSpKbcXFxEydOHDVqlLxPAaAColYSAABAE6iV1KybL7qdnbhexGBYSWlU1qBssp8AgKaY/eVvY2cne4yCyZvX8pdCw9LS0tatW7d27drExETDfnd3986dO3fp0sXDw0MAgAEZSTZr1mzLli35jKlfv/6AAQPMXhUaGvraa69NmTJF+TeI7OzsadOm9e7du1+/fvw9AiocaiUBAAA0gUhSU9QQ2lCtv//OycnR6XTKV0N6vV5+zb2Vem9GySUAwAoYzciqkjGk3Q2yLW6tmBTmJm7lAEM7rly5smrVKpkryEjAsD84ODgiIqJNmzb29pwABGBey5Yt80klAwMDx44dm8/NPTw8XnzxxTlz5mzbtk3pWbp06dmzZ0ePHi0jTwGg4qBWEgAAQBOoldQao9Uljc44y6tkEqk01JsonWqPaQMAYB1Mqx7VPxCmbPImiCQ148iRIzKPPHjwoFF/vXr1unfvLr8KAMhXnTp1ZLKYnJxsepWLi8tbb71123uwt7cfMWJE9erV582bpywzefjw4Q8++ODJJ5/09/cXACoIaiUBAAA0gUhSm4zOGisxpMLu+tR8wuB8tOyUA2QwKa7vMISRAGD1DP9MKAGkkkQqhZKGOaVRGKneXMCq5eTkbN++PSoq6sKFC4b9Mhto06ZNZGRkUFCQAIACkH9ZWrZsuXr1aqN++afkk08+EQXWpUuX0NDQqVOnpqamius13DKYfOyxx2TqKQBUBGV2AGnDSQ0AAIBSYljTppa7KXNyKtLS0hITE5Vgkk9r1spoN1B3BpUyU6vhjqHM2qpO36rsOWoeyQE8AFg9w0JJo2BSzSYNJ3RVO81GlYSU1iQlJWXt2rXr1q0zKmzy8PCQkUDnzp3d3d0FABRGdHS0TBCNOmW+KAovPj5e3lD9hwn5B6h///69evUSACxbUlKSPMaQ79nMzEx5qsregIODg/wqDzWVr6YHnKKQR5vUSgIAAJQnaiU1RZ2+1XS2PbVcUhmpVEbKfnVCV1JJANAUG3MMI0mz87gKWK+YmJhVq1Zt27YtJyfHsL9KlSoRERGtWrVi8UgARRMSEhIYGHj58mW1p379+qJIfHx8XnrppdmzZ+/atUtc/+Ty119/nT179uGHH5bBhgBgwaiVBAAAqPColYQwWQbSaGcwotZNqpRbqdO3Gt0nAMAqGU3lrUaSRpRJv9Wvakml0f+tk1ZWdIcOHZJ55OHDh436GzZsGBkZyTEkgOL75zqlLRPKgiwnmb+VK1cuWLBA/dhSpUqVMWPGyMxSALBIZVkrSSoJAABQWgqSSiYkJChHb5xRsmJmJ3E1TSXN9iid4tYVJTmGBwArpp7WMTzRYziJq1EGaXhuyOwZIlLJCionJ2fLli1RUVGXLl0y7Hd0dFQWjwwICBAAUBKuXr2qJJEuLi6FWk4yH0ePHv3mm2/S09OVTTc3NxlMVq9eXQCwPDKVVBaFJZUEAACowKiVhMJsuaSaQRqGkab9zN0KAJplk8fqkqYhpdG5IdkWt6abAhWKPD5ct27d+vXrU1JSDPu9vLyUxSNdXV0FAJSojz766MyZM1999ZUoObGxsVOnTo2JiVE2ZZ5x9913y99jAoCFoVYSAADAGlArCUVeqaTRjqE2xPUpW42GCVJJANAYo1TSKHE0qo80WmNSkEpWTBcuXFi5cuWOHTvkgaJhf2hoaERERIsWLeTZQAEApSAqKkr+nhElLSsra8aMGQcOHFB7Wrdu/eCDD/LbDLAo1EoCAABYA2oloSpgMGm4aTTY7P0AAKyM4TkdG5PVJYXBbK5GSaTSlgMolKyI5J91ecp+1apVx44dM+yXL1+jRo1kThAeHi4AoDTJ+NDR0VGUjsWLFy9atEjdrFat2hNPPOHh4SEAWAZqJQEAAKwBtZJQGR515xNMmhLmAkiO4QHAWpk9p2O2aNI0mBS3hpf53CEsh4wBNm/evHr16itXrhj2y2ygXbt2Mo/09/cXAFDxHTp0aMaMGRkZGcqmp6fn2LFjq1atKgBYAGolAQAArAG1klDllUoKk3jSqNNwvAAAaIxRuaTII5vMK5IUpJIWLCEhYc2aNRs2bJAHhIb93t7eXbt27dSpk4uLiwAAK3L16tXJkydfu3ZN2ZQJx0MPPdSiRQsBoLxRKwkAAGANqJWEIbPBpDAXTwpzs7Zy3A4AGmRU8mgaTApzU7ya3hwW5dy5c6tWrdq1a5fR4pFhYWERERHNmzdnuTUA1io9PX3GjBmHDx9WeyIjIwcNGsQfLKB8USsJAABgDaiVhBHTYFLcmkrm8xUAoFmm2aTZGkphckqIk7wWRf5B37t3b1RU1IkTJwz75cvUpEkTmUfWqlVLAIC1k78M//7776VLl6o94eHho0ePdnV1FQDKCbWSAAAA1oBaSZjKK5jMZ1MQTAKAttmYLBJpNokkkrRY8gTfxo1gLroiAAAQAElEQVQb16xZo85bqHBycurQoUO3bt0qVaokAEBLdu/ePWvWrOzsbGXT19f3qaeeCgwMFADKA7WSAAAA1oBaSZiVV9xolEqatgEAmmV2XtZ8JmslkrQQ8fHxq1evlpFkenq6Yb88/961a1cZSbJ4JADNunjx4tSpU+Pi4pRNR0fHkSNHNmrUSAAoc9RKAgAAWANqJZEXo4Nw02Py2w4AAGhHPomj2XNARJKW4NSpU1FRUbt37zb6I16jRo2IiIimTZvK03kCALRNfiKeNm3ayZMn1Z47rhMAyha1kgAAANaAWknkz+yhOMfnAICCII+0TPJITyaRMo88ffq0Yb98aZo1a9ajR4+wsDABALhB/tqcP3++/LWp9jRs2HDkyJFOTk4CQFmhVhIAAMAaUCuJgijgATnH7QCgQQU/xUMeWe7S09OVxSPV2QgVLi4uyuKRPj4+AgBgzs6dO2fPnp2Tk6NsBgQEPPXUU6y5C5QZaiUBAACsAbWSKBSOzAEAhUISaSGuXr0qw8hNmzbJE3mG/X5+fjKMbN++PRU/AHBb58+fnzJlioxGlE0XF5fRo0fzMRkoG9RKAgAAWANqJVFSOGgHAC0jfbRYx48fj4qK2rdvn9Ff6lq1akVERDRp0oTXDgAKLjk5edq0aWfOnFE25a/QgQMHdu/eXQAoZdRKAgAAWANqJQEAAKyPPIrbtWvXqlWrzp07Z9gvz9C1aNEiMjIyNDRUAAAKT/6C/e2339avX6/2NG/e/KGHHpK5iABQasqyVtJeAAAAoPwokaQAAACAxUtPT1+3bt3atWsTEhIM+11dXTt27Ni1a1dvb28BACgqmXnce++9NWrU+PHHH/V6vezZtWvX5cuXx44d6+XlJQCUmjI7N0WtJAAAQGmhVhIAAMA6XLlyJSoqasuWLVlZWYb9AQEB3bp1a9eunaOjowAAlJDTp09PmzYtJSVF2XR3d3/iiSeqV68uAJQC1pUEAACwBqwrCQAAUNEdO3Zs5cqVBw4cMOqvXbt2ZGRko0aNmPcCAEpDYmLi1KlTo6OjlU2Zgjz44INt2rQRAEoa60oCAABYA2olAQAAKih5qLZ9+/aoqKjz588b9svzcS1atOjRo0eVKlUEAKA05eTkzJo1a9euXWpPp06dhg4dKn8VCwAlh3UlAQAAtIJ1JQEAACyKPCu37jp5hs6w383NTZ4N79KlC2ubAUDZkCnIqFGjoqKi5s+frywzuX79+ujo6DFjxri7uwsAJYd1JQEAACo8aiUBAAAqkEuXLq1atWrr1q05OTmG/UFBQd26dWvTpg2LRwJAuThx4sT06dOVGSYlb29vGUxWrVpVACgJrCsJAABgDVhXEgAAoEI4fPiwzCMPHTpk1C+P0CIjIxs2bCgAAOUqPj5+ypQpMTExyqYMSB5++OFmzZoJAMXGupIAAADWgFpJAAAAS5aTk7N169aoqCj1NLdCnndr1apV9+7dg4ODBQDAMmRlZc2aNWvPnj1qT48ePQYMGMCqKEAxUSsJAABgDaiVBAAAsEzJyclr165dt26dPAdn2O/u7t65c+cuXbp4eHgIAIDlWbZs2cKFC9WP2+Hh4Y899piLi4sAUFTUSgIAAFgDaiUBAAAsTUxMzMqVK7dv3260eGRwcHBERESbNm3kSTcBALBgR48enT59ekZGhrLp5+f35JNPBgYGCgBFQq0kAACANaBWEgAAwELIw7CDBw+uWrVKnss2uqp+/fqRkZH16tUTAIAK4urVq1999dWVK1eUTUdHx9GjR8vf5wJA4VErCQAAYA2olQQAACh3WVlZW7ZsWb169eXLlw375cm1Nm3ayDwyKChIAAAqGhmfzJw588CBA2rPnXfe2bdvXwGgkKiVBAAAsAbUSgIAAJSjxMREZfFIedBl2O/p6dn5Ond3dwEAqMgWLVq0ePFidbNhw4ajRo1ydHQUAAqMWkkAAABrQK0kAABAuTh37lxUVNTOnTvlEZdhf5UqVSIiIlq1asXikQBgNfbv3z9z5sysrCxlMzg4eMyYMZUqVRIACoZaSQAAAGtArSQAAEBZksda+/btk3nk8ePHja5q2LBhZGQkR1wAYJUuX748efLkuLg4ZdPFxeWJJ56oVauWAFAA1EoCAABYA2olAQAAykZWVtbGjRvXrFlz9epVw35HR0dl8ciAgAABALBe8vP1N998c+zYMWVTfsoePHhwRESEAHA71EoCAABYA2olAQAASlt8fLwMIzds2JCenm7Y7+Xl1aVLl86dO7u6ugoAgAbIT9x//vnnihUr1J7mzZuPGDGCWbuB/JVlrSTvRgAAgPIkD92UWkkBAACAwjh79uzKlSt3796t1+sN+0NDQyMiIlq0aCHPnQkAgGbIT9YDBw6sVq3a999/n5OTI3t27dp19erVMWPGeHl5CQB5K7NzU9RKAgAAlBZqJQEAAEqcPKCSSWRUVNSpU6cM++UxVaNGjWQeGR4eLgAAGnb+/PmpU6fKj9vKpru7+9ixY0NDQwUAc1hXEgAAwBqwriQAAEAJSk9P37Rp05o1a2JjYw37HR0d27VrJ/NIf39/AQCAECkpKdOnTz958qSyKdOUBx54oE2bNgKACdaVBAAAsAbUSgIAAJQIGUOuXr1648aN8mSZYb+Pj0+XLl06derk4uIiAAAwID99z5s3b82aNWqP/JMxZMgQGagIAAZYVxIAAEArWFcSAAAgHydOnIiKitq7d6/RP9aHhYVFRkY2a9aMxSMBAGbJ4GTo0KHy78WcOXN0Op3sWbt27fnz5x977DF3d3cBwADrSgIAAFR41EoCAAAUjTxSUhaPPHPmjGG/PHBq0qRJRERErVq1BAAABXDu3LmpU6cmJSUpm97e3mPHjq1cubIAcB3rSgIAAFgD1pUEAAAorPT09PXr169duzY+Pt6w38nJqUOHDt26datUqZIAAKAwkpOTp0yZEh0drWzKoGXEiBHNmjUTAFhXEgAAwDpQKwkAAFBwV69ejYqK2rx5c1ZWlmG/r69v165dZSTJ4pEAgCLLycmZM2fOtm3b1J5evXr179+fFVUA1pUEAADQCtaVBAAAOHbs2KpVqw4cOGD03/M1atSIiIho2rSpPPklAAAoBpmpjBgxonr16vPmzVOWmVy2bNm5c+dGjRrFf70ArCsJAABQ4VErCQAAkA95OLRjx46oqCh1Sj2FzCBlEtmjR4+wsDABAECJOn369NSpU5XKMMnPz++pp57y9/cXgFaxriQAAIA1YF1JAAAAs+RR0Lp169auXSuPhQz7XVxclMUjfXx8BAAApSM+Pl4GkxcuXFA2nZ2dR40aVb9+fQFoEutKAgAAWANqJQEAAIxcuXJl5cqVW7duzc7ONuz38/OTYWT79u2dnJwEAAClTP4Zmj179q5du5RN+cG8X79+vXv3FoD2sK4kAACAVrCuJAAA0IgjR46sWrXq4MGDRv21atWKiIho0qQJR0QAgDIjs5ZRo0atXLlywYIFyn8SL1y48Ny5cyNGjHB0dBSAxrCuJAAAQIVHrSQAAEBOTs727dujoqLUifIUdnZ2zZs3j4yMDA0NFQAAlJOjR49+88036enpymZwcPDYsWOZSByawrqSAAAA1oB1JQEAgJalpKSsXbt23bp1ycnJhv2urq4dO3bs2rWrt7e3AACgvMXGxk6bNu3ixYvKpvw79dhjj9WuXVsA2sC6kgAAANaAWkkAAKBNMTExq1at2rZtW05OjmF/QEBAt27d2rVrx+R4AACLkpWVNWPGjAMHDiibMnQZPnx469atBaABrCsJAACgFawrCQAArMmhQ4dWrlx55MgRo/7atWt37969YcOGHPYAACyQo6PjmDFjFi9evGjRIrmp1+tnzZp17dq1vn37CkADyuzcFKkkAABAeSKSBAAAViAnJ2fLli1RUVGXLl0y7Lezs2vZsqXMI6tUqSIAALBsMoMMDg6eOXOmTCXlpkwoL1++PHz4cPnnTABWrczOTZFKAgAAlCdqJQEAQIWWmJi4bt269evXp6SkGPa7ubl16tSpS5cuXl5eAgCACqJZs2ZPPfXU1KlTs7Oz5eb27dvj4+OfeOIJFxcXAVivMjs3xbqSAAAApYV1JQEAgBW7cOHCypUrd+zYIY9qDPuDgoK6devWpk0bFo8EAFRQZ86cmTx5cnp6urJZuXLl559/nmAS1qos15UklQQAACgtBUklExMTlf9HI5UEAAAVgjx0OXDgwKpVq44dO2Z0lTye6d69e4MGDQQAABXcpUuXPv30U3UmgJCQkHHjxhFMwirJVFLu6vLcFKkkAABABUatJAAAsCZZWVmbN29evXr1lStXDPvlWapWrVrJPDI4OFgAAGAtYmNjP/vss7i4OGWTYBLWilpJAAAAa0CtJAAAsA4JCQlr1qzZsGGDPHox7Hd3d+/SpUvnzp09PDwEAABWJzk5+Ysvvrh48aKySTAJq0StJAAAgDWgVhIAAFR0586dW7Vq1c6dO+UxjGF/cHBwREREmzZt5CkqAQCA9crIyJDB5NmzZ5XN6tWrP/fcczKeEYC1oFYSAADAGlArCQAAKih5fLJ3796oqKgTJ04YXVW/fv3IyMh69eoJAAC0ISsra/r06YcPH1Y2W7Zs+cgjjwjAWpRlrST/zgYAAFCelEhSAAAAWAZ5Nmrjxo1r1qy5du2aYb88FdWmTRuZRwYFBQkAALTE0dFxzJgxH3/8sVIxuWPHDj8/v/79+wvAWpTZuSlSSQAAgPIkD/sIJgEAgCVIT0+Puk42DPs9PT07X+fu7i4AANAkOzs7GUy+//77SUlJcnPp0qX+/v7t2rUTgFUos3NTpJIAAADliUgSAACUu7S0tJUrV65ZsyYjI8Owv2rVqhERES1btmTxSAAAPDw8nnzyyY8++ignJ0duzp07Nzg4uFq1agKo+KiVBAAA0ARqJQEAQDnS6/WrV6/+559/jPLIhg0bRkZGsu41AACGQkJCHnrooZkzZ4rrf0OnT5/+xhtvuLq6CqCCo1YSAABAE4gkAQBAeTlx4sRPP/106dIltUcelrRo0aJv374sHgkAgFnyD+XZs2dXrlwp24mJid99992TTz7J53pUdNRKAgAAaAK1kgAAoOwlJyf/9ttvO3fuVHtsbW1btWrVp0+fgIAAAQAA8jZgwIDo6OijR4/K9qFDh5YvX96rVy8BVGTUSgIAAGgCkSQAAChj+/btmz17dnp6utpTu3bte++9l/pIAAAKwtbWdvTo0RMmTIiNjZWbCxcurFWrVs2aNQVQYZXZuSlbAQAAgPKj1EoKAACA0qfT6ebNm/f111+rkaSXl9fDDz/87LPPEkkCAFBwLi4uY8eOdXJyEtf/23jmzJlZWVkCqLDK7NwUqSQAAEB5olYSAACUjbi4uE8++SQqKkrtadq06ZtvvtmqVSsBAAAKKTAwcNSoUUo7ISHhr7/+EkCFRa0kAACAJlArCQAAysCF1BMNagAAEABJREFUCxc++OCDM2fOKJtOTk7Dhw8fPXq0i4uLAAAARdKgQYNOnTop7dWrV587d04AFRO1kgAAAJpArSQAAChtp0+f/vjjj1NTU5XNkJCQ119/vW3btgIAABTPXXfdpczjKs2ePVun0wmgAqJWEgAAQBOolQQAAKXq2LFjn3/+eWZmprLZvHnzl156qVKlSgIAABSbq6trv379lHZMTMyKFSsEUAFRKwkAAKAJ1EoCAIDSc+7cucmTJ2dnZyubnTt3HjVqlJ2dnQAAACWka9eu/v7+Snvx4sWJiYkCqGiolQQAANAEaiUBAEApiY2NnTJlijqV3IABA4YNGyYAAECJsrW1Vf/C5uTkyGBSABUNtZIAAACaQK0kAAAoDWlpaV9++WVKSoqyKSPJnj17CgAAUArq1avXqFEjpb1hw4Zr164JoEKhVhIAAEATqJUEAAAlTqfTffXVV1evXlU227dvTyQJAECpGjx4sK3tv4GL/Iy/cOFCAVQo1EoCAABoArWSAACgxMmToadPn1ba9evXv//++wUAAChNAQEBkZGRSnvHjh3nz58XQMVBrSQAAIAmUCsJAABKVnR09MqVK5V2pUqVHn30Uf4FCgCAMtCnTx93d3elvXTpUgFUHNRKAgAAaAK1kgAAoATpdLpZs2Yp55VsbW1lJOnk5CQAAEDpc3Z2joiIUNq7d+9OSkoSQAVBrSQAAIAmUCsJAABK0Nq1a2NiYpT2HXfcERoaKgAAQFnp2LGjku7IT/qrV68WQAVBrSQAAIAmUCsJAABKSmZm5uLFi5V2cHBwr169BAAAKEPu7u4NGzZU2uvXr8/OzhZARUCtJAAAgCZQKwkAAErKypUr09LSlPawYcNsbTntAwBAWevYsaPSkH+Ut27dKoCKgFpJAAAATaBWEgAAlIjU1NQVK1Yo7QYNGtSuXVsAAIAyJ/8Ke3p6Ku3NmzcLoCKgVhIAAEATqJUEAAAlYsmSJVlZWeL60cWQIUMEAAAoD7a2tu3bt1fap0+fjouLE4DFo1YSAABAE6iVBAAAxZednb1u3Tql3aJFi4CAAAEAAMpJhw4d1PaOHTsEYPGolQQAANAEaiUBAEDx7dq1KycnR2l37txZAACA8lOpUqU6deoo7Z07dwrA4lErCQAAoAnUSgIAgOLbtm2b0ggODq5Vq5YAAADlqmPHjkojOjr6ypUrArBs1EoCAABoArWSAACgmDIyMo4cOaK01XOgAACgHDVr1szZ2Vlp79u3TwCWjVpJAAAATaBWEgAAFJM816mcSJIHFS1bthQAAKC82draNmjQQGkfPHhQAJaNWkkAAABNoFYSAAAU0+7du5VG3bp1PTw8BAAAsACNGjVSGidPnszOzhaABaNWEgAAQBOolQQAAMV09OhRpdGwYUMBAAAsg5pK5uTkqH+sActErSQAAIAmUCsJAACKIyYmJiMjQ2nXrFlTAAAAy+Di4qL+aT506JAALBi1kgAAAJpArSQAACiOM2fOKA0nJ6eQkBABAAAsRu3atZXGiRMnBGDBqJUEAADQBGolAQBAcZw+fVpp1KhRg391AgDAooSFhSmNCxcu6HQ6AVgqaiUBAAA0gVpJAABQHGqtJNO3AgBgaUJDQ5WG/OwfHR0tAEtFrSQAAIAmUCsJAACKTB5FXLx4UWlXrVpVAAAAS+Lj4+Pu7q60z507JwBLRa0kAACAJlArCQAAiiwpKUmv1yttX19fAQAALEy1atWUBrWSsGTUSgIAAGgCtZIAAKDI4uLi1HZAQIAAAAAWRl1aklpJWDJqJQEAADSBWkkAAFBk8fHxSsPV1dXR0VEAAAALo6aSFy5c0Ol0ArBI1EoCAABoArWSAACgyFJSUpSGumYVAACwKIGBgUpDr9dfvXpVABaJWkkAAABNoFYSAAAUWVZWltJwdnYWAADA8hgu/JyYmCgAi0StJAAAgCZQKwkAAIpMTSWZvhUAAMtkZ2fn4eGhtBMSEgRgkaiVBAAA0ARqJQEAQJGRSgIAYPl8fHyUBqkkLBa1kgAAAJpArSQAACiyzMxMpeHk5CQAAIBFUlNJZnCFxSqzc1P2AgAAAOWHWkkAAFBkOp1Oadjbc4YHAAALRa0kLB+1kgAAAJpArSQAAAAAAFbMzc1NaaSmpgrAIlErCQAAoAnUSgIAAAAAYMXU5Z/VBaEBS0OtJAAAgCZQKwkAAAAAgBVTl38mlYTFolYSAABAE6iVBAAAAADAiqm1ktnZ2QKwSGV2bopUEgAAoDwptZIEkwAAaNmlS5cmTJiQk5Mjimr7daKQ5BHISy+9FBYWJgAAQKlhBldYvjI7N8UMrgAAAOWJSBIAAAQFBfXq1UuUua5duxJJAgBQ2kglYflYVxIAAEATWFcSAABIMpX08fERZUh+u379+gkAAFDKSCVh+crs3BSpJAAAQHmiVhIAAEj29vZDhw4VZUh+O2dnZwEAAEqZg4OD0tDr9QKwSNRKAgAAaAK1kgAAQNGkSZPGjRuLMlGvXj357QQAAChbxVlGGig91EoCAABoArWSAABANXToUHt7e1HK5LcYMmSIAAAAAK6jVhIAAEATqJUEAAAqX1/fXr16iVImv0VQUJAAAAAArqNWEgAAQBOolQQAAIZkZBgYGChKjbzzMgg+AQAAUIFQKwkAAKAJ1EoCAABD9vb29957ryg1Q4YMKYNJYgEAAFCBUCsJAACgCdRKAgAAI+Hh4S1atBCloHHjxvXr1xcAAACAAWolAQAANIFaSQAAYGrgwIFOTk6iRMk7HDp0qAAAAABuRa0kAACAJlArCQAATPn6+vbr10+UKHmH8m4FAAAAcCtqJQEAADSBWkkAAGBW165dAwMDRQmRdyXvUAAAAAAmqJUEAADQBGolAQCAWba2tvfee68oIfKu5B0KAAAAwAS1kgAAAJpArSQAAMhLeHh427ZtRbHJO5F3JQAAAABzqJUEAADQBGolAQBAPgYNGuTu7i6KQd5c3okAAAAA8kCtJAAAgCZQKwkAAPIhM8U777xTFMPAgQOLmWsCAADAulErCQAAoAnUSgIAgPx17NgxLCxMFIm8Ybt27QQAAACQN2olAQAANIFaSQAAkD9bW9thw4YV4VSRvIm8oQAAAADyRa0kAACAJlArCQAAbissLKxDhw6ikLp27VrkIksAAABoB7WSAAAAmkCtJAAAKIj+/fsXanlIHx+ffv36CQAAAOB2qJUEAADQBGolAQBAQchIcuDAgQUfLwc7OzsLAAAA4HaolQQAANAEaiUBAEABtWvXrnbt2gUZGR4e3rJlSwEAAAAUALWSAAAAmkCtJAAAKLh7773X3t4+/zFywLBhwwQAAABQMNRKAgAAaAK1kgAAoOCCgoIiIiLyH9OrVy85TAAAAAAFQ60kAACAJlArCQAACqVPnz7e3t55Xevj4yNTSQEAAAAUGLWSAAAAmkCtJAAAKBQnJ6d77rknr2uHDh162yleAQAAAEPUSgIAAGgCtZIAAKCwmjRp0rhxY9N+2SmvEgAAAEBhUCsJAACgCdRKAgCAIrjnnnucnJwMe+Tm0KFDBQAAAFBI1EoCAABoArWSAACgCHx8fPr162fYIzd9fX0FAAAAUEjUSgIAAGgCtZIAAKBounbtGhoaqrQDAwPlpgAAAAAKj1pJAAAATaBWEgAAFI2tre29996rtGVDbgoAAACg8Mrs3JS9AAAAQPlRaiUJJgEAQBGEhYW1bdtWNsLDwwUAAABQJGV2bopUEgAAoDwRSQIAgOIYNGiQAAAAAIqBWkkAAABNoFYSAAAUh7u7uwAAAACKgVpJAAAATSCSBAAAAAAAQDmiVhIAAEATqJUEAAAlRR5UqG2OLgAAAFBA1EoCAABoApEkAAAoMsMYMv+rON4AAABAXqiVBAAA0ARqJQEAQBHkk0fmP56jDgAAABihVhIAAEATiCQBAEChFDaPNHtzDj8AAACgolYSAABAE6iVBAAABWQ2jyxISGl6pMHhBwAAAFTUSgIAAGgC5wQBAEBBGKWP+W8aUv4FSphkkxyEAAAAQFFmh4W2AgAAAOVHPVEIAACQF8OjhdzrDNtpKdlfjT8UfSI5N29GNzS9WwAAAGhWmR0WkkoCAACUJ8oUAABA/owiSbWh1+vl1/TUHBlJnjyQNPXVwxdOpeqvK3g2STAJAAAAaiUBAAA0gVpJAACQD9ME0TBlzEjTTXnl4MXTabI/M10vg0nZVgJLNZ40DSlFHkknAAAAtIlaSQAAAE2gVhIAAOQl99aZWsWtkWRq0r8Tt8acSVfHy5DSsGLSMJg0yiYFwSQAAABuoFYSAABAE6iVBAAAZhlGkuLWPFJGjCmJWV+/cUSpkjSUma6f9trRc8dTjILJvGZzNf12AAAA0BpqJQEAADSBWkkAAGDKNJIUBsFkalL2tNeOGFZJGsrK0M98+4RaManT6fJKKAXBJAAAAKiVBAAA0AhqJQEAgJHbVklOf+PY5eiMfO4hM10/438nz59IVSJJw2CSikkAAAAYoVYSAABAE6iVBAAAhsxGkkpDZoqpSdkykow5m3bb+5HB5Hfvnrp4Oo01JgEAAJA/aiUBAAA0gVpJAACgyiuSVKLE9NScr18/eulcegHvLSsj9/t3zyjBpGHRpGk2KQgmAQAANIxaSQAAAE2gVhIAACjyiSRlIy0l+5s3zU/c6uBoO+SJuoFV3UyvykzXy2Dy/Mk0swtMEkwCAABAUCsJAACgEdRKAgAAUYBI8tu3jl84ZWbiVgcn24deatSkfcDI15qYDSazMnJ/mHD2wqlUvQmCSQAAAAhqJQEAADSCWkkAAHDbSHL6G8fyjCRfbFStjpdsu7rb5xtMRqvBpGHRJMEkAAAAqJUEAADQBGolAQDQuIJEkjFnzKwlaRhJKvIPJn/84LwMJmUkqa4rSTAJAAAAQa0kgP+zdx9gUtWH3scPbekdFgQU6U2BoCgIqOkx8aYnr8ktSUw1pveiacaYaJoxVU01ptyb3hNTVJpdURGkg3TpbSm763vkxGHcMrNl+v/zeXx8zuweRlp2N/Pd3zkABMJWEgBClsMkmcgcJn/8+U2b1x4SJgEASGcrCQAQBFtJAAhWzpNkIkOYPFJTL0wCANCArSQAQBBsJQEgTHlKkglhEgCAlrOVBAAIgq0kAAQor0ky0cIwWf90wiQAQIBsJQEAgmArCQChKUCSTLQkTNY3IkwCAITGVhIAIAi2kgAQlIIlyYQwCQBAVraSAABBsJUEgHBkTZI3fHJl00myqi1JMiFMAgCQma0kAEAQbCUBIBAtWUluWnOo8Q98ciX5oTYmyYQwCQBABraSAABBsJUEgBAU+MKtjQmTAAA0x1YSACAItpIAUPGKniQTwiQAAE2ylQQACIKtJABUthJJkokkTA4e1r3xu4RJAIBg2UoCAATBVhIAKlhJJclEHCbf9PHpwiQAACm2kgAAQbCVBIBKVYJJMtGzT5dchckGv5wYzLcAABAASURBVEYAAMqRrSQAQBBsJQGgIpVskkzkJEw2GE36kgYAoEzZSgIABMFWEgAqT4knyUT7w2TU6AUsYRIAoBzZSgIABMFWEgAqTFkkyUROwmTkHpMAAGXOVhIAIAi2kgBQScooSSZyeI/J1A8UJgEAyoutJABAEGwlAaBilF2STOQwTD7hHpMAAGXIVhIAIAi2kgBQGco0SSZyEibdYxIAoEzZSgIABMFWEgAqQFknyYR7TAIABMtWEgAgCLaSAFDuKiBJJtxjEgAgTLaSAABBsJUEgLJWMUkykYTJISN6NH5XHCZ/9LmNG1e7xyQAQKWxlQQACIKtJACUrwpLkok4TF780WlNLiaPHXniJ1e34h6TwiQAQFmwlQQACIKtJACUqYpMkomc3GOywVc4vuABAChZtpIAAEGwlQSAclTBSTKRkzAZucckAEA5sJUEAAiCrSQAlJ2KT5KJ9ofJxqNJX/YAAJQgW0kAgCDYSgJAeQkkSSZyGCafcI9JAIBSZSsJABAEW0kAKCNBJclETsKke0wCAJQyW0kAgCDYSgJAuQgwSSbcYxIAoLLZSgIABMFWEgDKQrBJMuEekwAAFcxWEgAgCLaSAFD6Ak+SiSRMDhnRo/G74jB501UbN64WJgEAypKtJABAEGwlAaDESZIpcZi8+KPTmlxMHj38xE+utpgEAChLtpIAAEGwlQSAUiZJNuBSrgAAlcdWEgAgCLaSAFCyJMkmCZMAABXGVhIAIAi2kgBQmiTJDIRJAIBKYisJABAEW0kAKEGSZFbCJABAxbCVBAAIgq0kAJQaSbKFhEkAgMpgKwkAEARbSQAoKZJkqwiTAAAVwFYSACAItpIAUDokyTYQJgEAyp2tJABAEGwlAaBESJJtJkwCAJQ1W0kAgCDYSgJAKZAk20mYBAAoX7aSAABBsJUEgKKTJHNCmAQAKFO2kgAAQbCVBIDikiRzSJgEAChHtpIAAEGwlQSAIpIkc06YBAAoO7aSAABBsJUEgGKRJPNEmAQAKC+2kgAAQbCVBICikCTzSpgEACgjtpIAAEGwlQSAwpMkC0CYBAAoF7aSAABBsJUEgAKTJAtGmAQAKAu2kgAAQbCVBIBCkiQLTJgEACh9tpIAAEGwlQSAgpEki0KYBAAocbaSAABBsJUEgMKQJItImAQAKGW2kgAAQbCVBIACkCSLTpgEAChZtpIAAEGwlQSAfJMkS4QwCQBQmmwlAQCCYCsJAHklSZYUYRIAoATZSgIABMFWEgDyR5IsQcIkAECpsZUEAAiCrSQA5IkkWbKESQCAkmIrCQAQBFtJAMgHSbLECZMAAKXDVhIAIAi2kgCQc5JkWRAmAQBKhK0kAEAQbCUBILckyTIiTAIAlAJbSQCAINhKAkAOSZJlR5gEACg6W0kAgCDYSgJArkiSZUqYBAAoLltJAIAg2EoCQE5IkmVNmAQAKCJbSQCAINhKAkD7SZIVQJgEACgWW0kAgCDYSgJAO0mSFUOYBAAoCltJAIAg2EoCQHtIkhVGmAQAKDxbSQCAINhKAkCbSZIVSZgEACgwW0kAgCDYSgJA20iSFUyYBAAoJFtJAIAg2EoCQBtIkhVPmAQAKBhbSQCAINhKAkBrSZKBECYBAArDVhIAIAi2kgDQKpJkUIRJAIACsJUEAAiCrSQAtJwkGSBhEgAg32wlAQCCYCsJAC0kSQZLmAQAyCtbSQCAINhKAkBLSJKBEyYBAPLHVhIAIAi2kgCQlSRJJEwCAOSNrSQAQBBsJQEgM0mSFGESACAfbCUBAIJgKwkAGUiSNCBMAgDknK0kAEAQbCUBoDmSJE1KwuSAId0av0uYBABoA1tJAIAg2EoCQJMkSTKIw+SbLxMmAQByw1YSACAItpIA0JgkSVa9+1UJkwAAOWErCQAQBFtJAGhAkqSFhEkAgJywlQQACIKtJACkkyRpFWESAKD9bCUBAIJgKwkAKZIkbSBMAgC0k60kAEAQbCUBINHmJNm5SwdJMnDCJABAe9hKAgAEwVYSAKL2Jcn/eb8kiTAJANB2tpIAAEGwlQSAdibJ0VP6RSBMAgC0la0kAEAQbCUBCJwkSQ4JkwAAbWArCQAQBFtJAEImSZJzwiQAQGvZSgIABMFWEoBgSZLkiTAJANAqtpIAAEGwlQQgTJIkeSVMAgC0nK0kAEAQbCUBCJAkSQEIkwAALWQrCQAQBFtJAEIjSVIwwiQAQEvYSgIABMFWEoCgSJIUmDAJAJCVrSQAQBBsJQEIhyRJUeQwTDb4OwwAUBlsJQEAgmArCUAgJEmKKCdhssFo0pdwAEDFsJUEAAiCrSQAIZAkKbr2h8ko7S9w8gOFSQCgMthKAgAEwVYSgIonSVIihEkAgCbZSgIABMFWEoDKJklSUoRJAIDGbCUBAIJgKwlABZMkKUHCJABAA7aSAABBsJUEoFJJkpQsYRIAIJ2tJABAEGwlAahImZPkwX2SJEUmTAIApNhKAgAEwVYSgMqTNUl++7JHJUmKTpgEAEjYSgIABMFWEoAK05Ikue2xw41/oCRJ4WUNk4+tPChMAgAVz1YSACAItpIAVBJJkrKTOUzefLUwCQBUPltJAIAg2EoCUDEkScpUhjB57MgTwiQAUPFsJQEAgmArCUBlkCQpa8IkABAyW0kAgCDYSgJQASRJKoAwCQAEy1YSACAItpIAlDtJkoohTAIAYbKVBAAIgq0kAGVNkqTCCJMAQIBsJQEAgmArCUD5kiSpSMIkABAaW0kAgCDYSgJQpiRJKpgwCQAExVYSACAItpIAlCNJkoonTAIA4bCVBAAIgq0kAGVHkiQQwiQAEAhbSQCAINhKAlBeJEmCIkwCACGwlQQACIKtJABlRJIkQMIkAFDxbCUBAIJgKwlAuZAkCZYwCQBUNltJAIAg2EoCUBYkSQInTAIAFcxWEgAgCLaSAJQ+SRIiYRIAqFy2kgAAQbCVBKDESZKQIkwCABXJVhIAIAi2kgCUMkkSGhAmAYDKYysJABAEW0kASpYkCU0SJgGACmMrCQAQBFtJAEqTJAkZCJMAQCWxlQQACIKtJAAlSJKErIRJAKBi2EoCAATBVhKAUiNJQgsJkwBAZbCVBAAIgq0kACVFkoRWESYBgApgKwkAEARbSQBKhyQJbSBMAgDlzlYSACAItpIAlAhJEtpMmAQAypqtJABAEGwlASgFkiS0kzAJAJQvW0kAgCDYSgJQdJIk5IQwCQCUKVtJAIAg2EoCUFySJOSQMAkAlCNbSQCAINhKAlBEkiTknDAJAJQdW0kAgCDYSgJQLJIk5IkwCQCUF1tJAIAg2EoCUBSSJOSVMAkAlBFbSQCAINhKAlB4kiQUgDAJAJQLW0kAgCDYSgJQYJIkFIwwCQCUBVtJAIAg2EoCUEiSJBSYMAkAlD5bSQCAINhKAlAwkiQUhTAJAJQ4W0kAgCDYSgJQGJIkFJEwCQCUMltJAIAg2EoCUACSJBSdMAkAlCxbSQCAINhKApBvkiSUCGESAChNtpIAAEGwlQQgryRJKCnCJABQgmwlAQCCYCsJQP5IklCChEkAoNTYSgIABMFWEoA8kSShZAmTAEBJsZUEAAiCrSQA+SBJQolLwmS/wV0bv0uYBAAKzFYSACAItpIA5JwkCWXhyTD5cWESACg+W0kAgCDYSgKQW5IklJG+A7sKkwBA0dlKAgAEwVYSgBySJKHsCJMAQNHZSgIABMFWEoBckSShTAmTAEBx2UoCAATBVhKAnJAkoawJkwBAEdlKAgAEwVYSgPaTJKECCJMAQLHYSgIABMFWEoB2kiShYgiTAEBR2EoCAATBVhKA9pAkocIIkwBA4dlKAgAEwVYSgDaTJKEiCZMAQIHZSgIABMFWEoC2kSShggmTAEAh2UoCAATBVhKANpAkoeIJkwBAwdhKAgAEwVYSgNaSJCEQwiQAUBi2kgAAQbCVBKBVJEkIijAJABSArSQAQBBsJQFoOUkSAiRMAgD5ZisJABAEW0kAWkiShGAJkwBAXtlKAgAEwVYSgJaQJCFwwiQAkD+2kgAAQbCVBCArSRKIhEkAIG9sJQEAgmArCUBmkiSQIkwCAPlgKwkAEARbSQAyaHOS7NRZkoTKJEwCADlnKwkAEARbSQCa054k+Z/vOU2ShEolTAIAuWUrCQAQBFtJAJrUziQ5flr/CKhcwiQAkEO2kgAAQbCVBKAxSRLISpgEAHLFVhIAIAi2kgA0IEkCLSRMAgA5YSsJABAEW0kA0kmSQKsIkwBA+9lKAgAEwVYSgBRJEmgDYRIAaCdbSQCAINhKApCQJIE2EyYBgPawlQQACIKtJACRJAm0mzAJALSZrSQAQBBsJQGQJIGcECYBgLaxlQQACIKtJEDgJEkgh4RJAKANbCUBAIJgKwkQMkkSyDlhEgBoLVtJAIAg2EoCBEuSBPJEmAQAWsVWEgAgCLaSAGGSJIG8EiYBgJazlQQACIKtJECAJEmgAIRJAKCFbCUBAIJgKwkQGkkSKBhhEgBoCVtJAIAg2EoCBCVLktx/7MZPr2wySXbsGL3mnZMlSaC14jD5xo9O6zugqvG74jD5k2s2bVl3KFUimwuTDfjyFQAqjK0kAEAQbCUBwpE9SX5q5aY1hxr/wDhJvvbdUybOGBgBtF7/wd3edNn0JsPk0cNP/PgLT4bJurq6DGGywVwyEiYBoLLYSgIABMFWEiAQmZNkzUFJEsijDGHy8MF6YRIAAmcrCQAQBFtJgBBIkkDRCZMAQHNsJQEAgmArCVDxWpIkH1slSQJ5J0wCAE2ylQQACIKtJEBlkySBkpKEyV59uzR+lzAJAMGylQQACIKtJEAFkySBEhSHyTdfLkwCACfYSgIABMFWEqBSSZJAyRo4pLswCQCk2EoCAATBVhKgIrU5SXaQJIGCECYBgBRbSQCAINhKAlSe9iTJ/3fpZEkSKAxhEgBI2EoCAATBVhKgwrQzSZ521qAIoFCESQAgspUEAAiErSRAJZEkgbIjTAIAtpIAAEGwlQSoGJIkUKaESQAInK0kAEAQbCUBKoMkCZQ1YRIAQmYrCQAQBFtJgAogSQIVQJgEgGDZSgIABMFWEqDcSZJAxRAmASBMtpIAAEGwlQQoa5IkUGGESQAIkK0kAEAQbCUBypckCVQkYRIAQmMrCQAQBFtJgDIlSQIVTJgEgKDYSgIABMFWEqAcSZJAxcscJn9yzebtG2uESQCoDLaSAABBsJUEKDuSJBCIDGHy0P66m67aJEwCQGWwlQQACIKtJEB5kSSBoAiTABACW0kAgCDYSgKUEUkSCJAwCQAVz1YSACAItpIA5SJzkjxyuE6SBCqVMAkAlc1WEgAgCLaSAGUha5L87mckSaCSCZMAUMFsJQEAgmArCVD6WpIk1y070PgHSpJAJREmAaBS2UoCAATBVhKgxDWXJJMDSRIq2+Pbdj30wPJb/nj7T7736z/9+h/LH1519MixKGDCJABUpIJ9Ou5lngZgAAAQAElEQVQcAQBQPLaSAKUsQ5KMX2GXJBPvvvjyexYvyXBCp04dBwzq139gv/4D+vbt33fAgL6jxp7yrAvm9ujZPaIF3v/mT92x4L7k+LofXDnj7NObO/PQwZr2/K5++bPf+eXNf0yOP3rFOy985XOjylJbW3fe6S9Ljnv26vG3u3+W4eQH7n74S5/59ppVGxq8Pf77PHLUiPOed85rL35ZmH+HkzB5wxUPHNjbMNAmYfK/Pzq8ekT3Tp06xR8nU+/q2LFj/DD+d/Iw+c681JfBviQGgOIq2CdiVRIAoJgavCIDQOmQJHOlrq7+8W274n/S33jt52983oXn/febXzl0eHVELvz9T/N/+K2f3/T7r0e0z769B77z5R/99v/+2uRoIP77HKfK+J/f/e9fXvPGl7/iNS+q6tolCowwCQAVpmCfiF3BFQCgmLz+AlCaJMl8O3Sw5jc//8trL3z7DV+7uba2LqIdtm7a/oG3feaT779m587dEe1z5PDRd73hst/871/Sk2T81drkqeNOGj4k/cydO/Z8/Qvf+9g7PxfmBUhdyhUAKomtJABAEGwlAUqQJNlmw0YMGXby0AZvfKL+ib179u3ZvW/Prr0NAmRcgH7wrZ9v3rjt8s+/J7WgolWOHa397xe/49ChwxG5cN3V31u5bE3q4dQzJv/PW181/YzTuvfoGj/cvXPvrbcs+s5XfrR/38HkhMXz773pO//3P297dRSeJExe/5kHDu6zmASA8lawT8GqJABAMXnlBaDUSJLt8cznz3n7B17f3Hvj38DVj65b+tCK3/z0zyuXr029/W+/v7VP317v/fhbIpry3AvPO+0ZE5Pjkxpd8Db+XZUkc+Wvf7jt1z/9U+rhuz/yple/7sXpJ/Qf2PdlF11w3nNmf+bDX7570QPJG6//2s2nPWNShvt9VrA4TL7p49NuvHKJMAkAZa1gn3x9HyIAQDElr8JEAJQGSTKv4ggxbtLol776Bd/75Vc+csU7+/TrnXrXL378h/n/uDOiKS94yTPf8PaLkn9OGjEkIm9uvPbHqeN5zz67QZJMGTCo3xVf+fCIkSclD+OPDz//4W+jUA0e1iMOkz37uJQrAJSxgn3yVSUBAIrJN4MDlA5JsmDiPPkfr3zuFV/+cOfOnVJvvP7aH9fV1UdQJBvXb9m8cVvq4Zvf9V8ZTu7dp+cl73td6uG61Y9FARMmAaDc2UoCAATBVhKgREiShXfm7Knv+sibUg/XrFz/h1/dEkGR3L34gdTxyacOGzN+ZObzJ0+dkDreuGHLoYNBX0dXmASAslawT7vuKwkAUEy2kgClQJIsllf854viErnikTXJw5/c+KuXvOr5LfmBRw4fXfno2tUr1h06WDO4euCwEUMnTBnTqVOrv/c6/iNevWL9xvWbd2zbdfTYsUHxU508ZOKUsekjzpbYv//gutWPbd6wZfu2XX369Ro4sP+IkcNOHTMiqmg1h46sfHRN/Fu3Z9feg/sP9hnQZ8CAfiedPGTMuJFt+/Im/uNY+uCK+Lfx8e27uvfoNuzkoZOmjOvbv3drn2TThq1rV2/YsHZT/wF9R44aMWX6hJb8wN0791QPHbh96874eO4zz856fnxyr949D+w/mDzcvnVHxf+JZ5aESfeYBIByVLBPuKokAEAxNXjlBYDCa/B9wemFMn6t/OiRekkyr174kmenquTGDVseW7f55FOHNXdy3CD/90e/u/WWxauWr23wB9ejR7ez58143VtfPW7S6KgFtm7Z8cNv/uzWvy/et2d/g3fFT3XO+TNff8lFo8aenPlJDhw49Lv//es//jx/+cOrGr+334A+c86f+YZL2nszyPe/+VN3LLgvOb7uB1fOOPv05Ph5My86eOBQ+pl7d++fM+nft0KMY96fFt0c5cHhmqO//Mkf/v6n21cuW9vkt9X36dd71rwzXvP6l46f3PSfxT2Ll7z74suT489+9SPPfP45dXX1P/vBb37/i7/FfwEanHzatAkvfvULXvCSZ2atznFQ/MMv/xY/SVIWU8ZOOPW/3/Kq57xwXuYffvGlr4n/OXasdsvGbT1794yyOXTwcCpJRscjZRQ8YRIAylTBPuG6gisAQDF5nQWguJq8WmCylUyS5I2fXiFJ5tULXvqsqq4nrvp4zx1Lmjzt6JFjP/vhby+64G03fO3mlcvWNI5hhw4d/tdfF73+5e/54me+HZ8cZfTrn/35NRe89Xe/+FvjJJk81d//NP91L33nt778wwy3uly9Yv3/vOSd37jm+00mydieXfv++Kt/vPbCt//+F5VzZdoH71/26ue/+Ztf/EHckpu70lf8u/q339/6hle8J/7DaslzPr5t1ztf//H4ORsnydjDSx793Mevvew9n89829E//+afr3rum7779Z82SJKxVY+u++T7r7n8vVcfPXI0yqZLl86njBo+cFC/rGf+5bf/TB1PnTGpR8/uES24lOuOLYdTl3JNfbB94ukil3IFgMJyX0kAgCC4ryRAiUi/dmv2JNlBksyZ3n16jp0wKvXwvjsfanxOzaEj737j5dd9/rs7H9+demP8OXT02FMmTBnT4DWUX//0T5f814fjItjMfzD64bf/94uf/laDcjlsxJAp0yak99G4gf34hl9+4K2farJx7t9/8ENvv2Lb5sdTb4lr1vCTh06fedrocSPTA1X8wz9/+XV//cNtUflb9tDKD771M+l/Cp07dzpp+JCpZ0yedPq46qEDG8wZf/Ctn/8hW5HdvXPPe990+ZJ7lmY+7fa/3/G9b/y0ufd+/5s/++xHv1pbW5d6S/y3Iv67MeKUk1Jv+edfFnzi/ddEObJu9cZvf+WHqYcXvPTZEU/JHCZ/eOVjqTAZ/7u5NhmJkQBQQO4rCQAQBFtJgCJq8naSiThJ3vCpR9cvP9j4R8Uftl/5tomSZA4NHnLi0pfrVm1ofMKnP/TFB+99JPVwzPhT33fZWyadPr5rt6roePZb9vDKa6+64dGlq5MTlj+86rMf/co13/5E40+yt/zx9uuv/XHq4ZChg9763v+eNe/M5OaFcSJZs3L9d7/+k/n/uDM54a6FD3zjS99/78fe0uB5vv+Nn23dtD05Hjio3xsufc0LX/rs5OcTi/vKbbfccf21N21Yuyl5yze+8N0558/s1atHlDt/u/tn0fFbbD7rGa9M3pK/q7bGjh2tjX9XU9csjYPff7/5lc950Xndulelztm/7+BN1//fr3/250MHa5K33HDdzc9/yTPjZNvc037ji987XPPkhLFHj27/8arnn3H21Dhwxv+DXLFs9V9/+6/4zyt15k++96v/eOXzhg4b3OAZ7r3jwRuv+0nqYb8BfT7+uffMOGtq8hPbt2f/bX+/48uffXJBu/i2e6Jc2LZ1xwff9umDB/79a4x/whe89FkRaTJdynVffRwmX/fxkwed1C39Uq4dO3Zs8Hpo+qVcfc0MAHllKwkAEARbSYBiaXw7yZYnyWnnVEfkzqDqAanjvXsabhzjLpVqhLHnvvDcb//k6ukzT0slwKquXaadMfnbN1/9olc8J3Xa4tvv/c3P/9LgqbZs3HbNp76Rehiff/Mfv/X8Fz8zSZKxTp06jps46qrrPvbGd7w2ddovbvpD3L3Sn6e2tu73v/hbchz/NL7wzctfdtEFqZ9PdLyvPPP553z5+k8NGPjvC4Hu3LHn1r8sjMrZb3/+l3WrNybHw08eeu33P3vhK5+bniSj48vXt3/g9Z//+sdTb9mxfdddC+7P8LRJknz2BXN/+Y/vvusjb5zzzJkDBvWLQ+/seWd86osfuOIrH0qdGWfFf/11QYMfHofka6+6MfVw5Ojh1//si+ecd2bqJ9anX+//eOVzv/6Dzw0c3D/Kha1bdrz7DZdt3rgteRj/kj/zpQ9lyK7ByrSYPB4md2w5XN9IaijZmK+ZASB/CvZ5VpUEACgm3/cNUHQN/h94cuHWJpNkTJLMh8GDT1TJPbufViXj5vTdr5+YwY2fPPpTX/pAj57dGj9J3CY/9tl3PeOs01Jv+fGNv0y/pGfs5z/6XWrfNm7S6A9+4u3de3Rt/FTxp+aLL73olf91YeotP7r+/9JPeHzrjtQWcPqZUyadPi5qykkjhrzm4pelHt5710NROfvz707cRjFOj403iylnzJo6a+6M1MMtm7ZFGVUPHfiRK94Z58PG73rWC+Y+7z/OTz1c9tDKBif8668LV69Yl3p4xVc+EhfTxs8zZfqED3/mHVG7rXp03SWv/WDq/pdxkvzCtz4x7OQhEU35d5js3WyY3L6ppkGPzHyDSQAgT2wlAQCCYCsJUBTNDSWPHK674VOPrn1kf+MfEv//9FddIknmxaC0K7jGGXL//hNJ+L47H0wVoNi7PvymzE/1jg9enDreumn7wn/dlXq4b8/+P/7yxD0OP3n1+7pUZdq3veGSi3r2+vftIe9ZvGTLxhNprWPnTqnjXTv2pC5B2djzLjzvfZe99Zpvf+Km3339w5/OQRUrliOHj06ZNmHO+TNHjxs5YuRJc591dubzh51yIg0eOnAo88lve//r0+/E2cCZs6aljh/fvqvBexfeenfq+NkXzB0zfmRzzxP/5ONfQtQODy959O3/9ZHtW3cmDwcM7HfdD66cNmNSRPOeDJOXNbuYvOmqjTu2HE7dV7LJPBkBAPlnKwkAEARbSYDiSv+/30mSXLfsQOPTXLg1r+qevmjs1PFE87v3zhP7wrnPPCt9CtmkiaeNTb/D3713nrjy6h3z7z106HByPHL08FFjT8n8VP0G9Jlx9tTUw/vSfiZDhg5KXfR15fK1H770yq1bdjT5JIOqB7ziP190znlnjh53SoOLnZaXrt2q4rx69bcuv+l31/38L9/pnNZlm5S+fz1WW5vhzPgLoee96NwMJ8QRNHV8uOZw+rvihh3/saae5w1vvyjK6HVvfXXUVpse2/rRS688+FRhHTZiyDd//Plxk0ZHZJPhUq4H99Yll3JNqmRzMbLBPYABgJyzlQQACIKtJEDRpV4E37KupskkGeves/OQk3tG5Mf+/Sd+2+PPjOkXaF23akPqeF62fV7i3GfPSh2vWbk+dbxi2drU8dRnTI5aYMq0ianj++95OP1dz75gXup40a13v/LZb3zjq973rS//8MH7lwX+mf3Y0dr773p46YMrUm+pra3PcP7gIQMyvwrWu0+vE0919GmB87F1m/ft+fey+aTh1VlL8znnn9m2V9ziX9Qn33/Nrp17koejx57yjZs+f/KpwyJaps+ArgOrm57DxmHy4cX7kiTZ5HVcIwAg/wr2Ode9uAEAislWEqCIGvx/71PG93jjJ8Z+/8rV9XUN/z/5oQO13/3ckjd+bNpQbTIP9u87ccnWAYP6pb9r544TV+wcWD0gaoEBg/unjnft2J063rr5xCVYf//LW36fdjXXlti0YUv6w1f/94tv+cNtqZ95/Hdp+cOr4n9+bDD1IwAAEABJREFUfMMvBwzsN+vcM54x87Q555+VmlRWpGPHardu2r5ty45tm7dv27pj29bH44ePLHk0tUlNZH6Ra8Cg/pn/K1VVJzZ29U88LXDuSLuga/+B/aJs4i+6BlX3f3zbrqiV/vibv6duaTn85KFfuuHT1UMHRrTMkcN1P7jqwcfW7G/yvdPP73XOhf3iHpl8r1665ItkXy0DQAEU7LOtKgkAUEzJ6y9eagEopOZuKhkbO7X3f33o1B9dtbbxj6o5UPu9zy25WJjMg82PbU0dDz/lpPR3pWengdnyVWJQ2mlbNm1PHe/bcyBqh7jApT88+dRhX/jm5Vd/8uvrVm9scOaunXv+9Ot/xP9Ex+90+OJXPf/M2dOiCnL3ogf++vtblz20Yv2aTe3/tvq+/doebnfuPFGd+/Xv05IfMqh6YBuq5J9/9Y/U8Yc+fakk2XJxkvzh1Q81lyRnPKvXs/7fgDhJduzYMfM+0hfMAJBXBftU6wquAADF5BUWgFIzfnrv//noyI6dmvjgnCwmtz52MCKnHkm72ufEKWPT37V3z4mY0btPi3pwVdcTt288euRYXd2/13Xp14ltg9pjDW+OOO2MyT/67devvPYjz3/xM5v7uf3jzwveffHlb7nog/fe8WBU/moOHfn8Zde9542f+PNv/hnn2CbrUadOHafPPG3qGS26Rm6sQ9T2L4QO7D3xZ9qzd4v+evQb0DdqpT279j285NGnfnifGWefHtEyyUpyw8p9Tb739Hndz31Fn/SrtkZPfddI5kIJAOScrSQAQBBsJQGKK/WSd/or4GNO7/XaD4z4yRc3Nr6Ua41LueZanHw2pW0lJ0wek/7eHj26Hzl8NDnevm3nSSOGZH3CbVseTx337d87jmTJcbduXVNvv/jSi54xs3VtqVv3bo3fGD/5+c87J/7n2LHauxbef9sti+b/8659exrOwpYuefR9b/7kF751+ay5M6KyFf+6PnTJFQ89sLzxu6qHDpwwZez4SaMnTB479czJvXv3/P43f/bgvY9Eedar74lbTu7c3qIF5MEDh6JW2rzxxLV/J0+d0LGjb/FvkcwXbp0yp+u5r+j1RDPSz/SlMgAUQME+4aqSAADF5HUWgFKTvCY++rSeF71v2E+/tOnpt7F7kjCZW//8y4L0hzPOnpr+MM6Ku3ftTY63bd4etWCBl37V1oEDT1zNtVefEwWrvv6J3C7eunTpPOf8mfE/x47W3rXo/rsXPbD4tns2pt2Ksra27nMf/er//u3Gbt2rovJ05ceuTU+Sk6eOnzZj8sTTx50+Y9KQoYManHzoYE2Uf+l/vls3b2/JD9m6aVvUSvv3nVhkVjf6ldKkzEly0uwuc1/WI30f2SBGpt7u62QAKIyCfc717V0AAMWUbCUjAErPqZO7v/o9Qzs09f+ba1zKNUfq6+v/78e/Tz08e+4zGtyxb/jJJ24zuXVTy7JTWp3qP7Bf6nhE2h0rVy5bE+VHl6on8+R7Pvbmn//1Oz/41Vefd+F5qXft3LHn73+8LSpPdy18YMG/7ko9/OCn3n7Dz7/4jg9f/JwXzhvSVKjbty/9ern5+lJnwKATf76bN26L02/m848eObZ9686olY4ePZo67tGjW0Q2mZPkhLM7nfOSblm/AG4cKQGA/CnYZ1tVEgCgmHwPOEDJij8+x2Hyle+qbvIek8JkTvz0+7/ZsHZT6uELXvLsBidMnjo+dTw/rYplMP8fd6SOx6ddD3bS6SeeavnDK6MWuGfxg3/4xS13L3og/kkeO3rivpKHDh5etWLdwn/d/cub/7hrx57mfvi4SaMv+/x7p505JfWW1SvXR+XplrSeOvu8M1/6/16Q+fy1Kzekjp+oz9eLXCNHj+j/1H0i46+pFt92T+bz71xwX9R685519sJlv0v+ufSDb4jIKGuSnP3irhEAUGJsJQEAgmArCVCCOhyXHI+c1O1llw60mMyHR5asuOHaH6cejhw9/JnPP6fBOekp8ZEHV8z/551RRncsuO/B+5alHp773Fmp48lTx6WOd+7Y86+/Lsr8VLW1ddd86htXXX7de974ide88JKbv/vL1Luuuuza173kXR96+xVf/ux3FmRspZ06dZyddi/Jgwdy/7elMLc53LBmY+r47HOekfnk+Ld36ZJHUw/r6uqj/Ih/e8973om/Mzfd8IvM5//i5j9E5FPmJDn+rI5nX9glevrH2Oipl0EbvCX9HN/DBwD5ZisJABAEW0mAUpP+OnjilIldX3JJf2Eyt+5ZvOTDl3722LETA8T3XXZJly6dG5w246zTh588NPXwu9f9JPMrJjd+7ebU8ZChg06fPjH1cMQpJ6XPFr/2+Rv278/0B/enX/8jdWPIrt2qXv7aF6Xede5zZqeOF916d5TR2rSed9LwIVGudak68Zt27MixKD+6pV25dOfOPZlP/spnv53+sL4+X1Uy9rwXnZs6jlPo4tvvbe7MlcvXxn/rIvKmJUmyQ1OitI+3DYJlJEkCQEHYSgIABMFWEqC4GjfIdB07dkwOTp3c/cVv6ydMttOhgzV3L3rg+9/82Vsu+uC7L758V1rcevlrX3jm7KmNf0ic3P7nLa9KPYzD0qc/8KVDBw83PvPokWNXfuzaZQ+duDTrK/7rwgYvr1z89otSx9u37rz8PV9o7i6D8/955zeu+X7q4QUveVafvr1SD+ecf1bq/oLxmb//xS1RM1YuWzP/74tTD6fOmBzlQc9ePZKDQ4cO73x8d5QH4yaOTh3f/vdF+/c1/Rc+DpBfv/r7DXaohw8djvImLs3PTQuTn7/8uofTZpopO7bv+sqV10dtctfCJ//Spv6JaErmJDluZoeZL+zU+ANsdPxjb/KRtskfKEkCQGEU7LWpzhEAAMVjKwlQdMnH4fQPyA22O/Er5vF7R07qduFb+vzh+n1PNNp9JWHyjR+bNvTknlHY/vXXhY8+srrhW594Yveufbt27N69a2+TP2rW3Bnv+siboma88OXPvvWWRakN3C1/un3Nqg3vu+wtk04f37VbVXS8Ry57eOV1X/huepKMn/O1F7+swVOdOXvaha987h+eiohxIn39y9/19ve9/ux5ZwweMiB+y+Gao3cvvv+3P/vL4vknJnejxp785nf9V/rz9OjZ7fVvv+ibX/xB8jAuYXctvC8+55RRw1Pn1Bw68uff/uPHN/7y0FNN7hlnnXbGrCbKa/udNLx61aPrkuMrP/bVV7/uJVVdunTq1DF9G9pO4yeNSh2vX7Ppna//+Jvf9Z9zzp+Zfs5DDyz/4bd+3nitmHmT2n7v+dhb7lm8JPnbFdfHd77uY+/9+Fuf+YI5vXs/+b/Hgwdq7lxw31c/d32be+09ix+4+bu/Sj18Q1rbJtGSJJn6Jo+OjaR/F0jqYYPRpC+YASCvCvapVpUEACimZCvpdRaAQkrt1NMH66kPyOkxsr6+PkmSycHxMBkJkxls3rgt/qfl5/fo2f3iSy/6f697SYabI8bv+sQX3ve+t3wqFR1Xr1h36f98LP4zGjXm5C5du6x4ZE2Db+6uHjrwss+/t8lPr+/7+Fsf37rjzgX3Jw/37t5/1eXXxQf9B/QdccpJjzy0osFNEIcMG/zF6z/db0CfBs8TJ8/773ooVeD++ZeF8T8DBvYbPHRgt+7dtm/Z8fi2HbW1danzBw7u/5Er3hnlx9iJo1JVMv6lpX51t9zz8/h3OMqFec+ePWXahNTdIlcuW/OhS64YVD3gGWeeNnRE9bbNj69esT7+c0neO2zEkPd8/C3xCcnDDWs3RvkU/+lc/c3LP3DJp+M/zeh4pf7CJ74e/zNy9PCqqqqVy9emzjxt2oSOnTqm33mU9sucJMeeGaUnyU7HpWJk4zbZZJIEAPKtYK9NuYIrAEAxSZIApaPxpQVTL5fHL6Mnr6efMrHri97c26Vc269rt6oXv/J5P/3Tt17zhpdlSJKJPv16f/Omz7/8tS9Mf2P8OXTNqg2PLl2dniS7dOn8iv980Q0//1L/gX2b++9+8TufjFNog3tY7t6196EHljdIknHE+vL1nx560qDGzxP/fbjsqveeOmZE+ht37dwT/3yW3LN0y6Zt6Uly8tTx137virh6RvnxitdeGIeexm9fvXJ9lCPde3S96rqPNfj17ti+65Y/3X7T9b/42x9uSyXJ+Pf/h7+5bs75M0eNPSV5S1xMd+7YE+XT5Gnjv/Gjq4YMfdqf1Po1m9KT5OSp4z533cequlZF5E7WleRZL+qc/oG08XGqTTZOkvIkABRMB/eVBAAIQQf3lQQotg7NaHCNwVSYHDmpmzDZZqPHjbzgpc/66BXv/P38mz58xTsGVQ9o4Q+s6trl/Ze/7Qe/+uq8Z53d5IsmU6ZNeNdH3vjLf37vfZe9NfPTxn+ab3zHa+Mg+qJXPKdb96YbVfxsV3/r8u/87JoGHS5dvwF9fvDrr73/E28bOrw6aubnPPeZZ1157Ueu/9k1qUSXD3Fv++J3PnXyqcMavH39qsei3Bk4uP/3fvHVOOgmF85tIP7Fnj33Gd//5Vfj3/8ePZ+86ea8Z89Kvff/bvpdlGfx7/APf3vdG9/xmt59Gu6Vq4cOvPSDb/jWzVfHv4SI3GnhvSQbzyKTD6fJQZIn0y/imkqSqafq8PTLawMAOVew16a8CgYAkC+pL7SeOK6+vj75d91TDh06tGfPnuTllQkTJkQAFFCDj9Lp6p8Sf6xO/7idbv2yw3+68UDjS7nGuvfq7FKuebXz8d3/+uvC/fsOxMe9+/SKc9S4iaP69Osdtd6hgzXz/3XX5g1b4uPOXboMHTZ4+IihJ40Y0tzUsknHjtY+eN8je/fsO7D/0MEDB2tr65+8lOuQgZOnje/Vq0dUQI88uHL9msd2bNtZW1fXf2C/M2dNGzEy9wPNrZsfX7l8zb49B/bt219fVz9oyMChw6onTRkbh8moBOzbe+Ch+5bt2rln9669/fr3GX7y0GlnTuncuVNETmVNkmde8LTv50gXv71z/EeSJjkn/WquTRZKVRIoU2vXrr3mmmuS46997Wvxx8AISsm+ffsOHnzyGyuPHDkSv1TVOU2XLl2Sz9rJvxtfej1q5SdoVRIAIF9aUiX37t2bXMRVlQQosPSP0lFam0x9uE6Fyfhh6kN3bW1tKlXGYfKPN+yPnmji/4THYfItl08fPKygRQqgMNqZJJODBi9upm8oG1/NNaFKAmVKlaTExVXywIED8efZAlRJV3AFACgm95UEKJYG45v0C7c2uIJr+nH6q+rJpVyjDk18s2/Ngdobr1zy+OZDEUBlyZwkx54ZtSRJNuiRjSeSDXpkJEkCQD65ryQAQBDcVxKgFDTY4jR3I7TGr61nCJMH9x0TJoEKkzVJznxhpwZJMvUhtPEH0gYfZhtPJJVIACiMgr02pUoCABSTrSRAETUe4qTvJoVJgHRtS5KNV5KNk2T6R93UE3Zw7VYAKBRbSQCAIL1FSUEAABAASURBVNhKAhRXc9dxbXAR1+bCZEKYBCre0SP1bU6SjSUfYJNzGvRI124FgMKzlQQACIKtJEDRtSdMph4Kk0AFezJJXp3fJOnarQBQRLaSAABBsJUEKCnCJEADSZLcsGJfk+/Nd5KUJwGgAGwlAQCCYCsJUAoavwIuTAJEkiQAhMFWEgAgCLaSACVCmARoQJIEgEDYSgIABMFWEqB0CJMAKZIkAITDVhIAIAi2kgAlRZgEiCRJAAiMrSQAQBBsJQFKjTAJBE6SBIDQ2EoCAATBVhKgBAmTQLAkSQAIkK0kAEAQbCUBSpMwCQRIkgSAMNlKAgAEwVYSoGQJk0BQJEkACJatJABAEGwlAUqZMAkEQpIEgJDZSgIABMFWEqDECZNAxZMkASBwtpIAAEGwlQQofcIkUMEkSQDAVhIAIAi2kgBlQZgEKpIkCQBEtpIAAIGwlQQoF8IkUGEkSQAgYSsJABAEW0mAMiJMAhVDkgQAUmwlAQCCYCsJUF6ESaACSJIAQDpbSQCAINhKApQdYRIoa5IkANCArSQAQBBsJQHKkTAJlKnMSXLczA6SJAAEyFYSACAItpIAZUqYBMpO1iR55gUdJUkACJCtJABAEGwlAcqXMAmUEUkSAGiOrSQAQBBsJQHKmjAJlIXMSXLibEkSAIJmKwkAEARbSYByJ0wCJS5rknzGcyVJAAiarSQAQBBsJQEqgDAJlCxJEgDIylYSACAItpIAlUGYBEqQJAkAtIStJABAEGwlASqGMAmUFEkSAGghW0kAgCDYSgJUEmESKBGSJADQcraSAABBsJUEqDDCJFB0kiQA0Cq2kgAAQbCVBKg8uQ2THTsJk0ArSJIAQGvZSgIABMFWEqAi5TRM9hEmgRaSJAGANrCVBAAIgq0kQKXKVZg8eUJXYRJoiTYnyc6dO0uSABAyW0kAgCDYSgJUMGESKJj2JMnGc0lJEgCCYisJABAEW0mAytb+MJm8RZgEMpAkAYD2sJUEAAiCrSRAxWtnmEzFA2ESaJIkCQC0k60kAEAQbCUBQiBMAnkiSQIA7WcrCQAQBFtJgEAIk0DOSZIAQE7YSgIABMFWEiAcwiSQQ5IkAJArtpIAAEGwlQQIijAJ5IQkCQDkkK0kAEAQbCUBQiNMAu0kSQIAuWUrCQAQBFtJgAAJk0CbSZIAQM7ZSgIABMFWEiBMwiTQBpIkAJAPtpIAAEGwlQQIljAJtIokCQDkia0kAEAQbCUBQiZMAi0kSQIA+WMrCQAQBFtJgMAJk0BWkiQAkFe2kgAAQbCVBECYBDKQJAGAfLOVBAAIgq0kAJEwCTRDkgQACsBWEgAgCLaSACSESaABSRIAKAxbSQCAINhKApAiTAIpkiQAUDC2kgAAQbCVBCCdMAlEkiQAUFi2kgAAQbCVBKABYRICJ0kCAAVmKwkAEARbSQAaEyYhWJIkAFB4tpIAAEGwlQSgScIkBEiSBACKwlYSACAItpIANEeYhKBIkgBAsdhKAgAEwVYSgAyESQiEJAkAFJGtJABAEGwlAchMmISKJ0kCAMVlKwkAEARbSQCyEiahgkmSAEDR2UoCAATBVhKAlhAmoSJJkgBAKbCVBAAIgq0kAC0kTEKFkSQBgBJhKwkAEARbSQBaTpiEiiFJAgClw1YSACAItpIAtIowCRVAkgQASoqtJABAEGwlAWgtYRLKmiQJAJQaW0kAgCDYSgLQBsIklClJEgAoQbaSAABBsJUEoG2ESSg7kiQAUJpsJQEAgmArCUCbCZNQRiRJAKBk2UoCAATBVhKA9hAmoSxIkgBAKbOVBAAIgq0kAO0kTEKJkyQBgBJnKwkAEARbSQDaT5iEkiVJAgClz1YSACAItpIA5IQwCSVIkgQAyoKtJABAEGwlAcgVYRJKiiQJAJQLW0kAgCDYSgKQQ8IklAhJEgAoI7aSAABBsJUEILeESSg6SRIAKC+2kgAAQbCVBCDnChYmd26riYCnkyQBgLJjKwkAEARbSQDyoTBh8oYrHhAmIZ0kCQCUI1tJAIAg2EoCkCcFCJMH9gqTcIIkCQCUKVtJAIAg2EoCkD/CJBSMJAkAlC9bSQCAINhKApBXwiQUgCQJAJQ1W0kAgCDYSgKQb8Ik5FUbkmTSIyVJAKBE2EoCAATBVhKAAhAmIU/aliTT/2clSQIARWcrCQAQBFtJAApDmIScy5wkp5wrSQIA5cFWEgAgCLaSABSMMAk5lDlJTnt2h6nnS5IAQHmwlQQACIKtJACFJExCTmRNklPmdpIkAYByYSsJABAEW0kACkyYhHZqSZJMYqQkCQCUBVtJAIAg2EoCUHjCJLSZJAkAVB5bSQCAINhKAlAUwiS0gSQJAFQkW0kAgCDYSgJQLMIktIokCQBUKltJAIAg2EoCUETCJLSQJAkAVDBbSQCAINhKAlBcwiRkJUkCAJXNVhIAIAi2kgAUnTAJGUiSAEDFs5UEAAiCrSQApUCYhCYdOypJAgCVz1YSACAItpIAlAhhEhqIk+RNX3xYkgQAKp6tJABAEGwlASgdwiSkJElyzbI9Tb5XkgQAKomtJABAEGwlASgpwiREkiQAEBhbSQCAINhKAlBqhEkCJ0kCAKGxlQQACIKtJAAlSJgkWJIkABAgW0kAgCDYSgJQmnIbJjt1buI/IUxSaiRJACBMtpIAAEGwlQSgZOUwTF74tt7CJCVOkgQAgmUrCQAQBFtJAEpZrsLk8DHCJCVNkgQAQmYrCQAQBFtJAEqcMEnFK0CSTA+TkSQJAJQYW0kAgCDYSgJQ+oRJKlhhkmT01P9qIkkSACg9tpIAAEGwlQSgLAiTVCRJEgAgspUEAAiErSQA5UKYpMJIkgAACVtJAIAg2EoCUEaESSqGJAkAkGIrCQAQBFtJAMqLMEkFkCQBANLZSgIABMFWEoCyI0xS1iRJAIAGbCUBAIJgKwlAORImKVOSJABAY7aSAABBsJUEoEwJk5QdSRIAoEm2kgAAQbCVBKB8CZOUEUkSAKA5tpIAAEGwlQSgrAmTlAVJEgAgA1tJAIAg2EoCUO6ESUqcJAkAkJmtJABAEGwlAagAwiQlS5IEAMjKVhIAIAi2kgBUhlSSiYRJSoYkCQDQEraSAABBsJUEoJIIk5QOSRIAoIVsJQEAgmArCUCFESYpBZIkAEDL2UoCAATBVhKAyiNMUlySJABAq9hKAgAEwVYSgIokTFIskiQAQGvZSgIABMFWEoBKJUxSeJIkAEAb2EoCAATBVhKACiZMUkiSJABA29hKAgAEwVYSgMomTFIYkiQAQJvZSgIABMFWEoCKJ0ySb5IkAEB72EoCAATBVhKAEAiT5I8kCQDQTraSAABBsJUEIBDCJPkgSQIAtJ+tJABAEGwlAQiHMEluSZIAADlhKwkAEARbSQCCIkySK5IkAECu2EoCAATBVhKA0AiTtJ8kCQCQQ7aSAABBsJUEIEDCJO0hSQIA5JatJABAEGwlAQiTMEnbSJIAADlnKwkAEARbSQCCJUzSWpIkAEA+2EoCAATBVhKAkAmTtJwkCQCQJ7aSAABBsJUEIHDCJC0hSQIA5I+tJABAEGwlAUCYJDNJEgAgr2wlAQCCYCsJAJEwSfMkSQCAfLOVBAAIgq0kACSESRqTJAEACsBWEgAgCLaSAJAiTJJOkgQAKAxbSQCAINhKAkA6YZKEJAkAUDC2kgAAQbCVBIAGhEkkSQCAQrKVBAAIgq0kADQmTIasJUky+SOWJAEAcsJWEgAgCLaSANAkYTJMmZPkjOf/O0kmcVGSBADICVtJAIAg2EoCQHOEydBkTZITZ0mSAAC5ZysJABAEW0kAyECYDIckCQBQLLaSAABBsJUEgMyEyRBIkgAARWQrCQAQBFtJAMgqV2HyuW+oEiZLkCQJAFBctpIAAEGwlQSAlshJmDzSYdOpc9d37NTEZ15hslgkSQCAorOVBAAIgq0kALRQO8NkbW3tli1buvc/OGrehg4d6xs/vzBZeJIkAEApsJUEAAiCrSQAtFx7wuRjjz1We1wcJkef+5gwWXSSJABAibCVBAAIgq0kALRKm8Pk6tWra58iTBZdzpNk6l2SJABAa9lKAgAEwVYSAFqrDWFy69atu3fvrk0jTBZRPpJk6nxJEgCgtWwlAQCCYCsJAG3Q2jC5dOnSurq62qcTJotCkgQAKDW2kgAAQbCVBIC2aXmYPHLkyKpVq+qOa22Y3P344YjckSQBAEqQrSQAQBBsJQGgzVoYJh944IFjx47VPaXJMNmxUxMvxMRh8sbPCpM5I0kCAJQmW0kAgCDYSgJAe2QNk/G/77333rqnaxwmz33tE506N/H8e3cdFSZzQpIEAChZtpIAAEGwlQSAdsocJlevXr179+76+voMYTI+bdIzBl/4tt7CZJ5IkgAApcxWEgAgCLaSANB+GcLkHXfcEX+qrT+uuTA5bNiwzp07Dx/TVZjMB0kSAKDE2UoCAATBVhIAcqLJMLl///6lS5fGPTJzmBw1alRSv4TJnJMkAQBKn60kAEAQbCUBIFcah8nFixfXP6W5MDl48ODevXunGpgwmUOSJABAWbCVBAAIgq0kAORQepiMP8kuXLjwieMyhMmJEyc2KGHCZE5IkgAA5cJWEgAgCLaSAJBbqZdUli5dunfv3iee0mSYrKqqGj16dOMeJky2kyQJAFBGbCUBAIJgKwkAOZd8bl2wYEHy3T8ZwuTpp5/epUuXJquYMNlmkiQAQHmxlQQACIKtJADkw759+5YuXRqnx8xhcvr06UnuEiZzRZIEACg7tpIAAEGwlQSAfJg/f37y2kqGMDlmzJj+/ft3fIow2X6SJABAObKVBAAIgq0kAORc/Ll1wYIFqYfNhcmzzjqr49MJk+0hSQIAlClbSQCAINhKAkDOPfjgg/v27Ut/S+Mw2bNnz8mTJ3dsRJhsG0kSAKB82UoCAATBVhIAcu72229v/MYGYXLWrFmp1tXyMNm5qon/nDApSQIAlDVbSQCAINhKAkBu7dq1a9myZU2+KxUm4+Nzzjmnw1NaHib/Q5hsRJIEACh3tpIAAEGwlQSA3Jo/f36G9yZhctKkSf369euQpoVh8qRRwuTTSJIAABXAVhIAIAi2kgCQQ3V1dQsWLMh8Thwm582bFz0VuoTJNpMkAQAqg60kAEAQbCUBIIeWLFly8ODBzOf06dNnypQpqcolTLaNJAkAUDFsJQEAgmArCQA5lPnyrYlzzz03vXIJk22QOUk+43mRJAkAUEZsJQEAgmArCQC5smvXrkcffTTzOfFn3jlz5qRedhEm2yBzkhw/5+Cp049JkgAAZcRWEgAgCLaSAJArt912W9Zzpk6d2rdv3ygtbgmTrZI1SQ6fcujIkSOSJABAGbGVBAAIgq0kAOREXV3dokWLsp42b9681LEw2Vpxkrz5K80mydPOr42TZPwHcejQIUkSAKCM2EoCAATBVhIAcuL+++8/ePBg5nMGDBgwadKk9LfvDwZCAAAQAElEQVQIky2XrCRXPdx0kpzx/A4TZ3esO+7w4cPxVziSJABAubCVBAAIgq0kAOTE/Pnzs54zd+7cxi+4CJMtkfnCrU8myVmdunbtWl9fn4TJQ4cOSZIAAOXCVhIAIAi2kgDQftu3b1+5cmXmc+LoFVfJJt8lTGbWkiSZ/CZUVVUlVXLfvn2SJABAubCVBAAIgq0kALTf7bffnvWc6dOn9+rVq7n3CpPNaUmSTMXF7t27x0mytrZ29+7dkiQAQLmwlQQACIKtJAC0U9zAFi9enPW0efPmZT5BmGys5SvJJDf27t279rh9+/bFeVKSBAAoC7aSAABBsJUEgHa67777ampqMp8zYMCACRMmRNkIk+lamCSTuJj8DvTp0ye5gmscJnfs2CFJAgCUBVtJAIAg2EoCQDstWLAg6znnnXde1DLCZKINSTLWpUuX1Fxy+/btkiQAQFmwlQQACIKtJAC0R5y+Vq1alfmcuH7Nnj07ajFhsvbYE21Ikon+/fsnVXLLli2SJABAWbCVBAAIgq0kALTHrbfemvWcGTNm9OrVK2qNwMPkT65tPkk+r2OGJBm/cdCgQXGSrKur27lz57FjxyRJAIDSZysJABAEW0kAaLO4ft15551ZT5s7d27UemGGydpjT/zwmodWLNnd5HufXEnO7pghScb/rq6urq+vT+4uuXHjRkkSAKD02UoCAATBVhIA2uzuu++uqanJfE4cycaPHx+1SWhhMk6SN3/14ZUPNp8kM64kk4OqqqpBgwbFSTJuxnGVlCQBAEqfrSQAQBBsJQGgzRYsWJD1nHPPPTdqh3DCZE6SZOKkk06Kk2R9ff26deskSQCA0mcrCQAQBFtJAGibTZs2rV27NvM5nTt3nj17dtQ+IYTJHCbJ2PDhw5OLuG7durWmpkaSBAAocbaSAABBsJUEgLaZP39+1nNmzJjRvXv3qN0qO0zmNknG55xyyinxlzdJmNywYYMkCQBQ4mwlAQCCYCsJAG1w5MiRO+64I+tp8+bNi3KkUsNkzpNkp+O3lhw6dGicJOOvc1avXi1JAgCUOFtJAIAg2EoCQBvcc889R48ezXxOdXX1mDFjotypvDCZjySZnD9y5MhkLhlXyUiSBAAobbaSAABBsJUEgDZYsGBB1nPOP//8KNcqKUzmL0nGx6NGjYqTZPx1zqZNm+J+LEkCAJQyW0kAgCDYSgJAa8Wha/369ZnP6dy589lnnx3lQWWEybwmyfjfcZWMnycJkytXrowkSQCAEmYrCQAQBFtJAGitW2+9Nes5M2fO7N69e5Qf5R4m850k43/Hv/nDhw+Pjn+ps2rVKkkSAKCU2UoCAATBVhIAWuXIkSN333131tPmzJkT5VOuwuRLLu1d1a2J14DiMPn9Lzy4f8/RKNfq66P/+/ay5pLkmRecSJLN/bSzJsn43/FTjRs37onjVqxYETX6fQMAoHTYSgIABMFWEgBa5c477zx6NEurGzZs2OjRo6M8y0mYHHJK1/+4pFeTYXLXtsM3fPaB3IbJOEn+/BuPLL1rR5PvjZPk+LM6NfdzblWSjA/Gjh2bvLy1cePGuCVHkiQAQKmylQQACIKtJAC0yu233571nHnz5kUFUV5hspBJMjZmzJjk65xkLilJAgCULFtJAIAg2EoCQMutXbt28+bNmc+pqqqaNWtWVCjlEiYLnCTjg27dup188snJ869atSoCAKBU2UoCAATBVhIAWm7BggVZz5k5c2bXrl2jAspVmLzwbXGYbOL5kzC5rx1hsvBJMvn32LFjk//EypUrIwAASpWtJABAEGwlAaCFampq7r777qynzZ07Nyq4nITJoSO7/sclvZtbTN7Y1sVksZJkbPz48cnBhg0bkltLAgBQgmwlAQCCYCsJAC10xx131NbWZj5n2LBhI0eOjIqhNC/lWsQkGR2vksnD+Ksdc0kAgJJlKwkAEARbSQBoodtuuy3rOeeff35UPKUWJoubJOPjrl27pm4tqUoCAJQsW0kAgCDYSgJAS6xatWr79u2Zz6mqqpo5c2ZUVKUTJoueJJODcePGJQeqJABAybKVBAAIgq0kALTEggULsp4za9asrl27RsVWmDB5cN+xDD+HEkmSUdqtJdevX+/WkgAApclWEgAgCLaSAJBVTU3Nfffdl/W0efPmRaWhAGHyxiubDZOlkySjp99acvXq1REAAKXHVhIAIAi2kgCQ1cKFC2trazOfM2rUqOHDh0clI99h8vHNNU2GyZJKkrGuXbuOGDEiOXYRVwCA0mQrCQAQBFtJAMiqJZdvnTt3blRiCh8mSy1JJtxaEgCgxNlKAgAEwVYSADJbsWLF9u3bM5/TvXv3mTNnRqWnkGEyc5I84wVRUZJklFYl161bd+xYptthAgBQFLaSAABBsJUEgMzmz5+f9ZxZs2Z17tw5KkmFCZMH9h7LnCQnnN25KEkyNnbs2OSgvr5+1apVEQAAJcZWEgAgCLaSAJDBgQMH7r///qynnXfeeVEJy1WYvPBtvTpXNfH8cZj88vvubD5Jdihikoz17NkzdctPF3EFAChBtpIAAEGwlQSADBYuXFhfX5/5nLFjx1ZXV0elLSdhcujIri+5tHeTi8mjR5v+XTrzgjhJFufCrenGjx+fHKiSAAAlyFYSACAItpIA0Jz4s2RLLt86d+7cqBzk7FKub+vd5GKysTNe0HHC2Z1TlbFYSTJKu7Xk2rVr3VoSAKDU2EoCAATBVhIAmrN8+fJdu3ZlPqd79+5nnHFGVCZyEyZHVjW3mEw384UdJ83unPmpCpMko7QqWV9fv2bNmggAgFJiKwkAEARbSQBoTkuGknPmzIlbWlQ+craYvCQOk83+V868oNPEWV1KJElGx28tOWzYsOTYRVwBAEqNrSQAQBBsJQGgSXv37l2yZEnW08rl8q3p2hwmOx+XHAwd2fXFb+9T1b2J14/OvrDzlDlVTfbIJuU7SSZSc0lVEgCg1NhKAgAEwVYSAJq0aNGirC+OjB8/vrq6OipDuVpMvuydfRuEydkvrpo0u6rBD0m1zMZJMjkz30kySquSq1evdmtJAICSYisJABAEW0kAaCz+5Lhw4cKsp82bNy8qW+0Mk0llHDy86uXv6pcKk/Ne0X3KnG6p+tggQzZZN1PymiRjEyZMSA7q6+vXrl0bAQBQMmwlAQCCYCsJAI0tXbp0165dmc/p2bPn9OnTo3LW2jDZICvGD5Mw+Yp39+/ao8N5r+o55ZzunZ660GtqHxlrMmoWMklGx/+8TjrppOTYRVwBAEqKrSQAQBBsJQGgsfnz52c9Z+7cuXFai8pc2xaTqRFk8pbqEV1f94lBp8/t2WAfmRwn8bK4STKRuojrihUrIgAASoatJABAEGwlAaCBvXv3Pvzww1lPK+vLt6ZrVZiM35KKkemtsUfvLp2frkGbTI+URUmSUVqVXLt2bV1dXQQAQGko2GtTnSMAAIon2UoKkwCQsmDBgqzfrD1p0qQBAwZElSJ17YQmvzBo0AtTZybqj4vPeeK49Ods3DXjKpn+lkImydjEiROTg9ra2jVr1qQiJQAAxVWw16ZsJQEAikmSBIB08WfGlly+tWKGkilZF5PJv1Njx/TLsTa+QGtzu8kmx5eFSZLR8VtLDh06NDl2a0kAgNLhvpIAAEFwX0kASPfggw/u27cv8zl9+vSZNm1aVHFaGCYb32YyQ4ZscCPJ9Cu4pp4tKkiSTIwdOzY5cGtJAIDS4b6SAABBsJUEgHQtGUrOnTu3Uj97tidMpkaT6WEyPmjcI9Ov3RoVMEnGxo8fnxysWbPGrSUBAEqE+0oCAATBfSUBIGXXrl2PPPJI5nPiT5qVd/nWdFnvMZm8sb6+PjkhPmhwR8kGz5aeM9MfFj5JxlL3kqytrV27dm1qOgkAQBG5ryQAQBAkSQBIWbBgQdZzpkyZ0rdv36iiNbeYbHzx1fStZIYNZYMf1WCCGRUqScbiP7vq6urk2K0lAQBKRAf3lQQACIH7SgJAoq6uriWXb63soWRKk2EySts+Ntb4RpKNa2WTMbJgSTKRmkuqkgAAJcJ9JQEAgmArCQCJJUuWHDx4MPM5ffr0Oe2006IwZL3HZIMk2eRbGpzZoSmN/4t5laqSq1atcmtJAICoBHSwlQQACIGtJAAkWjKUPPfcc4P6bp7MYbJBcWwcJjP0yKjRa08F+42dMGFCclBbW7t+/foIAIBis5UEAAiCrSQAxHbt2vXoo49mPif+jDlnzpwoMA3CZNR8m2w8i2xuHxkVL0lGx28tOXjw4OTYRVwBAEqBrSQAQBBsJQEgdtttt2U9Z+rUqXHQisLToEdGTYXJDk3dbDL19tJJkonURVxXrFgRAQBQbLaSAABBsJUEgLq6ukWLFmU9bd68eVGoGtz9Mb1NdmzmbpHNTSSbfKoCS1XJNWvW+PYsAICis5UEAAiCrSQA3HfffQcPHsx8zoABAyZNmhQFrPHAsUPz13RtECOjpgJkh+J9X9TEiROTgyNHjqxbty4CAKCobCUBAIJgKwkACxYsyHrOvHnzfMZssiw2qI8teW9z5xdM3759Bw4cmBy7tSQAQNHZSgIABMFWEoDAbd++PWuX6tix45w5cyKOa0mDzHxOVALGjx+fHKiSAABFZysJABAEW0kAAnf77bdnPWf69Om9evWKSJO5PrbtzEJK3Vpy1apVvkMLAKC4bCUBAIJgKwlAyGpraxcvXpz1tHnz5kU0r0ML7itZalJV8siRIxs2bIgAACgeW0kAgCDYSgIQsnvuuaempibzOdXV1RMmTIioLAMHDuzTp09yvGLFiggAgOKxlQQACIKtJAAhW7BgQdZz3FGyUk2aNCk5cGtJAIDispUEAAiCrSQAwdq0adOaNWsyn9OxY8fZs2dHVKLx48cnB3GV9E1aAABFZCsJABAEW0kAgtWSoeQZZ5zRq1eviEo0duzY5ODIkSOPPfZYBABAkdhKAgAEwVYSgDDV1tbeddddWU+bO3duRIUaPHhw6taSLuIKAFBEtpIAAEGwlQQgTHfeeWdNTU3mc6qrq8eNGxdRuSZOnJgcrFixIgIAoEhsJQEAgmArCUCYWnL51nPPPTeioqWqc1wlfZ8WAECx2EoCAATBVhKAAG3atGn9+vWZz+ncufPs2bMjKlqqSh45ciT+WxEBAFAMtpIAAEGwlQQgQLfddlvWc84888zu3btHVLTq6urUrSVdxBUAoFhsJQEAgmArCUBojhw5ctddd2U9be7cuREBmDBhQnKwcuXKCACAYrCVBAAIgq0kAKGJk+TRo0cznzNs2LDRo0dHBCB1EVdVEgCgWGwlAQCCYCsJQGhacvnWefPmRYQhVSUPHTrk1pIAAEVhKwkAEARbSQCCsnbt2s2bN2c+p6qqatasWRFhGDJkSOrWkuaSAABFYSsJABAEW0kAgrJgwYKs58ycObNr164RwUjNJVesWBEBAFBwtpIAAEGwlQQgHDU1yOfzIAAAEABJREFUNXfffXfW0+bOnRsRElUSAKC4bCUBAIJgKwlAOO68887a2trM5wwbNmzkyJERIRk/fnxycOjQoS1btkQAABSWrSQAQBBsJQEIx6233pr1nPPPPz8iMEOHDu3Ro0dybC4JAFB4tpIAAEGwlQQgEKtWrdq+fXvmc6qqqmbOnBkRnokTJyYHK1eujAAAKCxbSQCAINhKAhCIBQsWZD1n1qxZXbt2jQhP6taSy5cvjwAAKCxbSQCAINhKAhCCmpqa++67L+tp8+bNiwhS+q0lt27dGgEAUEC2kgAAQbCVBCAEixYtqq2tzXzOqFGjhg8fHhGkk046KXVrSRdxBQAoMFtJAIAg2EoCEIL58+dnPWfu3LkRAUvNJVesWBEBAFBAtpIAAEGwlQSg4sWRafv27ZnP6d69+8yZMyMClqqStpIAAAVmKwkAEARbSQAqXkuGkrNmzercuXNEwMaNG5cc7Nu3b9u2bREAAIViKwkAEARbSQAq24EDB+6///6sp5133nkRYRs+fLhbSwIAFIWtJABAEGwlAahsixYtqq+vz3zO2LFjq6urI4KXmkuqkgAAhWQrCQAQBFtJACpY/Gnu9ttvz3ra3LlzI0i7teSjjz4aAQBQKLaSAABBsJUEoIItX758165dmc/p3r37GWecEcHTby35+OOPRwAAFIStJABAEGwlAahg8+fPz3rOnDlzOnXqFEEUjRgxomvXrsnxihUrIgAACsJWEgAgCLaSAFSqAwcOLFmyJOtpLt9KugkTJiQHbi0JAFAwtpIAAEGwlQSgUs2fPz/rqxvjx4+vrq6O4Cmpi7guX748AgCgIGwlAQCCYCsJQEWKP7stXLgw62nz5s2LIE36rSV37NgRAQCQf7aSAABBsJUEoCItXbp0165dmc/p2bPn9OnTI0hz8sknp24t6SKuAACFYSsJABAEW0kAKtL8+fOznjN37txOnTpFkCb+0mj8+PHJsSoJAFAYtpIAAEGwlQSg8uzdu/fhhx/OeprLt9Kk1EVcVUkAgMKwlQQACIKtJACVZ8GCBVk/u02aNGnAgAERNJLaSu7cuXPPnj0RAAB5ZisJABAEW0kAKs/ChQuznnPuuedG0JRTTjmlqqoqOV69enUEAECe2UoCAATBVhKACrNs2bKs+7Y+ffpMnTo1gmaMHDkyOVi7dm0EAECe2UoCAATBVhKACrN48eKs58ydO9enPzIYPXp0crBu3boIAIA8s5UEAAiCrSQAleTIkSMPPPBA5nPiz33z5s2LoHmnnnpqcrB+/fq6uroIAIB8spUEAAiCrSQAleTOO++sra3NfM7kyZP79u0bQfNSW8k4ST722GMRAAD5ZCsJABAEW0kAKskdd9yR9ZxZs2ZFkFHv3r379++fHLuIKwBAvtlKAgAEwVYSgIqxbdu2rAGpe/fu06dPjyCb1EVcVUkAgHyzlQQACIKtJAAVY9GiRVnPmTlzZqdOnSLIZtSoUcmBKgkAkG+2kgAAQbCVBKAyxJ/RFi9enPU0l2+lhVJbye3bt9fU1EQAAOSNrSQAQBBsJQGoDA8//PCBAwcyn1NdXZ1KTZDZKaecknp1bM2aNREAAHljKwkAEARbSQAqQ0uGknPmzImgZaqqqkaMGJEcu4grAEBe2UoCAATBVhKAClBTU/PQQw9lPif+lDd79uwIWiy1rF27dm0EAEDe2EoCAATBVhKACnDHHXfU1dVlPmfKlCm9evWKoMVUSQCAwrCVBAAIgq0kABWgJZdvPeeccyJojVGjRiUHNTU127dvjwAAyA9bSQCAINhKAlDu4ly0cePGzOd079799NNPj6A1hg4dGv/NSY7NJQEA8sdWEgAgCLaSAJS7e++9N+s5s2bN6tSpUwStNHLkyORg3bp1EQAA+WErCQAQBFtJAMrdkiVLsp5z9tlnR9B6qYu4qpIAAPljKwkAEARbSQDK2q5duzZs2JD5nOrq6lNOOSWC1jv11FOTg40bN9bV1UUAAOSBrSQAQBBsJQEoa/fdd1/Wc2bPnh1Bm6SqZJwkzSUBAPLEVhIAIAi2kgCUtZZcvnXmzJkRtEnv3r0HDRqUHKuSAAB5YisJABAEW0kAytfevXtXr16d+Zzhw4cPGDAggrZKzSVVSQCAPLGVBAAIgq0kAOWrJUPJ6dOnR9AOEyZM6Hfcrl27IgAA8qBgr011jgAAKB5bSQDK1/3335/1HFWyJeIvBjp29I3jTTv3uIg8qKuriwAAbCUBAAJhKwlAmTp8+PCKFSsynzNgwIDhw4dHAABACbOVBAAIgq0kAGXq/vvvz/rixZlnnhkBAAClzVYSACAItpIAlKmWXL512rRpEQAAUNpsJQEAgmArCUA5Onr06LJlyzKf06dPn1GjRkUAAEBps5UEAAiCrSQA5ejBBx+sq6vLfM4ZZ5wRAQAAJc9WEgAgCLaSAJSjhx9+OOs506dPjwAAgJJnKwkAEARbSQDK0SOPPJL5hB49eowdOzYCAABKnq0kAEAQbCUBKDubNm06cOBA5nNmzJjhExwAAJQFW0kAgCDYSgJQdpYtW5b1nNNOOy0CAADKga0kAEAQbCUBKDtZq2T8qW3ChAkRAABQDmwlAQCCYCsJQHmpr69fuXJl5nPGjBnTtWvXCAAAKAe2kgAAQbCVBKC8xEmytrY28zmGkgAAUEZsJQEAgmArCUB5Wb58eZTNpEmTIgAAoEzYSgIABMFWEoDykvWmklVVVaNGjYoAAIAyYSsJABAEW0kAykhNTc2GDRsynzNp0iTfcAMAAGWkYK9NqZIAAMVkKwlAGXnkkUeynuPyrW3zta99rUPu/PGPf4zK0ze/+c3Ur2L8+PFRO1x11VWpp7riiisiAACaYSsJABAEW0kAykhLbio5ceLECAAAKB/uKwkAEARbSQDKyNKlSzOf0K9fv+rq6ggAACgfBXttSpUEACimZCspTAJQ+rZv375nz57M50yZMiWiTYYPH/6c5zwnwwlLlix5/PHHk+NRo0aNGTMmw8kDBgyIAACgZQr22pQqCQBQTJIkAOVi5cqVWc9xU8k2e8VxGU644IIL/vKXvyTHL3vZy770pS9FZDRnzpzPfOYzyfG8efMiAACaYSsJABAEW0kAysXatWuznqNKUjrOPS4CACAbW0kAgCBIkgCUi6xVcvjw4d27d48AAICyUrDXpjpGAAAUT7KVjACgtB09enTLli2Zzxk1alQEAACUm4K9NmUrCQBQTLaSAJSFlly+dfTo0RGlas+ePffdd98DDzzQtWvX4cOHjx8/fvLkyVGb5PCpStCRI0cWLFiwfv36xx9/fPDgwWPGjDnrrLPaMALevHnzkiVLHnvssd27dw8ZMmTkyJEzZ87s1atX1HqrV69es2ZN/ITbt2/v3LlzdXV1/Ns+Y8aMPn36RK131113LV68OH6e+Jf23Oc+NwL+P3t3AeZWlf9//DQZd9cq9Xbq7u1UqZcFihXZIkuxXVhg2R+2sLDI4tBiRVocSqlBdepG3d077j6TSTL/Q+5y/yEZ78hN8n49ffKcnNykSSZy7/nkew4AgHUlAQAAXATrSgIAHIIMRardpnXr1gIac/HixRdffHH16tX2ubKMym688cZ//OMfstHIN9U4/vOf//zzn/9U2s8999xTTz1lfekzzzwjO5W2DCDDwsJkfPj0009/8cUXMna13lJGkuPGjfvrX/86cuRIUZ3CwsI33njj888/P336tM1FMggcMmTI3//+98mTJ4sa2Ldv38svv7x27drMzMwKN+jbt+8tt9xy1113+fj4VLjB4MGDZQApG8OGDdu0aZMMNadPn670KOQjrVtQCgAAnEyjjU0xgysAAEBTIpIEADiEamslPT09o6KiBDRDRlAySGvfvv0HH3xQ4Z8vNTX1zTff7NChw3vvvddoN6VZ27Zt692797vvvmsTSUrFxcVLliwZNWrUf//732pvpGPHjjL+tI8kJaPRuHHjxilTpkybNi0rK6uK2zGZTH/+85/l/fn2228riySl3bt3y79Lr169Tpw4IaojH8WECROsI0nRiHO1AQAAjWNdSQAAAJfAupIAAIdw/vz5qjdo166dgGacOnWqe/fub731lsFgUDu9vLwGDRpkM9FuXl7e/ffff9ttt1W2Q1KPN6VZW7dulYldtS/yRx99dM2aNZVdumrVqvHjxycmJlp3hoaGDhkyJCgoyLpz6dKlffr0qaL+WD6Hn376qc3tyL/CyJEjO3fuHBgYaH3RyZMnp0+fXlpaan876vCibDz55JP79u0TAAAAFWm0/TdSSQAAgKZErSQAQPvS09MLCgqq3qZNmzYC2iD/XpMmTUpNTVV7rrnmmv3798s/4rZt286cOZObm/v9999bz7a6YMGCl156qUFvSstuuumm/Px8YXkZv/DCCwkJCTJhlY9OPpahQ4dab/nwww9XeAsnTpyYOXOm+jbx8fF58cUX5S1kZGRs2bIlOztbZpDPPPOMur1MQOV/ah30qhYuXPjll1+qZ++4445Dhw7J2zlw4MD69euPHj2ak5MjG4MHD1a3OX78+EcffWR/U+rwokwuX3/9daUtH9Hjjz9+6623tmjRgr1QAACgoFYSAADAJVArCQDQvmqnb5VsyubQhJ599tlTp04pbZ1O99///nfRokU9evTQ6/VKZ0BAwLXXXrtr165Bgwap13ryySdl+tVwN6VlRUVF8lTmkTJc/Oc//zlq1Ch/f3/5kp41a9bGjRsfeOABdcvDhw/LB2tzdbPZfOONN8qAVjnbv39/mR0+8cQT1m8KmXfKJ3Pp0qXyGVN6du7c+Z///MfmpsrKytS1MIVlOcxPPvkkLi7OZrORI0fKsDM+Pl7tsQ4y7aWkpCiNDz/8cPPmzTI2/vzzz+Vf1tvbWwAAAFArCQAA4CKolQQAaF+1qaT8Lmvbtq2ABpw/f966bO7hhx9+5JFHKtyyRYsWy5cvDw0NVc7KaO2VV15poJvSvsmTJ8s40N3d3aZfZrGvv/66db7466+/2myzePFidXJUGTp+++23rVq1qvB/mTJlyscff6yefeutt5QaTdWKFSsuX76stHv16vXUU0+JSsg33b/+9S/1bBXzwapkGHnXXXepZz09PdV0GQAAuDhqJQEAAFwCtZIAAO2rdr29mJgY+zgHTeKTTz4pKytT2sHBwdaFd/ZCQkKefPJJ9exXX32Vnp7eEDelcd7e3jIgrOxSNze3kSNHqmeTkpJsNrC+rkz+WrduLSp33XXXDRs2TGlnZ2fLRNP6UrlneMsttwwfPjw2NvbOO+8UVbJezDUrK6vqjTt06PD3v/9dAAAAVIRaSQAAAJdArSQAQONMJpNavFWZqmMYNKYNGzaobZkjyjSx6u3vu+8+mVcpbbPZvH79+oa4KY0bMmRI1VMQW+d/ynSvKvnu2Lx5s3p2xowZojrTp09X29ZPsjRt2rSFCxdu3LhR3uycOXOqvp3IyJOCLQwAABAASURBVEiZmCpto9Eo36pVbCyDVSojAQBAZaiVBAAAcAnUSgIANO7cuXNVpx2CRSW1ZOfOnWrbOv2qjLu7+6RJk9Szhw8fboib0rioqKiqNwgKClLbBoPB+iJ17lZhqUes9qYk6zU4165dK+pExpYLFiyQYaTaY922N3DgQAEAAFCJRhubchMAAABoOtRKAgA0rtpCSalNmzYCGpCbm2udmdWwhtU6SEtNTa33m9K+8PDwqjfw9PRU2zYhvfWqqydPnqztft2lS5eKi4u9vb2r2CY9Pf3ChQsXLS5ZHD169MiRIzabVT2YyMqvAACgCo02NkUqCQAA0JSUWkmCSQCAZiUnJ1e9gQxsalIfhkZg/ccKDQ1Vp/esmvWfLyUlpd5vSvvCwsJEXVW7oGO1SktL7VPJjIyMTz75ZPXq1Xv27MnJyRFXzM/PTwAAAFSi0camSCUBAACaEpEkAEDjqk0lW7VqJaAN2dnZajskJKSG17KOxAoKCur9prTvSnbGcnNzxZUpKyuz6UlISLj11lsTExOruFZ0dPT48eM/++wzUTM6Has4AQCASlErCQAA4BKolQQAaFxSUlLVG8h0REAbfH191faFCxdquI9x6dIlta0GkPV4U87NOoidMWPGgw8+KGrJetFKSQaNd911l/0ikV5eXr169erRo4c87devX8+ePeVfpOapJAAAQBWolQQAAHAJRJIAAC3Ly8srKiqqehtSSe2wDgINBkNiYmLz5s2rvZYMHdV2REREvd+Uc7POFLOzs0eOHCmuwLZt22bPnm02m9UbHzduXO/evQcNGjRgwADr5S2l/Px8AQAAUB+olQQAAHAJ1EoCALSs2ulbBamklsTExPj7+6th1blz52oSJZ4/f15th4eH1/tNObd27dqp7b1798pA8UrmSv3nP/+pRpIyjPzll1+qCHczMzOtz8pdSgEAAFAnjTY2xZzyAAAATYlIEgCgZdVO3yq1bNlSQBtkHjZw4ED17NKlS6u9Sm5u7saNG9Wzffr0qfebcm6DBg1S23l5eSdPnqz2KqdPn547d+7y5csPHjxYWFio9svo1/oJfPfdd6uuNz18+LD1WTXOBAAAqK1GG5silQQAAGhKSq2kAABAk6qtlQwICLCZVRJNq3///mr7gw8+qPYv+Morr8g0UWn7+/uPHz++IW7KiUVHR1911VXq2ffff7/aq/zrX/+67777pkyZ0qNHjxkzZqj9R48eVduhoaHWeWeF1qxZY33WZDIJAACAOmm0sSlSSQAAgKZErSQAQMtSUlKq3oDpW7XmlltucXP733o9+fn5//3vf6vYODMz8+2331bPTps2zcPDoyFuyrnddNNNavudd97ZuXNnFRufPn36m2++Uc8+8MADatvHx0dty3y3uLi4itvZtWvXvHnzrHuMRqMAAACoE2olAQAAXAK1kgAALbt48WLVG8TExAhoSadOnWSaqJ598803X3nllQq3TExMnDJlSkFBgXJWp9PNmTOngW7Kuf3tb38LDAxU2maz+eabb96+fXuFWx47dmzq1KlqfNi1a9fJkyerl/bu3Vtty23mz59f2f946NChG264oayszLrTejJYAACAWmm0sSk3AQAAgKZDrSQAQLNyc3MNBkPV21ArqUEvv/zyunXrLl26JCwh2eOPP/7rr78+9dRTcXFxer1eWJY/XLNmzf33329dC/v888/bTxlajzdVBzLsHDt2bM23lxn5559/LhpdSEjIe++9pya4Z86cGTp06D/+8Y/bb7+9Xbt2ck/PZDLJnPKTTz755ptv1ArIgIAAmTta7wfKaLNz584yuVTOPvTQQ5cvX/773/8eFhambiPflQsWLJB/AnWyXFV2dnaLFi0EAABA7TXa2BSpJAAAQFNSaiUJJgEAGlTt9K1SVFSUgMZERET88MMPU6ZMSUtLU3oWWXh5efXu3Ts1NVXGZjZXGT9+/BNPPNGgN1UHRUVFa9eurfn2MtITTeTmm2+WT8UzzzyjnJUJ7osW/v7+3bt3P3jwYH5+vvX27u7u8mkcMGCAze3IQPfaa69Vb0Smwq+//vrgwYNlyitjSBkPb9iwQa1Jffjhh0tLS2Ugqpw9ceKE/L8EAABA7TXa2BQzuAIAADQlIkkAgGYlJSVVuw21WdrUv3//PXv2jBgxwrqzpKRk27ZtNjlidHT0m2++uXjx4sp2SOrxppzb008//eOPP9rk9DKM3Lp1q00k2bp1a5n1jhkzxv5G/vSnP8kk0rqnrKxs48aNL7300rx585YvX65Ekp06dVq3bt1rr702ZMgQdUu5mQAAAKgT1pUEAABwCawrCQDQrOTk5Ko3CAwM9PT0FNCk5s2bb9iwQeZkMla0v1Sn002cOPG77747e/bsQw895O3t3Tg35dxmzJhx6tSp559/vrIaYplHvvfee8ePH586dWplN/LYY4/t2LGjwqdaatWq1QsvvLB///74+Hh5dvLkyeoTvnDhwoyMDAEAAFB7jTY2xSgYAABAQ1F3tMotzGazcmr6XVFRUU5OjvJ7tI4dOwoAALTkzTffPHnyZBUbdOrU6cEHHxS4YnJnQGZ7osEcOXJk+fLlBoNB/kcyYuzcuXO3bt18fHxE7dXjTTkxuZsnc9zt27fLfT/5l42JibnKQj5jNSxEkFeUt5CWlpaVlSV3F0NCQlq2bCmfbZlrivoj76cAADS8c+fOvfrqq0r77bffdnNjZT1oS15eXmFhoWyUlpbKoSo3K+7u7vJUr9crp7rfNfudqGWdJa9+AACApsS6kgAAzcrOzq56g8jISAFH0NVC1Id6vCknJsfsRluIupI7h6NGjRIAAACNotHGpkglAQAAmhKRJABAm+Q3VGZmZtXbhISECAAAAAAOjnUlAQAAXALrSgIAtCkvL89sNle9DakkAAAA4AQabWyKWkkAAICmRK0kAECbqi2UFKSSAAAAgFOgVhIAAMAlUCsJANCmaheVFKSSAAAAgFOgVhIAAMAlUCsJANCmamsldTpdQECAAAAAAODgqJUEAABwCdRKAgC0qdpaybCwMH5YAwAAADgBaiUBAABcArWSAABtqrZWMjg4WAAAAABwfNRKAgAAuARqJQEA2lRtrWRoaKgAAAAA4PiolQQAAHAJ1EoCALQpLS2t6g1CQkIEAAAAAMdHrSQAAIBLoFYSAKBBRUVFZWVlVW9DrSQAAADgHKiVBAAAcAnUSgIANCgrK6vabaiVBAAAAJwDtZIAAAAugVpJAIAGVbuopCCVBAAAAJwFtZIAAAAugVpJAIAG5ebmVrtNUFCQAAAAAOD4qJUEAABwCdRKAgA0qLCwsOoNAgIC9Hq9AAAAAOD4qJUEAABwCdRKAgA0qKioqOoNfH19BQAAAACnQK0kAACAS6BWEgCgQQUFBVVvQCoJAAAAOA1qJQEAAFwCtZIAAA2qtlbSx8dHAAAAAHAKjTY2RSoJAADQlJRaSYJJAICmMINrIyu3EKilw4cPm0wm2Wjbtq2fn58AAABAnTTa2BSpJAAAQFMikgQAaBAzuDY+s9ksUEufffaZ8lqdM2dOXFycAAAAQJ2wriQAAIBLYF1JAIAGMYMrHIK7u7vSMBqNAgAAAHXFupIAAAAugVpJAIAGUSsJh+Dm9r9xrbKyMgEAAIC6olYSAADAJVArCQDQmtLSUmWtviqQSkIL1FpJUkkAAIArQa0kAACAS6BWEgCgNYWFhdVuQyoJLaBWEgAAoF5QKwkAAOASqJUEAGhNTVJJ1pWEFlArCQAAUC+olQQAAHAJ1EoCALSmqKio2m2olYQW6PV6pWE0GgUAAADqilpJAAAAl0CtJABAa5jBFY5CrZUklQQAALgS1EoCAAC4BGolAQBaU5NU0tPTUwBNjXUlAQAA6gW1kgAAAC6BWkkAgNaUlpZWvQGFktAI1pUEAACoF9RKAgAAuARqJQEAWmMymareQC1QA5oWtZIAAAD1glpJAAAAl0CtJABAa6pdok+v1wtAA6iVBAAAqBfUSgIAALgEaiUBAFpjNpur3oBaSWgEtZIAAAD1glpJAAAAl0CtJABAa6iVhKOgVhIAAKBeUCsJAADgEqiVBABoDetKwlFQKwkAAFAvqJUEAABwCdRKAgC0hlQSjkJ9KVb7ogUAAEAVqJUEAABwCdRKAgC0ptoZXEkloRHUSgIAANQLaiUBAABcArWSAACtqbbsTKdjMAGawLqSAAAA9YJaSQAAAJdArSQAQGuYwRWOglpJAACAekGtJAAAgEugVhIAoDXM4ApHQa0kAABAvaBWEgAAwCVQKwkA0JpqayX1er0ANEANyKuN0gEAAFAFaiUBAABcArWSAACtoVYSjoJaSQAAgHpBrSQAAIBLoFYSAKA1rCsJR8G6kgAAAPWCWkkAAACXQK0kAMDh6HQMJkAT1FTSbDYLAAAA1FWjjU1xIAEAANCUqJUEAGhNtUMS/J4GGmG9E8XLEgAAoM6olQQAAHAJ1EoCAAAAAACgCbGuJAAAgEugVhIAAAAAAABNiFpJAAAAl0CtJAAAAAAAAJoQtZIAAAAugVpJAAAAAAAANCFqJQEAAFwCtZIAAAAAAABoQtRKAgAAuARqJQEAAAAAANCEqJUEAABwCdRKAgAAAADgxIxGo9p2c6NUDFpErSQAAIBLoFYSAAAAAAAnZjAYlIaHh4cANIlaSQAAAJdArSQAAAAAAE6stLRUaXh6egpAk6iVBAAAcAnUSgIAAAAA4MTUVNLLy0sAmkStJAAAgEugVhIAAAAAACdWUlKiNKiVhGZRKwkAAOASqJUEAAAAAMCJMYMrtI9aSQAAAJdArSQAAAAAAE5MTSU9PDwEoEnUSgIAALgEaiUBAAAAAHBi1EpC+6iVBAAAcAnUSgIAAAAA4MTUVNLLy0sAmkStJAAAgEugVhIAAAAAACdGrSS0j1pJAAAAl0CtJAAAAAAATqykpERpkEpCs6iVBAAAcAnUSgIAAAAA4MQMBoPS8PDwEIAmUSsJAADgEqiVBAAAAADAiVErCe2jVhIAAMAlUCsJAAAAAIATY11JaB+1kgAAAC6BWkkAAAAAAJxYdna20ggMDBSAJlErCQAA4BKolQQAAAAAwFnl5eUZjUalHRYWJgBNolYSAADAJVArCQAAAACAs0pLS1PbpJLQLGolAQAAXAK1kgAAAAAAOKuMjAylERQU5O7uLgBNolYSAADAJVArCQAAAACAs0pPT1ca4eHhAtAqaiUBAABcArWSAAAAAAA4K3UGV6ZvhZZRKwkAAOASqJUEAACoG71er7ZNJpMAAEB71BlcqZWEljXa2BSpJAAAQFOiVhIAAKBuPDw81HZJSYkAAEB7UlJSlAapJLSMWkkAAACXQK0kAABA3VinkgaDQQAAoDEFBQWlpaVKmxlcoWWsKwkAAOASqJUEAACoG09PT7WtjvkCAKAd6enpajsiIkIAWkWtJAAAgEugVhIAoDXVfjFZL+YPnZTnAAAQAElEQVQHNCHrWklSSQCABqmppI+Pj7e3twC0inUlAQAAXAK1kgAArSkqKqp6A+sCNaAJyZeiu7u70mYGVwCABqmpJItKQuOolQQAAHAJ1EoCALSmsLCw6g2sC9SAJiT3o0JDQ5V2Tk6OAABAY0gl4SiolQQAAHAJ1EoCALSGWkk4EDWVTElJEQAAaAypJBwFtZIAAAAugVpJAICmyG+lamfC9PLyEoA2hIWFKQ1SSQCA1phMpkuXLint5s2bC0DDGm1syk0AAACg6VArCQDQlJpEO4GBgQLQBmolAQCadeHCBaPRqLQ7dOggAA2jVhIAAMAlUCsJANAUOXxW7TZqdRrQ5NRXY2pqqtlsFgAAaMapU6eURmRkpK+vrwA0jHUlAQAAXAK1kgAATalJKsnCSNCOFi1aKA25T1WTVy8AAI1GTSXbtWsnAG2jVhIAAMAlUCsJANCU8+fPV71BUFCQmxvLwUArQkND1SmFjx07JgAA0Aaz2XzmzBml3bZtWwFoG7WSAAAALoFaSQCAdphMpsuXL1e9DYWS0JpOnTopDVJJAIB2XLp0qbS0VGm3b99eANpGrSQAAIBLoFYSAKAdBw4ckMFk1du0atVKAFqiDvWeO3dOHf8FAKBpqdO3BgQEhIaGCkDbqJUEAABwCdRKAgC0IyEhodpt1Lo0QCPi4uKUhtlsPn78uAAAQAPUVLJDhw4C0DxqJQEAAFwCtZIAAI24fPny2bNnq95Gp9MxsgatCQgI6Nixo9LetWuXAACgqZnN5pMnTyrtdu3aCUDzqJUEAABwCdRKAgA04rvvvqt2m7Zt27q5uQlAY/r166c09u/fn5ubKwAAaFKJiYnqpOKkknAI1EoCAAC4BGolAQBasGXLltOnT1e7mVqRBmhK79699Xq9sNSmyBezAACgSanTt/r4+MTExAhA86iVBAAAcAnUSgIAmlx+fv6iRYtqsqVakQZoipeXV9euXZX25s2b+ckXAKBpqakkhZJwFI02NtWA866wCwgAABqZI8Z7Sq0kwSQAoAktXLhQnWSsCl26dAkPDxeAJo0aNergwYOykZeXt3Xr1qFDhwoAAJoIqSQcTqONTdVnrWT5HwkAAIDG5Yi7IkSSAICm9cMPPxw+fLgmW44cOVIAWtWxY8errrpKaS9btqwmQTsAAA0hMTGxqKhIaZNKwlE4WK1kDQf+iCoBAEB9qXZvSdnx0H7gR60kAKCpyC+gL774Yvv27TXZOCwsTJ0hE9CmSZMmvfPOO8IyKfHatWvlWQEAQKM7dOiQ0vDz82vVqpUAHIHD1EpWVotQXhEBAABQT2q4s6H9nRAiSQBAkzCZTPPnz69hJClNmTKFLyxoXOfOndVyyTVr1shsUgAA0Oi2bt2qNPr378/uExyFY9RK2o/x2fRUuwEAAEAd2O8qKT3qnobNBlpO/qiVBAA0vgsXLixYsCA5ObmG27dv375fv34C0Lzrr7/+pZdekg2DwbBw4cI5c+YIAAAakdzLyszMVNp9+/YVgINotLGpuqeSVQSQSrvahBIAAKBuqpid1TqetN6gXKsTuhJJAgAaU0FBwY8//rhjx46aX0Wn082aNUsAjqBly5bx8fEJCQmyffjw4fXr148aNUoAANBYfv31V6URGhraunVrATgIrddK2meQwi6MrKIBAABwhZQSQ2EVQ1o3bDq1jFpJAEDjOHv27NatW/fs2WMwGGp1xWuvvTYsLEwADmLq1Kl79+7NycmRbZnBd+jQITY2VgAA0PDMZvOuXbuU9sCBAwXgODRdK1lZJGmdStqfClJJAABQf9RdJaVhk+2p2aRNiaQG8z8iSQBAg8rKytq3b5/MI1NSUkTt9evXb+TIkQJwHB4eHrNmzXrnnXeEZf3Ujz766IknnvD09BQAADSwo0ePFhQUKO0BAwYIwHE40rqSymlycnJhYaHNkJ/1qfg9uaz5Y1NHEitsN9Cp9f23b9fhPjvK/dTmfa6X+ykqekG6+BNb9X1uhFOXfW4b6D5Xdj95JfBKcO7ntplF+e97I4GBge7u7urV1Yua2RVN1uppaQS1fbcCAFATly9fPmAhG6KuYmNjmbsVjqhz585jx45ds2aNbKelpb3//vv333+/Xq8XAAA0pJ07dyqNVq1aMdUEHEujjU3VOpUsr2i+VnlqNBpNJlO9jIrWTQ3HUrlvok7jzg16f+pw3+zvT0PfN15gdb5vZrPZuq2eKv+70m60+2Z/fyq7b8Iy5YJ6H2zup2gAdbhv9vezvLyaJX4b+V6VV1lDX15R5b2m7lvV97OK+2zzTrS/b+p7s17uW7X3s+pPiSrum027IU4r+7/q8Akme6zfDhX+URr6Q69uNHvHAAAORH4JJicnywAyMTHx0qVL8lT9nX6d+fj43HvvvW5uV/RrZqCpTJ8+Xb4Rjh49KtsnTpz4+OOP77rrLp1OJwAAaBilpaUHDhxQ2v369ROAQ2m0sanaHV1UOAJbbiFqU45W2Whjtep8+y5436pIpzTyXDXafVP/3xo+abzANHvf+DvyjHHfqr0/jXzfRM00zn0zWzT7I/U/FRpW2+cTAACpuLhYpo+XfycjSZPJJOpPUFDQAw88EBISIgDHJHeuZAz56quvJiUlybNymPjTTz/985//zE4XAKCB7N2712g0Km1SSTicRhubquNvHst/jyFV4vcxNT8/P39///odzUR9qdXfhb9R4+ONo328cbSMd5A21TCSFHUir5ubmyt+r/WUo7E6nU6NJG1+C2/9f2nqxcArEwBQLfllkZ6ebl0KmZ2dLRpMdHT0Qw89FBAQIABH5unpOWfOnBdffLGoqEie3bNnj5eX18033ywAAGgA6vStHTt2lBGJABxKo41N1X0mlnKrqVxV8n57eHgEBgYKAACABib3PXJyctRaSaWhsxBW+ypqMqrN8I/IHABgr6ysTEkfJSWMLC0tFY1i0KBBM2fOlIf2AnB8ISEhf/3rX996663CwkJ5duvWrbJx++238woHANQvOTpx8uRJpd2/f38BOBot1kqW/3FFSVFJrSRjagAAoNEoOx7yVJm2Tq2PVPrVeFLLBc3sPgEApOzsbCWAVKSnp5c3zHLmVfD09Lzlllv69OkjACfSvHnzRx999LXXXsvPz5dn9+/f//LLL99///3BwcECAIB6ohZKyoGIXr16CcDRaL1W0iaPtK6VbPwDJwAA4LLU3Q+lXFLtl4cB9jsnzWqz2HCj4XddAOCC5HdWcnKysjCkclpcXCyaVKtWre64446IiAgBOB35wn7sscfefvttmffLs/Ld99xzz82cOXPgwIECAIArJg/qt2zZorRlJOnl5SUAR6PFWskKKSOA1EoCAIAmYV0rqf5eSr3IekYHodWqRHafAMAVlJaWqnWQMoZMSkoyGo1CG5o3b3711Vf37NmT7yM4sdDQUBlMvvvuuxcuXBCWt+SCBQsOHz588803e3t7CwAArsCRI0cyMzOV9rhx4wTggLRbK2k92Ke2ldIEaiUBAEAjU3c/rH8mpZyqK03a/HBKaykgv+sCAKeUn59/yUKJIZtkRtZqtWzZUuaRPXr0EIAL8PX1feSRRxYvXrx+/XqlZ+/evefOnbvjjjvatWsnAACoq7Vr1yqNNm3atGjRQgAOSOu1kvZztwrG1AAAQKOzySAVSo9aK2n9wylqJQEADSQtLU0phbx48aI8zcvLE1rl4+PTq1evvn37duzYUQCuxM3N7brrruvcufOCBQsKCgqEZUnX119/vXfv3pMnT46KihIAANRSYmLiyZMnlfaoUaME4Jg0va6k+gNP+6UlqZUEAACNSd39MJlMOp1ODSbL7Wh2Eld+1wUADkqmj0oppByKko3S0lKhbUFBQTKM6devX6dOnQTgwuLi4p588slPPvlEHUTeu3fvvn375Ltj4sSJrK4KAKiVNWvWKA1/f/9evXoJwDFprlayiqxRmTNNMKYGAAAanXWtpPi9RFKSCaX1z6cqpJH9FnafAMAhFBcXK3OxKgWRycnJJpNJaF5wcHD79u07dOggT8PDwwUAi4CAgIceemjnzp1LlizJzc0Vll2yX3/9dffu3QMGDJg0aVJISIgAAKA6+fn58rtDacfHx+v1egE4Jk3XSipsRvqolQQAAI3Pel1J8XsqKSNJeVYJJoXVTos2wz9+1wUA2pSTk6NOxyplZGQIRyCjx+YWLVq0kKdBQUECQEXk3tfAgQN79eq1atWqlStXKp1yH3K7xaBBg8aMGRMdHS0AAKhcQkKCMhzh5uY2dOhQATgszdVK2rCOHllXEgAANBW1VlIJJq1LJO1rJbW5o8LuEwBogfw0Tk1NVaohlYJIZc05jdPr9TExMdYxpJeXlwBQY56enlOnTh02bJjMJrdt22Y0GpV+JZvs1KnT6NGju3btKgAAsGMwGDZs2KC0Bw4c6OvrKwCHpdFaSZs6yApH+qiVBAAAjUbd/VDYBJPqNkLD+F0XADSJsrKyxMREpQ5SxpCyLceVhOZ5e3tbZ5DR0dFMFAZcueDg4BtuuOHqq69evXr15s2b1WzyuEVUVFR8fLwcbnZzq/uUYwAA57N+/Xp1ZfFRo0YJwJFpulZSnQxNPUutJAAAaBLWtZLijzPM27e1uZfC7hMANI6ioiK1DlKepqSkOMRvaoOCglpYKGFkWFiYANAwAgMDr7vuuvHjx2/YsGHjxo3FxcVKv/y4+Oqrr5YuXTp8+PBhw4bJzQQAwOXJr4lVq1Yp7Z49ezLpNxydA6wraU0d76NWEgAANCbr3Q/7iVsr2y3RVBDI77oAoIFkZmYqpZAXL15MTEzMysoSmie/DqKioqyrIf38/ASARhQQEDB16tQJEybs2LFj/fr1qampSn9BQcHPP/8sB6D79es3evTo2NhYAQBwYfIboaSkRFj236ZNmyYAB6fpWklr1tOjMaYGAAAamU2tpD3rfRWhycJEdp8AoF6Yzebk5GR1RlZ5WlRUJDTPw8NDZhvNfyfbskcAaGrynahURh45cmTdunUnTpxQ+k0m0w6LDh06yGwyLi6OHTkAcEH5+fkJCQlKe+DAgZGRkQJwcA5WK6mgVhJO4KuvvnrrrbdEPXn11VflYYzSvvvuuw8cOKC033///V69egnHsWfPnjlz5lS9jZeXV4hFUFBQcHBwRETE0KFDu3TpIhrdzJkzz58/r7R/+OGHFi1aWF9633337d69W2nPnTu3T58+AoAjU3c/5GC09QKTNmGklvG7LgCoG4PBoAaQUmJioroUnJb5+fmpdZDyVI5h8RUAaJZ8e8ZZJCcnr127dteuXernzEkLeeSrLDnJ7wkAwKUsW7ZM+UbQ6XSTJ08WgONzmFpJlTomyAEV4JpKSkqSLNSe+fPnt23bVmaEU6dO5ZMBQANRayUd96dR7D4BQE3IDDLRQokhZUP2CEcQGhqqZJAtW7aMjY0NDg4WABxNdHT0rFmzpk+fvnHjxk2b9wmALwAAEABJREFUNhUUFCj9aWlp33zzzdKlS4cNGzZy5EiWnAQAV5CZmbl161alLT/82buDc6BWEoAzOHPmzIsvvrho0aLHHnssLi5OAEB9U3c/HHcPhN91AUCF8vPzL/9OJpGpqakO8VGv1+tleqHEkEo1pJeXlwDgFPz9/SdPnjxhwoSdO3cmJCQkJycr/UVFRatWrVq7dm2fPn3i4+NbtmwpAADOa/Hixcp+qYeHx9VXXy0Ap+BgtZLKm5AxNTiBiIiI3r17V7HByZMn1R9FhoeH28wOasNZfybZs2dPnU5n0ykPw3JycnJzc4uLi20uOnHixH333Tdv3rwmmdAVgHNTayWVs44YT7L7BADC8mGYkZGhTscqyX1L4Qhk6KhmkFJMTIwMJgUA5+Xm5jbE4tixY+vWrTt69KjSbzKZfrVo37796NGju3Xrxj4eADifpKSkvXv3Ku2xY8f6+voKwClQKwk0jTEWVWxgvSphfHz8ww8/LFzPG2+84ePjU9mlcvzo4MGDu3btWrRokTwqUzpLSkoeeOCBjz/+uE2bNqJJXX311T169FDaUVFRAoCDc4LdD37XBcA1GY1GOaaj1EEq87KWlpYKRxAUFKQuDCmFh4cLAC6ps0VKSorMJnfu3KkuOXnKQn44yEGDQYMGseQkADiT77//XmnI0dGqh5EBx+J460oKxtQAWMhhmuEWM2fOfOWVV+SxmdJfUFDw9NNPL1y4UDQpFqAGnIxNraQjYvcJgIsoKipSMkilFDI5OdlsNgvNkx/RkZGRagwpT/38/AQA/C4qKurmm2+eNm3aJou8vDylPz09/dtvv122bNmQIUNGjRolj5QFAMDBHTp06MSJE0p74sSJnp6eAnAWjlcrqUaS1EoCUMhRmzfeeOPBBx9Uq0tPnjy5YsWKSZMmCQCoJ9RKAoBmZWZmqqtCytOsrCzhCNzd3WNjY9VVIWWbOicA1fLz85PD0+PGjZPHvwkJCfJDT+kvKipas2bNunXrevfuPWbMGJacBADHVVJS8sUXXyjtiIiIESNGCMCJOF6tpDomyJgaAJVer3/ppZduu+22xMREpef9998fP368m1t9FmoDcGXUSgKARphMpuTkZOsY0n65cW2SWYKMHmVUoCSRUVFRfCwDqBt5qDvQ4sSJEzKJPHz4sNJvNpt3W7Rr1y4+Pr5Hjx58zgCAw1m6dGl+fr7SvvXWW1lKHE6GdSUBVyG/zOSBigztCgoKQkJCoqOje/bs6e7uXqsbKSsrO3LkiBwGSktL8/DwiIiIkKMq7du3Fxrg7+9///33P/HEE8pZeQ9XrlxZk2lU5RNy9OhR+aAyMzMDAwPl8FCnTp1CQ0OFA6rfxyJfMAcOHJCHu3LUrE+fPl5eXgJwYdRKAkBTKSkpUadjlZKSktQ1xTVO7oap07HK0+DgYAEA9aqjhTz+TUhI2LFjh8FgUPpPW4SFhY0aNWrw4MFM/QcAjkLu927YsEFpyw/wq666SgDOhXUlAee3f//+efPmyVObfl9f3zFjxsyZM6cmy04cOnTo448/3r17t9FotLkoICDg6quv/vOf/9zky1cMHz5c3oecnBzl7M6dO6tIJeXHyM8///ztt9+qs7Rba9269fTp06+77ro6V1ved9996oyyc+fOlamebJSWlo4bN06OrCn98+fPj4uLq/p25P2UjyIjI0M5+9lnn3Xu3FnU92O57bbbjh8/Lhvy/sh7JUPNhx9+WOlRyCd21qxZS5YsuXjxotIjXznyWqI6Tz/99KpVq5T2c889N378eAE4JmolAaDRyN25SxYyg0xMTExPTxeOQK/XR0dHN/+dTCK9vb0FADS8iIiIG264YerUqZs2bdq4cWNubq7SLw8kv//+++XLlytLTvLbCADQOLPZLIf+lLYcub3mmmsE4HSolQSc3HvvvbdgwYIKLyosLJQh09atW1955ZWuXbtWdgsyhnzxxRdXrFhR2QZ5eXkyD5MbPPbYY02bOcnUTeajX3/9tXJ2165dlW0pU7dHHnnk2LFjlW1w/vz5N998c9GiRf/+9787deok6omnp+fEiRN//PFH5ayMEqtNJeWjUCPJdu3a2UeS9f5YZGh6//33nz171rpTDg7KYFvuDMmbUu98talkcXHx+vXrlbafn9/o0aMF4LColQSABiIHX1JTU5XpWCVlbg/hCLy8vKxXhYyJiWH5AABNyMfHZ8KECWPHjt2zZ09CQoL6i1J5XLZ27VrZ06tXrzFjxrRq1UoAADRp3bp1ycnJSvvaa6+VH+wCcDrUSgLO7NNPP925c2fV28jE6+GHH/7yyy/DwsLsLy0tLX300Uftb6RNmzZlZWVy8EjtkYNHTz/99IULF+6++27RdORRlppKZmdnnzx5skOHDjbbyLt93333paSkWHfKISSZ+WVYqJ1yXGz27NkvvfTSsGHDRD2ZOnWqmkquWrVKPvlVj15Z58HyujaX1tdjsf5EnTt3rk0kqZCR88CBA999912lXlaGnUeOHKkiz5ZWr16tziDEMp9wdNRKAkB9kXuYMnpUF4ZMSkqSO5bCEQQGBqrTscpTuf/M5yoArdHr9f0tTp06JZPIgwcPKr+rM5vNeyyuuuqq+Ph4eezMJxgAaEpOTs7y5cuVdvv27QcMGCAAZ0StJODMlDRRp9ONGTNm1KhRMqmKjo5OTU09d+6czJZkqqRsJr/z5s2b99RTT9nfwmuvvWYdScbFxd1zzz3du3dXlhgsKSk5fPjwiy++KMeVlA3mz58vj3DkfyeaSEREhPVZma7ZpJIyJHv88cetY7yrr776hhtukF/2ytrRubm5W7ZseeWVV5R5VmUCJ9PWBQsWyIEnUR86d+4s/xCnT58Wlih38+bN8k9T2cbFxcXyMFJpy0hv4sSJomEei/qJKkcG5d9UacvEsWfPnunp6fLAVY4ejhw50t3dXZ6uXbtW2eCXX36pOpWUG6jtKVOmCMCRUSsJAHWWn59/8eJFJYOUp2lpacIR+Pv7qxOxtrCQPQIAHER7C3lAt379+u3bt8tjOqX/rEVoaKg8uBs6dChLTgKARsghO+W3enIMcNasWQJwUtRKAk4uODj45Zdf7tGjh9qjTDM1cODA+++/X11sUh6i2F933bp1S5YsUc8+/PDD119/vfVbT2aTffv2lV+ZMuvaunWr0ilDStnZVGtMhoeHW59Vl9NQvfnmm0oiKMkBptdff713797WGwQGBk6aNKlLly6PPPKIkrYWFRX9+9///uCDD0Q9mTZtmox7lbbM7apIJa1rDeVmNgNhDfFY1Gfsscce+9Of/qS05X04cOCAjCSFpV7TOpX861//WlkFpBxz3Ldvn9Ju1aqV/dyzgGOhVhIAakh+2sjcUS2FlKd5eXnCEURERKgzsspTuSslAMDByWNkeSA/ZcqULVu2bNiwITs7W+nPzMxctGjRihUrBg8eLA82ZUgpAABNZ/fu3cePH1fa48ePr3BOO8A5OF6tpBpJUisJ1ISMEq0jSZVMmGSedPvttytn5QFJenq6TaT3/vvvq+1rrrlm5syZFf4Xfn5+r7766s0333zu3DlhWa7yu+++a6p5XOWhlAzJlClGhWXNS+tLs7KyfvrpJ/WsDFNtYjxVmzZt3n33XXnwpvxGSca3cudApq2iPlx99dXvvPOOEjfKNFfeyYCAgAq3XLlypdq2mb61QR/LX/7yFzWSlDw8PPr166e0+/fvL3eMlLlhCwoK5JHtyJEjK7yRn3/+WW3PmDFDAA6OWkkAqIzcx1BnZFWoP6vSMrnTGBsb29wKBUMAnJW3t/fYsWNHjx69b9++devWqTMnlZSUJCQkrF+/vmfPnvHx8W3bthUAgEaXm5urrkgVERExYcIEATgvx6uVVMcEGVMDqnXVVVeNGzeusks7d+7csmXLixcvKmdlMGmdSm7btk29SPbLCFNUTq/XP/TQQ+o2K1asaKpUUn4yyHurrgudn59vfan8gjeZTEo73qKKm4qJibnppps+//xz5azM2OorlfT39x81atSqVauEZVZV2bjuuuvsN0tLS9u7d6/Sjo6OVnNBRcM9Fvl/3XrrrZVdKp/h6dOnf/zxx+pNVZZKqoW2cshv8uTJAnBw1EoCgKqgoECtg5RSUlIc4kcbvr6+ah2kFBUVpdPpBAC4DPmh18fizJkzMozcv3+/8uktT/dZtGnTRllyko9HAGg08kNYjrMVFxcLywf17NmzlYWZAGfFupKAMxsyZEjVG8j8yTqVtL5IXc5QGjBgQLW/HJfbyIGewsJC2ZYjU3J8So71iKagFkoKSx5mfZH1gxo6dKiozogRI9Qkb8eOHaL+TJs2TUklhaUgssJU0nr6XJnq2XxeN9xjkceoVe/9WKeSldV67tmzR6mnlIYNG8YiTHAC1EoCcGXp6emJiYmXLORuXk5OjnAEoaGhSgYpT2NjY0NCQgQAQIi2FnIQYP369du2bSspKVH6z507N3/+fPlpKY8f5WGmt7e3AAA0sF9++eXMmTNKe8qUKXLHVQBOjXUlAWdW7ewrERERajsrK8v6opMnT6rtnj17iurodLq4uLidO3cqZ3fv3t1UqaR1faQMStW2PNCSg2jqWRmjVntTnTt3lnFsaWmpsKS2MsFt2bKlqA8y+ZORsFLTefjw4QpDXOsZUGWKaX1Rgz6W7t27V31T4eHhAwcOVKJNmQHLVPX666+32WbFihVqm0JJOAdqJQG4Dvn9npSUpEzKqsSQ6oC1lun1erl/ZV0NyXg6AFQhNDT02muvlSPgW7dulfGk+ktlOTiwePFieUA6ePDg+Ph4lpwEgIZz/vx5dQxNDuRWMekd4DSolQScmZ+fX9UbWJfEqdOBKuQ4lNr+t4WoDTmAJZqC/GSwHjWzLtFTV85QTJo0SdSSfFD1lUoKS9Corty5bNmye++91/rSPXv2yNFApS0jQJslPxv0sdQkTpYHrmrBpX0qKbPPdevWKe2goCB5KCsAx0etJAAnVlxcrE7HKiUnJ9vsGWqTDB3VJSFlEikjSWa7AoDa8vT0lNHjqFGj9u/fn5CQoNbryMM6GVVu2LChe/fuo0ePbteunQAA1KuioqIPP/xQGWeQe7Z33nknB+xwBdRKAs7MulKwVuRbrKCgQFyBsrIy0RTOnj1rfTY2NlZt5+XliStjMBhE/Zk+ffoHH3yg7HmsWLHiL3/5i/XHmnWhpIwAba7boI/Fx8dHVGfkyJEyblRmbzty5IhNrefatWvVbHjq1KksSQLnQK0kAGeSlZVlvTCkzUz+mhUcHGxdChkWFiYAAPVB7iX2srhw4YI8oNu3b5/ZbBaWHcgDFq1atZLhZe/evfn9BwDUl08//VRdGeGOO+4IDAwUgAugVhJwZnV+h+fm5oorY724Y2M6fPiw9dkePXqobeuZXeumfh+UHFYbMmTIli1bhGWtpr179/bp00e5qLS0VB4HKm0/Pz8ZAdpct0EfSxiHI14AABAASURBVE1eNm5ubhMmTPjmm2+Us0uXLp0zZ456qfX0rTJ8FYBToFYSgOMymUzKst9qEllUVCQ0T6fTRUVFqaWQ8rTOP7kDANSQTB9nz56dnZ29YcMGebhaXFys9Mu0Uo6eL168WB6fDhs2jCmyAeAKbdy48ciRI0p71KhRcXFxAnAN1EoCqICXl5f12RdffDEoKEjURlP9dF39OpdiYmKs57C1flARERHPPvusqKU2bdqIejV16lQllRSWJE9NJa1rDSdNmiQjQJsrauGxzJgxQ00lf/7553vvvVf5WE5LS9uzZ4/SL1Nh63JVwKFRKwnAgZSWllrPyJqUlNRUvxirFU9Pz+ZW5F6E/V4QAKARBAcHyyM+eTS6bdu29evXp6enK/05OTk//fSTPAAcNGhQfHy8zVIjAIAakvvnP/zwg9KOjo6WH7kCcBmOVyupRpLUSgINR4ZeHh4e6iSfMttTAzMtk8NtW7duVc/a3GfrNSblMZUMzJp8nGvIkCHyYC87O1u2ExISHn/8cTkYJ/44fatMLu2vqIXH0rp1627duh06dEj8sdbTulCyDgteAppFrSQALZPDxNYzsqrDxxoXGBhoPSOrHN3mMwoAtEMOC4wcOXLEiBEHDx6UR6ynTp1S+uVYwcaNGzdt2iQPCWU22aFDBwEAqLGSkpL3339fWcddDujdc889/BQPLsXxaiXVMUGOV4EGJYeH1FXujx8/PmDAAKF5MszLyMhQz06cONH6UuvqQPkZcuzYMXkEJZqU3OeYMmXKggULZLu4uFge140bNy4tLW337t3KBl27dm3Xrp39FTXyWCZPnqykktKqVauUVHLNmjVKjzyClQ9HAM6CWkkA2iHfzjYzsl7hiuCNQ34ERUZGxsbGtrCQMaT1D60AANokP717WFy8eFFmk3v27FFG0uWX0UGLli1bymxSHg+y5CQA1MT8+fPVAcyZM2dGREQIwJWwriSAisXFxamp5MmTJ2tyleXLl8v3ZlRUVHR0tDzV6XSiEeXl5b3//vvqWXkHevfubb2BHPaS419y5E45Kx9UtUme0Wj89ttv5c6B8ogaYlra6dOnK6mksEzcKmO8X375Rb1Uxn4VXksjj2X8+PFvvPGGMtns+vXrH3/88cTERPVlM2bMGNYagTOhVhJAEzIYDOp0rPLbVp6WlZUJzfPw8Ii1UAoiZUP2CACAY5Lp4+233z5jxowNGzZs3rxZXaJYppWfffbZ4sWLR4wYMXz4cB8fHwEAqMTq1avV9ad69uw5ZMgQAbgY1pUEULEuXbosWbJEacvjjdTU1MjIyCq2l8ch//73v9Xx+rlz5zbypK/PPPNMZmamevauu+6y30Y+KDXJ++GHH2QiWPVvOeUz8PbbbytteWQlY1dfX19Rr+TwnHyilIUYt23bJsccExISlIvksN3VV19d2RW18Fhk6Dh27Nhly5YJSyq830K9tLJIFXBQ1EoCaEz5+fkyepT7V0oMKffEHOJXEX5+fup0rFJUVBQfOwDgZAIDA6dNmyaPVXfs2LF+/Xr5DaX05+bmLl26dOXKlQMHDoyPj6f0BwDsnTp1Sh1ulQOtt99+uwBcD7WSAComjyLefPPN4uJi2S4tLZWJ4zvvvFPF9h9++KH6rmzXrl1jRpLyTj733HMy0lN7ZGJXYSQmD5xWrVqltM+ePbtgwYI77rijsps1Go1qFaOwrO9Y75GkQt5VJZUsKyv7+eefjx8/rvTLwK+KWkONPJYpU6YoqaS0c+dO5YEIy0rdDrEWKVBz1EoCaDjyvZmenq6UQsokUsaQcmxXOILw8HDrhSGDgoIEAMAFeHh4DB8+fNiwYUeOHFm3bt2JEyeUfoPBsMkiLi5u9OjRHTt2FAAAi5ycnA8++EAZVfD09JwzZw7ziMA1USsJoGIBAQEzZ8787LPPlLO//vrrq6+++uCDD8pvTZst5ftx3rx56mqC0s033ywa3vnz5w8cOLBv3z55wFNYWKj2y7ztmWeeqfAqgwYN6t69+8GDB5Wz8+fPDw4Onj59uv2WBQUFTz75ZEpKitpz4403ioYhD9Vee+01ZTmouXPnqv0y8KviWhp5LD169GjTps25c+dke8OGDXIgVemfNm2aAJwLtZIA6pHRaFQmYlWVlpYKzXNzc4uJiVFLIWUYab9nCABwHXLfMs4iOTlZjgns3r1bfsEpFx22kF8W8fHx/fr1Y8lJAC7OZDLJ4VN17uvZs2eHh4cLwCVRKwmgUnfcccfGjRuVwElYpgndtWvXQw891Lt3b6WGLycnZ/369d98840MCNVrjRo1asKECaI+/O1vf7NfnFJ+f2dnZ2dmZqpHO9bkYNnzzz/funXrym7ziSeekI9LWQqxrKzsP//5j3yMclegU6dO8rqy8/Tp02vXrl28eLF8dOq1Hn744aioKNEw5HDe+PHjFy1aJCyT3iid0dHRvXr1qvqKGnkskydPVupoL1y4oHZOmjRJAM6FWkkAV6KwsFBGj5cuXVIyyJSUFLPZLDTPx8fHuhRS7p808sLhAACHIL8gbr311hkzZshj0k2bNik/upXkV96CBQt++umn4RZ+fn4CAFzS999/r67EJIcB4+LiBOCqqJUEUCkvL69XX331vvvuUxeKkLGTzLSE5ZBDjlKdOXPG5ir9+/eXoWB9DVdZL1JYE927d/+///u/KiJJ6aqrrpL3UG5mMBiUnm0W8j63a9cuLS3NOsBTyJxv5syZoiFNnz5dSSVV8nCu2mtp5LHIAHLevHnWIfGAAQNYRATOh1pJALWSkZGhBJBKEpmdnS0cQWhoqFoHKU9DQkIEAAA14+/vP3ny5AkTJuzcuTMhISE5OVnpz8vLW758+apVq+ShYnx8fMP95BcAtGnXrl2bNm1S2nLIrurZ0QCn53i1kmokSa0k0AjkgNSXX34po6+NGzda96tHF9ZGjx799NNPu7u7i0bXqlUrmbeNHz++JhsPHz78008/ffLJJ9UyUMlsNp88edJmS09Pz1tuueXuu+8WDaxDhw6dOnVSV5SUH3FTp06tyRW18FiCg4OHDh26YcMGtYdCSTglaiUBVMFkMiUlJVnPyKoszq1xer0+OjraekbWKta0BgCgJtzc3IZYHD16dN26dceOHVP6y8rKtlh06dJlzJgx8hBYAIALSExMXLhwodIODAy85557mH0ELs7xaiXVMUHG1IDG4e/v/8orr+zfv//DDz/cs2dPhduMGDHirrvuat++vWhEvr6+8jAmLi5OJnO1nfegXbt2X3311S+//LJgwQLr6WdVHh4eM2bMuO2220JDQ0WjmDJlippKypBPRn01vKIWHovMUNVU0s/PT+bTAnA61EoCsCZDR+sZWZOTk2UwKTTPy8tLnY41NjY2JiZGmfUdAIB618UiJSVFZpM7d+5U59c5aiG/hkaNGtW/f3++iQA4MXnUMHfuXOUDUIaR9957rxzPFIBra7SxqZrWFiibKadms1k2zBYmC/kGzsrKMhgM8n7LIXtmCAQaWWpq6vr16/Py8mTb29tbjmpFR0e3bNnSoX9Wf+LEiW3btpWVlcl2UFCQHKSTI3Ty1BEPjZrqsWzevPnvf/+70r722msfffRRATgXuUMiIwfld1HKZ6Cbhbu7u9vv9L/TWciNld8/Nk6cqe5olVuoO1Gm3xUVFeXm5irBZMeOHQWAWpKHIYmJiZcsZAyZmZkpHIGyPyD31pQYMjw8XAAA0OgKCgo2bdq0cePG/Px8635/f//hw4ePGDGCJScBOB95AP7222/LwTrl7A033CA/8QTg2uSomtwrkGNTpaWlcqjKzYoyyCYH1pRT3e+a/U7UcniNdSUBZxAZGSm/QYVz6WghnEJTPZY1a9ao7ZqsiAk4ImolAZciQ/3k5GQZQ6oFkYWFhULz5Hs8KipKKYWUSaSMIRnkBQBogfw+mjhx4rhx43bt2pWQkCC/YZV+GVKuWLFi1apV/fv3Hz16dHR0tAAAZ/HLL7+okWTfvn2JJAGF460rKZxiYScAcBrFxcXr169X2nFxce3atROAM2JdScC5lZaWWq8KKUdL1YnmtMzDw6O5FRlDNskK3wAA1ISbm9sgCzlMv27dusOHDyv98jt3m0Xnzp1lNtmlSxcBAA7u+PHjy5cvV9oxMTGzZs0SACwcb11JwZgaAGjJkiVLDAaD0p46daoAnBS1koCTyc3NtV4YMi0tTTiCgIAAmT6qa0NGRETwvgYAOBxlmh/55assOakeUR6ziI6Ojo+PHzBgAEtOAnBQWVlZH374odL28vKaM2cOvx0EVNRKAgDq7sKFCx999JHSDgoKmjBhggCcFLWSgEOTL/7U1FQlgFSSSJt1rbRJvmFl7qgEkC0s/P39BQAATkF+x914443Tpk1TlpzMzc1V+pOTk7/88sslS5YoS07y3QfAsZSVlc2dO7ekpEQ5e/fdd4eEhAgAv6NWEgBQC3v37l2/fn23bt2Ki4uPHDmyZs2aoqIi5aJZs2Z5enoKwElRKwk4FoPBoKwKqc7IqtZhaJm7u3tsbKz1pKweHh4CAADn5ePjM2HChLFjx+7ZsychIeHixYtKf0FBwc8//7x69ep+/fqNGTOGJScBOIqFCxcmJSUp7UmTJnXq1EkAsOJ4tZJqJEmtJAA0Pp1O952FTX+bNm1uuOEGATgvaiUBjcvPz7cuhUxNTXWIN6yfn5+MIVu2bKlkkJGRkfKrVgAA4GL0en1/i5MnT8ps8tChQ8r3uNFo3G7RsWPH0aNHx8XFCQDQsK1bt+7evVtpyw+uiRMnCgB/5Hi1kuqYIGNqAND4oqKi7Dv9/f2fffZZ1vyAc6NWEtAU+XpOT09XSyFlEqlO+6Zx4eHhSjWkkkQGBQUJAADwuw4W8lteZpM7duwoLS1V+k9YyAPSUaNGDRgwgLkEAGjQxYsXv/76a6UdHBx89913cwwO2GNdSQBALURGRur1epPJpPYMGzbs0Ucflf0CcGrUSgJNy2g0JiUlKXWQiYmJsqEOU2qZm5tbTEyMOilrixYtvLy8BAAAqFJ4ePjMmTOnTp26ZcuWDRs2ZGdnK/0pKSlyxH/p0qXyOHTEiBGBgYECALShsLBw3rx5ZrNZWI4C5syZ4+3tLQDYYV1JAEAtyM/eX3755bhFUFBQ165d27VrJwAXQK0k0MiKioqUIkhJxpDJycnKEb7G+fj4yAxSpo9KDBkdHa3X6wUAAKg9OaA/duzY0aNH7927NyEh4fz580q/HPpfuXLlmjVr+vbtO2bMGPnNKwCgSclDlQ8++ECdvmXWrFl8NAGVoVYSAFA7gYGBAywE4EqolQQaWmZmpvXCkFlZWcIRhISEKEWQSgwZGhoqAABA/dHpdH0tzpw5s27dugMHDij75CaTaadFhw4dlCUn2dEF0FSWL19++vRppT106NB+/foJAJWgVhIAAKB61EoC9UuOJCYnJ1vHkMXFxULz9Hp9VFSUOh1DqWVfAAAQAElEQVSrPPXx8REAAKDhtbXIzMxcv379tm3bSkpKlP6TFhEREaNGjRo0aBBLTgJoZIcPH165cqXSlscIM2fOFAAqR60kAABA9aiVBK6QHDpU0kdFUlKS9SrFmuXp6anWQUoxMTFubvV5aAMAAGolNDT02muvnTRpkgwmN2zYIENKpT8tLe3bb79dtmyZsuRkUFCQAICGl5WVNX/+fKXt4+Nz7733soIDUDVqJQEAAKpHrSRQW9nZ2WodpJSRkSEcgRzEtC6FDAsL440DAIDWeHt7jx49Oj4+ft++fQkJCWfPnlX6i4qKVq1atXbt2t69e8sNWrZsKQCgwZSVlc2dO7e0tFRYhgvuuecefhIBVMvxaiXVSJJaSQAA0GiolQSqZjabU1NTlQxSniYmJhYUFAjNk+8IdUZWJYn08/MTAADAEcjv8d4WFy5ckEmkTCjlDomwTBS/y6J9+/YyuezevTv7wAAawsKFC5OSkpT2lClT5GeOAFAdx6uVVMcE2Z8AAACNhlpJwEZpaamMHtVqSHk0XlZWJjTPw8MjNjZWqYOMtWD1KQAAHF2rVq1mz56dnZ29YcOGLVu2qItVn7IIDw8fNWrU4MGD+dIHUI82bty4e/dupd21a9cJEyYIADXAupIAAADVo1YSkI4ePapWQ6anpzvEO8Lf318pgpRkBhkZGcm7AAAApxQcHDxjxoxJkyZt3bpVxpNyX0Xpl43vvvtu2bJlQ4cOlfEk8ysCuHIXL178/vvvlXZYWNjs2bMFgJphXUkAAIDqUSsJF2QwGBItlCRSNmSP0Db5Ig8PD7deGDIwMFAAAACX4eHhIaPHkSNHHjx4MCEh4dSpU0p/cXHxmjVr1q1b16tXrzFjxrRq1UoAQJ0UFhbOmzdPmTLa3d19zpw5Xl5eAkDNUCsJAABQPWol4Qry8/Mv/04mkampqdp/zbu5ucXGxja34unpKQAAgGuTO709LC5evCiTyL1795pMJmFZCXuPRdu2bUePHi03YPcYQK3Ij5EPPvggNzdXOXv77bdHRUUJADVGrSQAAED1qJWE85EviYyMDKUOUpGTkyM0z9fXV62DlOQQgE6nEwAAABVp2bLlHXfcMWPGjI0bN27evLmoqEjpP2MRGho6atSoIUOG8KsmADX0008/nT59WmmPHDmyV69eAkBtUCsJAABQPWol4QSMRmNSUpJSB6nMy1paWio0LywszHpG1uDgYAEAAFAbQUFB06ZNu/rqq3fs2JGQkJCWlqb0Z2Zm/vDDDytWrJDBpIwn2c0AULXDhw+vXbtWabdu3fraa68VAGqJWkkAAIDqUSsJR1RUVKRkkEopZHJysrL2iZbp9fro6Gi1FFLy9vYWAAAAV8zDw2P48OHDhg07cuSIzBVOnjyp9BcXF8uzypKTvXv37tmzJzMxALCXnp4+f/58pe3n53fvvffyWQHUgePVSqqRJLWSAACg0VArCYeQmZmprgopT7OysoTmydDRuhRSRpIymBQAAAANQ+4Px1kkJibKJHLXrl3KkpNyV3mvRUhIyMiRI4cMGcJPowCoDAbD3Llzlclm5MeIjCT9/f0FgNpzvFpJdUyQMbWGQ+ILAM6Eb8x6Qa0kNEiOoCUnJ1vHkMXFxULz5EhfbGyskkHK09DQUAEAANDo5A7Jrbfeqiw5uWnTpoKCAqU/Kyvrxx9/VKd1ZV8FgPTZZ5+lpqYqbfm50aZNGwGgTlhXEv/D8wkAzsrmE55cqm6olYQWlJSUqNOxSklJScpP+7VMp9NFRUVZV0P6+voKAAAAbfD39588efKECRN27Nixfv365ORkpb+0tDTBomfPnvHx8e3atRMAXNXatWv379+vtOVnwpgxYwSAumJdSVdX89FVYksAcAjVfj8qn+d8jdYWtZJoEjk5OZcsZAaZmJiYnp4uNM/T07O5ldjYWDe3+jwWAAAAqHdyd2WoxaZNm2Q2qVZESfstWrduLbPJ3r17s4wc4GrOnTu3ePFipR0ZGXn77bcLAFeAWkmXVtlzyHMLAI7L/jO8wi97ssnaolYSjcBsNsshMGU6VknGkOpMYloWGBio1kFK4eHhvMwAAICDGj58+LBhw44cObJu3boTJ06o/efPn//kk09kMjFy5EgZXrLkJOAi8vPz582bpwwFeHp6zpkzx8PDQwC4AtRKuij7QdW69QAANMX+y9E6SLO/lO/TmqNWEg2htLRURo/qwpBJSUllZWVC2+SrKDIy0npGVn9/fwEAAOAs5N5OnEVycvLatWt37dplNBqVi7Kzs2Uw+fPPPw8ePFjGk+Hh4QKA8zKbzTKSVH8qOnv2bN71wJWjVtIV2Tx11mfVdoWdAACNq6ICUv3qtLmUpKqGqJVEvcjPz7948aKSQcrTtLQ04Qhk7qhkkN27d5cNfh0MAABcQXR09KxZs2bMmLFx48ZNmzbJHTmlv7S0dP369Rs2bJC7RvHx8e3btxcAnNGiRYvOnz+vtMeMGRMXFycAXDFqJV1OZZGk0qjsrCCbBABHoHw5Wn9L2nxjVphN8q1aE9RKog7kcy5zR7UUUp7m5eUJRxAREWFdDRkYGCgAAABckp+f36RJk8aPH79r1y4ZRso9OqVf7ukdsGjVqpWy5KRerxdN6s0337z55pup5QLqxb59++RbXmm3bt16+vTpAkB9cLxaSTWSJCS7ctbRo81pFfEkAECz1O91+4bNZjYBFXlVtaiVRE2UlZWpM7IqDAaD0Dw3N7fY2NjmVjw9PQUAAAB+J/eXBlmcOHEiISHh0KFD6kUXLlz49NNPFy9ePGLEiOHDhzfhkpMnT578/PPPH3nkEfb5gSuUkpLy2WefKW0/P797771Xp9MJAPXB8Wol1TFBvl/rwL72UZ7+euHIC6s+U0tnKhtvJZgEAO2z+XJsGxb7ytT7m1nYb8mXaa1QK4kKFRQUqHWQkjx2dYhdJl9fX7UOUoqKiuIYGwAAoCY6WqSlpa1fv3779u3qT9BycnKWLFnyyy+/yOQyPj6+8QsW58+fL0/Pnj27evXq8ePHCwB1VVJSMnfu3LKyMmEZBJCRpL+/vwBQT1hX0oVUGElKJWWG5LwMAQBwOkHefmazuZkV8cdJXKuY6xU2qJWEIj09PTEx8ZKFjCHl8JNwBKGhoUoGKU9jY2NDQkIEAAAA6ioiImLmzJlTp07dvHnzxo0bs7OzlX4ZUiqLUMbFxY0ePbpDhw6isezbt09pLF++vGvXrnLHTwCoE5nxZ2T8b7T8uuuua9OmjQBQf1hX0hVZR5KEuwDg3GxSSUmn01UWTKIK1Eq6JqPRmJSUpEzKqsSQJSUlQvP0en10dLR1NWQTziQGAADgrOQu1rhx48aMGSMTwYSEhHPnzin9csf7kIXcGZPZZJ8+fRp6ycmffvpJHvopbZPJ9Pnnnz/++ONubvU5Hgu4iJUrVx45ckRp9+zZc+TIkQJAvaJW0lXYPF3WZ9W9Fk8394fG3SQAAA5u1/kj64/uFpZPe3lEqsSQ6vSM8mPfJpgUqAFqJV1EcXGxOh2rlJycLN9EQvPkiJi6JKQc/JKRZEOPfAEAAEAhD6/6WJw9e1ZmkzKhVI8a5I7lZ599pi456ePjIxrGli1brM8mJiYuX758+vTpAkBtnDp1atmyZUo7MjLy9ttvFwDqG7WSLkfdMVIKJeXYtNqj17mNiesvAAAOLrc4X00llc95JZJUs0mbPFL9VuXrtQrUSjqrrKws64UhMzMzhSMIDg62LoUMCwsTAAAAaFJXWWRnZ69fv37r1q3FxcVKf25u7tKlS1euXDlw4MD4+PiIiAhR34qKimx61qxZ061bt7Zt2woANZOTk/PBBx8oAyaenp5z5szx8PAQAOobtZKuqNyOAAA4IyWVlEmkUhavfOvLszaf/CRVNUGtpHMwmUwpKSlKAKkkkfYjOBok37ZRUVFqKaQ89fX1FQAAANCe4ODga665ZvLkyTKY3LBhQ3p6utJvMBg2WShLTnbs2FHUk+eee86+U+75L1iw4J///KcMVwSA6shDxXnz5qmHh7Nnzw4PDxcAGgC1kq7Ffh5XIkkAcG7K5JNKMKnkkWpUaf1NyhdrtaiVdFClpaXWM7ImJSUZjUaheXLwqLmV2NhYlgUCAABwIB4eHqNGjRo5cuShQ4fWrVt36tQp9aLDFnIfLz4+vl+/flc+8X5KSkqF/TIQXbRo0U03sVoTUL1vv/1WHjkq7QkTJsTFxQkADcPxaiXVSJI4reYqDCNV6rqSAADno3zIy097eayrfuDLtvrDFMLIGqJW0lHk5ORYz8iq/jhd4wIDA61nZA0PD+e9CQAA4OjkHl13i8TExLVr1+7evVtds1zuqS5YsOCnn34aPny4DC/rvOTkq6++WsWlW7Zs6dixY58+fQSAyu3atUtdnLVdu3aTJ08WABqM49VKqmOCjNTUjc26koS7AODE5Ie8POhV00e1VtL6y5RssoaoldQm+aBsZmQtKCgQmif/EJGRkbGxsS0sZAzp7+8vAAAA4KTkjt9tt902ffr0zZs3b9q0Sd1lzcvLW758+apVqwYMGBAfHx8VFSVq6dy5c1Vv8PXXX8uUJTAwUACoSGJi4sKFC5W2fKfcc889cvBEAGgwrCvpQqyfMZtsUgAAnJGSSgrL971CrZJXzgrUGLWSGmEwGNTpWOXRozwtKysTmufh4RFroRREyobsEQAAAHAlMvCYPHnyhAkTdu7cmZCQkJycrPTLHdotFl27dh09enSnTp1qeIPz58+vdpuioqIFCxY88MADAoCd4uLiuXPnKst8yDDy3nvv9fX1FQAakuPVSgrWlbwyagxpPYmrAAA4I+sA0jqYFH+smFe+UpmNoGrUSjaV/Px8GT1evHhRiSFTU1MdYtfFz89PnY5VioqK4p0FAAAAyc3NbYjFsWPH1q1bd/ToUfWiIxaxsbHKkpPVriy+b98+UQPyP9q0adPw4cMFACvy0PLDDz/Mzs5Wzt5www0tW7YUABoYtZLOr8InijwSAFyB8nVpHUxaT+JqXTdPXlItaiUbh7yH6enpSimkTCJlDJmbmyscQXh4uPXCkEFBQQIAAACoXGeLlJSUhISEnTt3qlOAKPNJKktOjhgxws/Pr8Kryw3ksV7N/ivx448/yv9L7rIKAL/7+eefT5w4obT79u07dOhQAaDhUSvpWuzHUskmAcCJWc/gWnUeyRdrtaiVbCBGo1GZiFVVWloqNM/NzS0mJkYthZRhpKenpwAAAABqKSoq6qabbpo+ffqmTZs2btyo/iYvPz9/xYoVypKTo0ePtl9ycsuWLaLGDAbD559//sgjj3DcByiOHz8u32JKWx7czZo1SwBoFNRKujQqJgHAuVnHkGazWQkmBT9JqRNqJetLYWGhjB4vXbqkZJApKSk1/4l3E/Lx8bEuhYyOjpZvKAEAAADUB7m3OWHChLFjx+7ZsychIeHixYtKv9Fo3GrRuXPnMWPGodpmVAAAEABJREFUyFP1KkVFRaI2zp49u3r16vHjxwvA5WVlZX344YdK28vLa86cOe7u7gJAo6BW0hURRgKA61DDSPsPf74IaoVayTrLyMhQAkgliVQX7dC40NBQtQ5SnoaEhAgAAACgIen1+v4Wp06dktnkwYMH1aO2YxbR0dHx8fEDBgx48cUXRe0tX768a9eucudWAC6srKxs7ty5JSUlytm7776bwz2gMTleraQaSTKWeuXIJgHAudmEkeV/pPbwQ5+aoFayhkwmU1JSkvWMrMXFxULz5ACQHOKxnpHV29tbAAAAAE2hvUVmZub69eu3bt2qrnGQnJz85ZdfLlmypKCgQNSe3Ff//PPPH3/8cTe3+iwgARzLwoUL5UGr0p40aVKnTp0EgEbkeLWS6pggQ6j1hWASAJyYdQApcAWolayMDB2tZ2SVAyXKaqYa5+XlpU7HGhsbGxMTw9AMAAAANCU0NPTaa6+Vqcm2bds2bNggQ0qlPz8/v8479omJicuXL58+fboAXNLmzZt3796ttDt27Dhx4kQBoHGxrqSrI98FACemfF3aE6g9aiVVWVlZcizjkoWMIdXBEY0LCgqSAWTLli2VGDI8PFwAAAAAmuft7T3aYt++fQkJCWfOnBFXZs2aNR06dOjSpYsAXMzFixe//fZbpR0cHHz33XczMA40PserlRSsK1lPGJUGAKdXWZUkXwF14LK1kmazOTk5WcaQakFkYWGh0Dz5SKOiopRSSJlEyhjSz89PAAAAAA6rl8WHH364f/9+cQXkccHChQufeuopHx8fAbgMeSQ7b948eYQr225ubnPmzGHZDqBJUCvpcuxHqHkmAcCJWa8fWeFFqCHXqZUsLS21XhVS5pFGo1FonoeHR3MrMoZ0d3cXAAAAgHM5evSouGK5ublff/317NmzBeAaZBj5wQcfyFe+cnbWrFnymFEAaArUSro0xqMBwLnZfM6zwOSVcOJaSXlgZr0wZFpamnAEAQEBMn1U14aMiIhg5xAAAADObdWqVQaDQdSHPXv29OjRo2/fvgJwAcuWLTt9+rTSHj58eL9+/QSAJkKtJAAATquKr0u+RmvLaWolZSMlJUUJIJUkMj8/X2ievPMyd1QCyBYW/v7+AgAAAHAlGzduFPXnm2++ad++fWBgoACc2uHDh2Wir7TlseR1110nADQdaiUBAHByzNpdLxy3VtJgMCQmJl6wyMjIyMzMLCsrE5rn7u4eGxtrPSmrh4eHAAAAAFxYTk6OqD9FRUULFix44IEHBOC80tPT58+fr7R9fHzuvfdevV4vADQdx6uVVCNJxlUBAECjcaDdj/z8/IsXL8okUjlNS0tziLvt5+cnY8iWLVsqGWRkZKROpxMAAAAALJ577jlR344dO7Zp06bhw4cLwBkZDIa5c+eWlpYKS6xwzz33BAUFCQBNyvFqJdUxQWolAQBAo9FsraTcKUpPT5cBpDIpq2zk5uYKRxAeHq5UQypJJAeHAAAAQBVSUlJEA/jxxx87d+4sd84F4HQ+++yz1NRUpT116tT27dsLAE2NdSUBAACqp53dD6PRmJSUJNNHZVVIear88FPj3NzcYmJi1ElZW7Ro4eXlJQAAAADn0kCHDO+8845oGAaDQSY3jzzyCBUgcDLr16/fv3+/0u7Spcu4ceMIFFAhPv0aGetKAgAAVK8JayWLioouWSgFkcnJyWazWWiej4+PzCBl+qjEkNHR0azeAQAAAOfTODnH8ePHRYM5d+7c6tWrx48fLwBnIV/VixYtUtphYWGzZ88WQCVsPsYJnhoatZIAAADVa8zdj8zMzEtWsrKyhCMICQlRiiCVGDI0NFQAAAAAzqu2Rwd1Ppr45ptvGnoM9+eff25rIQDHl5+f/8EHHwhL+OHu7v6Xv/zF09OTNMHF1fxTVH2pEE82EGolAQAAqtdwtZImkyk5Odk6hiwuLhaap9fro6Ki1OlY5amPj48AAAAAXEAV8UZDJB979uzR6XSiIcm7/dVXXz322GMyvBGAIzObzR999FFRUZHyrrn11lvloauAy6v6w7nC0R7lKuRQ9Y5aSQAAgOrV4+5HSUmJdQaZlJQkg0mheXJ4Qq2DlGJiYtzc6nMHDwAAAHAI9gcFNempyUUVWrt2rcFgEA0vIyNj8eLF119/vQAc2ZIlSy5cuKC0hw8f3r17d4dYAwUNqooYTLmoivpICuTqHbWSAAAA1buSWsns7OzLly+rMaQ82heOICgoyLoUMiwsjL0vAAAAuLKq00elXauEsia2bNnS0IWSwrIcg7IEA3UgcGgHDx7ctGmT8pZp2bLl1KlTeUlD/PGTreqEssL6SNKo+uV4tZJqJMkHCgAAaDQ13/0wm82pqakyhkxMTLxsUVBQIDRPPjp1RlYlifTz8xMAAAAALGyOBdSzNmGkfaPCszVXWFhYj6mkt7d3yO9kDClPg4ODg4KC9Hq9sgFVZXBcaWlp33zzjfJ+8fX1vf322wUvaVixLotUgzH7xLHCbJJgsh45Xq2kOibIiwAAADSaKmolS0tLk5KSUlJSkixko6ysTGieh4dHbGysUgcZayF7BAAAAIDqWCeRlZ2KyhPKmvvwww/VvLBWZDAjs0YldFROFTKVrHB7khs4OnlgvmDBAvlek28ZeeR+6623+vj48MKGNeshHbVdYdik5pcEkw2BdSUBAEB9kjv9X375ZU5OzgMPPCCciLr7IRPHzMxMo9GYYSEzyOzsbIfYLZEDEOEWPXv2lBlkZGQk+9MAAABATVQ4U2v+r7+mLl5sXXxjM2ipDmFXsWJZ1VocPdqium1kBuPu7u7xO6UtT0V29m//flcmRJoAnNbFixc7/z5NUVRUlPmjjy4I4H+qmMHVLTCwxaOPVpg4Uh3XQFhXEgAA1BuZ1b3//vtHjx719/cXzqKgoODSpUvHjh1LsZCRpENkkHJPKSwsLMZCHpIFBQWZTCZl96ljx44CAAAAQM1UGElKJZcv5yQkiIYUK2rNaPkHuJpAy7//SU3NFUCNuIWGxj7yiLCMoiisL7WJooil6gW1kgAAoH4UFxfLSPLUqVOynZ+fLxyWzB1lDHn58uVLFjk5OcIRuLm5xcbGKqtCyoYMI93d3U2/Kyoqys3NZQcaAAAAqDPrSFJcwbysAADtkGMmOp1OGTBR1/G1Xl2SsZT6Ra0kAACoB9nZ2e+++25ycrJwNHLvU97tyxZKGCnjVeEIfH19W/xOJpFRUVHKbrRkNpuVU+vt2X0CAAAAassmerSenZVUEgCcgDKEokSSsq1UTMq2dTCpbszQypWjVhIAAFyp9PT0N954w1FqCktLS2X6mJiYqGSQSUlJRqNjTHEUFhbWwkpwcLB6UU32i/hdFwAAAFBnNnkkqSQAOAcliVQiSbVW0iaPZDilHlErCQAArsiFCxfee++9gt9XlVfNnz9/9uzZQgPy8/NlAHnx4kWlIDItLU04Ar1eHx0d3bJlS7Ua0tvbW1wBdp8AAACAWrEvlKwikoy+9tqIceMFAEDbDs65t9zq5+lKKik/1ZVIUkkobT7kGU6pR45XK6lGkvwcCQCAJnfkyJGPPvrIYDDYXyTzP9EU5B5Cenq6uiqkbOTl5QlHIENHGT3KAFJJImUkKYNJUX/4XRcAAABQN/bxpDLjn3WnR1i4b8eOAgCgcb8XRArL57myrqRSK2m5UKd8yCuTuFpvqZxlaOUKOV6tpBpJ8ocHAKBp7d27d/78+ZX9TqjRShKNRmNSUpISQyrzspaWlgpHEBISosSQShIZGhoqGhK7TwAAAECdlVdEAAAcnEwllc9zNZgUlvmrhNVPUhhOqUesKwkAAOoiISHhhx9+qGKDhvumLi4uVooglSQyJSVF7kEKzZN7t1FRUdYLQ/r6+opGxO+6AAAAgCtHHgkAzsR6TEkplLT+6Qn1kfXO8WolBWNqAAA0KfktvGjRIplKisaSnZ2tBJDKaWZmpnAEnp6eSimkPG3ZsmVsbKybW33uEdUWu08AAABAHVhnkGpbracBADguZbJWpd3MQskjlcUmGUVpCNRKAgCAWjAajZ999tnevXtrsvFXX3110003iVqSX/EpKSlqKaQ8LSgoEI4gICCg+e9kGBkZGanuwmphR5bfdQEAAAB1ptbNMIMrADgTpVaymRWbT3tBxWS9olYSAADUlMFgeO+9906dOlXD7RMTE2uyWVlZmYwelSUhlYb8j4TmyV2R0NDQqKiomJgYJYkMDAzU6/XKGuka/Ekdu08AAADAFSKPBAAnY10ZaTODq4JAqn5RKwkAAGokPz9/7ty5Fy5cqPlVKkslCwsLL1koGWRSUpJwEL6+vjKJDA8Pb9++fXR0tI+Pj9vvlIXQtYzdaAAAAKDmKpy4VT1LNgkATkCdwVWJJGVbDSbtt2REpV5QKwkAAKqXnp7+7rvvytNaXUsteczMzFSmY1WSyOzsbOEI5M6GDCCVOkiZR0ZGRvr7++fm5sqLlCRSOBR2nwAAAIAroc7pJ6wmdAUAOC45TqIUSirxpBJJCn590pAcr1ZSjSR5QQAA0DiSkpLefPPNui3uKK8oY8iioiLhCGTQGBsb29yKp6ensOyMJicnO/ruB7/rAgAAAK6QTTApAACOzDqMrGzZYMZS6pfj1UoyjS+aym+fULk5Ii/XXFggSkvlx1UzH299RLQuJFQAgPM6efLkBx98UFxcLOpEXl1omI+Pj4weW7ZsKU9jLSrbUtnxcOjdD3afAAAAgPrC3jUAOAclhpTZpF6vVyNJ6waf9vWLdSWB6pnz8kynjhvPHDefP1uemmzKzjLn5Tczm5oFBZm6D/C58VavyAgBAM5o7969n332mdFoFHWltb23sLAwpQiyRYsW8jQ4OLiGV3SC3Q9+1wUAAADUlnoIUOEaYwIA4OCUAFId82Hi1obmeLWSgjE1XAHPZu5l5UazqOnHSnlhYcm6lcZft5YnXtTnF+nk1QszzYbfCobkTZhys1KScoPbdomZMlEAgNPZtm3bF198IRyZXq+PiYmxnpHV29tb1Am1kgAAAACsq2cEAMDBldtR+wUf9Q2DWkm4EL3Q+em9S81lReaSaoPJ8oKC0l9+KvluQbOiYg/fYO/gWH20j3zV5SeWmAz/m8ZQvgbTknPdz5wTAOB0fv755+XLl4sr1sgxmAwd1TpIKTo6WgaToj5QKwkAAABAwbAkADgHZZDE5hcnFRbHM5xSX6iVhKvwaubhr/eRLxofnaenzj3PVFRWXvGEhOb8/LLdO0q+mi8uXZB5pE/zbm5efuVmk6msJD/phLEoW90yt0SUGIym4hIBAE7EbDZ/+eWX27dvF44gJCTEOoYMDW2otX6plQQAAABcnM04NdkkADiByuojrSd0ZTilHlErCVdRWl7mKf81c5dtg7mswkjSZDbn5pXoP32nfP1qd72nd2wXD7/Q8nKzsaSgNDe1OCep3GhQNzaXi+QCy3uonqpwAEALDK7fzoQAABAASURBVAbDRx99dPToUaFJer0+KirKemFIHx8f0SiolQQAAAAAAHAyJE2NjFpJuI5ysyiX2aRsmYTZ/uISg/F8YtaZS1m9du8N84/0DIzUuXmWm02luSnFOcnG4jzxx4+nAoPILxN6Tw/3AH8BAE6huLj47bffvnjxotAMLy8v61UhY2Ji3Nzqc6ei5qiVBAAAAAAAcD7WK0qioTleraQaSfIqQa3Il0uR6X/LSdq/6rPzig6fSU9KzXPz9NT3Het99lQznc5Ykl+Uds5QlF1usi2slK++lILfGm7+fj6x0QIAHF92dva8efOSkpJEfatVGBYUFGQ9I2tYWJhGgjRqJQEAAABYY9caAIDacrxaSXVMkC9+1JZaImkzopyWXbDzYGJefnFAaGh48+iCsnxx7nRJbmph6mlzWcVrRuaW/lYrKXkEBXq3aS0cU2Jq8unzZ/Py8/MKC/ILC7w8vYL8A4ICAmKjYtq3vkq4pFPnz15KTsrOzcnJyzGXl4cEBkeFhTePimnVvIUAnFpycvL777+fk5MjGkAVX9nyIpsZWf38/IQmUSsJAAAAAAAAXAnWlYRLM5pMyen52w9cMpU3C42NCQoL1el1BWER6XqjLvlEuams4muZRXqRMFgiTo/wcL+2bUSdfLnkh3+99UpNtpQv+KCAQD9fX39f30D/wIjQsLat2rRt2XpY/0FeHp6ils5durA8YfWGHVsPnah03bjoiMh+PXpNHjVu5MChoga+Xb74qdf/Y9O58rPvrmrZWtSTl99/e/53X9h09u3W86u3PhRXbPu+3YtWLt2xd09aZnqFGwT6+Q/o1XfOLbO7tO9Q9U2dOHt6yp032XS+9NjT10yYLKpz00N37z6037qnwgf49/88vXTNSuse+ffa+M0ym836TBmVX1gorti6L39qER0jG1Pvuvn4mVM2l37233cH9+5fw5uSn9sjbpiSkp5m3enj7bP1hxW+3r6y/cn3X7407y1xxa6bOPWFvz9p3bP/6KHr759d7RUD/PyCAoOC/APDQ0Pbt27buV2H4f0H+Xo30rKFTejSpUvz5s0rKioSDc/Dw8N6RtbY2Fh3d3fhCKiVBAAAAAAAAK4E60rCdRWVGM5cyj50MkXv4REWFeEfHKTT6QwlJelFhoKwFu31u9wrSiXlcHRuicgv/a2tc3cPHdTPzdtbNDD5gs/OzZH/bPpbNW/x2N0PjB06smY3I3Lyct/9/OOvli4y2s1JayM5LVXmXvKfDJyefOCRdq3qmLzWlzJj2Y+rltv3ywzv5LkzHdq0FXV1OSX5jU/mLlu7qurNcgvyV29eL//9acLkJ+b8LcDPFRcTnTx6vH0q+cuGhJqnkjsP7LWJJKUxQ4crkaQW5BUUyH8XxWXZXrd1kzwNCQq+edq1s2ZcHxQQKJzUiRMnFixYUFpaKhrS+PHjlRgyIiLCQb/BqZUEAAAAAAAArkSjjU3pRP2hVhJXLq+g5NDJ1COn09y9vcKbRweEBMsXVWFuXurFy9k5+clteqS3jjPr9PZXNJhFRvH/CiXdfH0i40eIpnPh8qX7nn7szU/fr8nGMk+aetfNCxZ/W20kaW3b3l+n3nnzdyuWiCa1etN6+1BW8fXSRaKuLI/upmojSWuLVi6/5t7bDhw/LFzP1NET7L8zftmwWmbGombWbF5v3zl51DihYVk52e98/tH4266Tf3rhpJKSkgICAkQDKyws7NOnT2RkpOOmYsqOhxPUSgoAAAAAAACgKTTa2FR9ppLUSuIK5RcZ9h1PPnc529PPN7p1K9+AgHJzeU5aRuqlxOKC32a8LPEPOdl/Sk6kbYGgfL9kF/+2qKQibOgg3zatRVObu/CTzxZ9U/U2W3fvvPmvd9uXqdWETDGffO2FVz54RzSdRasqDYSWrPmlqKRY1N6ytSvvfPyvBUW1nuP0YuLlW/82x75q0OlFhUcMsiuLzCso2LxrZ02uLj+3f96w1qYzMixiWL9BQvNkKP7EK8/d+9Tfax7BOpBRo0Y98cQTDz744ODBg728vETDSExMFA6OWkkAAAAAAADgSlArCWemr+iFZzCatu+/cDkl1yvAP6JFrIeX52/zo6alZSanNFOLCJs1KwyNOTTm1oLAiD9c1yQS84X595de29m3N9PV52u7zl7/6L2M7KzKLpX52f3P/OMKlxj8+NuFrzZRMHk5JXnLrh2VXSpjxWVrfhG1JGPaR158ulZlo9aKS0se+Nc/cgvyhYuZHF9BXePKjWtrcFWxY/+eTLtX6dUjR+v1euEg1m3d9OJ7bwgn1aZNmxtuuOGFF1647bbbOnToIOqbE6SS1EoCAAAAAAAAV6LRxqZYVxINwrOZu6/eu8hUUlJusLlIJ3QeOvdSs8Es/v+rvLDYsHnP+YycIv+gwLDYGHcPD7PJXJyTHSYMvTtEeep18mWVXWw8nZ6Xnl9cEBq7beYTvVe8H5xyVmcqk2+Wi3mizPy/m4oYNdyvU3tR3+649qYA/0rXLDx76fzazRtlJGbTX2Io/fKn7x+64x77q6Rlpt/75COFxRVHkpNHj+vSrmPXDp27deyclJpy7PTJI6eOb9+368SZ0/Ybf/Ttwm6du04YHi8a17fLF1e9wdfLf5w55RpRY5eSkx554akKL+rROW5I3/69unTr1bW70WRKTU/bumfnews+sX8CL1y+9H+v/vvdf70sHEf3TnGjBg0RtWT9grx6ZPy/332tqLjIeoPVmzc893Cpl4dn1bdT4fStU0aPF9WZff0tfr61W3iy41XtarKZfP23bflbSbTZbC4sKioqKS4qKSouLpFR977DB+Xbyv4qXy75oU+3HpPjq7/bDsrDw6N///4DBgzIzMzcvn37jh07srKyRH0wGAzCwVErCQAAAAAAAFyJRhubqrdUUo0k+bE/JJ2lVlHfTCfsXg5mYbaOJOXrJSe/eO+xJBlJ+gYGhMZGu3t6GMvKCjMzW7ibvd3L9x44nJyeodfrO17VqktszGUv9zMZeWU+AfuvvrvV/nVRp/eUpKRnFv8vk/QIDmp9y0zRAG6ZcX2L6JgqNkhJT5OJ2q6D+2z6N/26vcJU8tk3X0lMTbHvj2vf6T+PPdWx7f8PVju0aSv/TRt7dZmx7J3PP/7omwUmk8n21t54aVi/Ab7etYuIroSMi35cVc16fkdPndx/9FDPLt1Ezbz6wdtZFa1Sef+tdz54+93WPSGBQZ3bdZDJ2d+ef3L3of0226/evH77vt2DevUVDkI+lvtmzRZXQP7pRw8ZZrMSpwwp12/bfPXIMVVcUb6Wftm4zqbzqpatu3XsIqpz6zUzoyMiRQMYNyy+spRdZv/yYf5n7pv2gfQL770xdugoTw8P4dRCQ0MnT548adKk06dPy3hy3759paWlwrU5we4Hv+sCAAAAAABAE2q0sal6m+VSHRNkTA2SzB3zTEVF5orHyq0iyfLsvOI9R5NSMwpkJBnRPNbD07PMYMhISgkrN/jqzF/89PMXP61YuXHbioTNH37948Ydu2L8PUJ8f1tfrdQv6PTAKTuG3bimRd+00EijXt/MzS122uTA7l1FU4gKj3jnXy8HBwbZ9F9MvGS/8bY9O9du3Wjf/+frbv7xgwXWkaQ1dzf3h2ffu/D1ufZRkAzzFiz6VjSidds2pWdmWPeEhYTKNMtms+9/WSpq5viZUys3Jdh0+vv6zn/5LZtIUhUZFjH3+VfbtWpTwd3bslG4mEomcV1X9bV2HthrP33rjHEThVZ5e3pdP2naN+98FOhnW7ssH8jStSuFa5Bfte3bt7/11ltfeumlW265pV27GhWhVuann34SjoxaSQAAAAAAAOBKsK4kHJvMHQ3lxnJRzYuhsNiw/0RyWlaBt2UtSXdPDxlJZianFOXktA0POHzs5OETp8uM/6sLLCgs2rr7QFpaenSAt9JjaKY/oA/Y1brbtl7DNgwenzH9uog/TXfz8xdNJCQwyL7CLLcg336Zw6+W/mh/9atHjvnHvQ+J6vTt1uutp1+0/4yY/90Xjbme4qKVy2x6po6eMG3s1Tady9euyi8sEDXwwdef23c+evcDw/oNquJaQQGBbzz5b/t++4DT6Q3vNzjELhRP2L65slmCFfbTt8qX1rSx2k0lFR2vavfKP5+17/9m2Y/CxXh6eg4ePPjhhx9+9tlnJ06cGBISImrv0qVLwpGxriQAAAAAAABwJRptbKo+U0lqJVFba3aduJCcLXS60KhIdw8Pk8mUlZKal5nt6abzcNNfTEoxmc3W26dnZWfl5vl5/TZDo3yxpWVnJ2akG3S6fP+gojbtW8+YEty2tWhSAf5+Nj2eHh5+3j7WPUUlxVt277S/7vMPPyFqpmeXbjfardeYV1CwamMjRXFpmenrt2+x6ZwyesI14yfZfAIUl5b8uGpFtTeYV5C/ImG1TWfXDh1vqMGylB3btu/brafS7tyuw6wZ17/8+DMLX58rXIxer59qlwqXGgyrN22o7CryHWcf3w7q1S8qPEJo3qiBw+I6dLbpPHTiaEp6mnBJERERkydPfv755x988MF+/fq5u7vX/LqXL18WjoxaSQAAAAAAAOBKUCsJ51VebjYYjCUlK7cfO3Q6qcRg0Ov0zXQ682+RZFpuxm+TSZrN8nVUrtPbvj51er1Op1NeY3lFReeSkw1lRmHJY3p1ajWwR7smH9U9ee6MTU+71m3k3bPu2b53d1Fxkc1m102aFlCbKs+bp19n37lj/y7RKL5bscTmnd6xbTsZIkaGRQzvP9hm429rUL626+B++87rJ00XNfPwnfd++OLru5euW/LhF0898PcZ4ye1adFKuJ5J8WPtO6uYxHXngT3207dOqmgmWG2aObmCV8jewweEC5OfgZ06dbrjjjteeumlG264oXXr1jW5Vn5+45VZNwRqJQEAAAAAAIAr0WhjU26i/lAriYrJGLKk2Jybb84rKC8oNGVlG1JTLwRG7Uj+bWLPkjJDmcGQl5kpXzw56ZnKNYrLTPklho5Xtd60c29pWZl6S7GR4RGhIRkFxUaj8WxSUm7B/6amvCo24tr4Pm5/DP8a30+rfz551jaVbGu36uGmnVvtrztxxBhRG+1bX9W5XYdjp09ad+7Yt0c0PLPZvMhutcg/jZ+iNKaPvXrjHx/g6QvnduzfM7Bnnypuc+f+3fadQ/tWNXertb7degkI0aNT3FUtW5+9eN66c/OuHbn5eYH+Afbbr95kO32rj7fPxFGjhYOI69DFvnPf0UMTR40VLs/b23u4RXJy8q+//rpz586cnBzhpKiVBAAAAAAAAK5Eo41N1WcqSa0kVOUmk/FiYllisjk11ZiaZkrLNKVlGbOyzJnZ5py8tA5dzk6a7uXuUVxmKJGhpNGYnZZhcwsHLmd1b9s6fnC/LbsP5Bf+lj5GR4SNHzbQLzDo1OXMk5cvJ2f8L8IMD/b/87RhIYF+oolkZGclpSavSFjz2aKv7S/a556YAAAQAElEQVS9ftIMm57jZ0/bb9ajS5yopS52qWRGVmZyWmp0RKRoSBt/3ZqYmmLdo9frp4yZoLTHDR8VHBiUnfuH/OOHX5ZUl0ra5ql+Pr4tomNEA9uwY0tyemq1m6VkNOykoN8u/1H+q/n2UeERm75dXuFF08dNfP3jP8xeazQZf9mw1n4uXJPJtMpuUcnRQ4b5evuKmhlxwxRRG8//7R8zazAlb811btfe08Oj1GCw7jx/2bGXSKx30dHR06ZNmzJlytGjR7dv337w4EH5pxfOxQl2P/hdFwAAAAAAAJpQo41NUSuJ+icjyaI1G/O+XGTOzDIXFZYXlZSXGc3l5YZyc6nZVBwSltx3oMEvILC0tDjHYDCWlZaVuev1Nq+ctPziM55uY0cM6dW1U0p6RjOdvk3zaG9f/5Pp+UcuXL6Y+r+UyMfL49r4vq2iQ0UDG31zTWcTtXbjlGv6d7ct48srsJ0sMTYySoZwopZaxjS370zLSm/oVPLHlbbrRI4aODQ0KFhpu7u5T4kfv2Dxt9Yb/LJ+3f/NeVimlZXdpv3Mt1e1bC0a3spNCfYLKzq06WNtU0nx2ySuCfap5M79u+2nb53sONO3SjqdLjYqxqY2NDc/T8COfK7iLAoLC/fs2bNjx47z589bbzB//vzZs2cLx0StJAAAAAAAAHAlHK9WUo0kqZV0ceVmc/HWX3PenW9MTC4xm0rMxmKZRJaby8rN5eK3tSKL27YrbNNOjpH7eXm56fVGk6mgpNjbw8Nm/lX5MjqXkZ9VWNoyJLBTWLh8aaUXlBy5nHk6MfVMYpLZbJbb6HW68YO69evaRmhSr67dH7nrPvv+nLxcm57ggErjuioEVDQnZ3pmpmhIaZnpa7dutOmcOvZq67PTx020SSXLjGXf/7L07hturfA2Swyl9sVbFc44impFhUcM7NV3x74/zIi7fd+ujKzMsJA/hPer7KZvDQkMGt5vsHAonh4eNj2kklXz9fVVZ3bdtm3br7/+qiwqefnyZeGwqJUEAAAAAAAArkSjjU3pRD1RxwQZU3Np5eUlu/dnvfyO4XJSttFw1lCQZCzJNpeVlMvQqVwGicag4NK+QwIiIoLCQuVLJdDHR16poKSk2GCwH1CW53OKDQcTs7ecSd18OuVYcvbFtKzTiYnKSpM6XTOZR47q28nL00NojI+3z2P3PPD1Wx8G+PnbX5qVk23TExgYKGov0L+CG0/PyhAN6cdVK2wSRBlljR48zLonrmPnDle1tbnidyt+qiwzKCoutu8MIJWsq0l29Y7ymV+esNq6R/4RV2/ZYLOZTJf1Tb04a215uNu+/e1Tf1QoOjr6T3/608svv3zvvfd269YtNbX6qYw1i1pJAAAAAAAA4Eo02thUvaWSgnUlXd5vE7eu35r17CuliUlZptJUYwVRk7HlVZ5duoXFRPkG/ZbD+Xt5e7m7y0ZGXl6JJWusQm5BwclLl/KLipSzXdvEThveMyzo/ydzeqFrJpp4VPeqlq3vmzV72Udf3jlzlk5X8furvt4jumYV3L7JZBYNRt7zRSuX2XTKDMzdzd2m87qJthPeXky8vGX3DlERpfLVttNkFKiTCSNG21cQrtz4h4lqd+xz+OlbFfZvppKSEoHakJGkDCZlPCkclvKh6gS1kgIAAAAAAABoCo02NsW6kqgfylqSOW+8X5KalmUszTaVVRiOmTp19wnw07u7FaX/Nmegm14f4ONryMs1mk3pubnhgYHeHhUXPhaVlJy4dCk7/38rMjaPDLl2TN9WMeHqBjKS9Nf7lJYbis0G0RQiwyLeefY/Pbt0q3bL4MCg7Nwc6578ggJRe/brU4oGnvh0+95fL1y+ZNM5ZcwE+y1njJv43w/fKTX84W/x/Yolw/oNst84pKL1Jgt+j59dQfdOcaMGDan59t5eXlVcGujnP2boyBV/LI7ce+RAUlpKTESUcnal3fStMlDv3qmrqI3Z19/i51uL9VC7dOgk6lthcaFNj39FBcqolr+/Az9v1EoCAAAAAAAAV8Lx1pUU1Eq6sP9Fku9/ZkhNTy8ryTWXVVavZ2zRSqfXlxQWFeb8tvabfMH4enoWeXoWlJSUGssy8vLCAwK87ILJwpKSA6dO5/we3UWFBt49Y0S7FpF/uA+i3FBeZixvqErBN578d3BQcG5+Xl5eblZuztJ1q85cOGe9QWpG2hOv/vvfjzzRJ65n1Tdln0pWmC9Wq8L18ypM+OrLD3aFkm1atOrZOc5+y4CKgrE1WzemZ2aEh4bZbKzT6QL8/PL+GM2WlDZGxdtLjz19zYTJ1W5200N37z60XzSYzu063Ddrtqg/k0aNtXnypaVrV/7lptuFZfrWtVs32Fw6fdxEUUu3XjMzOiJSNKmCQttUMiiQuX9dDutKAgAAAAAAAFei0camqJXElZJ/9OLtu3LenV+amHS5rLDQbKpi47LgsMyklGaWXOS382ZzQEpSy0O7L3n7nu0QV1JmSJfBZGCgMq2roui3SPJUTsH/sofI0MB7rx1lE0n+dkuivMhcKhpM985xLaJj1LOzZ86a89Sjm37dZr2NzClv//v97zz70siBQ6u4qSB/21UkE1OSC4sLfb1rUXYmnb980b4zMKAuS1TWhMxi12zeYNN57tKFDvH9Rc3IP/p3Py+pMH4LCgyySSUvJiUK1NWIAYNlPp31x/B75ca1Siq5fe8um+lb5ef29LG1TiWbXFFJcWpGmk1noB+ppMuhVhIAAAAAAAC4EqwrCUdSnp9fmpWZaCiqNJJs1szd38+3Y/tyN3ez6Tfy5eJWWNBq9fIe89+N3JQQdPakm04vN5TBZHJ2VkFJidlslq+l7IKCA6fPKJGkfHXFRgTfPnmIfSTZ+Dzc3d965sX2ra+y6S81GOY89di2vb9Wcd22rVrZ9JQZy/YcOiBqac/hgzY9bnq3Ni1aioaxeNVymxlZ6+C7FT9VuIpk25atbXpk2pSSniZqZu+RA699/J48FbBwd3OfZLdI5NFTJ0+cPS0bq+ymbx3Uq19UeIRwNCctD8dGmxatBFwM60oCAAAAAAAAV6LRxqbqM5WkVtI1yb+4W6cOZSMGlgX6VXipR0hw5JiRbR5/pNk9fxHG32ItncEQcupo1y8/brFlfUlJUaqxtCw6NjYkxM/LS9esmdFkSsnJTsvNTU5JOXr6tLqWZOuY0JsmDOzWvoVGXmO+3j5vPPWCj7ePTb/RZHzkhaeT01Iru2K/7r3tO5euWylq48jJE/a1kv169PK1uz/15cdVK8QVk09LwvbN9v39uvey79y4Y4uomR9Xrvjgq89veOCuETdM+ddbr2zZtUMGvcK1TbZLJcVv5ZLrTCbTyo1rbfonVbSx9h0/c8q+s8LXEpwbtZIAAAAAAADAlXC8Wkk1kuTH/i7Io1WLFvfd3fHxRyLHjNJ7e6v9ek/PqPFjOj/+cPvHHk4NCjlx6Kg5P1tfWhK5d2fb5T8GXLpYXG5KNxmKAoPKOnf3cHcPDwgM9vN317sZjcYLp44f3r0j6+I5c2F+udEYERIwc2z/Hh1a6rQ0btuhTdvH7rnfvj8zO+vxl56t7L0wqHdf+86la1aeOn9W1NiXS76z7xzYq69oGDsP7D117oyoD9+vWGLfObBnBff8h5XLRQ2UGErVmE2mnl8u+eHPjz844oaphcVFwoX16tr9KrsKVBl+b9+7K/eP65h6enhMHDVaOKClayvI8gf37ifgYqiVBAAAAAAAAK6E49VKqpEkP/Z3Qc10Op/mMTFTr+7yf4/2eOXfESOGuPn5yoSy9zv/7fT4gy1Gtykr3HXp5FG5ZXn65Yidm1tuXOuZnV1iNiUbS4p0zQz9hpqjYsVvE5Dqg3x8Ary9s5IS08+dLcnLLc/PNWektvbVPzhzbFzbFpqKJBU3Tb125MAh9v079u/5/MdvK7xKZFjE0H4D7fv/9ebLNXznb9+3+4dfltl0uru5Tx0zQTSMH1cuE/Vkw86tianJNp1dO3Rq36atTeeBY4cX16BA893PPrJZk1Ia3Kdfw5WNOoppdq+HS0mJb3/+kU3n+BHxtV3TVAt+Pbhv96H9Np2DevcLDw0TcDHUSgIAAAAAAABXotHGptxE/aFW0sXJv75XVKRXZETI4P7m4mK9t7feU/hkfO6Wsje41F1f3l4Iz+hjx9rsP6gzmUrNxgtlxUYhDG3aF/cbXO7hKSwvodzCwuPnL+QYy0VUrC4n21yU36tH5z/fNkPeqtCqlx5/ZuqdN6dlptv0v/nJ+yMHDG7dvIKFHu+cOWvLrh02nTJleebNl/9539+8LM9GZbbt2fnIi8/Y908fPzE2Mlo0gNz8PPt0sH/3XoP69K/2uhcSL/20+mfrHvlX/mbZ4kfunGPdKV88d99w66P/sX1cL73/VlRE5KDKa0DXbt344TcL7PtvmXadcHmT48e/8cn7Np37jx6y6Zk40vGmbzWajDLFt++/49obBVyPE+x+8LsuAAAAAAAANKFGG5uqz1SSMTX8plkzdx8f4eOtK7noc/kdXVmaaOYRGOTXItgtcNep9vsPyFd3UbkpuazEJIQpOrZkwvTy4DD5yjEYDClZ2acuXzaUlckb0Xl4eQYEdTbkzezbUcuRpBQSGPTMQ4/e9/RjNv1FxUX/fPXfX775gf2bYnDvfr26dt935KBN/zfLftx75MDr//fvDnaFg1KZseyN+e/P/+4L+8F3vV5/98xbRcOocJ7Me26+fVi/QdVdVRQWF63evKHoj5OpLlq57KE77nbT/+HzZ9rYq99Z8NHFxMvWndm5Obc9MufRex64a+Ys+xv//uelL7//pn1/zy7d5D/h8lrExMrwWKbdVWwjX70j+lf/d9QUGay+NO9t+xmP49p3GjlwqIDroVYSAAAAAAAAuBLUSsKx6QzJ3hkLfosk9YHNfOPKy2I7Ju7J+T2STDWWGkS5yT+gaMxUY8u2MobMKSi4nJaekpWlXN29zBCWldb60ukuzUp8Pd2F5o0dOnJS/PgVCats+ncf2v/d8sUzp1xjf5V//fXxGx+8u7C40Kb/5Nkzk2ff2KNzXL/uvfp279WnW49LSYm7LZNV7jq4T6Z0Fd6B+2bNbtW8hWgY3yxfbNMTGRYxuHf1hZKSr7fPxJGjbeabzcjKXLUxYVK8bYne0w/8/c5//NX+Rl794J2N27cM7jOgZ9duPTp3OX/p8tHTJ5at/WXH/j2iIg5XKHns9Mn3Fs4XtRQdHnnNhMlVbzNp9LiqU8kpYybISFvUyYIfv/XzrfXUr1PHXN0iOqbqbVZvTjhz4ZxNp9lsvpSceOjEMfuLxG/zP7s9/dfHBFwStZIAAAAAAADAlaBWEg6smbnIPW+DW+n5cp2vLmCguTQ8Y9megiU75SujuNyUZiwtKTebvL1z+/U3tGiek5mZnJOTkZNbYpBJZbm3oSQ8MzU65VJs6iXf4kLvLp3dAvwq/F/0Qlcuys1CK8PQ8FA18gAAEABJREFUTz/wyLY9O+1Twzc+eX/s8PiQwCCb/k5t2z/38D8eeeGpCm/twLHD8t/H3y4UNSDjujm3/Fk0jP1HD506d8amc+LIMTWPsqaOnWi/Cub3Py+1TyWH9x987y1/nvfFJ/Y3IqO1qtM11dUjRk8e7WBTkh48flj+E7Ukg+FqU8mJo8a9+N4bpfLNVYkrea7mf/eFqL0+3XpWm0ouX7da1NLDd97bs3OcgEuiVhIAAAAAAAC4Eo02NqUT9YdaSSj0JWc8CneXl5t1gcNEs5icDUfSv9tmKigxmE0pxtJiGUl6eub27l3cPNaYekGffiGmWUmr5HMdTx/ue2DbiB1r+h3Y1u7CCV9LEaF7UIC7XwWppHx/BOp9fXSe2hnEDQ4M+uecv9n3Z+XmvPbRuxVeZcro8Y//5UFxZXp0jnv9yed1uvp8L1uzDxSlSfFjRY0N6NHbfnHNbXt/vXD5kv3Gf/vzX6aOnSDqavSQ4W8985+GezYcTqCf/6jKJzW9qmXrHp2cIckbPzz+zorm+IWLUHY8nKBWUgAAAAAAAABNodHGpupz7J5aSQhLoaRbwZ5mZRnNvDs282yZv+dc0odrjdmFMpK8UFYsI0k3X0/zkD6lba8SMjsyGzu2iRzrYxp4YFufwzs7njsWlpnqU1zoXl4e5eblJpq5Bwa6Bfjb/y/y/WEWv71LNDWIO23s1SMGDLHv//7npXuPHKjwKrOvv+Xdf73s5eEp6mTs0JGfv/aefSFmfSksLlpmt6ikjLK6d+oqakx+JswYN9G+/6uliyrc/r9PPDdrxvWi9gb37v/GUy8I/JF9TapqekV/F8ei1+vvmzX7Tf7uro1aSQAAAAAAAOBKOF6tpBpJ8mN/F9fMkOZetFvo/Jv5xJWcT7/46hJjTlGJ2XS5rKRMlHsE+XS9Y8yNT02ePLwgLja3bYfIvr27Fe/eY87J0ZvNbuXlXs104XrPtp7+wXoPmTu6BwS4VbJwXY6poNBcIjTm+YefCKiouPPpN14ymUwVXmXcsFHfvDN/4qhaVB9KzaNjnvvbP9577hUfL2/RYJavXVlcavsky/BV1NI1Eybbf6gtXr2isplFn3rg76/93/NtW7URNRMRGv7sXx/77L/v1jnfdWLxg4dV+JqUpo914FTSx9vnTxMmf/32Rw/dcU+dl8aEc6BWEgAAAAAAALgSjTY2VW/rSqqRJD/2d3HuJQebGfNlJGnMLb/44o9laXklv60laSgRZq8g3063xne8bphel9cuOrFdRH5h5NjkPRfyj52QYaRnM72XTu+vc3PX6ZqJZmVms3Bzcw8O1Hs6Us4UFR7x6N0PPPX6f2z6T54989mir2dff0uF1+rSvsObT73wtzv+8u2Kn349sPfg8SOV3LwIDw3r36P3iP6DG6fK7YeVy+076xBlRYZFDO07cPOu7dadOXm5KxJWV7Yy4pTR4+W/JWt+Wbt14469u3IL8ivcLCQo+M6Zt9w8/TpvTy+Biri7uU8aNe7rZT/a9A/q3U++XIWDkHlzWEhIkH+gfAt0uKpdXIdOQ/oO8PPxFQC1kgAAAAAAAMCVabSxqZr+Nt+6EMFsNsuG2cJkYTQas7KyDAaDvN/BwcEREQ4z0t2E1Ge+3EJ5VuWTqT6rW88dfGbNfLmBj4f3T3/9r3AE8nH4XX5SX5atCxhSeFycfuCTErMp1VhaWG4KbB3R7c5xzUf30unKzQW7ywsPm/UB2YGPnnh7Ydr3iyP1nr46N+vXfaGp7LK76PDw/a1vnilcTEFR4aETx7JzsvMK8nPy8zw9PAL9AoICg2IiIju1bS9c0v5jh1PT03Jyc7Lz8wL8/CJCwyNCwyLDwmXeKQDHsWjXug/W/5YQtw6I/New29zc3Nzd3fV6vdvv9FZ0Fs1+Jxw8eGsg8qszOTlZ+V1UXl6e7FGeSfnE2j+r6lOqrD7bOM9qhV/36ne9VFRUlJubqwSTHTt2FAAAAACqZD1KqQ5RWg9U5ixblvb22+r2rf5yb+yNNwoAgLZtHzum/Pep9ZoFBfm8+aabHZtBHuvRM8HQ2RWQo2oFBQXyCSwtLZVDVdbPuTLIpgxgWj/zdR60rLdaScG6khBCX3pBb0hu5h7TzD3cu72bd5+rzm0/VFxuDu/epud9k8J7tZXblJdeLi8+I4SpNGRK0aX8tIQNgc3cfP4YSUqGcrPe08szJES4Hj8f30G9+gpY6dk5TnQWAGCPWkkAAAAAABpUcV5e0tkzSafP5GVlRbVuHdu+fWSrVs109bY8HIAm12hjU/WZSrKuJDwKdgr593cPa+bm5+YnOr5xq2H+2pKs/Lg/j/UJD5QbmA0Z5rwtwlxg9BtYFjjm8hv/aZaR7efurbN7xZeJcp3Hb5M2CgAAKucEux/8rgsAAACAjaK8vPsHDigtLFTO+gUFvb19h6ePj2gAJqPx1rZXKW3vgICPDx0WV+CFG2Ye3f6/RXyeX7bsqu49RO2VlZTc3rGDuAKRrVu/vnGT0ICXb7314MYNSvv/vvm2y6BBwqHIv8X3r/33l/nzzSaTdX9UmzZ/fuHFrkOGiHr17v33b1+2VGmPnDnzrldeFQAaRaONTdXnzxkYU3N15WXuMpXUuTdzCyw3FZUbs8sNSXE3xfR9qJ93mF+5qdhcfMGc/YswFxn9+haF/jYva+7+A/56N88//qxGvooKTWWZxlKf5jG+LVsIAAAqR60kAAAAAOezZfGPaiQpFeTkbP3pJwE0rvOHD/9z0sQVH35oE0lKKefOvXjTjR899mi52SwAOL5GG5uqz1SSWkmXVm5yK9jdzJgpG+WlF0y5m02Zy83ZP5vztpnzd5sLD//WyFlVLsxlfv2Lg68V7qHySs0nXR3o5tlM/P+Xu3z9FJlNKcYS33ZXdfz7g56RrBoIAKiK9aIyDordJwAAAAA2Nn3/g03P2i8WCqAR5WVmvnbn7KTTp5Wz8tA1pl27tj17unt6qtts+PbbJe+9KwA4vkYbm2JdSdSPZsYsj9yE31rlZeUl54TO2+weata3cys6KIwZ5fkZchOTZxuD/yCjb59y9zDlWpEjhmQsW2O8lKScLRflJeWmdGOJW+uWXZ58PKhnXWZ4AAC4FGolAQAAADiZswcPnDt0UGm37NLl4tGjsnHhyJGTu3Z16NdPuJ423br7BgTU6iqBEeECV0AeqM7729+ykpOVs92GDb/zpZfCmjcXlumFv3j+uY3ffadc9MNrr3UZOMg1X5mAM3G8dSXVSJIf+7sovZ8h6Gqjqa8QOrPOv9wtyKzz9cjbpHc7X67zNXm2Nnp3N3ldZZZ5ZDN39UrusdHeI4fkL/xeOWsqL88wljaLCu/46EMh/fsIAACqw7qSAAAAAJzM5h8WKQ2dXn/D44+/ctttytl1X3/lmtnPDf/4R9zQoQKN6MTOnepymCHR0X99/30vPz/lrE9AwN2v/jf14sXjO3YIy1H52i+/IJUEHF2jjU3VWyqpjgkypuaaynXeRr/eNp2l4TfLf1VcS+fr6z10QPHaDcbkdHk23VhS6u/T5ZEHIkYM5YUEAKgJaiUBAAAAOJOykpLNi39U2m3i4nqMHBXWvHnG5cvy7PalS2c99bRfcLAAGtiJPbvV9rBr/qRGkqpRM29QUkkpIzFRAHBwrCsJV+Heoa17187lumZpZSX53h5t7r4jYsyoZrr6fGUCAJwY60oCAAAAcCbbly8vzstT2t2Gj5CnAydPVs6aysrWffWlABrepWPH1XZYbKz9BhEtW6rtksJCAcDBNdrYVH1mP9RKog7cggJ9xo4wdetU0jKq+TVTW15/jd5qwWQAAKpGrSQAAAAAZ7L5h+/Vdt/x4+Xp8D9dq/as/eKLcrNZAA3MNyhIbV+wrGxqIyPxstpu3r69AODgHG9dSUGtJOrKd+iAiObRQXl5/h3bu9nNBgAAQBVYVxIAAACA00g+e/bo9u1KO7JVqzbduslGbIcObXv2PLN/v2xnJSXtXbu2z7hxopbkQUfahfOXT56S/0VAWFhM27btevUSdZWTmnr55MmLx497+fiEt2zRZeAgvbu7cEDply5dPnHi8qlTfkFBoTHRreO6BYSGitozlZUd3bH9wpGj8naiWrfuOGBAwx3ilZWUJJ4+Le956oULHt5egWHh4S2at+rcpX7/BB369F67cIHS3rrkp6lz5oT+sWJy608/qe3+EycJB1GYm3v+8GGZs7p5uIdERUe3aSPfX6JO5B9C3o58F5QUFgZHRUa0bNkmrptOrxd1UpyXd3LP7rRLl4yGshadOjXv0CEoIqJWt9A4Lww4McdbV1Iwpoa6aubj49+lkwAAoPaolQQAAADgNDZ+953aHjxtutoe9qc/KamklPD1V7VKJbOSkzd8+836b76RDev+ll26yKhp0JSpNb+pkoKCLYt/lDclcx3r/qDIyHG33TbprrvdPDyEIzi9d+/S9+cd376jMC/X5iIZCA2/9rqxs2a5e3lVeF35JMzu2kVpT7vv/usfe0ze2ltz7rV+euVze8Pjj/cYOUrUjLzN/945+9jvgbSMke576+0Bk/4Q9ZlNpm1Llsgs8NCmjfY/zJX3tnP/AdPuu6/TwIGiPvQdNz4wPDw3PV22i/PzP3r88ccXLFBX3Vr1ySf7ExKUtozi6hCTN7KMy5eXvPfeoc2bZGhnc5EM6QdPmzb13jny8dbkpuQf65dP5u9aufLi0aM2fwhPX98eI0ZMv/+BVl27Vnb1w1u2/Ofmm5T2Pa+9Pvzaa/Ozsha//daG774r/eNEuK3j4kbdcMPQGdd4VVnG08gvDDgx1pUEAACoHutKAgAAAHAOprKyzYt+UM+OuP56tT1k+gz339c8OrB+fer5czW7SbH5hx/+OnTIojfesIkkJZmpvHv//W/PmVNWUlKTmzp38OAj8aM+ffJJm0hSWEonv3vllaenT0u7cEFo26Vjx16/+65nZkzfs2qVfST52wbHj3/57+cfGzv2+M6dNbrB48dfuu1Wm6dXPrfJZ2v6NyrOy3v5tlvVSNLD2/uRjz+2iSSL8vJemnXLvL/99eDGDRUeP8o/4sFNG5+fef38J56QMZW4YjJgu+EfT6hnZZ634NlnheVV+s1LLy3417NKf0Bo6F9ef13LP7TNy8iQ9/bhkSMSvvrSPpJUNlg5f/4jo0au/vyzqm+qrLT0l48/llv+8NprF44csf9DyFjx159//ufEq+XbRG4sakCGlI+PG7vq009L7dbmlG80eTv/mDD+YkUz6Coa/4UBJ9ZoY1PUSgIAAAdGrSQAAAAA57B37dqctDSlHTdkaHiLFupFPgEBMqba8uOPwnIEsfaLL25+8qlqb3DxW2/+8Prr1j3y0KN117ii/LzU3+PDnSuWlxYXVXtT+9ate++hB4vz8607I1u18vEPuHDsqJJ2yJxGpmtaLpfctXLlW3+5x2bk3ScwsHmHDkmnThXk5KidaRcvvHDjDUnu60YAABAASURBVH9+4cVRN95ocyPWh29ms/mjxx6VsaLNNno3t8FTa1SEKq/7n1tuPnPggHLWOyDg7x/P7zRggM1mc//21yNbt1r3BEdFhcbEyEbq+fP5WVlqv8ze5Ons//xHXLHh1177688r5J9eOStDO09v76Pbt6n31i84+PEFC5t37Ci0KuXcuX9d+yeZO1p3yoC/VdeueekZaZcuqp3ytf3500/Lh/aX1yoOWUuLiuTL+8Svv1p3yi1jO3Rwd/c4f+Sw9etq7cIFZ/bvf3zBAv+QEFG584cPLXj2GeVtJdPotj17tomLy8vKunjsmJpEyiT1+Rtm/u39D7oMHmx/C03ywoCzcrx1JdVIkh/7AwCARsO6kgAAAACcwyarQslhf/qTzaXDr71OSSV/2/L7769/9DG1erJCR7dts44kZToi45YugwbJ8EOeLcjJ3r1y1WdPP1VWWqpOxVkZmW188PdH1EhSHrzc+uyzg6dP9wsKlmcNxcUnd+/+6Il/ZFy6JEMgoVUnd+2a+9eHrA8er33kkaEzrlHT34zLl7cvXfrdf19VQlZ5Ov+Jf0S1adP5j1NfWt/C5h8X5aSmCstz0mfcuJi27ZLPnT24aZN8ngPCwqq9S4U5OS/fOksN+eTf6PHPF7Tp3t1ms92rVu1bu1Zpy//o6jvvnHT3PdaLDp49eODbl14+vHWLclbmTzJQbN+nj7hid7/63/+bPCkrKUk5u+z9eepFLTp3vve116uYqrTJ5WVmvnL7bdaRZL8JE2Y89NcWHTsqqz/KSPjg5s3yXaBus2XRopi2bafdd7/9rb3314esI0n58G9/9l8yR1Rm+pXvo7MHDiz817/OHT6kbHDu0MF5D//t0U8/q+Jgf9WnnyqNNt26/2PhQpnyqhfJ9+8bf7mnKPe3cl55Kv/31zds9PTxsb56E74w4JQcb11JdUyQMTUAANBoqJUEAAAA4ARkuKUGDN6WykibDboMHiwTMiX2K8jJ2frTTyNnzqzs1mSituC5f6lno9u2fezTzyJatVJ7ZKA48oYbmnfs+Mbdd6kFmpVZ9MYbatGVt7//g3Pndh8+Qr1Uxpxxw4Y9t/in1+++6/TevaIBfPPSS74BATXceMg118joxaaz3Gz+5Mn/kwGqctYvKOiBd9+Td9t6m7DmzafMmdO2V6937r9PiankwdqHf//7qwkJlRWAKpGkDJMe/eTTdr17q53Z1T2lwpL1/ueWmy8cOaKcDY6KemLhF7EdOthvueHbb9T2rf/617jbbrfZ4KruPR77/PMXb7n5+I4dSs+6r76sl/ApIDT0liefenvOvdadenf36fffL6M72RAaJl+3qefPK2150H3jP/9v0t13W2+gvNHa9ez59v33qS/d7199tXf8aBk6Wm+5femSPatWqWcHTZ1210svefr6qj3unp4d+/d/5scfP33y/9TVYQ+sX7/uyy/G3DKryrspOg8a9MiHH3n/8RUu3+/PfP/Dy7ffpkTC8kX10zvvzHz8cettmvCFAafEupIAAADVY11JAAAAAE5gw3ffqscFQ6fPUAqwrMkDh+HXXaeerXoNvJ0/r7h07Jh69qG586wjSVW7Xr3ufOllUaWs5OQ1Cz5Xz8587DHrSFIVGB7+yEcfW+c09ejcoYOHt26p4b/MxMv2t7Dphx8uHT+unr3nv6/ZRJKqLoMGPfDOu+rZtEsXN33/vaiSfOBqJCkFRUa26dat6qvISPKFG29QI8mwFi2e/v6HCiNJKenMGaUhA+DRN91c4TYyILzpif+/DKTNrJ51I6PchC+//Oxp27mCZQLXb8LVGo8k0y9dWv/1V+rZiXfdZRNJqkJjYx/99FMZVCtn5dtw2Qf/j727AJOibvwAPsTR0ikIFqCIIDYCioFgKyqIrdjdvnbH33yt1+7ubgUDOxDEArEAQbqR9D+yMox7CbssN3efz3PPPb/ZnV2O2dm9vfnud363xVcIM/547Xj19u2Pu+mmAnf1cMsccfU1YcoYXfLibbctXLAgKFwY84dPz+oFhe4t2rbd+9TTosVX775rVuwkw8HK2zEoq3J2bCqbqaSuJACQY7qSAABA0oV/FAx8bGntqdteexa42lZ77R397RAGWkUUE6O5AEOb77zLauusU9ianbbdNswmg8LFz+/asEWLrffpV9iatRs23G7//YNS6f1nno7G7bt03bBHjyJWbrfFFpv06hUtDnjkkSJWDqPiNptsEiyLaRMmhJFklJI2W3PN8x57vHHLloWtX6nyP+c7XDBv3rR/T5EYt9YGnQ666KITb73t0hdfuuK114LM/Dx06AW773b32WdNz/cv/jlz5nWHHz5zypSgFHv3iSeiOLBm7ToFnpQ1Uqtuvd1PODFa/PC556ZPmhQtfvvhh/FTE+9/3vlBkfY7+5xoPHHUqC+XdKALtEP/w4qYe7LL7rs3b906NZ4/d+7gf59seaXsGJRhupIAAMXTlQQAAJLum0GDJo7+p+HXom3btTpuUOBqdZs06bTddtHi2488XOBqixYuHDJwYGoc/rnR+8QTgyLtftzxRVz71TsDo/FORxxR2LlMU3Y56uhqtWoFpczcWbOiM1iG9olVxwrT98z/RJHPz8O+LuIkt+tt0SVYFpPHjr2kb58okmy13nrnP/lUGPcWcZMWSzqU4SN7xf77xWc3TLP9wYdsuuOOa3TokJryc7m99+STF+yxezThZbD4oV9ns82ixfG//XrTscemJuAsnb79+KNovNtxx9VcUoUszPYHHth0jTVS4/Av9G8/+nDpXX209K7CPDttntH8wu3fLXYO4TDULGzNWvXq7dC/f1C4cCfccLulCfpXAwfGr839jkHZlrNjU1mbVzLQlQQAck5XEgAASLr3nlp6jtBt+vUrYs0t99zryzffTI0/eO65/c45Nww20tYZ9/PPM5ec6bFRi9UKOy9oZINtty3is5I/f/11NO7YvXtQpFXq11+74wbDPhgUZNVZDz/SvmvXYHmN/nFE9L9rtNpqxZ5eNVjcX2y5brufvx76zz388EPdxo0LXLPNsszSN2Xc2HvOOXvskhNvVqxU6cz7H6jdsGHRtwrzpE9feSU1/v3HHy/ee68mrVqt27nzRtv1WH/LLfOqVg2y6rErr3zx1v9Fi2FuetiVV67ZoeP0SZMu2G238aN+S10ePsqPXnH5fuf+c37X+X/+eWLXLqu1abvaOm1btF1n0x12qFHiqUBXhB8HD47GG/fcvtj1K+Xlddpmm1fvvju1OPqH4cHO/1w1esTwaLWNehR/V3//i9v3fP+pp1LjUcN/KGy19l26FruVVl177Wgc7ZApOd4xKPNydmwqm6mkriQAkGNl4O2Hz3UBAEB5NnPKlI9ffjlanDBq1LM3/LewlRcuWNpOWzh//juPP77zUUelrTPljz+ice2GDYLihH+M1G3SZMq4cfmvCv9UiV9eu37x91anUcOglJn6x9KmY70mTUp4q7qNGy29hwkTClutwAk7C3P3OefMnTUrWly0cGEYg+3zn/8Ufasw4lprgw1GfvVVdMkfv/4afr3z2GNVa9Zs17lzh27d1u+2ZbO11goyNmTggHgkGUZcZ953f2qW09oNGpx2zz0X7rXn7GnTUte+cued4Q+2+c67hONhgwZNmzAh/ArTyjAP22LXXYOVZ/b06eGzI1ps2GK1ktyqTqOlwfO02CM+NfaEqhfbK4pQt1Fs5ym8aFuvSeOgOKvGHtZJv/8evyqXOwblQc6OTelKAgAJpisJAAAk2qBnn40nKFFbqyQGPPLwTkcemfYHxdQJS1OQVRoUnyMGf2ctBaeS4YXRZ0DDqKn6KqsUe1fFNv9yL54w1WlUolQpbc1phaSSNWvXCZZFPJJMeem2Wzfcbrs2G29cxK3CLX/KnXfdftppQ999J/8dDn7rrcGLZy5cvX377Q86uMvuuxd9lt0ihPvhQ5deGi2u2aHjqXfelYokU5q3aXPMdddf0//Q6JI7zjij2RprtlpvvY9eejG6sNO221apXj1YeeJBYK26daOT8RbtX1HixKWP+JTYvcWTy6LuKtasjU7OnF9J7q3Fknklg8VTS86cOiU6C2vOdgzKieTNKxlFkrqSAEDOmFcSAABItIGPPRosrz9+/fWrAQPSLpy1pMoWqlGCHDEovFI5a8mZYIMSB5x1GpS6VDK+QWqW+LSiVWJp3J+zZxe4ToVKy3N0fb0uXdptsUVqHP4xeOeZZ8z/88+ibxKmXGc+8MCFzzy7Q//+jVsW3M78ZdiwO04/7dRtth7wyCPBcvnh889///HHaLH/FVfkz6E7bbfdvuecGy2G6dd1Rxwe/tMfvfBCdOHGPXsGK9W/HvHiZpSM/OsRj+XHM6ZMWXpvdUqUQ8fvKowSC5uAsyTN3Wq1asXnav1z5r+C7dzsGJQTOTs2lbVUMookfdgfAMgZXUkAACC5fvzyy9E//BBk4O1HHk67JB6cxM/mWoQ5M2cWeHk80ZkyduzCBQuC5b2rlahqjaW9vcnjSrRBQpPGjo3GteosWyeyCO27djvt7nsOu+KKKGoKg8BHrri8JLdtvdFG+59/wfXvv3/x88/vfNRRTQo6eezEUaPuPus/T1x9dbDsfv3mm/jPuXr79gWuttMRR3Tv23fpvzh69KX79I2Ct0p5eRtuu12wUlWNNTUnjhlTwqzlX494bM+vXrNmNJ4cW6cIE38fs/Su6tWrWKlSgavNnj4tKM7MKVP+jD2n6jVtmn+dFb1jUE6YVxIAoHjmlQQAAJLr3SefjMZb7r33kddcW5JbvfXgA/ee+09f7au33w5joYYtWkTX1m0UP3vkmJLc4YRRowq8PIxAoj+4wu+TxowpdhrFeB5TSsRj2oljRpfwVvETb5Zkes6S6Lj11ifffkde1apNVl9jr5NPeeiSi1OXv3HffZv02qFd584lvJ+1NugUfvU76+wRX3wx5N13v37/vTDejq/w/M03bdRju3CdYFn8POzraNy8Tesi1jz0sst/Hzly+OefpxbnzJgRXbVNv32rl6yhu+LEM8WF8+eHgXr9VVct9lbxfaN2rPIbxorTJ02K1mkbbFrsXU0YtfSu4mdzTf8X/z1PZMF3FdsPV6lfv+iz0a6gHYNyImfHprLWlQwcUwMAck5XEgAASKi5s2bFZ+PrvOuuJbxh5113C5Ot1Dj8g+KtBx+MX1snNrPjhFG/FVtwnD93bmENsPBPlfj0ihNGFx/pTRxT6lLJMAKMxn/8+msJP9U69qefonHtLJ2Wducjj4oeuF79+7fZZJPoqttPO3XO9OnBMmq90UZ7nXLKRc8+d/Mnn4aD+FVv/nuvKIkZkyZH478WLipizUp5eafceVfTNdZIu7xK9ep7nHBCsLKFaXr8rKfjCwnd08R379qx8xU3WX31aFzC3XtiIXeVZvLYcUFxJsWSywKLkgXK7o5BOZG8eSUDXUkAIOfMKwkAACRDoM/lAAAQAElEQVTURy+9FAVRYd7QvkvXEt6wZp06m/TaIVoc+NijYbIYLa669tpREBL+rZF/4sk0Q999t4hr1+60tFY1eMDbQZGmTZjw4+DBQSmzRvv2URa4cP78wW+9VexNhr737rw5c1LjSpUrt1qvXZBt4V+CR11zTd6SCQjDHOuBiy/Kv1r4A//xy8/D3n//ncceGznkq8LuLdx/9jjxpF2OPia6ZNT33wfLKN6P/OWbYUWvvEr9+mEwWePf57bddr/94jH2ylKhYsW1Y3XAL996s9ibzJ4+/btPPokW14idvXatjh2j8RdvFn9Xoc/ffKPAu0ozqQTF4q8GDijwJ8nljkE5kbx5JQNdSQAg53QlAQCAhHr/6aei8eY771zY5HMF6tp7j2g8c+rUj15c2rkM72fTHXaMFl/43y1F39Ub991XxLWb7bRTNB742GMzJk8uYuUBjzwchiVBKVMpL2+tDTaIFp+7+aZiD74/e+ON0bh9t2616tYLVoDUeVyjxfeefDJMQ9PWeeuhB0/Zaqsr9t/vzjPPKPqRCnXaZptoPHv6jGAZtWjTNhqP+OKL+DSTBQqz8LQt+dELL4RRWVAKxB/xtx95ZGpxE6y+dNtt0UcEqtWq1WGrrQq8q5FfffXFG28UfVdD331n+GefRYsb9+xV2JrhvY0ZPjwoXPhjv/fU0leJ+JMxlzsG5YSuJABA8XQlAQCAJBr700/fx7pZJT99a0qHLbeq26RJtPj2Q/86K2P83n4cPHjIwELrkr9+++2wDwYFhdtoux5RH+7PmTNfvuOOwtZcMG/eWw8/HJRKXXbbPRqHUdCXRTbehrwz8F+p0vY9gxVmx8MPjxfgbj/ttFlTp8ZX2GynnaOo4KuBAxctXFjEvf0+cmQ0brzaasEy2nj77WvW/uexDv9KfXDJtJcFGvX99/930IFpZ52dOn78Nf37Fx1d50bXPfaIYv5wv33pjtuLWHnmlCmv3XdvtLhRjx6Vq1SJFttt3rlxy6XTqT793+uL/hP+ydjssPVXXbX1RhsVtubCBQseuvTSoHAv3X5bFPPXadSoXectoqtyuWNQTuhKAgAUT1cSAABIogGPLA3wmq211lodN1imm1eoWHGrvftEi2H0GD+L4zqbbbZFLIe748wzf/zyy/x3MvWPPx648IKgSFVr1ux7xhnR4st33D7w0UfzrzZ/7tz7L7ig2EbayrJVnz7xSRDvPPOMr99/r8A1v/v44ztOPz1abNiiRbyglnVhcnbkNddWystLLYYb8K6z/hNfoW7jxutt0SU1DsOzu/5z5l+LCp7xMczeXr3n7mix7aabBMuoVr16vU8+OVr87qOP/nfSidGZbOO+/fDDi/vsPX3ixPxX/f7jj5f02XulNyZXXXvtrr17R4uv3X33i7feWuCak8eOvfrQQ+bOmpVaDP8873HAgfEVwoRyt+OOixZ//eabW044IVo/LnwW3H7aqT8NHRJd0vOgg4v+e3/ou+88cdVVBWaKr99zz+uxEmS//5xVqXLlaDGXOwblRM6OTVUOsiSKJH3YHwDImTLw9sPnugAAoLxZOH9+/MSMXXbfPVh2W++zz/M33xQtDnjkkXi0eeCFFw4b9P70SZOCxVnXpfv0Peiii8OArUbt2uElc2bMGPree2EkOXX8+GL/oW332/+Tl18Og6hwHMYnYf7x+8gfex58SJjYBYsrkiO/+uqhSy6JhzGlTRj79b/iysv77ZP643HG5MlX7r//Xqee2nWP3o2WVMcmjRnz8UsvPfZ/V0YRUfhnWhgZ1vz31IlZ17xNmz1PPjmMplKLn77yygfPPtNlj6WJWnjtNx9+kPrJ333iid++/a7vf85cv9uW0QrhVV+++eaLt90anQ60eu3a2x98cLDsehxwwNsPPxQmi6nFD559duzIn7bdb7+W7dZt0brNlPF//DLsm/effuqrAQPif4bv0L//kHffjW41ZsSI83fb7ZgbbujYfesgA+EuesW++5Z8/Q7du+90xBHRYhjjDfvgg8m//x4s3kSPXXlFmNzvccKJq7Vtm6pRzpk+/etBg+47/7xpEyZEt9r7tNPytxu32nvvT199ZcjAganFj154fvSI4QdfeNFaG2yQmhk0zCN/GjIk7VnQYavuOx15ZFCc52+5+YcvPt/37LPXaL9+6gcb/+uvr9599xv33xe/q2577ZV2w1zuGJQHOTs2lbVUMjom6JgaAJAzupIAAEDifP766zOnTIkW4+cXLbkwTltn882///jj1OKHzz+//znnVl8cOoZWqV//tHvuuergg1P/UJiahGli+NVsrbWqVKsWnzJw7Q03DLOQ+DlL04R/sBx/8y3XHHLwyCH/JC6v3Hln+FW7YcPGLVuGdxXeeerymrXrbLh9j/djgWvp0a5z58Ou/L+7zz4rCh2fuvba8KtGnTot2rT5fcSImf8+dWoojC3DWwUr3i5HHf3F669Hm/eBCy9cb4su0Rl622yySZ8zznj8//4vtfjzsK/DSDX8ses3bVq7fv0p48dP+v33eKMxfDSPvf6/yzcXZhjfHnXttf93wIGzpk9LXRLGbEXnzWE21vukk3uNHn1J3z4TR49OXRhuzKsOOuii555fu1OnYHlNHjs2/Cr5+o1btYovhvvnSbfees2hh6ay+dBnr74afuVVrbp6+/bTJkwc/9uvaffQYcutdj32uPz3XKFixWP++99ws0SbYtR334X/3/CpEYbKeXlVfvlmWNqnpes3a3b09dcX/cd+mOtPGTdu4YIF4bP4/F13DQPO1ddbb9zPP6edArfdFlscF5voNJLLHYPywLySAADFM68kAACQOO8+9WQ0brvppmlpSsl1izXqwvhh4OOPx69da4NO5z/xZP1VV41fOHbkyHgkuVbHjifffkeVKlWL/HeC2g0anPXwI+27dI1fOH3ixB+//DKKJOs2bnzKnXc2adkyKK2677PPOY8+1ni1f/2Es6dNCxPZtEiy1XrrnXT7Hbsdd3yQE2nncQ1/mFtPOSW+wi5HH7NJr17xS8Ife/QPP3z70UfhAxpPnsKg68Rbb+u03XbB8gp3m3MeeyxVhC1auM6xN94YRpKp8dkPP1yvadPo2q577plJJJkV4f/lspdeDsP7+IXhHjviiy/SIslw7z3gggtPvuOOwoKZMMw7/6mnehx4UPzC8G/58FEI48D4H/Xh47j9QQdf8vwL4bMmKNKqa619zA03ROdlnf/nn+EPlhZJbrn33mfe/0DNunULvIdc7hiUeeaVBAAonq4kAACQLAsXLBj6zjvR4uY77xwsr8677FK1Zs1o8a0HH0g7rNy8TZsrX3t9z5NPrlk7/TSk9Zs12/fscy545tkwjwlKoPoqq5zxwAOHX3V1fILGlPBn6HnIIf/35ptp8U8ptM5mm1311lv7nXtewyUnbo0L/4/d9trr7EcevezlV8KwJ5d/qYWP1B7HLw1Bhw16f8DDS2ceDX+SMCU97Z57195ww8LuofVGGx14wYVXv/X2xj17BpkJQ9nwfvqccUb+xzolDLPDa8N14tOXNll9jYueeTZM2cNxm403PuyKK4NSIEzlz3v8iXDrhT9z/mvDDdtx661PuOV//31/UK9DD61SvXoRd5VXterBl1xy+SuvbrT99gXuG2EKu//5F9z00ccHXXxxVHUt2uY773LJCy+Gu2X+q8IH9Iz77w/j6spVqhR28xzvGJRtOXvFK+ln8+NFhEWLFoWDRYstXGzBggWTJ0+eN29e+HPXq1evccl+k5Vz0Zb/a7HUVg03ZrRVP/h56AVv/j0PbY0q1Z876ZoAgIR7+rO3bx/4TDhYvXaTi7odVLly5by8vEqVKlVeolJMxcUqLBEkPHhbQcJfnWPHjk19Lmr69OnhJaktGW7Y/Fs12qTh9yBXcWaBv+6j3/Wh2bNnT5s2LRVMtm3bNgAAAIoUP0oZHaKMH6ic+uKL42NnO2x11NHN+/ULyr1ZU6cO//zzaRMnTp88aZV69Zu0ahWmR1FJa5n8fcLJTz6ZPHbs9EmT8qpWCe+qzUYbR2eOTYpw1/nmww9HfPlFuBtVrFw5/F+suuZaYTS4fNskl3788ssp48fPnj59zsyZc+fMDh/Nuo0atWrXrkHz5sEKMHX8+F+//Wby2HGpPadOw4bhv1VEkzLcPV645eat++1bt/RlBKN/+GHw228vmD8vPBbQoNmqq6699mpt21atUSNYduFm+fSVl2dN+/s8tzX/Pglw25bt1i3JyVGHDRp0xX7/TJbZYavuZz7wQGo8Zdy4n4YO/ePXX8NjFnUaNmi8WssigsYC5XjHWBE+6rHdX/PmpcYV6tat8d//Vs4n7SBP/OhZ4NBZBsKjajNnzgw34Ny5c8NDVfFtnjrIljqAGd/yy33QMpsvsrqSlNwHn3/y1XfDwkHPLbdZu9UaAWXXrDmzvv7h+4mTJ04NX9pmz6pVo2adVWo3qFu3Y7v2NavXDKAgAz4a9N2PP4SDXbfttdqqiXnzxEqhKwkAAFCsmnXrZuvkjeGR6fW6dAkSLsx+2nftGn4FSbOsYVWGwnBxmfLFcPfY48STglKpRdu2LbL0aeBwm2x/8CFB9tRr2nSj2Plvl0OOdwzKnpwdm8pmKmleSUpo4pTJp1x23pRpU1s2b3FEvwPTrj3w1GM+Hvx5anzUfoec0v/oIDkWLVr057y5NapVDxIouz98GEY+/PzT7338wZfffL1g4YL8K1SrUnXLzbYIY+mdtu6R6i0lVPg/LTBeveHe22958O7U+JTDjjlq34ODsuLzrwfve+KRqfEWG2563zU3B9m2WrNVjz731PAXymdDBq+I+6csKQNvP3yuCwAAAICVKGfHpswryUpw/nVXhJFkODj1sGPzKucFZcW3I4b3Oa7/L6NGBQmU3R/+gWcf73HAXtfccfOnQwcXGEmGwgT0jfcHnnrZeXsfe+jXP3wbJNC8+fPD3PG8664IyLbWq6+51467hoMPv/z0sRefCaBwupIAAAAAkImcHZvKWioZRZK6khTtpQGvv/XBu+Fg4/U32GGrbYMyYdac2f932417HXPw0O+/CZIm6z/8jffdcelN106cPKmE64eR5J5HHxzVCpPis6GD9zjygBvuvX3B/AUBK8Ap/Y+pVePvEuo1d948bsL4AAoRn1Qmobx9AgAAAGAlytmxqaydwTWKJH3YnyJMnT7tsluuT43POqaUnmF8OZx40dnvffphkEzZ/eFfHvDGzQ/cFb9ktVWb79lzl/p169ZZpXad2rV//+OP334fPfLXnz/56vPpM2dGq4Xx3pw/55x2+HFBEnwx7Kv9TjoyYEVqULfefrvvdfsj94f7yXnXXXHnFdcHUBBdSQAAAADIhHklKZsuveXaSVMmh4MeXbuv37ZdUFbMnjM7SKws/vBz58274tYbosVaNWoed9Bh++/ep0peAefpnTl71otvv3bXYw+NGjsmdckdxYVo1wAAEABJREFUjz6w8fobdN88AdOMz54zJyjHmjVueuIh/4SyzRo1CVaYQ/be76Fnn5o1Z9a7n3zwwpuv7dqjVwD5mFcSAAAAADKRs2NT2UwlHVOjaN+PHBHmCqnxCQcdHlDmPP3aC+MnTUiNK1eqfMMFl3fbpHNhK4eZZb9d9tx4/U57H3tolIze+vB9iUgly7nmTZode0D/YMWrX6dun512u/epR8LxNXfdvOM224X7VQD/pisJAAAAAJlI3rySga4kxbnriQdTg60269J2rdYBZc7Ajz6Ixgf27ltEJBlpvfqaZx19YrQ4+Juho8b+HsAS/fvul/qNOG7C+FffeTuAfMwrCQAAAACZyNmxqWymkrqSFCFMFF4e8GZqvMf2OwaURb/9Pjoab95poxLeavftd6petVq0OGz4dwEs0bhBo2226JYa3//0YwHkoysJAAAAJEL7rl0f/vW31NeZDzwQQKlhXknKmoeefWLhwoXhoF6duj26dQ9WgHDfG/LdsN/GjPlj8oSa1auv1qx5+zbrhv9cye9h+swZI3/9+bffx/wxcXydVWo3rN9w9eYt1mq1RrBiTJk29fuffpw4aeKkaVPnzZtbv279Zo0ar736Gk0aNg6Wy9x5874Y9tWYceOmTJtSr069ls1bdFinXTzwW9FmzJoZjatUqVLCW1WtUmWzThu98/E/Pctvhn+3w1bbBrmS+W6zrObNnz/0+2G/jhkzacqkcDdr2qjxBu3WDwfBMgr30u9Hjhg3/o9pM2c0qNdg1SZNO6yzbs3qNZfpTv6cN3fkL7+MHjfmt7Fjwl2lQb36LZo2W2et1nmV84IsyfxptVuPHd/+4L1wMPT7bz4Z8uVmHTcMIMa8kgAAAACQCfNKUqbMmfvn4y89mxpv13WrDAOPD7/89ODTjkuNb7zwyl5bbhPmnfc89ciTLz//y+jf0lYO856+O++xe48dKlWqVNgdhlla+OO9MvCtAlt69evU3bpz12MOOGy1ZqumXXXMeae/9cG7aRfufuT+0fi52x9q17pN2grjJ02445EHBn4yaNTvY4KChMFYj67dD9m7X2Hx5A333n7Lg3enxh8/+0b4E06bMT288IW3Xp0+c2Z8zWpVqnbZZLOD9uy3+QYbZeWHL1qLpqtOnDwpNf7oy8+32HDTEt7w0D779+i6dfOmzVZt3CT8Hl0+edrULnvtkMqzQ0/ccs8G67Yv+q7CV6Ft99t99Lix4Th80N959PnUZszKbvP1D9/uefTBaSu/9t6ANtv88z8N7za888J+tt/Hj7vu7v+9Nei9aB7NlPAZsdVmWxx7wGHrtWkbFGfWnNn3P/XYM2+89NuY0WlXhT/tRut1OLTvAdt0LmZuzvD//tKAN15467VBn3+cP8sJd5uNO3Y6ar9DNu3QqcCbf/714H1PPDI1Dh/l+665Of86y/20ym+bzt1q1ag5c/asYPHnG6SSpNGVBAAAAIBMJK8rGUWSupLk9/SrL06bOSM17lLipKqE/pg4/pRLz/ts6OACr/3q26/DrwEfvnfjBVcUGEz+8NOPR51zypg/xhV2/2Ew9vRrL4URznnHn95np92CzDz8/FOX33L9/AXzi1hn1Ngx9zz58OMvPXfNORdvu+TclUX48pshp112fiqHS/PnvLlvf/Be+HXGkccf1veAYAXbbIMNw62dGj/w9GN777Rby2bNS3LDMDTNn5sGi7Or7bt2f/Xdf2YTfOmt14tNJT8a/Hm0Kbpv3qWwZDfD3WY5hI/CKZeeGyb0+a8K94cwIR702ccXnHTmnr12LuJOwsf6xIvOCX/4Aq8Ns8ZPhw4Ov7bZotuVZ5xft3adAlebPnPG8Rf+56MvPyvsXwl3m/CHCb/67tz7whNPX44tkN2nVZW8vG6bbJ7aDV5/b8Cvo0e1arFaAEvoSgIAAABAJnJ2bCpr80pGxwQdUyO/AR+9nxqEu0fXTTYPsmfSlMmHnH58YdlS5M1B79z0wJ35Lw/jmaPPPTWeneRVzltt1eabdujUZs214ifDnDtv3rnXXvbiW68FGXj8xWcuuuGqeCRZo3qNNVuuvlnHDddZq3X9uvXiK8+aM+uki8/66bdfir7PL4cN6X/GSQVGknFX3X7TB59/Eqxge++wNF4K47d9Tzjivqcfmzp9WpCBPXruFI1fGvB60YFu6MW3Xo3Gu/UoeAbTDHeb5fDx4C9OuuTsAiPJSJgFnnXVxR8WHha+/9lHh55xYlokGUaPG67XsXatWvELB3z4fu+jDiysjHv6FRekRZJhdrtBu/XDr/r/PnXt4y89c+ENVwfLaEU8rbpu0jkav/XhuwHE6EoCAAAAQCbMK0nZEWYtnw/5J/5Zv+16tWutEmTPVbfdmEp6wnivz067bd5pkw7rtAv3xW9//OG5N1956e03ojXvfvyhvXfcrXmTZvGb3/zAXVGe17B+g+MPOmyPnjtXq1I1dcmiRYveGPTO9Xff+vOoX1OXXHHbDd07d12l5j8J0P8u+Sew2ffEIz7/+qvUuLATn/42ZvRlt1wfLYYJzZH7Hdx1483jz/ZfR4/67313vDzg9dRimNnccN8dN5x/eVC4Uy89L7UFWjRbNfwPhsHS+m3XnTJ16hfDhjz+0rPh92jNy2/978t3PxotLtMPX0Itm7c4eK9+9z31z78yftKEy2+5LnyMtt9y67167dKpfYea1WsEy2jLTbdo3qRpKuKaPG3qwI8Gbd9t68JWnjVn9qvvDkiN69WpW1jTdLl3m/Xbths+4NNgcUDY/8wTUxcWfdbWlA+/+CcS7rLxZjtv07N967arr9Zq2oxpY8aNveOxB1KTJqaEufXr9z+Z/x7CfPqki8+OTv1avWq1ow84dKfuPcK0L3XJb2PHPPf6y+EunVoMd+yTLz3vkRtur5L3rxMmh1FruA1T43DfO2Svffv32a9Rg4bRCl//8O21d/7vwy8/TS2GwWTvnjt2Wq9DUGIZPq0K1H2zLaJxGCf377N/AEvoSgIAAABAJpLXlQwcU6MQXw4bGgaTqXHbtdYKsiqVLe24dY93Hn3+7GNO3qZz14b16odBSBhlXXfOpfE8L0z4XltyItCUBQsXPPnyC6lxGJncftm1/XbZM8pOQhUrVgwDp7uuvKFBvfqpSyZOnvTaktBrWV171y3Rdthqsy73XH1zt006pz1fWrVY7fpzLznh4COiS8KfefqSk98WKLUFTu5/dBhlHb3fIZ07bVyrRs0wqdp9+x0f/u/tB+zRJ1pzxM8jh37/TbCCnXX0SX137h2/JNzOrwx889AzT+i0U/feRx547rWXP/nKC8N/HlnCOwwfhd22X1p5fPHt14tYOXx0otxutx47FDaDaSa7TSYuOeWse6+6ac9eO7ddq3XVKlUaN2gUpn23XnLNkfseFK0TZnUjf/057YZhknfKZefOmDUrtdhhnfVevvfxo/Y9OIokQy2bNQ/3nFsvvTbcAVKXDP1+2O2P3Jd2V0+98kI0Pu/40/5z9InxSDJYnLzeeeX18RklH1syKWxJrKCnVfhDNm30z8l4Px78RfivBLCEriQAAAAAZCJnx6aymUrqSlKgT4d8EY3XbrVGkG1hVnHZaWcXOIXeDt2327VHr2jx6x++i187dvz4WXP+iXk27tgpDGMKvP/Vmq3av89+0eInQz4Plt2kqVPeHPTPaScrV6p8xennpjXY4sKMqnrVaqlx+IT6vfDJ+VK23rxrmEfmT+DC+OesY05aLTaz49Dvvw1WsPBF4JJT/hPGb/EgKjJsxPdPvPzcOddcunP/fpvvsf2JF58dBpbz5hdzUtY9e+0ajd/+4L1phce08XOB9u5Z1ASNy73bLLcwIe678x4FXnXUfofE57/8buTwtBXeGPTOtyP+uTAMHa8/77IWTZsVeFfbbtHtstPOiRYfePqxmbNnxVf4afQ/DcVwH+u78+4F3km4L51+1PHRYhEzUOa34p5WrVf/5zMNYfCcg3ydBEm98SgDXckAAAAAAFaGnB2byuYZXHUlKdCnX30ZjdusnuWuZOj0w4+Lz1SXpnOnTV9485+kavzECfGrKleqFI0nTZm8aNGiMMYr8E523a5XtarVwhxo1SbN4u20kps4edIevXYaM27c6HFjOq67XsP6DYpY+e9J+Jo3H/7TP23CGbNmFrFyGP6de9yphV0bJqCbbbDhqLH/zC/4x7+3wIoTxm+bdOj00HNPPvfGK2mpWGTytKmvvvNW+BVGg/vvvveR+x5ctUqVAtcME6wuG2+WmhdzwcIFL7z5arwDGvlj4vjovKMd1mm/zlqtg8It926z3I498LDCrqpZvUaYJj7ywtOpxUlTp6atEIaL0fi0I44NN0hQuDBVffDZJ1Jn5Q0T3Dfffyc+N2e4S6QG8xbMnzRlSlRATNNxnfbnHX9aowYNWzRp1qLIfy7Nintard1qjfc/+yg1/nTI4A3X6xjAYrqSAAAAAJAJXUnKjuE//xiN1149y13JcJfbedueRazQqvnStGPO3Dnxq5o1blKvTt3U+Lsfhx997mm/jy+4ldi4QaMwNuu+edc2a6wVtRiXSds1177s1HPuu/qmtx585tqzLyl2/fBfjMbzFxR1ssoN23csOtFp2Xy1aPzn4jOX5saaLVc//4TT33vipWvPuWTPXjsXkWxNnT7t5gfu2vXw/T7+6ovC1um9/dJcrbCTuD796kvReI+eOwaFy2S3WT4br79B/SU7W4FWbdI0Gk+cPDF+1djxf0QTf4Z6dOkeFGe7rltF43hZOdR6SV954cKFh5xx/OdfDy7sTsLot9eW27Rvu26BjdLCrLin1dqrrxmN85/klvJMVxIAAAAAMpGzY1PmlWTFCneJ6TP/qfpVqlQpfprKrGjSsFHRu1ztWrWj8bz56fHejt23i8YDPx60db/deh910DV33vzlN0NW1gHi6TNnvP3Be2EQFV2yaOHCItZv2KB+UKTatWpF4/nFnSs162rVqLnLtj2vOOP8AQ8/9+q9j19w4hlh0FWn1ir51/x51K+Hnn78Wx+8W+D99Nhy6yjr+urbrwsMpZ5/69XUoGqVKrsUGTpmuNssh9axRK1ATRs2icaTp/2rK/ntj0tP6Lp6i5Zp00AWqFO79aPxh/8+/2rPLbeJxuFm3PfEI7c7oPc511729ofvz503L8iGFfS0atpoaVQ/bcb0AJbQlQQAAACATOTs2FTWzuAaRZI+7E/cxMmTonHtgrKoDDWs16DoFarmLT0p6KJFi9KuPWjPfV56+/VonsJw7x02/Lvw645HH2hQr/5Wm22xaYcNt+7ctV6RLbflNmfun7+NHjV+8sTR437//Y9xYyf88duYMUO+G5b2JPorKOo5Vb9OvaBIeZWXboGFi1bm03OtVmuEX/vtttfChQuHfD/s86FfffH1kPc++2jhkth1wcIFJ1x41gPX3bLx+p3SblutStUwaHzgmcdTi8+9+cqphx0bX/tXv2AAABAASURBVOHToYPDXDM13n7LrYve2TLcbZbDKjVrFb1CpUpLPyOy4N/t2HD3iMa/jP6tzTabBssiTLjDPS0qI27XtXuHddoP/X5YtMJvY0aHX0++/HyN6jU222DDrhtv3mWjTddsuXqwvFbQ06p6taV9ymkzZgSwRBl4++FzXQAAAACsRDk7NpW1VDI6JuiYGnFTY5WmmjVqBNlWt84ynFsyv9VbtLz1smvOu+7K/N27SVMmP/PaS+FXON5x6x59dtptiw2XLQ0q0OJpEV9764N3vxnxfbwQudxWUGK6QlWqVGnD9Tr+PS9gv78ng7z+nttS2zlYvH3+e/dtD/339vy32muHXaNU8tnXXzml/zHxV5sXl0wDGdqjx05F/wAZ7jbLoWbNmsHymjZ9WpCZefPnR6lk1SpVbr3kqv9cdUk0R2Nk9pzZAz8aFH6F4/XatN1vtz67bterSl5esIxW0NOqRrWl23BqxtuEskRXEgAAAAAyYV5JyogZs5ZWmmpUrx5kW4Ug06fKxut3eumuR2668MrdeuxQp5CC3SsD3zz4tOP2PvbQjwZ/HmRg9Lix+5101H+uujhMJQuLJGtWr7nNFt2KnioyLukHsps0bHzF6eft2Wvn6JJPhw7+ZMiX+ddcZ63WHdZpnxqPnzThwy8+ja76c97cV955IzVu0bRZl403C4qU+W6zrDJ5mGbMmhlkJq182ahBw7v/74bHb7rr4L36FbanfTP8h7OvvqTXQXs9/tKzwbJbEU+rmrEXkGlSSWLMKwkAAAAAmcjZsamsdSUD5x+jIDWrLe1Hzpo1KyiVKlWq1HPLbcKv+QvmD/r84zfeG/j2h+/nL2MN+W5Y/zNOuP3ya7tt0jlYdmHMc+Q5p4RxWv6rWq++5rqt26y7Vpv2bdt1ard+lby8MK0Z9fuYIDlmzZn17scfjhk/btz4P6bNnH7NWReX/Lbhi8ZZx5w84KNBU5bMpxgmjpt13DD/mnvusFN06tHn33o1Sh/feHfgjCV71249dixjr0LVqlaNxj26dj+gd99gGcXnFo10Wq9D+HX2MScP+X5YuAFfHzTwtzGj09YJc/TzrrtizB/jTul/dLCMsv60mv3nnGi8Ij7iQHLpSgIAAABAJpI3r2SgK0lBGjVsFI3HTZwQlG55lfO23rxb+DVv/vwPvvj4g88/feeTD+JRzYKFC878v4vffvjZ6HyYJTRtxvTjLzoziiTDZ8qWm27Rvs06Hdddb8P2HfNPgjhrzuwgUWbNnn3SJedEi6f2P7ZZ4yYlv3m4Bbpv3uXZ119OLRbWhNtp6+2v/N8Nc+b+GY7feP+dC06cXbP637H3SwNfj9bZI1a7LBtWie0e02dM33yDjYKs6rhO+/Dr9COPH/zN0Pc+/eiDLz796tuv4yvc9vC923bp1nFJUXVZZetpNSW2VzRq0CiAJcwrCQAAAACZyNmxqWyewdUxNfKrV7tOtEssXLhw5uxSWpdMUyXv7xzl3ONOfevBZ567/aFdtusZXTVx8qSX3n5jGe8vuOfJR0aP/T01rl2r1hO33H3nFdefeMiR3TfvWrug81tOnbE0gEnEofbGDRrFZ7h8+8P3gmXUsG79aFytkHQq3Fa9um+bGi+eBPH9YHHiO+izT1IXbrHhpi2blfTkt0nRatUW0fibET8sWrQoWDE6rdch3CefuPnu9594KRzEr3rk+aeDjGX4tJq6pEobalS/QQBL6EoCAAAAQCbMK0kZEe4SLZquGi1OjuUKK92sObN/GDliwEeDHnruyYlTJhe2WrvWba4688JNOnSKLhn+84/BMnrp7aVlviP6HVR07Wz6zBm/jh4VLa64FCq71m61RjR+9MVnlvWl4OfRv0Xj1VusVthqe/RcWoV8/b2B4feXB76xYOE/8ybuul2voMzptN760TjM9X8e9WuxNwn3n4effyrct78fOSLeu52/YH541YdffPLEy88P/f6bwm7epGHjYw/of0S/A6NLSr7Pr7inVbwr2bBe/QCWMK8kAAAAAGTCvJKUHQ3rNxg19p8pEv8+M2epqbKdfdUlr777dmqcl5fXd6fdC1uzUqVK3Tbt/NnQwanFmbNmpq1QscjdftacWdEWCHXduJj58z744tP44sJFK/bloGKWnrM9um0dbaIRP4984qVn++7Su4S3/fHXnwd+PCha7Fr4FIObb7DR6i1a/rI4wnzvkw/nzpv39gfvp65apWbNHbfpEeRExQrZ/EhH0Ro3aLRas+bRLhQmvuced2rRN7npwTtfePO11HiLjTa77+qbotteetO1qfFuPXa4+qyLiriT7pt3uePRB1Lj6TNnBiWTxadVmqn/OoNrwwCW0JUEAAAAgEwkrysZRZI+7E+a+LkWf/7tt6DU6NGtezR+JxaJFWjkrz9H4xb5gtW8KlWi8bwF89KurZJXJa9yXrQ4aeqkoHAzZs285s6b45csXFIEXEGK/uFLru/OuzeOzfZ34Y1XR+lU0X4dPer4C/+zcOHC1OIOW23bommzItbfa4ddUoM5c/8c9NnHH335WWpxx617VqtSNciJ+EabO3/5N1oJ7bzt0pOdPvjsE199N6yIlcPt+fKAN6PFA/boE4132HLb6LfLe59+FG3zAo38bWkpc7WmJf0wQRafVml+Hr3052noDK7E6EoCAAAAQCZydmwqa6lkFEn6sD9p1muzTjQe/O3QoNTYunO3GtVrpMZvf/DeEy8/X9ia344Y/uagd6PFDdt3TFuhemwexDFL5o+MhJHkumu3jRaffPn5wp7h02bOOOGis0b9PiZ+4Zw//wxWpKJ/+GW6n5P7Hx0thonXiReddeTZp3w6dHBh/99wnfueerT30QfG06n9YilagfbYfqfKlf7ped94/x3R6Vt799wxyJXqVZfGn6Mz2GgldMhe/VapWTM1DjfmqZedN/ibgp9KP/7681HnnRbFja1XX3Obzl2jaxs1aNi50yap8ZRpU8+77vLCzg88a86sB55+LFrcuMMGQclk8WmV5suvh0Tj9du0C2AJXUkAAAAAyETOjk1l8wyuupIUaJvO3a6/+9bU+Kvvvg5KjZrVaxx7YP+rb//n5JbnXnvZB59/fNKhR62xWqtondl/znnujZfvfPSB2Usm59us44adO22cdlfNGjeJxjfcd0f4RKi/eN679m3WqVXj7zBp3bXbDP3+n37ba+8NOP7C/5x4yJFhYhTdKozWwgjnurtvzT9r4PSZM4IVqdgfvuT27LXzqLGj//fgPdElAz8eFH41btCoR9et1mjZqmHd+nXr1Bk/ceIfE8cPG/79Z0MHT546JX4Ppx1+7KaxuQYLFEZrW3fu+uagd8Lxdz8OT124eouWndbrEOTKqk2WtjlH/PLTJTdds13X7uGmq7dK7bZrtQ6yrW7tOheccOZpV5yfWgxz631OOPyIfgeFG7xV89XCfzeMIcPI/+lXX3x5wJt/zpubWi18+C47/dy0XyfHH3zYR4M/S71QP/Xqi9//OOLUw4/tsvFm0QrhVQM+fP+Oxx4I/1+pS8JAdP/d9w5KJotPq7jR48aGX6lxy+Yt2rVuE8ASZeDth891AQAAALAS5ezYlHklWeHarrl2NBHgN8N/mDFr5io1awWlw2F99v/0qy/f/eSD1OKr774dfjWoV79Zw8bVq1cfO+GPcePHL4idQDXMwy477dz899N2zaVBVPg/PemSc1LjWy+5ZtsuW4aDQ/fu99o7b05bki++8f7A8Gu9Nm03Xv/vBO6PCeO/+m7YuAnjU9dusdFm23XZ8uIbr47uMFiRiv3hl8lJhxw1acrUx196Jn7h+EkTHn7+qWJve2DvvmHSFpTAHj13SqWSkb123DXIoQZ167Vo2izKyR589onwKxx0WGe9p/53b7AC7Nqj129jR9943x2pxfDF9vZH7gu/alavGT7Ffvjpx1lzZsXXr1yp8s0XXbnBuu3T7mej9huc0v/oa+/6X2px2IjvDznj+Nq1ajVp1KRBnbrjJ08a+8e4OXOX1nMrVap09dmXhLFoUGLZelrFDR62tCjZs+vWAcToSgIAAABAJpI3r2SgK0nhem65NEX4MpYurHThHvt//7lgrVZrxC+cNGVyGNV8NnTw6LG/x7OTDuu0v+/qm1s2b5H/fnboXvBUiCN/++fEpGus1uqGC68MA6T4tWFGe//Tj4Vfr703IBVJhtnP2ceecu9VN27XZatotU+GfBGsSMX+8Mvq4pPPvOH8y1uvsVbJbxLm1tede8m5x51awvW36dwtjLKixTA522uHnKaSoX132yv/hcN/+jFYYY478LCbL/q/tCkVwzDyy2+GpEWS4QN604VXhvF2gfcTRr/bd/tXsDd95swRP4/8+Ksvfvrtl3gk2bxJ0xsvuCJ+DtiSyNbTKi4+lea2XZc5LKdsM68kAAAAAGQiefNKBrqSFG7bWMb2zscfBKVJ/Tp1X7jzoQtPOqPAZC5UtUqVbbboFmY8T95yd/ycq3Gr1Kx171U3b57vFJQjf/slGm+x4Sav3vf4Ttv0LPAe6tRapXevnV+++9GD99wnfBI1bdR4kyUnMh3+08j3Pv0wWGFK8sMvk/Dn36H7ds/f8eAtF1/Vd6c96tetV9ialStV3nrzrleccf5Ldz+6cyFbpkAVK1bs3XOnaLH75l3CxzHIrf599j/jyOPTSoR/zpv76+hRwQoTpolvPvjUSYcclZZNRsLd+IITz3j1vieL6LmGD1CYbt5++bUbtFu/sHU6rdfhnONOfeW+J3p07R4su6w8rSKLTyr7XmrcrHGTTu1yd6peEkFXEgAAAAAykbNjUyX9bH68iLBo0aJwsGixhYstWLBg8uTJ8+bN+3tatXr1GjduHFCcaMv/tVhqq4YbM9qqH/w89II37w5XqFGl+nMnXRMk3K6H7/f9yBHhoF6duu8+/mK1KlWDUmbe/PlfDBsyddrU6bNmzpw1M3wIGtRr0LRhow7rrlfyU86O+n3M1z98O2b8uPDpUKN69Y7rrrfheh3T1vl2xPBRY0dPnTF92vRpVatWa9KwUatVW6yzVuuVfki6JD/8cgh36WHDv5swadL0mTNmzJ45e86c6tWq11ulToN69dq3XbfOKrWD5XLNHTff8dgDqXEYbvXccptgZQh3m8+//mrU76MnTZkSPoBNGzXZpsuWYcYcrGDh/vnJkC+++mbYX8FfFStUaNSg0WqrNl+t2arNGjVZph3pq2+/Hj9p4vSZM2fOnvXn3D/r1a7TsH7DddduvWrjpkE2ZOVp9eEXnxx8+vGp8RH9Djzt8OOCxHr6s7dvH/j3+Y1Xr93kom4HVa5cOS8vr1KlSpWXqBRTcbEKSwQJD95WkPBX59ixY1Ofi5o+fXp4SWpLhhs2/1aNNmn4PchVnFngr/vod31o9uzZ06ZNSwWTbdu2DQAAgCLFj1JGhyjjByqnvvji+BtvjNZvddTRzfv1CwAo3T7qsd3LmLhCAAAQAElEQVRf8+alxhXq1q3x3/9WziftIE/86Fng0FkGwqNq4RHicAPOnTs3PFQV3+apg2ypA5jxLb/cBy3NK0mOHNbngNOuOD8cTJk29c33Bu6yXa+glKmSl9c5X19wWf2dDK3avOh12rVuE34FpU9JfvjlEL5CdVhnvSCrwpeaV955MzVuWL/Bcsx/mS3hbrPFhpsE4Vduhb8Atthw0/AryEwRdcmsyMrT6pk3Xk4NqlWpemif/QP4N11JAAAAAMhE8uaVjCJJEyNRoJ233b5Vi9VS4+fefDWADHz81Rejx41NjffstUvlStn8gAWlyvSZM958753UeJ9de+f+VL2UfuaVBAAAAIBMJG9eySiS9GF/ClSxYsUj9jkoNR70+cd/TBwfwPJ67MVnUoPwBWefXfYIKLteGfjmnLl/BouLkof1VZSkALqSAAAAAJCJ5HUlg1gwGUBB9ui5Y/Mmf09WF+4kz7z2UgDL5fX3Brz6zlupca8tt2nepFlA2fXcG/9Uq3v32rlxg0YB5KMrCQAAAACZyNmxKfNKkjuVK1U+48gTTrz47HD8yAvPHLjnPjWr1wigOI+/9Oy4CePbt2035o/fPxsyOEwlo6sO2+eAgLLrkyFffvnNkHBQr07d4w46PICC6EoCAAAAQCZydmwqm6mkriTF2qH7di8NeOPNQe/8MXH8XY89eOIhRwZQnKnTp93y4N35L++3S+/127YLKLsuv+W61ODMI09oWK9+AAUpA28/fK4LAAAAgJUoZ8emsnkGV8fUKImLTjqzXp264eDepx4dN8HskhSvWaOm+S8M88gzjjo+oOx67o1XvvtxeDjotknn3r12DqAQupIAAAAAkAnzSlJmNazf4IwjTwgHs+fMvvG+2wMoTtMmTeKL1apU7d9n/0duuKNm9ZoBZdTcefNSrw/ho3zZaecEUDjzSgIAAABAJswrSVm2Z6+dX3v37Xc/+eCpV188aM9+bddcO4DCbdqh01sPP/vDyBG/jBm1aqMmm3Ts1LhBo4Ay7d6nHhk9bmw4OPXwY5o2ahxA4XQlAQAAACATyZtXMookfdifkrjziusDKLGWzZqHXwHlxlH7Hhx+BVAC5pUEAAAAgEzk7NhU1lLJ6JigY2oAQM7oSgIAAABAJswrCQBQPPNKAgAAAEAmzCsJAFA8XUkAAAAAyISuJABA8XQlAQAAACATupIAAMXTlQQAAACATOhKAgAUT1cSAAAAADKhKwkAUDxdSQAAAADIRPK6klEk6cP+AEDO6EoCAAAAQCaS15WMIkkf9gcAckZXEgAAiPOZP4CyocJiATlhXkkAgOLpSgIAAACUMfLIHDOvJABA8XQlAQAAAMq2tCMnapRZl7Ptmc1UUlcSAMixMvD2w+e6AAAgE9F76QI/szjm4YfGPf98AEDp9te8eUvHi4+TxEVXOX6yguTs2JSuJACQYLqSAABAEaWZBTNmhF8BAMlRYBIZXZj2YRSywrySAADFM68kAACUQ4UdknaEGqDMiGeQRXz6hKwwryQAQPF0JQEAAADKmIoVKxZ4BldWEF1JAIDi6UoCAAAp/xy6rvivA55/xQQAlHp/v1wvjiTTgsl4QimnzDpdSQCA4ulKAgBAOZfWpKmz0061evVauHDhggULUt8XLVq0cIlFi/31b0HCP+kIkCzxs3DHVVys0mIVF3/EJB5MBvnO6RqQPTnbnllLJaNI0q9wACBnysDbD5/rAgCA5ZP2t0D+o9vhtanj2mldyQLzSEc1AXIgfgCkQmzOyIoFiTcmg4Jml3Q4JVtydmwqa6lkdEzQTgAA5IyuJAAAlCuFfSoxXqZJ5ZEp8WwyujZelwzkkQArQzxojNLHVEsyKk2mhZRBvn482ZK8rmRgXkkAIOd0JQEAoDyLDmqn/ihIHapOvcGODnNHa6aEkWQ8tgykkgArQ1oqGa9Lpo3T1oxu7lhKFiWvKxk4pgYA5JyuJAAAlE/xjyemHdSOKpLx9cMwMloh1ZUM8p3ZFYBciieO8fO1RkXJqC4ZjyTT8kgHVbJCVxIAoHi6kgAAQJAvmEwVIoMlPcioJZnWlUzd1vFMgNzL33pMa0nGI8l4MBm/YUCW6EoCABRPVxIAAMqztLpMmrRJyKK0Mu3crVJJgNyLH9KJv1DHg8m0MDJNQPboSgIAFE9XEgAAyq20vwXiSWRK2gSTRc8o6agmQA6kHQCpUNDsklEwGV2SNsdksXfLstKVBAAonq4kAACUN/nDyLRxlE2Gq6WSyOi4pZYkQKlS4d9TRaaVIws8fWu8K+mISrYkrysZ/9UeAADkhK4kAAAQiQqRUS2ywuKJJFNhZFpRMoilkg5pAuRM/k+TBLG6ZBDrvqcNiuhKkqHkdSWjY4L2CQAgZ3QlAQCgHIo+m5h2QDIaxwPIqCJZ4IlboxsGAOREgYdBKuQ7lWsR/ci0w0GOq2QueV3JwLySAEDO6UoCAEA5l/8ddVoMmT+P/MvpWwFKjXjEWEQ2GeTrUwZkT/K6koFjagBAzulKAgBA+ZT/44mFlW9EkgClWVrlMX8hsoiWZCCezBJdSQCA4ulKAgAAFWIndE27MP4ngzwSoNTKn00W2KEMxJArhq4kAEDxdCUBAKDcin9CMfWmOv8ck/EjltHKgkmA0qZCvkkiC0wi0w6hOKKSLbqSAADF05UEAIDyLO3PgXhpsrBTvHr7DVBqFZZN5h8HIsms0pUEACieriQAAJRz+YPJYEkbMvp7ocDkEoDSo+jEMf+RE8dSsit5XckokvRLHQDIGV1JAAAg7QStQezoav75JgPHsgESosCXa6/hK0LyupLRMUE7BACQM7qSAABASv5sMijyjwXlCoBSooQHRhw/WXHMKwkAUDxdSQAAIC7+1rrovxS8CQco/bxW54Z5JQEAiqcrCQAAFKawd9pqFQCljWMjK5euJABA8XQlAQCAZeXtNwDE6UoCABRPVxIAAAAAMpGzY1MVg+zRlQQAciz1xqMMdCUDAAAAAFgZcnZsSlcSAFYOvzGzQlcSAAAAADKRvK5kFEn6sD8AFC1/CiWUWm66kgAAAACQieR1JaNI0nHVzNmGAGVbgZFkGej8rRS6kgAAAACQCfNKllPxB94BSoAyLHqRz/9q7/V/mehKAgAAAEAmcnZsKpuppK5kJoo4PA1AmVRhsbRLApaRriQAAAAAZCJnx6aydgbXQFcyq9K25J8L5gUAJNyCRQujcZSlRQKWSxl4++FzXQAAAACsRDk7NpXNVNIxteyKtuTseXN2ve7kAICyIkoi41maX6DLR1cSAAAAADJhXkkAKMtSqWTFihXjXcn4IKBkzCsJAAAAAJnI2bEpXclSJP9RaQDKqrRI0hyTy01XEgAAAAAykbx5JaNI0of9MxQdXe3YvPVNu528cOHCcJOG3xcsWLBo0aJwkPoerhMOwqvC76mxjU9yTZ48ObVXr7LKKtWqVQsg4VK/EKPf5VEAGX4PFytVqlSjSrXUOJ5NBrEzuwaUmHklAQAAACATyZtXMjom6Jha5lLbsFaV6m0btVy4RJRKpixaLEoly8D56yjPqsz8ew8PBw1rNaxVq1YAZUK8wxelkmEkGX1PKaIuGWhMloCuJAAAAABkInldycC8kssovq2icdqB6fBo9V+LhdFjapz6Hq0Z3+aCSZIrjCTnz5+fGqcKZJBo8d/i8fkjK8bEW5KF1SUlVSWhKwkAAAAAmUheVzJwTC0zqe0WzynDg9QLFy6MDljHj7dGx6yjnDK6VipJEqXawMHifbty5Wy+LsHKEj99a6RiIdLyyAIjSb9eC1MGElxvnwAAAABYiXQly5G00mSatNAxvk50VbSCjU9CRV1JqSRlSf6sMd6SLOw8rvHb5h+Tn64kAAAAAGRCV7L8Sjt+nTp3a4HXhovRpJJSSRItfgZXqSRlRjyVDJacnTitJZkKJivETuJaWDZJYXQlAQAAACATupLlQlpLMn55/sZkUFBgWWHJeV+jA5q2P0kklaSMiV7SUy/OUWxWMd/skmlhZJqAEtCVBAAAAIBM6EqWa/EkMiXemExdmzajZPxorGCSxImfwbVSpUoBJFmFfCdfrfDvU7nGz+OaFlLmDyP9Vi1WBV1JAAAAAMhA8rqSUSQpElsO+QPdeLEmdUlqheicrmaUpCxZuHBhlErm5eUFUIZUyDe7ZIV/n6+1iMZkQAnoSgIAAABAJpLXlYyOCTqmlhUVlkxCFrUkowwytZ3T8kipJIm2YLFg8Z7vDK6UMQXWJfPHk/FgMu22gcZkkSroSgIAAABABpLXlQzMK5mZwjLdVC0yvDyMJwvrR9rmJF28KymVpOxJCxcrFFKajCLJCoqSy0JXEgAAAAAyYV7J8iJ+ILWwDZiKJNMak9E4tY5gkkSL5pUMFifxAZQVacXH/KlkUFCBsgyU/3JJVxIAAAAAMqErWY7k32jxVk0qekw1JoNYElngiVttfBJq4cKFqTO4hipVqhRAmZD2u7xCQadyDQpKK4u+H9LoSgIAAABAJnQly6nouGpqM0bbM7o8/+lbA2EkybdwsWDxri6VpOypkG+qyLRCZIV8J271y7TkdCUBAAAAIBO6kuVL/vO4BgWVbOJbuMDtbOOTUIsWLUqlkoEzuFJWFPaLPH8YWdiFRd8PEV1JAAAAAMiErmS5kxZMBvl2grTeZGHbWTBJEoX7bRhMpsZSScqAon8V5i9EFlaR9Cu1JHQlAQAAACATyetKpjX5WA5pW6+wk7gGBU1FmXYrSJYwkowqwlJJyrb8Z3PNPy7sEgqkKwkAAAAAmUheVzI6JuiYWiaiJLLASwo8fi0GpgyIdyW9hlBWFbhvF32iV0pCVxIAAAAAMpG8rmRgXsnsKSybjEs73SskmlSS8qPYPdxTYFnpSgIAAABAJswrSTFtSNuZssq+TTlkt8+EriQAAAAAZEJXkqWKKEpC2fDXYgGUD/Kn7NKVBAAAAIBM6EpSFBuZsqrCYgFAielKAgAAAEAmcnZsqmKQPbqSAECOpd54lIGuZAAAAAAAK0POjk3pSgIACaY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HDfJdAAAEABJREFUVxIAoHi6kgAAAACQCV1JAIDi6UoCAAAAQCZ0JQEAiqc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VxIAoHi6kgAAAACQCV1JAIDi6UoCAAAAQCZ0JQEAiqcrCQAAAACZSF5XMookfdgfAMgZXUkAAAAAyET+Y1MVFguyLWtdySiS9GF/ACBndCUBAAAAIBPmlQQAKF5yu5LRuz1vnwAAAABYiVLHpgrrR2YxszSvJACQYEnvSnr7BAAAAMDKlTo2VXQ2mRW6kgBAgiWrKxnvR8a/e/sEAAAAwMoS5ZHxC1dEPKkrCQAkWFmaV1I2CQAAAEDuxT9JH0m7KiuymUrqSgIAOZb0tx+pN3mp/8UPP/wQjXPzPfUzFDZe1v9I9CjkH5eT77bnituqWWGrrojtGf9errZnkD32TNtzhW7J5d7C5XxL2p652Z62pD3T9ix7W7Kw8XJvyfyX256ZbM/8Y1ty+bZk/svL0har8G/x/2mQDbqSAECCVUhaVzJ6S5ca/LVYsW8HCxtn+D36kQocL5P4W/P84wy/R2/9Cxwvx9vrcr49l3vrrcStmhU52EvL4fb8K99ptJf72Z317ZmsLVnY2J5pewaZbcnl3sI53pLLvYWD3O6ZSdmepW3PzOIzPQdbsrCxPXP5tqdnepClLRlke8/Mf3mQjS1Z2Hi5t2T+y0vn9gxWzJ6Z9e25gp7pWd+e9szsbsll2p6pQSS+mOEGjGRtXskK//4dAwCQA/G3cQkSvYerWLFi0W8ogyLfni7T95RlHZf8/7JM42X6XvSffMv0PcPtuXzbsLRtz+XeesnaqjnbkmV4ey7fNlym7VnYn8f2zCCDrZr1LemZXgq3Z9nbM5d7C2e4JZdvG3qmr5TtmbMtWdi4DGzJ/Ft1WccZ7pllbHvm7Jm+gvbM/Jcv0/csbskcb9XS80wvtduz9OyfQa62ZGl4vpeeZ3q4cupQVVyB/53llrWu5F///h0DAJADWXk/tLKEP3ZeXl7dunXDd1ALFixYtGhR+D01Dq9duHBheEn4PRyHg78WCwp601XYGIAyLzrEsNzjCoUcOA4K//3i9w4AwQr7HeT3EcAKlXrBTL1mRgFkahB+r1SpUoHBZFo8GWRwLM68kgBAgiX37Ufq/Vz4bq9q1aphDBmOUwFk+D28MPwe/2Rc2m1L/klAAMq2zD8Vnt1PmgMAAKVc/IhTKoAMF8ODUalrKy5RbDC5fMwrCQAkWCnvShb40eD4O7noI2nhVYsWLQrfAkadyPitUivH65IBAAAAAJRYdAAtrS6ZiiHDo1LR97RsMu0eMjkQpysJACRYUt5+pIWL8Ugy9eYvjCTD70Hss2nRCqlPrsXTSm+3AAAAAFhWacFk2ulb08LIAueYjN9DsOwJpa4kAJBgmX9EK/eit0zxomTqexCbXXzREn/FBCJJAAAAAJZX2mflo65kXCqhjGeW8dtmQlcSAEiwhL79SPugWRRJ5r82VaMMnL4VAAAAgIzFU8ng3ydxjUeSaWdwjQZB6TmDq64kAJBjpb8rWeHfU0vGL09LH/NfHj+zqzO4AgAAALDc8h+YCpakkvkbk2E2GV2YdhQryEDWUskoknSYDADImeS+/UgLI9Muj0eSBeaR3nEBAAAAUEJpkWTw79Jk/sZkhdi8kqlBYfe2TLKWSkbHBCvoSgIAuVL6u5KR/O+Uoh8+XpQMk8jUG75oskktSQAAAACyJX4u1rSzdsX7kfnP4FqKupKBeSUBgJxL9NuP6EQZqU5kFElG/6m0uSS9ywIAAAAgc2lZY7Dkc/PxeDI+yP85+2C5egLmlQQAEiwRXckoNy3szVL8NK2pQXSTtGASAAAAADKUVpcM/t2GLHAuycyLkoGuJACQaIl7+1HgeVxTFcnwe6VKlf6KCWKpZCCYBAAAACBjaQemCjxHa4Gnbw0y7gboSgIACZaV90M5kD86jf/Mqa5kanbJYk/cKpsEAAAAYPmkHUaLH1vL34wsoiW5fIfjdCUBgARL4tuP+AldgyX/hSD2Aa/8LclAGAkAAABA9hTWmAwKiiqDLLUCdCUBgARLSlcy+HddMi2YTFsnLZ5MI54EAAAAYDkUdgwtfxhZ2IVF30+xspZKFn34DABgRUjW24+0YDKIFSULXLOwd3jebgEAAACwTIqOEtPCyAIHJbmfomUtlYx/rj8AAMiJBHUlU9Iy1CKyySLSVm+3AAAAAMiWtLO5Fjgu7JJlYl5JACDBEjqvZPDvvmP8kgLf+Xl/BQAAAEDWFXYSr5KvvEzMKwkAJFjiupKRwrLJuLTTvQIAAABA1pXw5K6Z05UEABIs6W8/im5DCiMBAAAAWClWxIEpXUkAIMGS25VMU0RREgAAAABWqNwcXtOVBAASrAy//fBJLwAAAADKEl1JACDBykxXEgAAAADKtopBlkSRpK4kAJAzqTce3n4AAAAAQCmXta5kFEkqKwAAOaMrCQAAAACJkLWuZGBeSQAg53QlAQAAACARzCsJACSYriQAAAAAJIKuJACQYLqSAAAAAJAIupIAQILpSgIAAABAIuhKAgAJpisJAAAAAImgKwkAJJiuJAAAAAAkQta6klEkqawAAOSMriQAAAAAJELWupJRJKmsAADkjK4kAAAAACSCeSUBgATTlQQAAACARDCvJACQYLqSAAAAAJAIupIAQILpSgIAAABAIuhKAgAJpisJAAAAAImgKwkAJJiuJAAAAAAkgq4kAJBgupIAAAAAkAhZ60pGkaSyAgCQM7qSAAAAAJAIWetKRpGksgIAkDO6kgAAAACQCOaVBAASTFcSAAAAABLBvJIAQILpSgIAAABAIuhKAgAJpisJAAAAAImgKwkAJJiuJAAAAAAkgq4kAJBgupIAAAAAkAi6kgBAgulKAgAAAEAiZK0rGUWSygoAQM7oSgIAAABAImStKxlFksoKAEDO6EoCAAAAQCKYVxIASDBdSQAAAABIBPNKAgAJpisJAAAAAImgKwkAJJiuJAAAAAAkgq4kAJBgupIAAAAAkAi6kgBAgulKAgAAAEAi6EoCAAmmKwkAAAAAiZC1rmQUSSorAAA5oysJAAAAAImQta5kFEkqKwAAOaMrCQAAAACJYF5JACDBdCUBAAAAIBHMKwkAJJiuJAAAAAAkgq4kAJBgupIAAAAAkAi6kgBAgulKAgAAAEAi6EoCAAmmKwkAAAAAiaArCQAkmK4kAAAAACRC1rqSUSSprAAA5IyuJAAAAAAkQta6klEkqawAAOSMriQAAAAAJIJ5JQGABNOVBAAAAIBEMK8kAJBgupIAAAAAkAi6kgBAgulKAgAAAEAi6EoCAAmmKwkAAAAAiaArCQAkmK4kAAAAACSCriQAkGC6kgAAAACQCFnrSkaRpLICAJAzupIAAAAAkAhZ60pGkaSyAgCQM7qSAAAAAJAI5pUEABJMVxIAAAAAEsG8kgBAgulKAgAAAEAi6EoCAAmmKwkAAAAAiaArCQAkmK4kAAAAACSCriQAkGC6kgAAAACQCLqSAECC6UoCAAAAQCJkrSsZRZLKCgBAzuhKAgAAAEAiZK0rGUWSygoAQM7oSgIAAABAIphXEgBIMF1JAAAAAEgE80oCAAmmKwkAAAAAiaArCQAkmK4kAAAAACSCriQAkGC6kgAAAACQCLqSAECC6UoCAAAAQCLoSgIACaYrCQAAAACJkLWuZBRJKisAADmjKwkAAAAAiZC1rmQUSSorAAA5oysJAAAAAIlgXkkAIMF0JQEAAAAgEcwrCQAkmK4kAAAAACSCriQAkGC6kgAAAACQCLqSAECC6UoCAAAAQCLoSgIACaYrCQAAAACJoCsJACSYriQAAAAAJELWupJRJKmsAADkjK4kAAAAACRC1rqSUSSprAAA5IyuJAAAAAAkgnklAYAE05UEAAAAgEQwryQAkGC6kgAAAACQCLqSAECC6UoCAAAAQCLoSgIACaYrCQAAAACJoCsJACSYriQAAAAAJIKuJACQYLqSAAAAAJAIWetKRpGksgIAkDO6kgAAAACQCFnrSkaRpLICAJAzupIAAAAAkAjmlQQAEkxXEgAAAAASwbySAECC6UoCAAAAQCLoSgIACaYrCQAAAACJoCsJACSYriQAAAAAJIKuJACQYLqSAAAAAJAIupIAQILpSgIAAABAImStKxlFksoKAEDO6EoCAAAAQCJkrSsZRZLKCgBAzuhKAgAAAEAimFcSAEgwXUkAAAAASISShojxQ36LFi0KB4sWW7jYggULJk+ePH/+/PDyBg0aNGrUKADKn/fee++xxx4Lcq5u3boXXXRRXl5eAJQz4RuPcePGpcbTpk0Lv1deLHxBqLxEpSUqLlahQoXwe6BkCQAAAAC5pSsJZE3Xrl1btmwZ5Fzfvn1FklBu6UoCAAAAQCJkM5U0rySUcxUrVuzXr1+OXwQ6dOjQsWPHACivVB4BAAAAIBF0JYFsatWqVZcuXYJcqVq1at++fQOgHNOVBAAAAIBE0JUEsmzXXXetWbNmkBO9evWqV69eAJRjupIAAAAAkAhZSyWjSFJZAcq5WrVq9e7dO1jxGjduvM022wRA+aYrCQAAAACJkLVUMooklRWAzp07t2nTJljB+vXrl5eXFwDlm64kAAAAACSCeSWBFSKMDFdoSLD55pu3bds2AMo9XUkAAAAASATzSgIrRJMmTbp37x6sGFWrVs3NSWKB0k9XEgAAAAASQVcSWFF22WWXunXrBitAeM+1atUKAHQlAQAAACAhdCWBFaVatWp9+/YNsq1ly5YrroUJJI6uJAAAAAAkgq4ksAJ17Nhx3XXXDbKqX79+FStm87ULSDRdSQAAAABIBF1JYMXq06dP5cqVgyzZfPPNW7VqFQAsoSsJAAAAAImQtVQyiiSVFYC4Jk2a9OzZM8iGmjVr9u7dOwCI0ZUEAAAAgETIWioZRZLKCkCa7bffvnHjxkHGwkiyVq1aAUCMriQAAAAAJIJ5JYEVLi8vr0+fPkFmWrZs2blz5wDg33QlAQAAACARzCsJ5EK7du06dOgQLK/whaVfv34BQD66kgAAAACQCLqSQGis2LkAABAASURBVI707du3atWqwXLp3r17q1atAoB8dCUBAAAAIBF0JYEcqVev3i677BIsu7p16y7fDYHyQFcSAAAAABJBVxLIne7duzdu3DhYRr17965WrVoAUBBdSQAAAABIBF1JIHcqVqy4rNNDtmnTZuONNw4ACqErCQAAAACJoCsJ5FTbtm0333zzEq5cuXLlZU0xgfJGVxIAAAAAEkFXEsi13r1716xZsyRr9uzZs0mTJgFA4XQlAQAAACARdCWBXKtVq1YYTBa7WuPGjbfffvsAoEi6kgAAAACQCLqSwErQuXPnli1bFr1Ov3798vLyAoAi6UoCAAAAQCLoSgIrRxg6FpEibLTRRm3btg0AiqMrCQAAAACJoCsJrBytWrXq3r17gVdVrVq1JKd4BQh0JQEAAAAgIbKWSkaRpLICUEK77LJL3bp1C7y8Xr16AUAJ6EoCAAAAQCJkLZWMIkllBaCEqlWr1rdv37QLW7ZsWViHEiA/XUkAAAAASATzSgIrU8eOHdddd91oMXwN6devX8WK2XxpAso2XUkAAAAASATzSgIrWZ8+fSpXrpwad+/evVWrVgFAielKAgAAAEAi6EoCK1mTJk169uwZDmrWrLnLLrsEAMtCVxIAAAAAEkFXElj5tt9++8aNG/fu3btatWoBwLLQlQQAAACARKgcZI+uJLB88vLyjjrqqKZNmwYAy8jbDwAAAABIhGymkrqSwHITSQLLR1cSAAAAABIha2dwjSJJZQUAIGfMKwkAAAAAiZC1rmQUSSorAAA5oysJAAAAAIlgXknSeQQBRFwJ4u0HAAAAACSCeSX5m4O5AHHxV0W/10o5XUkAAAAASARdyfKuJI+XxxQo84rItFKvgUKvUsvbDwAAAABIBF3Jcq3AY7jFHth15BcoA9J+W6W9suX/XSabLLV0JQEAAAAgEXQly6n8D1PaJUUvAiRdYedoTY2ja/OHl9Kv0sbbDwAAAABIBF3J8qiIxDE1zn8JQBkW/+UVH0dZV/xXm990pY2uJAAAAAAkQtZSySiSFGKVcoVFkn8tFr8wbRGgrCriUzVRdVIwWWp5+wEAAAAAiZC1VDI6JuhAbWlWYAly/sIF8xbMDwovSgopgTIm3oZM+149r2r+32X5S5N+35UeupIAAAAAkAjmlSzvwsfrtW8/uvi1uwOAcm/VOo2ePPiyAj9kI/Qqtbz9AAAAAIBEMK9kOVJgCdJhXIBI+JK4aNGiCovlvzbt15xfeaWEriQAAAAAJIKuZHkUjyQFkwBxCxcurFixYoV/i671+ZtSyNsPAAAAAEgEXcnyIm1WyAIjyQa16lzU+6gAoJz5eOTXD33wSrCkKxl+TwWT4ff8K/tlV9roSgIAAABAIuhKlnfxYDKvUqU2TVsGAOXMzxN+j8apM7imgslgcdYVDfLfUDxZGnj7AQAAAACJoCtZHv2VTwDAYmEqGcaQ0QtjNI6/VPp9V6roSgIAAABAImQtlYwO0Yq4SrO0R0cqCZBm4cKFqaJkGE8GS367BYXXIsWTK523HwAAAACQCFlLJaNjgg7OlkLxY7V/FSQAYPErZCqVDJa0JFPZZGqcVpcMKB10JQEAAAAgEcwrWX6JJAHyC1PJIBZ0RdNMpoi+SiFvPwAAAAAgEcwrWY6kNSaDJcFkAMASqXJkSvgbLd6STAsm/corJXQlAQAAACARKgbZo6yQCPHD66nv8UPwAOVZ6gyu4ati6rUxHkZGv918nqO0if9SAwAAAABKrWymkrqSpVP+imTw79klAwCWSOWR8WCywGyS0kNXEgAAAAASwbyS5Zoj7ABxUX08NZ1kxYoV4/NKpq0pBislvP0AAAAAgETQlSy/HMAFyC9KJePlyPzfKT10JQEAAAAgEbKWSkaRpMO1pZ8TEgIUJn7i1vwvlV4wSyEPDQAAAAAkQtZSySiSVFYAILnikaTPbSSCriQAAAAAJEI2z+CqK5kI+adG85ABRPKftdWLZCmnKwkAAAAAiWBeyfIrOoDrIQMoUPQ6mZZ7CcBKFV1JAAAAAEgEXclyTb8EIK7Ac7d6qSzlPEAAAAAAkAi6kuVR2gkJHckFKFD+l0cndC2FdCUBAAAAIBF0JQFgqfyT7waUbrqSAAAAAJAIlYPs0ZVMKA8ZQJx8K1l0JQEAAAAgEbLWlYwiSQdzAUg6v8sSRFcSAAAAABIha13JKJJUVgAAckZXEgAAAAASwbySAECC6UoCAAAAQCKYVxIASDBdSQAAAABIBF1JACDBdCUBAAAAIBF0JQGABNOVBAAAAIBE0JUEABJMVxIAAAAAEkFXEgBIMF1JAAAAAEiErHUlo0hSWQEAyBldSQAAAABIhKx1JaNIUlkBAMgZXUkAAAAASATzSgIACaYrCQAAAACJYF5JACDBdCUBAAAAIBF0JQGABNOVBAAAAIBE0JUEABJMVxIAAAAAEkFXEgBIMF1JAAAAAEgEXUkAIMF0JQEAAAAgEbLWlYwiSWUFACBndCUBAAAAIBGy1pWMIkllBQAgZ3QlAQAAACARzCsJACSYriQAAAAAJIJ5JQGABNOVBAAAAIBE0JUEABJMVxIAAAAAEkFXEgBIMF1JAAAAAEgEXUkAIMF0JQEAAAAgEXQlAYAE05UEAAAAgETIWlcyiiSVFQCAnNGVBAAAAIBEyFpXMooklRUAgJzRlQQAAACARDCvJACQYLqSAAAAAJAI5pUEABJMVxIAAAAAEkFXEgBIMF1JAAAAAEgEXUkAIMF0JQEAAAAgEXQlAYAE05UEAAAAgETQlQQAEkxXEgAAAAASIWtdySiSVFYAAHJGVxIAAAAAEiFrXckoklRWAAByRlcSAAAAABLBvJIAQILpSgIAAABAIphXkiS55cG7b7j39mJXq1G9Rq0aNWvVrFmzeo1Vaq3SZo01N2zfcZvO3ark5QUJNGvOrJrVawbZsGjRoj/nza1RrXpQCpx86bkvD3gjNd57x10vO+3cYHm167HFgoULUuPhAz4NVpjbHrnvurv+lxqfeMiRxx7QP0iOA085+uOvvkiNn771vvXbtktb4cMvPzv4tGOjxRW6JSGLdCUBAAAAIBF0JSmDZs+ZPX7ShJ9+++XrH7798ItP7nvq0RMu/M9O/fd59d23g6QJc7s+xx0WZMO3I4b3Oa7/L6NGBQBliK4kAAAAACSCriTlxa+jR5140VnD+h5w2hHHJWIvHT1u7MU3XvXOxx/Uq1M3yMysObNvvv+u+59+LCoUApQZupIAAAAAkAjZTCV1Jcml2rVqtW/TrsCrFiyYP23WjOkzZkybMWP2nNnxq+58/MG6dese3veAoHSbN3/+zv37pf3wy+3Ei85+79MPA4CyyNsPAAAAAEgEXUmSas2Wa9x3zc3FrvbtiOHX3f2/eCZ38313bt+le6sWqwWl2KK/FmUrkgwWn9I2KNOOP+iwRQIJKK90JQEAAAAgEbKWSkaRpLICpUq71m3uuPy6M/7vwhfefC11yZy5fz7ywtNnHXNSQFlx9P6HBkB55e0HAAAAACRCxSBLomOCygqUNhUrVrz8tPOaN2kaXfLqu28tXLgwACD5dCUBAAAAIBGylkoGygqUYlXy8g7cc59ocdyE8WPGjwsASL7UGw9vPwAAAACglDOvJOXFOmu1iS9OmTalZbPmRd9k2swZ3wz//vuRw6vkVWnSsNHqLVq2Xn3NYBmNHf/Hr7+P/nXMqGnTpzWo16BJg4Zt11y7UYOGQRKMGvv7iF9++vHXn+qsUnvVxk3atV6nQd16QVkxaeqUod8PCyPqGbNmNWvYePXVWq7Xep2KFbP5WY0SmjFr5tc/fBfuKhMnT6y7Su1mTZqGm7phvfrBshs/acKPv/z0/U8/1qxWvUWz5ptusGFe5bxgxSs9G5NySFcSAAAAABIhm6mkriSlWe2aq8QX/1pU6I465o+xtz18/wdffDx67O9pVzWoV3/nbbY/st9BDes3CIo0etzYR55/6tV33hzzRwGlzJbNW4T3c1jfA2rVqJl21Ua7bB3mOvFLpkyb2mabTVPjenXqfvLsG0HJHHPe6W998G7ahbsfuX80fu72h9q1bpP/hl99+/Udjz7w2ZAvw1w27ao2a67Vu+fO++62V7UqVYNSo12PLRYsXJAaDx/wadq1B55y9MdffREsnmQ0/C+Hg+9Hjrjp/jsHfjQoulVKuHm377bN4f0OKDaxLtplt1x3/9OPRYsH7NHn3ONOzR+ZhK+WL7z12oPPPhnmefnvZJ21Wu+14679duldklhx1pxZz7/56pOvPP/N8B/ilzdu0Gj/PfY+dO/9quRlJ5vM/caEYnn7AQAAAACJkM0ii64kpdmIX0bGF9usuXb+dSZOmXzpzdduf8Bej7/0TP5IMjRpyuQwbdr+wL0eeu7JoHCvDHyz54F73fX4gwVGkqHfxoz+34P37HBw369/+DYoTX4YOSLMMvsc1z+MM/NHkqHhP4288tYbdjp0n8+GDg6S6fEXn+lz7KFvDnonLUULFgfA4UO/y6H9lvt/F74GXnD9lfFI8viDDj/v+NPyvzCGO9s+Jxx++hUXFBhJBovTvktvunb3Iw74dsTwoEjDfviu54F9LvzvVWmRZLC4OnndXf/b+9hDRv0+JlgBVujGhBLSlQQAAACARDCvJOXFiJ+XppKtWqxWo1r1tBV+Gf3bLoft+8Azj89fMD+6sGqVKhu0W3+1f5e9Zs6edfGNV59x5YUF7u1Dvh928qXnxu+kZvWaa7VaY9MOncJ/t3KlpQXlPyaOP/i0Y0f88lNQOrzx/sBdj9g/rV5Zu1atjdp3rFu7TvzCMOI68NRjHn/5uSBp7nv6sfOuv/LPeXOLWGfO3D+Pu+DMiZMnBcso3B/OuebSR198JrrknONODVPJ/Gv+NnZMvxMPH/zN0PiF1apUDXe25k2axi8Md499ju//zseDCvk3g4Efvx8+FmH6GL+wZfMW7VuvU6lSpdTidz8O7/+fEydNmxpk1QrdmFBy5pUEAAAAgEQwryTlwqixvz/9+kvRYts10ouSk6ZOOfzskydNmRxdsn23rY89oH+bNdZKRTszZs0c9PknYRgZrfPcG6+s2XL1o/Y9OO2uLvrv1dHB8Xat25xw8FHbdO4aXTtrzuwnX3nh5vvvmD5z5uK7nfV/t91415X/jVb44sWB4fcw6enQq1vqkmU6a2vc/y65OjXY98QjPv/6q39+7ELO2vrFsK9Ov/yC+GH9kw45apfteq3WbNXU4pg/xr484I3r77lt4cKF4WL4/fzrrli9RcvNOm4YJMTPv/12+S3XpcZh/rfrdr06rNNu7dXX/HX0qA+++CRME6NC4ZRpU29+4K4LTzqz5HeeiiSfevXF1GL4SnjZaefutcMu+decO2/eSReeFf6j0SXhavvv3rftmv/sbNNmTH/n4w8uuuGqMP8OFu8M4UPz9K33h1lj2l1Nnjb1rP+7JLVa6h8997hTd9nP3i59AAAQAElEQVS2ZypFDhPBwcOGnHvt5aPHjQ1D9yCrVujGhGWiKwkAAAAAiZC1rmQUSSorUNp8OnTwMeefNnnqlOiSfXfbM22dm+67I0qJwt34zKNOuPmi/1t37TZR22yVmrV22Grbp2+9Lwxgoltdf/etP4wcEb+fr779etjw71LjtVqtcf+1t8YjyeDv3mSNg/fc56qzLo4uee/TD+MB1UqxaNGiC/77f2GIlVoMM637rr7pmAMOjSLJUPMmzY7od9C9V9/coF791CXhk/3sqy6ZN39+kBCp/2CN6jVuveSaJ26+e//d9+6wzno1qlUPH+jD+h7w7G0PbNKhU7Tyq+++ncpfSyJc8/QrL4giybzKef89//ICI8nQ1XfcNGzE96lx7Vq1Hv7v7Zeffl4YFUc7W51Vau/WY4cnb7knjL1Tl0ybOePc6y7Pf1fhfjt5SQOyVo2ad195wwF79ImKrdWrVttio82euPme+E6bLStuY8Ky0pUEAAAAgETIWioZRZLKCqx0s/+c8+2I4a+9N+COR+/f9fD99j/pyB9G/hhd22en3bfYcNP4+qPG/v7Ey89Hi4fuvV//PvsXeM+rNm56x+XXRalPuMPf+cSD8RV++u3XaLzrdr3q1FqlwPsJo8pttugWLX48+LNgpXrm9ZeH/7T0DLdXnHF+mGYVuObmG2x03bmXRoujxo559rUXg0Q59sD+23bZMv/ltWutcskpZ0WLU6ZN/bFkJ9cN87ZTLjvvhTdfSy1WrVLl1kuvDjPsAleeNHXKoy8sPcVruKnj6V1cmGrfdeUNYbKYWvx48OcfDf48vsK4CeMffv6paPHUw4/tusnm+e+nYf0G/7vk6jA+DFaArG9MWA66kgAAAACQCNk8g6uuJLn01bdft9lm02W9VZOGjc848vi0C59+7YUFCxekxmGOeNR+BxdxD2Ekecz+h17+v+tTiy++9fpZR5/coG691GJ82sjxEycUcT9H7XfItlts1bxpsxZNmq3atGmwUj3/xsvROIxst40lpvl17rTx9t22fuP9ganFx196ru8uvYOEaLvW2ofs1a+wa9dsuXrL5i1+GzM6tTh+8sS2a7UOihTuOadedv6r77yVWqxZveYtl1y1xYabFLb+/U8/Fs05utM2PXt07V7Enbdo2uzgvfe99aF7UosvDXg93PjRte/GJpts3qTp3jvuVtj9NKxXf99d97zr8QeDrMr6xoTl4+0HAAAAACRC1rqSgXklKfVar77mg9f9r3a+/uKnX30ZjY/c7+A6q9Qu+n72232v1Vu0TI3Dff6TWINt7dXXjMYPP//U1bffNGvO7ALvZIN12++9465hfBUmN/EsM/fCn/DToYOjxdOOOK7Ym5x62DHRzzxsxPcTJk0MEqJnt22K3tqtVl0tGs+eMycoUpgvnnDhWVEkGSbW9159YxGRZOjNQe9E4+6bbREUZ7tYE3HQZx/Hr3rn0w+jcf++B1TJyyvifg7b54AwMQ2yKrsbE5abriQAAAAAJEI2U0llBUqtjuu2P+uYkx6/+e4oTYwb8t030bhHl+7F3lte5bzum3eJFof/svTcp+1at2m9xlrR4p2PP9h5j54HnnpMOIhKY6XNyF9/jp62LZqt2r7NOsXeZI3VWq0T672NiG2BUq7RkkkxC1M7lklHpcYChdeeeNHZb33wbnTJpaeeXfQMjnPm/hlu7Wix6PwyZb3W60Rp4tjxf8SnIP1m+PfReMtNOhd9P/Xr1O247npBVmVxY0ImzCsJAAAAAImQzYaWriS5VLtWrfZt2hV4VZUqeXVr1wm/mjRstM6arddZu010htX8ps+cEc9LmjdrFpRAw/oNovGkyVPiVx134GEnXrR0Rr0/5839ePDn4dfVt98UJnmdO23SecONN+u0cTRf4Eo3YdKkaNy4fqMS3qpRbAtMmDw5SIj6xQVpVfKWviouWlhUyHHfU4/N/ncR9t4nH9muy1YVKxb6aY+ff/stvthl7x2DZfTr76Natfi7gBi+2P4RO0Vw/Xr1ir1tg/rFr7NMsrgxIRO6kgAAAACQCOaVJKnWbLnGfdfcHGQsfvbRMMgs4clUG9WLZXJT/nX+0h222nb6KWddd/etU6ZNTbvV9yNHhF/3PvVIjeo19tphl/1337vA7maOTZy89Odv1KBBCW/VsEE8lUzMGVzDhzjIktn5zs37xbAhdz3+4BH9DirsJlNnTAsyM2/+Pwl6GElGL7ZVq1SpVaP4s7M2rFvSB7eEsrgxIRPefgAAAABAIphXkvJu+swZ0bhO7dolvFW1qlWjcf4J8/ruvMebDz59ycn/2WqzLgXGnGGg9cAzj29/4F4nXnz2Sj+z67TYFqhdq1YJb1WtSlFboNTK+utTk4aN++y0e7R48/13Df+50PPZzoht6uUzf8GC1GDa9KUBZ/26JSpBNqiX5a6kF3tKCV1JAAAAAEiErHUlo0hSWYFkqV6tejT+fdy4EibrYyf8EY3rrlJAllm71ip9d+kdfoWp55uD3n3jvQGDPv8k/9R6r77z1uBvhj56453Nm5TozLErQnwLjJswoYS3Gjt+6RaoU147cy2arXr/1bc0adT46x++/e7H4cHiE/b+5/8ufuKWuwtMo6tXW3ra3tWaNb/s9HODZdR69TVTg/g2Hzdh/IKFC4qt+c6YNSuAssjbDwAAAABIhKylktExQWUFkqVOLFMMU8Mw4GnWuEmxtwrzy2hcdFMtjCf37LVz+DVtxvSBHw0a9MXHgz77ZPLUpVNRhv/iJTddc9ul1wYrSZ1aS7fA7+PHlfBWY/4YG40b1K0blD+tWqx271U3t2j6d5x8xenn73XMwWE0GI6HDf/ulgfuPvGQI/PfJNwZonG4qTdq3yGvcl6wXJo0bBTFMOH3sX/8sdqqzYu+ydgJJX1wIVl0JQEAAAAgEbJ5BldlBZIoTHdqVl86J9/ocb+X5Faj/1i6WgnPnxnGn7tvv+M1Z138wZOv3HvVTR3WWS+6asCH74/6fUywkrRs0SIa/zZmdAmfwr+M+i0a169bPyh/du+xYyqSDLVr3ebQPvtGV932yH3Dfvgu/03WbLl6NF64cOE3I34Illf4Ytuw/tJ5IkeVYL+NR+lQlkTxfAAAAAAAlGLmlaS8q1ixYsd27aPFMCAs9ibTZ874bMiX0eJ6bdaNxpOnTR36/Tevvvv2Iy88VdjNK1Wq1GXjzW679Jo6sebctz8uf0CVofVat61apUpqPH/B/AEfDSr2JoM++3jO3D9T48qVKrdbu01Q7p1w8JFrt1ojNQ4Tx9OvvPDPeXPT1qlda5XoFKyhHxaf9LVoCxYuuO+pR8M9asj3wyZOnhS/aoN1l+637378QdH3E952yHffBFAW6UoCAAAAQCLoSkLQYZ120fixF58dP6mYuRXvfOzBaIq+mtVrdttk89Q4DJB2OnSfvY455MSLzrrwv1f9Mvq3Iu6kYf0GHWKpUtqcfxUrZPO5WbHIg/V5lfPixc1bH7q32GfxLQ/eHY3DhLVueZ1XMq5KXt4VZ54X5SIjf/35+rtuzb/a+rGd7dGXngnzyyLvNXj61Rcv/9/14R619zGH7nBwn5mzl+4nvbbaNho/8fLzYSJexP08/vJz+ac1hbJBVxIAAAAAEkFXEoLdtutVqVKl1HjWnFl3P/5wEStPmTb1wWefiBa37dotjKNS48qVKvfstnV01dsfvhcU6buRS6tyLZqtGr8qus/Q3HnzgszkLalChuYtKODedt22ZzQe+v2won/y9z798IthQ6LF7bpsGbBYx3XaH7r3ftHifU8/+uU3Q9LW2WWbpZv62xHD737ioSLuMMy573z8wWhxrx13q1Vj6dmGt9miW+1atVLjcL+9p/C7mjd//qMvPBNAGaUrCQAAAACJoCsJwVqt1titxw7RYhgm3fHYAwWuOW7C+CPPOXX2nNmpxXCH32/XveIr9IzV1+587MGh3xd6zszHX3o2OiHnKjVr5j8JanhhahD+cxMmTQwyUL1qtWg8ZmwBExD23mGX1Vu0jBbPveayDz7/pMC7+mTIl2ddfWm02LxJ017dtwtY4oRDjmjVYrXUOHwxPOPKi2Yt2VtSumy82WYdN4wWb3ng7idfeaHAu5oxa+ZxF5z525jRqcVwZzugd5/4CjWr1zj18GOjxbufePjxl5/Lfz9hqn3JTdcW2wCG5NKVBAAAAIBEqBxkj64kyXXa4cd99OVnY8f/ESw+tH3NHTd//f23x+x/aJs11krVKMOI6IMvPr34xqvjc/uddOhRndbrEL+fzp023rpz14GLp2acPHXKficdecAefY/c96A6q9SO1vlj4viHnnvqnieWNjIP7L1P7dgckynNm676/cgRqfGZV118yF798vKqVKpYcZMOnYJl1Kxxk2h8w313hE/S+vXqh+P2bdZJde/yKuddfMpZB516TOqw/uRpUw854/iTDjlql+16rbakxPn7+HGvDHzz2rv+F510NLyfK868oE6+n3w5vP/ZxwefdlzJ1++26eb9++wflD5hAHzF6efud9JRqS0ZZopX3nrjJaf8J77OBSed2fe4Q1Pn7J0z989zrrl0wEfvHb3fIeuu3SZ8IMILh/888rV3337i5efjUeL5J5y+auOmaf/cPjv3fvWdtz8e/HmweDLL8669/Offft1/jz4tmjYLFlckh34/7Ir/3fD1D98GUHbpSgIAAABAImQtlYwiSWUFkqhhvfo3XnjFkWefGkaJqUtef29A+FW1SpV2rdeZOGXSqN/HpN2k6yabH7Xvwfnv6oozzt/zqAPH/DEuWFxTu+vxB+996pGmDRs1bdQkTInGTRyfVnzsvOEmR+x7UP77WWet1lEqOeizj8Ov1HjwywNrVq8ZLIu2a7aOxr+M/u2kS85JjW+95Jptl5x/dfMNNrrklLMv+O+VUej433tvC79q16rVevW1Rv72y9Tp09Lu9qRDjgxvFWTDuP9n7+5jJSvvOoCf2btYoTXALpQub+W9UFqQDS8VxJbWtNEaa1WsBiVWjaj9oxH9A1trbGnV0sVihKZN0FYotY2p9A+JIYbE14hvKe0CdQlraRUFll0KLBJ37971MCf79LnnzNyde++Zc8/vzueTm8m5M+fOnsw5zEyeL9/n2fVU+TP5/qeceHLRVxe//qJrf/Rdf/LFz1e/fuEv/vxtV77pew8tPlo669Wnb3v/h371xg+k0u19//C35c/GuY2vPfs1/7PryWY19r3vvu6ad/x4898q33I//oGPXPe+61Mr94//7K7yZ/Oxm07ZctLXHt2Rpv8tw+M3X/F9d997TwHrjq8fAAAAABBCazO4pjFBZQWCuvDc1939yTsuXdxELEOdLz/01Vokefzm4973nutv+9BNI6/2TUcf83s3/Haaf7UYltjKkPLfHvzK9h0P1wKnH3rLWz9x4035DKvJT//I1Wm1y9wj/7GzWKYfeNNbqvJczc5voBd83wAAEABJREFUfj3/9Sfe/o47bv5EmWbldz63d2955LVI8ryzzrn1gx/9pWveXTDK9b/wK2ke19INN9347PPP5Ttc9YYrv/CHt5+3eNre+QPzZbhYu0LKBLqMJN/zMz8/7t/afMyxn9l26+VbL83v3P3Mngce3p4iyfKKve3D207tcZQLq6ErCQAAAAAhWFcSvm3LK0/47C2fKvO2C849v/loeXm/8bIr/uC3fue+u+7+2R/7yZFRYuWyC7fed9eXfvGnrh1XaiyTy6t/8Ifv/uSdv//+D4/bpzyG23/3lny5x8qj33isWKbvevkrPn3TrW+46OLa/Tu/+VjtnksuuOieT3/+hl9+78gU8xVHvfydb3v7Z7bd9qVP3fnWK6+SAYxTzeOafn1q964bb91W2+c1Z5xVpuAf+40Pnnvm2SOf5Kgjj/q5q6/5q89+cYlIslKel9s/estHfv03m1dL+STXvvNd9/zRn166/Il/IQrrSgIAAABACJOGiPmQ38LCQrmxMHRgaH5+fs+ePfv37y/v37x58/HHH1/QG+kUHxxayFSn794d//Sxv/lcucOrjt50x3U3Fgw98vWdf33/3++fnx8UgxOOf+WZrz7tnNPPPOo7j1zWk+z+1jMP7nj4ub179/7v3uf37j3iiCOOO2bTlhNO+O7Xvn7j3KTzJ3/13x/a+Y3Hnty9qzxZm4859nsuuiTv4S3Lf/7349t3PPz4U0/s27fvqCOPvPC887eef+HIPcvL4/4H/vWBhx48WBycm5s7dctJZ5x62lmnnT75YTO5rz36yN/9yz+WF1u5fezRR5+65eSTXrXl5C0nVstMTm7+wPw/f+XLT+56ave39rzsO1526oknbX3dhWUmXXA4926//+a/vLPcOO7Io29+83UbG+YO2ZAZDBVaemuq/Fx74oknqu1nn32p1V2dsvL9dtzpK89XeVsoWQIAAABAt9oMGHQlWU/KDLL8KVanDBHfeNkVxepccO75I7ubK3DKiSeVP5PsWQ7ZX7710tq8oEzJeWedU5vNdWXKzPjyrZcUMGN8/QAAAACAENpMJa0rCQB0TOURAAAAAEKwriQAEJh1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oE7EFYiuJAAAAACEoCuJkVyARXyQxaIrCQAAAAAhtNaVTJGkiAuAuGrhlqyr/3QlAQAAACCE1rqSKZI0gNt/g6H81wKAhubbY+39kz7QlQQAAACAEKwrOdOM5ALkBoulOwtvlT2mKwkAAAAAIVhXcnalM5VGcv9vfn77fz1aAMyYx595Mm3nGWTKJmvBpE+6XhEbAwAAAEAIbaaSupIh1M5R3gd65oXnfu1zHy8AZlvtf7IRd/Wcrx8AAAAAEIKuJAB824YNG8oPsurWKpIh6EoCAAAAQAjWlZxF+ZyELw2+D9q8DADiGgzfGPNIsrbMpOirh6wrCQAAAAAh6ErOrnSmvv/si68646IDQ/NDCwsLBw5ZGDq4WGH8Fwgon5Q1t2FobqjcKLJsMv9DwWQ/OS8AAAAAEEJrqWSKJIVVfTZyUcnm0HwxDB2rPav7UzBZaKUAYTVTxvS+15QezbuSzadizfn6AQAAAAAhtJZKpjFBA7V9M3KsthlGph7k3NxceZvaQomiJLA+5JFkyh2rlmQqTdayyXz/gp7RlQQAAACAENqcwVVZIYRq3Dblx80B92pEvlgcSeaxZSGVBCKrvenldcna9sg8UjbZN75+AAAAAEAI1pWcIfmgbTpZtdyxerTaWFhYSA9VM7gW2cyuAHHliWMKIwdjZnOtxZP5kxT0gK4kAAAAAISgKzm7apFkmTtWs7bmj1bBZPWQRSWB9aHZeqxFkmkG10FD7RnoA18/AAAAACAEXcmZUGtJ5venlmTarj2UIkmpJLA+5NW6/H/OqHUl0/3NeLKgT3QlAQAAACAEXcnZUjtBeU+ouief1rUWSTbzSOcaCKSWWg1GrS5ZiyFreeQkT0v3fP0AAAAAgBB0JWfRoLEuWmpJlmewSiKrs1lbUbKQRALrxWDxUpG1ALKZUNbiSR92/eGMAAAAAEAIraWSKZKUWsWSFyKLQ42TKoms7smnby2yVNKJBsJZui5ZZJNXj9w47BOyJnz9AAAAAIAQWksl05igIdp+SiO2tdOUb6cAstpn3MSt6Q8LgFCWSBYH49UW3C2EkT3jpAAAAABACNaVnEXN/LgWQzbzSNO3AutPnmYtkU0WjT5lQZ/4+gEAAAAAIVhXcobkg7ZLnKyUUBYiSWBdS++BzWCyGDWzazFqXV7WnLQYAAAAAELQlZx1IxuT6TxaRRJY9w6bTRZyr37z9QMAAAAAQtCVnC21umSxeF3Jajs/j1JJYN2rpZLFmCSy9unmw64/ZMYAAAAAEIKu5MypnaP0a8ojazsXi5NLgHWpOTXrEpO1ekvsFV8/AAAAACAEXclZVOtB5r+msfiRySXA+rN04tj8UPMx1ze6kgAAAAAQQmupZIokxVdRNKPHaiOPJ5uPAsyCkW963gn7ydcPAAAAAAihtVQyjQkatA2klkTW7mwy5gusMxN+Zvlo6zNdSQAAAAAIwbqSvGRkPLnEbgDrnne8KHz9AAAAAIAQrCvJIuNOn9FeYL3ysRWdriQAAAAAhKAryUSM9gLQT75+AAAAAEAIupIAQGC6kgAAAAAQwoaiPcoKAEDHqi8evn4AAAAAQM/p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7XQlB0O6kgBAx3QlAQAAACCE1mZwTZGksgIA0JnUlaxtAAAAAAC90loqqSsJAHQv70rKIwEAAACgt6wrCQAE1qxIDjIFAAAAANAPq00l05DfwaFye//+/S+++GJqTOYdytZvq39i3DYzIm/ojrtOpn3hMSOaF1u+7Y2OaXDVLS19/VhiJvlaPOk/HwAAAABYE+10JVMjoRwNfH6o6Hw0c8Jx2+bxTOnYlj6eCY+tAyt+rdbkdevJiHnfDszF39ZxuviXe4Su/NaPrQNBr/wljrN2myvGZ5BdvuYAAAAAQLGydSVrA3m18cGDh5Z3Grc98jY9wyT/9MjbfHSyub36Y1vieEYe29LHM+GxLfd4WnndJnytRh5npW/ncbkv1PRetGIVh+fiL1bExd+HV6yYjbf9Vo5tucfTyuu2mit/Wa/bal6rSV63wWJFFlKm7QIAAAAAWCODCUc8024HhxYWFqrb0oGhp59+et++fQeXrDV0bHC4mkV/jqd5bB0f57KOrWO9Op40CF540Vo6njW5+J3HlR3JYY/KKzb58XjbX9mxVTuMO7YXXnhhw4YNc3NzG4eqjblDNgyVf1jdpmcYiCoBAAAAoBMrnME1H6Guft20adP8/HwZT+a3pSq2rPLLKsgsDkWbxSpaIADATBksLlmmiLFKHKvoMQ8dc7UnAQAAAAC6t6p1JfPBvrRdjgaWWWN1m9LH6qEykqx2lkoCAMsyWDwRa0olR2qGkbV7AAAAAICOTZpK1sqR+T21PLKKHqvttGe+Q55WAgBMrlaCTDFkmqa1dn91TwEAAAAArLV2upK18cGRu5X3V5O4akkCACuTT9LQrEvWssnB4ukc0jPkz1YAAAAAAJ1YSSqZhvDKZLGWRzZDxzySHLkDAMCEalljHkxWeWRzHtfanxQAAAAAwFpYdiqZT+Watqu4sVaUHBxa9mlhqLbSpFQSAMMnfiYAAAKzSURBVFiWvO+Y/09RVQCZUslUl6x+rf1toSIJAAAAAGthVTO4FofmT6tCx5E7pLSyGUkKJgGAyaXKY9EIJqvbWl0yfzR/BgAAAACgeytMJfNBvXwe11pXsjZxax5M5n9eAACM12w6DhrGTd9aNJaWbD4nAAAAADBty0gl03yt+SSuRTY4mJcmq7G/KrCstSTFkADAajTjxlSXrN0280hhJAAAAACsiZXP4Fob1MtrkcWhAmW6LRbnkc0NAIAlLFGXLIbfQ0YmlLX8sgAAAAAA1sjKZ3CtEsf8zjRTa3l/mVCm7SKLJE3fCgCswMj5V8eVJkfKn0RCCQAAAAAdW14qWZu7tRg/qDc3N1dbSFI/EgBoRR4uNnuTI/NIAAAAAGBtrWoG17TMZH5PcwnJ5i0AwGrk3ceRvclicVRZ6EcCAAAAwJoarCAmzP8kb0COyyDlkQDANIzMJotGTlmMWpYSAAAAAOjSYGVh4bhgcolfC8EkANCeZuJY2xBJAgAAAEB/DFacFNb+sLlspDwSAJi2kYnjErO2SiUBAAAAYE0MVpMXNv92XFQ5bn8AgJVZOnGURwIAAABArwxWnxSOfAYBJADQvXHRo0gSAAAAANbWoK34cMLnkVYCAKs3YcoojAQAAACAnhhMIyYUPQIAa0gYCQAAAAB9s7GYgnFDgdJKAKAtokcAAAAACGQqqeQ4Rg8BAAAAAABgBnWaSgIAAAAAAAAzSCoJAAAAAAAATJdUEgAAAAAAAJguqSQAAAAAAAAwXVJJAAAAAAAAYLqkkgAAAAAAAMB0SSUBAAAAAACA6ZJKAgAAAAAAANMllQQAAAAAAACmSyoJAAAAAAAATJdUEgAAAAAAAJguqSQAAAAAAAAwXVJJAAAAAAAAYLqkkgAAAAAAAMB0SSUBAAAAAACA6fp/AAAA//8kVJsVAAAABklEQVQDAPLZOBOLdEbYAAAAAElFTkSuQmCC"/>
</p:tagLst>
</file>

<file path=ppt/tags/tag6.xml><?xml version="1.0" encoding="utf-8"?>
<p:tagLst xmlns:a="http://schemas.openxmlformats.org/drawingml/2006/main" xmlns:r="http://schemas.openxmlformats.org/officeDocument/2006/relationships" xmlns:p="http://schemas.openxmlformats.org/presentationml/2006/main">
  <p:tag name="MCDIAGRAM" val="mcDiagram:25d9e851-f712-4f1d-accf-4ee7e2a76413:fb3557e2-df35-46f8-a8cd-4abe56c82ed5:0:1"/>
  <p:tag name="MC:BASE64" val="iVBORw0KGgoAAAANSUhEUgAADwAAAALhCAIAAABtlsaNAAAQAElEQVR4nOzdBVhU2d/A8cvMkIKIYiAKiooK2F3Ygd2N3V2rrrvm2mvnYivY3d21ttiBXYiiIJLDwHvk/ndeFoVFBR2Y7+fhmefcc+89t2aGG7/zG1V0dLQEAAAAAAAAAAAAAAAAAAAAACmBSgIAAAAAAAAAAAAAAAAAAACAFIIAaAAAAAAAAAAAAAAAAAAAAAApBgHQAAAAAAAAAAAAAAAAAAAAAFIMAqABAAAAAAAAAAAAAAAAAAAApBhfDoCOjo5OYBAAAABIZQwMDBIYBAAAAAAAAAAAAAAAgO74QgC0HO4c/Y/YlQAAAEDqow13NviHOPslBhoAAAAAAAAAAAAAAEA3xQ2AloOeIyMjQ0JC5HJUVJQcAiKP1QaCxFcGvpP2/faf5TjBSbwnkXyS/G3JWxTJKoF3Jl+e+Il0+btUbke8GhkZKZVKhUKhrZEAAAAAAAAAAAAAAACgY/4VAK2Ncg4ODvb19TU1NY2T+DmBIKof/6pd5x8TmJLIMB1d2Cc/hZ7vB53afD4mOvX20MH9IP08+vzpSEH74Sd+Y+jgnvkp2A8/cT9ERESkTZvW0NBQpVJpY6ABAAAAAAAAAAAAAACga76QAToqKkq8GhsbZ8+eXQIAAAD0g6+vb0REhFw2NDSUY/QJgwYAAAAAAAAAAAAAANA1Xw6A1mg0EgAAAKBPxJlwRESEgYGBQqFQKpXiVQIAAAAA6LHof/9IJgAAAAAAAIBk9VVZ6r4QAC3HQJPrDgAAAPomIiJCoVCoVCr5R1E4JQYAAAAA/SSHPsd+BQAAAAAAAJB85AgNbahGYgI2VJ9XRf1DAgAAAPSJWq02NDSUo595wg0AAAAA+in6H9rLQ64QAQAAAAAAgORjEItCoRCviUla968A6Nh38Uh3B0CfjRo1av/+/bFrihUrNnTo0Bw5ckgpx759+1xcXLJlyyYBABJH7gfIs20AAAAA0Fva0OdHjx5pNJrYiWf04VW7E75YTlbyOsQufLHMgfhhB4L9/1P2/+c+X8P46lP9EYmNT0Sq/0TE3tuf1+vhnk/4E/HD6NX+T/i4xPaDPxGfl/XwE/F5+Yft/8/r9XD/J/yJ+AE+X8P46vlEJN/+j6/M/v/x9GrPJ3xEdGT/x1evV5+I72RhYWFkZKRUKhUx/nP6L2SAjv6HBAB6zMnJqU+fPqIQFhZ28+bNjRs3Dh06dMOGDVIK8eHDh9GjR69cuVICACQa0c8AAAAAAHFVqNFoxBVitmzZVCqVBAAAdNjnsSaxy98cvaEjUTUAAAD4MZI1JpizykR69+5dRESEHPesPbdPeNd9+c4dexwALCwsihUrJpfLlSuXJ0+e4cOHP378OGUlgQYAAAAAAACQSHKf2KioKI1GIwqGhoYEQAMAAAAAAAA/Rnh4uBwALV4NYiQ8fbx37sh7BwCxiacd8uvRo0cXLVqUP3/+I0eOtGnTpmvXrhs2bNi9e/ejR49y5MjRsWPHypUriykfP368evXqEydOiK9jMfGwYcMyZ84s6u/cuTNnzpybN2+mT5++Tp06YnqlUpnIdfiqNqtXry5GtW/fvk+fPjY2NpMmTTp8+LDczuzZsx88eCBmEU2JcqlSpe7duyf+f5QoUUJsjqmpqQQAAAAAAADoKzkGWgIAAAAAAADwo4ibcmq1WqVSKZVKcXdOjoRO2H9PAQB6Liws7Pz580uWLMmTJ4+tra2oefLkSXBw8KhRo1xdXbdt2zZv3ryWLVvu2rWrSZMmv//++7lz58Q08+fPf/78+axZs6ZMmfL06VMxKCrfvn3bo0ePLFmybNmyRcy+d+/elStXJn5NvqrNgwcPildRdnd3T6BN0aCfn9+iGDdu3FiwYIEEAAAAAAAA6Cs5CbRGoyEGGgAAAAAAAPiRImMk/tYcAdAA8GXnzp0rFaNixYp9+/YVjz3Gjx8vjxJfsoMHD65SpUrevHm3bt3asGFDNze3tGnTNmjQoGbNmqtWrRLTvHnzxsbGxt7evmDBgvPmzWvevLmo3LJli6gZNWpUhgwZihQp0r9//9WrV8dZblBQUMA/4oz65jYTNmDAAIVCYWpq2qZNm7179/ILAAAAAAAAANBncgx0YnLMAAAA6LO3b98OGzasfv36rq6uvXv3Xr9+vTZOZfbs2f369ft8lvjqv1br1q3XrFkj/RA/clkAAAB6Tk5MIEevyffoEp5eFd8IAwMDCQD0mJOTU58+fURBpVJlzZo1Y8aM2lFGRkaZMmWSy8+ePRMXvdpRBQoUkDNAN23adPz48ceOHStVqlSxYsVq1qwpT3znzh1RE3tBr1+/zpw5s3awb9++t2/flsu7d++2trbWjvqqNk1NTaVESJ8+fbZs2eSyvb19UFBQcHCwubm5BAAAAAAAAAAAAADxGDt27NOnT2vVquXs7Cyeb65cufLChQvTpk1LYJaSJUvmzp1bAgAAAD4THR0dFRUV/Y/EzKJKoC0JAPSYhYVFsWLFvjgqdvaXyMjI2KMMDAzUarUo1K1bt1SpUufPn/f29l6wYMHu3buXLVsmxVzVd+jQIfYslpaWsQeHDRsWEhIil2NHP39tmxEREbHXKvZYjUajLSuVSm05ODhYAgAAAAAAAPQej0gAAAAS5uvrK55aioeVzs7OYrBixYoFChQYNGjQw4cPHRwc4purTJkyEgAAAPAlBgYGiQ99lpEBGgC+S86cOW/duiUnYxZu3LghasQX8eTJk+vWrVsnRq1atXr27PnmzZvs2bPfv3+/aNGi8nfs2bNnjxw5Urhw4dgN5s+f/4sL+to2Y0dmGxoahoaGajQaOdz51atX2lGiBT8/Pzmhtbe3d4YMGUj/DAAAAAAAABADDQAAkAD5WaR4TCkHQAulS5desGCBNsGTWq2ePn36gQMHFApF5cqVhw4dKipnz5794MGDOXPmiMLz58/F48ugoCDxlLN69erNmjWTvsnevXvXrFnz+PFj8ZS2U6dOlSpVkpcuFnHhwoWXL1+KJ6FlypQZMGCASqWaMWOGv7//27dvfXx8xo0bt2jRovLly1+9elU85LWxsWnXrl3t2rUTWNaGDRt279796NGjHDlydOzYUWxXAvVJuI0AAAD4IkV8I7i1BwCJ0bp1661bt4rr6g8fPmzfvl0UmjZtKq5g379/P2vWrOvXr7948WLHjh22trbp06dv1KjRq1evJkyY4Ofnd+7cuUmTJokpY+dgTsDXtmliYiLFxDSLsU5OTqI8d+7cS5cuLVmyREwWu+Xx48f7+vqKUeLWgLgpIAEAAAAAAAB6jzQxAAAACciWLVvjxo3Fo8n+/ft7eHgcOXJErVYXK1Ysbdq08gSXL18ODg7+9ddfxePUbdu2HT9+PE4LJ06cKFq06OLFi0eNGiWeYIoWpK93+vTpsWPHurm57dq1q1WrVqNHjxaPR0X9qlWrRE2HDh3EQ1V3d/dNmzZpV+Do0aNFihQZOnSoi4uLGPT09BTPW8VkVatWnTJlysePH+NbltiKefPmtWzZUrTcpEmT33//XX7qGl99Um0jAAAA4hNvADS39gAgMWrWrDlo0CAvL6969eodPnx43Lhx1atXF/XiUj88PLxLly7iyv/JkyczZ85UqVQZM2YU1/8vX75s3rz59OnTxSxyX+dE+qo2xShRnjFjxrp166ytrcXdh507d4pVvXfvnmhB26ahoaGDg4NosE+fPg0aNGjatKkEAAAAAAAAAAAAAAkaNmzY5MmTjYyMli1b9uuvvzZp0uTEiRPasdmyZRs1alSlSpXc3d3z5cvn4+MTZ/asWbO2bt1anrJWrVr79u2LM0HAPz58+BDfOointC1bthTtWFpaurm5iYeeq1evlhsXz21FjZWVVcOGDXPlyvX8+XN5Fhsbmx49eoiHvGIWMVi7du1q1aqJsmgnLCzswYMH8S1r69atoinRZtq0acVzVdHCqlWrEqhPzDYCAADge6jiG0EGaAD6TFwPxzeqcozYNQ1jxJnM1tZWXG9/Pru4vF+wYIH0Tb62zd9jyOWKFSsePnxYO6pdu3ba8oAYEgAAAAAAAAAAAAAkmvzkNDg4+NKlS1u3bv3ll1/EU8tixYpJMbG/2slMTU1DQ0PjzOvk5KRQ/C9nn729fZwU0WL6mjVryuUcOXKsX7/+iyvw9OnTy5cvr127VluTLVs28erm5ubn57d58+Y7MXx8fKpUqRJ7Aq1MmTLJBQsLC/EaHh4uxePZs2dyNLOsQIECcqbn+Or/cxsBAADwnVQSAAAAAAAAAAAAYiFNDAAAQAKOHj16+/btXr16iXKaNGlcY7Rp0+b06dNyAPR//uq4UqnUloODg7WBwjJTU1NtBihjY+ME2hELLVeuXJxmZ86cuWnTpsqVKzs7Ozdq1Gjq1KlxJtCKs9wETgIjIyNjD4oNVKvVCdRL/7WNAAAA+E4EQAMAAAAAAAAAAPzLf4bsAAAA6LN37955eXnVqlXLwcFBromIiAgLC8uQIUMiW7h9+7a2fO3atfz588eZQA6kTpidnV1oaKh2ytWrV4uzuMKFC+/atatLly4dO3aUYgKUfX19pe+WM2fOW7duafNS37hxQ9QkUC8lYhsBAADwPeLtXsatPQBI9VxdXU+dOiUBAAAAAAAAAAAAQKLVq1fP0dGxV69e27dvv3Tp0vHjxwcOHPj27duqVasmsoWnT58uWLDg/fv3O3bsuHDhgru7u/T1WrVqtXXr1nXr1gUEBGzZsmX+/PlWVlaiPn369A8ePNBoNGFhYVOnThVLiYiIkL5P69atxbL27t374cMHsdWi0LRp0wTqk2obAQAAEJ94M0Dz424AAAAAAAAAAAAAAACIw8jIaOHChevWrdu3b9/du3dtbGyKFi3aq1evLFmyJLKFggUL3rlzp1atWmnTph03bly+fPmkr+fq6jp27FgvL6/58+fnyZNnzJgxNWrUEPWDBg0aOXJk2bJlM2TIUK9evQYNGty/f1/6PjVr1gwNDRXLmjx5cqFChcQ6y9He8dUn1TYCAAAgPgaxA52joqI0Gk1ERERAQEB4eLi9vb0EAAAA6IdXr14FBQWliWFqairu3iqVSn4XBQAAAAD0h3hiIh6UqNXq0NBQX19fBwcHlUolAQAAIKnNnj37wYMHc+bMkVIvfdhGAACAJOTn5xcYGGhiYmJubq6N2VAoFAnMQgZoAAAAAAAAAACAf6FDLAAAAAAAAKDL4g2A5tYeAAAAAAAAAAAAAAAAAAAAAF1DBmgAAAAAAAAAAAAAAAD8IP3795dSO33YRgAAgJ9LJQEAAAAAAAAAACAW0sQAAAAAAAAAuowAaAAAAAAAAAAAgH8xMDCQAAAAAAAAAOiqeAOgubUHAAAAAAAAAAAAAAAAAAAAQNfEGwDNj7sBAAAAAAAAAAAAAAAAAAAA0DVkgAYAAAAAAAAAAPgX0sQAAAAAAAAAuowM0AAAAAAAAAAAAP9CmhgAAAAAAABAl5EBazA96gAAEABJREFUGgAAAAAAAAAAAAAAAAAAAECKQQZoAAAAAAAAAAAAAAAAAAAAACmGSgIAAAAAAAAAAEAspIkBAAAAAAAAdBkB0AAAAAAAAAAAAP9iYGAgAQAAAAAAANBV8QZAc2sPAAAAAAAAAAAAAAAAAAAAgK6JNwCaH3cDAAAAAAAAAAAAAAAAAAAAoGvIAA0AAAAAAAAAAPAvpIkBAAAAAAAAdBkZoAEAAAAAAAAAAP6FNDEAAAAAAACALiMDNAAAAAAAAAAAAAAAAAAAAIAUgwzQAAAAAAAAAAAAAAAAAAAAAFIMlQQAAAAAAAAAAIBYSBMDAAAAAAAA6DICoAEAAAAAAAAAAP7FwMBAAgAAAAAAAKCr4g2A5tYeAAAAAAAAAAAAAAAAAAAAAF0TbwA0P+4GAAAAAAAAAAAAAAAAAAAAQNeQARoAAAAAAAAAAOBfSBMDAAAAAAAA6DIyQAMAAAAAAAAAAPwLaWIAAAAAAAAAXUYGaAAAAAAAAAAAAAAAAAAAAAApBhmgAQAAAAAAAAAAAAAAAAAAAKQYCgkAAAAAAAAAUpRGjRq1atVKSgaPHz82iMXIyChPnjxNmzZ9+/Zt7MmOHz/u7u6ePXv2XLlyde7c+erVq3L98uXLxVzHjh2LPfH169dFO4sXL5YApBykiQEAAAAAAAB0GQHQAAAAAAAAAPAvs2fPPhpj586dbdq0OX369ODBg7Vjhw0bVq1atYwZM86fP/+XX37x8/MrUaKEp6enGNWxY0cxqkePHuHh4drpxWCFChW6du0qAUg5DAwMJAAAAAAAAAC6ShXfCG7tAQAAAAAAANBPBQsWrFSpklyuWbOmnZ1djx49/vrrL1NT02PHjk2dOvXIkSOVK1eWJxCj+vTp069fv1q1amXMmHHRokUuLi6TJk0aM2aMFJMT+noMCQAAAAAAAAAAJJF4M0Dz424AAAAAAAAAUpagoKBhw4Y5OTmlS5fOzc3txo0bonLIkCF169aVJ9i8ebOBgcHZs2flwcKFCy9fvjwxLWs0GjlnxPTp09u2bauNfpaJSpVKJSeBzpkz58iRI6dOnfrw4cO3b9+OGDFi0qRJ9vb2EgAAAAAAAAAASCLxBkCTARoAAAAAAABAytKvX7+dO3cuWrTo/v37+fLlc3V1ffv2ba1atY4fP65Wq8UEJ0+eNDQ0lAOgX7586e3tLcYm3OaFCxemTp3aqlUrExMTMShadnZ2jjONsbFxhQoV/v77b3lw8ODBYul//PHH2LFjnZycevXqJQFIaUgTAwAAAAAAAOgyVXwjuLUHAAAAAAAAIAUJCgpasWLFtm3bypcvL8VkZd63b9/ixYsHDRoUFRV1+vTpSpUqnTx5snnz5nIA9MGDB0uXLm1jY/N5U7ETPFtZWdWqVWvevHlSTB7ou3fvfnGWdOnSPX78WC4bGhp6eHiULVs2TZo0Fy9eJNkEkBLxyQUAAAAAAAB0WbwB0NzaAwAAAO7fvx8YGPjxH8HBweJVzh0IAACAn8XV1fWL9eLkTbyWKlVKHlQoFCVLlrxz546xsXHNmjWPHz/u7Ozs4+MzY8aMli1bigmOHj0aX/rn2bNnFyxYMCIiYtq0aeIMcNmyZXL6Z6VSaWRk9O7du89nefbsWcaMGbWDJUqUqFSpUtasWXPnzq2tFK1JAHReVAzxDWBqasqzEgDQW+K/QLp06dKmTWtpaSkKuXLlkk8IAQAAAAA6ggzQAAAAQFy3b9++fv361atXM2XKZGVlZW5ubmFhYW1tnSNHDvHMQ6lUSgAAAPh5YscZfy52tKIoh4eHi0KNGjXWrl1boECBsmXLlitXLjg4+M6dO4cPH960adMXGylYsGClSpVEoUyZMk5OTt27d1++fLlCoRA11apVEyeKcab/+PGjqBw2bFjsSpVKZWhoGLumXr16EgAdFh0jMjJSfHW8f//exsaGC0AA0FshISHif8GHDx/u378vCk+ePClSpIg4mcyTJ48EAAAAANABKgkAAABAjKdPn/r4+Dx69MjOzq5o0aJNmjSxsLCQAAAAkELkypVLvJ4/f16OM46Ojr5w4UKzZs1EuW7dur1793Z2di5fvrxKpRKv8+fPDwsLK1myZMJtihNCMWWDBg0KFCgwZMgQUTNw4MDq1av36NGjTJky2sn+/PNP0Zo4gUy4tbx580oAdJj43oiKilKr1aGhob6+vg4ODuIbQwIAQJICAgJOnTq1ePFiU1NTcTYoziclAAAAAMBPxZ07AAAAQPLx8Vm/fr2ZmVmRIkVatmwpHmMYGRmR6AsAAECXvX379tixY9pBKyurQoUK9e7de9iwYaKcN2/eyZMnP3/+vH379mJstmzZnJ2dly9fvnfvXjFYoUKFcePGtWrVKna66PjUr1+/devWf/zxR5s2bWxsbKpVqzZlypQqVar069evfPnyAQEBos1t27aJxnPmzCkBSC0S8/0AANAf6dKlqxvjwoULW7duvXv3btu2bY2NjSUAAAAAwE8SbwA0t/YAAACgD169eiWeWAQEBNSsWTNt2rRp0qSRAAAAkBIciqEdrFWr1t69e6dNmzZmzJhOnTp9+PChevXqx44d0wYli8G7d++WLl1aigmADgsLq1GjRiKXNX369J07dw4dOtTT01MMioKjo+PixYuXLl2aLl26KlWqXLp0KX/+/BIAAABSuxIlSri4uKxatWrSpEm9evXKlCmTBAAAAAD4GQyio6O1A1FRURqNJiIiIiAgQDwAyJEjhwQAAACkUu/evdu+fbuPj0+9evVKlSrl6+sbFBSUJoY2AzTdAgEAAABAf4gnJuJBiVqtDg0Nff36dc6cOVUqfkgTAPBlJ06c2Lt37+DBg62trSUAAAAAwPfx8/MLDAw0MTExNzfXxmwoFIoEZol3HKEeAAAASMWuX78+ZswY8Uj7999/L126NGe/AAAAAIDYYqePAQDgc66urm3atJk/f764xygBAAAAAH64eAOgubUHAACA1Orw4cMeHh41a9bs1auXqampBAAAAADAv9FRFgDwn1xcXEqUKCHuNPJsHQAAAAB+PDJAAwAAQI+IRxGrV6/evXt3r1696tSpIwEAAAAAAADAt6pdu7aRkdGmTZskAAAAAMCPRQZoAAAA6Au1Wr1gwYKHDx/++uuvTk5OEgAAAAAAAAB8n86dO9++ffv8+fMSAAAAAOAHUkgAAACAfvjrr7/E67BhwzJmzCgBAAAAABA/0sQAABLJ2Ni4W7duGzdu/PjxowQAAAAA+FEIgAYAAEDqp9Fo5s2bJ167d+9uZGQkAQAAAACQIAMDAwkAgMTJkiVLuXLlNm7cKAEAAAAAfpR4A6C5tQcAAIDUQaPRLFq0KDIysnfv3iqVSgIAAAAAAACAJFW7du379+/fu3dPAgAAAAD8EPEGQPPjbgAAAEgFoqKiFi1aFBoa2rt3b0NDQwkAAAAAAAAAkpqRkVHbtm09PT0jIyMlAAAAAEDyIwM0AAAAUq3o6OilS5d+/PixT58+RD8DAAAAABKPNDEAgK/l5OSUPXv2ffv2SQAAAACA5EcGaAAAAKRO4oR2xYoVAQEB/fr1MzIykgAAAAAASDTSxAAAvkGLFi2OHj3q6+srAQAAAACSGRmgAQAAkArJ0c+vX7/u16+fsbGxBAAAAAAAAADJzNLSsm7dul5eXhIAAAAAIJmRARoAAACpkHjG8PLly/79+xP9DAAAAAAAAOCHqVSpUlhY2N9//y0BAAAAAJKTQgIAAABSl3Xr1j19+nTAgAGmpqYSAAAAAABfjzQxAIBvY2Bg4O7uvmXLlpCQEAkAAAAAkGwIgAYAAECqsm7dunv37g0YMCBNmjQSAAAAAADfxMDAQAIA4JvY29sXL1588+bNEgAAAAAg2cQbAM2tPQAAAKQ4mzZtun379sCBA4l+BgAAAAAAAPCzNGjQ4ObNmw8fPpQAAAAAAMkj3gBoftwNAAAAKcuuXbu8vb0HDRpkYWEhAQAAAAAAAMBPYmxs3Lx5c09PT41GIwEAAAAAkgEZoAEAAJAa7N+//9y5c4MGDbK0tJQAAAAAAPg+pIkBAHynokWLpk+f/uDBgxIAAAAAIBmQARoAAAAp3pEjR44fPz5o0CArKysJAAAAAIDvRpoYAMD3a9u27cGDB9++fSsBAAAAAJIaGaABAACQsp04ceLAgQODBw8m+hkAAAAAAACA7hB3LGvUqOHp6SkBAAAAAJIaGaABAACQgp04cWLPnj2DBg3KkCGDBAAAAAAAAAC6pFq1ah8+fLh06ZIEAAAAAEhSCgkAAABImc6cObNr165BgwZlypRJAgAAAAAg6ZAmBgCQJJRKpbu7+8aNG8PDwyUAAAAAQNIhABoAAAAp0vnz57du3Ur0MwAAAAAgORgYGEgAACQFBweHAgUKbNu2TQIAAAAAJJ14A6C5tQcAAACddf78+U2bNg0YMCBLliwSAAAAAAAAAOiwRo0aXbp06cmTJxIAAAAAIImo4hvBj7sBAABAN12+fHnDhg0DBw60tbWVoPNiX1lwlQEAAAAgjtjZWMjMAgBIrczMzJo0aeLp6TlixAiFgl9pBgAAAIAkEG8ANPcZAQAAoIOuXbu2evXq/v37E/2cIsgRz9GxSAAAAAAQi0Es4pJBd55NcP0CAEhapUqVOnPmzNGjR6tWrSoBAAAAAL4bGaABAACQYty6dWvlypV9+vSxs7OToPPka4qoqKigoKDw8PDYwdDSDyfHUiSmHCfqIjFl6IhEHtn4XuWJOeIpAp9ofcMRT90Sc3zjG8sRT4n4ROub/zzKglKpNDExUfxDd44pby0AQJJzd3efMGFC0aJFraysJAAAAADA9yEDNAAAAFKGW7duLV26tE+fPjlz5pSQQkRHR0dFRQUGBoqCoaGh9E+Eyo98lddErMYXy7Ejq7Qh2l+sT7j8U/zgPfk9+//HSPhIJeY1Me1I7PkfJYF4KflTLG9pwuXYr4mZ/tv2c6rZ5zIdfD9/fqTkVY1Oyd/hsX3+btepb5Lkfrcn/hglyRFP4LtFl/d8qqFT+znh/Z8KpJR3uEajiYiIUCqVKpVK+icbtAQAQCplbW1dtWrVDRs2dO/eXQIAAAAAfB8yQAMAACAFuHv37pIlS3r16kX0c8oS9Q8rKysLCwsJAAAAAGIJCwsLDAyMiIiQQ6INYhJCSwAApF61atUaO3bsrVu3nJycJAAAAADAd1BIAAAAgG7z8fHx8PDo3r177ty5JaQc0TE0Gk2qzF8IAAAAIElERUWFh4dHRkbK1w66k5yFNDEAgOSgUqnc3d29vLwiIiIkAAAAAMB3IAAaAAAAOs3Hx2fhwoVdunTJmzevhJRD+5P0UVFROhXEAAAAAECniIsFtVodGRkpXztIOhN5TDdOAEAycXR0zJMnz65duyQAAAAAwHeINwCaW3sAAAD46R49erRgwYLOnTvzi5ApkRz3HBUVJXF9AQBJQXyjVqhQwYF9YjMAABAASURBVMvLK079oUOHypUr9+HDh/bt269YsUJKIn/++efQoUMlPRASElKqVKlr165JAICfQfyDU6vVGo2GzpMAAP3RrFmzs2fPvnjxQgIAAAAAfKt4A6C5yQgAAICf6+nTp/PmzevQoQPRzyla9D8kAMD3USgUlStXPnLkSJz6gwcPlitXLm3atA0aNChUqJCEr2RoaNi5c+dMmTJJAICfJCoGVw0AAP1hbm5ev359T09P/v0BAAAAwDcjAzQAAAB00dOnT+fMmdOmTZuCBQtKSOHEgxyuLwAgSdSsWfPmzZuvXr3S1oSEhJw6dapWrVqi3Lhx4yJFikj4SoaGht26dcuSJYsEAPgZtKHPutZzkog0AECyqlChgng9efKkBAAAAAD4Jqr4RnBrDwAAAD/Lixcv5syZ07p166JFi0pI+QwMDLi+AIAkUbp0aSsrq4MHD7Zr106uOXz4sImJiaurqyi3b9++cuXKHTp0ePz48erVq0+cOKFQKPLnzz9s2LDMmTNPnTr1zZs3f/75pzyjdmK1Wj179uwLFy68fPkyU6ZMZcqUGTBggEqlkr7enhg3b950cXHp3bt3vnz5ROW5c+dWrVolKtOnT+/m5taxY0fRuFi3+fPnFy5c+PTp06GhodWqVWvVqtXYsWPFmpcoUWLEiBHp0qUT04gVK1Wq1L1798LDw0V9165dTU1Njx49umjRIrFdR44cadOmjajcu3fvmjVrxLw5c+bs1KlTpUqVxHK/uBPEspYvX37s2DGxK/LkydO9e/dixYqFhISIXbF48eKCBQsGBwcvWbJEzPX27VuxFQMHDsydO7e8u8qXL3/16tUbN27Y2NiI/V+7dm0JAJAUxBe1pJOPJOjGCQBIbu7u7jNmzBC3QM3NzSUAAAAAwFciAzQAAAB0i6+v76xZs5o3b070c2rC9QUAJAmlUlmzZs0jR45oaw4ePChq4sQrz58///nz5+L/6ZQpU54+fSoGE2hz1apVu3bt6tChw44dO8TT902bNh0/flz6ert3754wYUL16tVFC3ny5OnTp8/79+8fPHgwePBgJyenrVu3Dh8+fPv27YsWLZKnf/z4sdicFStWDBgwYNu2bWJsr1691q1b9+7dOw8PD3kasRV+fn6LYty4cWPBggVy/ZMnT4KDg0eNGuXq6nr69OmxY8e6ubmJrWjVqtXo0aO9vb3j2wliNfbt29e7d29PT09zc/MxY8bE2Qox8YkTJ37//XcxZY4cObp27Sq2Qh4lZmnUqJHYS1WrVhWTffz4UQIAJAV6SwIA9JatrW358uU3bNggAQAAAAC+XrwB0NxzBAAAwI/n6+s7c+bMRo0alSxZUkIqwvUFACSVWrVq3b59+9WrV6IcGBh44cIFURNnmjdv3tjY2Njb2xcsWHDevHnNmzdPoMGsWbOOGzfOzc3NysqqYcOGuXLlev78eXwTBwUFBfwjzqgdO3bUrFmzQYMGGTJk6NevX7ly5V6/fr1z506xGr179xaNi3/u3bt3X716tUajkWdxd3e3trauV6+emKVatWolSpTInDmzmNHHx0fb7IABAxQKhampaZs2bfbu3RsVFSUqRQuDBw+uUqVK3rx5vby8WrZs2bp1a0tLS7EVjRs3FouIbye8fftWTCbmypYt2x9//DFmzJjIyEjtsoKDg/fv39+nT58iRYqkT59eLEKs9pYtW+SxtWvXFispZheLCwsLe/DggQQASAr0lgQA6LM6deqIK6B79+5JAAAAAICv9C2/ZwoAAAAkBz8/vxkzZjRs2LBs2bISUhdiGgAgqeTPnz9HjhwHDhxo3769eM2SJUvBggXjTNO0adPx48cfO3asVKlSxYoVq1mzZgINurm5iX/BmzdvvhNDPHqvUqVKfBP37dv39u3bcnn37t3W1tbaUc+fP69WrZp2cOzYseJ18eLFLi4u2kqxqpGRkXKAtVKptLGxkesNDQ21TalUqtDQULmcPn36bNmyyWV7e/ugoCBfX19RNjIyypQpk1z/9OnTy5cvr127VrsUeZYv7oTatWtv3769cePGRYsWLVSokNh2sbiIiAhtU+K1QIEC8qBCoXB2dn78+LE8qF2ihYWFeA0PD5cAAElBZ3tL0o0TAPADiKubtm3benp6jh49Os5v+wAAAAAAEsZFFAAAAHSCv7//jBkz6tatS/RzqkToAAAkITc3tyNHjrRv3/7QoUPiX+fnE4jKUqVKnT9/3tvbe8GCBbt37162bFmcvijaNMwzZ87ctGlT5cqVnZ2dGzVqNHXq1AQWPWzYsJCQELkcO/pZiglc/uIssZcrl9VqtRQTXiz9F6VSqS0HBwdr54ozb5s2bcqVKxdnri/uhNy5c4uCqLx27ZoorFmzZuPGjWZmZvGtgFhhbXh0nIXyrw0AkorO9pakGycA4MdwcnLKli3b3r1769WrJwEAAAAAEi3eR03c2gMAAMAP8/79++nTp9eoUcPV1VVCasT1BQAkITc3tzt37ty7d8/b2/vzAOjo6OhJkyb5+vrWqVNnxIgR06ZNu3Xr1ps3b4yMjOQYYiEyMtLPz08u79q1q0uXLuPHj2/VqpWjo6OcYjk++fPnL/aPOKPEA3uxVtrBdu3a7d69287O7ubNm9rK69evq1QqbVLn/yRWW7ueYmMzZMiQOXPmONOIRYSGhmrXSqyD2N74dsKGDRv27dsnzjf69Omzbt26qKioCxcuxN4E8apdYdGIKOfIkUMCACQnupQAANCyZcsjR44kfDkGAAAAAIgj3gBo7jkCAADgx3j//v2MGTMqVqxYpUoVCakU1xcAkIQyZ85crFixCRMmFClS5POAYAMDA/G/ddasWdevX3/x4sWOHTtsbW3Tp0/v7Ozs7e29bdu2CxcujB49OjQ0VJ5ejHrw4IFGowkLC5s6daqYV5vz+Ku0atVq//79u3fvDggIWLp06ePHjwsUKNC8efNHjx7Nnz9fNCuW+9dff9WvX9/ExCTxzY4fP97X1/fSpUtr1qzp1KnT5z1qxHK3bt26bt06sdwtW7aIZVlZWcW3E6KiohYsWHDs2DExdvPmzWJL8+fPr23KwsKiYcOGc+bMuXLlyrt372bOnPn27dsv5tgGACQheksCAGBpaVmvXj0vLy8JAAAAAJBoZIAGAADAzxQYGDhjxozSpUvXrFlTQurF9QUAJC3xf/POnTvx/ffs379/eHh4ly5dGjdu/OTJk5kzZ6pUqmrVqrVv337q1KmjR4/OmjWr9lcXBg0a9Pfff5ctW1ZMbGVl1aBBg/v370tfr3z58r/++uuaNWvq169/6dKluXPn2tnZ2djYLFiw4Nq1aw0bNly4cGHTpk0HDx6c+DYNDQ0dHBzEivXp00esmJj982nEhowdO3b37t316tXbtWvXmDFj3Nzc4tsJooVixYoNGzasVq1aYlXF3oiT4FnsjYoVK4pGWrRo4e/v7+Hhkfh81QCAb6OzvSXpxgkA+JEqVaoUFhZ29uxZCQAAAACQOAaxb+FFRUVpNJqIiIiAgABxfcVPfAIAACBZBQUFTZs2rUCBAl+MZ/rBXr16JdYnTQxTU1MjIyOlUknY7jcTFxri+iIyMlJcWbx588ba2trCwkICACDRTpw4MWLEiFOnTkkAgNRLXC+8ffs2PDxcvhYzMTExNDRUKBQ/61pMvpBRq9WhoaGvX7/OmTOnSqWSAAD4IZ48eTJ37txx48aZmZlJAAAAAKBn/Pz8AgMDxR1Cc3NzbcyGuFWYwCxkgAYAAMDPERQUNHPmTB2JfkZy4/oCAAAAwBeRaBkAAJm9vX2JEiU2b94sAQAAAAASId4AaO45AgAAIPkEBwfPnDnT0dGR6Gc9wfUFAAAAgC+ityQAAFoNGza8efPmw4cPJQAAAADAf1FIAAAAwI8VGho6a9asnDlztmzZUoJ+IKYBAPC1XF1dT506JQEAUjud7S1JN04AwI9nbGzcrFkzT09PjUYjAQAAAAASRAA0AAAAfqjQ0NDZs2fb2dm1bdtWgt4gdAAAAADAF+lsb0m6cQIAfopixYqlTZv2wIEDEgAAAAAgQfEGQHNrDwAAAEkuPDx89uzZmTNnbtu2LSeceoXDDQAAAOCL6C0JAEAc7u7uBw8efPv2rQQAAAAAiF+8AdDccwQAAEDSioiImDNnToYMGTp06EA4rL7h+gIAAADAF3F5CABAHNbW1jVq1PD09JQAAAAAAPEjAzQAAAB+BLVaPW/ePHNz886dO3OqqYc46AAAAAC+SGd7S9KNEwDwE1WvXv3Dhw8XL16UAAAAAADxIAM0AAAAkp1arZ4/f76pqWm3bt0UCoUE/cP1BQAAAIAv0tneknTjBAD8REql0t3dfdOmTeHh4RIAAAAA4EvIAA0AAIDkFRkZOX/+fJVK1a1bN3HjXoJe4voCAAAAwBfRWxIAgC9ycHBwdnbeunWrBAAAAAD4EjJAAwAAIBlpNJq//vpLFHr06EH0sz7j+gIAAADAF9FbEgCA+DRp0uTy5ctPnjyRAAAAAACf4ffHAQAAkFw0Gs2iRYsiIyN79+6tUqkk6DFiGgAAAAB8kc72lqQbJwDgpzMzM2vUqJGnp2dUVJQEAAAAAPg3AqABAACQLMRN+UWLFoWGhvbu3dvQ0FCCfiN0AAAAAMAX6WxvSbpxAgB0QZkyZUxMTI4cOSIBAAAAAP4t3gBobu0BAADgm0VHRy9duvTjx499+vQh+hkS1xcAAAAA4kFvSQAAEta2bdvdu3e/f/9eAgAAAADEEm8ANPccAQAA8G3EmeSKFSsCAgL69etnZGQkAVxfAAAAAIgHvSUBAEhYlixZqlSp4uXlJQEAAAAAYiEDNAAAAJKSHP38+vXrfv36GRsbS0AMri8AAAAAfJHO9pakGycAQHe4ubn5+fl5e3tLAAAAAIB/kAEaAAAAScnLy+vly5f9+/cn+hmxcX0BAAAA4It0trck3TgBALpDpVK5u7uvX78+IiJCAgAAAADEIAM0AAAAksy6desePXo0YMAAU1NTCYiF6wsAAAAAX0RvSQAAEsPR0TFXrlw7d+6UAAAAAAAxyAANAACApLFp06Z79+4NHDgwTZo0EvBvXF8AAAAA+CJ6SwIAkEgtWrQ4c+bMixcvJAAAAACAJKkkAAAA4Ltt2rTp+vXrQ4YMsbCwkIDPENMAAACQ5Ohjhp8rqU7ydfadzEcMAKBrzM3NGzRo4OnpOWzYMO62AQAAAAAB0AAAAPheu3bt8vb2JvoZCSB0AAAA6BSlUil9PY1GI+kA7ZmVXOBECz+FgYGBeO/JoVffGYCls/FbBJYBAHRQhQoVzpw5c+LEiYoVK0oAAAAAoN/iDYDm1h4AAAASY//+/efOnRs0aJClpaUExIPrCwAAgCShDXoWoqKiov8hAT+KQSwKhSJ2JPS34Q0MAEDiif+57u7uM2bMKFy4MPdjAQAAAOi5eAOguecIAACA/3TkyJHjx4//8sthfJx7AAAQAElEQVQvVlZWEhA/ri8AAACSijizCn3x4k779nLUKSda+ClyTJxoXqSIUqlUxJC+A70lAQD4Kra2tuXKldu0aVPnzp0lAAAAANBjZIAGAADANzpx4sSBAweIfkZicH0BAADw/bSJnzVqdeSHDxbOzqZ2dhLwY0W89Q+4cD4sONhYrZZiTvXlKPxvPufX2SB+ehcAAHRW3bp1x4wZc+/ePUdHRwkAAAAA9BUZoAEAAPAtTpw4sWfPnkGDBmXIkEEC/gvXFwAAQNdkj3H69Glt1Kavr6+Njc3Zs2dLly4t6TA5BloUMtaokaVhIwn4sQIuXgi4cF6tVkdGRoqPj0KhMIghfSud7S1JN04AgM4yMjJq27atp6fn6NGjVSqVBAAAAAB6Kd5fpuPWHgAAAOJz5syZXbt2DRo0KFOmTBKQCFxfAAAAHXT27NkFCxZIKcr/MkBrNBLwU6nV6oiICPFWFG/I7+zuSG9JAAC+gZOTk62t7Z49eyQAAAAA0FfxBkBzzxEAAABfdP78+a1btxL9jK/C9QUAANBBRYsW/f3331+9eiWlHNEx5AzQwE8UGSMqhvR96C0JAMC3adGixdGjR319fSUAAAAA0EsKCQAAAEi08+fPb9q0acCAAVmyZJGARCOmAQAA6BpxftK1a1cHB4ehQ4d+PjYoKGjYsGFOTk7p0qVzc3O7ceOG9ENEhYX95zQEQEMXaGLI6Z9l0rfS2d6SdOMEAOg4KyurOnXqeHl5SQAAAACglwiABgAAQGJdvnx5w4YN/fv3t7W1lYCvQegAAADQQUqlctGiRWvWrDl27FicUf369du5c6cYe//+/Xz58rm6ur59+1ZKfk+mTXu1erXEuRN03vfHPWvpbG9JunECAHRflSpVwsLCzp49KwEAAACA/ok3AJpbewAAAIjt2rVrq1ev7tevH9HP+AZcXwAAAF0jx24WK1asd+/ePXr0CA8P144KCgpasWLFpEmTypcvnzFjxunTp2fOnHnx4sVS8gt79uzpzJl3+vSJ/PAhvmnoWoZUhrc0AADfTKFQuLu7b968+ePHjxIAAAAA6Jl4A6C55wgAAACtW7durVixok+fPnZ2dhLw9bi+AAAAOmvixImBgYGTJk3S1ty/f1+8lipVSh5UKBQlS5a8c+fOszlzbnfv7r9vn3ZK9Zs3IffuiVcpiUTE5JkOPHfueqtWH65ckQA9QG9JAAC+h729ffHixbds2SIBAAAAgJ4hAzQAAAD+w61bt5YuXdqrV6+cOXNKwDfh+gIAAOgsc3PzWbNmTZo06d69e1Ks85bYJzCiHBEREezj8+HSJU1IiLb+7b5911u3vuzmdq548YuVKnk3avR0xgzt2KjQ0OBbt8JfvZISTe3vLxciXr++3b3788WLJY1GAlI1ne0tSTdOAEBK0ahRo+vXrz98+FACAAAAAH1CBmgAAAAk5O7du0uWLOnZs2fu3Lkl4FtxfQEAAHRZixYtqlatOnDgQCnmvCVXrlyicP78eXmsqLlw4ULevHmz9+iRY9gw80KFtDMqjI2NMmeWy5qPH8OePVO/f68dG+Ljc6Ndu6v16p0rXvxC+fJX69e/3aNH7OV+vHlTzKKJ9XvlsctSVNQLD49b3btro6KBVElne0vSjRMAkFIYGxuLE1pPT08NfecAAAAA6BNVfCO4tQcAAAAfHx8PD4/u3bsT/YzvxPUFAADQcfPnz3dxcZHLlpaWvXv3HjZsmJWVVd68eSdPnvz8+fP27dunsbNL4+QUe67MzZuLP1EIf/Ei3Nc3/NUrI2tr7dioyEiT7NnDnj37VA4LC3/5Ms5Cb7Zvry0bZcxomD795ysWdPXq9Vatco0bZ1m6tASkRvSWBADg+xUvXvzkyZP79++vXbu2BAAAAAD6Id4AaO45AgAA6DkfH5+FCxd26dIlb968EvB9uL4AAAA6LmfOnL/++uvIkSPlwWnTpo0ZM6ZTp04fPnyoXr36sWPHxAQJZNQztrUVf3Eq0xYpUmjrVlGIePMm/NWriFevotRq7VjNx49p8uVTv38v/qIjIsQ04u+LjavfvbvTu7cqXbqcv/2W1tVVAlIXeksCAJAk3N3dJ06cWLJkSetYXfIAAAAAIBVTSQAAAMBnHj16tGDBgi5dujj9O8Ud8G2IaQAAALrmWUxi5th+jyGXTUxMJseQkoJRxoziTypYMHal0tzcxctLLkeFhMiR0Dc7dPhyEwYG6oCA8NevJSDV0dneknTjBACkLNbW1tWqVfP09Bw4cKAEAAAAAHqAAGgAAADE9fTp03nz5nXo0IHoZyQVQgcAAAASoDAzMxZ/n+WQlqUtVSpzkybGWbMa2dhIQKqjs70l6cYJAEhxataseSFGiRIlJAAAAABI7eINgObWHgAAgH56+vTpnDlz2rRpU/DfCeqA78H1BQAAwH96sWhRnJp0FSrYduli7uwsD0ZHR2s0GglIXegtCQBAUlEqle7u7gsXLhS3do2NjSUAAAAASNUU8Y3gniMAAIAeevHixZw5c1q3bl20aFEJSDpcXwAAAN0R4esr6aSwly//VzIwSF+tWoG1a/POnKmNfgZSK3pLAgCQhBwcHAoUKLB161YJAAAAAFK7eAOguecIAACgb3x9fWfNmtW8eXOin5HkuL4AAAA6IjIg4HbPnpJOUr99KykU1m5uBTduzDN5slmePBKgB3S2tyTdOAEAKVTjxo0vXrz45MkTCQAAAABSNTJAAwAA4BM/P78ZM2Y0atSoZMmSEpDUuL4AAAC6QBMcfLtXr7BnzySdlK5cucJbt+b64w/THDmk5DGoomsbezvtX9/SpSa0bPHo2rWE54qOiprXp0/3QgXHNmksfaWzO7b7JUXwjee4sXMSjFy/dOBAlwIuUqKd37OnR5HCUrJZO2nitE4dJSSCzvaWpBsnACCFMjc3b9y4saenZ1RUlAQAAAAAqZcqvhHc2gMAANAfcvRz3bp1y5YtKwHJgOsLAADw00Wr1Xf79Qu5d09pYRH88KGJvb2kY7K0aiUlv0otWpRr9CmOOToq6vndu8c3bZzbt8+fhw4rDQ3jm+XJrVtnd+5oOWy4U7mvu14IDgyc17fvxD17JSB+9JYEACDJidu8Z86cOXLkSLVq1SQAAAAASKXiDYDmniMAAICe8Pf3nzFjRu3atV1dXSUgeXB9AQAAfj4DAwMTEwMjo3zz5ulg9PMPY21r61SmjFx2LleucJXKgypWvPX32QIV4r0cCP34UbzW7tZNqVJJQFKjtyQAAMmhbdu2U6ZMKVasmJWVlQQAAAAAqRE3rAEAAPTa+/fvp0+fXqNGDaKfkayIaQAAAD+dgUqVf/78jzdumDs7S/g3AwOFXDizfdu+pUuf+/hky5OnQe8+xWrUOL11y4IBA8SodrkcWg7/1a1z53WTJ904c8bv6dMMNjaFKlZs9esIOXv06W1bT2/d6nP5Su5iRVv8MtTe2blbwQKifkRttza/j6zdteuNU6d2L1rkc/WKpbV1+UaN6vXspVSpLh04sHnWTIeCBc/t2VO7S5dClSqNrFdv1MZNeUuWjG9tD6/2OrVly7O7d9NYWuYuXKTN77+nt7GRR4n2D65aqYmMdC5Xrv2YsaYWFqLyyc2baydN8vG+ms7aukKTJmK5CqVS21p4cPCOhQsvHTzw7uUre2enJgMG5itdOs4SfR892jpn9o3Tp8VpbYEKFdr89ru5lVVwYKDYwOZDh+5btkys/y/LV1zcv/+Qp6dYUJ7CRczSptXO/sUViLPhjfr1/89V8rlyRSzr5ulT1rbZ6vXsWbJ27fjWLezjx87OTs2GDLl+8qQ6PNw2Tx7RfiY7OzH9B3//tZMminqNWl20WrXWv/0udqP0U+lsb0m6cQIAUrQsWbJUrlzZy8urb9++EgAAAACkRgoJAAAA+ur9+/czZsyoWLFilSpVJCA5EToAAAB0hLmLi4R/+L944TV+fMbs2fPFRBt7Hzu6cODAcg0bzT1ztlanTgsHDbx/6VK5Ro1/W7dejF314GG9nj13L150fNOm+j17zj51uk637vtXrLh86JAYe2rLlsXDhpWuW2/a0aN2+fJPdm8b9O7domvXxaiJe/bW7tr1xb1707t0zlmgwIxjxzv+Mf7Y+vVbZ8+WV+P5vXuhQR+7/zmtaLXqVpkyNx00KEPWrPGt893z55eNGFHQ1XXa4SOdJkx4dOO6WCV5VOiHDzdOnfpt7bres+fcPXd+9YTxojLwzZvxrVpaZ7OdcfRY1ylTT2/btsvjr9gNijU5s3178yG/jN+1yyxtWo8hQ+IsMSI0dEa3rsEfPozauHH4Kk//ly9n9uiuHXv54MFO4yfU7NBBbODMbl1dypefdfJk0erV/t61U54ggRWIveH/uUqvHz+a0KqlVeZMUw4crNWpozg6N0+fTnjdTm7ePOAvj3Hbd6SxtJzTq5dcObN7N99Hj35ZvmLs1m0f3r2b3+/nR0TpbG9JunECAFK62rVr+/n5eXt7SwAAAACQGsWbAZpbewAAAKlbYGDgjBkzSpUqVbNmTQlIZlxfAACAn+X5ggWqDBmytGghIcamGTPEn1w2NDbOVaTI4CVLVUZGYnDPosVuXbrU7NRJlMs2aPjk1q29S5fmKVYs9uwZs2XrNXNWkapVRblSixaHPD1fP3kiyic2bSzXsKFrs2ai3HL48MC3b969emWdLZt2xuObNtrmztP8l19E2blcuSYDBi79bUTjmNzSGrW67ciRVlmyyFM26j8ggfU3UCg6/PFH9XbtRTld5sxFq57wjVkBKeacs/PEiWKhGbNnr9+7t+cf4zqOn3BkzeqsDg5dJk8RE6S1tm7164i/Bg+q36u3tsH3r19bWKXL4eycPmvWHtNnPLpxQ6yPnNNadvP0ab8nT0au32CRPr0YFE0Ncq1w9/z5bHnzisEaHTqUcHMThQ1//pmrcOG6PXqIsli9aydOREdFiXICKxBnwxNepdPbtmWwsWn92+9iM8s1avzulW/Q+3fxrZu9k5MYbNCnr1zfqF//7oUKigMaHBj44MqVhZcup0mXTtT3nDGzW8ECz+7cyZ4vn/Tz0FsSAIBkolKp3N3dly1blj9/fqOY8z0AAAAASE3iDYDmniMAAEAqFhQUNGPGjEKFCtWtW1cCkh/XFwAA4Kd4tXr1i2XLRMGiUKE0PzXEU3dUatGiXKPG4vzswr59f+/e1XXylCw5c8qjfJ8+uXH61G4PD+3EtnnyxJm9bIOG7319j6xe/fjmzcc3rj+6fq2EWy1R//rJk5K1a2sn6z5tungNDgzU1vg9eZK7SBHtYJ5ixdRhYX5Pn4qycZo0nwcBx8exeHF7J6dzu3Y98L765Oatu5cu5i9VWh6VwdZWG3LtULBgeHCwWFXfJ098rlxpY28Xu5F3r15py+UbNz66ft0A1wou5cqJtSrXsFHs6OdPu+XJE7GL5EhiIZOdXYZs2V49fCgHU+CBwAAAEABJREFUQGe2zyHXP719K6dLAe1cDgUKPIjJtpjACsS34V9cJbGHcxYoqO1YWC8mo/PepUu/uG5yAHTuwoXl+jSWlmLnPL11SxMZKf66FSoYe3EvfO7/3ABoeksCAJB8HB0dc+fOvWPHjqZNm0oAAAAAkLqQARoAAEDvBAUFzZw5s0CBAtz1xg/D9QUAAPjx3uzc+XTmTFGw7dSJ6Gcta1tbpzJlRMGpbNk3z5/N7dP719WrzdNZyWPr9exVsGJF7cSqf4cCC2smjD+walWp2rUdChas3LLlyjGj5XqlSvWfi459TigX1eHh4lWhVEqJdunAgZnduoqVzFuyZP3eva8cPvTC58H/1uGzdoxMTcVrocqV63bvEbs+jaWltpwtb945Z87eOnv2/qVLp7Zs2bt4ydTDh9NlyhRn1f81JNY8IlwuK5QK6b/EtwLxbfgXV0kciwhN+Bemjn/dlKr/bz84MNBA8WlV02XO3Hv2nNizZHVwkH4qne0tSTdOAEDq0KxZs3HjxpUpU8bW1lYCAAAAgFQk3puz3NoDAABIlYKDg2fOnOno6Ej0M34kri8AAMAP9u7w4YfjxolCpiZNssXkysXnOv4x/s3TZ38NHiwPZrGzDw8NcSpTRv57cuvWo2vX4sxyYtOmJv0H9Jw5q2bHTnZOTm9fvJDrM9vneHLjpnayUQ3qn966RRErNjdzjhwPrl7RDvpcuWJoYpLJzk76Sqe3bi1UufLQlasa9O7jXK7c+9d+2lHvfH1Dg4Lk8gNv77TW1mkzZMhibx/g55e/dGl5ozSR6r937jQ0NtbOdchz1dmdO4tUrdp86NBJe/dFSdG3zp6JvcQsOXL4PnoU9O6dPPj2+XPxlzVX7jgrlrNAQTnls+zRjRv/m/2/VuBzX1ylTPb2j2/e0J5Xe44bu2rsmITX7eE/h+/JzZtizzgULCgaCfTzy5orl7wy2fLkObp2rToiQvqpdLa3JN04AQCpg6WlZf369T09PblBBwAAACCViTcAmlt7AAAAqU9oaOisWbNy5szZsmVLCfiBuL4AAAA/kubjR5+RI6Xo6Ay1auX89VcJ8chga9t82NArhw5dOnBADNbq3PmQp+eBFcs/vn9/dO3atZMmWmRIH2cWy4wZn9+/F6XRRISGrho9+r2vrzr8U/hsrY4dTm3benrrFjHv9vnzXvj45C5SxMjMTJwH3r144e3z59Xd2z27d2/Dn38GvXt38/TpTdNnVG7Z0tjMLE77osGts2eJ6eNbZ4sMGd48fx7y4UN0dPSx9ev/3rUz8p+Ex+rw8KUjRnzw97915oxYB7fOnUVl5Zat/J4+XTZihGj5xsmTy0b8JlYpduplsS0b/pwq9oBYsSNr10aEhOR0KRB7iYUqVcqaK5fHL0NeP3n84v79xUOH2jk55StVKs6KVWvb9p3vK7HyHwPeH1mz5sbp03L9f67A5764SpWat3j/+vWGqVPFBopRR9ety1OkSMLrtnnmTJ8rV/yePFkzYULZBg2z5s7tVKZM7qJFZ/fq+eTmzRf37s3v318czfRZskg/FcFYAAAkN1dXV/F64sQJCQAAAABSETJAAwAA6Ivw8PDZs2dnzZq1bdu2EvBjcX0BAAB+JKW5ed6ZM60qVco9dqyEBFVt0zanSwGvP/5Qh4cXqVq195w5p7Zs6Veu7InNm3rPml22QcM407cdOfLa8ePuDjkHV6lskSFDtbbuT+/cFvWFKlfpPHHS3qXL+pcvd+fvc8NXeWbOkVOpUlVu1XrlqFEHVq6wzpbttzVr71++NLCi66aZM6qKy5KRoz5fn/d+rzfNmOH/8mV8K1yvRw+FUtm1gEtnZ6e7F863Hzfu2d27GrVajLLJlSuzvf2wGtUXDx1aqUWLut17iMp0mTOPXL/hzbNnQ2tU9xr/R8Xmzdr9+10h9oBTmbIzunbpUaTw3mVLBy1eItqJPYFY3C/LlpuZm49p1Gh2r57Z8+UdsXqN2LQ4K2aZMePgJUuOb9zYp2TJiwf21+3WTa7/zxX44kH5fJVE+2IH+ly9Mqii69Y5czr9Mb5M/QYJr1vhKlWmd+k80LWCmWXablOnypWDFi3OZGc3rUvn8a1aZsqefdjKVUpDQ+mnorckAADJTfy3dXd337FjR2BgoAQAAAAAqYVB7ECEqKgojUYTEREREBAQFhaWI0cOCQAAAKlCeHj4nDlzrK2tO3TowNPlL3r16lVQUFCaGKampkZGRkqlkn31zcSFhri+iIyMFFcWb968yZgxo7m5uQQAAIDvIE6x5Pu3QY8ePW7f3mHgwCwNG0nAZ8I+fuzs7DR267bcRYtKSS3g4oVbgwebDh1qWapU7KsnhULxDa3J1wviXS1fi5mYmBgaGoqmfta1mHwho1arQ0NDfX19HRwcVJ8FuwMAkEJt2rQpICCgS5cuEgAAAADoHj8/v8DAQHGH0NzcPJF3Hb/ljiQAAABSFvEsec6cOenSpSP6GT8LGaABAMAPEPr4ceT79xKAFEVnr1K5fAYApDL169f38fG5d++eBAAAAACpQrwB0NzaAwAASB3UavW8efPMzc07d+7MOR5+Ft57AAAguUX4+t7u2fNmly7EQAMpC70lAQD4MYyMjFq2bOnp6RkZGSkBAAAAQMoXbwA09xwBAABSAbVaPX/+fFNT027dun3b7xEDSYLrCwAAkKzU797d6t5d/eZNdGQkJx6Aibn56idPcxctKqUE9JYEAOCHKVy4cKZMmfbs2SMBAAAAQMpHBmgAAIBUKzIycv78+SqVqlu3bkqlUgJ+Hq4vAABA8tEEBd3u0SP8xQvDjBmdPDwM06eXUrWIiIgPHz5IQGqhs50W6E0BAEiV2rZte/ToUV9fXwkAAAAAUjhVfCO4tQcAAJCiaTSav/76SxR69OhB9DN+Oq4vAABAMokKC7vTp0/ow4cqS0unv/4yypJFSvk+fvwYGBgYFBQUEBAgCh8+fJAHxasYpVKpspuaFpeAVEJne0vSjRMAkCpZWVnVrl3by8tryJAhEgAAAACkZPEGQHNrDwAAIOXSaDSLFi2KjIzs3bu3SqWSgJ+N6wsAAJB8DFQqhZlZvoULTeztpZQgKipKjmaWI5u1Be2gkZGRpaVl2rRpLWNYWVnlyJFDFCwsLMzNzZVKZdCjR4937pSAVIHekgAA/GBVq1Y9d+7cmTNnypYtKwEAAABAikUGaAAAgNQmKipq0aJFoaGhffv2NTQ0lAAdwPUFAABIJgoTk3zz54f4+KRxdJR0Q1BQUHCMkJCQ4H/EDnQWE1hYWKSNYWlpmS5dusyZMzs6OmoH4zuNF+dUGo0mIiJCAlIReksCAPCDKRQKd3f3uXPnFixY0NzcXAIAAACAlIl0gAAAAKlKdHT00qVLP3782L9/f6KfoTuIaQAAAMlHYWJi7uIiJTNxjh0nrFkuiPqQGHIhNDTUzMwsTQxtQciZM6c2qXO6dOkkAP/Q2d6SdOMEAKRi9vb2RYsW3bJlS7t27SQAAAAASJkIgAYAAEg9xNPZFStWBAQE9OvXz8jISAJ0BqEDAAAgaT2ePNncxcW6bl3pO4hTlNDQUDmIWRTkEOfYaZu1ZTHW1NT087DmTJky5cyZM3alKND1C/gqOvuR4bMMAEjdGjZsOHr06IcPHzo4OEgAAAAAkALFGwDNrT0AAICUJTo62svL6/Xr1wMHDjQ2NpYAXcL1BQAkn/Dw8Dt37jx9+lSO0QwJCYmIiJCAVC385cvwV6+kGzfSXLsmGRlFxRDnw3EK8Q3G/oyYmpqamZmZm5ubxRCFNGnSWFtb29vbxw5r5pfBgeRDb0kAAH4Kca7bvHlzT0/P33//XalUSgAAAACQ0sQbAM09RwAAgJTFy8vr6dOngwYNIvoZOojrCwBIcv7+/ufOnbt165avr2+ePHns7OxsbGxMY3AygNTt3eHDvhcvikKW5s0zVKtmYGCgUCjkV60EBuUyv5cC6A56SwIA8LOUKFHi1KlT+/fvr127tgQAAAAAKQ0ZoAEAAFKDdevWPXr0aPDgwaamphKge7i+AIAkdPr06b///tvPz698+fKNGjXKlSuXBOiNNzt3vl+61EaSsnbokL1nTwlAyqezvSXpxgkA0Afu7u4TJ04sWbKktbW1BAAAAAApChmgAQDQU/yvT002b9587969AQMGmJmZ6eeRJbhW9/GdAwBJ4smTJ8uXLzcyMqpSpUqJEiX4kWLoG/WbNw/HjhWFTE2aZO/TRwKQKujsBR1XmgAAfWBtbV21alVPT8+BAwdKAAAAAJCikAEaAAD9oo1BlAuEJKYC27Ztu3XrVr9+/dKkSRMVFSXpmdhnrZzB6jKODgB8v4sXL65bt6558+YlS5aUAL1kmDFjnsmT3x8/nvPXXyUAqQW3JgAA+Llq1ar1999/X7hwoUSJEhIAAAAApBxkgAYAQI9og56joqKiY5GQYh0+fPj27ds9e/Y0MTFRq9WSPpEDahUKhcE/JKJsdRhfNQDwPSIjIzdu3Pj+/fvRo0dbWFhIgB5LX62a+JMApCJcxwEA8HMplUp3d/fFixc7OzubmZlJAAAAAJBCqCQAAKBPoqKi7lwOWD/3YexKAhNTKI1GExYm7khXnzPokaR/xDPyqKhox0IWzfrkEPfoFTEknp3rKo4LAHyzyMjIhQsXOjg4tGrVSgL0Usj9+8Y2NkpzcwlAaqSzNyW4WwIA0B+Ojo4uLi7bt2/nwhMAAABACkIANAAA+kKb7zk8VB34NiKnk6W5hZEEpGR3r74LCogQDA0NVSqVNg80dBChAwDwbaKiojw8PPLnz1+NlLfQV2HPn9/p1csoU6b8Hh7EQMu0J72vd+0KvHJFAn4s9bt3Usyv8cg/yCN9N529juMCEwCgV5o0aTJmzJiyZcva29tLAAAAAJASxBsAza09AABSn+jo6KioKI1GI8pVG+XIkc9SAlKyWUMviPezWq2WYk5fxdN38SbnPFY3cVwA4BuI/2vLly83MTEh+hl6K+LNm9vdu6vfvzfMkCE65kIGMpWRkSpz5rDAwNCAALmnqwT8EOLE/tNll7W10sREGwP9nZ1ReQMDAKALzM3NGzVq5OnpOWLECPmn9gAAAABAx8UbAM09RwAAUh85AFqQgNRCvJ8jIiLEHXlR4AxWl3F0AOAbbNy48c2bN8OHD5cAvRQZEHC7e/eI169N7OzyLVyosqQD5ydyxz/DzJntVqwIDQ0NCwsT58MajYbzYfwAcqCzSqUyNDQ0NjYWBTkGWvo+9JYEAEBHlCtX7uzZs4cPH65evboEAAAAADqPDNAAAOgXAqCRmsgx/Wq1Wjx91wZ8kARaN3FQAOBrXbx48dy5c7///rsE6CVNcPDtXr3Cnj5VWVk5eXgYWllJiCEHQCuVSpVKZWxsLGpEgQs9/DDiHaiMYWRkJC7EROE70z9LOtxbkk4FAAA91LZt2ylTphQvXtyKM3AAAAAAOo8M0BbQ1LwAABAASURBVAAA6Ivof0hAKqLNa87bW8dxdADgq/j5+Xl5eXXr1o1HztBbn8J8DQ2V5uafop8zZpQQi5yCVz6/UiqVkZGRpH/GDxM7BF8mBr8zAFpne0vSjRMAoIeyZMlSqVIlcUHat29fCQAAAAB0GxmgAQAAkILJAdDa6GfSP+ssjgsAJJ5arfbw8BCPnJ2cnCRAXynMzPItWBD24oWpg4OEf8jnVAqFQh4UBY1GY2hoSG9A/DByvmdFDDkVtBwA/T0n/Lx7AQDQKW5ubmPGjLl69WrhwoUlAAAAANBhZIAGAEDv8F8eqQzRHikCxwgAEm/jxo1mZmb16tWTAP2mTJMmjaOjhM/I4adSTAC0UqmUOCXGj6WNgdYWpO9Db0kAAHSKkZFR27ZtV61alT9/fmNjYwkAAAAAdJVKSmax77xzFx4piPa2u67df+dzpFd4+6UmPMwDoOf4GgSARLp06dKVK1dGjhwpBzUC+ubh2LGWpUtnqFlTQjzEaZX8syfiW0IUtLGnXLPjx4hz1zT26zfT2XcvHysAgN5ycnLKlSvXzp07mzZtKgEAAACArkreAGjtD5HH/lFyCdB52hv3OhUGHfsDFbsGqU+cnw3VqbdfnFck7POngMT/AdBb/OMAgMTw8/Pz9PTs1atX2rRpJUD/PJkx483OneLPvGBBYxsbCfHgMhM6Iqnefjr7NubzBQDQZ82bNx83blyZMmVsbW0lAAAAANBJ8QZAf/+tPTlMMyoyNOj5VjncISoqSk5PQvQDdJY2WlFpksksUxVFDG1mHennkT9QQaHq0HC19M+n6aevFZKW/N0ov+Ws05pof0tUF95+4jVSE/X+Y7j2vScKEs+B4qc9mkqFQXqL/z+aEgDoK74DAeA/qdVqDw+PypUrOzo6SoD+eb5oke+aNaKQY/hwop8TiVMspA48LwAAQAdZWlrWrVvX09Nz2LBhnHYCAAAA0E3xBkAnyT1H0Yg6/N2bSx0kIKUxsiqjSldepVIpY+hC9HNUVNSETTf2X3klQQ+cmVBZ+Q9duK8k3n6PfD80m3ZawlfKnsF0w+Ay8s+Xyz9MzI1CAPqJmAYA+E8bN240MzOrX7++BOif15s2vVi0SBSy9eqVmV/ZBvQMt0oAANBNlSpVOnfu3PHjx0VBAgAAAADdk1wZoKP/ERkZGdOc0jxjaQlICSIj3ocF3NJoNGr1p1zLBjHk4MWfSA6AFkyNVe2q5JWQev19x9f7kX9ERIShoaH89vu5mYO13+dyyueKBbLmy2YlIXH2XXoaqVaHh4eLoyn9830iAYBe4gsQABJ26dKlK1eujBw5ki9M6KHwV68eT54sCjZt2th26iQB0DM621uSbpwAAD0nrk/d3d2nTZtWpEgRS0tLCQAAAAB0TDJmgJaj5eR2DBSq7KVmS0BK8PH1qWfnB4i3bkREhBSTsVUQgz89CbT8gTI1UjZ3zS0h9Xr3MUwOgJZibi3JOYN/7jtQG38vyiXyZHYrYSchca499n/y6r04mvKh1MayE9QCQA8ROgAACfDz8/P09OzVq1fatGklQP8Y29jknjAh8O+/7QYOlADoH529T8INHAAAbG1ty5Ytu3Hjxi5dukgAAAAAoGMU8Y1Iklt70dHRGo1GAlIg8daNiIgQr9o4/p8YtSPn3xUr89PjsPFjiAMdHh4eGRkphx3rQsQY3+ffTO5NIR9Ngv8A6DPOYQAgPmq12sPDo0qVKo6OjhKgrzLUrOkwerQEQC9xwwQAAF1Wv359Hx+fW7duSQAAAACgY+INgE7aDNBAShQZGRk7APpn0YZf82nSK5Ex5Kh36WeTv88JgP42Ytep1WpNDD7IAPQZX4AAEJ+NGzeamZnVq1dPAvRM8O3bUSEhEgC9R29JAAB0mbGxcYsWLby8vMRzKwkAAAAAdIlCSmZRUVESkAJpI/h/evpnLUIn9Yd46qMNvuegp3TiaGozeXM0AegzYhoA4IsuXbp05cqVrl278j0JfRPy4MHtXr1u9+xJDDQAnb1hwp0cAABkRYoUsbGx2b17twQAAAAAuiTZA6B5gIcUKvrfpJ9Np1YGP0Ds1OPE36dohD4DgIxvQgD4nJ+fn6enZ9euXdOmTSsB+iTs+fM7PXpogoKi1GpOEgDo7EMEnm4AAKDVtm3bY8eO+fr6SgAAAACgM+INgObWHqCD+GACKY742Orb4/w9Ww+Xy19f+1e9WHP3en3mTVkWez+EBIeu/GtDL/dfa5RoIV43ee6KCFfLoyb+NrtOubaB74Nit7l13d5KBRs/8nn6n0tfMG3FLz3/kL7P6WMXqhZtmvjpW9TqHnuTG1Xu2LfDb3du+CQ8l/+b97u3HJZ0xnfueeA/cRoDAHGo1WoPD48qVao4OjpKgD6JePPmdvfu6vfvTezs8i9YoEyTRgKg3+gIAQCA7rOysqpVq5aXl5cEAAAAADoj3gBo7jkCAIBvNnfFBPnv98kDC5d0Wbdy+67Nh+RRj3yedWjU/+iBM1Vqlhs9dYhLobxeSzf1bvdrSHCoGNt7SCelQjHvz2XapgLeffCYuapDzxY5c9tJuqpu0+ry9s5eNr51x8ZBgR9HD/lTrY5MYJY1S7ecPXFB0hkpdM8jBeH6AgDi2Lhxo5mZWb169SRAn0QGBNzu3j3i9WujzJnze3io0qWTAOg9eksCAJAiVK9ePTg4+PTp0xIAAAAA6AYyQAMAgKRXtFQB+a9i9TKDR/ao1aDyvh1H5VEzx3vY5bBdvH5a07Z1y1Uu0WtIhznLJzx7/MJryWYx1tLKovcvHfdsPXz53HV5+gXTl2fJmqlt169IyfzjZbHJKG9v8TIFm7WrN37W8OdPXl05f0NKOVLonkcKwvUFAMTm7e195cqVrl278vUIvaNQGKhUhlZW+T08jDJmlABAh3tL0o0TAIDYFAqFu7v7li1bPn78KAEAAACADiADNAAA+BEUik/BPTe87146d63PsM6GhirtKLuctu26N9+xYb+cMrlm/cplKhSbOd5Do4m6cv7Gvu1Hf5s0QKVSxmlQHRG5atGmnq2H1S3nPmnk3IB3H/6pV8+ZvLS+a/tGlTvOmrhYO/2BXSe6thhcvVjzri2GnDxyTlu/f9fxId3G1irVakj3sfdvP4yzlJV/bahdto3P3ceiPLzPhMFdx0hfuclio5bNX9uqds8aJVqIRTzyeSYqly9Yt27l9qP7z9Qo0VIMdmg8YOOqnfJcIcGh5fLXFztKlLs0H7xg2orWdXo2qdblQ0BQ95a/rFi4XqyDaKpDo/5izT9faPDHUDFLm7q9RMtiygf3nsj1iZk3vj0fX5uJXG0JiMH1BQBo+fv7r1y5smvXrmnTppUAPaNKm9Zp8eJ8f/1lki2bBAAxdLY7EP2UAACIw8HBoWjRops3b5YAAAAAQAeQARoAACQjjSbq8N5Th/eerOpWQQw+f/zSyNjQ3sE2zmRFSxZ4/y7w8YNn8uCgkT18X73Zs/Xw7EmL23Vvnidfzs9bnjneY9emA537tvFY96f/m/cjB02R6y+cuRryMeSXMb2at2+wbd3e00cviMqzJy+NHz6jRp1Km48sa+Ze/49hM65fvSPq9+84OmXk3Mq1yq/ZvTBX3hwDu4zWBlIL2zbsW71084xFY3PnzSEGq9SqUL1uRem/+L56O3fKUhvbzIWKOYvBpfPW7Ni4v++wzhv2L3Z0ytW/428fP4Z07NWyZfsGlWuWPXBhXcKt7dt+pE3npl37tkmbzkIMrl66pW7TGpsOLa1Uo+z0sQtEU3GmnzVx0elj54eO7bN+n4edQ7be7sO1W/Sf88a35xNoM5GrDUhcXwDAPzQajYeHR+XKlR0dHSVAL6ksLc1y5ZIA4B/0lgQAIAVp1KjRjRs37t27JwEAAADAz0YGaAAAkPTK5a8v/7m6NJw/bXmrjo3qN6sh6l+9eJ0pi/XncZAWlubiNfD9/8Jqs2bP3KlPqzmTFkdFRbfr1uzz9sNCI/buONKxV8viZQraZs8yZGQP0WxIcKgYlSNXtuHj+1aoUqpVh4b5C+R5eO+xqFy3fFuL9g2atauX1tK8Rl3Xhi3cNqzcIer3bD1co07FOo2rprdO13NQ+7KVir95/VasnsJAcezAmbmTl0xdMDKfS255oWLGWg0qf3F7l8xdo93kVm7dP34MmbLgd0MjlToicv3K7b+M7l22YvF06dN269/Wxjbzvm1HpESrULW0WD3tct0aVqlcs6zYiiZt6wZ/DH3k8zT2xKJGbFGPge0LFXOyymDZd1gnsV07N+5PzLzx7fmE20zkagMS1xcA8I8NGzYYGxvXrVtXAvRHVJTPr78GnDolAcCX0FsSAIAUxMzMrFmzZp6enhqNRgIAAACAn0olAQAAJLW5KyaI1/fvAhfN8ixXuWS3/m3lemMT47d+/p9P//rlG/GaLr2ltqa5e/2F01Y0c69nZGz4+fR+vm8iwtXa0OQstplGTh4ol21sM2snMzMzDQ4JE4XnT19dPOu9ZtlW7aicubOL12dPX1WqWU5bOWJC/0+Nv/YPDQ0fPfhPYxMjm+xZpESo27R6zbqVoqOjjx86e3Tf6eHj+mTPkVXU+770E+s5tNcfsSfO/aWE1vHJ+u8VsM6UQS5YWKQRr+GhEbHHPn/yUrw6FfxfOkmFQpG/gOPjR88TM69WnD2fcJuJXG1AIqYBAGJ4e3tfvnx55MiRfCtCrzycMMH/4EHxV+zQIVW6dBIA/JvO9pakGycAAF9UsmTJ06dP79u3r06dOhIAAAAA/DwEQAMAgKRXtFQBuWBjm7lri8E5c9vVa1pdDLoUyRcWGvHs8Us5Pljr+pXbadNZ2Dtk09YolQoDAwPx+sX2DQ3jPYcxUHx5lrZdm5QqV1Q7qDJSJdzO+FnDV3psmD1x8cQ5v0r/JYtNRnmTi5Uu+OqF36jBU2cv/UNskTx29J9DrDNaaSe2ymAZd51jRUBpNFGxRyn+vQcUijjBUl96FhurObEP1RHqr5g3vj3/pTYTv9qAROgAAEiSv7//ypUre/TokTZtWgnQG0+mT3+zfbso5B4/nuhnAF+ks/2C6LAEAEB83N3dJ06cWKpUKWtrawkAAAAAfpJ4Y1O4tQedFeXnHx0e/oX6G/cldeRnE7+TAAA/j1PBPK06NJw8cu7Nq3fFYMEi+YuUdFkwfUVU1P/Hy773D9zoubN6HdcEwpHjyJjF2tjE6N6tB/Kg/5v3DSp2ePLwRXzTZ7OzCQsNL1qqgPx3/87Du9d9PtVnt7l/66F2sq4thhzYeUycBZmaGleoWmrIqJ4nDv0t/qSvMXhUz1fPX4//dZYoZ8maycjYUKVSaBd9eO9JP99PObBjB2obGRqGhITKZd8Xr6VvldXuU97l29fuyYPR0dF3bty3y2krfYcE2kyq1Yae4PoCgJ7TaDQeHh5VqlRxdHSUAL3xYulS37VrRSHH8OEZatWSAOBL6C0JAECKY21tXbVKVp9JAAAQAElEQVRqVU9PTwkAAAAAfp54A6C55widpciUIfz32VHX78Wp19x7FHX3wb9qLt9Qr94uAQB+qi792tpmzzJjgod8djFyyqDHD571bvvrtg37zp685Ll4c4fG/XPkzt5jYPvEt6lSKZu511u+cL33pVu+L/zmTF6SNq15Nnub+KZv3q7+1rV7NnntCnwftGPjgYXTV1qm/5SGual7vf27jh7YeUzUe3psFCvmVDCvWM+o6E/x2flccjds6TZzgkdI8Kcw3wO7TuzbfvQ/1y2LjXX3ge1OH7tw8sg5QyNVs7b15k5Zeub4xTev382auPjg7hM2tpnEZGZpTPx8/a9euCHK+Qs67tl2+NSR86ePXpgx3iPxgeBxWFikady69sIZK8Ruee8fOG/KMj/ft24NqkrfIYE2k2q1oSe4vgCg5zZs2GBsbMyvA6cm/Gv7T6EPHz5fuFAUsvXokblpUwkA4kFvSQAAUqKaNWu+e/fu/PnzEgAAAAD8JDqdAfrO7eu/DO7Sqnn1Fk2rjB/3y4Xzp6Wk8PfZ4w3qlpV+LN9XLwYN6Ni4fnmPhdO/asb+fdw3rFsu6QCfe7cvX0psCsx3/m/37/tf5HFybILJbz00u0eE/TkxOvT/U0Fr7j6KWDE5+p8k0OpdB6IO/mrUoZGk8zadefIxLFJKfh36j3QsW+/1G/+vnE8KDgnNVarOlet3RLlpl8GLVm2SdNvRU+edKzaWvl7CWzd57rIug8dKqc6TJ0+kZKZWR67esqdFt18KVm5az72v2JPvAj7Io8bPXNRnxKQE5v3moxnHNxy+hSs3uDbsWLp22yfPXu08cPzpc19J5/2Ao/kNTEyN+g3vcueGz45NB8Rg5izWc1dMcCrouNlr9+hBf547dalzn9azl403S2PyVc126dumSq3yE3+b3bn5IJWhatriMUplvCc25SqVGP3nkP07jzat1nnvtsOjpg6qUddV1JdxLTZ0TO/1q3Y0rd7lysUbM5aMjRNF3X2AuyZSs3jOalE+su/kwV3HE7FqUsMWtfI655o7eWlEuLpr/7b1mtaY/+eyNnV7vXr+es7y8XL65DKuxV+/etO73YiPH0O69W+bO2/OYb3HL5yxopl7PasMltK36vNLp/KVS4nd0q5B33fvAuetnJQ1e2bp+8TXZhKuNvQBMQ0A9Jm3t/fly5e7du3Kl2FKF/2PqKgo7atMwmdMHRxyDBtm07q1bZcuEgDET2e/Rfl6BwAgASqVyt3dfePGjSEhIRIAAAAA/AzxJur76bf2PgYFjRk1IEuWbI2btLWxyebtfWH82CEdu/Rt2Ki1lAKdPXPsxfOnffqPyOvo/FUz1qrVMLu9g6QDZs38o2r1OkWLlU7MxBvXr/Dze1WzVgMpmTYhXVopXwejd5MiF18xcBmkqlJG1EW/vG1S9nb03bsGLs6Ra9Yow/+KTFPcwCqdpPP2Xn65YO+9wQ2cahezTb6n4b5+/if/vpw3l/22vUe6t2smfatm9Wo45Mgm/QyXr93OYWebXhz9ZJPw1pUvWSRfnpxSqjN16tTy5cvXq1fP3NxcSgZBH0M6DRwVEhrmVqV8d/dm1+/c37zr0KVrt7zmTzI2MvzP2e2z2/bp1FL6GZZ6balcoWQjt6pp0pgOGDl1p+dcSeeJo1mhQoW6desm09FMjNqNqoq/OJXlq5Q8fXuHdtA6U/q+wzv/Z1PHr29NYKyhoapb/7biL3ZlryEdYg9OXzxGW67qVl78fd5OzfqVxV/smnKVShy+/L++EBZp0+w4uUouT573m/Ql6/d5xKkxMDBYtmmmdrBT71biL840+Qvk2X58hXZwwuzh2nKVWv9bzyUb/tVvymPdn7EHY+9SLWMTo56D24u/OPWJmVcrzp6Pr02zNKaJWW1ARugAAL3l7++/cuXKHj16pE2bjNcy+AHk/2VyuPO9q4F5Cn06oAb/EJUEuH8uc7Nvv/8AQH/o7PcnX+wAACTM0dHR2dl527ZtrVunyCf4AAAAAFK6eAOgf/qtvb//Pi4eHU2bsURl+Ck8rrxrVVNTsw1rV6TQAOiQkODsdjmqVK0tfSW3uk2kFC6ZNsGwXi31X2cM7Q9Hvfg94q/qhq16GyheGhSwVe9cYnAxv1LlJWUwNshUV0oh/IPCR3hd2XD6yagWBXJlsZCSwa6DJxzsbOvVrLR516HvCYBu0aCm9JMMHP3nmME9KpcvKSWbhLeufKkiUmokvmxPnjx5+fLl+vXrly9fPsm//yfMWvw+4MO2FbPN05iKwSoVStaoWKaue98tuw+1auT2n7M72Nv2bN9c+hnefwhq6FalbIlCgR8+SimEOJonTpy4dOlSgwYNypUrx4M6ALqDbyQA+kmj0Xh4eFSpUkU8FZaQksnRz1Exjm97tXP5swr1MtfpYKv4h/yfjv93wsfr180LFJAAINHoLQkAQMrVtGnT0aNHi+cR9vb2EgAAAAD8WLqbAVoTGRkSEvzq5fPs9v/Lt9q0abviJcqKQmhISNNGrm3adrt46aw6IsLO3sG9XfcsNp+Stl7zvrh29ZLHjx+o1RG5cuV1b9/TpUCRj0EfWjSt4t6u59ata/LkyV+3/v+Hfq7xXCQqp0xb5ODgOGbkgIiIiIlTFsRZE/+3fhvWrTh//lR0dFS16vVat+0qHmuFhgSv9lx09uzx9+/98+Ur0K3HoBw5c4uJ+/dxL1mqws0bV+/cvpYpc9bmLdpXqVZn1oxxB/d/yrNYp2bxaTOXzZk1oUat+o0at9Fui6jM71Tw0oUze3Zv9va+aGmZrmixMj17/aJQKkWD5cpXad6yo5h45471B/fvfPb0UbbsOVq27izqReUSj5lv375RqVQXLpwyMjKuWKlml24DPt+fRw7tPnxo9927N/Plc+nYuW+u3PlE5ZXL5zauX3n37o106ayqVq3TonUnpVIVFhq6bu3SM2eOvvN/KzaqffteBQoVG/ZL90cP7y3xuOd95cKYP2bt2bX50MGdjx/52GTNXrtOkzr1msZeltcqjx3b14lC4wYVtmw/qd0EUciXv8C9uzefPH4gZhwwaOTZM8f2791uZGzs3r6HHB0eGRm5dvXio0f2Bbz3d3Iu1K37YLsc8WSPVqqUtXpE7riqqmlp+O5M5F/nlJnCpOylVXZHpai/FcXtIw9FG3YrL6UoVx+9azb1RJuKObvXdDQ3UUlJatfBY5XKlXAtXWzagpXnrtwoVcRFrq/n3rdJ3eodWtQX5eCQ0IKVm25aMr1IgXzvA4PmLllz+NQ5lVJZv9b/50Zt2mVwDdcy3do1VasjF6zcsGv/MT//d8UKOf/ar0uenNnFBJPnLnvz9p3SUHns1AUTE+M61VyH9ekoz7t937Ht+49cvXG3sEu+IT3bOzl+Org79h9fvn6bz6OneXLa92rfvFrFRGUZ/9yd+48Wrtxw8txlu2w2xQs6aevfvg+cOn/Zqb+viHdXlfKlfu3X2TLtp8y4r9/4L/bafOzMxajoqEZuVXt3bCE+2tqtO3Xuyrpte89c9La2Sle+VNHfBnRVKhVi03weP1syfbSY/fSFq0tWb7l6407G9FYN3Cp3d2+mUimPnjo/Zd7y+rUqbdl9OCDgQ+niBSf/PlCO+tV9wcHBa9euPX36dLNmzXLlyiUlkaCPITv2Hx3Yo13s/ZDf0cFj6shiheNmxF+zde+2PYfvPnhsaWFR2CXviP5ds2TKIPZqn98m3zy+RRSmLVxZvLDLsTMXQoJDa1d3bd+8/vDxM8VBKVeiyNihvT7PDn7g+NnVm3d73/z0lktrnkauPHji7zmLVxfIn2fvkVOdWzfu06nl58sV/wTL1/+U7LZdn98qly8pFi3FfFhGD+7Rrnk9SeeJo7lmzZpTp061bt3azs5OAgAdQEwDAP20ceNGY2PjOnXqSEjJtNHPGo3m6JaXe1a9EIMnd76Oio50c7dV/kNcVEp6HwP98ebN2z17pnF2zj93roGRkQQAiUDvEQAAUi5zc/NGjRp5enqOGDFCviYCAAAAgB9Gdy9CKlaq6eDgOHBAhykTR2xYt/zK5XMWlpYFCxXXTnDw4K7RY2bMXbA6rYXlH2N/kWKCiceNGWxukXbqn4smTl6gUqkWzJ2snf7MmaN9+v7aoNH//wD97p2bNm1cJaYUCxKDrpVqVKkaNxdpZGTk8KE9nj59OO6P2cOGTzhyeM9qz08/cz9v7uSzZ48PHDx62crt2bPnGDKoc2DAe3mWTRtWutVptNJrdwXXavPmTAoJ/jhg0KhWbbrmdy60e//F/E4Fv7i94hna1CkjrTJYz1+41r1dzwP7dxzY/6/fpt+3Z+uyxXMaNm7tuWZv3XrNxG65fOlvedTJEweyZbf3WLKpb//ftm5effXK+TiNHzq4a/bM8a6Vai5etiWng+OI4b3E2j558mDMqIF5HPMvW7G9T78R+/Zu81r1adP27t1y9Mjejh37zp2/2sI87Z9TR4nKKX96iBm7dB845o9ZD3zuLFwwtXJVN9FayVIVFsyb/OLZk9iLa9uue/0GLUuXqbhl+8k4a3L82P6u3QYu8FiXJo252LGhoaFz5nu2ce82488xb9+8FhOsWrFg7+6t3XsMXr5qZ+48+Yf+0lXsQCkeilx2Ur7e0befGxStatgqh6HLe8nQVpEjnaJ0oeigSM17R/Wu9WGTFkgpiiYqetXRh/UnHN198YWUdO49enr9tk+V8qWc8+ayz26zZdeh/5zljxl/nb96w2PqyL/+HHX63OXPJ5i1ePX6bftGDOh6ZMsyl7y52/b+NehjiDxq276jDtlt96xd+MfQPou9Np+54C0qt+49MmLi7DpVXA+s98iXO2eHfr/7B3w4fubSkLHTGtSsfHLbyg4tGgweO+3ytdvS11OrI7sNGSceNx9Y99eQHu13H/r/917vYeMfP3mxdMaYTUtmvAsIHDh6qjx9+76/33/09K8/R04bNXjHvqNzl63TzqLRRA0eMy2jdfodq+b269pm/Y79W3YfirM/xeLEVh/atGTML7027Dgwd+kaeZRo8/7DJ4unj/ZaOPn2/UdL126VUpSnT59Onz591apVgYGBUlJ49tI3PEIdOyRdVq1iaSvLfyU7v+B9c+TkeRVKFzu4YdEfw/rcvPtgyerNcea64/NYpVRsXjL91/5dvDbt6vf75AHd3PesXuD/7r32EGiJw9Rz6PhyJYoc3bKsaoVSsd8V4jB9DA6ZMnJg1fIlv7hcm8zWD87tFlOumjdhyfTRlw+uF+WdnnNTRPSzljiaU6ZMWbdu3cePKSaDNYBUjJgGAHrI29v70qVLXbt25TswRYsd/Xx826s9q17YOliMWFA2Z37L07v8dyx9Gh4erlarxVgxTXQMSV+FPHhwp0+fqLAwcUONvk8AEk9nvzH4KgMAIDHKly8vnssfPnxYAgAAAIAfK4lTzCYhE1PTqdMWHzyw88D+7SeOHxA1jnmdBw0e9012iAAAEABJREFUo00I3ap1Z8t0VqLQxr3bjqZVHz64a2lp1bBR6yZN3U3NzER97TpN5OBdWcNGrSpUrCYK586eEI8eTx4/tMhjxvgJc/M4/i8sT85AHMeN65dfvnj6x4S5WWxsxWDXbgN9HtwJDQk+dmTviJFTXQoUEZXdew25ePH0nt2bW7XpIgarVq9TwbW6KDRo2GqN16Injx/kdy4k/Zfw8LCPQYH29g6ZMttkzpLVPkcuI8N/pckR7ddyaySvZE23hjdvXt20YVXRYp9y5dpms2/ZurMolCxV3sHB8e6dG4WLlIw974F92ytWrlmzVgNR7ty1//t3/m/fvj5yaE+2bPYdO/cVlUWKlnJv32PenEnu7Xr4v32T1iJd7jz5MmbKMnT4+Pv3b0dGRoqrVm1rb9/4KZWqvHldMlhnat+xV9GipdJYWEiJU6qUq5NLYVGoVLnWndvXxcqIlqtVrzt31oSnTx+lS5d+25Y1I36fUqqMq5imQ6c+Vy6fE++B2GHrQuTZq5rDJxS20QZW6SUzy4jzWYwzH5DKdpCylJRU2aViJlK0WrqxyDD/m+jXF5StlkrfJDIq2v99qCI42kCpVqhCDRRKyUCRTA+tP4Sq49T4B4WP8Lqy9dzTX5u4OGQ2l77b9r1HrdOnKxmT9bl6xbJrtuwePbiHmZlJfNOHhITtOXxq4eTf8uX59In7bUDXxp0GxZ4gQh25fO3WeRNHVC5XQgwO6uF+5uLVrXsOy+Ghjg72Pdo3F4WKZYsVcMpz/fa9siUKbdl9qH7Nyk3qffoYDu3d4e3796/93i5ds6Vjq0Zy/un6NSveuvdg+brtRQvmj72sHr/8cfDE/8L9uwweKxdO7Vhpk9laO83fl669ffd+9OCelmnNy2ew6tSq4azFq+X6qzfvntuzJp3lp904bfTgotVb3Ln/6F3Ah/uPni6ZMSZb1syifnjfzjfvPdC2FhoW/vZdQK4c2W2zZMxmkyl3TjtjI8PYq7R516E8ObMP7tlOlMWm9e/SZuSUef26tJHH/ta/q3WGT99O1VxLXbt1T0qB/v7776tXr9apU6dSpUrf2V8/KPhTWLzVZ7mZP6eQFGN+6enetK4oZ7JOX+V8ycfPX34+WafWjcTubVyn6gyPVbWrlhf7X/r0Tit+/OylOFPu3HeskHPebu5NRFk0e/Lvy1H/PLVSqyPFuzpzxgyifMn7dmKWm0KJB3UnTpy4dOlSgwYNypUrJwHAz0PoAAB94+/vv3Llyh49eqRN+98nw9BZ/4p+3v5q14rntjnNO/1a0NhE2f6XAp7Tb5w/ECCmqdPBVjuL3uaBDnv+/E6PHpqgIDNHx7xz5iiMjSUASByd/c6kCxMAAInk7u4+bdq04sWLW1lZSQAAAADwo8QbAK0Lt/aMTUzq1m8m/vz8fK9cPrd18+rBgzotW7FDqVSKsfnz/y+VsrlFWqv0GR743K1es34b926XL569dfvaQ5+7N25c0URGalvLamsnF6KlaHVExNTJvxkaGsphzQl49eJZWksr7WRlylUSfz73bsdeAfFkK29el2dPH8mD1taZ/1mxT2HBYeFhUiKYmqWpUavBX/P/3LLRq2DhEsVLlClXrkrsCV6+fNa4SVvtoFj6msuL5XKmTFm09Wbm5uGfLVHM61qxunZwyLBx4tXLc1G+/AW0lU5OhSIj1a9ePq9eo+7+fds6dWhQsGAxJ+fCVavVjh39LBQpViqrTbaB/drnzpPf2aVIhQpV06VLLyWOjU02uSDaFHNpW1aqVKGhIa99X2o0kX+MHRx7FodcjnEaUZUprHDIHuk5VmW8xsDEWFVFIQVFS8H3JcumksJaMnKR3noaVKkrnT2lCe9kmMNW+iYhYZH7r7x8FRTtF6QJCIsOiZDUUeKpZ7J8LuJr98J9/2ZTT3SpnrtHzTzS97QfHb370IlqrqWVyk9PYWtWLLPEa/POg8dbNKgZ3yx3HzxWqyOd8uaSB53z5o7znfDi1evwCHXXIWNjV+bP/b/+CTZZMmorLczMwsIjROHJs1e1qpTX1k/9faB4ffz85ekLV8X6aOtz58weZ2UGdHfv0PJT+P6AkVM7tmxQyDmvKKe3sow9ze17D+1sbSzT/i9YvED+/+2xpy9eRUZqitVo8e+texIWHp7JOr0c/SxUdS0l/rQTmKcxbd3IbfTUBcvXbitdrGD5UkVrVCwTu4Vnz18Vcs6nHSxSIJ/YRrEsUTY2MpSjn2PaSRMeHi59k2vXroWGhoaFhanFkYiMFI/bpR9LLHrz5s1nzpzp0qVLxowZpW9laZ5GvGqzgyegWKH8+R0ddh8+ef3mvVv3Hl66dqtk0QJxpjE0VNlmySSXjY2MMqb/365WKlUhYXG/+m77PHL55z0sxbwrvP+JRzczM5GjnxO53O8hDt+VK1fE/hRvhoiICDktnPRjBQcHr1mz5tSpU0OHDpUA4CchdACAXhFnfR4eHlWrVnV0dJSQYsWNfl4eE/08opCxyacbUypDRbshLqum3bhwMEAM6nkMdMSbN7e7d1e/f29iZ5d/wQJlmjQSACQavSUBAEjpbG1tXV1dvby8+vbtKwEAAADAjxJvAPRPv+e4fu2yDNaZqlWPScmZKUvNWg3KlK7YqkW1WzevFihYTFQqYsKgZSHBHw0UCj8/317dW2TKmKV4yXJixvIVqs2aMU47TZwkpsN/m7R29ZIF86eOHjsjgdVQqhKIEf/XQKQ64osL+sKMscoazf+HaPcfOLJ+g5bXr13yvnphysTfGjVp07lr//+fMjIy9pMzUVb/s0QDg38t8fNDZ6gylBKxCeJFHanOkTO315p9V66cu3XT+9DBXVu3rF60ZHP6DP+fatfIyHjeX2tvXr9y65b3ub9PbN+6ZvS4WSVLlZcSQaH871Syg4eOs7bOpB2U83zHbSdzBqMhcyJWrVM+91DkURkUqS6Zl5EMLCSDzJLYG+kqSAcHRd4qoupWV/pWSqVBFitTEzOD9JYGIZEGERoDTVScXZZk7rwI/Bga+cVRrs6ZG5TMLn2fvy9df/bCd92Lfeu27dNWbt19WA6Ajv2+iozUxNeISqX8vHLmuKGZrP//AKVPn04uxPkUyN8nhoZf/jR1b9fMtXRR7eDnb9d8uXPIBWNjI0cH+9LFCkpfI5N1+pnjfoldk9PO9tS5KwnP9cfwPm2a1r1w5ca5y9f6/z65S5smQ3t3iD1B7PeCvA8j1J8OooHiPz6PiWRnZ2codlkMsT8NYkjJY9asWV+sT5MmTbVq1TJnzvw9Abs57GzTWqS5euNOgfy5Y9cPHDU1X+6c4uhraw4d/7vHsPGuZYqWKOzSo33zo6fP+zx+Fqc1pVIpJQVlrMOUmOV+17KUyhw5chgZGYlDKco/62hmzJixTp06EgD8PMQ0ANArGzduNDMzq127toQUK+HoZ5lS9f8x0GL6uh2zaUfpWwy0uBY2UKmMMmfO7+GhSpdOAoCvQW9JAABSAfEMYsyYMVevXi1cuLAEAAAAAD+E7maAfvTQ5/Ch3eXLVzUxNZVrQkI/itf0Gf6XiPTevZu22T4ldX7gcyc8PCyvo/OZ00fE4My5K42NTURhx7Z1X2zZQDIwNDIqV75KpkxZBvRtf/rk4XIVqsa3Gllt7T4Evn/75rV1xk+ZYo8f3b9+7bIp0z6lXr5z+0aZcpWkmEdi9+7ejJ1iOWFi6aHBwXL59euXcsHv9auli2cPHjo2p0Oe+g1brvFafPTI3tgB0Hb2Dnfv3qxY+X8pe+/cuZ7dLmcil2iTNfv9+3e0g317tWnYqLVt1uzeVy9qK+/cvq5SGdrYZNu5Y72hyqhW7Ualy1Rs496tVfPqV6+er1K1tvYtceXyuUsXznTpPrBAoWItWnX6dWjPv88cixMAbaD470Dnz2XOklWp/BQgWLBQcblm9sw/xJGyt8/1xemN2rVUrzeTHk5Wmp2WihWUoj9I0kcpWiEZmEjFS6oML0TOb6gJrGUycaD09dIYq2rmz5omTRpTU1MTExNDQ0M5bFFKBp3nnb3o4x+n0sbKdGhj5yoFskTHkL7D7kMnrNOnm/XHMO3q7z54Ys3WvfcfPcuTM7uRkWFwyP+y877w9ZMLeXPlMDYyvHHbR86Se/PuA7X6XyHatjaZxQTiWa82HHnk5Hk1KpV1zGkX32rYZbO5dfeBdrBxp0HtmtfLkS1raFiYtpFla7eJ/VysUH7pK7nkzzNrsZd/wIcM6T79uvT1Oz7/W6itzRv/97lyZM8Yk5X57buACbMWDerezi67jd/bd75+/lkyZYjZRSc9Vm3cvnK2dj9MW7Bi0m8D8uXO4d6s7oIV63fsOxY7AFpsy7kr17WDV2/eNTE2yp41y8tXr6Ukki5dujQx5Lef+Fz84K/lsmXLNmzY0Nzc/DvffmLP1K9Zec2WPc3q1xBlufLK9Tt7j5wuVsg59pTb9h+tWLb40hlj5MF12/ZK36dAvtxHT5/XDt74510RR2KWq/im7zSZOHBWVlZiT5qZmSX3l8kXqVSq6tWru7m5icKPTz4NAFrENADQH97e3leuXBk5ciRffSlXYqKfZdoY6IuHAiTpud7GQBtmyOC8dKkmJMToO35BCIDe0tneknTjBAAg8YyMjNq2bbtq1ar8+fMbGxtLAAAAAJD84o3o+um39tp16BkY+H740B5nTh295n3x4P4dv/3aJ6eDY+48+eQJPFf+def29Vcvny/ymFm+QrXs9jktLa3Cw8JevviUufPe3ZurvRbHPKiKm1g3WvpfOGkeR6eabg0XzJsaGhP9eeTwnkMHdsaZ2KVAkTyOzrNmjPN99fzu7Rtr1yzNm9/FIm3aWrUbL1k868b1KwEB7xYtnP7O/02NmvWlxMmb1+XggZ1nTx/7+8zxeXMmyams06e3Fq2Jwde+L2/funbh/Kl8+QvEnqtR4zZ7d28WK/kx6MP+fduPHt5br37zRC6xYaNWx47uO3xw94eAgLWrlzx/9lg0Xr9hy6fPHi1fOjcw4P3VK+dXrlhQvVZ9YxOTKE3UiuXzxG4X9Xt2bVZHROTJ4yQaMTU1e/zowcOH9ywt023dsmbb1jVigtMnDz9+fD/OqsZMbPrmzevr3pekr6EyNKzfoMWihTPOnT3h/9Zvwdwpx48dyJLF9stTh0VE/DlGpfpTWdBaCvwo7Z8kqW9Lr6ZJH9ZI4Zel82cijjkrGy8wHtdPSmnEs9HWrjm3/lqpSoEs0ncTz2t3HzrRuE61MsULli72v79eHVsqlYrNuw6KCQo5OW7ZffjwiXNHTp4fO22hnKfZzMyke7tmfy5Y4X3z3uNnL6fMW6b8d/ZuI0NVu+b1J85afPT0hddv/P+Y4bHz4HFbm8wJrEn75vW37Tsq/t4FfFi4coPPo6eFnfN2bNlg9ebdqzbsFJXrt++fOn95+nSW8bVwfOuyyuVLfnGU2LpihZx+mzD71eu3Zy9eW7t1j1wvNmYkFxEAABAASURBVLZIgXx9fp14697De4+eDh497d7Dp1kyWZco5FysYP4Rk+Y8e+HrffOuWB+xH7SPpTNmSH/+yo2x0/56/srvyvU7x89cLOySL/bi3JvVvffgyfSFq/wDPpy54D1rkVfzBjXNTFPJ3RwbG5vBgweLu1Tm5uZSUujVoXloeHijDgP2Hjl98u/LU+Ytb9/v9/KlijavXzP2ZOLQv3j5+kNQsPiK3rjjwO5DJyMi1NJ3aNO49is//7lL174PDFq3bd+Zi1e/OFlilmtqYizeHpe8b4k3mJSiuLi4jBw5sl69eqr4f9AAAH4MQgcA6Al/f3/xuLdr165JdTqNHy/x0c8yOQY6l3O6i4c+iInVMcS8ooXv79KcghhaW5vY2UkA8PV0tq8IfZkAAPgqTk5ODg4OO3bskAAAAADgh9DdDNBZbbPPmee1dfPq9euWPXv2OFfuvJWruNWs1UA7QalSFUaPHPAxKLB0mYqDh44VNa4Vq584frBPz1Zi9QsXKdFvwG8T/xj6wOdu1qzZ41tKp859z5w+smLZvJ59hp44diAiIqJajXpxphk9dvrCBX/26+NuZpbGtWKNtu26i8ruPQevWrFw+tRRIaEhRYqUmjp9SRabbFLidOzc963/6/Hjhthkze7evseihTOkmNjfAYNHzZo+7vDBXQYGivIVqvbuMzz2XJWq1AoLC9280XPenElOToWGDP2jQsVqiVxiydIV+vYfsWWz17w5E/PlLzhx8gI5efbkqX8tWzpn544N9vYOdes1a9KsraisU6/ZzZtXJ/zxixSTb/v3UX9mt8shylWq1l4wb8rDB3fnLljdvmOv5UvnLf5rhrGxSdPm7WvEOi6yUqVd9+zeMnxo941bjklfo0PnvsYmJos8Zrx/7+9SoMiUPz2yZc/x+WQa79uaPZMNpNcR3rkNfF0M3h8ybJBWs3q2Ik2kQbb0UU+CFE6ZlOn8FXbZJZVSSlGc7dKNaOriYpdkPxf79IVv0MeQtk3rxK60yWxdr3rFbXuPDO3dYVCPdr5+/t1+GZc7Z/Z+XdtMnLVYnqZv51b+7wIadxqY3TZL/y5tbt17EKflwT3amZqaTJ6z9PVb/5JFCnjOm+Rgb5vAmlQqW3z88D4r1m0bNWV+0YL5V8z+I0f2rOJv5rihS9Zs+XPhCqc8DtPHDqlTtYL09cRX1mzR+q8Ty9dv75Ivd892zcdM/0setXDK75PnLu02ZKxaHVnNtfS0MYPlIO8Fk38bP2ux2EALizRuVSqI7dW2ZmSomjSi/68TZ2/YsV+pVNSt7jpqUPfYi7PNkslr3sTpf630bLIzb64crRvV7tSqoZTyGRkZ1alTp0qVKkplUn5wMmfMsHnZzJXrtnus2vDgyfPsNpl7d2zRsVUjI8N//Q/q5t70kvfNItWam5mZuFUtP2ZIzzlLVsdJPf5VrDNYLfpzZL/fpyxcsb508UJd2zS5dvv+55PFt1zDWKunUilbNqw1ZtpCv7fvBvdsJ6UEGTNmbNq0aYECBSQA0A2EDgDQBxqNxsPDQ5xR586dW0LK9LXRzzL9zAMdHRl575dfsrZta1GsmAQA34HekgAApBotWrQYM2ZM2bJlbW1tJQAAAABIZgax7y3KT3ciIiICAgLCwsJy5MghfSvRrGhKrVaHfHjqf8LZQGmcr/ZpKYmEhoQ0beQ6beay/E4FJeifqAdPol++lTKnV2RMb2Blqbl2XXGjs9onu6LxpKitk1U572jSjom+u0NlczkytL1R1+5f2/7H16eenR+gMSlsmH9dmjRpTE1NTUxMDA0NxTPLZHpg2Xne2Ys+/qZGyp61HN0r51L8eyFyvijxaQoPDx+94dbVJ0EbR9SSkHr9tefGxpMPNvTMkyaG/PZTKpXJ97y8V69eUkyq4JYtW6ZPnz7OWPn7XPxruPvsXYeFV4c0LuJWgpxeifX7qnMPn7+d5+5gbm5uZmaW3F8mUszRVKlU1atXd3Nz+zzrs/YfvffpN+tnvejyW6Ec+SwlJGh4nwmGhqo/Zg6TB18+e92sRtfCJVzmr5oo1wR/DK1RosWff40qW7G49JVCgkOrF2/hse5Pl0J5JXyTmb+cN0unbtjLWnxhyp8y8c7/5k/Zq1evgoKC5K9fcQJgZGSUrF+/qZ74DyK+diIjI8WVxZs3b6ytrS0sLCQASNXWrVvn6+vbv39//n2kUN8W/ayliYxaNe3Gg5sBxaulrdsxm2EMcTohn5ykvnfF/eHD3x06pDA1LXbggHiVAOCbiOuFt2/fijufsW+FJevNk4TJFzLiZmxoaOjr169z5szJz2oBAPBVjhw5cv78+WHDhnFpDAAAAOCr+Pn5BQYGijuE5ubm2pgNOdFMfLhzh5RHkcteEn//0Jw8olFXMew11MA6feSzDupjC4zHuEZXr6g5tD/61pboV40NbDJKOq9ygSxDGzlnTc/zQvwEVlZWLVu2JFVw6uDi4tKsWbOMGVPA915KUai488aV//+DfZfPXcueI+uNK7eDP4amMf/0pe196aZKpSxc3FkCkCAeeABI9by9va9cuTJy5Ei+8VKo74x+lvQsD/TDsWPfHTokNizPxIlEPwP4TjqbAZrU1AAAfINKlSqdOXPm2LFjlStXlgAAAAAgOSkkICWLDgqWTGyN+k8ysP6Utlbl5mrg1EIyNTEwNVbVq2/YZ6r66DlJ5/3S0GlW5+JEP+NnGTVqFNHPqUavXr2Ifk5ahYs5v/Z96/vqrTx4+cKNOg2rZsiU/vL5a3LNjat3XIrkN0vDdzjwHwgdAJC6+fv7r1q1qmvXrubm5hJSoO+PfpbJMdC5nNNdPPRBNKKOIdoULcu/7ySlCk+mT3+zc6co5B43Ll2FChIAfB+d7R9CpyYAAL6BQqFwd3ffsWNHYGCgBAAAAADJKd4M0Lp8a8/UzGz3/osSIN6oFmmMOjeNXWPYqo62rMiayah1XUnn5ctmKQE/j7GxsQQgHnmdc5lbpLnlfTeLjbUYPH/qcqNWbs+evrz4t3eFKqVEzc2rd+T0z8EfQ1f+tf70sfNvXr8rUDhfr1865nL89HsFXZoPLlqywKmj58LD1cs3zRQ1SxesPX3kglKlqFmvknZB509f3bFx38Wz3umt05UoV6TfsC5KJR3VkKoQOgAgFdNoNB4eHlWrVs2dO7eEFCipop9lsfNAq4xe1mqTVTsqdeSBDvL29l27VhRyDB2aoVYtCQC+G70lAQBIZezt7UuXLr1hw4auXbtKAAAAAJBs4g2s4Z4jUigDIyMJAIAkolAoipRwuXPjvig/uPdErY7M75KnUDGXS2c/ZYCOjNTcunavSIlPOdRnTVx0+tj5oWP7rN/nYeeQrbf78IB3H+RG9m0/0qZz065926RNZzFzwiLvCzcnz/9t8rzfL5y+Kk+g0UT9MWxGhozpV2yZ3al3612bDuzdelgCUheuLwCkYhs3bjQzM3Nzc5OQAiVt9LNMmwf67z0B+1a/TGV5oC0KFbLr1y9bt26ZmzeXACAp0FsSAIDUp2HDhg8ePLh165YEAAAAAMkm3gBo7jkCAAAIhYo73b3pIwpXzl8vUsJFpVIWL1vokc9TP1//uzd8IiLULoXzBX8M3bP1cI+B7QsVc7LKYNl3WKf01ul2btwvt1Chauk6javWalA5JDjs6P7TXfu3zZ03R87c2fsO6yxPEBYa/s4/wN4hW+asGavVruCxblqhmKzSQGrC9QWA1Mrb2/vKlStdunThiy4lSo7oZ1nqjoG2adfOtls3CQCSiM5+K9KNEwCAb2ZsbNy8eXMvL6+IiAgJAAAAAJIHGaABAAASUqio863r96Oioq5cuFGoxKe45MxZrO0dbK9evHnD+07hEi4mpkbPn7wU9U4FHeVZFApF/gKOjx89lwezZs8iFx76fMoh7Zg/lzzo6JxLjpRKY27asEWt6eP+aunWY+qo+c8evdTOAqQaXF8ASJX8/f1XrVrVtWtXc3NzCSnN59HP2XOnTZLoZ1kqi4EO8vaWACB56GwnIno3AQDwPYoWLWpjY7Nnzx4JAAAAAJIHGaABAAASktclt0KheHj/6ZUL14uVLChXFile4Oa1O7eu3StequD/Txrr9EmcSkWqI+WyQhnvGZdK9b/wml/G9Fq5fU5z9/ofPgSNHjx10WxPCUhduL4AkPpoNBoPD4+qVavmzp1bQkrz5ejnXwskVfSzLNXEQAd5e9/u2fNu//7RkZESACQ1eksCAJBatW3b9tixY76+vhIAAAAAJAMyQAMAACREqVQUKeFycNdxUc6dL4dcWaiEy4O7j69fvVOw+Kec0FntPiVsvn3tnjxWnEfduXHfLqdtnKYcctsbGRvevekjD9679VAdEyTt+/LNmCHTsttlbdKmzvhZw7v0aX366AUJSF24vgCQ+mzatMnMzMzNzU1CShNf9LOhUVJGP8tSQQx08L17d/r2jY6I0ISFSfxDB5AM6C0JAEBqZWVlVatWLS8vLwkAAAAAkoFCAgAAQIIKFnPaselAsVKFFIr/nTsVLenic+fRxw8fnQvlFYMWFmkat669cMYK70u33vsHzpuyzM/3rVuDqnHaMUtj0rZLk79mrrp17f7zJ68WTF+ujEkOncHayvvSzZnjPXxf+N3wvnv25CXnwnklIHUhpgFAKuPt7X358uUuXbrw/Zbi/MjoZ1mKjoEOe/LkTs+eUSEh5s7O+WbPNjA0lAAgqensNyHdOAEA+H7Vq1cPDg4+ffq0BAAAAABJjQBoAACA/1CoqNOHgKAiJVy0NdaZ0mfMbF2ouItK9b9AmT6/dCpfudTE32a3a9D33bvAeSsnZc2e+fOmOvZqWai4c9cWgwd2GVW3cXUTUxNRaWikGvZH33OnLzep1qVXm2FZsmbqP7yrBKQuhA4ASE38/f1XrVrVtWtXc3NzCSnKj49+lqXQGOgIX99bPXpEBgaaOjjkmzdPYWIiAUAy0NneRHRzAgDg+ymVSnd39y1btnz8+FECAAAAgCSlim8Et/bwf+zdBVgUWwPG8SMsIaWoKKIo2I3drdjd3d3d7b12Nyp2d3deu8VW7G5BVHL1OzLX/bgoiMrCxv+nzz6zs7PD7O7M2TPnvHMWAAAoMmdPf+z6lnAzl26ZHvauhaV5+55N5f9wi81fMzHsXRMTk95D28v/yt1yVUsoE/kL59x4cKEADBfnFwAMhlqt9vDwKF26dJo0aQT0yvfp5xRp7Zr303r6WaFkoJdMuHJyh4+8W66hk+Yh5WdGdPC7Ur5jcpsskiXLOGeOqa2tAADt4GpJAAAMW6pUqXLkyLFu3bpmzZoJAAAAAIg+EY4ATZsjAAAAgOjC+QUAgyG7bK2srMqVKyegV2I3/azQu3GgLZImzeTpmcnDwyxBAgEAWsPVkgAAGLwaNWpcvXr11q1bAgAAAACiT4QBaNocAQAAAEQXzi8AGAYvL6/z58+3atWKYk2/6EL6WaHnWl+kAAAQAElEQVRkoNO5JdCbDLSTk7mjowAAbdLZqyW5jBMAgOhiZWVVs2bNpUuXhoSECAAAAACIJowADQAAAEDrOL8AYADevHmzZMmS1q1b29jYCOgP3Uk/K0xVJg27Z9bZDPSX4OAbXbr4eXkJAIgpOntZEdc7AQAQjfLnzx8vXrzdu3cLAAAAAIgmjAANAAAAQOs4vwCg79RqtYeHh7u7e5o0aQT0h66lnxWmpnF0NgN9q3dv3+PHb3br9jkwUABAjOBqSQAAjESjRo327t37+vVrAQAAAADRgRGgAQDQIr5PAUBBeQhA361bt87Kyqps2bIC+kM3088KXcxAf/lye+BAn6NH5calHT3axMJCAECM4GpJAACMhKOjY+nSpZcuXSoAAAAAIDqoRMz4ItSBbwSgD9QhfiJMszvt74gVOrjjcSz8njihBAAYPQpDAHrNy8vr/PnzgwcPpjTTI7qcflYoGejlk6+e3PFW3i3X0EnzkInJ1zELYnh/uzdmzJvdu+VfTTtqVLz8+QUAxBSdvVqSyzgBAIh25cqVO3Xq1OnTp/PmzSsAAAAA4M/EUAD6y+fAW3sYJAl6RhNb1IUebs3G+HwIaj5pv6bxnd53Q6J8rD4fg0Rob7ekO5+vZks891xd/c+t7+cjHOXTfPU+ML6lUD5K3isARo7oAAD99ebNmyVLlrRv397GxkZAT+h++lmhOxlo3+PHX65fLydSDR6coFQpAQAxSGfbTGjMAQAg2qlUqsaNG8+bNy9LlixWVlYCAAAAAP5AhAHoaGnakysxNTEVJpbEHaBH5O76NahoYhE2gaojGeg0Saz8PgUpP4mr/CqugMGxtzBRmVppdj/dCc5axzXLlya++htBlO1n5AeXILEqka25aSid+jQBIOZRAALQU7Lq6+HhUaZMmTRp0gjoibDp56Pbn+ts+lmhIxnoeAULOjVrZpYokUOVKgIAYhZNTAAAGJV06dJlzJhx48aNDRs2FAAAAADwByIMQP95m6MS8zKxSGxf9N6nT58CAwODgoJCQkJk/5MAdJipqalKpbKwsDAzM5PTsZ6Bln9XyWTLLWlQ2LlGboeAgAB5NAUHBysZaHoIDIbyKcvdzzyUnNCRcaCVDXOMH/fvuunl7qeU50oQn90vIppP8/vCBACME18ZAPTUunXrrKysypQpI6Anwqafj2x7tmW+TqefFTqSgXbu1EkAQGygwQQAAGNTp06doUOH5s+fP3Xq1AIAAAAAfpcWR4BWsl+aLKm8KyeUwJwAdJWy30pKAlUzbquIVf9eTvAtGivnyK2SE8RPDY+y+ykftLzVhd1PhCnPzczMlDi+nJYTlOeR0By28k3TfJpKdgEAjBOZBgD6yMvL6/z584MHD6YQ0xf6mH5WxFYG+v3583Y5cwoAiFU628JJ0ysAAFpiY2NTrVq1ZcuWyTNuuk4AAAAA/DYtjgAtQvtmlMCcCM1rKsM/02gIHadJoEpy79WRIXiV+Kky3rOyeQz/bJDCXjqiCUArRKxSynO5SYL8fZQpRYfyOSqDQOvIpwkAsYJvDQB6582bN0uXLm3Xrp3slxXQB/qbflbEfAba9+TJG1272hcpkm7sWPnnBQDEEp1tKqENBwAA7SlcuPCpU6f27dvHby4BAAAA+G3aGgFaeboS41PuKsM/k3uA7tOM22r6je4MwSuPIzkhDyU5QfrZUCmpWWXfU/L3IlZpynPlrtwqZSx/dr+oMPlG+TTpNgNgzCgDAegXWen18PBwd3dPkyaNgD7Q9/SzIiYz0H5eXjd79JD7+peQEAEAsYpWJgAAjJA8u2nUqNHYsWPz5Mljb28vAAAAAODXxcQI0Moto9VCjyhpY00SOtZHbJV/XRn4WdkSzVDQgu4Bg6PsaWF3PB0ZMFjZJBFmMHLB7vczcSIgAMAo8a0BQL+sX7/ezs6ubNmyAvrg+/Sza8b4TXpl1q/0syJmMtAfb9260bnzl6Ag21y50o0fz/DPAGIXrSUAABgnR0fH4sWLL1u2rHPnzgIAAAAAfp1KaI0S2dSENZVOGnIP0AuaEKpmQsS2cAeU4GgyaGF3PB3Z/ZQJdr9fpXnrdOfTBIDYQhkIQI94eXldvHhx0KBBAvrgh+nnpr2zqMxi+ed0fpu2M9ABDx7caN/+86dPNpkzZ5g6NY6ZmQCAWKWzDU20gAEAoG0VK1YcMmSIPA13c3MTAAAAAPCLtBiAFv/tjyHxAH2kU/ttuI3hmDJsOvj5aiK8ShZfIMp4uwBAEB0AoD/evHmzdOnSTp06WVlZCeg8w0s/K7SbgZZrNzWNmypVhhkzTCwtBQDENp1tOaFJBwAAbVOpVI0aNVq2bFnGjBnNzc0FAAAAAPyKCAPQ0du0R0MhEI04oBC72AMB6BTNLzZAx/ExAdALarXaw8OjTJkyLi4uAjrPUNPPCu1loC2TJ884d67Kzs7U1lYAgA7gakkA0PhhkUijCgxbpkyZ5Dn49u3bq1evLgAAAADgV0QYgKbNEQAAQ6W0mIeEfA4K+CwAfSZrrEqtlX4g3cf5BQC9sH79ejs7uzJlygjoPMNOPyu0l4GOS8QfgC7hhA4AxLf67ZdQ/h/Vca1Nlfma32YUgOGqW7fuiBEjChQo4OjoKAAAAAAgymJoBGgAABDrwrWVLxp7WQD6zyaBKs43gkqsDuOjAaD7vLy8Ll68OGjQIAGdZwzpZ0V0ZaA/BwTc7N49Rbdu1unTCwDQMTp7tSSXcQKIMZr6rZy4ePTN2hn3Wg5JmzK9jazsmYRSFqN1BYYqXrx4FStWXLZsWa9evQQAAAAARBkjQAMAYESUkGji5HELV7UPCQkJDg5Wq9XKsCIC+i8wMDAoKMja2lrTKWKo5B6rdP/IWwcnS5VKZWpqqtwV0FWUMwB03Js3b5YuXdqpUycrKysB3WY86WdFtGSgb3bv/v7MmVvdu+fYsUMAgI7R2VM5zjEBxAxN/Va6cOT18gl35d25Q242H5QqZQYbTcOXpLSJCcAQFS9e/Pjx48eOHStUqJAAAAAAgKhhBGgAAIzL18BoMsviNRwCAgKCgoKCg4NDQkIIJhoK67dv3z579jB16tSWlpbCoCkBaNkDZG5ubmZmFjYATT0WAPCr1Gq1h4eHu7u7i4uLgG77Pv2cOnP8Jr2ymKoM+QIwU9M4jXpkXjnt2skdb8SvZqDV6lt9+74/cyaOuXma0aMFAAAAdEnY+u3Fo6+XT7hn72BZpo7r5gW3Fvx1t0m/FK6Z7GQLmGz+EqF1PzLQMFRy927cuPH06dPd3NxsbGwEAAAAAEQBI0ADAGBElJFCZIu58nOKmmkBQyGbhi0tLS9evJg7d+748eMLw6XswKamprL7x9zcXO7JSgCaHiCdxUcDQJdt2LDBzs6ubNmyArrNONPPClnTqd8l0y9noL98uT1o0LtDh4SpafpJk2zd3AQA6B6d7YyglwSAtoWt314+8WblpHvxE1m0GugWL6FF4uTWc0deXDz6QZP+KVwz2snFyEDD4KVMmTJfvnzr1q1r1qyZAAAAAIAoYARoAACMiyYzKr/rlfSzEoYWMBQuLi7W1tZ79uwpWrSos7OzMFBK1lmT6df8GKiArqKcAaCzrl27duHChUGDBgnoNmNOPyt+IwP9Zu9e+V9OpP3773j58wsA0Ek62xlBLwkArQqXfl42/q5dAovWg7LHS2gh5ydJbtVmcPa5Iy8uHfOoUd/kZKBhJKpUqTJ06NBbt26lS5dOAAAAAMDPMAI0AADGQmkT12Qj5IQSfVa+9PnqNyQpUqSoXr366tWrixUrljlzZmGIlP1Z2ZOV6LMyArSAruLTAaCbfHx8Fi1a1KFDBysrKwEdRvpZ8asZ6IRlyrw/c8YmW7YEpUsLANBVtEgAMEJh67cXj75ZOek/6WeFJgO9bOxjMtAwEhYWFnXr1l26dOnQoUNVKpUAAAAAgEgxAjQAAMZFCYwqt5r0MwxPsmTJWrVqNXfuXB8fn1KlSgkDFTYGrZkW0EmUNgB0kFqt9vDwkF+ULi4uAjqM9HNYv5qBdh04UACAbuM8DoCxCZd+XjHpbrzv0s8KMtAwQjly5Dh69OiuXbsqVaokAAAAACBSjAANAIAR0TSIKxN83Ru2BAkSdO3a1cPD482bN/Xr1zfg7pBwOzZ0E58OAB20ceNGa2vrsmXLCugw0s/f+2kG2u/8ebtcuQQA6AmdbZ2g2QSANoSt314+EZp+tv9x+llBBhpGqFGjRiNGjMifP3+iRIkEAAAAAETMePuKAAACxirONyah4sBwWVlZde7c+d27d3PnzpV9KnEMi8k3mjkCOozoAABdc+3atfPnz7do0UJAh5F+joiSgc6YK+HJHT67lj8NDiXfJflevdm//1q7dneGDhV8+QLQEzp7NsdpJoBoFy79vGx8aPp5SI6I0s8KJQNtqjJdNvbxvevvg4KCZN3vcyhBkwsMkb29fYUKFZYuXSoAAAAAIFIEoAEAMHZxYNDMzMw6depkaWk5derUwMDAOAZEQK/wkQHQKT4+PosWLWrTpo2VlZWAriL9HLkfZqDfnT7tPXy4/N79HBIiAEBPEN0DYCQ09VtJST/bKennBOY/fS4ZaBibUqVKffz48eTJkwIAAAAAIhZhjxEBBQAAAMMg63XNmzfPkCHD+PHjfX19BRAb6IoDoDvUarWHh0fp0qVdXFwEdBXp56gIl4H2vXHj9tixQqWKV6RI6mHD+OoFoC/ojABgDMKmny8df/1L6WcFGWgYFRMTk8aNG2/YsOHTp08CAAAAACIQYacR58kAAACGpFKlSqVKlRo3btyrV68EEOPINADQHRs3brS2ti5TpoyAriL9HHVhM9BbJl34YmlplTu36/Dhn+PE+RJKAIDO09nCilIUQHT58/Szggw0jErKlClz5MixYcMGAQAAAAARYARoAAAAY1GwYME6depMmjTpwYMHAohZdMIB0BHXrl07f/58ixYtBHQV6edfpclA3/DJdMW2SvJevUJCRzqX7yEZaAB6QWc7I+glARAtoiv9rNBkoJePIwMNw1ejRg0vL6+7d+8KAAAAAPgRRoAGAAAwIm5ubq1bt545c+aNGzcEEIOIDgDQBT4+PosWLWrTpo2VlZWATiL9/Hs0GeirT132rH0dHIoMNAB9QTEFwIBFb/pZoWSgTUxNyEDD4FlYWNStW3fp0qXy7EYAAAAAwHcYARoAAMC4pEqVqlu3bkuWLDl9+rQAYgrdbwBinewu9fDwKF26tIuLi4BOIv38JzQZ6JM7fHYtf0oGGoAeoTMCgKHSRvpZEZqBzkEGGsYgd+7cdnZ2e/fuFQAAAADwHUaABgAAMDpOTk69e/fevn37nj17BBAjyDQAiHWbNm2ytrYuU6aMgE4i/fznlAx01vwOZKAB6BedLaAoOQH8Ce2lnxVkoGE8GjduLNuxX79+LQAAAADgv+hDAgAAMEb29vZ9+vS5cOHCqlWrBKB9tPiYjgAAEABJREFUdLwBiF3Xrl07d+5cixYtBHQS6efoYmISp06HDGSgAegXnb1akss4Afw2baefFUmSW7UelF3WAMlAw7AlSpSoTJkyS5cuFQAAAADwX3QjAQAAGClra+sePXq8ePFi/vz5arVaANpEdABALPLx8Vm0aFGbNm2srKwEdA/p5+glv3PJQAPQLxRNAAxMzKSfFY7O1m2G5GQcaBg8d3f39+/fnzt3TgAAAABAGBH2JBFQAAAAMHhmZmadO3c2NTWdNm2a7CARgNbQ5QYgtqjVag8PD9lX6uLiIqB7SD9rAxloAPqFzggAhuT79HO8hJZaSj8rGAcaxkC2YDdu3Hjt2rWBgYECAAAAAL6JsDOJ82EAAABjYGJi0rx5c1dX1wkTJvj5+QlAO8g0AIgtmzdvtra2dnd3F9A9pJ+1hww0IKA/dLZQorQE8Kt+mH5uO1SL6WdF2HGgH97yIwMNg5QqVaosWbJs3LhRAAAAAMA3jAANAAAAUa1atcKFC48dO/bNmzcC0AI62wDEimvXrp09e7ZFixYCuof0s7aRgQagL3S2M4JeEgC/JKL0s008M6F9SZJbtRmcw8TUZOkYMtAwWDVq1Dh//vyDBw8EAAAAAIRiBGgAAAB8VbRoUdmCPGHChEePHgkguhEdABDzfHx8Fi1a1KZNGysrKwEdQ/o5ZpCBBqAXKI4AGIDYTT8rlAx0HJM4ZKBhqOTZfc2aNZcuXars1QAAAADACNAAAAD4V86cOZs3bz59+vRbt24JIFrRzQYghqnVag8PD3d3dxcXFwEdQ/o5JpGBBqD76IwAoO90If2sIAMNg5cvXz5ra+sDBw4IAAAAAGAEaAAAAISVLl26zp07L1y48Pz58wKIPmQaAMSwzZs3yz5Rd3d3AR1D+jnmkYEGoON0tiCihAQQFbqTflaQgYbBa9y48c6dO9+9eycAAAAAGD36lgAAAPAfzs7OvXr12rBhwz///COAaEIHG4CYdO3atbNnz7Zo0UJAx5B+ji1koAHoMp29WpLLOAH8lK6lnxVkoGHYEiVKVLJkyWXLlgkAAAAARo/uJQAAAISXMGHCvn37Hj16dMOGDQKIDkQHAMQYHx+fRYsWtWnTxsrKSkCXkH6OXWSgAegsiiAAeko3088KMtAwbGXLln358qWXl5cAAAAAYNwi7GEioAAAAGDMbG1te/Xq9eDBg/nz5ytdI8CfoGsNQMxQq9UeHh7u7u4uLi4CuoT0sy4gAw1AN9EZAUAf6XL6WUEGGgZMpVI1btx49erVcscWAAAAAIxYhJ1MnPcCAAAYOXNz8y5dusiJ6dOn05SMP0SmAUDM2LJli7W1tbu7u4AuIf2sO8hAA9BBOlv4UCoCiIjup58VZKBhwNKlS5c+fXrZCCAAAAAAGDFGgAYAAECETE1NW7VqlSRJkgkTJnz8+FEAv4tONQAx4Nq1a2fOnGnRooWALiH9rGvIQAPQNTrbGUEvCYAf0pf0s4IMNAxYzZo1T5069eTJEwEAAADAWDECNAAAAH6iXr16uXPnHjdu3Js3bwTwW4gOANA2Hx+fRYsWtWnTxsrKSkBnkH7WTWSgAegUih0AekS/0s8KMtAwVDY2NtWqVVu6dCm7MQAAAGC0GAEaAAAAP1emTJmqVauOHz/+6dOnAvh19EMA0Cq1Wu3h4eHu7u7i4iKgM0g/6zIy0AB0B50RAPSFPqafFWSgYagKFSqkUqn++ecfAQAAAMAoMQI0AAAAoiRnzpzNmjWbMmXKrVu3BPCLyDQA0KotW7ZYW1u7u7sL6AzSz7qPDDQAHaGzBQ4lIYCw9Df9rCADDUPVqFEj2Sbg6+srAAAAABgf+pwAAAAQVRkyZOjYsaOnp6eXl5cAfgUdaQC059q1a2fOnGnRooWAziD9rC/IQAPQBTp7tSSXcQLQ0Pf0s4IMNAySo6NjsWLF1q5d+/1DJ06cEAAAAAAMGt1OAAAA+AUpU6bs1avXmjVr+GFB/BKiAwC0xMfHZ9GiRW3atLGyshLQDaSf9QsZaACxjqIGgI4zjPSzggw0DFKFChUePHhw7do18c3YsWM7dOjg7+8vAAAAABi0CHueCCgAAADghxwcHPr06XP48OHNmzcLIGroQgOgDWq12sPDo0yZMi4uLgK6gfSzPiIDDSB20RkBQJcZUvpZQQYahkelUjVu3HjZsmUhISGyybpz584PHjwQAAAAAIxAhJ1PnN8CAAAgIvHixevdu7e3t/fChQuV3hEgcmQaAGjD1q1bra2tS5cuLaAbSD/rLzLQAGKRzhYylH4ADC/9rCADDcOTLl261KlT9+nTZ/fu3fJERpkpd2wBAAAAwKAxAjQAAAB+h6WlZbdu3QIDA6dPn05TMn6KzjMA0e7WrVunT59u0aKFgG4g/azvyEADiC062xlBLwlg5MKmn6+efmsw6WcFGWgYmIULF547dy4gICDszJCQEAEAAADAoDECNAAAAH6TSqVq27ZtggQJJk2a9PHjRwFEjOgAgOj1/v17T0/PNm3aWFlZCegA0s+GgQw0gFhB8QJAB4VLPy8ec9uQ0s8KMtAwGD179jxz5owAAAAAYHwYARoAAAC/T1YaGzdunDVr1nHjxr17904AEaDbDEA0kkXKvHnz3N3dXVxcBHTA9+nndG72pJ/1FBloADGPzggAuuYH6ecEhpZ+VpCBhr6bNGlShw4d/P39BQAAAACjxAjQAAAA+FMVKlSoWLHiuHHjnj59KoAfIdMAIBpt2bLFwsKidOnSAjrgh+nnht1JP+sxMtAAYpjOFiyUeIBxMp70s4IMNPTXy5cvHRwcTEw49wQAAACMF+cDAAAAiAZ58+Zt1KjRlClT7t69K4Dv0GEGILrcunXr1KlTLVq0ENABEaafTbnuRb+RgQYQk3T2akku4wSMkLGlnxVkoKGnEidO3Lhx4yFDhuTOnZtvbQAAAMA4EYAGAABA9MicOXPHjh09PDy8vLwE8F90QgCIFu/fv/f09GzTpo2VlZVAbCP9bNjIQAOIMRQpAHSEcaafFWSgob8SJ07cokWLQYMGubm5CQAAAABGJsIANAEFAAAA/KqUKVN27959zZo1x48fF0AYdJUB+HOyJJk3b567u7uLi4tAbCP9bAzIQAOIGXRGANAFxpx+VpCBhl5LmjRp27Zt+/XrFzYGLfdhAQAAAMCgRRiA5jwWAAAAv8HR0bFPnz579+7dunWrAL4h0wDgz23ZssXCwqJ06dICsY30s/EgAw0gBuhsYUIpBxgP0s8KMtDQdylSpFBi0JkyZRIEoAEAAAAjYDps2DDNHaXfQvZhBAQEyNv48eMLAAAA4BdZWlrmy5dv27Zt3t7e2bNn15fk64cPH2S/jnkoMzMzU1NTExMTYrt/Qp5cyB6ykJCQT58+WVlZWVhYCAD4Xbdu3dq+fXvXrl1lES0Qq0g/GxtZHcqcJ9HrZ/7nD74NCAhOldlamakQXOYE4M/I8wV/f3/5naKci6lUKnkupilhYoXmRObjx4/29vbyxFAAMGikn8OysTPLkCPR+SPPvY74umS0tImvkgWyUhJS9zMkhh1njxcvXt68eTNmzChbI52cnASiDyUAAAAAtEo2xwUGBsoWwqhnNiIMQMvWPQLQAAAA+D2yMpovX74TJ06cOXMmR44csmIqdB4B6GgXNgBtbW0t31gBAL/l/fv3U6dObdeunYODg0CsIv1snMhAA9AeJWdMABpAbCH9/L1/M9D/vPA66psqi6V1PDLQhkPZ4Y1kMG/5JU76Odppdh7KAQAAAGjDbwSgVRE9QJ0VAAAAf0LWRzt27Lho0aJJkyZ16dIlbty4AkaMn0kF8NtkATJv3jx3d3cXFxeBWEX62ZjJpsI6HTLIiZM7Xsnbcg3/nyQIm4YBgN9AAQIgtpB+jkiS5FZthuSYO+LC0jGPG/dL7pzGToS29YnQup983yi69dGX7wia7BA1mosfwl4HK6jFAQAAQAdEGIDmbAcAAAB/SDaANm/efOvWrePGjevSpYu9vb2AsaI1HMBvk98jFhYWpUuXFohVpJ9BBhqAluhsZwS9JIBhI/0cOTLQBkZJPId8+nT/77816WfBlx1+hTzqk7ZrFzdZMpNQFAIAAADQBSoBAAAAaFPlypUTJkw4bty4rl27Ojo6ChglelMA/J5bt26dPHly0KBBArGK9DMUZKABaIPOFh2UaYABI/0cFWSgDYz8yD4HBb3bu9fUyipOmB/r43NE5P4dLDwwUP3hQ4I6dVSJE6tUX0MmnAMCAABAFxCABgAAgNYVLFjQ2tp68uTJbdu2TZUqlYDxoSkcwG94//69p6dn+/btraysBGIP6WeERQYaQLTjakkAMYz0c9SRgTYMypDPyjmdvJusYcPkjRoL4Fe83rf31siRgYGB5sHB8sBXzv4AAACAWBdhxZTzVQAAAEQjNze3tm3bzpkz5+rVqwLGh0wDgF8ly4158+aVKVPGxcVFIPZ8n35Onz0B6Wcjp2Sgs+Z3OLnDZ9fyp8Gh5B4i95Owv6YNAFFEZwSAmET6+VcpGegvn+MsHfP40e33St1PeQMFDT76Q6moh4SECOAPyF1IlgDyVjn7EwAAAEBsizAATYUVAAAA0StVqlTdunVbtmzZ8ePHBYwMmQYAv2rbtm0WFhalSpUSiD0/TD836JaZ9DPIQAOIRjpbaFCaAYaH9PPvIQNtGKio489p0s8EoAEAAKAjGAEaAAAAMcfJyalPnz67d+/evn27gDGhQRzAL7l169aJEydatGghEHtIPyNyZKABRBed7YyglwQwMKSf/wQZaH335RsB/IGQkBB50se+BAAAAN3BCNAAAACIUfb29n369Lly5crSpUupcxoPogMAou79+/eenp5t2rSxsrISiCWknxEVZKABRAuKCwAxgPTznyMDre+oouPPhR37md0JAAAAuoARoAEAABDTrK2te/To8fbt25kzZ4aEhAgYARrEAUSRLC7mzZtXpkwZFxcXgVhC+hlRRwYawJ+jMwKAtpF+ji5koAEIwvQAAADQJYwADQAAgFhgZmbWuXNnS0vLKVOm+Pv7Cxg6Mg0Aomj79u0WFhalSpUSiCWkn/GrdDkDHScGCQC/S2c7I+glAQwD6efoRQYaMGZEnwEAAKBrTAQAAAAQG0xMTFq1apU6depx48b5+voKGDRaxgFExa1bt44fP96iRQuBWEL6Gb9HZzPQJjFLAPgtOnsJAdc2AAaA9LM2kIEGAAAAAOgI2uUBAAAQm6pXr16iRImxY8c+f/5cwHARHQDwU+/fv/f09GzTpo2VlZVAbCD9jD+hsxloALqPIgKAlpB+1h4y0AAAAAAAXRBhAJqAAgAAAGJG0aJFa9WqNWnSpAcPHggYKLq+AGj88IoXWUrMmzevbNmyLi4uArGB9DP+HBloAL+HzggA2kD6WdvIQAMAAAAAYl2EAWjOSwEAABBjcubM2apVq+nTp1+9elXAEAggYl0AABAASURBVJFpAKBx7ty5kSNHhpu5fft2CwuLkiVLCvwx9YcP4heRfkZ0IQMN4DfobOFAqQXoL9LPMYMMNAAAAAAgdjECNAAAAHRCunTpunbtumTJktOnTwsYHDq9AGj4+vo+e/ase/fumjm3bt06fvx4ixYtBKLD8xUrvPv1C/rRSNs/FAPp5wunrwzvM6l6iea13VuPGjTN+/pdzUPTx3j26/R3FNdz7NCZUjlrCS349NG/UMYqV7xuRnH54KCQYlmry6do/od9UTqibb3ey+avj2SBi2eu9Gg9tGze+g0rdZgxdsHHD/4iOuhUBvrs2bNye65cuaKZc+bMmXjx4jVu3FhuT8GCBceNGxf1tf3q8gCiSGc7I+glAfQU6eeYRAYaAAAAABCLGAEaAAAAusLZ2blPnz5btmzZuXOngGEhOgBA4/379/I2MDCwQ4cOq1evlnc9PT3btGljZWUlEE3e7tvnVavWkwULvoSERL5kDKSfZ01Y1LXFIPsE8XoMbtegZY13b3xb1u6xa/NB8eucUzo1a1tXaIGZmVmrzg0ckiSM4vIP7j8OCVFPXfDX9EV/K/+TpUgq9MrTRy/6dBiZNmOq5dtmdujZfOeWA7MmLBTRRGfHgb569WrFihXLli27aNEiExOTFi1aFCxYUACIbXRGAIhGpJ9jHhloAAAAAEBsUUX0AAEFAAAAxLyECRP27dt3+vTpr1+/btSoEZVSg0F3FwANPz8/zfThw4ePHz9etWpVFxcXgWj1OSDg8axZb3btcund2y5Pnh8uEwPp5/OnLi/33DBt4V+58mdT5lSvV37iyDmT/56br3BO+4TxfmVlIoVrssZtawstMDNXNe9QL+rL3/N+mMzZMXeBbEJv7d/xj33C+O17NJXTiRInaNym9tK5a3sP6yCiiZKBlhMnd7ySt+UaOmkeMjExEbHR9nj37t2yZcvmzp17xYoVpqamck6rVq0EAB3AeR+A6EL6ObYoGei5Iy4sHfO4cb/kzmnsROhFhiK07ic/F4p6AAAAAIA2MAI0AAAAdIutrW2vXr1ev37t4eER8rNxK6Ev6OgCoOHr6xv2bnBw8NatWwW0w//u3evt23v36xf0/Hm4h2Ig/SytXLSpTOXimvSzonOflqYqk11b/x0EOjgweNyQmRUKNmxUueOCmSvlnMcPnxXKWMX7xj1lAbX6c+XCTfZs++fYoTOlctZSZp494dWz9bCyees3qNh+8Zw1ISFqOfPg7uNyPZo/NGvCot7tR8qJTx8D5k5d1rhK53L56nduNvDimSvhtvPTR3/5F6943ZTTbev1XjR7tVx5mTx1m1Xvunvb4e9f18N7j1O4JhOROn3s4qBuY+RflFs4edRc+SqU+fKFtK7b0z1XndZ1ex05cEqzvPxDvdoMl8v3ajvc+/pdZeaGlTva1Ovtnrvu14X3n9K8ruF9Jo0aOLVSocY1S7eaPXGx5o1asWBjqzo9KxZqJB8NUau/be2T8cNmVS3WrHqJ5v07j3r5/I2cWbtJ1YkewzR/3dbGOjgoJHrbA3VqHOiXL1+WKVMmY8aMGzZsUKn+HRKiYMGC48aNkxN9+/Zt3LhxixYtkiRJ4urq2q9fP2UBubUTJkzImzdv4sSJ5aNy+5X5QUFBPXr0cHNzkxXXTJkyyWnNQwB+g852RtBLAugX0s+xi3GgAQAAAAAxz0QAAAAAOsbc3LxLly4qlWrKlCkBAQEC+o+OLgAa79+/DzcnMDCwQ4cOixYtEtCOt/v2edWq9WTBgi9BQWHnK3GEYzteaCn9LD1+8NQ1TYpwM80tzNxyZb4WmjaWTh49b2NnvXL7nEatai2dt27X5oPJUyTNlivTwd3HlAUunL4c4B9QrHR+zRru3X7Yt+PIdJnTrN7l0WNQ+63r9i6ctSqSzdi+fu++7f+07dbYc91kG1vrvwdMFZFa7rmhUq0y6/Z5Fi9TcOLwWR8+fAq3wMN7T0JC1L3aDC+bt36npgM0eWUNtfrzyL6TEjokWLRhaouODbat27Nz4345/8SRc3/1m1SmYvH1BxbUblxFLnP54g05f/eWg2MHTy9RrvCK7bNTp3fp3mqoz9v329btnT1xca1GlTccWFCtTrkhPcedOX5RWf+erYeSp0y2dMuMXkPby609e+KSnLl13Z4lHmtadKy/dPMMlanqxpXbysJzpy598uj5uFmDR07p9+j+U3lXzrSMa548ZdJv7+ej+TOWV69fPtovWPo+Ax0SEqIEoEUM8vHxKVeu3IsXL9avX29pafnDZZYtW5YuXborV67Mnj17/PjxBw4ckDPnz58/atSoYcOGyflmZmZnz55VFp44ceLChQv79et37969Xr16TZ8+nQs5gD+hs1dLchknoEdIP+sCMtAAAAAAgBimEgAAAIDuMTU1bdWq1apVq8aPH9+lS5d48eIJ6DOiAwAUnz59imh0/9OnTz969Gjw4MECkfpw+XLQy5fBb95YZ8xokzWrMtPnn3+eLV+uTAc+ffr9sz4HBDyeNevp/PmWzs6ugwdbZ86sDMH7z5ZnWzwfZcqdqEHXTCK6ff78+eG9J4kc7L9/yNbO+tmTl8q0axrn9j2bym+KclVLnD5+cd/2f+RE6fJFVi/e3KZrI7nAwT3Hi7oXsLA01zx9x8b9LqlTtO329dHcBbK17FR//PBZLTrWj2hLXr96G8/eNm2mVEkcEw0a3f3m1dvBwSFmZhE2i5WvVrJE2YJyomajSvOmLb93+2HW7BnCLvDg7mN5W6NBxbJVS+zfcaRjk/4LN0xN5uyoWSDAP/DtG5+UqZIncXJwTJbYJY2zhfnX7V+1cFPdplVrN6ksp8tUKnr7xt01i7fIlctXVKZisYo1Ssn57Xs0fffG59WL11vW7alSq4xcTM6sWLP05QvX5dPzFMwu76ZKk6JJm6+DYRcokitj1jTXr3jL92HPtsNVapctWCy3nN91QOt/9p/89+W/eOuS2tnZxcnKOu6EucPevnoX9rW8fP6mU9P+WXNkbNWpodAC+cnW7ZhRZWZycscLf/+PecrFNflGREcNQa5B1hvl2jS3CjmtGem5efPmsjIpC5+pU6dGVMhkyZJFGfi5XLlyuXPnPnPmTMmSJVesWNG6desKFSrI+fK5mzZtUhZ2cXFZtmxZxYoV5XSLFi1mz559584dAeB3EYkD8IdIP+sOJQM9d8SFpWMeN+6X3DmNnZxpZvb1g5DVM/lJ0UCkj05u2zq9Y8fv52cpVLj/ihVh5wytXi13mbKV27cXOiDGNubEls2p3bInTplSxJIL+/dP69hh4Y2bAgAAADA+Efb0cP4JAACAWFevXr3du3ePHTu2e/fuDg4OAnqLTAMAha+vbySPPn/+fOHChc2bNxf4zqOZMz9cvPj+wgXNnGRt2mgC0MG+vu/PnfvpSj4HBX26fTsk9FOQJfPnz59P7Holp/OXdhJaYGJiYmamev/+w/cPvXj2Or79v1c3pcuURtMMlTFzmvUrt8uJEmULTRsz/8aV22kzpvpn74n+f3cJ+/Qnj55nypZOczdL9gyBAUFPHz2PaEvKVimxdf2eumXa5M7vliVHhjKVikeSfpYSJU6oTNjaWsvbQP+gcAtMXfCXWq1OkCi+nC5ZrnCjyh23b9inxLUV1jZxq9UtN3HEnNWLN+fKmy1PoRxFQ0ewfvzw2dkTXisWbNQs6ZrGWd4+eviseNlCmpkD/u76deaDp3WaVNHMzJw9w6I5q5XpJE7/rxdZWVsFBQbKieuXb1WrW16ZaWFpnjq9izJdrV75UQOnHt5/Ml/BHNnzZilVoUjY1zJz/ILM2dKPnNw38vfkDxVwT3bhyItrp/xDbK6qRUBwcLCyB4o/Jtej/kauUB2GjY1NpUqV5DLW1tZ79uyZN2/eoEGDKlSokCtXru/XkyLF/4cqt7Oz8/f3F6EXZrRr106ZaWlpmS1bNmW6fv36T58+nTt37oULF86fP3/27NkaNWoIAL+LzggAfyJs+vnmhXekn2MdGWjDkyl/gYGrvp6JyBr8qAb1a3bvniHf17Mbazu7cEsWr1PXKXVqYUw++vrO6Nx51I6dIvY4urpW69xZAAAAAEYpwo4NAgoAAADQBWXLlrW3tx8/fnzHjh1Txt5AGvhDdG4BUPj5+f1wfuLEiQsUKFCwYEFbW1th3AKfPvU5evTdkSOfvL3TjBxplyePMl/98aMm/WxqbW2WMKEqzHsVv1ChTB4eyvSrrVtfbdv2/ZrlsxJXq2ZfuHDcdP9Gh2XjT6thqeYPvbN00tXm/bKkSBv9v7eQu4Cb9/W74WZ++ujvfeNuo1a1lLsqM9Owj1paWsjbBIni5yuc89De4x/8PsrtzFsoR7iVhP1mUaaDgoLDfduoQ9TKRKq0KdbvW3D+9KXLF27s2nJw1aJNy7fNSvijoakVJibhvrbCt5LFs///m29qapLSNbnPm/Dh/t7DOlRvUMHrzNULZy4P7Tmufovq7Xs0lfMbta6Zr1BOzWIq86+tcz8MH4cEh/znZQoRHPhvFDtO6PDJ/9++SJvxylUtIT+I86cueZ2/7jFl6e7NB2ctH6NZs9e5qx16tdBq+vnZgw+eo7ys45nU7ZnM0TmDpfyMLSxUKpWpqam2awgXQo8aT0/PBAkS9OrVa8uWLU2bNj179qzchnBLmoR/SyN7T3v37j1z5sxatWrlyZOnVatWXbp0EQD+gM52RtBLAui+cOnnBX+RftYJZKANjF2iRJkSJRJfz7C+/qBT0tSpMxUo8MMlS9SvLxDjkqZKVbVjJwEAAAAYJZOIHuDMEwAAADoib968LVq0mDZt2o0bNwT0E9EBAIo3b96EvSu7wGUh361bt2HDhpUtW9bI08+P58zxqlbtYpUq98eN8z1xIvj164/Xr2seTVi2bPpJk7Jv3Zrv7Nnchw+7bdjgGKZr2SxBAttcuZT/Fk7fDeccJ07imjWzb96cont32zx5VPH+DTrLwtnK1rRhPye7BCYLRl9+6O0rolvdplV3bT54+eJ/vsFXLNgYHBhc3L2gcvfR/aeah65d8U6ZKrkyXap84eOHzh7cdaxUxSIq1X9C0slTJL1++db/n3XppoWluVNyRzNzs08f/NXqf8cVfvH8lTKxYeWO/Tv+KVQ8T7vujRdtmPb585dzpy6L3/Xpo3/dcm337zyq3A0ODrl352GaDK5hl3n+9NWwXhOcUzjVbFjxryn9WnVqcOzgGWXLA/wDc+bLqvz3vnH35uXbX+c7J/W+9v+keOu6vfZsPZQqTYrrl701M+W0S+oUkWxY1uwZb127o0wHBQbfuXlfhH7KE0fOefH0VZnKxXsPbT9m+oBLF66/fvlO86zhE/vkL5xDaM2zBx/m/+Vlav65Sgcb2wRf8y4KEYMsLL6m6k1NTefNm+ft7d27d+8oPrFgwYLnz59XpgMDAy9duqRML168eOjQoUuWLOncubObm9uDBw8EgD8zRFQBAAAQAElEQVSgs50R9JIAOu779LOdvQXpZx2hZKC/fI6zdMzjR7ffB4dSPixBM5EBWTZyxKxuXf+uX69tdrdLhw8NrV5t6+zZcv7K0aOmtW8/sVXLdjmydy9S5NDq1Wd37+5TulT7XDlXjR4dbgc4t2dPq6xZlHT1Rx+fhilTbJ01S3lo8dAhHr16yokrR4+ObdKkdbasvUqW2DR9mrKwfOKACuXn9+sr52+cNvWzWr3dw2Nw5cryj8pnqYNDlJU8u3t3wYABHfPm6Zw/3+Q2rd8+exbJK7qwf38f99KbZ0zvWbxYW7dsU9u38/92IfcPt6FNtq+/yyQ3Y8e8eeHW069c2UWDB3crXEi+OXJCbsbwmjXaZM06rUOHD+/+PSN7cPXqmEaN5MvvVaK4/KPyJSjz9y9fJhdulSVz10IFp3fsqGxzRNsm5zfPkF5OBHz4IN+9Q6tWyTehZeZMI+vWuX/lirLCV48ezejcWW7JoIoVDyxfLheTCwsAAABA/0UYgObMEwAAALojQ4YMXbp0WbBgwenTpwX0ENEBAIr3798rE87OznXr1h0zZkyzZs3SfRuQ2KgEv3v3dt++4DCJ8IDHj+V/OWGXN69Lnz5ZV6xI2qSJ5lFbN7f4RYtaJE0qfpF8YpYlS1z791fFjx/uoTihbOKZ1enpYGsfZ+GYK9Gegc5TMHv7nk27NBs4a8KiowdO79p8cFjPCSsWbOg7srOTcxJlmUvnri333OD3/uO2dXsP7jpaq3FlZX6RUvmfPHp6eN+JUuWLhFttjQYV73o/8JiyzOft+7MnLs2btrxyrTJxrSwyZE4jH50zafH5U5eXzFlz6ui/Y2Z/Vn+eO3XpkQOn5PJb1uwKDAhMn+n3f5fZyjquo1PihbNWeZ279uL569GDpgcHBperWiLsMgkT2Xuduzr5L4/nT15e8bp54si5zNm/dkjXaVJl48od65Zt833nt2XtntkTF8dL8DWPLl/17m0H92w9JOcv9Vh7/86jTNnS125SZfOaXXu2/SPfnO0b9u/ccqBavfKRbFjjNrW2rN19cPdx+TKnj/P09/cXoZ+yvDtjwsKrF28+e/xi+6b9KVMls0/4bwj+8+fP509devjgqdAOTfq5QhtLu4SmJt8o+56IcZkyZRo2bNiMGTP27NkTleX79+8/b9689evXv379umfPnh++RQSSJEly9epVtVot32RZR33y5ElAQMDTp09Pnjx5//79wMBAoR1nz54VgCGiMwLAbyD9rPuUDLSs+4XLQFPsG5iT27ZlyJuv2ciRqd2yh51/asf2vOXKj9u7L0fpUouHDjm0elXXWbN7L1x4eN3a09u3h10yS6FCIYGBd0J/vOXq8eOmKpX3xX9P5eTdbMWKPbl1a2Krlq5Zs046dLj5yL8OrV69cepUZYHHt275+31oO35CztLuB1et3DxjRs3u3eUfVanM7l3+9/LFNePHvXjwoJfnArkBz+7dWzNhfOSvSP65x7e8ey9cNGjV6gfXru30nK/M/OE2zL309draUTt2VmjdOtx6Hl2/bqIyHb5xU6NBg/cuWTy9U8daPXqO2bPH983r9VMmywV8X736q369RMmTTTp4qPXYccc2bdrmMUfOv3n69IIBA7IVLTph/4EWf/9978rl7fPmRrJt4exburThoEGTD/9jGz/+ilF/yznq4OCp7dubmJqM2bW7/oABG2dMFwAAAIChiPDXLQkoAAAAQKekTJmyd+/eU6ZMeffuXdmyZQX0Cp1bABRqtbpEiRL58+d3dnYWxif43bv3p075eXn5njoV8PChnJPmr78SliunPJqkTp3ElSvbZM9uEjpa7Z8zS5gwRefOiSpWFD9q5JEtPyYmJqamsnNZZWdvUat7wnWT3ywYfblF/6wp0sYT0adRq5opXJJtWbt76/q9trbWufJl81w72TXN/3cA9wpFb1zxXjxnTfKUSUdO7ps1ewZlvpV13KKlCly5eCNbjozh1uno5DB14d9zJy+ts3xb6nQpq9UrX7dpVTk/oYP9X1P6jRo0dfOa3fkK52jRsd7501/Hu6pat9yVCzf6dfza9euYLPHoGQNTpkom/oD8Kwtmrhw1cKrvu/cZsqSduXS03NqwC5iZq/qO7Dx28HT5qk1NTUqVL9K139fu8ELF8wwd32vVoo0ek5ekyeA6ZFyPkuUKy/kFiubqM6zj6iVbxg+fnTVHhknzh8t3Q/4P+BSwevGmCcNnZcuVacjYHsXLFIxkq/IUzN6lb8tRA6aYqkzLVS2Zp+C/4zp36Nl0cI9xbep/HfZYvpljZw7WjKj9+fOX+dNX2NhYZ3FLL6KbJv1crpV5fAczc3NzMzMzub8pGWgRS/r06bNp06bmzZtf+TYWWiRKly49adKkZs2ayS1v0qRJmTJllPlyZqNGjeRrkUWZXFX79u0vXbokX9TVq1f379//4sULW1tbR0fHpEmTOoaSE9bW1uKPLViwQNaE3d3dBWBY6IwA8KtIP+uLJMmtWg/KMe+vC0vHPG7cL7lzGjtlvjwNEZT/hsLRxaVm9+7fz0/i4lKkVi054d6o8e4FCyq1bZcs9OLnVNmyPbp5M1+lSpolLaytM+bLf/X4sXR58tw8eyZ/pUoXDxyU8988efLU29utWPFNM6YnS5O2TugPuWQuVKhmt+6eAwfU6NZNhEZ7Gw0ebO/oKKeXDBtaokH97CVLyukmw4ad3bNbWf+7Fy+SpU2b1NXV0sam76LFPq9f/ew1CbnOeA4OciKXu/sdLy85cXjd2oi2IRIVWraS65Hvw5qJE/JVqCCfKGdmL1bc65/DcuLAiuVOqVK1GjNWTtslSlS//4A5PXtU6dBRnqs3GznSvUlTOT9+kiQ5S/3zPMxvzny/beFUat8uQ758cqJIzVrTO3WUE5ePHHl6986AFSus7Ozke1W1Q4eFgwYJAAAAwCBEGIAmoAAAAABd4+Dg0KdPn2nTpr17965u3bp0k+iR6Pqwwp6ncM6idzS7gU4dvJodiT0qZpT7FvZVfvjYeCi7vXffvu/Pn9ccADZZs5paWWmWsc2WTUQXU9Ok9eola93a1MZGRLw98lYJQJubm8dP+LlmtwRaykAXLZ1f/v/hQ537tYzkiUPH9wx7t1DxPPvPr1Oms7iln7bor++fUrhk3h3Hl2vu1m9eXd6amamGTewl/4sIWFnHPXZ9izLtseo/44Fp5odla2fdtX8r+V9ELH/hnBsPLvx+fqnyheX/7+eXrVJC/g83s1Itd/k/3MwOvZqFvTt1wcjIl0+aPMn8NRPFj6hUpj98gX9Ok34u29LMPrG5hYWFeShVKGUQaKF9uXPnDle8y33+1KlTyvTx48eVibFjx4ZdZu/evZrpFqHCrdbd3f3FixfhZso/1LJlS2Xi1atXz58/f/bs2Z07d44dOyanLS0tkydP7hxKTjiERhZ+w8aNG/38/GrUqBHRAlSWEO1ioAqns/sqBxGgm0g/6xcHp7iaDHTTgcmTudopXyhkoA1G4pQpfzjf0cVFmZAnnPLWPkli5a6pmVnAp4/hFs5WrNiFA/vlydv1kyebDB12bt++Rzdu3PHyylSwoJWd3csHD9LkyKFZOG2uXMEBAS9DLyq2sLZW0s/SnYsXSzVsqEybWVqmyPDvlbSlGzby6N3r7K5dWYsWy5g/X4HKVUSkzCws4n2rrlvZ2gYFBMiJiLbBNkGCiNYjX2mi5Mn/Xae5eTyH/78DgR8/yYnnDx7cvnChYcoUYZ/19tmzdLlzp8yU6dS2bXe8Lj64eu3mubMZ8+WPZNvCSeD47y9HxbW1DQ4M/KxWP7h+zck1lXwnlfmp3NwEAAAAYChUAgAAANAf8eLF692794wZMzw8PFq3bq10lkD3RUt04EsozQRxBP2iSVvqTgz6+92JnQrRJcTX9/25c35eXvJ/ym7d7EJ7SeU+b5snzxe12jZHjni5c9tmz25iaSm0wDpDhmwrV8ZNleqnSyqj8KpUKmXnj5/wS81uCdZPees5+lLL/tmiNwMNoxIu/Wz5jTIItKy/KQFoQ827yNeVOFS2MFc1vHr16vHjx48ePTp27JicCA4ODpuHTpo06U9HxV6xYoUysW/fPn9//3r16n1fE6ayhGgXM1U4nS0NiOUBOoj0sz76fwZ69JPG/UUyV8aBNigmETTPmvxKs222okVXjh71+vHjFw8epM2VK12u3N7nzt04fSpb0WLKAmH3E2UyODAwin+lcM2aWQoXvnr82K2z59aMG3d0w4Yh69ZHsuPFCVcz/1apjmgbImKq+nkSw61EiUpt24WdYx0v3rk9eya3aZ2tWLH0efNW6djxwv59T27fiXzbwgp3ZiGLTZWKEhIAAAAGiwA0AAAA9IylpWW3bt3mz58/bdq0jh07mocOIgId9+e9WUqI54VPwJFrL778l4Bu0yRmMiSLlzlFPJNQOtLBKfef83fe3HnuRwwa0cXvwoVPN2+G+Pp+m+EY7587dp/sE9laFMuSxLFZM6cWLZTOSO0dBfGLFo3KYsoGyI1RfeuUlTu/fSJRs5tYP/UdGWj8tnDp57hx41pYWMj6m7w1MzPTDP9sbEkXh1A5vg0a5+fn9/Dhw0ePHl26dGnHjh0+Pj5OTk5KGFreJkuW7Psq7pMnTzTTx44d8/X1bdmypXxXNTOVL7KAp099T56ksoQ/pzlObbJmtUqTRqtVOPZSAFFE+ll/kYFG5JKlS5cwqdP2uXPT5shpqlJlyJf3xpnTXocPV27XXj6axMXl+okTmoVvX7hgZmmZOEUKZRBojbS5ct2/cqVg1WoiNJr88Mb1LEWKyHJj8ZAhhWvUKFT96/8CVaqMrFPb58ULzbjRURTRNnwOCRG/yzFlykc3bmTMn185BC4f+efMzl0Z8uY9tnGjW4kSvRcuUhY78O1KyN/mnDHD+qlTPr1/rwwCfffSJQEAAAAYiggD0JxqAgAAQGepVKq2bdsuW7ZswoQJnTt3trW1FdBtf5hp0MR3vJ/6/r3uqoB+ql8oebqkVkrUUtsB0J9S9ijZa7759KMtZ54KINpYi7g5RdwwMx7J/zcyO9sVSGev7P+6E/0M+9vTGl8z0F3JQOM3/TD9rNyahdKpy2Bikay+Zg6l3A0ICHgU6t69e0eOHHnx4oWDg4NmiGjJysoqbABaunLlytSpUzt16iQfEmEqSx9v3Hg4ZowAok+Sdu3MXVyULwstVeEoEwBEBelnfUcGGpFzK1Hi4KqVVTt2lNMZ8uTdOHWqfeIkzhkzyrvujZvsWbx4zfjx5Vu2fHj9+rqJk0rUq2cRWg0Oq2qHjlM6tE+TI2fG/PnXT54c8OmTCN213r95s2LU3w0GDIyXKNE/69YmTZ3aLlEi+dDmmTPkH0qfN29UNi+ibVCHhMg/cfPsGet48RIlTy5+RYl69bfPm7dgwIAaXbs+8fZeMGBgtqJFTUxNbRMmfHzq5Kf37+Pa2h5es+bkw+eEZQAAEABJREFUtq2ZChQQfyBrkaIpM2VaNGRwvb79Xjx4sHXOHMFBBwAAAEMRYQCaQRcAAACgy2QTbePGjXfs2DF27Nju3bsnTJhQQIdFS5O67ONUq9VyonfNHJlSJBDQK80n75cfX1BQkHJXFwKg8rRXbpLcr6wsVDM7FBOA1oxZe06tDpbkXqfs/Ka/8lvAWvXTDHSz3lldM8YXQBSQfv5tlpaWaUNp5ty/f/9xqAsXLjx69MjOzk7zHRp2mcmTJ7dv3z5Bgn/rRZrKUrrBg63TpRfAnwl5//5yxw7y+0vufvIQjvONiG462xlBLwmgO0g/GwYy0IhE1iJF9i5ZnC53HjmdJmfOOCYm2YoXVx5KlDz5wBUrV48ft2fJYuf06Us1alS+Vavv15ClSJFGgwbP6dVTZaoqXKtm1m8/jlS/f/9pHToMrVZVTqfLnbuX5wLT0IuTN02fXqNrtygGoCPaBrmqEvUbLB4y5PXjxw0GDhK/In6SJINXr1k5enSfMu4JkyYtVqd25fYd5PzK7drdPHumddYsFtbW+SpUaDpixIYpU2Sjgvhd8uDqt2TpxmnThlavZp84cekGDddMGC9P2AQAAACg/+KEbcJTmshla6aPj09gYGDKlCkFAAAAoNtOnz69fv36Tp06OTs7iz/w7NkzPz8/61Bx48Y1NzeXvS90vfw2ZWzdkJCQgICAV69eJUqU6E8G6tas7ei1Fz0WXxrbomDutA4CeqVU/801cju0L+NqYWEhjy8zM7PYPcSUjvPg4OC/1l09ePXNlqEVBKA13TyOBgZ8mt4ss0UoZf9XBtHUEcrAsbJRSJa08riQjUKy9H73+tP6qe/83n5u1ocMNH5ON9PPMXmxgVJdEdrx9OnTv/7664cP2dvbd+3a1cHBQaksvTlw4NHgwVlnzLTNmlUAfyb47dsz1avZNW2aqF49WX+Th7NKpYr2Kpz8xnn9+rX86lHOxSwtLZUSI7YqisqxLL8N/f39X7x44erqqvyAA4BYRPrZwLx66j/vrwvyg20yILmTi638itF8v9AQpyXK6d7Xb7c3b7yrVUvRunXyRo2F0Tu5bau/34cS9esLQ/fmyZPbFy/mq1hRuXt4zZots2ZOPHT4V9YhXu/be2vkSKsRI+wyZ7axsZF1NuXg5bAFAABANHr58qWvr6+sbco6pyazEXmHWoSPMbYBAAAA9ELevHmbNGkyderUW7duCeiqP28KV4II2ssVIQYoURJl0OUv34jYoPxdzU7F+S9igNzNgoKCNPu/0LGGF8241LLz0szMzMLCQrYu2SeyqtnV3jaByaJxl+9d9xFAxHR27Gd1DNJqLeXs2bMRPfTu3btJkyYJKkvQGuXaGE2tSRvfX1TGAESC9LPhUcaBFl/iLBn1+Ol9P3miJL9rZG0qFlsJYITkznZ49ZpcZcoIIyDP0Ob07LF55oz3b954HTq4cdrUApWrCAAAAMAgRBiA5lo9AAAA6IvMmTN36NBh/vz558+fF9BJ0dKDpdWBFREDlJEpdadTM3ZD2DA2ck9T9n+d7dcnA43fprPpZ0Py4MGDH853dHSsWrVq//79xbfvNSpLiHaarzDt7V2UDwAiQvrZUH3NQA8mA43YJKsfXWfPtkuYUBgB2wQJmg4fsXXOnA65cm6cNq1Ug4bVu3YVAAAAgEGI8LfbOL0EAACAHkmVKlWPHj2mTJny4cOHokWLCuiYP8w0fAlDQG9pdeDA36NsDJkbxICwwUSdLcqUY8HU1DTsTPtEomZXsX7qu0XjLjfrk9U1Y3wBhEH6OWY8fvw47F0rK6s8efLky5fPxcVFmaPjxQv0WthfzNDSPqazuy7HFBC7SD8bNiUDPW/khSWjHjcZkNzJxVaZr5yPUHtEDLC0sRFGo3jduvK/AAAAAAyOiQAAAAAMgqOjY9++fQ8ePLhhwwYBHRNd0QEiCHpNk5vRqRGgBRBTtBodiy6MA41fQvo5xvj5+clb+WZmzZq1devWY8aMqVu3rib9DGibtutvOltKUHwBsYj0szFgHGgAAAAAwB8iAA0AAADDYW9v36dPH29v7/nz5/Pz3zoluqIDRBD0mvz46MKEMdOXXnwy0Igi0s8xKXny5DVr1hwzZkz79u1z5MghD8+IluSrFtEuBr6/2G8BhEP62XiQgQYAAAAA/IkIA9B0TgAAAEAfxY0bt0ePHgEBAdOnT5e9JgK6gV4rANAjZKDxU6SfY9iAAQNKlSplY0w/0g2jQlkBICzSz8aGDDQAAAAA4LdFGIDmlBIAAAB6yszMrGPHjnZ2dhMmTPj48aOADiDTAAD6hQw0IkH6GUD00tnOCHpJgJhH+tk4kYEGAAAAAPweRoAGAACAAZK12ebNm2fJkmXcuHFv3rwRiG30VwGA3iEDjR8i/Qwg2ulsiUFRBsSwcOnnhX+TfjYiZKABAAAAAL+BEaABAABgsKpUqVK2bNlx48Y9ffpUIFYRHQAAfUQGGuGQfgagDXRGABA/Sj/bxif9bFzIQAMAAAAAfhUjQAMAAMCQFSxYsEGDBlOmTLl165ZA7KGnCgD0FBloaJB+BqAllBsASD9DQQYaAAAAAPBLGAEaAAAABs7Nza1Vq1Zz5849efKkQCwh0wAA+osMNATpZwDapLOdEfSSADGD9DPCIgMNAAAAAIg6EwEAAAAYunTp0nXv3n3nzp1Lly6VHScCMY4+KgDQa2Sgjdzju36knwFoj86WHhRrQAwg/YzvkYH+VbuvnwxSBwsAAAAAMD4EoAEAAGAUkiVLNmDAgICAgDFjxrx8+VIgZhEdAAB9RwbaaD2+67dg1CXSz4Bu+nhg1+PGlR93bh786MEPHlarP2xY9rBuuWcDu332/yR0FWk2wGh9n36Ol9CS9DMEGehfNGDLrFLTOg7e5nHkzsWQz2oBAAAAAEYjwgA0nRYAAAAwMBYWFq1bty5RosS4cePOnz8vEIPonQIAA0AG2ggp6WeVBelnQBd9OnXMZOdiqxLlzF1TP+ncPPjBvXALvBg9OPDInngNWqrfvH7au4PQVZQhgHH6Yfq5zeDspJ+hIAMddVmcUn8KCthx9Vi3dZNKT+80Yuf8k/evqL98FgAAAABg6CIMQHPqCAAAAINUpEiRLl26bNy4ccWKFbLjRGhNp06dSpYsGW5munTpRo8eLSe2b99ubW0dydM/fPgQJ06ckydPikjJFcYJw9nZWf7Rc+fOhV3m8OHDjRs3lg+lTp26ZcuWFy9eVObfunXLwsJi2LBhYRf29/dPkyaNXF5Eq59mGvbt2yc7sYTWFKveInW+ipr/mYvV6DtyyqdPAfKhMdMXtOo5PKInfvzkL5e/cPmGiJqwy9dq1XPuknVCZ1y5cfvo6QvCOKxatermzZtCaxat3iI/6Hpt+oSbP3T8bDl/7ZY9IkZEtPd+v++dOHtJbtjl67fDLTlykkfNlj3Czpk6f8WgMTOENr31eS835vqtu0LLIjp+Hz99Ub9tX7eStUZPmy9+RWBQ8IKVm4RxIwNtVEg/G5VWWbPsXbJYc/fDu3d9y7j3L1/ug8+7laNHTWjRXM48vWNHuxzZlUcbpkzx4Nq1qKx5YMUKuxcsiGSB4MDAnZ6e30//Cc02x4qADx/k+3M7+i65jOgNf7d2WVDeCgladEzcY5B9kzZv5s8M+2jw0yefzp+2HzEjXtXajqOm/HiIaN2gs50R9JIA2hNR+tnajvQz/o8MdBRldUqtmfYL+Lj50j8dV48rM73TqN2Lzj68/pn3CgAAAIDhYgRoAAAAGJ0UKVIMHDjQ19d32LBhhw8fDg4OFjEubdq0gwYNEtGhZcuWB0Pt37+/d+/e7969q1+/vuZF9e3bt3Tp0g4ODjNnzpSPvnz5Mk+ePEuXLhWh4Wm5DaNHjw6bEx01atSHDx+mTp0qotVP+6U2bNgg/7RWE6sNa1RYPmu0/D9r7MA6Vcps2nVgzIyvWZzCeXNUci8qtKB25TI53DIKnTFo7Izb9x4J4/Ds2TO5G3t6esojXWiHqanJGa+rL1+/1cyR+/n+IydVKlMRU6K+9+bPlTW5U5JdB4+FnalWf96653CVssU1czbtOjht3nJh6Pb+c/Luw8cj+3auV638Lz3xn5PnZi9cLYweGWgjQfrZmPn7+Y1t0kR+r/Vfttwmvn2WwoULVK4stObS4cObpk/7flp/qczNa/XokcDRUWiZqWVc+ceUaXPX1Gqft2EfDbp/xzyZs4mtnZyWpXYcExOhq3S2JKGIA7SE9DOijgx0VPQq1ej7mT7+H9ZfPNB25egyMzodu+OlzORNwx/iHBAAAAC6RhXRA5z/AAAAwIBZWlq2b9/+xo0bu3fv3rFjR6lSpdKlSydikPxz/fv3F9EhZcqUxYsXV6ZLlixZoUKFtGnTHjp0yN3dXd6OGzfuwIEDJUqUUBZo165dp06dunTpUq5cOQcHB7kNa9asadu2rVxSPnrz5s0JEyYsXrw4QYIEIlpFpWVcSazmzJmzdu3a8eLFE9EtedIk+XNlU6bLFi9oplLt2H9kRJ8OhfPlENpRt2pZgVh17ty5q1evVq5cWR4j0ds9I1eWIlnSgMDA/UdO1a/+b4j2/KUb8ePZBYdocSzzcKK+98qXX9m92I4DR3p3aKqZeeKsl6/fh4ruxeS034dP42cuXL1ld0rnpMLQffzkn8Y1RZWyxQR+l3JAmZr+J+5vn0jU7CrWT323aNzlZn2yumaML6C3SD8bs+CAgImtW33w8Rm6bp1dwoRyTtYiWrlUzICpzM2rd+0mtC9+vSYv/h4UN2t2s5Sp/PbuCH7y8MPRgzaFv9b8ZfO+77rlQY8eBFy7bJk2w7sVi81TugpdRWcEYFRIP+NXKRnoeSMvLBn1uMmA5E4utsp85XyEGqn0PuBjJI/md8mazzWLCP2yVd6uDzduvNi6VQC/4sPNf39fK+yvEQoAAAAgtkUYgKbCCgAAAIOXIdSTJ0927ty5e/fubNmyFSpUyNraWmjf9u3b69Sp8/Hj1/6J+/fvDxgwYO/evSlTpmzTpk3btm39/PyUxU6dOtWzZ89Lly5lzpx55syZuXLliuL6TUIHeJs4cWKjRo006WeFnLl69eqlS5f26NFDpVJ5eHjIV718+fKGDRt26tSpcuXKcsNEdIt6puH8+fPXrl2rVKlSsWLFwkXropd87RbmXwfMGzN9we37j+ZPHCqnL165uWj15uNnLjolTdy2ce3yJQuFfcrJc5da9hj2V79O1cuXDDv/na/f9Pkr9h89pTI1rVLu/+92rVY9yxQt0KZJrafPX42dseDKjdsv37xN7eLcsHqF2lXKyAWCgkPGz1won/j585cG1cqv3rJ7ULfWJQrnrda8W/6c2Q4cORUQFLR58TR//4AfPl2uP0eWDJeu3bpx+55rimQj+3Y+cPTUmi2741padmnVMFy4s0mngZevecv/J896OTkmvnX3/rKZo5WH1m/dN33hyh93P/kAABAASURBVIPr59du3St75vRybZ/Vn61trJrXrVYwj5tcIDg4ZNbiNdt2H5IbkMstc/8urdK6Ogs9ERAQsHbtWnko1a5dO3Xq1CJaVSxdZF+YAPTef064FyuwYsMOzQJbdh9euHrT7XsP07qm7NC0Tuli+eXMUVPnv3nr8+L1m5ve9ycO73X8rNfjZy+CgoIvXL5uY2PVoWndePFsJ85e7OPrV6Ni6T4dm8nTc2VXkXvmw6fPnRI7FC2Qq0/H5mZmKs3eq1Z/XrBy4/b9R548fVGiSN6QkJDvt7Zq+ZKzF6/xunrLLfO/13ts33ekZKG8iey/Xm/w+Olzn/d++9fNnzxnifhFb3ze5y1bf+vS6ZnSpZJ3Dx493WngmKuHN4Su9sWE2YuPnbogj6l61coNGjPj0sF1mifu2H+0319TTu1cHtfSQt599uJ14SpND6ybHzaEHdHhI/f/4gXznLt07fyla87JkrZuWLNqueIi4uNRQ27Dyo075UTqfBXXzZ+YxCHhD9d/9NSFVZt2yk8nkX38wvlyDuzW+szFK+16j1Se6HVgnY11XGHcyEAbMNLPxuyzWj2lfbtXjx4NXLkqfpIkysyVo0c98fbutWDhT5/+7vnzbXM9Lh448OXz5yI1a1br3CXsqMNLhg+TC3SdPUe5O7R6tdxlyqbOnn1S61bybsOUKZqPGrVwwABleuTWramyuR3fvGmXp+fj27eTp01btWOnXGW+FtHLRo54/+bNuxcvHl6/3nHq1GzFikeySeqQELl+31evB6xYYWVn9+Dq1ZWjR9/2uhg/USK5hZXbdzAJLcd+OP/C/v3ytWcpUuTBtWvB/v6ZChSs3qWLxX9PFgI/ftwye/a5vXvePn2WMnOmmt26Z8ifP+DDh5aZMw3fuClNzpzyzVw9btzlI/84JEteskEDzwH9Pa9ek0+UC7QeO27/8uVP795xyZKl8eAh8lbOv3bixJaZMx/duhkSGOiSOUuNbt3S580b0auzzJLdtkyFp707CBPTL0GBn+PEWXX3VeqkT9Mnirf5+oPcvh8TqdXP+nWOY26hSpAgybBxQldRngDGg/Qzfk+sZKCjpVVKrdbKNdIhn9U3Xty/8vTOlad3Lz+9/djnpTy4fvg+1MpRql+ZJuLL1+NOk1h9e+SI/C+AXyePC04GAQAAoFMYARoAAADGLlmyZK1atbp69eo///wzY8aMxIkTpw6VNm3aaB8I+XvBwcG1a9fOkCGDl5fXjRs3mjVrFvbRadOm9ezZs2/fvjNnzuzUqdOJEyciX9ujR4/k8q6urkWKFJF3vb29w61QsrCwkI+ePHlSuVuwYEG55hEjRsjpS6GEFvxSs3hAQMC6deuOHTtWp06d9OnTi+j21uf9ibNe67ftrVK2eNj59x89bdixf6OaFXasmHX09IVewyfGs7XRREW9rt5q23vE0J5tw6WfpZGT5ty6+9Bj3GBTlWrgqKnf/8WBY6a/eeszsm+nFMmTLl69uf+oaSUK502UIP7oafPPeV2bMWqApYXFoDHT5QZonrJx54E+7ZuZmJrYx7PtMXT8D58uF9uy5/Cs0QMTJ7IfMHpak84D6lQps2HB5ONnvXoNn5A3RxbHxAk1K1wy4+9qzbtVK1eyWd0qF6/crNWq5+s37xIltJcPbT/wT6XSRZXPaMWGHctmjs6ZLeO+wydb9Rh6eNNCh4T2U+Yt37hj/9/9O2fLnH7xqs2NOvbft2aurY2V0B8PHz6cOHFi/vz5a9SoYWNjI6JJ6WIFFq3u7/fhk/Ju7D18Yvqo/poA9OHj5+QHMaBra/m2/3PyXM/hExZOGSnfW/nQ9v1H2jetU69a+WyZ0svPa+f+o+OH9Bg1oMvsRauHTZxTILfb9NEDAvwDW/ccliVjmoqliniu2LBu297hvTsWypfjwD8n5R6Vyy1TuRL/D+iv3rJ79uI1E4f1ypox7WSPpZev365Qski4rU3r6uyWOf2ug8eUvTo4OGTXwaN/9++iPJoxXappf/cT0Ur+iU4DRqVO6bxt+Yw79x/3GTkp3ALuRfMPNDXZc+iEkl3etOtAHrfM4YagjujwkQ/NXbpu7ODuk4f3WbZ+25BxM0oWzis/iJ8ej3/165TEIeHJc5eWz/p6DUDzbkO+X799PLuewyZUKF1ky5LpF6/c6PvXlIxpXWtXKTNn/OABf009s2elQCgy0AaJ9LMxkw3CHr17XTxwoP/yFYlTpBC/SB0cPLpxowRJHHvO9/zo6+vRq6dcYY1u3SN/VqYCBXrMmz+3T2+Pi19/md3eIbFm2uvQwdnduzcaNLhwjRpehw/N7tG97+IlaUMvCDy5bVvVjp1KNmiQ2i17JCv/8vnz7G7dXj1+PGTtWis7O99Xr/6qXy9fhQodpkx5dveu54D+cUxMqnToGNF8uYYn3t5OadIMWrkqyN9/QssWaydOaDRkaNg/cWj16uObNzceMiR5unTL//7Lo1evyUePhn1PprZv75Qm9Zhdu5/euTOnV8+wz923dGmjIUOcUqdeMHDAilF/D1ixMuDDhylt2mQtWnSgnP70cd3EiUuGD/t7+45IXmOC5h3iVawZ/OxJyNvXV44cfZYszbP7z3dev/fmg59/qdoN33rbFSpuYmlpni5jHG1eW/iHdLYzgl4SIHqRfsafYBzoJz4vrzy7e+35Pa/H3pef3g73qLWl1adA/3Azm+Wv1LnY12EOvoSO/yzfJVNr6+Tz5gWGkm2SarVaHo/C0L18+VKlUsVAM68BU04D5fmghZOTfDOVuwIAAADQASoBAAAAQAjZCF6qVKny5cu/efPm6dOnp06dWrVqlWzVdXZ2tv8mfvz48jZhwoTmoSMH/9TBgwd/2gGzd+/eGzdu7Nu3L168eE5OTv379+/QoYPm0ZEjRzZo0EBOyL9YuXLlH47mMiSUMm1paZkvX74tW7bI5WUfxs2bN5MmTfr9H5Uv5P79+5q7o0aN2rp1a7t27WbPnp3k21B/0es3ogPPnj2bOnVqzpw5a9eubWtrK/7Y2JkL5X/N3RoVS3Vt3SjsApt3H3JKnKhf55byTa5WrsSLl6/f+b6PI76+4fcfPx01ZV7HZvXqVCkbbrWfPgXs2H909piBGdJ+/VXxgd1a12jRI9wyeXNkKVk4X/rUKeV0x+b1F6zc9Pjpi7iWFis27PCcNFwZNHdY7/bl6///oy9TNH/NyqUjeboSAC1VOG8ut6+B2oqli57zutarfTMzM1X18iUHjZ5++/7DsAHosLJnSe/q7CRfb8sG1V+/9fnnxPk+HVsoD1UpW0JJ6JYulj9D2lQ79h+pX73CwpUbZ4waUKJQHjm/R7vGx89e3Lhjf5M6lYW+OXny5OXLl6tVq1agQAERHXJnyxTfzvbgsTNVyha7duuunKN8mgrPFRua16/erG4V8fWNlQvcWbhqs/L2pkyetGvrhpolXZyd5A4pJxrUqLho9ZY2jWumc/0aO8uSMe2t2/crliqSzDHJpGG9ShT+OgBk7Spllm/Y/vDx87BbsnXXIblzKp/R4B5t9x7+8cUSldyLLlu/rW+n5nL64PEzIjSCLKLsrc97ZcLS3NzKyvKnyx89feHOg8dLpo+ys7VO4pCwXdM6Q8fNCruA3F0ruxfbdeDovwHoHQca1aoUbiWR7P/yTVOGaW9Su/Jkj6Xedx9kSOP60+MxKuu3tLCQh0ZqF+dkjg7JkyZO45rCwpxMxo+RgTYwpJ+N3C7Pr8HlpKlTb501K3OhQr/6Qd84ffrJrVu9Fyx0cP76SxENBgy8f/WK+AM75s4r36pV2RZfaykFq1Z7cO3aTk9PJQDt6OJSs3tk0eqvVbg4ceb373fHy2vounU28b9e9HVgxXKnVKlajRkrp+0SJarff8Ccnj2qdOgY0XxlVfKFxDExsbC2Lt+y1by+fRoOGhx2WOt3L17Y2sd3yZw5gZNTu4mT7l25og4O1jx6+ciRp3fvKINP2zs6Vu3QYeGgQZpHK7VvlyFfPjlRpGat6Z2+/jn/Dx/Kt2op/5Bl6PVaJRs0nNW9m/gZ08RJ5H85kSp3EZOzN+QHlzFNikePX9jbWSXJW1XoA50tVSjugGgUNv3sfYn0M36HsWWg/YMDrzy9c/np7ctP71x5duftx/dhH3W0S5glaeqsTqmzOKXOlNR14cltc49uDLtAm8LV2xaqrrmrDP9samZm5eJiEhBgEhhoFhJiDAHod+9kfe1FzqxZ5emMwO/SBKBlm7NKpZIHnWZAcQAAACB2EYAGAAAA/k8246ZOnTpLliyyMVe25D5//lw2kcuGch8fnxs3bshbZTooKCjy9dSvX1/e5syZc+LEiWHnN27cONySXl5e6dOnjxcvnnI3T548YR91cXFRJmxsbEJCQgIDAy0tw4cOW7Zs2ahRI9mVuGHDhrVr186bNy9t2rQitPtHvoq3b9+K7zx69MjBwUFz19bWtkWLFvPnz5fr0cxs27at0AHnz5+/e/fuX3/9Jf5YwxoVKpT+OiauVdy4rimSfT+A8aPHz7JkTKNpu2/bpLa8/fjp6/A5g8bMCAgIdHVJ/v1qb965Hxwckil9auVu5vRpvm/9b9+0zg3ve/OXb7x+687FqzflnGB1yDXvu7KnKXOGNMoy6VKltLGOq3mKc7KkkT/922KOyoSZSuWQKIGZ2b+neHLCPyBQRKx6xVK7Dh5r2aD61j2HM6R1zZDGRZmvGfFaSpUi2Q3v+0+evQgMCm7da3jYp2dM4yp+nTyaduzwev/+/YcPH/z9/YODg7XXzRbRb79+/Phx+fLl9+/fVw7SP1j/v3+ifKnCB46eqlK22N5/TpYpXjDsMvcfPz125uL8Zes1c9K4OisTKZL/58oEzZjHSso2ccJ/ByUyMzVVPke5/hev3qzcuPPazTtXbt25fP122TDDP0te127Wr1FBmba0MM8QwQdUpWzxsTMWXLxyM3uW9Dv3H6nsXkyzz/zUwWNnWvUYpkw3rl1pWK/2P33Kjdv3UqVIbmdrrdzNljHd98tUKlusWedBHz76P3j8VL5j8v0Mt0Ak+7+jw78Rf+VPBAQGReV4jMr65cHYoHr5oeNmLVy5KX+ubIXz5SxTLHpC8waJDLTBUNLPJiq1e7Ov6WdZ5SD9bGz8fHwGLFv++bN6aLVquzw9y7dq9UtPf/nwYfwkSZT0s5TT3V3+F3/g+cMHV44d3e7hoZmTLLSWKyVOmTLy58ov6qvHjgX5+6fK5maXKNG/K3zw4PaFCw1T/mdw67fPnkU0X94mSJpUMxh20tSp34deK5ko+f/rhIVr1Di4elW3okWyFCqUNleuQtWqm5qZBQf+Ww17cP2ak2sqKzs75W4qN7ewfyKB478VgLi2tvIpn9Vqe0fHal26Xjl6xPvcuQfXrt04fTokMFBEWSIby8CgAAvzuKYq0zhxTEqmdRZ6goGWAYMXNv18+7KP5wjSz/hNhp2BlhWYO68eK3GSJ9sFAAAQAElEQVRneXv31RNl5GaFpZlF5qSuWZ3SZEmaKnvydPZWdmGf27ZQ9bAB6E5FazcvEP7CdVmZl2+USqWSNXw5rQ5l2N/C8tUdPXpUNvbGj8856R+RB5fcZ+TOI08MlQA054YAAADQERH2dFJhBQAAAJKGEr9l3bp18eLFK168eNiZcePGDbdY5KOPROXHBFOmTKn8lRIlSty/f79evXp79+5VftWxdOnSFy9eDLf8hw8f5My+ffuG24xw0WqPMFmT3yA7GGS/ZkhISEBAwKtXrxIlShT5KM5hx70OSxkBWkSH5EmT5M+VLZIFZPO9Okj9w4ca1aoUEhw8cqJHwdxu1lZxRaRkL0DYu/KtqN2617MXr8oWL1QwT/Y2TWpXaPD1xZqrwp+Ohe1y0nz0ET1dYRrnN39usmq5EhNnL3n89MWuA0eruBf7/8aHiTB++PgpYYJ/+4cmj+iTOJG95qEECX6n3yhJkiQViue0trbWxOm0N1rM5MmTvb29v58v/3rVqlULFiwoool7sQId+/0dFBxy4Mip7zPBbZvULpo/p+aumerf4z3cBye7IEWkxkzzXLpuW/mShbNmSlunarkRk+aI35IoQfwi+XPtPHgsbaoU+46cWjBlRNSfmz1LhuWzxyjTSRL953djw32EId9y7SrTn7wuKW/2LE6OiXcfOHb30RO5bYn+u2tFvv+b/PdtDNsxrBHueAwnkvWP7NepYa1KZy5cOXX+UtdBY1o1rNmnYzOBCJCBNgCa9HPZlmYJk1pYhiL9bGxqdOnqmu1rZalC69ZrJozPVrRosnTpov50058Nqhdu//kcohY/U7l9h2zFwlRUvv0Jkyh8xdglTNh67LjJbdvsXbxYGUZacitRolLbdmEXsw69EDGi+aZhKmz+H/y+fxXJ06efdvzEtRMnvM+dO7phw85588ft329p9e+FdirVL1T15bfSmydPBlQonyh5crdixYvUrJW3fHmPXr1ElL3w+xSsFiFBgQ8efP2liKP3X6S0j4bfUYkBlC2Afjlw4IBsf4j6kUv6GdErbAa62WBnR2cbZb6eZqB9/D94Pbl15endS0+8rz2/9ykoIOyjqRIly5I0VZbQ0HPaxClMIn11cUQc5by4X5mmtXOU+s9DoU9UAtDK5dxyQh6SyuFpwBno8+fPf/z4MWvWrFFpYkVElP1HyUCbfqOcHlKLAwAAQKyLMADNoAsAAABADMiWLdvw4cN9fX2VQaDPnj0r/sCsWbPc3NyaNWu2ZcsWebd79+7u7u7t2rUrUOD/Y5eOHz8+ICCgZs2aIgb9Rmt40qRJ69Spkz59ehHaUSq0L6Vz0k07DmhGDv5r8lw53bNdUzldvkShtKlS7D50fMrcZQO7tQ77rPSpXSzMza5cv50kdDDaqzfvBAeHhF3ghve9C5dvrJ03IWe2jF/v3r6vzHdNkVw+8erN24Xz5pB3b917qIw2HU5ET/8NYdOiyRwTF8qTff32fWe9rk0e0Ucz//KN27WrlJET8lVcuHqzW+uGyZImkdtpqjLRxMcHj5lRpnjBdK4phL7Jnz9/jRo1bGxsvoQS0SFfjqzmZmZrt+7xee+XI2uGsA+5JHfyDwjQvG8LVm6SnUO53DKKXyc/qS6tGiijkoeEqJ88exluAbl7XLt5u0rZrxGxwKDgG7fvKfvV96qUKT59/nK3TOkcEyXM45ZZRJl9PNv8ObP+8CFl4Gq/j5+Uu5rNy5DGdZrnivd+H5URmi/f8P7xJpUtfujE2XuPnrRsUD3cQ7+6///0eIzi+p88fzlh1qLRA7tlSOPSuHalWYtWb9l1qE/HZiaCjr0IkYHWa6SfoVCZ/xtEq9Wj59k9e2b36DFswwaVuXkUn54kRQqfFy/ePnuWIPQCwpPbtm6dPfuvbdv/v34zM3+/D8q0OiTkzbOnynTYXSvstGOKlIH+nzJ9q8fu9PSUe2G63LlFFMQRcZwzZMhSuHD1zl3WTJyQp1y5BE5OjilTPrpxI2P+/MpfuXzknzM7d2XImzei+XL69ePH754/t3f8+psb3mfPyZXI/2H/0L6lS1TmFsXr1s1RqlS1zp075M1z7cTxnKVKK486Z8ywfuqUT+/fK4NA3710KfLNPrtnt7wdum69eehlk3sWLxK/4vKLd1YWFoevX+veoNr5C7fuvn3/7lOAvZWl0Hk62xlBLwnwQ+vWrTtz5ky9evVS/mw8fvGj9LNdAovoSj9XL9H85fM338+fvujvnPmyil/n+86vQsGGizZOTZvhd371SBtuXr3z3tcvT8HsIvocO3RmSI+x+8+vE1r27PGLudOWnz91ydTExC1PlhYd6jm7OInooMlALxz5sPngFNrIQMs9NnPmzI6OjocOHQo7v2HDhnL/9/Ly+n6MgygKVodcf37/8tPbV57dvfL09lPf12EftbeyzZI0deakqbIlS5vVKbWV+S98j6dI4Pj43YthFdtUyPzjq76V3HPY9LNhf9N9/Pjx8OHDsrCytrYW+GNxvjH5RgAAAAA6gBGgAQAAgNjk7u6ePXv2Tp06jRkz5vbt22PHjhWhtfHf64FwdnYeNWpU+/btt2zZUqVKldKlS8sVlixZskuXLoULF/bx8dm5c+emTZsWLlzo6hqjnXm/9HIsLS0rVapUrFgx0yiM7ReNaldyn7N4zYTZS5rXr3bh8vXVW3aP6t9FGTtHbr+1Vdy+nVp0HzK+arkSWTKk0TzLysqybZPa42ctSpTQPp6dzdgZC0xN/9MBkMD+a7T9xp37ObNlfPXm3eCxM+TdoKBgO1vr5vWrj5uxMP4AW1tr6xETZn9d+rsTsYieLn6dtZWl990HN7zvZUj79dOvXKbY0PGzCuZxc3J00Cyzcef+fDmz5suVzWPxmng21lXKFjc3UzWpU2XUlHlWlpaZ0qWau3Td1r2H5ZYLvZIiRYratWunTp1aRDeVyrR00fzT5q+oUqZYuIea16vats9IV+dklcoU23v4xLiZC8cN7iF+S6IE9t53H6rVn4OCg0dPnf/i1ZvAwKCwC7RrWqdT/1FuWTLkzZl12rzlH/0DIlqVe7H8Q8fP9FyxoWr5kiKayKND7hvy8FGHqJ+9eLVk7RZlfuF8OTKlTTV8wuzeHZvff/zUY8laEZpIC/f0auVKlqvfTnaglSlWINxDv7r///R4jOL6HRImOH3hyvAJczq2qPfq9dvDx89mz/I13R43ruVHf//jZ7zy5sgS+djSxokMtJ7SpJ/LtTJP4GhO+hmSedy4bcdPGFmn9vrJk+v+92dDIpE+b950uXPP79+v2YiRfm/fbJk1K032HGH3nNRu2XcvWnRo9WqH5MkPr10T8OnfK2csrKwCP326euxYqqxZw06Xa9lyUutWSV1dC1atdmbXrpWjR7WbODHcH3379KlcVbHadcLlkr9W4ULrn+VbtTq6cYPnwAG9Fy4qUa/+9nnzFgwYUKNr1yfe3gsGDMxWtKiJqWlE80VoJVC+ohZ//f3q0aOdCzyrdeoUfhxrtXrN+HG29vbytR/btCno0yfXLP+P3GUtUjRlpkyLhgyu17ffiwcPts75+hsOkVT17RIm9P/w4cX9+84ZM9695LVx2jR1SIj8L6IgKER99vHXBFWpzJny2cZ9kczhyZNX3m/88upDAFpnSxiKPiAiDx48GDduXPHixWXLg6wzRLSYVtPP0vBJfUKCvhaSOzcf8Dp7td/Izsr8tBlTCUMxfvisspWKR28AOmbIb7D+XUY7JEk4xXNESHDImCEzBnQetWjTtMjP0aJO2xloWQH28PCQO/mCBQtafPspiYMHD65YseLIkSO/lH7+FBRw88WDmy8fhN4+vPPqccjn//8OhsrENEMSlyxOqbM4pcrqlCZ5/MTid8k1dClet3janD98VKmBKOlV5VbzkKHGoHfv3i2bg5SxFfAnwl2vqBn4mZoSAAAAdAEjQAMAAACxSbYUy+b4kSNH5s+f38nJqV27doMGDZL9KJ++JUJ+Vdu2befPn9+jR4+yZcvKbsg+ffqkS5du3rx5np6e8ePHL1my5Llz5zJm/J0xaP9E1BvEc+bMWbt2bWU87BiWKKH9spljxs7wLFWzpWuKZCN6d6xcpljYUZnl3XVb9/b/e+qmRVPD9th1bln/zVufGi26Oydz7Nqq4bVbd8KuNolDwr4dmw8bP2vwmBmZ0qVqUrtyUFDw9Vv3CuXJ3rtDUydHhz4jJgUEBbVtXPvE2Utx44ZPqETydPGLqpQpPnT8rOve9zYsmCTvli9VpN/fUyuWLhp2mbLFCs5csLLLwDEZ06XymDDE2uprl17Pdk3kho2Z5vni9Zu8ObIunTE6VcpkQk9YWlpWrlxZ9llqr1emdJH8qzfvLlk4X7j5JQrnnTyiz/wVG8bPXpQpbaqJw3tVLFVE/JaB3Vr3GDo+XcHKSZMkqlXJvWGNCje874VdoHDeHAO7tu4zcpKZSlW9fMkiEQz/LMW1tHAvXmD91n1Twoz8/eemj+rfoe9fLboPccuUrl/nlt2HjBehB/7CqX/NWLCyZsvuiR0Sys2eOGeJpaW53OHDPjdFcsfMGdKkcHJU9rewfmP/j/x4jPr6Rw/o2n/U1DVbdsuDvZJ70SE92srls2RIIw+Nxp0GnN69MmF8O4Hv/DQD3bhnljRZ7AV0RkTpZ3Nzc9LPRi593rzlWrTYOntWjlKlov6sbnM8lo4YMaRqFStb23wVK9Xo2jXso3krVHh86+aCgQPiOTgUqVEzd5kyynzXrFlTZso0qkH9nvM9M+TLp5nO6e7ecdq0HXPnrho3Ts7sOGVqvkqVwv3Ft8+fr5s0KWuRouEC0BqmKlXLUaOH1ah+ZufOPOXLD169ZuXo0X3KuCdMmrRYndqV23eQy8RPkuSH80VoFjxZ2rTdixWVzeU1unUr1bBRuPXLObfOnZ/UupWcTuTs3GPe/KSpUwd8+Hega3ns9FuydOO0aUOrV7NPnLh0g4ZrJoyX6wyMoKqft0LFU9u39ytXVj4xW7FirUaPkWt+cO1qYuef//LGA58P6s+fzUxNOuTPZGdm6pYisa/vh1OPXuV1dhA6j84IQB/JI/fgwYNeXl7yFN7Nze2HCwhtpp+lbDn+bdw4f/qyhaXF7436DC256nXT+/rdMTMHOSZNJO/2HtqhZe0er168cXSKti8mbWegixUr1qZNm379+lWtWjVhwoSBgYEdOnTo1KlT4cKFo76StitHn314PdzMpHaJsjqlzuyUWt66JUsrosmIim0jX0DznoR9cwz1W/jRo0enT58eMmRIDA+vYKjCHVCcIQIAAEB3/Ge0CdkGoVarg4KCfHx85FlcVH67CgAAADAMz5498/Pzsw6l5H6UH4UUWiab40+dOlWrVi3l7sKFC8eMGXPz5k2h5+SJhjy/CAkJCQgIePXqVaJEiWxtbSNZXvYhJU2atE6dOj8cl0VzqnLk6vO+K66PbVEwd1o9A2BMQwAAEABJREFUSHL81Lqte8sUL2hn+/WHOB8+fl6iZsvDmxYmT/r7g/38kkdPnlds1OnolsXKBki1WvUsU7RAmya1hBaU6r+5UrZ4LYsnUw4xZWBRzZgx0W7y5Mne3t758+eX/ZTf5+mVn3kNDg6WZ75/r7925KbvlqEVBKLb0+evLl69WaHUv33Dcoefs2TtvrVzv1+yZK1WI/t2+o1Yv77o5nH000e/sXVc5f5vZWVlaWmp5EoNtctQOcRkuS2/BZQDTX4XvHv9af3Ud+/ffG7Siwy0rogk/awEoEk/6xFNZen1/v3PR4zIOmOmbVZjCYEtHjKkTLNmSVNF/2CfF/bvn9axw8Ibv18zf/Pkye2LF/NVrKjcPbxmzZZZMyceOiy0YMXF23fevC+bzllJPH/+Ig69/3Ta63aDbKlSxLcRvyX47dsz1auZ160br2ZNGxsbpQqnUqmi9xfP5XfE69ev5ZeFci4W69+SyomM/P7y9/d/8eKFq6urfMkCQBjy/D3cHDc3t3r16oU781KOJu2ln8OaP33F4b0nlm6Zrtx9dP/pwtmrz530kgVJ3kI5OvZqEc/eNpL5Gr7v/CoUbLho49S0GVx/uPCnj/7uuev2G9l585pdD+4+Tpcpddd+rdJl+vod9OzxC4/JS0+fuODolLhKnbLjh87ae3a1lfV/LvL84Tr93n8sl69+u26N1yzdmj5LmglzhmiW79pi8NkTXnKiSKl8Y2YM/O3XJd2+eX/p3LWnjp5PntIpa46MW9bu2n9+nZz/7o3v7EmLTh+7EBKsLlQyb6feLWztrCN5mZvX7t61+eCdm/ecXZJVrl2mWp1yEa1Erf4sn5sq7b/X8Dx59LxOmTard3skT5FURKtXT/3njbzwJc5nJQMt67Gy3Fba9P7wq0Su5N27d1mzZq1UqdKcOXNGjhy5ePHiixcvyu9E2dLVt2/fPXv2yO+LypUrT5gwIX78r791M2/evKVLl3p5eaVLl65169Zt2rSpMLPb8/evUyZImj5JynSJU2RI4iIn4sf9za9mRN348eNlG2OVKlUEAAAAAP3x8uVLX19f2UKotEYqmY3IWyMjfIxBFwAAAIAYICvuTZs2HT16tOw72bVrl+xNqVu3rjA4P+1zqlGjxoABA4ztVylXbto5ZNzMB4+eXb5+e9CY6flyZImZ9PPzl2927D86bOKcauVLatLPBiZp0qQ9e/Zs0qRJrIwmDoWFpUXvEZNmL17z+p3v4ePnpi9YWbF0+DGwt+8/8tfkuRZm5gVzuwkYCiVqINukVCqVmZmZhYWFbKuyT2RVs6u9XUKTJROu3L7yTiC2kX6GYXj16JHPq5faSD9HC/O4cef07LF55oz3b954HTq4cdrUApW1ksL5GBRy5817lwR2mvGeTeKIHNaWqVM5eb9+L3SeznZG0EsCRJGXl9eIESP++ecfzVHz5ZsYSD+HE+Af1L/zqA/vP8xcOnrSvBEvnr4a0HV0JPN/aSWKjat2dO7TYvUuj3jxbWeOXyDnBAeHDOo+No6pyeKN0zv0bL5k9ppfXeeRg6d7DmlXq9F/futg6oKRGbOm7da/9ZgZA//kdcnN69NhpKzaLd8+u03Xxgd2HdU8NKDLqEf3no6fM9Rj1XifN77De02I5GV6X787eaSHe8Wiy7fNLlA09/ihsx7dfxrRSmQPtSb9/OHDpzGDp2fLkTGZs6OIbso40HG+mCwc+fD5ow/BwcFqtfrz58/KHhj19XwM8n/3ye+l39vHPi/vvn5y983Xl2Zvbz9p0qR58+bt27dPtt15eHjIPngR2op169at7du3nzhxQjboNWjQQM68ePFip06d6tevf/369QoVKrRt29bb23t8tc5Hesxb12rM35XbN81XMZ9LZtLPMeD06dNv374tV66cAAAAAGDoGLoAAAAAiE2JEiWaPn16jx49Bg0alD9/ftk70rNnT2FwftrnVLp0aWF8Bndv22v4xJK1WqVPnbJAbrf2zeuJGCE/jqHjZiZOlGDCUAPc2RT16sXQm4lIJIxvN6xnu7+nzps4e0mOrBkaVC/fskGNcMssWb3l7v3HHhOGELI0MMoHqvmtYeVbwD6RqNlVrJv8bsmEK4wDHbtIP8NgJEqevO34CUJX2SZI0HT4iGV/jVw7fnyanDlLNWhYoU0boQWymE1ia1U9039+0dFeZZLNIf67V2+FztPZ0oZiEFB8+PDB19fXz89P3r5//+PLKvz9/VetWnXixIlGjRolS5ZMhBZNty/7eo64HS+hRauBMZR+ls6d9Hry6NmMxaPiJ7CTd/uO6FynbBuvc9c+vP/4w/luuTJFfSVpM7jKuw1b1nTLnVlOlK9WckiPcXLizPGLD+8+nrJgpK2ttUOSBI3a1Jo4Yk4U15kq7dfSu2ajSsXLFNTS6zp/6vK7Nz49BreztbNOmCh73aZVPWcsV+Zfu3Rr69GldvG+RnIHje1ePl+D2zfvOyVP8sOX+erlWzMzVcYsaeVrbNW5Qe782WxsrSNaSZr0LspfV6s/9243wuet72TPkVoqVx2c4rYcmN1zlNfMwbfeFTr21vzVh2D/wM8h6s/qz+I3L2VJnSjZ+jZfX3WdOnVWrFhRvXr1xo0blypVSs45dOjQqVOnXrx4YW//9YxmyZIlCRIkuHTp0tOnT2VdOk+ePE5OTsOHD5cLx48fXz4kELOCgoI2btxYo0YN+XEIAAAAAIaOADQAAAAQy1qEEgaN6MAPZc+Sft/auSLGJU2S6Mzuld/PXzd/ogCiVe0qZeT/SBZYPXe8gIEKl4FWKBno9VPJQMcm0s8wJHJHtbTR1jCKOUqVWnjjpvgzxevWLa79H3ixsTBrkzfD9/PTW6hE8pj4gZE/xEDLgG56+PDh2bNnT5w4ERISEu+b+PHjR/IU5Xdpv/zf11F4fd8Gvn3pbxMvhgLQjx8+TZ7CSUkDS07OSZI4OTy89+TTx08/nP/DAHREK1EC0A6OCZX51tZWQYHBavXnOzfuObsms/32C0sZs6SN+jqVAHTy5I7ae13eN+4mc05qa/fv5mXInEaZePLoeUiIunz+BmH/0B3vB0oA+vuXmStftuQuTq3q9Mzilj5rzkzFyhSwTxjv6MEfr0QTgN68etfrF29mLRvrkESLUeBXTz998gs2sZD/zMxNTM1MTEO+qD/LCm2Uv2IszSzMTVXmKlkblreqFPZJNQ917dp18+bNvXr1Uu7euXMnODg4XLL5ypUrNWrUSJcuXZ48eQoUKFCoUCF518HBQa1WC8SsXbt22dvbyw9CAAAAADACEQag6eQAAAAAEF3INACAEfphBjpBYjLQsYn0MwAdRJkD6BR/f/9jx46dOnVK1uLc3Nz69Onj4OAQdoF9+/Z9/yw7O7saNWrkyZNHHtFKC4C8TZHeqnH/FEtHP1w49lKLfm7OaWxFjAhXqsQRcYKDgiOZ/0srkWRlKexD8pWamkVpwKnI1mlq8ttP/6XXFU6ixAmGjvvPb0M5uyT7d5O+e5kWluaeayddOnft8sWbxw+fWblw44S5QyNfiXT5wvW8hXNqNf185fTr1TOvWViJ2t0dnVwaWVlZWVhYyJqtksgXf0yuSnOrcHJyWr58edhl0qVLJ+vVZ86cOXr06IkTJ7Zv3z5hwoSdO3e6u7sLxKC3b9/u3bu3b9++AgAAAIBxiPCsj4ACAAAAgOhCpgEAjFOcUKampiqVSonYWlpaJkhsVbOrva29yZIJV25feScQU0g/A9BNOtsZQS8JjNCZM2f+/vvvgICAdu3a9evXr3z58uHSz9+TNYeiRYsOHTo0b96839ciUqSzqtMjyWf15wVjvB7d9hPalzyl0+OHT33evlfuPn/66vnTlylck0c0/5dWEtEfTZ3O5dG9J35+H5W7N67e/vN1KjRv6Z+8rgyZ0z559EyzzM1r/25eMmfHN6/epUyVPGe+rPK/S2rnLWt3RxKePnvi0pxJS7LnydK4dc3Zy8bkK5zj6IHTP11Jo9a1GrSoLrRGST+bW4pK7azjJ46GuPNPpU6d+vnz5xkyZCgeKlOmTPPmzQsMDDxw4ED//v3l4dC3b99//vmnbNmyW7ZsEYhZa9euzZ8/f/LkyQUAAAAA4xDheSBdHQAAAACiC9EBADBaZKB1xNf082jSzwB0kc6WPBSJMCrv3r2bMmXKwYMHu3XrVqlSpYQJE0blWalSperbt2+9evVkpeL7R5V6YIp0VjW6JPzy+UvMZKDzF8mVwjX5qIFTHz98du/2o9GDpqXJ4Jo9T+aI5v/SSiL6o3kLZZcLTBrp8fL5mwunryybvz50dpw/WafCysry3u2Ht2/e/5PXlSt/1mw5Mo4ZMv3F89fnTl7atGqXMj9nvqxZ3NIP6jbG+/pd+VdG9J0kbx0cI/zo49nbrliwcd3SbT5v3/+z76TcqszZ0v10JTcue1+/7C2048b5N6tnXjOz+FK+tWUCR5Uy5HOcMIQWFC9ePH/+/LVr17548eK1a9caNWp09erV5MmTy6NmwoQJ06dPf/369aZNmy5dupQvXz6BGOTt7X3jxo0qVaoIAAAAAEaDEaABAAAAaB3RAQAwZmSgYx3pZwC6jM4IINbdvn173Lhx2bNn7927d6JEiaLyFGtr6wYNGvTs2TNFihThHlLqfrJqoVT/ZE0jZXrrKh3ixcw40KamJuNnD7G2sWpXv8/g7mNTp3OZ6jlSFZqM/eH8X1pJRH9Uvt5J80YkdkzYtn6vWRMXVqtbXq7BMq75n6xT4V6x2M4tB8YOmfEnr0tu3ohJfT/4faxRosXMCQsbt66leWjU9AFOzo59O/zVpdkgp2RJJs0bbmamimhj0mZwbdejyezJiyoWavRX/8m1GlSsUL3UT1eya+vBQ3uOCS24cf7NiilXLeKKcq0sEiY1s7CwMAuliUELrdm4cWOqVKmqVKlSsmRJV1fXXbt2yb/r5uY2evTofv36OTg4NG3atFOnTvJWIKZ8/vx51apVlStXtrW1FQAAAACMRpywbYvyxECtVgcFBfn4+AQGBqZMmVIAAAAAxuHZs2d+fn7WoZQ8kOwvIQb02+SJhjy/CAkJCQgIePXqlexA/ZPuB82pypGrz/uuuD62RcHcaR0E9Eqp/psrZYvXsngy5RBTOia1NyBT5L6ECg4Olme+f6+/duSm75ahFQSgNd08jn766De2jqvc/62srCwtLZW8qbF9yyiHnizP5bdDUCj5HfH25af1U9/5vfvcpFeWNFnsBbTg/+nnlqSfDZamsvR6//7nI0ZknTHTNmtWAfyZ4Ldvz1SvZl63bryaNW1sbJQqnEqlkiWGiD7yu+D169eyVqaci8X6t6RyIiMriv7+/i9evHB1dZUvWQAG7fr160uWLOnUqVOyZMmisnzHjh2LFClSqVIlWTJEtEy4ip88xuUxde+635ZZviamJi36uTmnMaiE4vNnr6953SxZrpByd/v6fUvnr9/Q7AcAABAASURBVFu1c46A1ijpZ3MrUa61eYIk5sqXlHIrq7iq0Gz4H7Y5yDWIPyaPAoEYcfDgwUOHDg0dOjR6KyoAAAAAYtLLly99fX1lC6HSGqlkNiKv5DMCNAAAAACtI1MFAGAc6Fjx0NuX9DMAHaeznRH0ksAYXLx4ccGCBVFPP0t9+vSpV69eJOlnEWYQaGUEaKXi55rRtmrH+DEzDnQMs7Qw/3vA5KUea9+98T1x5NzC2atLlS8ioDXh0s9y71LSz0r9VrlWJ7auuEas+PTp0/bt2+vXr0/6GQAAADA2nAMAAAAA0DqiAwAAQQY6xj309l045grpZwA6TmdLIYpHGLyTJ08uXbq0c+fOUU8/S1H//VilpqFU/CwsLGQ9JGV6a4PMQMdPYNd9QNul89dXLtJk8azVVeuWa96hnoB2fJ9+poqLLVu2pEmTJkOGDAIAAACAkSEADQAAAEDr6HYCACjIQMcYJf1sak76GYCu42pJIFZ4eXmtWbOma9euKVKkEFqg1DFkZUNT8VPG6DXUDHSlWu57zqw6em3znJXjGreuqVKZCmgB6Wd879mzZ8ePH69Tp44AAAAAYHwiDEBzZggAAAAgupBpAABokIGOAaSfAegRyiIg5r169WrRokUtWrTQUvpZYWwZaGgb6Wf80KpVq0qXLp0gQQIBAAAAwPhEGIAmoAAAAAAgutD5BAAIiwy0VpF+BqBfdLYzgl4SGKqAgIBZs2aVKlUqS5YsQsvIQCO6xHz6+Ut0ENCy8+fPv3z5sly5cgIAAACAUWIEaAAAAABaR5cPACAcMtBaQvoZgN7R2RKJohKGytPTM378+BUrVhQxIioZ6Kf3PgggYrEy9vPn6CCgTSEhIRs2bKhRo4bcDQQAAAAAo8QI0AAAAAC0jugAAOB7ZKCjHelnAPqIzgggJu3evfvp06dt2rSJyfpARBlolww2SgbaczQZaEQoVtLP0AuyQLOzs8uTJ48AAAAAYKwYARoAAACA1kVXpoFshF6THx9nmjBmSthX4L/IQEcj0s8QNOpCC2Lg+4v9Fogx3t7eu3bt6tChg6whiJj1wwy0rKsoGWi1Wk0GGj9E+hkR8fX13b17d4MGDQQAAAAAI6aK6AGCBQAAAACiS3R1RCnreeMX8PTNJwF9Iz8+JQOtIzFQzWbIrWKPglYFhajFtxKMjvnvKe+Jqalp2JkJEouaXcX6qe+WTLjSpFeWNFnsBSJF+hlhBb1+HfDkiQD+TMh7X2VC2/U3ne2MoJcEBubt27ceHh5NmzZNliyZiA3KKaGskISb75JBVOsoNs308Rzt1bK/m5OrjQBCkX5GJNatW5cvX77kyZMLAAAAAEZMJQAAAABAy/4wOhAnDHl33NrzAnpIfnxKx6Su9U1+CgxpPGGvALQpTWILpW9ekIH+ETLQf4j0M8JdYnFz2FABRJOw9TctFSM6WzpRbMKQBAcHz5o1K3/+/NmzZxexJ6IMdIp0ZKARHulnROLevXtXrlz5+++/BQAAAADjRgAaAAAAgNZFS3eUXEkqR5vOZVMGBQXJvtuQkBDZb/r582elA1VAJ2mS6yqVKo2jtbw1NTXVnRGgZV9p2eyOqRPHlTuVWq1mp0L00uz/crdPaGsubzU99HTSf48M9G8j/QyFUrbETZvWvn175XtN1pf06HtNbufHjx/lhLW19ffBOMQ8pdyQxbJF5sxKFU57nwv1LiAGLF26VFYMatSoIWIbGWhEBelnREKWIStXrqxcubKVlZUAAAAAYNwiDEBzxggAAAAguvx5pkHJqjrGj1stT9KAgAAlA61Wqz9//iyg25TojEqlCtdJGYsZUKXHXdmpcrrGz+wUV+5UwaHkHkUEB9FI2c3k/m8WSnMNgKDh5UfIQP8G0s/QUAocCyenBFWr6l1l6dWrV8+ePXNyckqUKJGAbvi+Cqe9+htlFKBthw8f9vb2HjBggI5cYUIGGpG7cf7N8ilXLUg/IwLHjh0LCQkpXry4AAAAAGD0IgxA0+MLAAAAILr8eaeUkulRQhgWFhZKoJCsql7QjACtCYDqQj+lslXKjqTsRXLvkpv3JZRA7Ll+/br8XGy+CZeF1Ueaskt21Wv2f7rqI0IG+peQfkZYmu81WUHSo8qSv7//hQsX5NbmyJFD7sACOkNT/f7+Gp5op7N7KdVCGIa7d++uX7++V69etra2QmeQgUZE/k0/xyX9jB8LCAjYsmVLmzZt+M0QAAAAAIIRoAEAAADEgGiJDiij0MnuLk2ghwC0XtBEjU1DaTU986sbJrdE2YXk5sluVGWPYqf6c2q1+reDy/JTOH/+vOaura1tvHjx7O3t44eSE/oVj9Ps/5oYtLylmzZyZKCjSEk/m5iFFKkXksDRhmgIxLevNuXT1/3Kktywq1evenl55c6dO3369AI6RvkKU762VKG0V6TobElFEQoD4OfnN2fOnNq1a6dIkULoGDLQ+N4tr3f/pp/bkH7Gj23bti116tRp0qQRAAAAAMAI0AAAAABiwB92TSlPV7pFlSihEugRnLnoA+XjC5sB1d7vp//qhimBHk0Smkh9tNi7d++TJ09q1KhhZ2cnfl2mTJmOHTumufvx48fnz5+HXcDKyqpbt25Cf4TNQNNbH0WRZKDXTXlLBlqEGfu5THOz1++fBAVZx48fn2iIMQtXWZKHj45Xlnx9fTdv3iy/hevWratTI5JCQ7NTaWLQ2vsRAypggJbIL4LZs2dnyJChSJEiQieRgUZYoennK6SfEYmXL18ePXp0yJAhAgAAAABCMQI0AAAAAK3780xD2ASGvFVWSFRCX2gy0DoSfRbfOtqV3UmZZqeKLg8ePHj48OHMmTMbN26cOnVq8YuSJ09ua2v76tWriBYYPny40Cs/3P9pdfmpiDLQtbqRgf5/+rlcS/MEjubxHFKfOXOmfPnyREOg+V7T5cqS3KRjx44dOnSoXLlyuXPnFtBhMVaFo7wCtGTt2rVqtVpWy4UOIwMNhZJ+NjP/QvoZkVi1alXJkiUTJEggAAAAACAUI0ADAAAA0Lpo6aAKmxrkhEVP6VT0U7MZ7FTRSL6Njx49Cg41a9asypUrlypV6lc/8UyZMu3bt++HD7m5ualUKqGfwu1y+KmfZqAbdsuUPntCYWTCpZ8tLS3jx4+fNWvWLVu2NG/enGiIMdOL77WXL18uW7bM3Ny8W7ductcV0BParsLpbDWM+iH02plQgwYNktUDodvIQIP0M6Li8uXLz549a9eunQAAAACAb/S11xAAAACAHomu6ADxQUQ7dqro9fz584CAAM3dTZs23bp1q1WrVrL3OuoryZUr1549e76fnypVqtatWwsYk8gz0MsnX2vY3bgy0N+nn5VoSJYsWZ49e7Zu3bomTZoQDTFyOvu9JmuD+0NVqVKlQIECAghDZ0stilPorydPnixbtqxTp076crUJGWhjRvoZUaFWq+X5To0aNeReIQAAAADgGxMBAAAAAFpGNxVgJB4/fhxuzrVr18aMGfPkyRMRZc7OzkmSJAk3087OrlevXgLGJ04oU1NTlUqlZCAsLS0TJLaq2dXexj7O8snXbl58I4xDROln5W2pUqWKj4/PP//8w3cudNDLly8nTJhw9erVvn37kn7G9xhoGYhe/v7+s2bNqlSpUtq0aYX+UOowJiYmmoqfhYWFrO2kSGdTrWN8tVrtOdrr6b0PAoaF9DOiaP/+/dbW1nny5BEAAAAAEEaEAWjOJAEAAABEFzINgJH4PgAtQnNv48aNO3/+vIgyNze3sHctLCxkn/eOHTsEjNIPM9AJk1gbVQY68vSzmZmZfHNat269d+/e27dvC0BnyEqg3C0nTZpUuHDhrl276stApIhhdEYA0ejz589z585NmTKlu7u70DdkoI0N6WdEkZ+fn2wQaNCggQAAAACA/4owAE1AAQAAAEB0obMKMBKPHj364fzg4OD58+evW7cuJCREREGuXLk006amppMnT+7Xr9+lS5c8PT2juAYYGCPPQP80/axEQ2xsbNq1aycPk7dv3wpABzx//nzChAk3b96UZTgDPyMSOtsZQS8J9NG2bdt8fHyaNWsm9BMZaONB+hlRt3Hjxjx58iRPnlwAAAAAwH8xAjQAAAAArSM6ABiJH44ArTA1NfXx8VGpVCIKnJ2dkyRJokxPnz5d3trZ2fXs2VOtVk+ePPnDBxIPxshoM9BRTD8rTXkpUqSoVavWrFmzuFQAsUvW/fbs2TNlypQiRYp06tSJgZ8ROZ3tjKCXBHrnypUrBw8e7NChg6wkCL0VlQz080cfBfQZ6WdE3aNHjy5cuFC9enUBAAAAAN9hBGgAAAAAWkeXFWAMfH19/fz8vp/v7Ow8a9as6dOnt2rVSkSZm5ubvC1RooRmjuwFb9OmTfr06ceMGfPixQsB42OEGehfSj8rcuXKlSFDhsWLFwsgljx//nzs2LG3bt0aMGBA/vz5BfAzdEYA0eLVq1eenp4tW7Z0cHAQeu7nGehRZKD1GOln/JJVq1ZVrlzZyspKAAAAAMB3GAEaAAAAgNaRaQCMwZMnT8LetQg1a9as/v37i1+nhDhr164dbn6VKlWqVas2ceLEW7duCRgfo8pA37vu86vpZ0XNmjV9fX337dsngJglq3y7d++ePHly8eLFO3XqZGdnJ4AooDMC+HMBAQGy4l2qVKksWbIIgxB5Bjo4KIQMtJ4i/YxfcurUKX9/f1m3FAAAAADwI4wADQAAAEDr6LgCjMGjR4+UifTp08+aNWvy5Mn29vbe3t7itzg7O3fp0uWHD+XOnbt9+/bz588/evSogPExkgz0ves+i8Zd/o30swh9i9q2bXvo0KHbt28LIKYoAz/LYn/gwIEM/IxforOdEfSSQI94enrGjx+/YsWKwoCQgTY8pJ/xS4KCgtavX9+gQQO5VwgAAAAA+BHTYcOGae58CaVWqwMCAkJCQmRbiQAAAACMw4cPH2SruqbHRfau0ePyh+TJxefPn+WZxadPn6ysrGQ/pQBg0Ly8vHr37l2xYkVN7i04OPjmzZvZsmUT0c3e3j579uyrV69+9epVpkyZKK6NjfKJx/lGmTa3NHHJYnrHK+DcwVdOrjaJHPX4J5KV9LOZ5ZffSD8r5GLp06efO3dujhw55BMFoE2yPXn37t2rVq0qX758jRo1qPXhl8jzBX9/f7kXKUWcSqWS52Ka4j1WaE5kPn78KKschK6g+2QhfOXKle7du8tKgjAs4Wp9GtbxTJKmNrl28pPX8Vfp3BLYxDMX0Hmkn/Grtm3bJveNMmXKCAAAAADGQTbHBQYGKldBRzGzQcsdAAAAAK2j+wowBjVr1gw3J1++fOfOnQsODhZa4ODg0Ldv3ydPnsyYMUO2hggYGQMeB1pJP6vMfz/9rEiWLFndunVnzZoVFBQkAK15+vTp2LFj79y5w8DP+G0MtAz8CW9v7127dnXo0MFQL3liHGjDQPoZv+rt27f+gr5XAAAQAElEQVSHDh2qXbu2AAAAAICIRRiA5gwTAAAAQHQh0wAYJ1tb27Rp0164cEFoh+wv79KlS4IECcaNG+fj4yNgZAwyA61JP5f9s/Szws3NLXPmzAsXLhSAFqjV6h07dkydOrVkyZKdOnWys7MTwG+hMwL4bW/fvvXw8GjatGmyZMmE4SIDre9IP+M3rFmzpkSJEvJ8XwAAAABAxCIMQBNQAAAAABBd6MQCjFb+/PlPnDghtEZ2kzds2LBQoUJjx4598OCBgJExsAx02PRzIqfoiYZUq1YtICBg9+7dAohWysDPd+/eZeBn/Dmd7YyglwQ6Ljg4eNasWbIQzp49uzB0ZKD1F+ln/AZvb295gl+uXDkBAAAAAJH6cQBa6T0SAAAAABAdiA4ARsvNze3Ro0faHp65ZMmSjRs3njlz5sWLFwWMjMFkoLWRfhah70+bNm2OHz9+8+ZNAUQHtVq9ffv2qVOnlipVioGfES10tjOCXhLouKVLl8pKQo0aNYRxIAOtj+5e9SH9jF/1+fPnVatWycJN7iQCAAAAACL1gwC00m9EQAEAAADGRulxodNFG3hXAaNlamqaO3fukydPCi3LlClT9+7d16xZs2PHDgEjYwAZaC2lnxVyPe3bt1+4cOGrV68E8GceP348atSoe/fuDRw4MF++fAKIDnRGAL/h8OHD3t7e8ite1hCE0SADrV/uXvVZMuEy6Wf8Klm+yUM7T548AgAAAAB+RhX2Tti0R3Bw8P3795WWR31pfwyb21amf3irLBDRtB75/vVGNB3F126Q74Pyiozq5bPbs9sb6jvwS6+aPV+ZyZ5vPHu+MpM9X5n5e++DshLZf0YGWku+kGkAjFi+fPkWLFgQA79dmzRp0n79+s2aNevZs2dNmzZVqVQCRkP57pZf5WFnJkwianYV66e+Wz75WsPumdJnTyh0kib9XKaFWbSnnxWOjo7169eXR4c8RiwsLATw69Rq9c6dO48cOVKjRg2iz4henH8Bv+ru3bvr16/v1auXra2tMDJKA873se8U6US1jmLTTB/PUV4tB7g5OlsLxCol/awi/Yxf9OnTp61bt/bo0UMAAAAAQBT8oC9QnmrKjhBra+ugoKDAwEDZtB0SEiJbEz5//hxJyCzyWwHEqihmJWP+VtkkDhPoCB08OoBY9BuZe44UPaX0tWiGDiIDrSW8n4Axc3V1ld3bd+/eTZUqldAyOzu7nj17Lly4cPLkye3bt7exsREwGnqagQ6bfnZIZqG9aIibm9uDBw/mzZvXqVMnAfyix48fy6LV3t5+4MCBsqQVQLTS2asldXbDYOT8/PzmzJlTu3btFClSCKNEBlr3kX7Gb9u0aVOuXLmSJ08uAAAAACAK4oRtwlNSziEhIUr0WREcHKxWq7+EEgAAAIBhUbLOpqamSh+M7I+xsLAIm4QW+C2ak4uAgIBXr14lSpTICAemAqCxe/fut2/f1q9fX8SUrVu3njp1qnPnzkmSJBEwJkoTlnI9f1Ao+U305sXH9VPffXj3Rdcy0DGWflbId2bmzJmpUqWqUKGCAKJGHk07duw4cuRIrVq18ubNK4DoJkvp169fy54I61CyGFRKv9g6F1NOZGS3iL+//4sXL1xdXflNCegUuX9OmDBBnmK3aNFCGDel11K+IZqKnyxJZJHy8NaHzbN8VGYqMtCxRUk/m8X9UrYl6Wf8mmfPno0fP/6vv/6ysrISAAAAAIzPy5cvfX195VmkjY2NciKpxDYieUr4ljt5timfIFv0ZJOBCB0PT56IKk1+AgAAADBESr+LrAObhZJ1aEaAjna8n4CRK1iw4PDhw+vUqRNudF7tqVy5ctKkSSdOnNiqVat06dIJGA09Ggc6htPPIvTNad269ahRo1KmTJk5c2YB/MyDBw+WLFlib28/aNAgBn6G9jD2ChB1a9euVavVjRs3FkYvknGgq3cWG6czDnTs0KSfy7Uyt09M+hm/ZtWqVZUqVSL9DAAAACDqfhyAVgbA0yShGf4ZAAAABkyJOyvVYFkB1oz9TGdMNOKEAjBytra2KVOmvHjxYq5cuURMyZ07d8KECWfPnl2lSpXChQsLGA29yEDHfPpZYWFh0b59+ylTpnTr1s3R0VEAEQgJCdm+ffuxY8cY+BkxgDMvIIrOhBo0aJCsKghEnIFOnpoMdOyIKP0sq6DKoAOknxGJc+fO+fn5FS9eXAAAAABAlP0nAK20FCi/AK5EQEg/AwAAwBhoMtAaAtGKzi0A+fPnP3HiREwGoCVXV9fevXvPnDnz2bNntWrVoiwyHjqegY6t9LPC0dGxcePGs2fPHjBggIWFhQC+8+DBg0WLFiVMmJCBnxEzdLYDgp4R6JQnT54sW7asU6dO8ePHF/gmkgx0tU5fNs3wJQMdY0g/40+EhISsW7euZcuWtMoCAAAA+CVxvm/CU+Z8+UbQzAcAAABDp/S+xPlGENj9Y/Ik4vPnz7L3IiAg4NWrV4kSJbK1tRUAjFhwcHCfPn1GjBgR86WBv7+/h4eHqalpmzZtiHsaFaVpS61Wy++joFDyW+nNi4/rp7778O5LbGWgYzf9rLF9+/Z79+517NiROg/CkgfLtm3bjh8/zsDPiDGyZH79+nVgYKB1KFkkKiVhbJVOyomMrLfI+sOLFy9cXV1VKpUAYpvcIf/666/ixYu7u7sLfEfpx5QHr6biJ0sVWbw8uu23aYavykzVZnB2BycrAa0Jl35Wcs+knxF18vTk8ePHbdu2FQAAAACM2MuXL319fWULoY2NjdJvovx8dyRPifPDcHPYmaSfAQAAYAw0fTB0xkSLcAFoBwcHeZYiABi35cuXJ06cOFZCG7JEWrly5d27dzt27JggQQIBo6FrGWgdST+L0Hdm5syZLi4ulSpVEkAozcDPTZo0YeBnxBjlfEGWzwSggYjIfXL69OmywtCmTRuBCHyfgZbkgaxkoGU9q9UgNzLQWkL6GX/I19d3+PDhgwYN4mwdAAAAMHK/EYD+cctd2FNQTkcBAAAA/CGuqwQg5cuXb8WKFbESgJaNIw0bNjxw4MDYsWM7dOiQMmVKAeOgtGvJBrKwMxMmETW7ivVT3y2ffC0mM9C6k34Woe9M69atx4wZ4+rqmjlzZgHjFhwcvG3bthMnTjDwM2IFfRBA5GQR7ePj0759e4GIyZJEtjx83yfqnEZU6yQ2zfCd/5cXGWhtIP2MP7du3brixYuTfgYAAADwG0wEAAAAAGgZHV0ApDRp0gQHBz948EDEkpIlSzZt2nTmzJkXL14UMBpxQpmamqpUKiVqbGlpmTCJdc2u9jb2cZZPvnbz4huhfTqVflZYWFh06NBh+fLlz58/FzBi9+7d++uvv548eTJo0CDSz4gVOnu1JJdxQhdcuXLl4MGD8itbVhgEIqXUo2SFKmzFT1a3nNPYVusULygoeP5fXq+efhKIPqSf8edkXfT27dvlypUTAAAAAPDrTIcNGyYAAAAAILopPx4dEhLy6dMnKysr2fslABi9gICAu3fvZsmSRcQSBwcH+dcXLlwYGBiYNm1aAeOgRC7ifKNMm1uauGQxveMVcO7gKydXm0SOWhwOUAfTzwpra+vkyZPLIyJ//vxyMwSMTHBw8ObNmzdt2lQ9FLU1xAp5vuDv769Wq5UiUaVSmZqaaorrWKE5kfn48aO9vX3kP7IJaNWrV6+mTZvWsmVLV1dXgSgIV+vTRKKt7Eyc0sS5euKT17FXGXIktLal2hMNSD/jz8nv3NmzZ1eqVClFihQCAAAAgNGTzXGy/065qlmeV8p2wp+eV9JyBwAAAEDr6O4CoChYsOCZM2fUarWIPUmTJu3Xr9+lS5c8PT1DQkIEjMNPx4G+dva10A6dTT8r0qdPX6BAgblz5zLQqbFRBn5+8eLFoEGD8uTJI4DYQ/kD/FBAQMCsWbNKlSoVi1cP6iPGgY4ZpJ8RLY4dOyaPU+qiAAAAAH4bAWgAAAAAWkemAYAifvz4yZMnv3z5sohVdnZ2PXv2VKvVkydP/vDhg4BxiDwDvWr6dW1koHU8/awoV66c3KotW7YIGIfg4OB169Ypg+21b99eFokCiFXE44Af8vT0lJXnihUrCvwiMtDaRvoZ0UKejG/atKlBgwYCAAAAAH6X6bBhwwQAAAAARDfNL0d/+vTJ2tpadjcKAAh15syZWB/hydTUNFeuXG/fvl29enXGjBltbW0FjEC4X0VXps0tTVyymN7xCjh/+FUSZ2sHJysRTfQi/azIli3bxo0b48WL5+joKGDQbt++PWPGDLnjde7c2dXVVQCxTZ4vfPz4Ua1WK2WjSqWS39GaUjpWaE5kPnz4YG9vL48XAcS43bt3X7lypXv37rLCIPDrwtX6NJFoKzsTpzRxrp745HXsVYYcCa1teXt/GelnRJd169YlTZq0UKFCAgAAAABCyXbCwMBA5WJmeYIp2wl/eoJJyx0AAAAArWMEaAAauXLlunnzpp+fn9ABlStXrlat2sSJE2/duiVgHGJsHGg9Sj9LcpM6dOiwcuXKJ0+eCBiooKCgtWvXzp07Vxn4mQs/oDt0NiRHeg+xxdvbe9euXfKrWdYcBH4X40Brw/2bvqSfES0eP358/vz5KlWqCAAAAAD4A4wADQAAAEArGAEawA+Zmpq+fPnyw4cPOjLyqJOTU9q0aefNmye77VOkSCFgBGJgHOjbV94tmXBFX9LPiq95IGdnT0/PfPny8a1teG7fvj1t2jRZAjPwM3SNLo8ALTeMEaAR896+fTtlypQmTZqkS5dO4M8wDnT0un/Td9G4y2aWpJ8RDebMmePu7p4mTRoBAAAAAN8wAjQAAAAAXcQI0ADCyp8//8mTJ4XOcHV17du37759+9auXUt5ZSS0Og60PqafFenTpy9WrJiHhwcHgiEJCgpavXr13Llzq1SpwsDP0E1E5QCN4ODgWbNmydpy9uzZBaID40BHl3/TzxafST/jz509ezYkJKRQoUICAAAAAP4MAWgAAAAAWkcHGICw0qZN6+fn9/z5c6EzEiRI0Ldv3ydPnsyYMSMwMFDACGgpA62kn80s9C/9rHB3d7e2tt6wYYOAQbh9+/bIkSPfvn07ePDgPHnyCEAn6exFF1wNgpi3dOlSWWGoUaOGQPQhA/3nSD8jGgUFBa1fv75+/frsMAAAAAD+nOmwYcMEAAAAAEQ3zS9Hf/r0ycrKSvaKCQAIJbs5AwIC7t69mylTJqEzZLd93rx579y5s23btqxZs8rufAFDF+5X0ZVpc0sTlyymd7wCzh9+lcTZ2sHJKuorvH3l3VJ9Tj8rsmXLtnnzZmtraycnJwG9FRgYuG7dOlmg1ahRo2rVqtTEoLPk+YK/v79arVaKSpVKZWpqqimWY4XmRObjx4/29vay3BZAjDh8+PDp06d79Ogh6w8C0SpcrU8TibayM3FKE+fqiU9ex15lyJHQ2tZM4DuknxG9du7cKXeekiVLCgAAZTQvdwAAEABJREFUAAD4L9kcJ1u2lauX5fmmbCf86fkmLXcAAAAAtI5uMADh5M+f//Tp07o2sKJsRmnYsGGhQoXGjh177949ASMQjeNA/5t+thR6nX6W5NZ26NBh3bp1T548EdBPt27dGjFixLt37xj4GXqBgZYB6e7du+vXr2/fvr2tra2AFjAO9O8h/Yzo9fbt2wMHDtSqVUsAAAAAQHRgBGgAAAAAWsEI0AAiIYuFy5cv29raJkmSROgYV1fXZMmSzZ07N3HixI6OjgKGLlrGgdakn92bq/Q6/ayQW+7i4uLp6ZkvXz65/QL6IzAwcO3atTt27KhVqxYDP0MvMAI0IPn5+U2aNKl69erZsmUT0BrGgf5VpJ8R7ZYuXZo9e/asWbMKAAAAAPjOb4wATQAaAAAAgFaEDUBbW1sTnwIQjiwizp8/nytXLqF7HBwcZI/s4sWL/f3906VLJ2Do/jADbWDpZ0WCBAnk7fbt2/Ply0eoRV/cunVr2rRpcq/r3Lmzq6urAPSBkjPWzQD0hw8fCEAjBsj9TZbeKVKkqFatmoCWkYGOOtLPiHa3b98+fPhwy5Yt+W4FAAAA8EO/EYDm7AIAAACA1vGr1gC+lzt37uvXr3/6pKM/M500adJ+/fpdvnzZ09MzJCREwNApCZiwP4luaWmZMIl1za72NvZxVk2/fu3s6x8+0SDTz4qSJUvGixdv3bp1AjpPNgqvWLFi/vz51atXb9++va2trQD0h86WkKT6EDPWrl2rVqsbN24sECM0oeewFT9ZeXNOY1utU7ygoOD5f3m9eeEvjBvpZ0S7z58/y/pqzZo15XEnAAAAACCaEIAGAAAAoHV0iQH4nuw7z5Yt25kzZ4SusrGx6dmzp1qtnjx58ocPHwQM3W9koA04/axo2rTpnTt3zp07J6DDbty4MWLECF9f38GDB+fOnVsA+oarJWHMzoRq3769rDYIxJSfZqDnjrxozBlo0s/QhiNHjtja2ubIkUMAAAAAQPQhAA0AAABA68g0APih/Pnznzx5Uugw2bvfpk2bjBkzjhkz5tmzZwKG7pcy0D9MP0sGk36W5PvQoUOH9evXP3z4UED3BAQELF++fMGCBTVq1GDgZ+gvInQwWk+ePFm2bFnbtm3jx48vELN+koEOMN4MNOlnaMOnT5+2b99er149AQAAAADRigA0AAAAAK2jYwzAD2XIkMHHx+f58+dCt1WqVKlatWoTJ068du2agKGLYgZak34u08IsbPrZwsLCYNLPinjx4rVu3XrOnDl+fn4CuuTGjRvDhw9///794MGDc+XKJQC9pbNXS3IZJ7TK399/1qxZsp6ZNm1agdhABvp7pJ+hJVu2bMmZM2fSpEkFAAAAAEQr02HDhgkAAAAAiG7/Y+8+oKK4+j6OX1k6ooCoIAKiqIigiIXFGnvFiopGo8ZY0CTGmGiMvSZqYmJi7GjsGrH33gV7r6BYARUr0ovvlY28PCrGwsKy+/0cz57Z2dnZ2XHuzOzM7395/vx5ampqcnJybGysqampvFsmAOB/yRvnMTExt27dKlOmjNBsRYoUKVmyZEBAgLz97+DgIKDVVJGOPC+phg2N9RzdFNfOJBzbfS8pMWXdvFBDE9Hgc8OCdoZanH5WsbS01NfXX7NmjVKplN9LIKfFx8cvXbp069at7dq1a968OWdZyNXk74W4uLiUlBRV9FDubRQKRfruN0ek/5CRZylyB8h+D+ogt7Hp06dbW1vLPblAznnlrC89Em2aT6+Ic57zh2JPHbrvWtHaNK+B0AGkn6EmERERK1eu7N27t9yKBAAAAABkTl6OS0hIUFUpy18Q8jrhf/4O5codAAAAALXj9hiAzHh5eQUFBeWKHhadnJwGDRq0e/fuf/75hy4htd4b+4G2LmzW6muLfAX09m+8bWyWp3EPk8L2xiYmJtqdflapVauWjY2N3PgFcpqq4+dnz57R8TO0BkdV6KANGzY8fvy4a9euAjmNfqBVSD9DfZYuXerj42NqaioAAAAAIKsRgAYAAACgdmQaAGTGxsbG2tr64sWLIjewsrIaOHBgeHj41KlTExISBLRaZhnotv0L2DjpN++Tz8bBRJV+VkVDtDj9rPLpp59ev349ODhYIIfExsYuWLBg7ty5vr6+/v7+5ubmAtAKxOmga86dO7d79+4+ffrIkwcBDfD2DHRSYrLWZ6BJP0N9Tpw4ERMTU6NGDQEAAAAAakAAGgAAAIDacZMMwFuoOoEWuYSRkdHXX39tZWU1ceLEhw8fCmi11zPQJiYm1jZ5Ow60sXPKa2pqapJGF9LPklwPffr0Wbt2bVhYmEC2O3/+/KhRo2JiYuj4GdpHY6slKeOEOty/fz8gIKB79+4FCxYU0BhvyUC3/tpCuzPQpJ+hPsnJyatWrfLz85ObkAAAAAAANeDHBgAAAAC1IzoA4C0qV6587ty5XNShsrx3++mnn1avXn3ChAkkQbXeKxloVRzE9CXdST+r5M+fv2fPnrNmzYqOjhbILrGxsX///ff8+fPbtWtHx8/QShq75yTthywXHx8/bdq0unXrurm5CWiYzDLQRYqZ/ZuBHn1S+zLQt0KjST9DfbZu3erg4FCyZEkBAAAAAOpBABoAAACA2nGrDMBbmJqaurq6Hj16VOQqtWvX7tKly19//XXq1CkBrfZ6Btr4JVX6WY7XnWiIk5NTixYtpk+fnpKSIqB+qo6f4+Li6PgZWoxqSeiOgIAACwuLpk2bCmik/8hAJ6VoWQb6Vmj0vAmn9Q1TSD9DHZ48ebJz505fX18BAAAAAGpDABoAAACA2pFpAPB2SqUyODhY5Daurq4DBgwIDAzcuHGjgFZLz0BLBgYGqhi0KhOjr68vR+pUNEQ22KJFiy5evFhAnWJiYubNmzd//vz27dvT8TO0G9E66IitW7eGh4f37NmTbV6TZcxAq876tDUDrUo/KwxSK7Z4kscwlvQzspz8pVynTh0rKysBAAAAAGpDABoAAACA2nHDDMDbubm53bt3LyoqSuQ2tra2P/zww4ULFwICApKTkwW0V8YMtP5L6dFnXTvStW/fPjIycu/evQLqcebMmVGjRqWkpAwbNszT01MAWk1jqyUp40QWCgkJ2bJlS58+fUxMTAQ0W3oGWtLWDHR6+rnRF4ZFHPPfuHFD9R1JPyOrhIWFhYaGNmjQQAAAAACAOhGABgAAAKB2RAcAvJ28s+7l5XXo0CGRC+XNm7d///4pKSm//fbbs2fPBLRXnpf0XkofI3SMQqHw9/ffunVrWFiYQJaKiYmZO3fuokWLOnXq9MUXX9DxM3SBxu5FSf4hqzx8+HDmzJldunSxs7MTyA20OwOdMf1sWciwUKFCIi2uSvoZWUVeBly6dGmbNm1kwxEAAAAAoE4EoAEAAACoHbfNAPynatWqBQUF5dJ6CX19/Z49e5YpU+bnn3+OiIgQ0Gp5XiN0krm5ee/evWfPnv3kyROBLKLq+Dk1NXXEiBHlypUTgG6gWhLaLSkpadq0aUql0sPDQyD30NYM9CvpZ1WvzxUrVpS/xeRXJv2MLHHgwAG5LVWqVEkAAAAAgJoRgAYAAACgdmQaAPwnGxubfPnyXblyReRazZo1a9my5a+//nrhwgUB6AAHB4c2bdpMmzYtOTlZ4OPExMTMmTMnveNnMzMzAegMYnbQbgsXLjQ0NGzdurVAbqN9Geg3pp/lY9GiRQsWLHjo0CHSz/h48fHxa9eu9fPzEwAAAACgfgSgAQAAAKgdN88AvAsvL6+goCCRm1WqVKlv377z588/cOCAAHRAxYoVixcvLrd5gY9w4sSJUaNGyQE6foZu0thqSco48fH27t0bEhLi7++vp8f9uFxJmzLQmaWf5aP8ak2aNNm1a1dCQgIXcPCR1q9fX6FCBXt7ewEAAAAA6scFFwAAAABqR3QAwLtQKpWnTp2SN91Fbubk5DRo0KDdu3cvX76cvR90Qdu2bZ88ebJr1y6B9xcdHT19+vRly5bR8TN0mcaG7UgB4iNdu3Zt5cqV/v7+5ubmArnWu2SgH92PF5pNlX7WN0x5Y/pZsrGxKVu27NatWwXwESIiIoKDg1u1aiUAAAAAIFsQgAYAAACgdkQHALwLU1NTFxeXEydOiFzOyspq4MCB8tbv1KlTc3ueG/hPenp6vXr12rFjR2hoqMD7OH78+JgxYwwMDOj4GTqOeiFopejo6BkzZrRt29bBwUEgl/vvDPQYjc5A/3/6uYfRG9PPqq/WvHnzffv2PX36VAAfaunSpU2bNpU/7QUAAAAAZAsC0AAAAADUjkwDgHekVCqDg4NF7mdkZPT1119bWVlNnDjx4cOHAtBqZmZmvXv3DggIYGt/R6qOn5cvX07Hz4CgWhLaKDU1Ve7nXVxcatSoIaAV3p6BTohP1tgMdMb0s4X1i2U2NjZ+Pf0sv6ClpaW3t/eGDRsE8EFOnz795MmTTz75RAAAAABAdiEADQAAAEDtyDQAeEfu7u63b99+/PixyP309PQ+/fTT6tWrT5gwISwsTABazcHBwdfXd9q0aYmJiQJvdfTo0dGjRxsaGtLxM6CisdWSlHHig61YsSIlJaVz584CWiQ3ZqD/p+/ngkaq9LP0evpZNX3Tpk2PHTsWFRUlgPckd3py1+fn5ye3KAEAAAAA2UUxcuRIAQAAAABZ7fnz56mpqcnJybGxsaampvLumgCA/yLvlT558iQyMrJUqVJCKzg5OdnZ2c2aNcvKyqpIkSIC0F5yC793796hQ4cqVaok8CZPnz6dO3fuwYMHO3fu3LhxY0NDQwHoPPl7IS4uLiUlRRUl1NfXVygUedKIHJL+QyYmJsbS0pIgF97X0aNHt23bNmDAADr41z6qXVN6Ejp9wCRvnqKlFecOxp4+dK9spYImZvpCA7ySfjZ+KbP0syT3w0lJSceOHfP09BTA+5D7PXk0l6e4AgAAAAA+lLwcl5CQIK8Qyt+n8nervE74yu/W13HlDgAAAIDa0QM0gHfn5eUVHBwstIirq+uAAQPWrFmzceNGAWi1Nm3ayAuU27dvF3jNkSNH6PgZeCM6WoY2uXPnzqJFi3r16mVhYSGgjXJLP9BvST+r7iK/nn5WqV+//qVLl+SWLIB39uTJE/kToH379gIAAAAAshcBaAAAAABqR6YBwLtzdHSU9+NDQkKEFrG1tf3hhx8uXLgQEBCQnJwsAC2VJ0+eXr167d279/LlywIvPX36dOrUqYGBgZ999ln37t3pEBR4BdWS0BpxcXHTpk1r1qxZyZIlBbSX5meg355+1tfXzyz9LMlpGjVqtGrVKgG8M7nB1KxZ08rKSgAAAABA9iIADQAAAEDtyDQAeC/e3t5a1gm0lDdv3v79+6ekpPz222/Pnj0TgJYyMzPz9/efN2/ew4cPBYQ4fPjw6NGjTUxM6PgZyIzGVktSxon3kpqaOmvWLEdHx/r16wtoO03OQH9M+lmldu3aERERoYUq2Y4AABAASURBVKGhAngHYWFhFy9ebNy4sQAAAACAbEcAGgAAAIDaER0A8F6USuWJEyeSkpKEdtHX1+/Zs6erq+vPP/8cEREhAC1lZ2fXoUOHadOmJSYmCh2m6vh55cqVdPwMvJ3GVktSxon3smHDhsePH3ft2lVAN2hmBjo87NlHpp8lhULRrFmzwMBAAfwXecVv6dKlbdq0kRuYAAAAAIBsRwAaAAAAgNoRHQDwXszNzUuUKHHy5EmhjZo2bdqyZctff/31woULAtBS5cuXL1u27Lx584SuCgoKGjVqFB0/A++CaklogXPnzu3evbtPnz5EAHWKpmWgw8OeBfz0selnFaVSGR8ff/r0aQG81aFDh+TG7+XlJQAAAAAgJxCABgAAAKB2ZBoAvC9vb++goCChpSpVqtS3b9/58+fv2bNHAFqqZcuW8fHxW7ZsETrm8ePHU6ZMWb16dZcuXej4GXgXVEsit7t//35AQIDc5xcsWFBAx2hOBlqVflYYJH98+lmkfaMWLVrI85nU1FQBZEKe7a9du9bPz08AAAAAQA4hAA0AAABA7cg0AHhfHh4et27devz4sdBSTk5OgwYN2r9//+LFi6kSgVaSR/+ePXsGBQVdvnxZ6IxDhw6NGTPG3Nycjp+Bd6exx0EO0HgX8fHx06ZNq1u3rpubm4BO0oQM9O2r0Wnp55QsST+rVKhQQc7h8OHDAsjExo0b3d3d7e3tBQAAAADkEALQAAAAANSO6ACA96VQKDw9PYODg4X2srKyGjhw4MOHD6dOnZqQkCAArWNiYuLv7z9v3rz79+8Lbafq+HnNmjVdunT5/PPP6fgZeHcaWy1JGSfeRUBAgIWFRdOmTQV0WM5moMPDns2bcCat72fDrEo/q/j6+q5fvz4lJUUAr5Fn+EFBQS1bthQAAAAAkHMIQAMAAABQO6IDAD6AUqk8ePCg0GpGRkZffvmllZXVxIkTHz58KACtY2Nj06FDh2nTpml3yl/urEaPHk3Hz8CHoVoSudfWrVvDw8N79uzJb17kVAb6zrWs7/s5nbOzc+HChffu3SuA1yxZsqRhw4byBFgAAAAAQM4hAA0AAABA7cg0APgAxYsXl4/Xrl0TWi1PnjyffvppjRo1JkyYEBYWJgCtU758eU9Pz9mzZ2vl+cDDhw+nTJmydu3arl270vEz8GFIjiKXCgkJ2bJlS58+fUxMTASQExno8LBnc39WS9/P6Xx9fTdt2sTfq8Erzp49K0+D69SpIwAAAAAgRxGABgAAAKB2ZBoAfJhq1aoFBwcLHfDJJ5907dp12rRpR44cEYDWadasmXzctGmT0C579+6l42fg42lsdQRlnHiLhw8fzpw5s0uXLnZ2dgJ4KTsz0OFhz9L6fk5WR9/P6eQWXrp06R07dgjgpZSUlMDAwLZt2yoUCgEAAAAAOYoANAAAAAC1IzoA4MMolcqjR4/K26tCB5QpU6Z///4bNmxYsmRJUlKSALRInjx5evToceTIkfPnzwutcPHixVGjRm3durVbt250/Ax8JI2tlqSME5mRp2rTpk2TZ6oeHh4C+F9vz0AnJbzIQD958LEdKmdP+lmlVatWO3fujImJEUAauT0UKFDAzc1NAAAAAEBOIwANAAAAQO2IDgD4MBYWFsWKFTt16pTQDUWKFBk6dGhKSsr48ePDw8MFoEWMjIz8/f0XLlwYGRkpcjO5/FOnTp01a5aXl9fo0aPLly8vAHwcqiWR68jDmaGhYevWrQXwJm/JQLdSZaDHflQGOjvTz5K1tXXFihU3b94sACGio6O3bt3q5+cnAAAAAEADEIAGAAAAoHZkGgB8MG9v76CgIKEzDA0NO3fu3KxZs99//33v3r0C0CI2NjZy854+fXpCwsf2epgjYmJili9fPm7cOAsLi9GjRzdq1EhfX18A+GhUSyJ3kWdoISEh/v7+enrcYkOmMstA2zq+yEAnxCZ9cAY6m9PPKk2aNDlw4MCjR48EdN7q1aurVatWqFAhAQAAAAAagKszAAAAANSOTAOAD1ahQoWrV69GR0cLXVKxYsVBgwYFBQVNmjTpxo0bAtAWZcuWrVKlyuzZs3NXcVRKSsqOHTuGDx9++/btH3/8sVOnTubm5gJAFtHYHQJlnHjdtWvXVq5c6e/vz4EA/yk9A61QKFQZaCMjo4/MQOdI+lmytLSsWbPm+vXrBXSbPBk+d+5ckyZNBAAAAABoBsXIkSMFAAAAAGS158+fp6amJicnx8bGmpqayrtxAgDen0KhuH///uPHj0uUKCF0idxzVq1aVe5IFy9efOPGDUdHRzlGALlfqVKljhw5cvfu3dKlSwuNFxERsX379oULF4aHh3fo0KFVq1Yk3oCsJX8vxMXFpaSkqLpH1dfXl4f+PGlEDkn/IRMTE2NpaUkvv0gXHR09efJkeSwoV66cAN6BaleW56X0YWOzPPZl9M8diDkddM+tckFj03f6mxI5lX5WcXBwWLJkiYeHR968eQV01YwZMxo0aODk5CQAAAAAQA3k5biEhAT5C1f+zjUwMJDXCf/zdy4BaAAAAABqkTEAbWZmJn+lCAD4IKampps3b65Vq5bQMfKajqOjY40aNcLDwxcuXBgdHW1ra2tiYiKAXK58+fKBgYGWlpY2NjZCI8mzl0OHDi1fvnzjxo3m5uZNmzb19fXV2KUFcjVVzpgANDSf3Cr++OMPBweHli1bCuCdvRJ9Fh+agc7Z9LMkP0W2giNHjlSqVElAJwUHB1+9erVDhw78nTcAAAAAakIAGgAAAICmoAdoAFmlQIECO3bsKFGihIWFhdA98kKPi4tL5cqVT506tXjx4jt37piZmVlbWwsg15JbddmyZWfNmuXm5qZRnQjKU5eLFy+uXbtWtrVHjx55eXl17drV29u7UKFC5DwANaEHaOQW//zzz8OHD/39/eUmKoD39JEZ6BxPP6s4ODisWLGidOnSuvm7TMclJib+9ddf3bp1k0dGAQAAAADqQQAaAAAAgKagB2gAWSguLu7atWtubm5CV5mamnp6elapUuXevXtr167du3dvZGSk3NPK28/ySpAAcht5bmBvbz9v3jylUimvY4qcIy+nhoaGHj58eOvWrStWrDh16pSTk1P79u2bNWsmBziBAdRNk3uAfvbsGQFoqBw9enTbtm0DBgyQxy8BfJAPzkBrSPpZpNWwyU/cuXNn1apVBXTM+vXrzc3Na9euLQAAAABAbQhAAwAAANAU9AANIAtZWVktX768Xr16Oh5CMjMzc3V1lXedLS0t7969u3379g0bNly5cuX27dsPHjxITEw0MTHJ2Swp8O6sra3lpcxt27Z5eXllT9IxPj7+2bNnjx49un///uXLl/ft27d+/foVK1bIFiQvp7q4uDRs2LBt27Zubm758+cXALIFPUBD8925c2f69Ol9+vSxs7MTwEd4Swb6fFDMqUNvyEBH3oqZM04j0s8q9vb2GzdutLW1LViwoIDOkCfPS5Ys6d27t9z2BAAAAACozQcEoOkiCAAAAIDa5WB8AYB2sLa2Llq06NmzZz08PITOk9d9KqeRw9euXbt48eKdO3fkY2RkpGqCvHnzGhkZmaQRgGYLDw8fMmSI+jI0sbGxcS/JC6ayURgbG8tHS0tLR0fHSpUqFStWjG6egZz1/PlzAWgqefiYNm1as2bNSpYsKYCPpro8Iu/gZhxp4yDa9BMrpzyaNfZkz6EV8hf4t4Bc09LPqiVv2bLlqlWrXF1dBXRGYGBg/fr1KREEAAAAoIEIQAMAAABQOzINAD6eUqkMCgoiAP2K4mnSn96+fTs2NlYAuUdSUtKyZctcXFxKlCghstqLXhXT4s7yMW/evAKARqJaEhorNTV11qxZjo6O9evXF0AWeWMGunDRPG36icDf/j8DHXkrZvbYUwp9DUo/q1SqVGnTpk3Hjx+vWLGigA64dOnSnTt3evbsKQAAAABA8xCABgAAAKB2ZBoAfDxPT8/ly5dHR0ebm5sLZKJo0aICyG369+8/ceLEcuXK2dnZCQC6R2OrJSnjxIYNGx4/fuzv7y+ALPVKBlq1tylcVLT++vnqP5/MGXeqaeeSK2ZcNDRKbdDd2MLaUHPSz5L83DZt2vzzzz8VKlSQwwJaLTU1denSpW3btn0lsg8AAAAAGoLfpQAAAADUjugAgI8nb/Z7eHgcPXpUANAuVlZW3bp1mz59ekxMjACgezS2WpIyTh137ty53bt39+nTx9DQUABZLU8ahUJhYGAgtzH5Y8fY2NjWMW+rr/LHxSYumnzO0Ci1UQ9jjer7OZ27u7uZmdmhQ4cEtJ3cDVpYWJQvX14AAAAAgEYiAA0AAABA7YgOAMgS3t7ewcHBAoDWKV26dK1atWbOnEnRFKCDaPjQQPfv3w8ICOjevXvBggUFoB4ZM9CSKgNdpJi57zcFbIrpN++bz9rGVDIxMdGo9LOKr6/v+vXrk5KSBLRXdHT0pk2b/Pz8BAAAAABoKgLQAAAAANSOTAOALFGqVCl5CzYyMlIA0Dr169fPnz//ypUrBQAdQ7UkNE18fPy0adPq1q3r5uYmAHV6vR9oExMTOyfzjoNsChXJa/KSpqWfJWdnZwcHh927dwtor3Xr1imVSltbWwEAAAAAmooANAAAAAC1I9MAIEvInYm3t/eBAwcEAG3UpUuXS5cuHT9+XADQJRpbLUkZp84KCAiwsLBo2rSpANQvPQOtr69vmMbExMT0Jc1MP6u0bNly69atcXFxAtro9u3bJ0+e9PHxEQAAAACgwQhAAwAAAFA7ogMAskrVqlWPHDnCXgXQSvr6+n369AkMDLx586YAoDM0tlqSMk7dtHXr1vDw8J49e7IBIDu9koE2fkkOGxgYyPHyVY1KP0t2dnZubm7btm0T0EZLlixp0aKF3AgFAAAAAGgwAtAAAAAA1I47xwCyirW1daFChc6dOycAaCMrK6vu3bvPmDEjJiZGANAN1DVBc4SEhGzZsqVPnz4mJiYCyC55XsqYgVZ1/Kzq+1mOV00gNIyPj8/u3bufPn0qoF2OHj2akJBQvXp1AQAAAACajQA0AAAAALUj0wAgC3l5eQUFBQkAWsrZ2blevXozZ85MTU0VAHQA1ZLQEA8fPpRHny5dutjZ2Qkg26VnoFUxaJX0jp81c1dpbW2tVCo3bdokoEUSExNXrVrl5+fHARoAAACA5iMADQAAAEDtuGUCIAtVqVLlwoULsbGxAoCWqlOnTv78+VesWCEA6ACNrZakjFOnJCUlTZs2TalUenh4CCCHqC6eyEe9l9I7hxaaqkmTJsHBwVFRUQLaYsuWLc7OziVLlhQAAAAAoPEIQAMAAABQO6IDALKQkZGRu7v70aNHBQDt1aVLl2vXrgUHBwsA2k5jg32UceqUhQsXGhoatm7dWgA5Ks+bCA2WL1++2rVrr1+/XkArPHz4cM+ePb6+vgIAAAAAcgMC0AAAAADUjugAgKylVCrRx88pAAAQAElEQVSJRQLaTV9fv0+fPmvXrr1586YAoNWolkSO27t3b0hIiL+/v54ed82A99agQYNz587duXNHIPdbsWJF3bp18+fPLwAAAAAgN+BSDgAAAAC1I9MAIGu5uro+ePAgMjJSANBe+fPn79mz54wZM548eSIAaC+qJZGzrl27tnLlSn9/f3NzcwHg/ZmYmDRs2HDNmjUCuVxoaOitW7fk/6YAAAAAgFyCADQAAAAAtSPTACBryb2Kt7d3UFCQAKDVnJycGjVqNHPmzJSUFAFAS2lstSRlnLogOjp6xowZbdu2dXBwEAA+VO3atW/evBkaGiqQa6Wmpi5ZsqR169b6+voCAAAAAHIJAtAAAAAA1I7oAIAspwpAs3sBtF7NmjWLFi26ePFiAUBLaWy1JGWcWi81NXX69OkuLi41atQQAD6CgYGBj49PYGCgQK61d+9ec3NzT09PAQAAAAC5BwFoAAAAAGpHdABAlrOxsSlQoMDFixcFAG3Xvn37yMjIffv2CQDaiHIm5JQVK1akpKR07txZAPhoVatWjYmJOXv2rEAuFBsbu379ej8/PwEAAAAAuQoBaAAAAABqR6YBgDp4eXkFBQUJANpOoVD4+/tv27YtLCxMANA6VEsiRxxNI48vBgYGAsBH09PTa9my5cqVK1NTUwVym7Vr11apUsXW1lYAAAAAQK5CABoAAACA2pFpAKAO8gbtuXPnEhISBABtZ25u3rNnz1mzZj158kQA0C4aWy1JGacWu3PnzqJFi3r16mVhYSEAZJGKFSvq6+sfO3ZMIFeJiIg4fvx48+bNBQAAAADkNgSgAQAAAKgd0QEA6mBqauri4nL06FEBQAc4ODi0aNFi2rRpKSkpAoAW0dhqSco4tVVcXJw8mjRr1qxkyZICQJZq3br1mjVrOFvLXZYuXSp3ifL3tQAAAACA3IYANAAAAAC1IzoAQE28vb2Dg4MFAN2gVCqdnJwWL14sAGgRqiWRnVJTU2fNmuXo6Fi/fn0BIKu5uroWKFBg//79ArnE8ePHY2JiatasKQAAAAAgFyIADQAAAEDtyDQAUBN3d/d79+5FRUUJALqhXbt2kZGRe/bsEQC0BdWSyE4bNmx4/Phx165dBQD18PX1lQ0tISFBQOMlJycHBgb6+fnp6ZEZAAAAAJAr8WMGAAAAgNqRaQCgJnL3Urly5UOHDgkAukFPT8/f33/btm2hoaECgFbQ2GpJyji1z7lz53bv3t2nTx9DQ0MBQD0cHR1Lliy5c+dOAY23detWJycn+f8lAAAAACB3IgANAAAAQO2IDgBQH6VSGRQUxH4G0B3m5ua9e/cOCAh48uSJAJD7aWy1JGWcWub+/fvy2NG9e/eCBQsKAOrUokWL7du3x8TECGiwhw8f7ty509fXVwAAAABArkUAGgAAAIDaER0AoD729vYmJiZXrlwRAHSGg4ODr6/vtGnTkpOTBYBcjiomZIP4+Hh51Khbt66bm5sAoGY2NjYVKlTYunWrgAZbtWpV7dq1raysBAAAAADkWgSgAQAAAKgdmQYAalW1atWgoCABQJdUrFjR2dl5/vz5AkAuR7UkskFAQICFhUXTpk0FgGzh4+Ozb9++p0+fCmik0NDQq1evNmzYUAAAAABAbkYAGgAAAIDakWkAoFZeXl6nTp1KSEgQAHRJmzZtnjx5smvXLgEgN9PYaknKOLXG1q1bw8PDe/bsyS9TINtYWlpWq1Zt/fr1AppHHuCWLFnSunVrQ0NDAQAAAAC5GQFoAAAAAGpHdACAWpmbm5cqVerEiRMCgC7R09Pr1avXjh07QkNDBYBcS2MzqYRltUNISMiWLVv69OljYmIiAGSjJk2aHD9+PCoqSkDD7N+/X+4SK1euLAAAAAAglyMADQAAAEDtiA4AUDelUhkcHCwA6BgzM7PevXsHBAQ8fPhQAMidqJaE+sijw8yZM7t06WJnZycAZC95nla3bt3Vq1cLaJLY2Nh169b5+fkJAAAAAMj9CEADAAAAUDsyDQDUrXz58rdv36Z3MUAHOTg4+Pr6Tps2LTk5WQDIhaiWhJokJSXJo4NSqfTw8BAAckK9evUuX758584dAY2xfv36ChUq2NvbCwAAAADI/QhAAwAAAFA7Mg0A1E2hUFSuXPnw4cMCgO6pWLGii4vL/PnzBYBcSGOrJSnjzO0WLlxoaGjYunVrASCHGBkZNWnSJDAwUEAzREREHDlypHnz5gIAAAAAtAIBaAAAAABqR3QAQDbw8vIKDg4WAHRSmzZtnjx5smPHDgEgt9HYaknKOHO1vXv3hoSE+Pv76+lxIwzISbVq1bp7925oaKiABli6dGmTJk3Mzc0FAAAAAGgFrvsAAAAAUDuiAwCygZOTk4GBQUhIiACge+TJRq9evfbs2UO8Bsh1qJZElrt27drKlSv9/f0J+QE5TqFQ+Pj40Am0Jjh16tSTJ09q164tAAAAAEBbEIAGAAAAoHZkGgBkDzqBBnSZmZmZv7//3LlzHz58KADkHlRLImtFR0fPmDGjbdu2Dg4OAoAGkD/T4uPjT548KZBzkpOTAwMD/fz86BcfAAAAgDbRFwAAAACgZmQaAGSPqlWrDh8+XN7TNTAwEAB0j52dXfv27adNmzZw4EBDQ0Oh7dJrzCg2Q3ZKP7fPqpN8jd2As3DBaK3ZJjU1dcaMGS4uLtWqVZPDQmdkecMEspCenl7Lli3XrFlTvnx50rc5Zdu2bfJUuUyZMgIAAAAAtAgBaAAAAABqx21+ANnD3Ny8ePHiJ06c8PLyEgB0Uvny5a9evTpv3rxevXoJ7aU6uXqeJuMAoG6qbGWeNBnHfPw8NVCWLFjGRpo+LKA2a9askY9+fn4pKSlCZ7zSMMlAQwN5eHhs2bIlODi4atWqAtnuyZMnO3fuHDRokAAAAAAA7UIAGgAAAIDacf8VQLZRKpWHDh0iAA3oslatWv3xxx/bt2+vX7++0F7Pnz+/fjf6wMX7ZKCRbVRn9eWLWZR1sNBLk4URYS0mv+DZ649OX3+U3iExrVVNIiIiLly4X61ag+UHbwmdoco9f1K2oK2VqaphCn6DQyP5+vrOnTtX/lJTKBQC2WvlypU1atQoVKiQAAAAAADtQgAaAAAAgNpxgx9AtvHw8FiyZMnjx48tLCwEAJ2UJ0+enj17jhs3zsHBoXTp0kLrqLLOqampF28/+XXdJQFkr171nUrZmunrv7i5kCVRSy1Oaqa31oOX7s3cdlUgOzic3alD6ed0xQoaF8xnqMqVkoGGZnJ2dra1td29e3e9evUEslFYWNilS5fGjh0rAAAAAEDrEIAGAAAAoHbceQWQbQwMDCpVqhQUFNS4cWMBQFeZmJj4+/v/+eefAwcOtLKyEtro+fPnKSkpcmDsZ14lbPMLQP1i4pO+mLI7OTk5KSlJvOx39uNP9TW2WjJLFkwVgFb1/Ty3fx0TQ27KIIudvBo1MfBEUhrxMv0MaKbWrVv/9ttvNWrUMDIyEsgW8jC0dOlSueYNDQ0FAAAAAGgdrrUBAAAAUDt6gAaQnby8vObPn08AGtBxdnZ2HTp0mDZt2sCBA7Uv8KGKVKoC0JZ5jQtZmAhA/aJjX9xQSE5OTkxMzJMnj14a8dE0tloySxYsYwDaOp+JmTE3ZZDF8pu9OMbJVpmUlCSbpEKhkI8UIUMzydMzFxeX7du3N2vWTCBbHDx40MDAQKlUCgAAAADQRhSCAwAAAFA7br4CyE7Ozs7y8dq1awKAbitfvrybm9u8efOE1skYqQSyWUpKSlJSktz8nr8kPo62Vkumrx/VuhKAOqm6ZpfNk+0NGq5ly5a7du2KiYkRUL/4+Ph169b5+fkJAAAAANBSBKABAAAAqB33XwFkM29v7+DgYAFA57Vo0SI+Pn7r1q1Cu2RJ6hT4MCkvZVXOUuurJSlXQDZITk4m/YxcwdraulKlShs3bhRQvw0bNri5udnb2wsAAAAA0FIEoAEAAACoHT1AA8hmVatWPXr0aFJSkgCg2+RJSM+ePQ8dOnT58mWhLVThNjLQyClyw0tJScnCLVBjt+QsWTDaKbKHKmf/PAMBaKpmzZoFBQU9evRIQJ3u379/8ODBVq1aCQAAAADQXgSgAQAAAKgdN18BZDMLCwtHR8fTp08LADrPxMTE399/3rx59+/fF1qE8yvkoKyNV2pstWRWLRitFdmA0DNykXz58tWsWXPdunUC6rRkyZLGjRubm5sLAAAAANBeBKABAAAAqB09QAPIfkqlMjg4WACAEDY2Nh06dJg2bVpiYqIA8HGyPGSpC6lNkqnIHmxpyC0aNWp09uzZyMhIAfU4c+bMw4cP69atKwAAAABAqxGABgAAAKB23IUFkP0qVqwYGhoaHR0tAECI8uXLV6hQYd68eQKAhqFaEgB0jYmJSb169VavXi2gBikpKf/884+vr69CoRAAAAAAoNUIQAMAAABQOzINALKfgYGBp6dnUFCQAIA0Pj4+8fHxmzdvFgA0icZWS1LGCQDqU7du3evXr9+4cUMgq+3YsaNQoULu7u4CAAAAALQdAWgAAAAAakd0AECOUCqVwcHBAgDS5MmTp2fPnnK3cPnyZQFAY2hstSRlnACgPgYGBk2aNAkMDBTIUtHR0Vu2bPHz8xMAAAAAoAMIQAMAAABQO6IDAHJEyZIl4+Lirl+/LgAgjYmJib+///z58+/fvy8AaAaqJQFAN9WoUePx48fnz58XyDorV66sXr16oUKFBAAAAADoAALQAAAAANSOTAOAHJEnT55q1aodPnxYAMBLNjY2Xbt2Xbx4cUJCggCgAaiWBADdpKen17x589WrVwtkkbCwsAsXLjRt2lQAAAAAgG4gAA0AAABA7cg0AMgpSqXyyJEjKSkpAgDSzkkUCkWZMmUGDBhgamqq+FACQNbR2GpJyjgBQN0qV64sH48dOyaQFZYuXdqiRQtjY2MBAAAAALqBADQAAAAAtSM6ACCnWFtb29nZnT59WgAAAI2ksdWSlHECQDZo3br12rVrU1NTBT5OUFCQfKxataoAAAAAAJ1BABoAAACA2hEdAJCDvLy8goODBQAA0Ej0AA0AuszV1dXCwmL//v0CHyExMXH16tUdOnTgEhwAAAAAnUIAGgAAAIDaER0AkIMqVap05cqV6OhoAQgAgMahB2gA0HG+vr6bNm1KSkoS+FAbN250cXFxcnISAAAAAKBLCEADAAAAUDuiAwBykJGRUfny5Q8fPiwA6Ly7d+/KfcLIkSMzjoyLi3N2du7cubPQGDt27EhJSRFqduTUuRJeTYdPnPaWaXy/GDBrQeA7jh/726wvf/xJDuw+cKRsrdaZz1XExMbJjz559tLrL527FHrgyEnxbv5z4uafff338nVy4Oc/534xYJRQv8y+2lu+crYtg8bKvdWS69evP378uFAPuVoq1Gs3/5916WNWrt8h/2cnz1iYPmbb3iBnZTP5P57xjRkb4Hs1qKxychRDBwAAEABJREFU/8EjuahCk/znTinjNLmuBQFawNHR0cnJaefOnQIf5N69ewcOHGjTpo0AAAAAAB1DABoAAACA2tEDNICcpVQqDx06JADovMKFCw8dOvSnn366fPly+sjx48c/e/ZsypQpQmOsWrVKLlXGhVSHjdv3OzvZb96xPz4hUWQpR3u7Lz/3Ex9k6ISpoWG3snzi6lUqNKtfU2SRkLBbN25FvNdbDAwMvunZyaaQtcBrcm+15KNHjwICAn777bfIyEiR1eRq8argfvZiSPqY4FNnnRzsgo+fTh9z8uylSuVczUxNMr4xYwN8rwaVVWYvWrn70BGRa9FagRzRsmXLHTt2xMXFCby/wMDAunXr5s+fXwAAAACAjiEADQAAAEDt6AEaQM5ycXGRt9Jv3rwpAOi8wYMHlypVqlevXqqnly9f/uWXX/744w8rKyuhSSIiIqZMmTJnzpwnT54INUhKSt68c3/3jq0Sk5O27D4oslRxRzv/Lu2EJqnuVaFlo9oii8xauGLpms3v9RZDA/2vunewLUyk8g00tlryHRcsJCRk7NixgYGBMTExIktV8nA7c/5K+tOgo6f6dG1//MzFx0+eqcacPnepiqf7K+/SwAaYu9BagRxhY2Pj7u6+detWgfd08eLF8PDwBg0aCAAAAADQPQSgAQAAAKgdPUADyFl58uRRKpWHDx8WAHSevr7+zJkz9+7du3jxYvn0yy+/9PHxadfuRVjw1KlTDRs2tLCwcHFxGT9+fEpKihwZExMzbNiwcuXKWVlZ1alTZ9++fSIbnThxYtSoUbt27VItTBbafejo46fRdWt6V6/iuXrT///F+ZSU1NmLVrbs9k3lhh0Gjv0tOTn57ePfPPMDR8rWaq0avh1+95thEys36NCiS7+lqzeX8GoaE/tv546nzl9u2+M799ptWn/+7dmLoXLMZ18OOXshZMzkmb2/H/PKPJet2eLXc2D5Or4tu76YzysTj/51Zqe+g9MnXrl+xyetu2c8Bf35z7lfDBilWrZGfv7T/l5er23PSvX9vhw8/lnMv8tz6Ojprv2GedRt2+2b4X/MWeL7xQDxoV7/avJby+9+8uwlkZY+nzJnSf22PeXX+bz/iJCXHfTK1SuXs0G7XjVbdnv0JDr4+JkuXw/1btpZLqf8skdPn5fTPHn6TM5n+vx/vBp/2v3bkS8+69xluYarNOoo375518G3LMN/rqWcorHVku++YKmpqbKdjhgxQu4isnCVVvYoe/XG7QePn8rh0Ou35FbRvOEnNoUKBKV1Ap2cnHLiRQDa7ZWtIr0BvtKgoh49kY23arPP5Nbyw9gp8l2vfJxqK/1r3rIOvQbJzeb7Mb/duvNvz9ZhN+98N/JXuTXKt8uZPExbJPGmhvlnwNKAJavlpiib0ivzD4+832/ohLq+PeRmKTfXFeu2qca/suW/8bPkSpDLduHKNdVb0r+japn/WbdVzqRcbd+OvQedv3xVNc2lkDD5cZ7128uXDh499cY1/MZpMrbWzJY5MSl53O+z6/h+IRvRrAWBcgK5SOLdWnH6em7a6Uu5zHK3E3E36ushP8tp2vX47tylUAHoqubNm8sztKdPnwq8M3mKuGzZMl9fX3mKKwAAAABA9xCABgAAAKB29AANIMd5eXkFBwdTjwFAqlq16pdffjl69OjFixefOXPmzz//lCPv3r1bu3ZtR0fHK1euzJkzR740adIkOT4gIGDp0qXjxo07duyYhYVFt27dRPaKj48PDAwcP3785cuXRdbZsG2v0rNcAYt8dapVOXD45O3wu6rxy9dtnT7/n35ffLp56XQDhb4qOPuW8W+XlJT85Y/jFXp6GxZPHfTl53/NW5bx1fn/rGve8JPfRn5vntd05C/T5JgFU8e5u5Yc9m2vGZOGZZzywpVrI3+Z3qxhrW3LZ35StfLQn6eG3byTcWI5n+DjZ6MePFJNv3HXvmb1amZ2ChoSdjPk2o3Zv45YNP3niyFhAUtXy5G37kT6DxpTrbLHrpUBDWp5v7Ko7+v1r5bR77MXL1+z5cdveuxaNdettHOnvoOjn8WqXlq9eVevzm379+xsaKDf54dx+c3zLvxr/NwpY/QNFGN+nZk+hx37gkcN7NOlrc/1W+Gf9h1cuKDVpiXTurZv8d2oXw8dPZ3ZMrzXWspOWnN0jo2NXbZs2U8//RQWFiaygnsZ53zmZmfOvUjiBh077V2pvL6+onoVz6C0qO7J8y/GV/ZwU02cvlWkv/2VBtV30NjrN+4ETB4ZOGfyw8dP+o+Y+MYPXb1p19QJQ1bNnWyZz/yrIT/JMXHxCf4Dxz559mzZjIl//zEmIvL+lz+ME5k0zK+6d+jesVXjOtVO7VzxypyH/PynnGDMoC83L5leuXzZweP/iHr4+N8PfbnlGxsZvvGz3m7xyk0/9vti18o5Fvnz/fxngEjb+fT8brRCobdt2YzvenfZuGP/6+96l2kyW+af/phz+MTZqeN/nPvb6D1Bx2RL/P8V+G6t+OCRU3+OGzz/j7Fyd+TT6cta3pW2rpjlXqbkoLG/C0BXWVpaent7b9y4UeCd7d69O3/+/B4eHgIAAAAAdBIBaAAAAABqR+IQQI6zsbEpXLjwmTNnBAAIMX78+ISEhN69e//6669y5yDHzJo1y8XFRT4WKlSoevXqEydOlC/J8eHh4QUKFKhQoULx4sXnz58fEBCQlJQksl1ERMSUKVPmzJnz5MkT8dFiYuN27AuuW9NLDjesU01fX7Fy4w7VS+u37GnXvGHtapWtrSyGfdurgGX+t49/uwNHTl69cXvEd/6FCxaoWrl87y7tMr7av2fnzr7N6tVSfu7X6uzFkLecMd69/8DAQL9cmVJyPt/07LRkxgRz87wZJ/BwK+1kX2Tt1j1yOOrh431BJ5o1qPWWBRvSr4eTg52Lc7F6Nb3OXLgixyxZvblsqRI9OrWxssjXoVXjxnWqv/6uOYtXl/BqKv+t2rhz9qKVquE1W3a/PuVbvlpiUvK8pavHDvpSrswCFvm+7d3Zvkjh9E64G9RUtvGp16pJnWcxsd38Wv40pJ9zMftyriX9WjYOu3UnfSaftW3eqHa1mt4V5VcuUsj6h6+6y/+Xlo1qf929w6MnTzNbhvddS9lGy6olb9++PWnSJLm7iI6OFh9HT0+vSgX3M2ldAh85cc7L010OyMegYy9i7ifPXKri4WZkaKCaOH2reOOsgo+fOXX+8qxfRpYpVdyhqM0vIwbIDeBSyBuC2v5d2sktUw707eZ37tLVi1euBR09ffNOxM9D+zva25Yq7jh+8NdHTp0/evr8fzbMV1Sp4DZpxAC5KyhqW6hvtw5ym0wvvUjf8jP7LPFWPTv7ylUhW0HrJnWPn76g+r5RDx+NGOBvXcCyuleFzzu0fOM6+c9p3rjMche6ZNWmgX27uZYqXtzRbuT3/hnf8o6tuK1PA/neCu4uSs9ybq4l2zSrJ1d703o1L4deT0pKFoCuatq06dGjR6OiogTegTzQbN68uUOHDgIAAAAAdBV/DQcAAACA2tEDNABNoFQqg4ODy5cvLwDoPHNz888//3zOnDmdOnVSjQkNDZW7iFdOWu7cudO5c+eAgIASJUrUrVu3atWqn376qYGBQa9evUROOHHixLVr18aOHSs+zsYd+xISk5rUrSGH85qZVPfyXLlxx9dfdJRf//SFyx1aN1FNZmxk6OLspBrObPzbXQoNK+5QNJ+5meppuTKlMr5a1LawasDUzDglJVUukpzzG+fjXam8k71dq27fVHB3qVTOtcEnVa1fS2C3alp3y+6D3Tu2Wr9tr0tJJxfnYiITRoYG1gUsVcN5zcwSEhJUi1rWxTl9GjeXkrcj7r7yxiZ1q7u5lJADsxYFWuQzb9e8oRx2Lmb/+ke8/tXSX7oTcVc+7fHdqIzTl3m5Pu3tbFUDhQsW+PJzv4NHTp04e/HilWvHTp1PzDATx6L/TnbrdoRbGef07bbXZ21FWsBdZLJ6330tvYVsFxs3nnj69OmzZ8/i4+OTkpJSU1MF/tfhw4cfPnzYr18/8XEqlXcNOn7m+fPn+w8f79GpjRxTU+n5/ejJkfcenDp3qXIFt/Qp07eKN7p5JyI5OaVig/YZR16+ekNuBq9MWd6ttGogf768RQoXvBgS9vhpdDH7IqpUtHixldoUsSkYduN284a1/7NhZuTfpd2lkLA5i1dfvHL11PkXXdonpSS/nOe/C3/9dvgbP6u4o/1b5mxT0Fo1kDevqdzU5QYvW42Dna38Cqrx7mVKvv6ud5nmjct8IeSaXJnpe4xSxR3ljjT9Le/Yiu2L2KgG5DGl4Ms9kr6+vvy/jo2Lz2/wtig5oMXMzMxq1669bt06eZ4m8F/Wrl1bpUoVW1tbAQAAAAC6igA0AAAAALWjB2gAmqBSpUqrVq2KjY01NTUVAHSegYGBsbFxxjFNmjT5/vvvM46xtLS0s7O7cePG7t27Dx06tHDhwsmTJ1+4cGHatGlCnfr06fPG8Z6enm3bthUfbcO2ffJR2aRTxpH7g09k1nfsB9NXKN7yqp7eu9bIGRsZrvn796OnL5w6e3H3gaOzF6+a+9voWlX/Z2lbNKr96/QFt8Pvbtl1oHn9t3VsnEfvf/4uoupE1UD/vy+VF7EpKP/JgZUbdxSwtFBWLJfZlP/51X4bPbCQtWX6Uysri5dv/HfZwiPvN+/8VRHbQjWVFVs1rduwTrVBY37LMP9/J9PX109JTHn3ZXj3tfQWslE09a6UN29eExMTIyMjuQx6eh/+pybj4+OjoqISEhLM0shWKdumnGFOlVDKXy6pqalJSUlxcXF37951cnLSz3zbWLBgQXBw8Ovj5bfw8fGpVSsLOtiuUsF91sLAiyFh+noKVf7euoClczH7E2cvHj97sVvH/++0+D//FwpZW/02+n92cU4Odq9PlrHZPomOzpO2Ib3y3yGfqiL1/9kw08kV27bHdxF37zf8pFrVyh49P2vbpGOfNy78Gz/rla0h+X8z969s7Vn18zOzZTZ8bZPI+IHv2IoVCv5AK/BmDRo0GDJkyJ07d+ThRiBzt27dOnXq1OjRowUAAAAA6DCusAAAAABQO3qABqAJTE1Ny5Yte/jwYQEAr3F2dg4PD69Vq9YnaZKSkpYvX25kZDR9+vRly5Y1bdp03Lhxp06dSk1N3b17t8h2tra2/fr1++KLL/Lnzy8+zp3IewePnvqiU5vF035S/Zv/59gXQcYtu+SrnuXKXLgcqpoyITHpUmiYajiz8W/n4ux07ebtp9ExqqdnL4X851v08rzhkvWho6cn/vW3VwW3Xp+1XTZrYg2l5879wa9MbGdTqFplj5Ubdxw7faFZg/cOnpYuUez85avpT89f/u9F/TB2toWNDA0U+nrKiuVU/zZu33f3btQrk23fFyQfl8+a9F2fLg1qeUe/XIevcLS3vXD5Wnrcc+xvs8ZMnvm2T/+4taQmWqyqUE8AABAASURBVFYtWbFixREjRtSuXTtLfgS5uTgnp6Ss37ZXWalcerLWy9N9255DcXHxHq6l3/729DbiYGd7/8GjEsXsVVuds5PD8rVbMnZInO7sxX83/gtXrj2LiXMvU9LJvsj1W+EPHj9VjZf7kDsR90o42mfeMN/wxS+FhJ08e+nPcYOHD+jVplm9zP7TM/ss2Wrk0+iY2H/HR9wTb+VWpuTNOxHp8zl7KfQDpslsmZ0cisrlOf9yl3gl7Kaq2/VXvGMrBvAKefbVqFGj1atXC7yVPEH18fGhuBcAAACAjiMADQAAAEDt6AEagIbw9vYmAA3gjb744otr1675+/uHh4fv2LFDDuTJk0ehUKSkpAwZMmTdunVRUVGzZs2KjY319PQU2cjY2NjX1/fHH38sXbq0yAobtu01Njbq1dk3PYBbvUoFX58GW3YdfBod07tLu2Vrt2zedfDB46fjp8yJiYtXvSuz8W9X3auCa8nio36ZHnnvQfCJszMXrJAj84i3pULNTI1Drt24FPI/AWvL/OZzFq+a/886+enb9gbJV8uXLf36xD4NasmPqFq5vKqf5vfSuW2zK6HXZy9e9ehJ9Mr1O+Q3fUt6ddLwb3/46nPxQQwN9D9r13z877N3Hzx69/6DMZNnrt++18628CuTWVnkj46NvXE7Qg6fuRAyde7S5OQU+e+Vydo2qx95P+qX6QuiHj3Zvi94+bqtHm4ub1+Aj1lLaqI11ZKqQoXu3bt/fKFCOoVCr7KH24q1W6tUcE8fWbmC255DRyt5lDUw+I+ey9PbiGzpFdxdvhw8/sKVa1fCbg4Y8cuVazdtClm//pY/Zi8+de7yzduRP/8R0LxhLedi9jW9KxV3LPrD2N9u3IoICbs1eOyUMiWdqlRwy6xhmpiaRNyLOnzyXMbZWlm+WCeXrl6Xj/cfPBo2YaoceD2BndlnmZmauJYqPmP+P4eOnl65YceCFevEW3lXKlexvOuQcVMi7kYFHTuzdPWmD5gms2XOZ27WrUOriVPnnbsUKpdz9C/TX0z92mb8jq0YwOtq1ap169at0NBQgUwcOXIkLi6uZs2aAgAAAAB0GwFoAAAAAGpHD9AANETZsmUfPnwYGRkpAOB/2dra7t27NywsTO4ovv32227duv3xxx9yfK9evWrXrt2iRYuCBQv+/vvva9asyaog8rvw9PQcMWJEnTp1FAqFyCLrt+9rVq+mlUW+jCM7+TZLSExas3lX9SoVhvTrMXDM5Ppte+gr9GpUqaCaILPxbydPAudNGVu4kHWb7v0nTJ37aesmCoWesbHhW97SvMEnqzft/PGnPzOOLFOq+MA+XSf+9XeVhh2+H/XrZ+182jSr9/rEjevWkN+iab0PCQMVsrZaM3/KpSvX6vv22LYvqF3zhqbGxkI9BvT+rF2LRj//EdDQr/et8LsLp/5U3NHulWka16let7pX00/7Oiub/T574djBX4m0Hnlfmcy6gOWiv34+ff5S3Tbd/5q7dPT3fX3+q1/nj1lLaqKx1ZLvvmCGhoYtW7bMwkKFjCqVL/voabRXxXLpY7wrlot+FqvMEInOTMY2Mn3CUHs7m57fjercZ3DRIoX/njLmjfnp2tWr9Pp+dO023fOZm/005BuRFsKeM3mkuZlp2x4Dvho8vrRzsfl/jtPXV2TWMGtXrRweeb9j70FyIdNnW7hggUF9u42cNK2EV9PPvxnezqeBm4vzxSuv9iWf2WfJl/4cP/juvajP+w//Z93WH77q/vYvLnc+U8b+8PRZTPXmXX7+M8D/s3YfMM1blvn7Pl3at2w0cPTkbv2H+TT4RI4xMXl1j/GOrRjA6wwMDJo3bx4YGCjwJomJiatXr+7YsSNX2wAAAAAgDz2xAQAAAMhy8odGampqcnJyfHz8/fv3ra2tzc3NBQBogJUrV8r7xK1btxYAdI9s/np6WdAlREqKervw7NOnj62tbbt27d4YppRnWXIBEhIStpy4M2ZVyF99arnYWwiNFB55/9T5y03qVlc9DVy/fcaCFTtWzBLqcetOZNNOXx5YNz+fuZl4TyfPXkpNfV6xfBnV04Fjf1PkUfw05GuhdT5mLUXHJrUcs6l9ZUs/b9u8efOamJgYGRnp6+t/TLOSvxeioqLk9myWxtjY2MDAQM4wp0Jdqh8ySUlJcXFxd+/edXJykl8ws4kXLFgQHBzs5ubm5+dnZWX1+qwk+ZtIfrvZ20Pn77uzbkRTM2N9oaliYuPK1fYNnPNrBXcXgbeSe7MGn1RVNaKbtyNrt+m+d828oraFRE4IvnR3yPzgoc1sq5S0lo1INkxDQ0OFQpElxzsgp8hd8YgRI+S5kLv7fxd76Jp169bJI1SPHj0EAAAAAGiXe/fuPXnyRF4hVF17fJdLHJp7rQ0AAACA1qBPGgCao1q1apMnT27VqhW7JgAaq3Xr1rVr187CXp9zipGx0fejJ9+4Hd62ecPzF0P/nLu0ZaPaQg0i7z04cfbiyo07Wjau8wG5XunR46cDR08eNaivslL5bbsPrtm0a+7vo4V2+fi1pCa5t5cWS0tLf39/wnk6aOmazQeOnOzfs/PTZzGT/prnVcEtp9LPgLaSt7flT7aVK1eWLVuWNH9GDx8+3LNnz9ChQwUAAAAAQP5+FAAAAACgZvzlGQCaw8bGxtLS8sKFCwIANFW9evW0IP0sFbDIN3JA75kLVigbfzp13tKOrRp/1b2jUAN5tjli4l+Rd+/379VZfJA6Nao0a1ir39AJNVt03b4v6Pcxg6pXqSC0y8evJTXJvSVJPj4+pJ9107D+vc5dCq3j+8WgMZNLFnf446cfBYCs5unpqa+vf+zYMYEMVqxYUadOndf/7AAAAAAA6CZ6gAYAAACgdnSzCkCjeHl5BQUFlS1bVgAA1Kxt8wbyn1Az28LWR7cuFR9n5Hf+8p/QXlmyltRBY6slda2M08zU5OrhjQLvwMOt9I4VswQANWvTps2SJUsqVapEJ9AqISEh169f7969uwAAAAAApOHnIgAAAAC1owdoABpFqVSeOXMmNjZWAACAnKax1ZKUcQJAzipTpoyFhcX+/fsFhEhNTV22bJmvr6++Ph2cAQAAAMC/CEADAAAAUDuiAwA0iqmpqaur6/HjxwUAAMhpVEsCADLj6+u7adOmpKQkofP27t1rZGRUsWJFAQAAAAB4iQA0AAAAALUj0wBA0yiVysOHDwsAOkaek6RkBQEg61AtCQDIjKOjY/HixXfu3Cl0W2xs7Pr16zt27CgAAAAAABkQgAYAAACgdmQaAGgad3f3iIiIqKgoAQAAcpTGVktSxgkAmqBFixY7duyIi4sTOmzt2rWVKlUqWrSoAAAAAABkQAAaAAAAgNoRHQCgaRQKhZeX16FDhwQAAMhRGlstSRknAGgCGxubcuXKbdmyReiqiIiIo0ePtmzZUgAAAAAA/hcBaAAAAABqR3QAgAZSKpVBQUFUaAAAkLM4FgMA3s7Hx2ffvn1Pnz4VOmnZsmVyDZiamgoAAAAAwP8iAA0AAABA7cg0ANBADg4OJiYmly9fFgAAIOdQLQkAeDtLS8uqVatu2LBB6J7jx49HR0fXqlVLAAAAAABeQwAaAAAAgNqRaQCgmby9vYODgwUAAMg5GlstSRknAGiOJk2aHDt2LCoqSuiS5OTkwMDAjh076ulxTx8AAAAA3oAfSwAAAADUjugAAM2kVCpPnTqVkJAgAABADtHYaknKOAFAc5iZmdWpU2ft2rVCl2zdurVYsWLOzs4CAAAAAPAmBKABAAAAqB3RAQCaydzcvGTJksePHxcAACCHUC0JAHgX9evXv3jx4p07d4RuePLkyY4dO9q2bSsAAAAAAJkgAA0AAABA7cg0ANBYSqXy8OHDAgAA5BCqJQEA78LIyKhRo0arV68WumHFihW1a9e2srISAAAAAIBMEIAGAAAAoHZkGgBoLA8Pj9u3b0dFRQkAAJATNLZakjJOANA0tWvXDg8PDw0NFdouJCTk6tWrjRo1EgAAAACAzBGABgAAAKB2RAcAaCyFQlGpUiU6gQYA4B1leXGjxlZLZuGCURGK7MGWBq0nf741bdo0MDBQaDV5GW3ZsmWtWrUyNDQUAAAAAIDM6QsAAAAAUDPuwgLQZF5eXvPmzZP30QUA5B7p51fhD2OMDOjnAtkhJj5ZNaCnp5eFZ/haXy2Zvq5u3Is2MVQIIEvdfRwr0jYzfndDR3h7e2/fvv3MmTPlypUTWmr//v1GRkZVqlQRAAAAAIC3IgANAAAAQO3oARqAJitevLhI+xPDJUuWFACg8dIjbnp6L3LP45YdE0A2UqWfszBtqd2pzYzf7qvp+wSgHnpp0hsmYWhoMbmpN2/efNWqVW5ubqpzIS0TGxu7bt26b775RgAAAAAA/gsBaAAAAABqx81XABquWrVqwcHBBKAB5Bby5EpPT8+1aL7vmhZLTExMTk5OSkp6nkZQewb1UG11+vr6pYuYy0eFQpFV/UBr7BabVQsmV1SNMtYFzBRJaWSDpbUiq6hyz7JJOhUyS2+V/ACH1vP09Ny0adPRo0e9vLyE1lm/fn358uWLFi0qAAAAAAD/hQA0AAAAALXjvj4ADadUKkeNGuXn52dgYCAAQOOp8m1FrEwaV7CJj49PTExMSkpKSUlJTU0VgHqocpbyQGloaCgfs7AfaI0Na37kgqV3xCvXVUlbcwcrw4SEBFXFAq1V8z179iw1zfPMmZmZ5cuXT+QouXUpFIr0hqnKQAtAB/j6+i5YsKBSpUpysxdaJCIi4siRIyNHjhQAAAAAgHdAABoAAACA2tEBFQANZ2Fh4eTkdPLkySpVqggA0Hjy5EqhUOjr66emphoZGam6/1TlKSk8gzqozudVW5pkYGCg6gRau3uAzhLpPWerWqhcacnJybRWzXfz5s2QkJC3TCD/K5s2bSpylKoBKtIYGhqmd81OBhq6wMXFpUCBAvv37//kk0+EFlm2bFnjxo3Nzc0FAAAAAOAdEIAGAAAAoHbc2geg+ZRKZVBQEAFoALmFKgNtaGiYnq1U9UgqAPVQdfasylaqYtCqTqDFR9Puasn0ALRIS5AbGBjQWnOF8uXLX7x4MS4uLrMJPDw88ubNK3JaesNUVcWoyhKoQIaO8PX1/fPPP729vY2MjIRWOHXq1OPHj2vXri0AAAAAAO+GADQAAAAAteP+KwDNV6FChaVLl8r7zRYWFgIANFh6X7ziZbaSPCWyjd7/ypKopcZuuh+/YK+0VoVCkZpGQOOZmJjIk8Pt27e/8dV8+fJpTqezGYsT0rt/5jc4dIGjo2PJkiV37drVuHFjkfslJycHBgZ26tRJHiwEAAAAAODdEIAGAAAAoHbEcQBoPgMDg4oVKwYHBzdq1EgAgGZLT1WqQm/p51qcdEF90vOUeTIQWUFjk5pZ+AVprbmRl5fXgQMHHj58+PpLo0aNEppBtZWmP2Zt2wQ0X4sWLX755ZfjnOMYAAAQAElEQVRPPvnExMRE5HLbt28vUqSIi4uLAAAAAAC8MwLQAAAAANSO+68AcgUvL68FCxYQgAaQK2QMvZGkRHbKmIQWWUG7N+BXVhetNRfR19dv3Ljx/PnzXxlftGhR+ZLQMFneMIFcwcbGpnz58ps3b27durXIzZ48ebJjx44ffvhBAAAAAADeBwFoAAAAAGrHbX4AuULJkiXl47Vr14oXLy4AQOMRd4N20IUNmNaaS1WuXHnbtm137txJH6NQKFJTU+fOndumTRtLS0sBIKc1a9Zs9OjR9erVy5cvn8i1Vq1aVb169YIFCwoAAAAAwPvQEwAAAACgZtzmB5BbKJXK4OBgAQAAsovGVktSxgmpVatWGZ/WrVt38ODBpUqVmjRp0qZNm5KTkwWAHGVpaVmtWrX169eLXCssLOzixYuNGzcWAAAAAID3RAAaAAAAgNoRHQCQW8h75ydOnEhJSREAACBbaGy1JGWckFxdXcuUKaMatrS0bNmypdwwatasOWTIkCdPnowZM+bMmTMCQI5q3Ljx8ePHo6KiRC4kr5gtXbq0VatWxsbGAgAAAADwnghAAwAAAFA7ogMAcgsLCws7O7tTp04JAACQLaiWhIZr3bq1amDcuHHpI83MzDp06NCjR49NmzZNmTLl3r17AkAOke2xbt26a9asEbnQoUOH5KO3t7cAAAAAALw/AtAAAAAA1I5MA4BcRKlUBgUFCQAAkC2oloSGs7Ozq1ixYunSpV9/qWjRooMGDfLy8vr9999Xr16dkJAgAOSEevXqXbp06c6dOyJXiY+PX7t2bYcOHQQAAAAA4IMQgAYAAACgdmQaAOQinp6eoaGh0dHRAgAAqJ/GVktSxol0zZs379ev3xtfkr92lUrl8OHDU1JSRo8efeTIEQEg2xkZGTVu3HjVqlUiV9mwYUPZsmWdnJwEAAAAAOCDEIAGAAAAoHZEBwDkIvLeeYUKFYKDgwUAAFA/ja2WpIwT6QoWLPj2CYyNjX19fb/66qv9+/dPmjTp9u3bAkD2+uSTTyIiIkJDQ0Uuce/evYMHD7Zu3VoAAAAAAD4UAWgAAAAAakd0AEDuolQqg4KCBAAAUD+qJaE1bGxsBgwYUKdOnRkzZixZsiQmJkYAyC4KhcLHxycwMFDkEsuWLWvUqJG5ubkAAAAAAHwoAtAAAAAA1I5MA4DcpVSpUnFxcTdu3BAAAEDNqJaElqlYseLw4cPNzMzGjBmzd+9efg4D2cbLyys+Pv706dNC4509e/bevXv16tUTAAAAAICPQAAaAAAAgNqRaQCQu8i9VtWqVQ8fPiwAAICaaWw8lNwqPpihoWGLFi0GDBhw6tSpsWPHhoWFCQDqp6en17Jly9WrV6empgoNlpKSEhgY2K5dO4VCIQAAAAAAH4EANAAAAAC1IzoAINfx9vY+fPiwvDMtAACAOmlstSRlnPhIBQsW7NevX4sWLebNmzd37twnT54IAGrm4eFhbGx85MgRocF27txpZWVVrlw5AQAAAAD4OASgAQAAAKgd0QEAuY61tbWtre3Zs2cFAABQJ6olod3KlSs3fPhwGxubcePGbd26lfo6QN18fX3XrVunsW0tOjp68+bNHTt2FAAAAACAj0YAGgAAAIDakWkAkBsplcrg4GABAADUiWpJaD19ff0mTZoMHjz4xo0bo0aNunz5sgCgNs7OzoULF963b5/QSKtXr65WrVrBggUFAAAAAOCjEYAGAAAAoHZkGgDkRpUrV7506VJsbKwAAABqo7HVkpRxImtZWlr27NmzU6dOS5cunTZt2v379wUA9WjZsuXGjRsTEhKEhgkLCzt37lyzZs0EAAAAACArEIAGAAAAoHZEBwDkRkZGRu7u7nQCDQCAWmlstSRlnFCHUqVKDRs2rGTJkhMnTly7dm1iYqIAkNUcHR1lW9u5c6fQMEuXLm3evLmxsbEAAAAAAGQFAtAAAAAA1I7oAIBcytvb+/DhwwIAAKgN1ZLQNQqFon79+sOHD3/48OHIkSOPHj0qAGS15s2bb9++PSYmRmgMVW1ttWrVBAAAAAAgixCABgAAAKB2ZBoA5FJlypR59OhRZGSkAAAA6kG1JHSTubl5t27devTosWXLll9//TU8PFwAyDo2Njaenp5bt24VmiExMXHVqlUdOnTgqAcAAAAAWYgANAAAAAC14+4OgFxK7r68vb0PHjwoAACAemhstSRlnMgGTk5OQ4cOrVix4m+//bZ8+fK4uDgBIIs0a9Zs3759T58+FRpg48aNLi4usskLAAAAAEDWIQANAAAAQO2IDgDIvby9vQ8fPsx+DAAANdHYaknKOJE95Jb2ySefjBw5MikpacSIEfv37+fME8gSlpaW1atXX79+vchp9+7dO3DgQJs2bQQAAAAAIEsRgAYAAACgdkQHAOReNjY2BQoUOH/+vAAAAGpA1hOQzMzMOnXq9PXXX+/fv/+nn34KCwsTAD5a48aNjx8/HhUVJXJUYGBg3bp18+fPLwAAAAAAWYoANAAAAAC1I9MAIFdTKpXBwcECAACoAdWSQLqiRYsOHjy4Vq1aM2bM+Pvvv6OjowWAj2BmZla3bt01a9aInHPx4sXw8PAGDRoIAAAAAEBWIwANAAAAQO3INADI1SpXrnzu3LnY2FgBAACymsZWS1LGiRwhfz5Xq1Zt5MiRJiYm8nH79u0pKSkCwIeqV6/epUuX7ty5I3JCamrqsmXLfH199fX1BQAAAAAgqxGABgAAAKB2RAcA5Gqmpqaurq7Hjh0TAAAgq2lstSRlnMhBJiYm7du3HzBgwKlTp8aMGXP58mUB4IMYGRk1adJk5cqVIifs2rUrf/78Hh4eAgAAAACgBgSgAQAAAKgd0QEAuZ23t/fhw4cFAADIalRLApkpUqTI999/36RJk7///nv69OkPHjwQAN5frVq1IiMjQ0NDRfaKjo7evHlzhw4dBAAAAABAPQhAAwAAAFA7Mg0Acjs3N7f79+9HRUUJAACQpaiWBN6uSpUqI0eOtLGxGTt27Pr165OSkgSA96FQKHx8fAIDA0X2WrdunWy/tra2AgAAAACgHgSgAQAAAKgdmQYAuZ3cj8lb1wcPHhQAACBLaWy1JGWc0BxGRkatWrUaPHhwaGjoyJEjT5w4IQC8Dy8vr/j4+FOnTonscuvWrZMnT/r4+AgAAAAAgNoQgAYAAACgdkQHAGiB6tWrBwcHs0MDACBraWy1JGWc0DSFChXq379/27ZtV61a9euvv0ZGRgoA70ZPT69ly5Zr1qxJTU0V2WLZsmXNmzc3NTUVAAAAAAC1IQANAAAAQO2IDgDQAjY2Nubm5pcuXRIAACDrUFwEvBcPD48RI0aULl16woQJK1asiI+PFwDegWw7xsbGhw8fFup39OjRuLi4GjVqCAAAAACAOhGABgAAAKB2ZBoAaAelUhkcHCwAAEDWoVoSeF8GBgbNmjUbOnRoVFTU8OHDDx48yI9u4F34+vquX78+JSVFqFNiYuKqVas6duzIAQ4AAAAA1I0ANAAAAAC145YPAO1QuXLl06dPJyQkCAAAkEU0NrhJohQarkCBAv7+/t27d9+6detPP/1048YNAeCtnJ2dbWxs9u7dK9Rpy5YtxYsXl58lAAAAAABqRgAaAAAAgNoRHQCgHczNzUuXLn3s2DEBAACyiMZWS1LGiVxBnp2OGDHC09Pz999/X7BgwbNnzwSAzLVp02bTpk3qK2p9+PDhnj175KcIAAAAAID6EYAGAAAAoHZEBwBoDW9v78OHDwsAAJBFqJYEPpJCoWjUqNHIkSMTExOHDx++Y8eOlJQUAeBN7OzsSpcuLZuJUI8VK1bUqVPHyspKAAAAAADUjwA0AAAAALUj0wBAa7i7u9+5cycqKkoAAICsQLUkkCXy58//xRdf9OnT59ChQ2PGjLly5YoA8CatWrXauXNnTEyMyGohISHXr19v1KiRAAAAAABkCwLQAAAAANSOTAMAraFQKKpUqRIcHCwAAEBW0NhqSco4kRs5OzsPHTq0Zs2aM2bMmDVr1qNHjwSA/2Vtbe3p6bllyxaRpVJTU5ctW+br66uvry8AAAAAANmCADQAAAAAtSM6AECbKJXKgwcPsmcDACBLaGy1JGWcyKX09PTq1KkzevRoY2PjESNGrFix4smTJwJABk2bNt2/f3/WVgjs3bvXzMysYsWKAgAAAACQXQhAAwAAAFA7ogMAtImjo6OJiUlISIgAAAAfjZoiQB3y5s372WefDRo0KCoqatiwYYGBgdHR0QJAGktLy5o1a27YsEFkkUePHm3atKldu3YCAAAAAJCNCEADAAAAUDsyDQC0jLe3d3BwsAAAAB+NaklAfezs7Pz9/b/77rt79+4NHTp01apVz549EwCEaNiw4YkTJyIjI8VHS0lJmTlzZr169YoWLSoAAAAAANmIADQAAAAAtSPTAEDLKJXKkydPJiUlCQAA8HE0tlqSMk5oDQcHhz59+nz77bd37twZOnTo6tWriUEDZmZm9evXX7dunfhoa9asyZs3b4MGDQQAAAAAIHspRo4cKQAAAAAgqz1//jw1NTU5OTk2NtbU1NTIyEgAgLaQ+7TQ0NA8efLQxRcAAB9D/l6Ii4tLSUkxTKOvr69QKPKkETkk/YdMTEyMpaWlnh79yEBLWFhYeHl5lSpV6ujRo4GBgXfu3DEwMLC2tmYjh85ycHBYsWJF2bJl8+XLJz7UxYsXt2zZ8tVXX6n1whc1OdBWmtNrBq0M2krT+qahrUGb0PcToA7yclxCQoK8QiivE8qrFvI6obxq8fbmpi8AAAAAQM24CgBA+3h7e+/fv1+pVAoAAPARuAUOZKfixYv369cvIiLiyJEjy5cvl7cVK1asWLly5RIlSghAxxgZGTVt2jQwMFA2CvFBTpw4sXDhwr59++bNm1eojepA+TyN4LgJrZDnJbk9a8J144ytjCYG7aCxrUxwIINWyNisuAEK5DgC0AAAAADUjktaALSPh4fHokWLHj9+bGFhIQAAwIfiZiGQ/WxtbVu0aNG8efPQ0NAjR45MmzbN1NS0SprChQsLQGfUrFlz+/btsiE4Ozu/1xtTU1NXrlx59OjRXr16ve9734sqjhmbGH/p7vXUNPK4qXoUQG4jN2bVnx0oZlXEyixfemd+Obs9q1rZw5inYQ/uyMaVPoZWhtxI1crko6uNk4mhsea0MvHyL+2oHgVhaORO6Q1KRUOaGAAC0AAAAADUjh//ALSPQqGoXLnyoUOHmjRpIgAAwIfS2Hve3IyH1pM/1Uumad++/dmzZ48cOTJ27Nj8+fM7vWRvb6+vz51EaDP5s6558+aBgYE//PDDu78rOjp65syZcmDIkCGyyQg1k8ej6w/Cey37WQDaYnSjHnVKVVKkydkeatN7fT5y/dywTbMEoC3m+Q0tWcg+vZWJnJaamhp9+vRlf3/BjyxoBTN39xJTp+rp6ckmpqrt4TYofeIiPwAAEABJREFUkIO4bAEAAABA7YgOANBKSqVy3rx5BKABAPgYGnubkPuX0B36+voV0iQmJt68efP69evXrl3bvXv3kydPHBwc0vPQlpaWAtA6VapU2bJly6lTpzw8PN4+ZVJS0tmzZ0+cOHH+/PlatWo1b95clXdRn/RoZkpKinyqr6ewt6aPduRuEY8exCclyE1aHnEMDAzSO9EUOUrVvbocMDE0trGwEkBudivqbnJqSlIa8bKrWpFzv27Sj2Wp8liWkmJZtapxkSICyM2idu+WbUweyOTPKA05kAE6jgA0AAAAALXjxz8ArVS8eHH5ePXq1RIlSggAAPBBqJYENIehoaFzGtXTmJiYsLCw69evHzp0aNGiRUZGRjY2NsYZyDEmJiaqR0kAuZOXl9eKFSvkNvzK9aukpKSHDx8+efLk0aNHjx8/Dg0Ntbe3L1++fKtWrQoUKCCyxYvEWGqqKgBtnc9yZtchAsjNBi3/8+SNS4mJibJ9pXecmbOXjlWtTBWALmtXfHzbvgLIzTrNGHrv6aOEhITk5GRVK8vBTtZVMh7LCjdtZlW9ugBys2eXLskGJo9lclgvTY63MkDHEYAGAAAAoHZkGgBoq2rVqgUHBxOABgDgg3GbENBYZmZmbmlUT+/duxcVFfX06dNnz57FxsZGR0dHRkbKgWdp5FMB5GZTpkx5ZYyJiUmhQoUKp3F1de3cubOFhYXIdunRTEBrqPqm1dfXl9t2jl83zhiABrRGcnKybGUKhUJu2/JR5ChaGbSP3J4TEhJUNQaqYh4BIOcQgAYAAACgdmQaAGgrpVI5atSodu3aGRgYCAAA8P40tlqSMk7gFYXSCEAbhYaGzp07d8yYMTmeEnvF85cEoEVS0qjSz5oQgKaVQfskp9GQViZeZqAFoC3kJi2bWPqxTDWGO6FATqEEAQAAAIDacQUZgLaysLAoVqzY6dOnBQAA+CAae4+Qm5cAoDucnZ1tbW337t0rNA+hMWifjAFokaOXjtMXgMvX0DKaU2OgwrEM2idjK+MgAuQsAtAAAAAA1I7oAAAt5u3tHRQUJAAAwAfhTiEAQBO0bt1606ZNCQkJAoCayWvFOR59zojsGrRPxq1aE/pZF9wkgnYh9wxoFALQAAAAANSOqwAAtFiFChWuXbsWHR0tAADA++NGOABAE9jZ2bm4uOzYsUNoHi6sQcuwSQPqplE1Bio0fGiT5xkIADmNADQAAAAAtSPTAECLGRgYeHp60gk0AAAfRmPvF3IjEwB0TcuWLXfu3BkTEyMAAAAAALkBAWgAAAAAakd0AIB2UyqVwcHBAgAAvD+NrZakjBMAdI21tXXFihU3b94sAAAAAAC5AQFoAAAAAGpHdACAditZsmRSUtL169cFAAB4T1RLAgA0h4+Pz8GDBx89eiQAAAAAABqPADQAAAAAtSPTAEDrKZXKw4cPCwAA8J6olgQAaI58+fLVqFFjw4YNAgAAAACg8QhAAwAAAFA7Mg0AtJ6Xl9eRI0dSUlIEAAB4HxpbLUkZJwDopsaNG584cSIyMlIAAAAAADQbAWgAAAAAakd0AIDWs7a2Llq06JkzZwQAAHgfGlstSRknAOgmExOT+vXrr1u3TgAAAAAANBsBaAAAAABqR3QAgC5QKpXBwcECAAC8D6olAQCapm7duleuXLlx44YAAAAAAGgwAtAAAAAA1I5MAwBd4Onpefny5ejoaAEAAN4Z1ZIAAE1jZGTUtGnTwMBAAQAAAADQYASgAQAAAKgdmQYAukDeI/fw8Dhy5IgAAADvTGOrJSnjBABdVrNmzQcPHly6dEkAAAAAADQVAWgAAAAAakd0AICO8Pb2PnjwoAAAAO9MY6slKeMEAF2mUChatGhBJ9AAAAAAoMkIQAMAAABQO6IDAHREqVKl4uLibt++LQAAwLuhWhIAoJkqV66cnJx88uRJoTPqf9amVJ0q6f9qtm/22bf+5y5fFFmh3ZfdZy1bID5aTFyMXLZTF85m4Txzi0kz/+z147cCucGgCaMytib5r9vAr67dvC7e37krlw4dPyyyVLZtS7uD95dvXPMdJ87YurXG/QdRK7dsEMhpty5enDHg22+qV+vlUf6Xz7ud2btHaKqws2fP7d//jhOPaNVy/fTpIusMadpk69y5Iqtl+XICQEYEoAEAAACoHZkGADoiT5483t7ewcHBAgAAvBuqJQEAmklPT69169Zr165NTU0VOqNtk+YLJk+X//7+5a/u7Ts/eRbdf9zQpOQkoZHaNPbxLOsuNExcQnzwqeMpKSkCus2zbHlVa5rz8+/9uvW6dDXk69GDxfsb8dvPITeuZ/bqvQf3P6BKoWrFKk1rNxAaxkDfUK6owtaFhBaZs3zR3uADAjnqwMqVw1q2UCgUrft902noMH0DgwmffXZ0yxahkeb++OOdkJB3nPiTdu1LVawoAEC36QsAAAAAUDMyDQB0R9WqVSdOnNimTRt2fQAAvAuNrZakjBMAUK5cuU2bNgUHB8sfekI3FClsq/T4N0pV1bPyJ1Wq1v+szZFTJ6pV8hKap33TlkLz3Lt//7Nv/U9u3G1mYiagw/Kbm6e3pppVqpYu7txn2PfXbl4v7lBMZJ29h4NWbFr7z9SA93qXZrZoQwODvp27CyBLRVy7NmvQwE5Dhzbo2k01poav7++9ey0eO8azXj2Ffu5OzdXu0EEAgM4jAA0AAABA7YgOANAd1tbWhQoVOnfunLu7xnVDBQCABtLYkiFqmQAAkq+v79y5c728vBQKhdBVefT+PSau37l1/sploTfCnB2L+3/atW61mnLkpJl/3n1430Chvzv4oKmxcZNP6n/X80s5PiUlZV7gks17dt6JDK/tXT05OTl9hm+cz0/Tfn/w5OG9qKjL10J/+XFUjcre6dM/fvpk6vw5u4L3y/+F5nUbpY9v92X3etVr9fT7LDEp6ZfZU4NOHr0VHm5bqHCNysrve35poG8gp1myLnDVlk03w2/Vr/FJbFx8kYKFvu/11SufVcLRadKsqeeuXLz/4EEJh2J+Pq3bNmmumr+Hq9vZSxfkZMWKOozu/8OuoP2Bm9cZGxl/1aWHT92G4oOcunhu/srlQSeO2BW27dHhs0Y168iRh04cCVi++PTFs9ZW1i3qNZLj9RUvshzbD+xZsm7lmYvnyru658trnj6TCyFXJs3+U46X07ds0ESuhNc30WXrV63ZtvlKWGh+c3P59h9697MpWCgmLnbW0gU7D+29e+9eGedSX3btWaVcBQH1M0jLWRoYGMrH67dv/rUwIOjEMXnCWb1SlYG9vrbMbyHHL9+weu32zZeuhsjtrX3TFu19Wnf97suzly/If4dPHps2ZpJ4T7J53oq4k5Ka+jT6qfysxrXrdfBpoxovG+DM8ZN3B+//ZdZfzeo2XL11o2xoSo+K4wcOy2v6anb/jRttZt9CLv/MpfMPHAlysLP3dCuXPpMHjx/9MuvPA8eOJCUn1a1aY2DvfvkzbNJSTFxMhaa1/5kaUNKpuBwYO2CIXCHXbt4oW7LU4D7fli1V+pWluht170X/yocPpT5PbdWgqf+n3fT09J7FxkxfOHdX8IF7Ufc8XMsN7PVV6eLO4t2a87tMIxd+xuK/N+zadv9BVEV3j0G9v3Z2dFK99xOvasfPnT55/ox9Ebsv2nXyqddIrh+5G5SvVvSpfXz97oPHDstvFHTiaAGrAtUreg3u840uH1myzb4VK0zNzet0/DTjSL9BPzy+e1eVfo4MC1v9x5RzBw/KLdm9Ro1PhwzNa2kZ/+xZ97Kubb/77vCmTfdu3izlWbHHhAmLx407d2B/EWfnz0aOcnJ3f5dp5PyfPniw9KfxZ/fvT0lK8qxXr+OQoWb586ve22PCxJ2LF4dfu1rMza3zsOHy8aeOHa+dOS3/nQ8O+nbW7IzLvGvJkgOrV928eNGmmFOdDh3qfPriG41o1bJSg4Y+/v7JiYnLfv7pxI4dz1Ofy5d2L1vaefiICnXrygk8ate+cux4yInjhRwcmvbsWa1lK/nGB3fuLP3pp2tnzzy+f9+uhHPdTp0+ad8+48dFXLu2ec6c4zu2y2ZVvFy5LqNGW9nayvFfuLv59O7dou+X6VPGPn3as5z7iJWrSqb1Rf1jk8aWhQt/P+9vOXx4w4alP//0+4GDcvjJ/XuTe/a4EBRkUbCgT2//Wu3ayZFynaz9a+qhtWvlYpSqVEmufLuSJeX4YT4+rlW9j2/fnpSYOG7DhtSU1NfXoQCAl/QEAAAAAKgZ0QEAOkXeGg8KChIAAOAdUC0JANBkzs7ORYoU2b17t9A94fcif5rxe1HbIpXcXwRk9x05NPDnkT71Gu1dtq5Lm/bf/zTi5PkzqinXbd9SrKjDxrnLRn4zaPbyhYdOHJUjV2xaO3Px3191+WLD3GX6CoNzVy6qJn7LfDbv3lnJ3WP4V9+VcymbcUnGTP3l6NmT00ZPmj7ml4PHjry+qHNXLF61ZX1Pvy67lqz5vO2nC1f/s+vQ/hcz3LNjyrxZ/p26bZq7zMjAcOOurelvyfhZw3796frtG6O++WFDwNKK7uWH/jou6tFD1WQbdm37vteXa2YvMs+bt+v3fWPj4lb8Nbdv5+7yK0Tevyfe343bt7p826dwAWv5WV1a+w36aaRcXSHXr/kP+a5sKZdtC1cN//r7FZvXTV0wR04sx/cdPrBqxSo7F6+pW7Xmpt3bVTOJevjgswG97Qrbbl2wctx3P67fsWXO8oWvfNCxsyeH//ZzjSrKLfP/GdX/h/MhlwL+WSTHB25ev2HX1v6f91k1Y4F5XvPBE0YLqFlcQrz8X562aJ57aVd72yLyqfxvffosesnvMwMmTAm/d/erEYNEWqh99B+/NKvbYPPfy2t5VR3228/Xb9/8+5ep8l1DvhzwAelnlS37dlUq57Hwtxljvx86dUHA9gN7XplAbmYh16/OGj954a/TLl4LmbdiySsTvHGjzexbJCUn+Q8doKeXZ/Pf/3zb3X/znp3p8/ly+MCwW7fkB62YOvfB40cDxg57+5IvW7fyB/9+2xettMhvMXHWH6+8Kj/o84Ffh94Imz5m0qQfRq7bseWvhS+6wR479dddwQfGfPuDbE3FHRw7fdPr4ZPHqre8S3P+z2n++HvWPxvXDvbvt2PxateSpT8b0Cc65pnqvbOXLWzbtMXupWsb1qgz4vcJcrx8Yzffjo1q1jm+fndKSsp3P40oWMB69axFX332hdxDrtq6UUD9wq+GOleooG9omHGkjZOTi1IpBxLj4ib37BHz9OnwFSt+WLDwQXj4b717pU927uDBr/+aNnjhotshVwY3blS+du1fdu9xKldu1sDv332a33r1jAwL+37e36NWr3n68OFfX3+V/t4dCxd+OnTob3v3mVtYLBk/To4ZvGRJ8XLlPxsx8pX0843z5/8ePqxq8+aTduz0qFMn4MfBcp4ZJ1g8buzFw4f7TZ8xcMGC0x6Kr9wAABAASURBVHv33L1+Pf2lDTNn1vbzm3LgYOVGjeYNHRr39KkcOWfw4Iiwa93H/zRx2/bSlSvNGTTwaVRUxhn+M2ni3Rs3vguY22/a9IiwsH9++XcX1Nzfv3TFShmnNM2XT67MC8EvLoY/ffDg9uXLV44fT01JkU8vBAV51K6jmmznkiVOZcv2/X2KW7XqAYN/ePb4kRwZOHnyrqVLOw0b/tu+/U5u7uM6+KkWT9q/cmVz/z5t+3+b18LyLesQAAQBaAAAAADZgEwDAJ1SpUqVCxcuxMbGCgAA8F+olgQAaLhWrVpt2bIlISFB6IAp82aWqlNF9a/hZ77Pnj2bPuYXQ4MXXSnP/WdJN9+OXVq3z2+ez6duww4+rf9euUz1rpJOJXp17FrAwrJmlarupV3PXb4g0rp5bte05SfK6taWVkO++tbKwlI18Vvm42hX9OuuPZvWaSBfSl+kmLjYLXt2ffN5L5cSJZ0dnQb37ff6YtsVtp304yg5N6v8Fm2bNC9TotTNiDtyvJyzn0/rulVrWFsVGNznm8LWhdLfkvGzKpev8PPAEVU9Kxe1se3bubu8knk7Mlw1WR3vGp5lyzvY2jX5pF5CYuKAHn3kTFrUb2yg0L92M+yVxajoU1uut/qfvehht0LTF8ONu7V/ZZp1O7fYFCo8qPfXcrU0r9+o72fdHz95vHrrxhKOTt9295fLLxfjq896zF2+OCUlRa7Dci5uPdp3tsiX/9MWvnWq1lDNZPnGNU72xcYO+FHOpJJ7he97fTn3tdCqnp7eiH4D5dcpVKCg/H+prax+M/y2HH8/6r5lPgtX51L2Rewm/DBi3PdDk5KTBNRgd/ABVVMq37hm1+/6yu1q0uCRcnzQiWPy/+KngcMd7IqWcioxZsCPR8+eOnb25L0H9wwMDGQLkttYv269Fv0+0/x/O0jO6OzlC6qZD/ll7KkLZ1XDwyb//PqUTvaOXVr7yQG5GTev22jDzq2vT/Ojf/9iRR1KlyhZ17vm2bT2m9EbN9rMvsXhk8ejHj0c/vVA2eiqVfLq6uunmknwqeOnL56fOf7XMmnb3sQfRu4/GnTpaojI3Bd+nSuXqyA/tFWDpifOnX7l1aNnToVcvza6/2DZdiqULTew19fyZ8Wz2JhVWzYM+KKPbBdyjzTY/5sCVgX+2bhG9ZZ3ac5vnyYxKenvwKWj+v8g92yytfb/vHdRmyJrtm1SvbdVwyaNataRu5ROrdrKJQm9fi3jAsclxD949LCEYzG7wjZyz/PP1IDK5TwE1C/u2bO8lpaZvXr+4MF7N270mvRLYcdiRUuX/uLnCZcPH7585N9Km0/atrMtXtzZ07OMUlm8XPmavr7mVlbezXxuXbyYkpT0LtNcCAq6evLkdwFzHV1dCzk6+k/+7czevTcv/NvKmvn3dvHyymdtXaON75Vjx0TmHt29q29oWLx8eUsbG99vvx22/B/TfP9/oIx/9mznokV+P/zgWLasXJiuo/6nsqVmG98qTZqYWVg07NotLjr6dsiLdufiVaX3r5PLVqtmXbRoq6/7yR3UvVu3XvlE66J2tk5O8qsN+nt+/c8+U41v3qevKjuekXv16hcOHpIDctWVq1XreWrqrUuX5NMz+/aVr1VLNU2N1m1a9fumQt26HQYPTklOvnMlJDkxcXPAnO7jxnvUqSNXWtvvvitob79/1UrV9JUaNKzZtm31Nm3evg4BQNIXAAAAAKBmZBoA6BQjIyN3d/ejR4/WenmFFwAAZEZjqyUp4wQA6OnpyYtaDg4Ov/3227u/KzU1NfceRNo2ae5Tr7Fc/u37d2/eu3Psd0OKFXVQvXQz/NahE0cy9jTs7OikGihSyCZ9ZF5Ts/i0sPiZS+f9fFqrRhobGrkUL/mf87EvYvf6IoWEXU1KTnJ1Lq16Wraky+tXGn3qNrwbdW/5+lXnQ69cCLl87srFBjVry29xIeRS93afqqYx0DdwL10m/S0ZP6t3x66XrobMXbH4Qujl0xfPyzHJLzPBRW2LpL+9YAFr+fjvUwP92Pj4VxZjxrjJKamp96PuDxg/fM7PvxsaGhkbGb0yzc3w22VLlU7/Cj07dJGPm/bsKF/m/zu9rlDWPT4x4VbEnctXQ8qWLJU+3r2065m0xbtx59bpi+dK1amScc6R9+/ZFPz/hLdn2fIuJUpt3rPjzKULF0OvnDh3unJ5Tzm+ef3GKzavq9eptbdnZc+y5ZrVa5j+pZC15H/BN917ywEjAwM7G9tCBQqqxt+8c8uxqL1VfgvVUwdbO7vCNtdu3mxev5GTvX0b/64eru4V3co3qPFJAYtMU5tO9o4LJk+XAweOBO0+fHDYV9/J4UJWBV6f0t2ljNyVqYaL2TvsPLTvlQmMDA2tX77RPG/e+NeKPd640f4duPSN3+Jx9BOHIkXzv4xuu5V2ffmtbyenJFduUS/jnGXrdilRUmTCptC/27OZmVlCYmJKSopCoUh/VTYQuUrtX7bQulVryH/nrrzIXJZ/2YW8/OLlXFyv3byuevouzfnt04TfjZBL0nvItxmXM/0rFLb+9784X9rXj/vfNSn3jXKXOPL3ifMClyrLV6pW2at+NS4bZgfTfPnioqMzezXyxg0bJydzKyvV00IODgWKFo24ds3R1VX1VDXewNAwf6F//38VBvry+BIfG6vaIN8+zb0bN1KSk3uWL5fxQ29duax6l5WNrWqMibl5UkJCakqKXoaNPKOyVavaOjkN8/Fx9vQsXalS5UaN8xX4//Z+48IF+SlO7u6qp0VLl5YzTH/V0qZw+qqQj4lpW3uLvl/evHBh0+zZ18+fCz15Uo5Jj3Sr1Pu008zvvzu2ZYt7zVpllF7ePs1F5srVrLX6jz8SYmMvHjlculJl+UWuHD9mbGb66G6ka9Wqqmmsi/572DUyNVXo6yfExUbduSO/9S/dP884K8cy/+400ldsZuvQwdVVAEAaAtAAAAAA1I7oAABdo1QqN2zYQAAaAID/pLHVkpRxAgB0UJHCtkqPinLAu0KlO5ER/ccOmTdxqkW+/KpXe3b4rHpl7/SJDQ3+DRvo/e9B8z+vBGY2H4WeQrwDfcWrIYcJM/5YvGZFw1p13F1c2zVpMWbqry+nzDTam/5Zcmnbf/VF5P27DarXrlqhSo/2n/l80TF9svTk6LuoXK6CfLxx+0UnmhXdy5uZmL0+jaGBQVxCyuvjM5545BEvhhMSE0XmanlV696+U8Yx+cz/p7fgnQf39Rn+fY3K3pXKefTs2GVP8IGrN67L8aWcSuxeuvbwqWMnzp1ds33TvBWLN81bXrCAtUBWy29urmpNr3v1PDNPnqTkJGNDo5XT5h87d/rU+TN7gg8G/LNozs+/16xS9Y1zyGtqppr5rfA7ZmdOZvZB4n+bVUxszOubtF6e/x3zWvt9l402/VuIzBUqUPCXIf/TMa1TUfu3TP/Kgj0X/7NgBopMw07/05ry5El8Get8l+b8LtP8OmRMxiaTnlPP8+p7X12To/v/8GnzNkfPnjpy6nj/MUO6t/v0ux5fCqiZk7v7tvnzX8kWXz11cv6IEV9N/evFk//dkuWTpMR/w+uZxZEz+s9pLAoX7jvlj4xjbJ3+Lft5ZXt7y9HTwNh47PoNl48cCTlx4uTuXRtnzRo4f375T2qrXtU3fPVgl3FWefK8+inSyNatHkZEVG7UyK16DZ/e/j80bPDKHKq3aeNWvfr5QwevHDv+z8SJB1atGh64MrPfyMXc3c3y57987Khcws9GjEx9niqXU64Ztxo1jExN37gY6fr+8YdFocLpT/O/DHZnXLFvWYcAIL3H+ToAAAAAfBiiAwB0jaur64MHDyIjIwUAAHgrqiUBANBMI74ZeDs8fNCEUaqnDkXs4+LjlR4VVf8uhV45e/nSW95eoWy5CyGXVcMJiYmXroV82HxKOpUwMjQ8d+XfWcl5vh6yXL11w5ddvpg0eNRnrdq7OJcMv/vix7i8IOlastSF0H/fmJySfPHlcEaXroacunB2yvDxQ78a0LpRM6HmMxP7IkUvhoakn/+M+2vy2Km/OhYpeubShfRpTl88b2xoZF/Ermwpl7OXL6aPP3fl32FHO/t7D+57lfdUrcOU5ORNu7cbGRhm/KB1OzbX8qo65+ffe3fsWtWz8r0HUarxS9YFbty1vbayxoAv+qydvSj1eWrwqeMC2cixaNEbt249fPJY9fTO3Yg7kRFO9o6HThz9dfZfVcpV6Nmhy5Ips6pXVu48+KK35sxSg+9I1SmyyqnzZ91Ku4j39OaNNpNv4VaqzM3w2+njz7/caB3sit5/GFXC3lG10To7Ov2zcXVCUpL4UA52drIVRN6/p3oqm0Cr3p3tbV90MXv6ZWuSy3z20gWnl93Yf7wihW3l7khfoUjfg8nPvftyGd4oPeEqV9G344Y62jt0atn2j5E/f9215+6gAwLqV6NV65jHj/cFBqaPeZ6aum7atAcREVa2tjbFikWGhUU/fKh6Ker2bfmvSAlnkUUKOTo+uXevSIkSrt7e8l/RkiV3L12a9Nb6ljx6b7ibdv7gwWUTfnZRKn369Bm+IrBczVontu9If9W2eAkDI6PrZ8+pnt65ciX+2bO3fMTNixdDT5z4+q9pn40cVdPX9/UDn2w7fw8bFhUeXq1V627jxvWfNfvKsWOP797NbIbygFv+k09O7tx56/JlZ0/PMlW8Lh4+fHb//nI1a75lMazt7ORiKxT6qpUj/wWvX/8gMuKVyT5gHQLQNQSgAQAAAKgdmQYAukZe9vX29g4KChIAAOCtqJYEAEAzFSlk822PPruDDqhSmF182y9Zt3Lh6n8ePXm8fOOaSbOmWuW3eMvbe3fs8s/G1Vv27Xr45PHP03+Pi4tTjX/f+ZiZmPbw+2zynL/OXDp/4/atSTP/VLzW3WYBqwIh16+lpKTEJcSP+eOXu1H3EhJe9N/Zw6/zsnWr5PI/ePxowow/7tyNfP3Ew8rixadfvhYqH+8/iBr++wQ5kPgRuUzHovZXdh15Y/fPkm8jn7v3700OmCYXacfBvSs2rfNwdevY0jck7OrkgOlyXR06cXTK3zPbNm1hamzSsXmbyKh7fy0MePz0yfINq4NOHFPNpG2T5rfC7wz/bYL8poeOHx7++8/yW72yWizzW9yJjHj6LFpemJWfsmn39qSkF3GxlJTU3+ZOl+tEftbyDWvi4hPKliwtkI1qVq5a3NFx8MTRN+/cDr0RNmTSuDLOJauUr2CZL/+cfxYtWL1c/tdsP7BHbpPly7jJ6c1MTULDrl26GvLGucmN4Z+pAW/5OLlp/T5vhpznqi0bDp040q3Np+I9vXGjzexbeFeo5OlWfugv4yLu3Q06eWzp+lWqmSg9Knq4un89avCFkCuytX43fkTo9TDbgoXEh6rkXsGzbPlhk3+6GXHn9KVzM5fOdy9dNr+5+actfH+ZPfXY2ZNyaX+ePiXy/r2WDZuKLGJoYPAHjo/yAAAQAElEQVRZq/Y/Tf99T/AB2frGTv11466tdja2b3mLqYlJxP17R86cLGhlfezMqTF//nI7MuLUhbP7Dh+Sq1FA/ayKFGnVr9+cQQMXjR51IShoz/LlY9q3O71nj/+vkxX6+uU/+aRIiRIzv//u7o3rd0JCZg8c6ODq6uLlJbKIq7e3s6fnlD7+N86fv3Plyl/9+t0OuVLA9m3bjLGZ2e0rV25euJBxZF5Ly40zZ26dNzf64cNjW7fevHSxRIUK6a+a5svXuPsXS3/+KezsWflF/h4xXLz1h3Y+Kyv5KGciHx/fuxcw5Efxot/r/48Uy/c+ffBgyfhxoSdP3r91a1/gCtsSJfJZv+j4fN20vy4FB78+T/eaNXcvXVqmipdcqyU8PGKfPj21a1eFOnVF5vQNDRt267Zo7Bg55aPIyAWjRh5av67gax3Df8A6BKBrCEADAAAAUDsyDQB0kCoATQUIAABvp7HHSg7iAACpc+fOlpaWr/x5n3Llyk2cOFF8tB07dqSkpAgN5testVtJl/HTf0tITKytrPHrj6PXbt9cu2PLNVs3/vLjKJ+6Dd/y3qoVvX7w7//DhNENO7dRKBTVKv2bJ3vf+UhffvZFJXcP3z7dPh/0dZvGzU2NjV+Z4Ef/b/YfDS5T37tRl7ZWFpYdfFqrAs2fKKtPHjZu0doVzbp3kNcnq5SrYGpi+sp7C1sX+q7nl6P+mFSqTpUeP37j27i5/MqZhU0/nrVVgQW/Tjt98Xz9Tq2nLZw7st/AZnUa2hW2nf/rX6cunK3fqdWff8/ya956cJ9vVBNPHztp5Zb1Ndo13XFw3xftO6lmUqhAwUW/zbwdeafp537jp//u28hn2NffvfJBX/h9pqfQq9S8boVmtU+cOzX86++vhF1NSk7y82nl5VHJf9h3ylYNFqxcOm3MxOIOxYT2kq1M007qZHOYOW5yXjOzdl917zdqcKniJeZNnKqv0C/jXGpAj76/zvpL/tcM+nlUp5ZtX3RJLoTcQtZs3zj015/EB/Eq73kh5LKc56TZUyf9OKpsqffOu79xo83sW8iG9vuwcdHPomv5+Uya8UevDl3T5/PX6In2Rez8hw34bEAfe5siAT9PMdA3EB9h6qif85rlbden24Bxw2tW8f6xb385cpB/v7reNQZPGitb/YMnDxdOnuGQ1i10Vvmme++2TVpMmPlnk27tb0eGz/9lmpO941um/0RZLeLe3U7f9EpITBj33ZD9R4LqdGzRoV/PIjY2P/b9VmgFDWxlr2jR98vv//773q1b077pt+znn0zz5Ruzbr1bjRryJT2F4vu580zz5h3ZqtWUPv72LqV/XLxEoa8vss63s2YXcnD45YvuYzv4FbK3HzR/gcLgbVt+1RYt969aOWfwDxlHOrq6th/0w7IJE3pX8Jgx4NsGXbq86Lk5g/aDBtXu0GHmdwMmdO5ctXkLOcbI1DSzj7C0sfH7YfDfw4Z96ugwsWuXT9r7Obm537x4MeM0HQYPTopPGNGyxTfVq0Vcu/ZdwFzValk3ffrl48den2f5Wp8kJyaWqlxZDssvWKpipcLFihW0txdv1e6772v7+S0eN/b7+vXu37o1ZPES2+LFX5/sfdchAF2Th0t4AAAAALKc/KGRmpqanJwcHx9///59a2trc3NzAQA6ZsKECT4+Pq6urgIAALyJ/L0QFRWVkJBglsbY2NjAwEBPTy+nSihVP2SSkpLi4uLu3r3r5OSkn6U3vwEAuYs8JH322WeLFi1q3779smXL0seXK1euU6dOAwcOfOO75KHkHW/B9+nTx9bWtmPHjiVKlHj9VTmTlJSUxMTEM7eu9F0z2cbCekHPUQLvY8fBvaWKlXCwKyrS/l8adm3b59PPW2Vdd7B4X4OW/3nyxqWvK7WqVaJC3rx55bmfkZGRQqGQbU2oh2xlDg4OspXJx9dflVuFbGXyXHTrhaDxuxdWcnId37av0CKTZv4ZeiNs5vjJAjqj04yh954+Gl+re5kiTvIXlomJifyFJX/UqO8X1ttbmTyWyftE8hfWo2PHbn/7rcu48VbVqwtktb3//FO5USPTfPnk8L0bN/rXrDHl4CHrokUF1OBs3z7P4uIsx46VTczU1DTHr2MAWubevXtPnjyRLUueK8qjmKGh4X+eK9IDNAAAAAC142c/AN3k5eUVFBQkAABA5uilBQCg4cqXL798+fItW7YINYiIiPj1118XLlwob/MLZLUT5858M/rHo2dOht+LHDv116fR0TW9qgromJs3b06YMEG24ri4OAFADVSt7J9//klMTBTICbuWLJ47ZMjdG9fDzpwJGDzYRakk/QxAdxCABgAAAKB2ZBoA6KYqVaqcO3cuISFBAACATFAtCQDQcO7u7v379+/bt+8b05PTp0/39vbOly+fUqlcu3at+CBBQUGjRo3avXs319CyVg+/zubm5p9+06t17y6Pnj4NmPBHAQtLAd0jW9bevXtlKzt27JgAoAayle3Zs0e2srNnzwpku84jRoadPfNtzZozv//OrnSpftOmCwDQGfztNgAAAABqR6YBgG4yNTUtU6bM0aNHq/O3HQEAyITGJr2IoAEA0o0ePTowMHDcuHFjx47NOH7u3LmDBg2aOXNm48aNV69e7efnt379+jp16oj3Fx8fv2LFisOHD3fs2NHBwUEgK1jmt5j/y18CSPP06VPZZg8cOPDpp58WLFhQ6IDve30lgGz06NGj6dOnu7m5yQOilZWVQHZxrlDh1z17BQDoJHqABgAAAKB2RAcA6CylUhkcHCwAAEAmNLZakjJOAEC6vHnz/vrrr5MmTbp8+XLG8bNnz+7Ro0eHDh0sLCy6devWqVMnOZn4CDdv3pwwYcKyZcuePXsmAKjBlStXxowZs3HjxuTkZAFADc6dOzd69Ojt27dzYwgAkA3oARoAAACA2hEdAKCz3N3dFy1aFBUVZW1tLQAAwGu4KQ4AyBXatm07e/bsXr167dmzJ31kSEjIN998k/5UqVSOHTv2xIkTGad5X/LIuG/fvuPHj3fr1q1UqVIC0Dq3b98+GBkbHx+fkJCQkpKS/UFk+YkbN248cuTI559/XqRIEQFondDQ0Puht+Li4pLSPE8jslFiYuLq1avlsWzQoEEC0Dry+CU3b9WBTDaxlDRvvBNqbm5uksbY2Ngkg/SnefPmFQA+DgFoAAAAAGpHpgGAzpLXPatUqRIUFOTj4yMAAMBrqJYEAOQWM2fOdHNz+/vvv9PHJCYmZjyQyeH4+PgyZcqYmZm9ywx///33N47X19evVatWyZIlBaCNrKysStuWNjAwkJu6QqGQY/T01PWnyzNrZSYmJrVr1y5atGhqaqoAtI6NjU0xSxvZxGRDk8cm2cTU97Mrs1ZWsGDBpk2bCkAbyZZVvHhxVROTBzJVE3tjK4uOjo6NjY2Li5Mnjffu3VMNJyQkqAZUZIO1t7eXhyTHNEZGRgLA+yAADQAAAEDtyDQA0GVeXl7Tpk1r1qwZO0MAAF6nsdWSlHECAF7h5OQ0fPjwQYMGpQdT3Nzcjh492q5dO9XTI0eOuLq6mpiYfEzPzXKebdu2LViwoDwSpaSkCEDrmJqaWltb582b19jYWLYmVXRMZKOKFSv6+vrmz5+f9DO0lWxf8jhiZmYmD0mqYoPsvCwpP65+/fqNGzeWA/yqglaShy1LS0vZxOQRTR7LZCv74DIDeSQKDw+/mebkyZO3b98uUKCAQwYfmYc+ceJE+fLlVeVGgLYiAA0AAABA7bjIBUCX2dvby5sNV65cKV26tAAAAP9LYwuEqFwCALxuwIABixcvPnv2rOppv379evTo4enp2bhx4zVr1ixIIz6UpaWln5+fu7u7QO4RP+eL5KeH3nFiA6NUo76XBHJOwYIFO3bsyPWZbGB+oL/J5b/lOfXLEZneIEhJEDHFe8U3+llAK6SX8QgA70BPT69omqpVq6rGqMLQt2/fPnr0qBwoVKiQg4ODk5NTqVKl7OzsxHtatWrVyZMnP//8cy5xQIsRgAYAAACgdvyuBqDjqlWrFhwczA02AABeR7UkACAX0dfXnzlzZnpCpX379jExMZMnT/b3969evfqiRYtat279AX3Kytk2SGNoaCiQqyQ8Mz93pai9zeN3mbhsLdNogZwhW1nDNHJAQP1MLs8XJtbCspS8NyDiH4kHF9JfSrVwTfWapL+1qeqpwkgYnZhFAFoLFCxY0NfXlzIe4COpOn5Of3ojzbVr17Zt2yZPMkuVKiXvMri6ulpZWb3L3B6mMTY2/vTTTwWgpTi3AwAAAKB2ZBoA6LgqVaqsX7/ez8/vI/9iHQAA2odqSQCAJlu4cOErY7y9vTNe6fo8jfgIpUqV+vTTT+ks8+1i4mIqNK39z9QAD1eNi9YZphoWsa+Wt3K1t0zzPCEq5fLwPHquAjmBLmlzwnORv7h4nioij4vUpP95xdDieZF6ST4HDdb/22q4fZDb6evr169fv3HjxhQYZK34Z8+6l3UdtXqNs6enUKekhIQdixY17t5dvKeTO3f+0bfPvEuXBdTGMU3NmjXlcGRk5OXLly9cuLBmzRoTExMXF5fSaczNzd8+k4MHD5qZmbVs2VIA2ohjDwAAAAC1I9MAQMfJS5DyQuSJEyfknXIBAAAy0Ni4AzkMAIC6WVlZ+fr6enh4CPwXA33Dft16FbYuJDSSgaVrUP62R8JjMpvgW7eYlCvDBbKdpaWln58fXdLmDIWBiDgsUpNfHa9n+KJbaOtKSc0O6G+sled5ikBuRoGBFjizd++aP//4gAA0splNmlq1asnrFTdv3rx8+XJQUNCiRYusra3l3QcXF5eSJUsaGxunTx8QEJA+vG3bNhMTk4YNGwpA6xCABgAAAKB2RAcAQKlU7tmzhwA0AACv0NhqSco4AQDqNmzYMP5M0DsyNDDo21mjg1kP4pKvPk6QA86Whr5lChy+82z3jej0V1O5OppDhg8fTivLMbFRzw2tkuuuEAUrCT2DV1+VJ9uFqqTUW63Y0UoIMtC5WJ8+fQSA7CWvV6h6hm7QoEFKSsq1a9cuX768ffv22bNn29vbq7qFLlGixIULFzK+a+3atWZmZtWrVxeAdiEADQAAAEDtiA4AQLly5RYvXvz48WMLCwsBAABeoloSAKCzyGW+u5i4mApNa/8zNaCkU3E50P/z3pv37rwVHl7BzX3cgCETZv5x6PiR4vbFhn41wK2Ui5w++NTxmUv+Dgm7lpiU6Opc+ssu3Su5V5Djb0WETw6Yfuj4YbtCNu2btRz2288nN+42MzF78PjRL7P+PHDsSFJyUt2qNQb27pc/74u/Jr98w+q12zdfuhpSrKhD+6Yt2vu0zmwJVZc/jRR5mjub2uXVq1vMqG4x80nBd58kkOzMSbSyHPT8WURy20vC2PptE8XfF4B2WTRm9NMHDx7dvXvz4sW+U6aUrVpt7V9TD61d+/j+/VKVKn06ZKhdhL3KRgAAEABJREFUyZJysgd37iz96adrZ8/I8XYlnOt26vRJ+/Zy/LPHj1b9/vuJHTv0FIrqrVqlzzYlKemN8xnm4+Na1fv49u1JiYnjNmwIO3t215Il5w8czFfQulzNmp2GDZfzybh4Z/fve2WCS0eOTO7xhXzpU0eHMevXH1i9+lFkZL/pM1TTj2jVslKDhj7+/nL44JrVB1evDj1x0rmiZ/vvBzqWLZtxzmv+/GNzQMCQJUsdXF0FspFCoSiZRg4nJCSEpFm5cmVkZGRy8qt98C9dutTExKRixYoC0CJ6AgAAAADUjEwDAMgLkZUrVz548KAAAAAZUC0JAADe16HjR6YMHz9v0h+h16+16NmpZmXvLfNXuJV2+XHSGJGWlv5q+MD85vnm/zI1YMIUfX39cX9NluOTkpP6jRqsUORZN3vRd72+mrZ4XvoMvxw+MOzWrVnjJ6+YOvfB40cDxg6TIy+EXBn9xy/N6jbY/PfyWl5Vh/328/XbNzNbJFNDfZF41cLEICU1+eL9B8mpqc8SnjV1zmtmQCQDOiq1WOsX6edHF/SX2BnMNUz/p9hU/8XLz5/nubpcEdQvz3OKBKBtgjdscKni1XXMmBLlPQInT961dGmnYcN/27ffyc19XAe/uKdP5TRzBg+OCLvWffxPE7dtL1250pxBA59GRcnxC0aMuHTkyLezZg+YE3B2//70eWY2H2n/ypXN/fu07f+tqXm+ad98Y1Go0PjNm9v077972bJ9gYEZFyw1JeX1CVy9vb+dPSevpeXiGzeLlyuf2Zc6sGrV7EGDlM18ftm928GlzM+dO0U/fJj+6q7FizfMnPnDgoWkn3OQvBVraGhYtmzZli1bDh48ePz48Xp6enn+l5zs77//PnbsWCrw0Z6/icgJ9AANAAAAQO3INACA5OXlFRAQ0LRpUwEAAF7S2GpJyjgBANBYbRo3d7J3lANVPDwfPn7culEzOdy0dv2Fq/9JSk56FhPTtW3Hrr5+ZiZmcnz7Zi2//2mkHDh47PC1Wzf+/mVqvrzmha0L9erYZeTvE0Vad9GnL54PWrUlv3k++XTiDyMrt6h36WrIvQf3DAwM3Eu7yon7devlXbGKeVq30G+U19jgfsQ2R1v3NVejHfIZh994ZqT3PDox1cxQLzohgfMK6KDUEh3F81RF0FfPTW2FnkGe2PCXLyS9SD9fX6UI+jq59Sn9lW5CxAtAi9gUK9amf385kJyYuDlgTr9p0z3q1JFP23733bmDB/avWtmgazcXryqedevZu7z4qwWtvu63OSDg3q1bRiYmwRs39p85SxUj7jRs2PAWLd4+H/m0UoOGNdu2lQNx0dFPo6LsnJ0L2NlZFy1a1LmkgbFxxgVLiI19+wRvsS9wRbWWLVUf5PfDD0+i7j+MiHiRqNXTO7p588Ixowf9Pd+pXDmBHKI608gYQl2wYIHif/v/Trd48WIjI6MyZcoIIOukh+xFtgcDCEADAAAAUDsu8QOAVKxYMXnrNDQ01NnZWQAAgDQaWy1JGScAIDU19QMOB1wHywb2RYqoBowMDAtaFVAN6+vry5UfGx9f2LpQn06fHzp+5OSFsxdDrxw7eyoxMVFOcOlaaPGiDvlehpjdS//bS+XNO7eTU5Irt6iX8SNCwq7Wr1nbyd6+jX9XD1f3im7lG9T4pICFZWaLZKCXFBa2y7NMo2ePN0QYfCf0jZ4mpT5LeHL58trHD84kKftxYgGdozDMc3yEiI1IaXlC79gQxYU//x0ffy9P6CJFUL/kjneEvonIQy/p0DaFHB1VA1F37iQlJPzS/fOMrzqWeXH0adH3y5sXLmyaPfv6+XOhJ0/KMSlJSbcuX5aPxcqWVU1ZzM1ddR7ylvm8+DgHB9WAibl53U87zRs6dNOcOWW9q7rXrFmpYcOMb/nPCd7i7o0bVZo0SX/a65df5ePDyMjE2Ng/v+xraGKSvhjIfqrQc9TT+LC7z1TD8iT21PUnzw0Lv/G8VKFQrNlz+qleAQF8BNUOSm5jcsDUSN/VPr9eGvlUNVJkFwLQAAAAANSO6AAAqCiVyuDgYALQAACkIyUGANBkHKc0k0JP8ZZXw+9FtuzZ2c7Gpnol75YNmjSsUeeHiaPleH1Fpu8qVKDgL0NGZxzjVNTe2NBo5bT5x86dPnX+zJ7ggwH/LJrz8+81q1R94xziY5Y6paSE35qiJ5ITIra4OTePS4g9f+SrovkfFzPPY6ifJ0kAukV/h+9zw/wpbS++eJIh5az3NDTPgR7P7Zu+SD8/u5MnOVYA2kXvfw83ff/4w6JQ4fSn+QsUkGcXI1u3ehgRUblRI7fqNXx6+//QsMGbZ6Wv/5b5vP5xn48fX79z54tHDl8MDv7zy75Ne/by++GHjDP8zwleuZ2XmpyiGlDoZ5ow7Dd9xpo//1wwauQ3M2cJZLv0Xp/3nb87ZsX5DK+4Z/qeZCGuisCrJwSQRYoVMlvSr4riJXqABgAAAKBtuFcEACre3t7Dhw9v3769gYGBAAAAVEsCAICstuPgXvm4ZMpsEyNjObBozQrVeJfiJacuCHj6LFrVCfS5KxdV4x3sit5/GFXC3rFgAWv5NOrRw/HTJn/zuf+hE0cPHg3+vtdXVcpV6Nmhy+eDvt55cF9mAWh9fb06jWye503WS0k9f23e2eOz5UgbK/nAqQ501HMjixTfC6rhVK9J8t/r0yi2NxOA9rK2szMwMlIo9F29vVVj5v74Y6VGDZOTk0NPnBi5anXJihXlyFsX/z0e2ZcuLacPO3vW0sZGPr1+/lxKUtJb5mNXqlTGj4u6fXv5xIk9J060L1OmQZeua6f+eXDt2oz55swmyPirXN/AIC76mWo4JTn5QUS4ariwY7Eb5/4/XDu8RfOGXbua5bcwNDWt2KCBlY3NsOY+x7ZuffcupZG1UtPIga9alCucz0QA2Wjh7stx8QmJiYnytleeNAqFQmQjAtAAAAAA1I5MAwComJubFy9e/NSpU5UrVxYAAECDqyUp4wQAIJeyym/xLCbm5u1bpUuUPHv5wl8LA5JTkuW/apW8ypQoOfrPSd998eWN8Nuzly5ImzyP0qOih6v716MGD/vqewMD/XF//fbw8UPbgoViYmLm/LOocKFCzeo0PH721OVroc1qN3jL5z7P+3/s3QecFOXdB/DhKhyHIE0QAY8iHUSQOwEhqLFrIpaoUWNNNGCPDbsSC8YeIxYImmB5YwRfC5aILeIhQcUCAiIKiDQDiHD9eMeb180FDoSD5fbuvt8Pn/nM7s3Mzg4ztzvP8/s/9/0Yt+lpSfv1apyZUqdecp3kICgoXb+uuDQlOckI0NQ2JX1u3NyP169Pev/6Ois/CaDmSklLO+i00/468sb0jIy2Xbs++8DoKc/+7yFnnlk3IyP86YJPZ3Xs02fVsmVjrhwRPiwqLEyvX/+Ic377xKhbGzZvltmw4eM33xyN7ryp7Wzwco2aN//03anjrr3mqHPPCzf7weuvd+zde0sWCDdbsG7dJ2+/3a5Hj/a99nxp3LjXn3yy2W67vfG3/8lf9/9jtB982ql3nXNO5+x+vX4y5NXHxn/12WcdevdePO/z9WWh26yePfc/6eRHrr2m+4ABdTMzA3as0h+E873bNW3bvEEAO9Cz075Yl5dfWFgYzieViZrUdlg8QAAaAACIO9EBgJh99tlnypQpAtAAEEnYakllnABQTR08eP8X35h8xFm/DD/N9917nxsvuuK3V18y67M5PTp1HTPqnj/9Zcxxw09v3qTZ8UcMvXPs6GiU6PtuGDXqgXvOufriwqKiA/oPvu3ya1NTUrt02OPis4bd/uB9I++9PTOj/lknnDL04B8frTavJCjNLy5MTcpITUpNqlO6PigIW0Y1jlL7pLx5enH93YLm2eF8nbl/SZr7yH9+tr60zrrFddZ8HkBNd9zvLkmvV2/870euXLasS3b2leMfa9muXfj88ZdfMe7qq8eOGNG2W7cDf3VqcUHhglmzug8cOPT8879dseKaI49s3rrN0Rde+MUnn2x+O+WlpKWddeutD1122etPPJGUnLzPEUeccu11W7JAVo8ebbt2venEEy5+eEy/Qw9dNGf22CtHNGzWbN+hR/c98P8rf3oN2e+Mm26eNGbs2Kuu2mOvPpc/+pddds9aPO8/V/Fxl1wy7cVJf7vj9pOvuTZghystLdUVSxUKT7/CwsLk5OSSkpKUlB0dSK7j7AcAALa78EYjvNkuLi7Oz89fvnx5s2bNMtV8A5QpKiq69NJLr7322kaNGgUAULtF9wthH0n9MnXr1k1NTU1KSqqq8HF0IxN+WOfl5S1dujQrK2vHd9sAQCT8VCopKQk/JT9cOGfYxDtaNGr66K+vD9gGi5ctmTHrk0MG7x89fGrSsw8+/sjLjz4VbIPVd104Z+bcfvvlNDzo56XrS8r/qE5sEqxPyl++5rUTM3br+u3g14Na7LIn733/y0/P63vU4Pa9w+bi8Ltfenp6cnJy+PUvqArhF7/wKisoKHhp5js3vfaXvlldbzp2WMD20HzMzuF0fZ3U4sNeD5rvnZR7cfLMeze1cP6S4NsrVwZsDyeNvmrZtytvGnxGl12zwjusevXqhXdY4U1NFd5hhf1E4R3Wyn/9a9FFF3X+/U2NBw4MoDr7aNhvv8vL23nkyPASy8jIqPJ2jOizLLzKJuQuGPW/n429cD8jQLODjXgkd9HSlfed0jG6IkLh506lL4ply5atXr063Ej4XTH8FEtLS/vR74pa7gAAgLhTeAkQE7aH9u3bd+rUqQcddFAAALWegZYBgB2jbnrdy2+5/suvFh576M8+mTPrT38dc+QBBwfbLCm1sPS7h1Y/86fNL1ZSnJ4RQG1RWhwkpQR11helPLdv8SGvBEWrN7Xk+tJw6QCAbbG+TABVJCrdjEYi3/GnogA0AAAQdzINAOXl5OSMGzdOABoAggSultR3CAA1TOOGja4693e33H/nnWPu37Nrj+MPP+r0434ZbJvUeuv6H7YqLW2XLVm4TvGqAGqHvLR+KV+/WzZbGozbvzQIijex5PqSoKRVvwCAbaAFgypXhSl8AWgAACDu3HgDlNe+fftwOn/+/KysrAAAareErZZUxgkANc+xhx4Z/gu2n4zfPFAQBAUB8F/WnvZSAMAOpCuWqlWFZ2BSAAAAEGeiAwAb2GeffaZOnRoAQK2niw4AAAAAqAQBaAAAIO5kGgA20L9//3/9618lJSUBANRuqiUBAAAAgEoQgAYAAOJOpgFgA40aNdptt91mzJgRAEDtlrDVkso4AQAAACCRCUADAABxJzoAsLGcnJzc3NwAAGq3hK2WVMYJAAAAAIlMABoAAIg70QGAjfXp02fu3Llr1qwJAKAWUy0JAAAAAFSCADQAABB3Mg0AG0tNTe3du/fUqVMDAKjFVEsCAAAAAJUgAA0AAMSdTANAhXJycqZMmRIAQC2WsNWSyjgBAAAAIJEJQE100/gAABAASURBVAMAAHEnOgBQoY4dO+bl5S1YsCAAgNoqYasllXECAAAAQCITgAYAAOJOdACgQuGvxwEDBkydOjUAgNpKtSQAAAAAUAkC0AAAQNzJNABsSk5OTm5urt+TANRaqiUBAAAAdrwvFi5un31Y+X/7HHby/Y/8z+bXKigsGvv4xM0s8No/3+02eGiwNW65d+yZF19fuXVrjOXfrPz7s//Y+PlFi5ee8JvLeu13zM33PBxspVOGX3nOpSM3eHLFNys7DThy8lvvhvPhKx59xkXhxo86/cIp02YE1ZAANAAAEHcyDQCb0rRp01atWn344YcBANRKCVsFpDwJAAAAqPFuuGzY+D/dHP4bddWFPbvu8Yc/PfLsy29sZvk3c6ff/+cng/ho27rV8NOPDxLPex/O+veqb4N4euivf39tyrsbP//Km7mfL1h042XnHv/zQ4KtdMSBg99451/frc0r/+SkyW/vlFl/cP++L7729qUj7zzm8J++MWHcofvve9oFV38067OguhGABgAA4k50AGAzsrOzc3NzAwColRK2WlIZJwAAAFDjde3YLqdPz/Df0Ucc8MBtV/fo0uH1t6cFVaRd21bn/Oq4IPFceO1tMz7+NKgKa9fldchqc+RBg7PatAq20qEH7BtOX359SvknJ7361s8P2S85OenFyW///OAhJxx1SKOGmWf9cujBQwY89vQLQXWTEgAAAMSZ6ADAZvTt2/epp55at25dRkZGAAC1jGpJAIBaRVsx1EIufGqSOj8Iaqi01O+FM4VFxbfd9+cp0z5YsHjJrs2bDdqnz6XDTpv+4cyzL7kx/Gn77MMm/Pmunl07PvPi68+8NPmDj2fv2b3z7875Vdc92kXbeWzCpHGPT1z+75V79ez6h2sv3rlhgw1e6OU33hn/9+dnfPL9ijtl1o+efO2f7w6/8pZP3ng62sLEF16dPe+Lhg0a7Nm904jzz2rRvEn4/JRpMx7861MffPxp7x5denfv/Gbu9Kcevv2VN3PveWh8jy4dJ03+5xknDh1++vEVrh5u/w/3P9J3z+6vT5m2bm3eoT8d9Kvjjrx85J2ffbFwwN69r7/0t40b7RRspbXr8noOOeais0/+Z+77BUVF7bNan3f6Ca1btQh/NH/BV/eNfeLtaR+EJ8zAnN6XDz8j2v4TE1+c+MLkWZ99ntWm1S9+dvAJRx1y75jHxzw2IfzRnvsf+8Grf4tt/Kpb/vj4hEnRAQ/fZsd2bf849vHwXSxd8U349i8/94xO7duGP/35aRfk7NVz8ltT8wsLn3nkntjRrp9R78Cf9H/p9SlDD9s/embxkuVT3//4ivPPCufDA7Vzufcb7mRefn5Q3QhAAwAAcSfTALAZ6enpPXv2nDp16pAhQwIAqGV0hAPA5kWflfmF+S988M8AqrNvvlsVlLUVJ9Q3wNjOrFiz0lVGdZdXWBBOk5KSEiedGe1G1ElU+M2K/EULA6jOSgsLgx9O7JrXoPHFwsX/eHPq9A9nnXnS0eHDMY89/dRzr1x/ybAB2b0nv5l75S339unV9eAhA0bfdvWIkXdPe/nxcJkJkyZfdfO9N1wybNTVF419fOKp51016YnR4fP5+QWTXn3rvLN+WVBQ+KdxT45+9G9XnHt6+deaM3/BOZeOvGz46XfdeNlzr7xx3W33DxnYr/wC02Z8cvUtf7zg1yf98eYRs+bMv+GO0Q+P//tVF/564VdLzrnsxuGnn3DH9Ze89Nrb1/3h/h5dOkarzJ2/IKtNq1uvvrB1y102tXq42KeffZHTp+ffH779zdz3Lrnhjukfzhxx3pnt2u520TWj7h3z2LUXnx1UyoQXJj/50B+aNNrpprsfPvfKmyeOuzsvvyB8j613a/HE6FEFRYU33vHA8Mt//9joW2fO+Tzc7XBn7v79ZY9PmHTVLX8M9+fcM05Y893axUuWhTtcfrMjLx++S7MmudM/HP+nm8OHl9x454cfzx454tysNruNHvfkCWdf+srfHmpSFmIO/y8uPefUpOSkDbLmR/x0cLg/363Ny6xfL3z43MtvdO6Y1aNLh3A+mkaWf7PylTdzb73qgqC6EYAGAADiTqYBYPNycnKeeeYZAWgAaqGErZZUxglAQlm17ru7ylImUN3VKSdIDElJSeH0ixVfu8qoGcpfYgkVg/78jjsCqP6SOnRIKlNjxoE+5syLY/PpaamXDjv1wMH7hPOtWuxyx3W/i3LJxx554Pinn1+waMkG6z79/D+OPGjI0UccEM6HK65YuXLpshXRj2675uJowObPF3w1c868DVZ89sXXe3Xr9OuTv09an3zM4W/lvlf63+0wSUHSdZecE/4onG/etPF+7/b7YtHioGxY6G57tD+rLKJ9wlGHTH3vo0VfL41WKSoqvvKCs3Zp9v2LTp8xq8LVI6efeFTTJjsPPWz/Ox549ND9B/bfu1f45OD+fd94Z/oG+3n2JTe+8mZuNH/mxddHM//830da7tJ0gyXP+dVxURB52GnHj3184qw5n3+9dMWCr74eP/rW6PmbrjhvyNFnTpvxyXffrUtNTenZZY9wVy/49Un77L1ngwaZwRb4bm3e08/9Y/RtV+/dq1v4cMT5Z775zvT/eebF8KXDhwcOyon+IzYwaJ8+9TPqvTT57einL0x+62cH/mSDZdblFZx7xc17dut02AH7BtWNADQAABB3ogMAm9e5c+dHH310yZIlLVq0CACgNknYzkJlnAAkgvDzqFFGg0G79youLi4pKQkb2cJpANVQlBJLSkpq3mDn5OTkKDcWVOmXrlhItFnmzuFVFl5c0YUWaNCm2opCmTvVqx9eZQk1CHTd1q2bDB9eWFhYXKa0TADVSnRNhRdXapMmsQ+ympGBvuGyYe3b7hbONG7cqG2rlulpqdHzRx40eOnybx6fMGnm7Hkfz5n30azPDhoyYIN1v1z49cH7DYw9HHXVheF06bIVqakpUfo5lFm/Xt66/A1WnPXZ/O6d2sce9ujSccbMOeUX6NOrS5c92j3/6lsffTJn5pzPp384s99ePYLvx2+e363zf8Yt7t65YywAnZFRN0o/b2b1ULhvrVo0j+bT09KaNd45mk9OTlmXv+F+XvCbk089/mffz1w96rTjf9arW6fvD9TODYON9OreKZppuFPmrrs0mzV3/qpv1+zeetco/Rxq3arFri2azf9y0ZEHDclq3eqo0y7o3aNz355dD/xJ/6YVbXBjXyz8Kpzu2e3/Xyg8CXt222PeFwt/2H7LCtcK3+8RB/7kxTe+D0CH/18ffzpv9Khryi+wcvWa3/zu+tTU1NGjrq6O57MANAAAEHeiAwCbF/6ezMnJmTJlytChQwMAqE2ESwBgU6K0aMudmo7Y75T8/PyCgoLCwsKSkhKhMaqj8GT+PjSWmpqWlhZOY2NnBlUt3I0eLdvv0Xi36CorKipylVFNRVdZeImlp6enpKQkyFUWfZalNmnS6PDDw6ss/CBzlVFNRSdzeHGllglnokqDoPp3g3bt2K53j84bP3/LPWP+8tRzh+w3sEfXjsf97OAb7hi98TLhkahwm+HBCbbNP97IPfuykYP22WvvPbuf/avjXnv73c/Kkr7hod/UKsllf9Jh86tv7b517rB7NJOenrZHu7Y5fXpuasmUcptdvWZNnaQKzo3wYUFhUd30tInj7po2Y+YHH8167Z/THhr/9Ng7bxjcv0+wZer89wbDX6vRfFK5t7+BIw4cfPzZl65cvWbii5P3zdkrlk0PytLPpwwf0an97jddeX5aarXMEgtAAwAAcSfTAPCjBgwYMGrUqKOOOkrRCAC1ig8+ANiUWM6mtLQ0bF4LH8bmtbZRvcTGyAzP4SgAXX4Q6KrdsY2vsvU/CKD6iA2yHl1lsWhmglxl4c6Eu1S3bt3yV1wA1U3sZI6ustgg0EEN9ffn/3HemSf+5pRjw/ni4pKvvl4WPZ9ULoLbZreWM2fPiz0cevpFpxx3RMPM+j+68R6dO7z29ruxhx9/+tkGC0x86bXB/fuOueO66OETEydFM53a7z79w5mxxT6ZPbfC7W9q9fj5aNbc3VvvGs7MnPP5d2vzenTpuHDR118sXPzNqm+jQaC/WrIsPIbt27aeMm3Gm7nTLz/39Oze3cPDe+r5V7/6Vu7g/n2SfuxcalM2xvOMT+bsPyg7KOt//3DmnEP33/dH9613j85tW7V8fcq0l99458wT/zMKz8Kvlpx2wTX75ux17cVnB9WWADQAABB3Mg0AP6pp06bNmjWbOXNmt27dAgCoNRK221t/PACJIPpL6yllA92F0+LiYtFMqqOofTjKjUWndCw3FlSpWDQzNTU1Sj/HBqZ1lVG9xMoMNrjKgqoWi2UHP/wSKC3jEqPaiZUZxGLQUTFPUHM1bbzz3M8XhB+MhUVFN9/98NLl3xQUFIbP16tXd21e3pRpM3p06fir444cdsVNe/fuPiinz5PPvPjZ/AV7dus0/8tFP7rxXw499LEJk+4d8/hJxxz+0mtvT/nXB9l7/dfgyo0bNXz3vY++XbO2QWbGU8++8vw/3opGXz752MMff/qFh8Y/fczhP5385tRJk98Od2Pj7W9q9Up7Y8LYzS9wz0PjW+/aInzdW+4Zc+RBgzvs3jqrdat2bXe7fOSdV53/68Li4htvH92lY1a/3t3nfv7lw+OfbrlL08MP/Mn0GZ98Onf+ET8dHG6hXka9r5etmPr+x9m9u1f4Ejs1qB8erlH3/XmnhplZbXZ78NG/LVm2Yuih+wdb4OeH7vfXp55b+NWSg37SP/bkLfeOzS8oOGBQTu70D394icyue7QLqhUBaAAAIO60ZAFsiezs7HfeeUcAGoBaJWGrJZVxAlC1YoHR6GFycnJJSUlqamoUzYTqKEo8R7mx2KiZVfilK3aVpaSkRDsml0l1F11Z0SVW/kILqkj40tHY6tGFFrvKAt1GVE/lM9CRmt10cOUFZ1107W179D+i5S5Njzn8p78ceuinc+eHz3fv3KHLHu1OHj7iwduu2X9Q9sjLh497YuI1t963V88u4+6+cffWu25JALppk50fvO3q86669f5xT+b07XXWL4/+cNZ/jeX865OPmT7jk94HHJeRUfeQ/Qde97tz7nl4fFFRcfOmjSc+cvedD/zlp8ec1WfPbscdedCXCxdvvP1NrR7EzZCB/X5zyQ0r/r3qkP0G3HzlBcH3X+CTHr7julv/OPbYsy5u3Kjhvjl7nXPqL1JSksOjd+lvTx1137gbbn8gs36935xy7NGHH/D9Fvrv/cSESSeefdkHr/6tQWZGha9yxXln3P3Q+MtvvOu7tesG9uv92P23tm7VYkt27/ADBt9+/6NDDz8gPCDRMwWFRS+9PiX8bXzK8Ctjiw3Ye89H//j7oFqp4xMFAADY7sIbjbANq7i4OD8/f/ny5c2aNcvMzAwA2Kx169aNGDHipptuysjICACgFojuFwoLC+uXqVuBjEFAAAAOn0lEQVS3bmpqahX2IEY3MkVFRXl5eUuXLs3KyooGKgOAKhF15UfjPUehTJ37VHex0HPsK1/VRsdiV1nsEnOVUa3FLqvy0ecqD2iu/2+B9DPVVuyaKl/DU7WXWPj5VVJSUlBQMCF3wR+e+3zshfu1bd4gqNHe/+jT8EO7T68u0cNLR96ZXCf55ivPC6rO2nV5PYcc89TDt/fu0TmofUY8krtwyb/vPjErMzMz7Nvaxsa9ZcuWrV69OtxIuLV69eqlpaX96FDrWu4AAIC405gFsCXCtqHu3btPnz593333DQCgdqjZoyUBwLaIfUqWH79TOxvV2gZZsSr/KhgbnjY5OVkukxpgg4srQe62yu+MS4yaIXE+yGqhlau+vfSGO66/bFhO314vv/b2xBcmj73rhoBaTAAaAACIO/f/AFsoJydn0qRJAtAA1B4J2/+tYx6ABBHLjUWfTdrZqO4S7RwuH2KLwtABVHMJeBpLiwLby3779jv8oMHnX3Vrenpa9l7d77rxsoH9egfUYgLQAABA3IkOAGyhbt26PfrooytWrGjatGkAALVAwvZ/65gHINH4bIJ4c5UBQOK77nfnhP+ChFE/o968qc8HVJGkAAAAIM40HANsofAXZk5OzpQpUwIAqB1USwIAAAAAlSAADQAAxJ1MA8CW69+//zvvvOM3JwC1hGpJAAAAAKASBKABAIC4k2kA2HItWrRo2LDh7NmzAwCoBRK25kcxEgAAAAAkMgFoAAAg7kQHALZKdnZ2bm5uAAC1QMJWSyrjBAAAAIBEJgANAADEnegAwFbJzs6eMWNGQUFBAAA1nWpJAAAAAKASBKABAIC4k2kA2CoZGRmdO3eePn16AAA1nWpJAAAAAKASBKABAIC4k2kA2Fo5OTlTp04NAKCmS9hqSWWcAAAAAJDIBKABAIC4Ex0A2Fo9e/ZctGjRihUrAgCo0RK2WlIZJwAAAAAkMgFoAAAg7kQHALZW+JvTINAA1AaqJQEAAACAShCABgAA4k6mAaASsrOzc3NzAwCo0VRLAgAAAACVIAANAADEnUwDQCW0adMmNTV17ty5AQDUXAlbLamMEwAAAAASmQA0AAAQd6IDAJXTv39/g0ADULMlbLWkMk4AAAAASGQC0AAAQNyJDgBUTnZ29nvvvVdUVBQAQA2lWhIAAAAAqq8qDAMIQAMAAHEn0wBQOQ0aNOjYseP7778fAEANpVoSAAAAYFtoXaFqVeEZmBIAAADEmbtugErLycl56623+vXrFwBATZSw1ZLKOAEAAIDEV6dMOHPGnZMD2LHC5rOWjVLDMzApKalKIgEC0AAAQNyJDgBUWq9evR577LFVq1Y1atQoAIAaJ2GrJZVxAgAAAAkuSj+3a17/qL7NS0pKiouLw2lpaWmwif7ZkjLhYuEyyWVSU1O1gVAJ0bmXlJTUuEFaeCIllYnF8XcYAWgAACDu3DYDVFrYbNS3b9/c3NyDDz44AIAaR7UkAAAAQCVEPbBJSUldW+/Uvnl6fn5+YWFhUVFRLAMdCZ9fU2bt2rVpaWkNvte4fv364YoBVFaUfk5JSUlNTQ3Pq3CmSgaBFoAGAADiTqYBYFtkZ2ePHTtWABqAGkm1JAAAAEDlxEKopaWlYYdsbL6goGBFmW+++SZcrGnTpk2aNOnUqVN6enoA20PUphcNIh6KAtBRqn5HNvcJQAMAAHEn0wCwLbKysurXrz979uywdTIAgJolYasllXECAAAACS4WgA7bMUpKShYvXrxgwYJwumbNml3LdO3atVGjRgHEQXT6JZcJT8JwWqdMsAMJQAMAAHEnOgCwjQ488MBXX31VABqAmidhqyWVcQIAAACJLGy7CDthFy5cOHv27Llz5y5evLhly5bt2rUbNGhQq1atorF4IX6iuHM08HNycnI43fHtaQLQAABA3IkOAGyj3r17T5gwYdq0aXvvvXcAADWIakkAAACArfLll1/Omzdvzpw5c+fOrV+/fteuXQcOHNihQ4e6deuuLxNA/EUZgDo/iDL3RoAGAABqGrfZANsobDA66aSTxo8f36dPH8M2AFCTqJYEAAAA2LyioqL58+d/VmbevHkNGzbs0KFD9+7djznmmKZNm0ZdsRt0yOqfJX42aNCLPTQCNAAAUAPJNABsu06dOnXu3PnBBx8888wzU1I06QBQQyRsb5xuQgAAAKCqFBcXL1q0aMEPvv7665YtW3bo0GHAgAGnnXZagwYNyi8cG4g3KNegoX+WHaNqzzS9ZQAAQNyJDgBsF7/4xS/GjRt31113DRs2rF69egEAVH8J2xunmxAAAADYYUpKShYtWrRw4cIvv/wynC5evLhZs2atW7du06ZNdnZ2OE1PT9+S7WjQoFYRgAYAAOLOnTbAdpGcnHzGGWc8//zz11133aBBgwYPHpyZmRkAQHWmWhIAAACoPdasWbOyzL///e9Vq1aF0+jht99+27x58zZlosRzWlpaAGyWADQAABB3Mg0A29Fhhx0WNoP++c9/fv755wcMGNC6deumTZs2bty4RYsWAQBUN6olAQAAgJrnnXfe+fbbb7/77rs15axevTr6adikH7bzN2vWrG3btv369Qsb+Vu2bBkAW6mOIAIAALDdhTcapaWlxcXF+fn5y5cvD+/ejVEKsH2tXbt25syZH3/88bJly9aVCZ8JAAAAAACAqlCvXr20tLT09PRwGnaPhg/r1q1bflq/fv2ddtpJ1hkqFHZ4rV69OrxSMjMzo6spOTk5KSlpM6sYARoAAIg7hZcA213YTrp3mQAAqq38/PwVK1YUFBTULxN2b6Smpoa9GlU1LHRUyVlUVJSXl7d06dKsrKyUFN0oAAAAAJCItNwBAABx569aAwAAFVItCQAAAABUggA0AAAQdzINAABAhVRLAgAAAACVIAANAADEnUwDAABQoYStllTGCQAAAACJTAAaAACIO9EBAACgQglbLamMEwAAAAASmQA0AAAQd6IDAABAhVRLAgAAAACVIAANAADEnUwDAABQIdWSAAAAAEAlCEADAABxJ9MAAABUKGGrJZVxAgAAAEAiE4AGAADiTnQAAACoUMJWSyrjBAAAAIBEJgANAADEnegAAABQIdWSAAAAAEAlCEADAABxJ9MAAABUSLUkAAAAAFAJAtAAAEDcyTQAAAAVSthqSWWcAAAAAJDIBKABAIC4Ex0AAAAqlLDVkso4AQAAACCRCUADAABxJzoAAABUSLUkAAAAAFAJAtAAAEDcyTQAAAAVUi0JAAAAAFSCADQAABB3Mg0AAECFErZaUhknAAAAACQyAWgAACDuRAcAAIAKJWy1pDJOAAAAAEhkAtAAAEDciQ4AAAAVUi0JAAAAAFSCADQAABB3Mg0AAECFVEsCAAAAAJUgAA0AAMSdTAMAAFChhK2WVMYJAAAAAIlMABoAAIg70QEAAKBCCVstqYwTAAAAABKZADQAABB3ogMAAECFVEsCAAAAAJUgAA0AAMSdTAMAAFAh1ZIAAAAAQCUIQAMAAHEn0wAAAFQoYasllXECAAAAQCITgAYAAOJOdAAAAKhQwlZLKuMEAAAAgEQmAA0AAMSd6AAAAFAh1ZIAAAAAQCUIQAMAAHEn0wAAAFRItSQAAAAAUAkC0AAAQNzJNAAAABVK2GpJZZwAAAAAkMgEoAEAgLgTHQAAACqUsNWSyjgBAAAAIJEJQAMAAHEnOgAAAFRItSQAAAAAUAkC0AAAQNzJNAAAABVSLQkAAAAAVIIANAAAEHcyDQAAQIUStlpSGScAAAAAJDIBaAAAIO5EBwAAgAolbLWkMk4AAAAASGQC0AAAQNyJDgAAABVSLQkAAAAAVIIANAAAEHcyDQAAQIVUSwIAAAAAlSAADQAAxJ1MAwAAUKGErZZUxgkAAAAAiUwAGgAAiDvRAQAAoEIJWy2pjBMAAAAAEpkANAAAEF/r168XHQAAACpUWloalKWNE+quwS0MAAAAAOxIlcgVCEADAABxFOUYSsoEALBtws+U2F8V2Px8hdNogS2ZB2DHCH/3JiUlxdLPifZ7OLyL8dEAAMBmbHlLxcZrbWPbhTYNAKCGib7PlG8t/FEC0AAAQFzU+UE4v3Tp0iVLloTzpaWlsWTDplp44zcNts0WpuuqdhrtXqXfbzV6j9soYd+dM9Z7/NH364x1xjpjvVNnbK36f6zB7zT4If0cTpOTk6OOjSAxMtB1yoQzX3zxRWyHo11N2JOkcifSdjmpNjh067eyPGnjE6NaH+QdfMA3f/Br4XQHHGfH3BnuDHeGO9o142zf+JjX2uO/A4725o+8Y75jjnOtPeY74Ghv/sg75jvmONfaY74Djvbmj7xjHiRk00o1ncZSBBu0E/7o4RWABgAAtr/YvUpo5513zitTUFBQVFQUDQW9/r9HvAAAAGqPWH9GSkpKenp6vXr1EicDHd3FhDvTpEmT2I1McXFx2A3jLgYAAAAAtq+oOS5sJ0xLS6tbt244EzUVbsm6AtAAAEC8hDcqUaYhNTV1fdmQaeFNi9wAAAAQhYzD+4XwZiG8TYg6Nqo2+hwT3ciEOxZVb4bz4Ux4IxMAAAAAANtbrDkubCcMp1E74ZY0FQpAAwAAcRHdk8QGdUtKSgpnSssEAABArZdUJiqYDEUPq3z456BcJWd4IxN1vbiRAQAAAIA4KT9WQhSA3sJ2QgFoAAAgXqIblZSUlChAEI39HAkAAIBarM4Por6NSIKMAB37C5vR7UxJSYm7GAAAAACIk43bCaMA9I+2FtbRZgcAAMRJLO4ciz4bNQ0AAIiJOjZiPRxb+Kct4638XUzsXiYAAAAAAOKj/HAJ0TT44c+1bW4tzXYAAED8RHccscSAGxAAACAm6sOI5Z4TZATo2G2LGxkAAAAA2AHKNw9ueVOhADQAABB37jsAAIDNSJDo8wbcyAAAAADAjrRV7YQC0AAAAAAAAAAAAABAtZESAAAAAAAAAAAAAABUEwLQAAAAAAAAAAAAAEC18X8AAAD//6s6tBAAAAAGSURBVAMAiyl6tkx0oP4AAAAASUVORK5CYII="/>
</p:tagLst>
</file>

<file path=ppt/tags/tag7.xml><?xml version="1.0" encoding="utf-8"?>
<p:tagLst xmlns:a="http://schemas.openxmlformats.org/drawingml/2006/main" xmlns:r="http://schemas.openxmlformats.org/officeDocument/2006/relationships" xmlns:p="http://schemas.openxmlformats.org/presentationml/2006/main">
  <p:tag name="MCDIAGRAM" val="mcDiagram:25d9e851-f712-4f1d-accf-4ee7e2a76413:90d988cd-3af8-4fcf-b42e-4bd3da3da29a:0:1"/>
  <p:tag name="MC:BASE64" val="iVBORw0KGgoAAAANSUhEUgAACEMAAA8ACAIAAACN78ZKAAAQAElEQVR4nOzdBXzbdf7H8e8vSd3d20m7zt2FMcMZMmTYn4M7OA44DncdzuFyOAeH3uHusg3m7tJZfXVv08jv/01+bciStOu2dkvC60ke4ZufJfklzdrvO9/vx6CqqgAAAAAAAAAAAPBKBgEAAAAAAAAAAOCtSDIAAAAAAAAAAID3IskAAAAAAAAAAADeiyQDAAAAAAAAAAB4L5IMAAAAAAAAAADgvUgyAAAAAAAAAACA9yLJAAAAAAAAAAAA3oskAwAAAAAAAAAAeC+SDAAAAAAAAAAA4L1IMgAAAAAAAAAAgPciyQAAAMAfkaqqAoDPUhRFAAAA4A+DJAMAAAB+jtAC8D8ef66JNwAAAPwVSQYAAAD8TUfRBZEG4H+c0wvnn3FSDQAAAH9CkgEAAAA/4R5UuCzp/CYAH9JRUOFYTqoBAADgTxT+fgMAAIBP6yTA6KQh9pdk8HuyAI6oTuIHxyrnbbS2+5IuHhMAAADejDEZAAAA8FUex1g4X3dl4X4PC+BI8Rg8uMQYjmvtJ9c9zxBuAzXIMwAAAHwOYzIAAADge9yHVni8bmtYjKaa3WpDsaW+yNpQaG0qtxjrhblFWFpUU5O8FgC8lj5I0QcLg/1aH6gEhOqi+upjsg1xufqIDOGWZ2jcl2sH63zEBgAAALwWSQYAAAB8iccMwz3AUI11rWVrTXvXWMrXWWp3CQD+R9HZUo3EYYaEYfr4QbqAUMWJcAs2yDMAAAB8F0kGAAAAfEPnGYbGVLm1tfA3U8lSa80OjwexmKytLVbVYrVahGpVrRbbRf5WLAB4I1WnUxS9ouiErWG/DgzT6/Q6902VmFxD8tjAjKN0EemODEOns22pXXscrtG2L3kGAACAdyPJAAAAgLfrKMNwMFduNu75qbXgV7W5fJ8dLdaWRqux0WRqtspLa7NMMAQAX2cI1AWH6wPD9UFhhpAI1+qPSniaIXViQOYMfVSWFmYonrRtTJ4BAADgC0gyAAAA4NXcy3Q7M+1d3bL5v6bSFc67NFS2NtWaWxvNrc0EF4D/CwzVBYcZQmMDQqMCnJfrUycHDThHF9XbkWe4pxqCMAMAAMAXkGQAAADAS3nMMLSG1Wo1la5q3vimuXy9Y/vWJnN9eWtDRavFIgD8ARkClPCEwIj4oIDg36efUpLGBA38P0NMX/IMAAAA30WSAQAAAG/UyVAMc31x08pnTCXLHBs3VLbW7jUaG0gwANgERxqik4NCo38foqFLOypwyKX6kBidnZZnONfPcJ5yShBmAAAAeBmSDAAAAHgd5xhjH5bWpo3vNG9+T7GahL0MRl1Fa22p0Wzkd1oArgKCddGpQeGxAYo9sRABYYbc8wL6nKg3BDiSDJfxGcIpwyDMAAAA8B4kGQAAAPAiHQ3F0KaTalj+uNpYqq1uqGytzG+xmPltFkBnDIG6+F4hv4/PiMgKGnm1PiZH58R5yilBmAEAAOB9SDIAAADgLTzGGDLDUK3mxlXPGbd/pq1tbTaX72pmLikAXRcSqY/vFdZeP0PR554bkHu2Xq93yTOYaQoAAMA7kWQAAADAK7jEGLYAQ5tQqqmifuGdlqqtcqHFZK0uaqkrM8rfYwUAHAj5qRGVEhSTGqTo7eUxEkYEjr5JHxSu2xczTQEAAHghkgwAAAAceR4LY8gww1y+oX7hXWprrVzVUm/em9dgMQkAOGiGICWlX3hAiN52IyQxYNwdhqheMsBwjM9gpikAAAAvRJIBAACAI6yjGKOlYGHTovuEaptFqqa0pSq/maEYAA6dohMJvULC44NsN/TB+tG3BiQNdw4znAdnCMIMAAAAL0CSAQAAgCOpwxhj1/dNSx+Ri61ma9nOpqYaswCA7hOZGBiXGaLoFKELkGGGIWmklmS4D84QhBkAAABHGkkGAAAAjpgOY4wdXzctf0wuNxstJVsbTS1WAQDdLThcn5QTpg/QqUKnH3WTIWWcvl1HYQZJBgAAwBFBkgEAAIAjo6MYo3nrx82rn5PLWxvNxVsbrAzGANBjAoKU5NyIgGBbDXDdiOsMaVMIMwAAALyQTgAAAABHjutojN0/ajFGc42paBMxBoCeZTKqxRvrjA22zxrrmifNe1ebzWZLO/mhpH00acmr8zUAAAAOJ5IMAAAAHAGODkHnGKO1ZHnT0ofl8uZaU8m2BnoLARwGFoso3txgCzNUi3XVQ+bq7VqYYW3n+Jhy7EKYAQAAcJiRZAAAAOBwc/l2sxZjmCo2N/x6l1CtLfXm0m2NQjB/C4DDRH4alWxtaG02C4vRunyeuS7fMTKjozyDMAMAAOBwIskAAADAYeXyvWYtxrA0ltfPv0VYWmVPYulWRmMAONysFlG6pdHcalFMDeryey2tjc5hhrovAQAAgMOLJAMAAACHj0uV77Y56M2t9QtuF6YGk9FasrnRahUAcPiZTWrJlkaL2SpaKiyrH3euluGcZwgKZgAAABx2JBkAAAA43FzKYzSuft5au0N2EpZubbCY6RkEcMSYWqx7tzfKDymlYpU570OPc0xZ7XErYQYAAMDhRJIBAACAw8RjeQxj/gLTjs/lkso9TbIPUQDAEdVSb6kubpENZfu7lspNFidU/wYAADhSSDIAAABwOHgsj2Gu3dO87BG5pKHKWF9uEgDgBaqLWlrqTYoixJpHzU0V2sgM99LfZBgAAACHDUkGAAAADh9HhmFnaVx8v2oxmlos5TuaBQB4C2VvXqPVZFVMdWLTy+4TTFEwAwAA4DAjyQAAAECPc59XSjLu/Npau0suKdvRRDcgAK9iMYmKPbaEVSlfYSlb7TzBlHOeIQAAAHBYkGQAAADg8HHEGBZjQ8u61+SS+gqjsdEiAMDLNFSZmuvNsqHb+prFZDSbzbahZPtWy3AZnAEAAIAeQpIBAACAnuUyFEObXaplw+tqa53VbK3MZ14pAF6qYleT/MBSmveK/K86mWMKAAAAPY0kAwAAAD3IY6Fva3Nl644v5JKqoharWQCAdzK1WGtLW2VD2f2ptbXRZY4p55hWMCwDAACgJ5FkAAAAoMc5j8aQ182b3haqxWy01O01CgDwYjXFLRazVTE3ioLvnMdkUC0DAADgcCLJAAAAQE9xGZChXVtaqk27vpHtmhIZYygCALyY1Srqy+zDMvZ8YZUBbPuYDEc6KxiWAQAA0PNIMgAAANCzXAZkGLd+IKxmi8laX86ADAA+oKbUKD+9dJYGtegXl2EZVMsAAAA4PEgyAAAA0OMc31a2mltbd34l27WlRlVlQAYAH2A1qw0VtuRVV/CNe6kMhmUAAAAcBiQZAAAA6BEutXC1Lr/WkqXC1CiX1pUxIAOAz9DqfutbSkT9bi3DkGGGY6gZwzIAAAB6mkEAAAAAPcwxu5Rpz4/yZmON2WoRviIg2BwSYwwMM+kM9kjGrDM2BDRVBVla9QLAH4OpxWpssgSF6pWShZaIXjo7+Zkmr7XPN0VhkBkAAEAPIskAAABAT1FdtNZbSpbK5Y2VrcIHqAGhlt4TSxL61bqPZFatyt6NMbsXJ1laddQtB/4IGiuMQZmhhvJFxr5zrXq9o1SGI8zQhmXISINgAwAAoNuRZAAAAKD7OU+04ujjM+bPF6pF/tdYbRJeTlFzjymMzbboUo4TIb2EtUXs/VS0FPy+XqcmD6lK7F9Tvi0q75dUQc0PwN/VV5hiM1TFVK9UrbcmjnKuk8HIDAAAgJ5GnQwAAAD0oN9rfVutlpIlst1Q1erl88kHhpmGnbkjfuxQXe6tImaCCE4Rob1Fr6tEcIbLlroAa9Kg6sGn7DYEmQUAv2Yxq831tp90XeUqqxPnARkUzAAAAOghJBkAAADoES5de6rVYqnYIOxFMoQXMwSbh521Izx3rEg+VeiDfl+h6NyTDE1UeuPQObv0Ab5T+gPAQWmqsY0n09Vstlgs1n0Jt7FoAgAAAN2HJAMAAADdzOPUUpaaPGFpkUuMdV49tVTviaWB0ZEi8XgP65p3d7RXSIwxY0y5AODXmutsgaW+Za/VWOsyJsPREAAAAOgB1MkAAABAT3Eek2EpXyfbrc1mixcPXYjOrE8cUCvSrxW6wH1WmGpF8bvCWNzhnopIG1FRkRfVUBYiDlmdUf2tWN1YrhbUi7JmYTKL+FAlIVT0j1WGJoghCd4+Ef9TK63f7bY1np6h9I3uqUf7v83qG5s66zWOCRIxwSIuRMSHiJwYZWaW0Ov282CMZnVZidhYqe6uFWVNamWzEhGoRgcpyWHq8X2UUcmevwf28lrrJ3m2RohefXamLjl8P/cifxxunK9uqrS1xySLuyd19vWyH3Zbn1hpa1w6VDkl57C+9N14148vt/6Yb2s8N1PpFXVgh9pRoza2iqGJXvG2b20yy8BCp1P0NRutIZNVJ8LpE0/Y634LAAAAdB+SDAAAAPQgRzef2Z5kGOu9egqmtGGVIjBWBKfus7R+gyj5UFjq9rOzIhJyaw49yfh+t/X19aKm1X7EdjLSkJdVe9V3NovRydYrhusSw+gn3Y9qo+2ys9bW/nqX+vUu8dAUERzQ4Xn7bpf67hZrWZNjA8V+EEUeZFedsrhE9I60/mWYGJ7oGjz83yBlWYm1uFFptijPrLLef5RedOqTvLYYIypIvXoUo+Q71GxW39usfrxd/G24tyQZ8l1hrDeHRAXoardYkia6DMsQ9k88R4ZBAXAAAIBuRJIBAACA7qfuy9bVV7NDLjc2eXWSERrXIgwJv99WrWLvx6J6URd3j05vEIfmg63Wf2/4/WZkkJoQLEIDlPJmtbxJsdhHIKwoVW7/1frY0bqIIDpJbYYm2C7uao2islmsK1cbTLYTtb1aPL9WvWa0h5Mm36IvrlU/t71DbWsNikiPEOmRamqYUmcUpY3qmnLb8l114vaF6oWDrGf23yd+CDIoV4/W3Tjf9vLILb/dpR7bu8OXZm+j+vZGVbujq0Yq0cG8iB36rVD9YJvwNsZGi0wy9I35pn3LfXsMMwAAANBdSDIAAADQnVymiW+vkmEUxmp509TivUmGoqiBYWZhNf6+qOI7Ub1YRJ4jDOmi6p8i/h5h3CDqPxYJ94iWFbbGvkJijUJRhXqQnZjbq1RHjDEtQz0zV5cV9XuPeYtJ/SlfvLvFWtWiFDUoz61Rbx5Hb6lN/1hxzoAORzY0tMqzqn6zy9b+YY84u7+a6jb7U3uMYTMhRb1ypM4lYNhRo765UV1eKlShvL5RlDVbrxixzz0OildmZ6uf2eeYen2DdWyKLqaDiOKplWqzxbZqWoYYn7r/ARkjk5UHp9gaKeHiMDuCd+3NTEbbh5iupcy5PIZzpEGMAQAA0BMYywwAAIAe4Yg0bN189YVau7XZe8vhBoaZbF+UN1VqlcmFca+o+F4+fBE8XCgGoYQKc5EIGWcbtGHaLUKnux9BdmAGhpjFwfo0z6o15uSI68fqs/YtJxAcoJzQV7lnkhJmsJ3DhYWiqJ7awvsXHqhcMULJ9xxEYAAAEABJREFUjWk7Vz/nu27wS4FVizGC9OpVI5XbJ+rdx0n0jVbunqS7eLB8hW3H+WqnWFjgevL/NEhJDbMtrGtVXlrr+aX5aoe61l4YPjFU/duILvV3xwYrQxNtl4TQw90/fgTv2puZmm0/pzpLk2pqdI8xnIsDCQAAAHQfkgwAAAD0FEd3nqW+yHbTqlpMVuGtVG0shdUoiv8rTHWi7Mu2FaYiYSoQ+nhbgGEuEUIvWvOEtaGzgxyUvJq2fU/t1+FB+kTrpmW1rV1cTFdpl+gUZUJq20nLr9vnpDWZbfNKaW0ZeHQyK5Q0J1e5cFDbBs+utta07HMobY4prb2gUCxze3UqmtQ3Nra9/68ZpQsLIB7wSSZj24uoay5xn1pKuI1LAwAAQLdgdikAAAD0LNt3lhuKhW1AhlcXyWhtDLCYdPoAq2hYJ3ZsFqqpbYUuQqhm+4CM8UIJEqrFNizDsdaJuVlvaj74X7At1rbyCZ33cA+OF/ML1OggxWrdZ8M/f2MpbVSOShc3jdOVNKqfblfXl6sljSIuRGRGKMf0FmOTlY7mvdlVq/68Ry1qEGVNtrIQQXqREq6khYvcODEtXXGpkv3FDuvza2yN149XalrEB9vUdRVqVKCSGSGO76OMSOrw4ct3wmPLrT8X2DZIDxf3T1Hi27/sf9l31oJ6W+OWcWJyevd/3SomuK3RtO+YmS93qHVG22MYnazOyNLv9zin91N+K1a3V4sGk7KwUD05e58n6zzH1HNr1MEJthonjrXPrLZqFTtO7nsA9at/2G19YqWtcelQ5ZSctr2KG9RLvrV1l1810pa+yJu/FaobK8XmStsz7RUlBsWJ6VmKx7BkYaH1p3xR1qhWNNtfiAg1JUzkxOiO7yMC9cp+79ph9V71+93qzlpR3iQSw1T5HpuSbnvtPtpmfXW9bYOXj1XcJ/KSTBb1k+2qfKh76kR9q5oZqQxNEDN77bOxfPe+tO73PODZ1bboSDZeOVZJCT/CCZDFpFotVp1eJ5r2WqNyPJbKcGCyKQAAgO5CkgEAAIBu5jLFiq1tL5LhzQMyNC11gWFx9qmlnIOKgEyhC5cPXwTl2lONJhExVzR87r57fVmIOARZkaK40db4LE+9cHCHvZ9T0nWyy7gTvxRYn20rxmA7SHGD7bKkRIxMVG8Zv0/furC/Rq+uUz/Oc16myO7+aqPYVCm+3yM+3ma9b7IuMczD49nbKO5ZZG0y2+6ozihkFHFS384e2L9Wq44Y46GpSsxhLHa9taqtIU+yswUFbY1Tsrv0YPQ65dheYnu17e09v0CcnO26wQWDlBUl1uJGpaJZ/GejetnwtsP+tEddUWprZ0SIiwYf6hPXJrnSrCtT712svQo2DSbbC7GwUHyzS/3nNBFq2DeFyrM+v7b9GHZbqpQtVeLnAvXrXTIDE72j9v/YZBTx2Ap1YeHvS/LrlPw68WuRuLhJ1SnOD9L1aNUt8m1g3VjpWK5srhLy8tF26xUjlFm9fGPOAHOrNTBEpzPVWlS1o2EZBBgAAADdiyQDAAAA3cb5+8j71MkwNcuG1ertk67UFYe2JRnOjGtF+Mm2RtBQYdwo1GYRNEiUXeO+e/WeCHEIZmfrFpfYTtH/toqCOuvsbGVgnDDoD6w/dFuV7MWWp14ZECsmpCqJoWLFXvXnfGFRxaoycf9i9f6j9jngu5vbYoxQg3p0ppIdrSSEquVNtq7/73bbjlPUoDyzWr13soeH8d+tqqMDXYoJUgfFd/hoX1pj/cpedrtXpHrfFN3hjDE2Vqg/5rf1qk/L/P1+6422IQXCNv2UOiiuq33oY1OEstp2ZmT/e4tJdRmwEmqfY+rG+bbX8Ysd6jG91D7RMuZRX1uvand03WhdkOFQn7tqey62Ay4rkQGJMKvK8ASRESnkT5h8srvrbMffXSfe3aT+eejv9/VrYVuMER4gZmUJ+cBkY3etkCensMGWf8xbZH1uli50fw/vifYYQz6dyenK6CSl2awuLRGr9gr5NDMinB+kqweW2EKXqCC1X4zSK0qUNYqVe9UGk2KyKi+sEUMT1CR7ZjYxzZaprC5T5c+CdHqOGJNsWx4bLLyBqo0usxfUcRmHQdFvAACAHkKSAQAAgJ7yex+f2ZZkqF49uZRN4YqElEFVrrXkTKVCF2ZrWBuFaYfQJwpdlFDculStonxblDgEQxOVs3Lbum4Xl8iLGqJXB8QrQ+KUAfGif6wI6EKqUdpk6z/+61Dl5GyhdadOyVBO6qM+ssw2UGBNufg5X3X05pc3qe9vs3Xxhweoj0zVtdcYt10f21vMyFK1HnnZQy07/SOCXO9dLu8dKS4YLAbFKfaZgmxDFjw+qv9uUT+1V9WWMcYDU3RRbjHG1aOVVvu8T5mRols0mtTielvvvOzZ/2GPra/f9qR62Wp3O7aRff2aPlGi6+lCXIiSHKaU2EfPlDeLjADXDWScc3Jf9fMdtq78Z1ZbH52q+/cGtdpoW3VWrpIT25193EtKZOe+eucEnfNhv99tfdI+K9Q3u9RzB6oh7U/t/a1tr/UT03WOqZzGporT+ol7F6sr94qyJmVJkZie1dk9bquyzrfHGMlh6g1jdP3j2t4zJ/UVH2+3vrJOaLOEdUTGGKdmi4uH6BxvlbJG9Y5fbVFKi0UsKFDP7G9bnhAqEzX5eNoSgtTwA5iP6zDQQlnF0uIy+EylQgYAAECPIckAAABA93MekGFrm5tk22rx9m6+1saAwtXx6aMqnBdu/v6XAbOsIu190bRIBE8QEWe3bBxeumVvr2FOG6li12/J5pZD/e36/wYpMUHitQ1Wk70GRrNFkWnBqr228xaoVwfHKVPSbZUwgjstFi2Ditn7VjWQ3dwXDdHdv8R2nM92WKdlthWEWFSstlq0yg1Kltu0QrJHfmyKuqzE1i5p9JBkyB7y2yaIlHCdfWPRUYGPL3ZY/7PR1ugbpd472UOMIfU/hP59mf38b+v+Jy6bkCIc9bo1Ne3Db8IPsPh2dJDQkgzZ1Z4R6WHfCwcrK0tt0dG2KuXpVbYoReoXI87p3/3d8ecOdE1HZvXS/ZRvXVduiw321Ir+cbaFZquqlZQfEOdavkImZKfliKJ6NStShAWqnRdq+Wh7W+P/BirtMUab03J0exutn+/oZG8xME78Zeg+9VoSw5TzB6kPLbW1t1QJn2DVqq2Ym92nlnJuMDIDAACgG5FkAAAAoEfsM+OKfUyG9ycZUumG2NShlboA5wdfJRo+EY0/C7XePqWPGmgQrc377GVq0ZdtixaHTHZ9zs4Rk9J1X+1UV5SqO2p+n6JHRg6rysSqMvWNDeL8QeKYXp4HQMh04ZwBHpZPSLUFCTtqbX3rlc1qXIhtm+N7KwNi1V21yohEz48nNayt0WL2cMzhSWpKuIcq2b/XQBDqT3uEVh5c3vv9U3TucUhPk49hWIJyQl8xKc11/qhaY9urHB4oDkho+ziMymbPTyfEaY4pLcaQQdS1o3UHOlfYfoUZ1GOyPMyL1TdKyCRDamhtW2LQKaEG28xOa8vVRUXqxLR9HsmIJOXV4/f/2Ixmdbk92cqIsI31cd/gzFzl291WLR7z6OgM4d6/PyS+bbKsWqPwCVaLLTlTVKNzbiH2/dAThBkAAADdiiQDAAAAPeX33j2rrT9V9faC3zbG+sC8n9P6HfN7OWPZFZm3QvQdVav1SZpbxfIvRL9xTvuoYvuPaebmbvvVWsYMFwySF5le2MKMDeWqzDA2VKhW+xRJNa3i2dXqmjJxw1hb97TLvr2i1NRwD13bskc1N1bZYS8LsaNa3oWtEahX+sXKi+vGFU1qfr26oVwsK237hr5Z9fBV/Zxoz720jt7chYXifdtoCdtmZ/ZXeijGSA61zXTktEDZVNU21qR3pLhtoi4lzPP92ouf23asahEHpLy57WxEBnU4gmFQvHJSX/WL9gEKFwxUPI7eOESJoYrHQCuk/am1Ov3QzchSPt9hi8TuXyLfJNYxScqYFGVI/AHUYtlVa5sDSsqOFjpPffTyrTsw1jaJWUcyIjzsFR2sBOpt+UeT2TdmZ2qfXaoteHGPMcgwAAAAuh1JBgAAAHqezvYldkXnG117Fduj0keVh8a1dVPmThRFW8SetaLXcNvNpZ+KoTNEhFPvf01+ePXubirvsC+ZNAyIs00HdGZ/W6WKRcXq97vFZvsMPL8WidRN6oWDXU9pZGCHJzkxtK1R7fbN95oWdXGxKvupC+vFzlq1vtVpWIWdx/n/O7kvjb3mR9s2r29QRyWroYbufw8clSEuHLzP0JCyRvWJleq6crGrTty+0HrzOF1OjIf7jQ9paxTUH0AHusWqFtW3HU0b2tKROTnKFztsRw4zqKfldLWi+AGJC/X8yB3TZVmdIqiLhyhbq63bqmw3ixuUTxvEpzvU8AB1hIw0ksXY5P1HTWWNbY340A63SQqTUU+Ha0MCREcPuNX2aH3jI0Jn/yhTFYN7uW8BAACAntEjv08DAAAAmrauPb2tPrbiI797qqpSuTPS1v+r2L73o9OJhCxRusu2ymISZuM+MYZUuilG9DzZy3xsb92j03SXDG1b8uUOtdHk2nMaHtThERyrnL/5vrNGfWSp9aJvrM+uFl/uFGvLhRZjBOrV4QmiX2xnPbNBXfhaVJ8oMS7Z1ihtVN7ceJj6eRPDlPsmt02ZJe/3nt+s5U0e7jqhPQaQT7mqpauPraRROKZJSwjpbEtDe7yi14ke+ob+ASVDMhh7aIrunP6il1Pu1mBSFhaKx1eI875Un1tltVg7Ow817RlYdMdvs87TnQC/+ANUC2VV/e9nwbkykAAAAEAPYEwGAAAAepyit83Co/ORMRlSTUF4xslTReQIUfiqaNppMopoe7e4Tm9LMlw07A0Rh+zrXda8KlvlhstH6mKDOztRp+bolpdY1pQrjWZle7U6PHGfjaubO9zR8YX6sPbub9m/f+tCqz26UEINav84RfZxZ0bKnm6ld5Ri0Csvr7VuO4QizPJo905WrEJs/M4qe8w/yxNTM9RDKe7ddXqdcuNYcc3PVplkVBuVB5dYHzla5zIZV3KYkhKmarW7f84Xc/p16cgLCtq6qvtGqdHBPtYxH2RQzh8kL2Jvo7q8VF29V6wtU5vtM3HJeOarXSI0UL1ocIcvUFz7UIxOClrUtPh/V77OPh+XVbHVVyG6AAAAODwYkwEAAICeZevpM9jHZOiFr2ipDRTmWttQksy/ioihxkbbsAxhH1ZiCBRWyz4bGxsDxCHbXCG+2S0WlyibK/e/ca+otr7m+lbXVeVNHe7lWBUb0tb3+ubGtomkZmSKd07S3TtZ9+ehulm9dDmxilY7wf34B+Tvo5ToYEUGMxcMbHvAT65QTYer8HtkkHLd6La/d7ZWK//b4nq/iqKc0Ket/f5Wa1e64Cub1Q+2tW12bG8fLoSQFKac1Fd3x0Tdeyfr7ptsq5ah+SxPbWjt8Dykhrc1KjyY+N0AABAASURBVDsOzMo7XuU32kLZ9jEZHst9OxB1AAAAdAuSDAAAAPQ8++xSPjQmo7UxoLVgkbFwgdUqWkKO3bFS7FkvVnxhu7Q0ig0/i21LRfE2YWwSTZVBojsm908PbzvINzv33++ZX9fWSHarZV3aJPbUejiCzA/WlduWy4Qi1140wmxVFxa1LblkqBLgqezznvY7Ug/qOTqmEjqxr9LfPlFVQb14e/Ph69gdGK8c16ut/d4WD2dGphGJ9jmmZKLTlQf29ibVaB/BEBMkjs70pSSjpMH6aZ71mZXW1Xv3eZoyshqRpNw9UUm3pxStFqWkscODpLUnGWvLVbOneaiaTGpXorgu8tqa2dpEeaouWAAAAOBwIckAAABAzwuKlld6n5oj/9N1f/rvKw2/PvF2+cfvBloih8QFDUu0XZLighMNkUpjysb1A9/74pgvtvxFdIdJ6UKn2LqGV5WJT7ZbO9lyfbkqt5GSQ0XfaA8bfOEpC/kpX1S22DqGhycKrbCzxWrrtpaNQJ3qsdTzpgo1r6atbTm075UrivL3kdqUPOKjbSKv+vCFGX8arMTY5jazzZ70zCrV5QvyYQHKFSPanvvXO9WX11qNZs+PrcWkvrDG+u3utpvXj7XtK3xHWZN4aa1t3M/P+R6eYHCAEt8+UicqsMODBOqVyWm2RkWzsqDAwwZf7VQbTKK7BLRHGZbD937pEr291r01IFIAAADgcKFOBgAAAHqWrdZxqK3oc6BPFRWobu61d9iZe4SYL2/EiS8cK4a0/T8grcmkBqfv+UV0h7QI5exc5d0ttvbL68SWKuucfkpOzD595aUN6re71c/zVFs1ciFOyVZ0nr61/tMeMSBWnZ71+6rCOtUxt9IZ/dqWBxmUPlHqzlrRbFEWFqhTMvY51Joy6xMrfr+pZR6HoleUcmq2+uF2W6/00yutj0/fp2rFliq11WxrZEaK6ODuTAhkSPPnobpHl9ue/uYq8VmeOCVnnw1GJ+tO6mv9YodQhfJJnnzi6iXD1MHxiuPhmS3q+grx4lq1oL5tl9NzZCDkY98Jk88oOlCtaRU/5othidYZWfs8/o0V6tpyWyM7Wk0M6+ypXTBIWVRstaryvWodEKdLCf/9xZIB1cfbRDcKMrS9aSu9acYqRacaAm0z5VmCEtqW2H8MOyrqrnjt0BIAAACfQpIBAACAHqcLT7PI6wCdTu9aZMJrRdbuqU/Lnhr/76zQNaH6OrPa9k31AMWoU8zlrVnb6ictr54TVbtTdJPzB+mqjdZvdtnaCwvlRU0JU5NC2zpzm822Yg/2pu16Uqo4KdvzcVos4rEV6s/56rhUkRAi8uvFR9vVOqNtr5P6iqFOFcJP6KM8u9p2/EeWW1fsVQbHi+ggZU+duqJUyL57Z93yRfvzBiq/FamlTWJHrfLRVnHWgN9XPbmiLSe4ZZyYnN7NPb/TMpUfdlvXlNsO++ZG68Q0XULoPnfxlyGKQVFljCHtrhO3LRRBeuvAOKVvtOydF5tkyuIU5MzJERcO9r2+ab1OuWS4+s9ltvbjK8SSYuvIZJEUaquesq3aNlBDtb+v5uTsJ6FJj1Dk6/jmRlHcoFz/s3p6P5EeKc+P7eaHW62NZiVE31ZC3HDIJyne9jLZ3p8fb1dNVqu8FxnvJYUd4ZMfENxW8McalKDbX4wBAACA7kKSAQAAgB7U1sEXlqbdDAjRGxt8I8qIrdy00zj7673Xynawri5EXx+ka7AKQ6s1pNYU32JSAvT6UGNlVO1u0X2uHKH0jlL/vd6WRkgljfLi2kOqU9ST+ioXDvQ8ICMmSMzIEh9ss81SpU1CZWfb8uxc2xfqnTc+rrdYVGTbzKoqP+wR8qJ1HGuGJYiZWYoMRYStYEbbQJBDEWRQrhip3vGrrf3uVuukdF1axGHq/71ylO7v31tlD7u8PLdavXvSPvcboFcuGaYMjLfKDnotUDFalNVlYnXbCWzbODJIvWSIznmwi285OkO3p9b6v6229qJi28WJIp/dxYOVo7pQ/GNuf116uFWGTzWtymsbHG8YVa8oV48SCwqVVXttt0MCxCHKihQZEbZXxGRVPt5uW3JUukgKE0dWoD3JUBWDJSBav+/PoGInAAAA0ANIMgAAANCzbH17AWGqIUwxNwYE+UySEdZUFrrs1Q/CJ+p1uuDAILmkpbVVp5jM1saokKbU2Ni06Oi0/AXBxhrRfeSpkinFmGT15wJ1cZHI2/fYscHq9ExlZpYuI7Kz3tKLhuj6x6nvbbbm1Siy0zUlTAyIFyf1UbKiFPe7mzdZ/JSvfrdbrWgW5U2KRRXhAbYphk7oq5uYaqul8cp6tdZoG0vx5yGqx6rgB2Rkku6odOuCQtt0VU+ttD48VXd4en5TwpRzBupeW2/rdl9eKn4psMpufZdtJqXJp6wuKla/320bqVBrFHWtIipIleFQSrgyNUMZm6wY9L7dT33hYN3RGerH29VdtWp1i+0JJoSIzEhlRJKYmq7zWC7Fo8npur7R1kVFyqZKdVOVGhtkG78ic6+hicov+RZ7rW41/JDriBh0yn2TZSynbq1Wd1bLd4pqL2JyxMdk2N455sDfp5Zyfw+TZwAAAHQ7RVW9rHoaAAAAfJb2u6W8tlqt8tpisZjtTNKSu5Sq9bWlxsp8b5rzvlPFCcNX9b8gMj3FYAhQhVpXUCyfVGNLS1VjQ0VdfUtL/S2V/wu1NArv8OdvLKWNiux2f+skHyvhAH9y+feWPXVKZKD67sl64Y+Sc0JDYwKbokc39r4oMDAwICAg0C7ATt9Ohhk6ne0nkVQDAACgWzAmAwAAAN3P9vVpe6qhOMT0F1XrQyJ9qXMzvHrHlj155rJSg15vMbY2NDcbdLqQwMDQoKDU2NiY4KSASrMA/kieX2OrV5EaJs7s7yEw216tyhhDNnJj/bX7Xg2JtE2b1RqW46iQ4Vwqw+UmAAAAugtJBgAAAHqKoy/P1ogZKBuBoTIUEBYfKfodrFiGpaeFpWaFxEabTKaqwmJjU7PJYmlqba1qqDeX7NGZjUd6qhvgsKo3ivmFtka/WOuwxH3CjPpW9ckVVm32p+P7CL8kP8EU+wxjpvBsnbIPQXoBAADQk0gyAAAA0G0cQzGcl2i9e7qYXIvQKcIaHBnQWG0SviDQ1JS3fsHWLWna87JarTpFiQ4NS4iMyIiNywpt0u8VwB/Kaf2UpSVqi0XctlAdn2IZkqBLj1CrWsTuWvFzga2kirBV0VDHpfjn1FKhkba/oM36cEtQgl5xJQAAANBjSDIAAADQI5wHZNja+kA1Klup3RYa7TNJhjSrcfW2sNhWJUC7GR4aalWtJTU15eVFE6q/EMAfTE6McvUo8cRKq9GiLC4Ri0uck0tboe85/ZRzB/htpZbQGNtf0Kbwfu5zSZFqAAAA9CiSDAAAAHQzrRdPVVXXbr7E0aJ2W1iMoWKPUK3CJ2Rby8+t/umD1hxjcITQ6ZvqqoTVEtJcd0HQxlRDrQD+eKZkKEMSdJ/mqWvL1BqjqGxWooLUpDBlcLw4ppcuJdxvO/ENgUpwuO0v6OaIQVpBb+2DTWto27hkGEQaAAAA3cV1+D8AAABwKLRfL7W5mCSLndlsNkn1pcrCy+XasrzGhiqfGZYhVbbqvyoNK2oJEIroHdp6YlJjuMFHohgA3SQ6OTA2M9SqGPYOeNAQFBpoFxAQoF0b7PR2DM4AAADodozJAAAAQI9wmWvF9rXlkHhrVK6udmt4XIBvJRlxgZYLMusEgD+wsPhAYRuQMVQxBLkMyHAv/U2GAQAA0L38dgJTAAAAHBHuk6s4hxlq8mS5MCTKoOP3UAC+wxCoCwq1fRGwKWqU4wPNY4wBAACAnsBfkAAAAOgRiie6lIlC0csuwMjEIAEAPiIqxTYgw6IPM0cN0LVzyTMEozEAAAB6DEkGAAAAup/HkRmyv08EhFuTJwlbt2CQolCwDYAP0BlEZIItfG2IsWex7QGGxzmmHHsRaQAAAHQjkgwAAAD0FA9jMnQ6NesUuUYfoNN6BgHAy0WnBCs6xaoENsZNdR+Q4RJjMCwDAACgJ5BkAAAAoJu5fCvZeU55W5dfeJolYZxcFZUaJOjuA+DddHoRmWSbWqohdrIICNe5oU4GAADAYUCSAQAAgB7h8g1l5zxD7XOGqqqGQH1UYqAAAC8WkxYiP7UsQl/vNCDD49RSwinHJdUAAADoXiQZAAAA6EEuAzI0IizVmjJV2LoIg/UB9PcB8FKBITptQEZ93AwREKnzxH0aPQEAAIDuRpIBAACAnuVeKkOv11v6nqsaQnUGXVxmiAAAr5TQO1R+apkMsY2JM/ROOooxBAAAAHoGSQYAAAC6n0vlWw8jM4Iizb3PkqvC4wKDwvUCALxMRHxAULhBNqpSzhS6QOcPMI95hmNHIg0AAIBuR5IBAACAntVRmGFNnW4J6yVXJfUN1fFrKQBvYghQ4rJsI8Yawwa1hvdz5BYuGYYWY+jsH2EMywAAAOg5/MkIAACAHuGx3Ldjdik7gzn3L7bS30H6hD5hAgC8hCKScsJ0ep1VMdQkn6ZFF44MwznMcK/1DQAAgJ5AkgEAAIAe5xxm7FP6OyLLlHmK3CAsNkArqwsAR1xsRnDbvFKJp6pBsU75q+uADJdSGYJIAwAAoGeQZAAAAKDHuScZjj5BS6/TzZG5cpu4jJCgUH47BXCEhUQZopODZaMhfFhTzHiXGMN9QAaTSgEAABwG/K0IAACAnuL8DWWXaaac55hqHXClJSBK0SlJ/cJ0BgEAR0pAkJKUHSobrYHJValn6z3xOCBD251IAwAAoIeQZAAAAKDHuccYjiTDYDDogqKMA/6hCp0hUJ/SL1zRqQIADjudXknpH67T6yxKUFn6xTpDsPYZtd8xGYIMAwAAoIeRZAAAAKAHOffuOYcZzoVzZUehEtW3JedSVVWDwg2JturfhBkADiv5UZWcG2oI0stUVcYYalCcI7dwDjMcQaz2UUaYAQAAcHiQZAAAAOBw6KRUhkZNGt+adaawVf8OjM0IFgBwGCX0CQkOD5CN8uRzTGF9XT6gDHaOMMM5xhAAAADoeSQZAAAA6Fkeh2W4VMvQughN6Se0JB4tN4tOCYlKChQAcFjEZQaHxwfJRmX8ic1Rw10CDPcxGe7lvok0AAAAehQVFQEAANDjZB+fqqrORXFlP6Bs2IZiqKp2bbVa5bWp7wWKqT6oemVcVqg+QFdV2CIAoCcl9A6NSLBFp7XRUxrijnbJMJyHYjhmxmNABgAAwGHGmAwAAAAcPp3MMeXoNGzNvcwYN15uHJ0anNA7hJoZAHqITCKSc8O0GKM6ZlpN0mzniaSch2Jobfd5pRiQAQAAcHgwJgMAAACHgzYsw9EW7SMzHGMy5BK1nTHnL9aA6JDSbyISgnQGXdmOBtVKRyGA7qTTi5Tc8KBw2x/F5YlnNMWMcyQWBjfOs0u5zCsFAACAw+D3vycBAACAnub9OtZRAAAQAElEQVScWGjTSVksFtkwm82yYbYzmUzataHkh9A978m+QmOjuSyv0WTkF1cA3SMwVJ+cE2oI0ltVpSz1fGPkUMfYi4CAAC29cDTckwxtfjwGZAAAABw2JBkAAAA4fBy/fDqSDKudxc68LxlmKJVrwne+qrO2qBZr+a7mhiqTAIBDE5UcFJseJOMIkz6iPPX/TKG9nEdjuCQZzlNLudT6FsQYAAAAhwtJBgAAAA4rl4mktDDDfWSGI8ywNpWF5z0f0Fwo96qvMFbsauYXWAAHR6dXkrJDQ6ICZLs5uLeMMURghHuJ747mlXKJMQRJBgAAwOFCkgEAAIDDzSXMsLaztHMZnGExtQTvfjek8je5l8loqcxvbqo2CwA4AGpEQmBsWog+0DYxVHXMtNr4Y3V6Q1diDJ0TYgwAAIAjgiQDAAAAR8CBhhmSoXpt6J53DOZauWNzjaliTxOVMwB0RVCoLr53aFCYrbh3a0BCRdKZrfYZpRwxRidVvp0zDMpjAAAAHCkkGQAAADgCnAtmdB5mOKcaVlNTcNHnYRW/CNUqd6ivMNeUNJvJMwB0IDBEF5MWHBYTIJMHq2KoiZleHzdN0QfITKKjGMOxkBgDAADAe5BkAAAA4MjoSpjhnmfIhq5hT9ie/wS2FGv7Nla1VhcZTS1WAQDtgsL00an2DMOuOaRPReIZlqB4LZ9wjzGcG+4xBuUxAAAAjiySDAAAABwxjjmmRHue4RxmaNeOGMM5zLBazAFVq0JKvw40lmgHaqozN5S3Nla3qio9jMAfl4wYwuMDIhKCgsMN2pKW4Kya2Bkt4f21WEK/L/dxGMQYAAAAXogkAwAAAEdSJ2GG++AMx7VDQPXa0L3fBLUUaEczm9XGCmNdWStDNIA/mqBwfWR8YFhcoE7fljQ0hWTXxk43hmU7YgmPAzJcYgz3+t7EGAAAAEccSQYAAACOMI9hhnbtGJnhkme40DfsCq5aElq3Rmdp0o5pNlpaGiytjZaWRrOx0aKSawB+R6cTgeGG4HB9UJg+KNxgCNBpy8368Prw4Q1R4yzBSVoa4QgwXGIM9wzDkWQo+9KOTIwBAABwpJBkAAAA4MhzDzM6GZzhkbZZcM3qkKrFwY1bXY4vgw1Ts7W1xWpqsdiGa/ArMOAbVJ1eUWSsoBM6+7WiVwKC9QHBuqAwg/vWjWED66PGNYf1d9Todh6N4cgqXCaScskwHDGGc4lvQYwBAABwRJFkAAAAwCu4FwB3HpzhCDM8phqO0RsaYWoIaNge2LA9qGlHWyENAP5IFYoxKK05pI8xNNsY2lvVBblnGC6jMZyjC49VMRxJhiDGAAAA8BokGQAAAPAWHsMMl8EZ7lNOOYccLmwHNNUHNOUHGEv1rRWG1vKA1nKDuVYA8DUWXZjVEGbWh5sMcaagJFNQslzYGpJl1QU55oDyGGO4DMhwaWhtx17O00kRYwAAAHgPkgwAAAB4EecwQ7jNNCUbzomFS4zhHmY4j+pwHEoeVrE06awmxWoUlhZ5ce6kpMvSp8nXt7KyUvZHR0VFye5pAR+nCp1ZH6rqwy36UJdcwXHtrPMBGR6v3TMM58IYgs8EAAAA72AQAAAAgNeQnYZtYYO94ehD1PoZZSChXWu0ttYjaav7rdc7JxzO+YfzXFXyaKohUss0nL/Ww1d8/IB86cv22mobBIZkBgUFCfg+LVXQtbd/X+iWZLjEEs5zRrmkFy5zSXU0FEMQYwAAAHgNkgwAAAB4F63r0DnGEE7BhhZgODoutdxCrtLaGkek4XFMhvPgDEGY4XdaW1vltXwPBAQECPg4lyDBOb1wLHHOITqaXco5w3DewH0cBjNKAQAAeCeSDAAAAHgj58EZzstl56MWaTiyDS3DcE4yXAZkOGKM38dktCcZztcO5Bm+S77ERqNRNgwGA0mGT/OYYQi3MMM9w+gkz3AZgcFQDAAAAB9CkgEAAAAv5R5maEs0jiTDOc9wDzA8jskQTmGGcCvOAd9lNpu1JCPQTsD3KR2XxxCeZpdyjiucGy4buB/H5e4AAADgVUgyAAAA4L0cM00Jt29MO+cZjmEZ7iMwPM4r1dGADJIMX9fS0qIlGQEBASQZfsDjOAmX+EH+4Iv2Ujru4zMUT9NPCU8ZhiDGAAAA8GIkGQAAAPB2jsEZooM8wxFpaKmGY2FH5TFcwgxBhuEv5Kuv1ckICgoiyfAnyv5mlxL7hhkuAYbzZmQYAAAAvogkAwAAAD5gv4MzRHs+4cyRajivFZ6SDA15hq+T7wfH7FLUyfADSgcVv4WnyaZcEgttrMZ+MwxBjAEAAOALSDIAAADgMzrPM5wbHU0k5XEoBgGGPzGZTMI+JoMkw58onqpliA6GaAi3AMN9R5fDAgAAwMuRZAAAAMDHOOcZwq1P0zHZlHCLLjqfUYo8ww/IF1FLMgIDAw0G/tjxE53ED464QrgNuVA6LeVNhgEAAOBb+OUeAAAAPqmjPMN5leJUYKOThgNhhq+zWq1akhEQEKDX6wV8WUdhg/sPu3tc0VGAIcgwAAAAfBNJBgAAAHyYo1PSY6Qh9k01nBsOpBf+RCvzLuxjMgT8jscQoovTRhFgAAAA+DSSDAAAAPiDziMN50IajoXuS+DrZIxhsVj0er1W7Rn+pysDNbqyHAAAAL6FJAMAAAB+xT3ScFnuvIQBGX5GxhgyzDAYDPRf+6Wuv6y8AQAAAPwMSQYAAAD8U1dmkaK708+YzWb5Qut0Ol7ZPxpecQAAAP9GkgEAAIA/hP12dDI+ww9YLBZ5Ta1vP0NKAQAAAJIMAAAAwIbeUj+glfuWSQavJgAAAOBPSDIAAAAA+AltTIbBwJ85AAAAgF/hV3wAAAAAfoLZpQAAAAC/RJIBAAAAwE+QZAAAAAB+iSQDAAAAgJ8gyQAAAAD8EkkGAAAAAD9BkgEAAAD4JZIMAAAAAH7CbDYLkgwAAADA75BkAAAAAPATjMkAAAAA/BJJBgAAAAA/oSUZBgN/5gAAAAB+hV/xAQAAAPgJxmQAAAAAfokkAwAAAICfoE4GAAAA4JdIMgAAAAD4CWaXAgAAAPwSv+IDAAAA8BPMLgUAAAD4JZIMAAAAAH6CJAMAAADwSyQZAAAAAPwESQYAAADgl0gyAAAAAPgJkgwAAADAL5FkAAAAAPATJBkAAACAXyLJAAAAAOAnrFarvNbpdAIAAACAHyHJAAAAAOAnSDIAAAAAv0SSAQAAAMBPMLsUAAAA4JdIMgAAAAD4CcZkAAAAAH6JJAMAAACAn2BMBgAAAOCXSDIAAAAA+AnGZAAAAAB+iSQDAAAAgJ/QkgzGZAAAAAB+hiQDAAAAgJ/QZpdiTAYAAADgZ0gyAAAAAPgJZpcCAAAA/BJJBgAAAAA/QcVvAAAAwC+RZAAAAADwE4zJAAAAAPwSSQYAAAAAP0HFbwAAAMAvkWQAAAAA8BNU/AYAAAD8EkkGAAAAAD/B7FIAAACAXyLJAAAAAOAnqPgNAAAA+CWSDAAAAAB+gjEZAAAAgF8iyQAAAADgJ6j4DQAAAPglkgwAAAAAfoKK3wAAAIBfIskAAAAA4A9UVdUaJBkAAACAnyHJAAAAAOAPtAEZgtmlAAAAAL9DkgEAAADAH2hFMgRjMgAAAAC/Q5IBAAAAwB8wJgMAAADwVyQZAAAAAPwBYzIAAAAAf0WSAQAAAMAfOCp+K4oiAAAAAPgRkgwAAAAA/oAkAwAAAPBXJBkAAAAA/AFJBgAAAOCvSDIAAAAA+AOSDAAAAMBfkWQAAAAA8AckGQAAAIC/IskAAAAAAAAAAADeiyQDAAAAgD9gTAYAAADgr0gyAAAAAPgDkgwAAADAX5FkAAAAAPAHJBkAAACAvyLJAAAAAAAAAAAA3oskAwAAAIA/sFqtWkOn0wkAAAAAfoQkAwAAAAAAAAAAeC+SDAAAAAD+gDoZAAAAgL8iyQAAAADgD0gyAAAAAH9FkgEAAADAH5BkAAAAAP6KJAMAAAAAAAAAAHgvkgwAAAAA/oAxGQAAAIC/IskAAAAA4A9IMgAAAAB/RZIBAAAAwB+QZAAAAAD+iiQDAAAAgD8gyQAAAAD8FUkGAAAAAAAAAADwXiQZAAAAAPwBYzIAAAAAf0WSAQAAAMAfkGQAAAAA/ookAwAAAIA/IMkAAAAA/JXi+HUfAAAAALzQ8uXLX3nlFdHdrr322tzcXAEAAADA6+kEAAAAAHixMWPGdHvkMGHCBGIMAAAAwFeQZAAAAADwdueee67B0G1T44aHh59xxhkCAAAAgI8gyQAAAADg7ZKTk4877jjRTWbPni3DDAEAAADAR5BkAAAAAPABxx9/fExMjDhkWVlZU6ZMEQAAAAB8B0kGAAAAAB9gMBjmzp0rDo2iKOedd55Ox99BAAAAgC/hN3gAAAAAvmH48OHDhg0Th2Dy5MlZWVkCAAAAgE8hyQAAAADgM+bOnRsUFCQOSnh4+KmnnioAAAAA+BqSDAAAAAA+IzY29oQTThAHZc6cORT6BgAAAHwRSQYAAAAAXzJz5sykpCRxgHJzcydOnCgAAAAA+CCSDAAAAAC+xGAwnHfeeQe0i6Io5557rgAAAADgm0gyAAAAAPiY3Nzc0aNHd337adOmJScnCwAAAAC+iSQDAAAAgO+ZM2dOF0t/x8TEnHLKKQIAAACAzyLJAAAAAOB7YmNju5hPzJ07Nzg4WAAAAADwWSQZAAAAAHzStGnTsrKyOt9m4MCBw4cPFwAAAAB8GUkGAAAAAJ+k0+k6L/1tMBjOPvtsAQAAAMDHkWQAAAAA8FVZWVkTJkzoaO1xxx1HoW8AAADAD5BkAAAAAPBhZ5xxRnh4uPvymJiY448/XgAAAADwfSQZAAAAAHyYjDFmz57tvnzu3LkGg0EAAAAA8H0kGQAAAAB825QpU1xKfw8bNoxC3wAAAIDfIMkAAAAA4Nu00t+Komg3g4KC5s6dKwAAAAD4C5IMAAAAAD4vKytr2rRpWvuEE06IjY0VAAAAAPwFSQYAAAAAf3DKKaeEh4cnJSXNnDlTAAAAAPAjVMADAAAA4A+Cg4PnzJkTFxdHoW8AAADAzyiqqgoAAAAAAAAAAACvxJeVAAAAAAAAAACA9yLJAAAA8HmMsgUA7JeiKAIAAMA3kWQAAAD4HqILAMCBcvm3g2ADAAD4EJIMAAAAX+LSD0WkAQDoOuf0QvsXhDwDAAD4BJIMAAAAn+HILZwDDK1NpAEA6Ih7XOFYIv/5IMwAAADeT+GPXgAAAO/nMbpwCTbctwEA/DE5hxOOttZQ7DyuAgAA8FokGQAAAD7AObSwsZpVq+og3MIMfscDgD8y9yRD0Sk6fYBzmOFou+8CAADgbZhdCgAAwNu5xhiquvTq0QIAgC4LiEwYcueXMq7Q6XSOhfKmY3YpppkCAADejCQDAADAq7nHGIy3AAAcKPlvh8VikTGGbMhrR6RBegEAAHwCSQYAAIAPcK6NYbVatYXvFRvymuiBB/1fSAAAEABJREFUAgB0Znik9aREi2zIJEOLMWRbizQc25BnAAAAL0eSAQAA4BvcC33vbhEbGvQCAICOJQS2/fOhJRnOAYZjWIY2tRQTTAEAAK9FkgEAAOAbHFNLOcZkAADQRTKiMJvNer1eOGqAE2AAAADfQZIBAADgvVzGYWgxBnUyAAAHSv7bIZMMlxmliDEAAICvIMkAAADwDYzJAAAcNG12KdEeYGh1MhwIMwAAgJcjyQAAAPABzoMzGJMBADgIZrNZ2GtjWO0cYYZo/1eGPAMAAHgtnQAAAIAvYEwGAOBQWCwW+S+Idq3NVegcYwAAAHgzkgwAAABfwpgMAMBB0IJwh44KL/FPDAAA8E4kGQAAAN7Ove63AADgQCiK4jwUw/FPCf+yAAAAn0CdDAAAAF9CZxMA4CA4xmQ45+L8mwIAAHwFYzIAAAC8mvu3Zel4AgAcKNWJcPqnhDwDAAD4BMZkAAAAAADg5xRFcZlRCgAAwIeQZAAAAPgSup8AAIeCqaUAAIAvIskAAAAAAOAPgfQCAAD4KJIMAAAAAAD8HzEGAADwXSQZAAAAAAAAAADAe5FkAAAAAAAAAAAA70WSAQAAAAAAAAAAvBdJBgAAAAAAAAAA8F4kGQAAAAAAAAAAwHuRZAAAAAAAAAAAAO9FkgEAAAAAAAAAALwXSQYAAAAAAAAAAPBeJBkAAAAAAAAAAMB7kWQAAAAAAAAAAADvRZIBAAAAAAAAAAC8F0kGAAAAAAAAAADwXiQZAAAAAAAAAADAe5FkAAAAAAAAAAAA70WSAQAAAAAAAAAAvBdJBgAAAAAAAAAA8F4kGQAAAAAAAAAAwHuRZAAAAAAAAAAAAO9FkgEAAAAAAAAAALwXSQYAAAAAAAAAAPBeJBkAAAAAAAAAAMB7kWQAAAAAAAAAAADvRZIBAAAAAAAAAAC8F0kGAAAAjrBZk6fed83NHlc1tzQ3Njc3NTXV1Nf+unLZx999XddQL7rbjIlTTjx6VmZqalJ8YrOxpba29uZH73/yjvsSY+Mam5umnz9HeJ/goOBzTjr13x++57zwvNlzrrrwL7LxwjtvuKzyWqOGDPvX3Q/Jxve/zr/9iYfEIeib2eudJ56XjWVrV/993q2iu512zAk3//XvlTVVJ/7lfFVVxSG78vyLLzjtTNn44bcFtz3+YEeb/fepl3qlZ2jtU/56YWlFmcfNzj7xlGsvvkw25E/KdQ/cJY6EU2Yee+vfrpaNNz7677/efl0AAAAA3UQnAAAAAG8VEhwSHxObmZY+tP+gy8+76INnXjl15vGiW00dO+H+a2+ZNGpMRkpaYEBAVHiEvLvislLhxSaNGvvuk8/PPfFUgcNo/tLFMsCIi44d3n+Q6A7L1q/WGgOyczraJjk+0RFjSNMnTO5oy6G5A7XGyvVrBQAAAOBfGJMBAAAAb9HQ1LSnqMBxU9Ep8TFxcVHRer1eWxIVGXnL365KTkh84d03RDeZe9JpiqLIRktLy7qtm4v2lkRGRDS3tAgvdvNlVyXGxtXU1gocRlW11dt37+zXu++EkaNXb94gDtnqjeubW5plXJeWlJIYn1BWUe6+zdRxE7SGxWKRPwijhgx75/OPPB5tYE4/rbFw5VIBAAAA+BeSDAAAAHiLnfm7LrntepeFAQZDVlrGwOycS+b+n+y+l0suOmNueVXlh99+IbpD34wseW22WM6/7vKC0hLH8vuffSIoKNBkMQv4iNLyshsfnidskUNPZTwrN6yzJRkjRnfL1Ekms3ntlk3jh4+S7VGDhn49/0f3bcYOHSHsIUpRacmQ3IEjBw6WPxFyR5fN0pNTUhOTZaOgtLiguEgAAAAA/oXZpQAAAODVZKdt3p5dn/343Tn/uHT91s3awr+ec0F4aKjoDkHBQcLeCe4cY0hL1q6cv2zxopXLBXxEY3OTfMnkZf3WTaJnLFm9Ul7n9OoTGxUjusPqTW1jO4bkDnBfqyjKsAGDZWPD1q3alqEhoaMGDXPfcvTg4Vpj7aZuGCwCAAAAeBuSDAAAAPiGhqamGx++V6tgERURed6pZ4ruoFNsvxKbzYy9wP4tXbeqsqZKBgyOSZ8O0fK1baUyBmXnuq8dN3RkRFiYbKzbumnJ2lXawvEjRrlvOWxgW+mO5evXCAAAAMDvMLsUAAAAfEZVbfUHX39x1YV/ke3jphz94jseqmXEREVfPGdu74zM9JRU2S4rL88vKVqzeeObn7zvvNlfz/m/i884x3GzV3rG0g+/1tqz/nR2XX3d5y+/lRgb19jcNP38OY7NHrnpzqljJ8i+7BP+fJ5erz9p+qzhAwYPzs5NiIvbXVi4s2D3dwvnL1m7sqPHf8zkqVPHTcxMSU1LTjW1mgpKi3YXFbz7+Sc78neLrvnprQ/DQtoGo0RHRWmPed2Wje6zcklnnXDyhJFj0pNSk+ITyqsqt+zY/tX8H39buayjg+f26XvW8bOz0tLTk1ODAgMLS4vzi4u//3X+L8sWiQMnu/uPHjfphKkz+mZlxcfEmczmqprqrTvzXv/ov3l7dnXxICkJSWedeEqvtPSE2LjkhKQAvb6ssqK4fK88wsfff11YUuy8cd/MXu888bxsLFu7+u/zbtUW9uvd981Hn5WNJ1578b0vP5k0auzsGcf275Mtz548J5vztr/3xccbt2/VNpYv7uTR44f1H5iUkCAf7abt2x5+6Zm6hgbHXaiqunbLpunjJ48dNuLj775yebQH8fbYmLe1prZWPpicXr3lOTe2tjqvdYQWC5Ytlm9jGeaFh4aOGjzU/UQNtgchFotl0aoVLqvkIznzuJNHDBrSKy0jOTFRPq+i0pK8Pbtf+/A9+T532fiiOXMvO/dC2Tjr75ckxMVfeNpZA3NyGxobCkqKPvruq58W/6ptJt9RZx5/8oQRo5PiE3U6Zfuund8s+Pnj778SHUuIjf3beRf169UnLiYmMjxSPoySsr3ysJ//9J388RQAAABAp0gyAAAA4Es+//l7GULIPt/UxOT05JTCfaeEmjhi9O1XXhMXHetYkpmWLi+TR4+bPGrsnU89stdTUeWukx3Z9msREhz8+K3zRg4a4lg1IDtHXk6cNuvZN19zSU0kGT/ceOmVxx017fdFIbYoYkjuwFkTpz7x75c++eFr0X0MBsO919wsgxPHEnmu5GXmpKNkMnH7Ew+57/KnOXMvOmNucGCQY0m/3tnyMmPilA+//eLpN15x6WTvXGxUzIPX3zp84GDHEvmSyV74zNS06RMmP//OG+6nyN3px5549Z8ulTs6L9Re0PHDR51x/Ml3P/Xoz0t+FV12/7W3yDPguJmRnCovk0eNuf7heSvXr5Vn4G/2TnyNfIPJiwxCLr39+uraGsdyGZPIJEOmHTKq0d4PDgf39li9ef208ZNt1bwHD3XJIbTQorisdE9xoWys2bRevpNzevWJj4mpqK52bCYjN3lOZGPLzry6hnrnI8gjX3HBRfJpujyvMUNHyBfi/uefXLpmlfBEBoEPXH+r9n6QL1xyQuL7X3+urZoyZvy8f9wQGvL79G7yhZaX46dO/2Wp59BLJlJP33Gf9iDbHnNcvLwMGzDopOnHfPjtl/98+TmXkwkAAAA4I8kAAACAL6mrr9tTVCD7l2V78qhx7335iWOV7Ca+44prZP+ybP+85Le1WzZWVFclxsaPGDhY9r3KntZXH3zyTzdeqXUBf7vg5y07tsvGA9ffZtDrS8vLHn/tBe04zc1NHd27dvCAgIDn73lEdkzX1tWt376lrLKib0bWgOx+gQEBcu0lZ58vu9edI5YAg+Gl+x/Nzuot27JP/NMfvtldVBhg0Kckpcw59sSo8Ihb/nZVQlzcy/99S+yPDCEC9IZbL/uHTEEamprmPfOoXFjr9s368089Q/ZBt5pMO/P3bN21IzwsdGjuoIRYW8Aza/LUFevXugQn8oCnzDpONuQun/34zY78PY1NjbK/W3Z2y1N9xnEn907Puvyum0TXyI7vVx96vK0AdUnRNwt+LiotjYgImzZusuzcl132l5/3p50FezoZHSLsXfA3XXqlsMcDy9etWb1pfUFpcXREVO+MjBOnzgyWAoNuv+KaNZs3OMcMnTh55rHZmb0sFkvent3ypY+KjBw9ZLh8qLJH/vo//+3bhb/IGEOe0nVbNsq4a1BOv5xefeXLLaOXS+de8PCLzziOM3/pYvnAZFo2buhIlwEWB/f2WLXJlmTIxrD+g5yTDJkGydDCtsGGddoSeR5kkiHvZcroCc4DIEbbq4Lbtty4zvnxDM4dMO/qG7X7LdpbsmTNyg3btub06j1xxJhe6RlJ8QlP3nbv3U//Uz534eZPp5/lHGvVNtQvWmWrGSPDlYdvuF2+iLK9aPXypWtWy+xk9OChU8dNkrFEbt9s90MFBwU/1R5jbNqxbfGqFfJHODY6ZsTAITJflIeSPwXyRezK+x8AAAB/WCQZAAAA8DFV7T3XmWlpjoWyS1r2j8tOXtlVfe+zT3y94EfHqrc/+1D7ur3syr/igj/f87St9393UYG8yIbVahV6fYvROH/ZYtE1MnuIyo6QHfSPvfovx9RDifEJT9w2T/aVBwUGyq7/J19/ybH9+aecocUYazZtuOmf99XU1TpWffXTd4/cfFefjKwLTz/7h98W7CrM7/yutQrk119yhbw2m0wdPWbZBy27jG965L6y9jEo8vw8fOOdo4fYikWfcPQM5yRj2ICBWoxRVlV53QN3bdu1w7Hq3S8+uecfNxw9bqLsv5bbfPr9N6ILLj//Yi3GkKnADQ/f63i+//vys+suvuysE0/R6XTyxeo8ybjigou0xmOvvvD+1585r/rPR+//+5EnZUe/fFLjh4/6ev6PogvkS7O3vPyaB+50zOUlQ5oX7n0kLCRUnn/59pCvzh1PPeI4YxNHjXno+tvlq3ny9GOe/PdLxlajtryqtnr77p1y3/EjRnmcSexA3x6/rVh+3cV/k41BOfuUypg6boIWjThKX8iX+5qL/yobY4YNd04yhvdvK5KxtL3qhhQSHHzXlddpMcabn7z/8n/fdjyFf73175v+euXJ04+VL8RVF16yePUK5xm0NEP7D5LR0av/e2fpmlX9s7NlhmSy15K5+k+XajHGR9995Qh4vvrlh5wvP/nnTXemJCQJN7MmHZVljzG+mf/TXU//07H83c8/nj5+8oM33CbbJ0875jAkGenJKXdfdcNTb7zSczXhAQAA0EOo+A0AAAAfU1nTNq9OSHCIY+Ff5/5ffIxtzMH/vvrMOcbQvP7he7+uWCobxx81fUz7F9gPhez0f+jFp537f2UP+Kv/fVtr9++b41ieFJ9w4elnCfvIibue+qdzjCEVlJY88PzTMk0JMBhusOcT3aK5pfmOxx8qc5pKq6Gp6cEXnzZbLLLt8sX5Gy9pG/rw6MvPOccYUouxZd4zj1XWVMn23865MDoyar93HRkROXvGsbIh72vec0+4PPbYn1EAABAASURBVN/HXntBRiyyIaOdAU5nycWoQUO1CZE25213iTGk0oqyz374Vms7T1i0X69++I5zSRL5ZB2zIRlbWx984WnnMyZDIy1CkC9Nn4xM5+PIrn/RPvWTR11/ewj7aAltiEZun32Wjx1me6M6l74oKd+bX1wkG6MHD3PeclBuf2F/iVc4lfuWkUNmqi3qW75u9bNvvuaIMSSZSdz33JNyuWzLn5orL/iLcCPv95ZH75cpkUxu5KmQWYWwz96mDYcqq6x49JV/OW+/fdfO25942OMMUdrIEunr+T+5rPppya8btm3J27Nr/fbNLtOI9QR5nmsb6h+7+S7tWQAAAMCHkGQAAADAxzQ2tc3+pNfpHQunTZgi7AMsXvvwPY97fWnvilUU5dgpU8Uh++rn75tbWlwWrtvaVrg4IizMsXD6hMla4vLDooWyC979UOu3btq2a6ew94zHx8SI7rB60waXCiJSYUmx7AoX9hEbkeHh2sLsXn208SKyN9njCI/G5qYfF9lqUcRERU8aNVbsz9Qx42XXv2z88NuCAnu3u4t/vfX6i+/+58Hnn25obOjoIGu2bLz45qvve+6Jl/73pscNCkrban2HOM2A1DnZff+d2zRK2pmXtuzYro3RceaoqpK1b16y2B4tyA762CjPr1fX3x6atZs3yGv5ojinOyMH2MpsbNy+xbn0hTZ/VFRE5JDcgdoSGR31TssQ9ioazkHCrPYqKa/8723hyYvvvaVtP3PSFPe1MmDY3n5yHCaOGqM1Pvr2S4s9Fdtnl62bf7PPQOWisaVZa1w452z3M/bnW64579rLb3vswQMqxHLQnv3Pq8HBwU/dca/LCBgAAAB4OWaXAgAAgI8JC20rNdzUXtAiKDBQywDKKytHDBjkca/QkLYBHMnxieKQlZR5yCSq69rqVQQYAhwLU9vn22kxtkwdO8Hj0eob27qqs1IznCs5H7Q9RYUel1dUVWljHaLCI7QRA5nttaArqqs6eni2CbjsUhOTxP44Oog328uQuFu+brU2GqATspd84/at8uKyXKYpA7JzhuUOnDCirUs9IKCrf9HsKS50TxccQ0ZKPZWCly+Z1tDr97kXGbRU1lTFRcdOHTfh4+++ct+x628PzcqN60+cNks2Rgwcop23EQMGR0fZRsCs3LDeecvl69ecOut42Rg/fKQ2RdK4YSO06Z5Wbfx9y6DAoDB7Re6WVuOazRuFJ3L3wtLijJQ0uWVifELZvmdg6848911ystpGV2zM2+rxmEtWr5zsFnf9uGjhuSefJvOzkYOGfPHym+u2bl66ZuUvSxftdy61niDv9J3PPrrojLlP3/nAHY8/uGj1CgEAAABfQJIBAAAAHxMR2jaeoKGpUWtkZ/bWKgokJSQ8ctOdne+eFJcgDllZpYeOb4ud7FbWHowmNSlZa5w3e468dHpUkZacvHLfos0Hp7GDouWO79Hr2oezpKe0JRkTRoyWF9GplIT9h0DaHF/S3vIycciCg4JnTpoypN+AXmkZGampMjxw2cD5VHeuvqGhk7W1+86CpfE4V5JoK0K+9rijpslee49JRtffHpqFy5fIY8rlg3P7i89tSyaMbHstlqzZp6v9t5XLWk2mwICAYf3bxmQ4Gs51RxLj49seSUWF6JhMXGSSIRu90zNckoxap4EgDjJJattxb6nHA3ocdZS3e+fTr79ywyWXyycon/6IgYPl5bJzL8wvKly6btVvK5YvWbuyo1PdE1587z/yPI8ZMvzx2+Z9+O0X/3rr9Y5+XgAAAOA9SDIAAADgY2R3v9YoKm3rTk1J2v9YAYeoqP0Xe9iv+qaudn0mxsWJLot166k/OGZ7ceauSGrv8u4KR0d2J8LD2nKmsupKcQjiY2IuP//iSSPGRLu9XrsLC6rqakYOHCIOhGOARbdYtm61TDJGDBoie+fde+G7/vbQ1DXUa1XEHbNLjbJXwqiprXUZUdHc0rI5b9uwAYMG9+svUwEZjQzqZyuSUVha4jw7VmR72ldTV9PJ/Za3v0YxbhVQ3MevSCHtA5uKO4ipijtIOGRgUFKx95wTTxs6YGBw+4RgmWnp8nLm8bNLy8see+35BcuWiE4NyR34ygOPie4jX7szjjt5xoQp1z88b8PWzQIAAABejCQDAAAAvkR2pvdObyu/vMZeXUDYO4K1xqJVy6+5/07hTRqa2ooE/PnWa72wt7S+oW1cy/PvvPF6ByVGDkhFVVvneHz0wdf8CDAYnrz9Pq1StNVqzduza3dRYX5x4aa8beu3bpYv98nTjznQJEMV3fmt/8WrVpjM5rCQ0HFDRy5Zu1IcMplYyCQjNTE5MT6hxWgcmN1PLly1eb37lis2rJVJRkhwyPABg7bsyMvtZStevWbTPlvuLNyjNaIjOwufYtujqWpPQ1LcNcmEJtaWzKUmJXssghLZnmO5W7RyubwEBwVPGjVm3LBRIwcPyWif2Sw5IfGeq2644Ia/F5YUi441tzS7Tzh2cGKiouSpFvbhNeu3bqmuqREAAADwbiQZAAAA8CWnzDhWp9PJRn5xkWOe/e27d2mN3hmZwssU7S0eOcjW596/d7YXJhmO0tnZmb1Ed3BUGk+I9TzaQ/b+98/OqaisLC4rNXUwduSsE07RYgx5tCvuutl9zqLI8AhxRFXVVm/btWNQTu74EaO6JclYuX7tWSfMlo2RAwcrQqe9yZevW+O+5eLVK/985rmyMaTfgLDQUK1IxvL1+2zZ3NKiVfJI7HTMTVJ820xrFVVVogtk4NFL2KqLZySleEwyUpNTOj9Ci7Hlx0UL5UXYZzY7deZx8rUOCgwMDQk99+TTHnnpuU72lYHWxTdfLQ5ZZHj4aw8/JWw/myXznnmsozoiAAAA8Co6AQAAAPiIkODg2TOP1dqf//SdY3l1bU1Nre1L5SkJSWOGjvC477ABA5+7+6H7r7vl3JNPF4dRfnFbVDB9wuSOtrn5r39/7NZ77rzyWsdwk/3ovqICuwva0qCxw0aEt5dSd3HWibOfvuP+eVff1FFJcGeFe9ue75ihwz1uMHn02H/d/dD/nnn5H3+6pKODTBs/UWu88r+3PZZe6NMeWSnKEfuLZoU9PBg1eKjoDkvXrWo1mWQjt0/O8IG2qvWqqi5Ytsh9y/VbN9Xai4f3zeo9NNdWJMNisSxa5Vq5Wqs6HhwY1NGr1icjKys1XdgKzjfuLNgjusBRBryjkirjh49yX3jarBOuu/iy+6+9xWV5YUnxs2++9vJ/39JuZtordhwG9/zjxozk1HVbNv7f9VcSYwAAAPgKkgwAAAD4jFsu+0daku1L37X1dR99+4Xzqh+X/Ko1Lj7zHI/7XnL2BaOHDJs58aiAgMM6LvnHRQtb7CUHZJf3+GEe+nnl8tOOOWHyqLETR44pLivtyjFNZluXt06vF4dsY97W7bt3ykZUROQFp57pvkFkeMSf55w7bvjIY6ccXVG9/2/uL1i2ROtnnzJ6XLqnb+hPGz9Ja/y8dFFHBwkKDNQaVbXV7mvjY2ImjhqjtfVHLsmYv3SxvM7p1ScjtRu64LUCGLLRNyNrQF/b1FI78ndXVFd73HjFxrXCXqZb23LLrrw6twLd3/+2QGuc00F0d+FpZ2njORavXtHFgtvfL2o75vFHz4wMd51IKiE21vHiOjt55jFnnXjKzElH5fTu477WMbajtt5DjfFud8zkqfIHbfn6NVfec1tDE4W+AQAAfAZJBgAAAHxAdq8+j986T3amazff/uxDl17IF979jzYsY+TAIddefFlwULBjVUhw8K1/u3rMENsQARkqfPzd1+IwKtpb8tZnH2rtGy69YsSAwc5rhw8Y9MC1t2rtL3/5wdja2pVjthiN8jo8NLSjURQH5MnXX9YaZ50w+9SZxzuvSo5PfOrO+7Sa2+u2bOxKlQLZpf7mpx/Ihuwlv+OKa+URnNfOnnHMtPG2sSlllRUr16/t6CB5+W1DBI4/arrLqr6ZvZ647d7YqLYiHI7M4/CTIVBZVaWiKJNGjBHdYdVGW62L7F69+mb1ko2VG9Z1tOUK+6nLTE3P6dXbtuN6D1u+98XH23btkI0RAwdfNGeuy9rjp86YPnGKsKVi5ve//lx0zYatm5etXS0bEWFhN136d71TlibjpbuvujHA4CEmXNheyvu+q2+WaYfL2nNOPk1rLFnTDZN0dU4+4EvOOn/Dti3XP3iPsdUoAAAA4DuokwEAAABv0Sez92sPPemyUNEpSXHxcdG/d4D+vOS3Nz76n8tmdfV1z7/zxi1/u0q2zz7xlKPGjl+0asWmvK0jBw2dMnq89v1xi8Xy0IvPun97vaf95+P3Z048qld6Rnpyyr/mPbx49crVm9dbLdaZk48aaP9OvbRpx7Z/f/BuFw9YWV0tO/R1Ot3z8x5eu2VToCHwgReeEgdrxfo1MkQ58eiZoSGh8gSecsxxy9euLiorPXrsxLHDRhrsvdXVtTUPd1rDwNk7n3903NTp2Zm9hg8c/OZjzy1csWTNpvWhwaFjhg6fPHqcsL8QT77+UidH+OT7r46bMk0+Qdnh3istUx6hoKQoNSllSO6A8cNHGZw60MPDw8WRs2rDuuOOmiaf13tffiIO2YoNay86Y67jrb507aqOtlywbNFNl14pUxwtyFm2frXHzZ584+Wn77hfnq7Lzr1wcL/+MinZW1keHx3bv2+2PLHaNs/85xWZUYkue/SVf/37kafCQkJnTjoqITZuwfIlFdVVMiyR7xaZeJWWlyUnJLrs8uG3X5wwdUZmWrr8EXj3yZc+/+m73UX5ra2mvplZR4+fpNX9lq/vV/N/FD0sMyVt4cqlr3/4XouxRQAAAMCnkGQAAADAW4SHhg7Kye1kg8bmplf/987b7UMcXHzyw9dVddW3XHZVbFRMSkLSnGNPlBfH2rLKiufeeu2bBT+Lw87Yarzktmuv+/Plstdb9s5PGjVm0qjfv8VvtVpld/D9/3qi63PdLFyxeOwwWzmQfr2z5UXueChJhjTvmccKS4ovOuOcwIAAGa448hXN5rztD734dN6eXV08mgwq/nbHDTdfdtWMCVNkhiQzEnlxrJUv4hOvvajVfO7I2s2bZDagVTQZkJ0jL85ry6oqn3r9pTuvvE7242elHqbiCh4tW7davqYjBg1RFEU95OIlKzeslS+lNs6mxWhcsX5NR1tWVFfvyN/d116kXe7isTC4sFcRv/S26+652lYWQmZIWozkIF+I+5594qf2adm6aE9x4eV33vTIjXcmJSQMGzBIXhyrZFLy3Nv/fvWBx4W9yIdjeV1Dwy2PP/j0HffKkCYiLOzc9kEYDms3b7zzyUfk20b0sF2F+U+/8YoAAACADyLJAAAAgPeSvbR7K8r2VpTLfvY9xUULVyyR7U62X7BsyfqtW/50+tl9MrJSk5LjY2PLyst3FOyRPc6f//ityWwWR4jszL3rqUfk4582blJqcnJaYrJQlN0F+dtNcmenAAAQAElEQVR27/jk+2+6HhJo/vfV5zqd4agx4/tmZEVHRZlMrTFR0dW1NeIQvPbBu7+tWjbn2JNlNpCanBIZFp5fXJCXv+f73+YvWrlcHCD5fG999IGTpx8zadTYjJTU9JRUs9lSXVu9KW/7s2+9Vtbpi6h56vWXl69bfeFpZ6ckJslnJyMW+fIVlZb8sGjBu59/JN8Yp848bszQERkpacMHDDpSdZsXr1ohH1VYSOi4oSOXrD3UyZFk7//6rZu0Ytqyc7/zqcZWb1qvJRlyy05ClI3bt55/7RUXnzE3t092WlJyUnxifWN9aXn5ryuWyjeexzIk+7VlZ94511x2+rEnTp84OTU+SW8wrN28YenalR9++5X2kIStErvivEve7p2n/e3is06YLXeJi4yJioxUVWtx2d4tO7b/vHTRwuVLBAAAANCpbvjqEAAAAHqI2s5qZ7FYTCbZcWrecufRcu1DOw1r6vhiCgCgM9NizX/NNCuhMRH/91xgu4B2ejudnRZBuQRRAAAA3oA/fQEAAAAAAAAAgPciyQAAAAAAAAAAAN6LJAMAAAAAAAAAAHgvkgwAAAAAAAAAAOC9SDIAAAAAAAAAAID3IskAAAAAAAAAAADeiyQDAAAAAAAAAAB4L5IMAAAAAAAAAADgvUgyAAAAAAAAAACA9yLJAAAAAAAAAAAA3oskAwAAAAAAAAAAeC+SDAAAAAAAAAAA4L1IMgAAAAAAAAAAgPciyQAAAAAAAAAAAN6LJAMAAAAAAAAAAHgvkgwAAAAAAAAAAOC9SDIAAAAAAAAAAID3IskAAAAAAAAAAADeiyQDAAAAAAAAAAB4L5IMAAAAAAAAAADgvUgyAAAAAAAAAACA9yLJAAAAAAAAAAAA3oskAwAAAAAAAAAAeC+SDAAAAAAAAAAA4L1IMgAAAOC9jho7ftywkQP69kuIi4+JjGpqaiqvqSooLtqwbct3v80vqyjvaMfgoOBzTjr13x++J7zViAGDIyMi5i9bLNBlL9//6ND+g2Tj9ice+v7X+Z1v/Oajz/br3Vc2bnx4Xk+f5/efeSUzNa3VZJoyd7bwSqfOPH7N5g27iwqE90mKT/jsxf/IxupNGy674wbH8s9ffisxNq6xuWn6+XMEAAAA/thIMgAAAOCNMlLTbvnrVaMGD3VeGBUZKS/Zmb2mjZ900RnnvP7he29+8r77vpNGjb3+L38LDQrxziQjMjziivMvOnn6MS+8K3tvSTLQs/pkZN106ZXDBw6++KarBQAAAOCbSDIAAADgdTKSU/5190OJcfHaTYvFUlVbW1VTHRoaEhcVHRoSKheGh4ZeecHFgQEBr77/jsvuN192VWJsXE1trfBKJ0ydceqs4wVwWFwy93wZYwgAAADAl5FkAAAAwOvcfNk/tBijsqbqrU8+/Oi7r1qMLY61owYPvWjO3DFDR8j2JWefv3LD2jWbNwoA/uX+Z58ICgo0WcwCAAAAf3gkGQAAAPAuA/rmjB4yTDbqGxuvuveOvN07XTZYuWGdvPzzpruOGjteUZTzZp9BkgH4nyVrVwoAAADATicAAAAAbzK43wCtsXTNSvcYw+GpN17SGmOHjRAAAAAAAP/FmAwAAAB4F72u7ds2ZnNns8oUlpbsLiyIioiora9PT06RN+XCn976MMxeRUOKjopa+uHXsrFuy8ZLbrteNi6aM/eycy+UjbP+fklCXPyFp501MCe3obGhoKToo++++mnxr8/d/ZA2HERusKe40OUek+ITPnvxP84HdKYoytHjJp0wdUbfrKz4mDiT2VxVU711Z97rH/03b88ubZtLzj7/L2ed59jlivMvkhfZuOaBOxetXD56yPDn7n5Q3vzhtwW3Pf6g+1O+8+/XnXj0TMf22sL9PinH7rl9+p51/OystPT05NSgwMDC0uL84uLvf53/y7JF4g+jX+++bz76rGw8/cYrb3/2obw5a9JRQ3MHypNTU18n31Hrt26W5626tsbj7tPGTTpl1nF90rNioqNLy8vWbtnwzmcf7yzY0/mdHtCZ//6N9yPDw+V74O6n/3n5+RdPGjkmMS5ud2FhfknRXU89oqqqsE+wdv4pZ6Qlpcg3eXBgUFlVRWnZ3l2FBe989lFJ+V7HoZ658wHnnO+1h58U9qozE886yfkeZ884ZvSQEcnxCcnxibExMbX1dXsrygtKipeuXfX1/B+1e3R45KY7p46dUFlTdcKfz9Pr9SdNnzV8wODB2bkJ9ge5s2D3dwvndzSWIjgo+KRps447alpacnJYSNieooJfVy1/9/OPRQc+f/mtxNi4xuam6efPcSz86tW346Jj5y9bfOPD8xJiY0+cdsyw/gMH5eRardbdRYXbd+34+PuvO3pFBvTNOevEU7RH22I0yu3Xbt7w0n/fGjFwiPajp70rBAAAALwPSQYAAAC8S17+bq1x1NjxGckpBfaIwqOz/3GpOCjpKakPXH+r7AIW9srhyQmJ73/9uTgEsVExD15/q3NdZdlhLY+cmZo2fcLk5995481P3hc9rPMn9ac5cy86Y662VtOvd7a8zJg45cNvv5AduMbWVvEHoIq2fnnZQS/fYPdec7PjnIQEh6QkJE0YMfqEo2dedPPVdfV1zjvKXvj7r7158uhxjiXyxZWXWZOOfvy15zu5x4M+87dffs1xU6dr7QHZOVbVqoUKE0eMvu+6WxyJnZSRnCovY4aOOHn6rCdef+nT778RXSPft4/ddvfAvv2cF8bHxMqLzAZk5DB7xrFX33eHc5Ua7THIq5Dg4MdvnTdy0BDHKvkg5eXEabOeffM19zd8Vmr6ozfflZmW7nQe+srLiVNnPPZqZyfQhRasyIchD/j0nffL97ljVUxU9IiBg2fPOu7v99wm40aXHf967oUXnX62TBy1m/Ll1rYf1K//O59+6PzsAAAA4IVIMgAAAOBdVqxfszFv66Ds3NCQ0FceeOKDb7/4esFPhSXFXdn39iceCtAbbr3sH9FRUQ1NTfOeeVQurN23S1r60+lnOfcs1zbUL1q1XBwsGRu8+tDjqYnJsl1QUvTNgp+LSksjIsKmjZss+3n1ev3l5/1pZ8Ge31Yu+27hL9t27Rg3fOScY21fiv/0h29/W7lUNrbk5YlD1smTkifklFnHyUaryfTZj9/syN/T2NQoH7BMWWRX8hnHndw7Pevyu24SfwCKaOvIlpnE8AGD5Kuzace2PYUFiqIbkts/LSlFrkpPTrny/IsfeP5J5x1lUjVx5BhhL9/ywdef7y7Kz0hJk7GH7PG/9W9Xd5RGHPSZT0lMGtA3x3nJrytsb5Wc3n1kXiV74a1Wq3x912zZuLe8LDM1fdLosTKQkMvlPcq3n/whkhu/9N+3Pvjm83NOPn2EPWN77LXn95aXO7Ic25L2GKO6tuaHRQt2FRTUN9anJ6fKZzok1zbJm9zxkrPPe+Y/r/5+Au1JQEBAwPP3PCJzi9q6uvXbt5RVVvTNyBqQ3S8wIEDYxx79vOTXQqcMMjI8/Nl7HkqMjZNt+bPw7YKfS8r3DsrpP2XMOHk25l1zAO89LYlIS0p+6b5H5Y+5vJdtu3fUNzQOzM7JzuotH578Kbjlsr+fc/Vlznv96fSzL54zV2tvztv+26pllTXVY4cOnzp24pghw2UO5PzsAAAA4IVIMgAAAOB17n3m8VcefEImBLKn8i9nnScvpeVl67ZuXr9146LVKztJNbQ5l66/5Ap5bTaZ5i9b7HGzof0HFZQWv/q/d5auWdU/Ozs6IsrU6UxWnbv8/Iu1GGPdlo03PHxvTV2ttvx/X3523cWXnXXiKTqdToYZMsnYU1woLykJSdoGhaXFHT3Cg9DRkxo2YKDWmV5WVXndA3fJKMWxy7tffHLPP244etzEUYOHym26/l3+gyZDgruvuuGpN15Zv3WTOKLkU5YR162PPah1+mvmnnTaNRfZBvoce9TRz775al1DvbZ85qSjtBijsqbq6vvudJzDl//71j/+dOm5J58WFBjofheHcuZlQCKv3//6s6/n/yQf5+jBw1dssD3OuSecIuMK2Xjkpec+/v4rx/av/O/tay7669yTTpXt02Ydrz0p7SQ7BnZs3LpVZoSOXeT9ajHGnqLCv9x6rePJSq998O5VF/7lvNm2OZ3kE3dOMjRR4RFR2REytHvs1X/VNTRoCxPjE564bV52Zi95NmRI8+TrLzm2v+zcC7UYY8O2Ldc8cJc23uXbhb/Ih/3QDbfLkyAOUE6vPvL6qddffveLjx0DKUYNGvr4rfcEBwf3yciaOnaC44crMiLyvFPOkA2zxfLcm6+98/lH2vKPvv3yqLHj7/r7Dc4DOwAAAOCdqPgNAAAAr7OrMP+vt1+/bdfvIxVkV+Mxk6de9+fLP3z21c9ffuuOK66RHffiYFksllsevf/r+T9W1VbL8OOrX34QB0t2ks6ecaywd5LOe+4JR4yheey1Fzbt2CYb2Vm9Xb5i3+06elI3XnKlsE+b8+jLzzl3pkstxpZ5zzwme+dl+2/nXBgdGSV6WGFpSW1D/WM339Wvd19xpL356QfOMYb03hcfb87bLhvBgUHOcy6ddfzstl0++cDlHD71+ku/rlzm8fiHeOZ/WLTg0Vee37h9qzxpn/zwtTbEoU9WL3ktMyrnGEPz6gfvylBBbl/QtQFMsyYepTVeeOcN5xhD8+K7/2lpsU0qlZqU7HF3Gc889OLTjhjDtqSi/NX/vq21+zu924ODgk+cNks2rFbrA88/5Txtl7zfax+4q6OqJJ37dcVSmUk4zwe1cuO6z378VmtrUZDmjGNPjAwPl40fFy10xBiaBcuWPP2flwUAAAC8HkkGAAAAvFHenl3/d8NVdz/96KpN65tbmp1XJcbGnTT9mJfvf/T5ex/J7XMwHeIbtm3Zvmun6A5Tx4wPMNgGOv/w24KC4iL3Df711uuyU/jB559uaGwQPcnjk8ru1UeGKMJ+Pj2O/2hsbvpxka0qeExU9KRRY0XPe/Y/rwYHBz91x73Ofc2HX4vR+J6nWtN5+W3nMCoyQmvIsGpQv/6yUVtX99G3X7nv8u8P33NfeOhn/sufvndf2NxsSxfkW+66iy9zGQgiE4JZF5558c1Xv/DuG6IL7njykRsevke+OX9e+pv7WmNr697KCmEPdTzOufTVz983t7S4LFy3ta06RURYmGPhpFFjtHnPlqxduaO9Co6DDHXe/aLDot+d+N/Xn7kv3NKeGEWERzg9ANvplZnHvz94132Xz374Nr+oUAAAAMC7MbsUAAAAvJTsefx6/o/yItu90zOH9h8wdujIMcNGRLX3UY4cOOSl+x+79dEHfuvgS/Ed2bqzG+pSaBzd8Zt3bPe4wfJ1q+VF9DyPTyqzvQBARXXV1LETPO5otVq1Rmpikuh5uwrz3/nso4vOmPv0nQ/c8fiDi1avEEdCeXWlxynFmprbeucD7CUfpEF9+xn0etnYUbDH2Gp032XD1s2ltBNVYgAAEABJREFU5WUuMxQd4pmXq1ZuXOe+y3cLf9HmYjrrxFNOmj5r1cb1C5cvnb988UEMa5C7LFi2RF6cF+r1+uysXv375owYMDgpLl5bGBwU5B5alJSVeThmXdt4iwBDgGNh/z7ZWmPrjh3Ck1+WLLr8vIvEAcov8hAcNjU1aY1AQ9ufujKG0YZD1dTVyvee+y7yc2bxmpXOpcgBAADghUgyAAAA4ANkF6S8fPrDt7JfcsLI0bMmTZ0+blKwFBj0wLW3nP2Pv5ZWlHX9aLVuc+kctPiYWK2xt/wAHkBP8Pik0lPa+tMnjBgtL50fIeVwVQt48b3/DM7tP2bI8Mdvm/fht1/8663XG5uburKj0WTSGgb9/v+QCQ4K1hotnuKHqupqj3uZzG13ode1jV+Pi43RGuVVlaIDcpVLknGIZ76ppcVjFfFPfvh6xMDBWumL0JDQyaPHycuNl16xZWfe0rWrflry60EMNpId/UeNndAnIysjJTUzNT3A4HpudYqHofxlleXuCy12Mg5xHsYRGxXdtktVhfAkv6RI20t0mdze44+80dx20pT2ly8tKVk7soyUOjpa0d4SAQAAAO9GkgEAAABfoqrqopXL5eXVlHeeufP+1MRkGWecO/v0x197oesHcf+C+UELDwvXGmXVleKI8vikkuLjRZfFtPc4d2RI7sBXHnhMdB/Z333GcSfPmDDl+ofnbdi6eb/bO2boCrVXve5cbHRbAlFbV+e+trGlS9mJFB7a9hJ3Mu6h3O3VP8Qzb2zt8C1619P/3L5n14xJU/r3ztbZ++tlT/2gnFx5ufiMczZu33rP04/uKe7SdEknTZ91yoxj3UvONDQ1bdi2eUCfnKjIyI72rW/q6gkMCw3VGh2lR/KHurK2RisJ3kWNzc3OFTI64cgaXWrYOCurPMI/vAAAANgvkgwAAAB4kexefc496dSoyKhtu3e++E5n0/0XlhQ/8e8X/3nTXbI9pP8A0a08FgYI3Lcsgaai/Xv68e395j0n0GnGni6qb2jUGs+/88brnso5HJDmlmbZUS66Q0xUlEyhhL0Xe/3WLdU1XZocqaGp7emEhu4nyQgKDAxv70Cv8ZRkdF19e3wS1/FLHB4S5rpXt555F299+oG8JMTGThkzYezQ4SMHD3NMuSbzjPuvu+WC66/cb0f/8UfNuOOKa7V2bX3dtl07dhXkb9m1I2/Pzm27dsrd33/65U6SjK5zvGrxHWcV0RHdcEce7WmvXhPV8V3E7i/DAwAAwBFHkgEAAAAvolOUE6fNEvYyA50nGdLmvG1aIyI0THQHVW2rW+BxohuPPaGFpW3z0iTEev4OflhIaP/snIrKyuKyUo+FGX6/9/aqCTq9zvOh2rvmu66gtFhrZGf2Eocsb8+ui2++WhyyyPDw1x5+Sthn9Zn3zGNrNm/s4o4FJW1Pp09GVudbZqS2lT2ob2w8oJnH3FVWtc1KlBjX4TAL91Xde+Y9Kq+q+ujbL+VFtkcMGHz2SadOGz9JtnN69Zk56ajvf53fyb7yHX75BW2lKV545w2PRcvDwg74/eZRVXtMlRyf4HGD+JiYwIADTum6qLq2Rr4HIsLC4mI6DKIOaAANAAAAjgiSDAAAAHiRXQV7ZHd/gMGQmZY+ccTozstB9+vdVkm41KVGRdemnXHnSBo8fkM8O6OX+8LCvW0d1mOGDv/gm8/dN5g8euy8q2+Sjfe//uzRV563PTrh+eEZ2ys0dBTMZKSmiQO0u6CtxPHYYSPCQ0MbPM0IdNaJsyePHFdTX/fjogXzly0WPe+ef9yYkZy6bsvGa+6/s6HLkxRJKza0FcGeNHJMdGRUJ/MFHTf5aK2xZcc2cWg2bN/c0moMDgzK7Zvt8U7l65Lp9tL0xJmPjYo5fur0XumZZZXlL//3LedVqzdvkJfHbr1n8qix8mavtAzHKo+DM8YPH6XN5rSrMN9jjJEYnxAX3TYvk76DaK2LNm1vewlGDR3mcYOpYyeJnlRSVhLRO1s+nUE5uR4HFY0ZNkIAAADAux3Sr6QAAABA95JZwsIVS7T2TX/9e0pCUkdbBgUG/un0s7T20rWr9z2ILRLQHUgBYY3sU9Ya/fvmuK/Vyiy7WLBsiVaGYcrocenJKe4baF+Tl35eukhrtJpca0prKton6++TmeU+vZXsEJe9/+IAbczbun23rQR0VETkBaee6b5BZHjEn+ecO274yGOnHN1JSeRudMzkqRNHjlm+fs2V99x2QDGGtHHblppaW5Agn84tl13lcRIwYZ+j7MwTZ2tteUfi0MgHucqeoMgw45yTTnXf4ILZZ+h0rn9Y9cSZN1vMfz3n/2bPOGb2zOPc63IL+5RrWqO2/ve4xWRqy+ecfyJCgtvKoVd3kAadceyJjrZOd8A/Ss7mL19c32ibYGpg337y+bpvcPaJp4ieNH9Z20fKuSef7r529JDh8oEJAAAAeDeSDAAAAHiXf739eq09UUhOSHz94af+77SzIvcdIREUGHTS9FmvPviEVqlYdm1rE+w4tBiNwlaoOTT8AKdjytu9S2ucecLJifvOhHPtxZeNGDjYfZe6hvo3P/1A2KfrueOKa5PjE53Xyk7naeMnC1tJ4YqV69e2PbwWo9aIj4113ri0oqyq1lYSOS469uIzznFeldO7z61/+4c4KE++/rLWOOuE2afOPN55lXy0T915X3RUlGyv27Kxu2pgdEKepUvOOn/Dti3XP3iPsdUoDtwr77+jNY4eN/G5ux86aux4lzzjvNlzXr3/MZk6yHZ+cdF7X3wiDtlbn32oNU4/9qRRg4c6r5JvxWOnTvO4V7efeflmW7nR9i5KjI276+/Xu4QZCbGxx02xPRKLxbJg2VLHcqOx7Tw7z6G0rr2++sA+Of1693U+jjyfl5x9/vmnnOFYEhZySNNMqar63y/bXoWr/u8vCU5ve/kUrrv4sqy0dNGT3vr0w70V5bIxddxEGaQ5r5IP5pqLLhUAAADweswuBQAAAO9SUFx0/UPznrx9nuw/lV29V5x/0WXn/F/ent1mS9tXy7PSMhwRhclsvvvpRxub9/lqf2V1dd/MXjqd7vl5D6/dsinQEPjAC0915a5/WvzrxWeeKw+ekpD05iPP/LB4gclk1ut040eMzkxNKygtNuj17sNE3vn8o+OmTs/O7DV84OA3H3tu4YolazatDw0OHTN0+OTR44S9Z/nJ119ybF9avldrnDrrhMCAoMCAgK9/+XHJ2pVyyfe/LtC+n37p3AuG5A7YXVggbPP8xB81ZoLs812+bvWYoQc8Dc6K9Wu+/OWHE4+eGRoSesvfrjrlmOOWr11dVFZ69NiJY4eNNNi/p19dW/PwS8+JnpeZkrZw5dLXP3yvxdgiDsr7X382esgwGWPItgwV5KWl1VhWUdFibI6OiokKjwhqL8xeW1d3z7OPGVtbxSGTKdTH33112jEnRIaHP37bPJmcbd+9S3aCyzfGyIFDrFZrWVVlols5654486+89/bIgUODg4JmTZ7aPzvnu4W/7C7MjwyP7JOZNXPiFK2Uy/e/LXAuDVJe3TbW57o/XzYsd2BacuodTzxUVlH+68plk0eNDQ4OfvHeR777db6Ml/Q6fd/MrKPHT3Ip+xEdGVm0t0QcAvmKHzVmvIxMsrN6v/bQU5/9+G1+cWFOVp+pYydkpqXL5FL+FIQEh4ieId9sz7z5qpb9zLv6phGDhsrMsr6xXn6SnDz9mKT4BG32MLmlyWISAAAA8EokGQAAAPA667ZsvPT2G267/B/arC96vT63T1/3zUrK9z752kuL17jW0li4YvFY+8T3/Xpny0tDU1MXkwx5wFseve/+a2+VHdYyRDnjuJMdq7bv3nnt/Xc+dus97kmGDCr+dscNN1921YwJU+SOsudaXhxrZcryxGsv/rhooWPJph3b5B3J48i+7NkzjhG2QtZFWpLxzH9eSYiLm24fxjFhxGh50XZRVfWx156vrq09iCRDmvfMY4UlxRedcY7sL5an1GUunc152x968em8PbtEz9tVmP/0G6+IQ3PTI/fecMnljldH9kG7l6mQT+fWRx/YU1wouslDLz4jQ5G5J50q7855kiLZCX7PU4/KKCtx7AT3vbr9zG/M2/rIy8/ddOmVMrDJSE7985nnOq+VmcrX83988IWnnRfOX7b4ojlz5Q9RbFTMWfacLKdX7zWbNz7x2guDs3Pl+1wGLafOOl5enPf64bcFNfW12knO7tX7EMfryMTxintufeTGO0YMHCxjkr+cdZ5jVWl52TX33/ns3Q/0XJIhbBnh/L0VFfdfd4sMnE4/5gTnVfL8FO0tPffk02S7ofHApjsDAADAYUOSAQAAAG+Ut3vnxTddfdK0WUeNmSBjieCgIMcq2a2/Ydvm736b/+n333j8xv3/vvpcpzMcNWZ834ws2VFrMrXGREVX19Z05X6XrV19wXVXXHnBxVNGjwsODs4vLlq+fs3i1SuWrF7hqAfurq6hQfabnzz9mEmjxmakpKanpJrNlura6k15259967Uy+8w2DvIx/33ebRefcU7/PtlZqemqELKbW1sl7+KWf95/5vGzTz3m+OzMXrKXfP2WTUvXrf5p0a9Fe0tm7TsxzgF57YN3f1u1bM6xJ2elpqUmp0SGhecXF+Tl7/n+t/mLVi4XvuafL//r0x++nTlxyshBQ+NiYiLDI+U7pKGhoa6hPr+k6JMfvlm4fInobk/8+8Wfliw86/hTBmTnxMXE5hcVrNq4QSYHW3bmeayhoun2M//lz9+vXL/2/04/c9iAwdERkVERkU1NTUXlpWs2bfxmwY9bd+5w2X7brh3XP3j36ceemNOrT3JCYnNLc3SEbVarwtKSM6+65JKzzx87dERMdHRUeISwz9W2eef2Nz9+f+XGdaMGDdWSjBnjp8ifNXFo6urr/nbnjcdOmTZ7xrEZqWnyPMhIb9WGdZ9+/3VZVaXoeTIfvejGv5807ZhBOf0H5+bKj5Gd+XsWr1759mcfXnPRX7VtGpoaBAAAALySIn+BEwAAAPBKajurncViMZlkX7d5y51Hy7UP7TSsqeOLKQBwSOZdfdOxU46Wjctuv2H15g3C70yLNf8106yExkT833OB7QLa6e10dlrVGZfaMwAAAN6AP30BAAAAAH7rT3PmDsrOra6rffX9t/fuO0BKigyPGGeftK2xuWnb7p0CAAAAXokkAwAAAADgv1T1qLHjhW32ttZ/vvwv5zWKotzzjxuio2zTbf3w20IZZggAAAB4JZIMAAAAAIDf+uzH70495viUhKQzjjt59ODhC5cvycvfHRIc3Cst4+hxE5MTEuU2ZZUVz775qgAAAIC3IskAAAAAAPitqtrqmx+576nb74uOiuqVniEvLhus3bzx3n89UddQLwAAAOCtSDIAAAAAAP5sy868Uy//0xnHnTx94uT46NioiEizxVxZXb0jf9dnP323aOVyAQAAAO9GkgEAAKahVcQAABAASURBVAAA8HPNLS1vfvK+vAgAAAD4IJIMAAAAAAAAAADgvUgyAAAAAAAAAACA9yLJAAAAAAAAAAAA3oskAwAAAAAAAAAAeC+SDAAAAAAAAAAA4L1IMgAAAAAAAAAAgPciyQAAAAAAAAAAAN6LJAMAAAAAAAAAAHgvkgwAAAAAAAAAAOC9SDIAAAAAAAAAAID3IskAAAAAAAAAAADeiyQDAAAAAAAAAAB4L5IMAAAAAAAAAADgvUgyAAAAAAAAAACA9yLJAAAAAAAAAAAA3oskAwAAAAAAAAAAeC+SDAAAAAAAAAAA4L1IMgAAAAAAAAAAgPciyQAAAAAAAAAAAN6LJAMAAAAAAAAAAHgvkgwAAAAAAAAAAOC9SDIAAAAAAAAAAID3IskAAAAAAAAAAADeiyQDAAAAAAAAAAB4L5IMAAAAAAAAAADgvUgyAAAAAAAAAACA9yLJAAAAAAAAAAAA3oskAwAAAAAAAAAAeC+SDAAAAAAA/J+iKAIAAMA3kWQAAAAAAAAAAADvRZIBAADgS/hGLQDgoCl2zg0AAACfQJIBAADgG5qbm7dt27Zjx46CgoJJAgCAA6CqqnOMIQAAAHwKSQYAAID3slqtu3bt2rx585YtWwoLC/V6fYCdtnZgmDVMZxYAAHQsO8wq9h2N4byWwRkAAMAnkGQAAAB4nerq6g0bNmzcuFEGGEajUfYx6ezkqoSEhOzsbPH9p7I9O0l2TlkFAABdoP1TouxLAAAA+AKSDAAAAK/Q2toqc4tNmzbJAKOsrMyxXPY6hYWFDRw4MDc3NycnJzg42Gw2b/k1QqiqtoFq53I09yUAgEPn/unqnWGA9qi0GaW0m0pQmEuS4bwlkQYAAPByCn/lAgAAHCnyN7GCggItvdixY4fFYnGs0uv1ffr0GWiXkZEht7RarRY7czuTneOmXGW1U9sJAMCB0D5jHR+tWqOTj9PMzEzhfRzhhBZd6O0MdgEBAc7X2iqPCQcAAIBXYUwGAADA4VZfX79hwwYZYGzevFm2nVclJCTI6GLQoEH9+/cPCgrSus+0WMLRx+ToctL6pxyhhVzinGQIRmYAQMdkRNHaTiYWWuOAPjYDAwNlHiC8zO+DMNr/ydA70W46RxeCARkAAMAXkGQAAAAcDrLLbPv27drwi6KiIudVMrGQuYVML4YMGRIbG+txd9nN5BJmODIMR4whF7okGQAAZzI8LisrMxqNLS0t8tNSHJqhQ4cKb+USfruEGS7VMgR1vwEAgNcjyQAAAOhBJSUlWnqxbds2k8nkWC47jDIzM7XhF3379tWqeXfOuVtKBhVaz5RjlbxpsVjUfQkAgJPIyMgtW7a0traKQ6bNziS8knM4oWvXSZghAAAAvB5JBgAAQDdramrS0gt5XVNT47wqKipKK30hA4ywsLD9HsoxFEO0F251jzGEvSq4jDHkEqaWAoBOBAYGyo/fJUuWiEOWkZEhjya8lfOQC5cwQ+eEMAMAAPgKkgwAAIBuICOEnTt3agHGnj17nFMEg8GQnZ09yC4tLU0cLOcKrsIpqNDKY2hTSznX1RAAADfyc7hv377y41ocmmHDhgnv5pxkOE8z5RJjCOpkAAAAX0CSAQAAcPCqqqrWr18ve8S2bNnS0tLivCo5OVlLL/r169ctM5C4lMqQvVFaw1EbQ5vz3TnGIM8AAHcjR46UkbP8ABcHKz093cunlnK03cMMjwMyiDQAAICXU/j7FgAA4IAYjUaZW2iTR5WXlzuvCg0NHTBgwMCBAwcPHhwdHS26g3Ms4eCILpxvMq8UAHRRRUXF22+/fdBFv6+55hrhCxQ3jkjDcU2SAQAAfAJjMgAAAPZPZgP5+flaerFz506LxeJYJft9evfuPWjQIBlgyEa3dwNpQzHEvh1MWrUMbZVWNsNjjEGkAQAeJScnT5ky5fvvvxcHLi4uzmDw6j+lXYZlCLeyGc43BQEGAADwBSQZAAAAHaqvr1+/fr0MMLZs2dLQ0OC8KjY2VivcLa+Dg4NFT3KEGcKpv8kRY7jXxiDAAID9mjhx4rZt2/Ly8sQBuvLKK4UvcP73QjiFGe5tl+0BAAC8EEkGAADAPkwm0/bt27XhF8XFxc6rAgMD+/Xrp6UXycnJ4jByFMlwvin2DTlIMgDggJx55pmPPfZYc3Nz13eR0bVerxe+wOPIDI/XghgDAAB4PepkAAAA2BQVFW2y27Ztm9lsdl6Vnp6uDb/Izs4+sjOKeMwqqI0BAAdt1apV//nPf7q+vfywHTBgwKRJk4YMGSJ8SifRBTEGAADwfiQZAADgj6uxsVFGF9rwi9raWudV4eHhA+0GDx4cEREhvIbLL28ef5fjFzwA6LrXXntt9erV4gAlJiZOnTp1/PjxgYGBwit5zCfcFxJjAAAAn0CSAQAA/lgsFsvOnTu19CI/P9/5dyG9Xt+nT59BdhkZGV7bucPvbwDQjZqamh588MHKysr9bjly5EiZXvz8889r1qzRlgQHB0+aNGnatGmxsbHC15BhAAAAH0KSAQAA/hDKysq04Rdbt241Go3OqxISErT0Ijc3NygoSPgOfpEDgG4hE+5//vOf+/1QfeGFF7RGVVXVTz/99Ntvv2k1NmQkMGzYsBkzZuTk5AhfQIYBAAB8DkkGAADwWzKx0EpfyADD5cu2wcHB/fv3Hzhw4JAhQ3zxi7QAgO710Ucfffvtt51s0Lt375tvvtl5SWtr66JFi2SksXfvXm1JZmbm9OnTx4wZc2SLKgEAAPgfkgwAAOBX5O82u3fv1gKMnTt3Wq1WxypFUWQfk1a7u2/fvjqdTgAAYGc2mx944IGioqKONnjxxRc9Lpf/7si8/Mcff5T/7mhLIiIijrYLDw8XAAAA6A4kGQAAwB80NzfLjqSVK1du3rxZm+vDQavdPWzYsAEDBoSFhQkAADyRMcZDDz3U2trqvio0NPSJJ57ofPeysrLvvvtu6dKl2hEMBsOYMWNmzZqVlpYmAAAAcGhIMgAAgK+yWq27d+/eaCcbzr/VyP6jnJycQYMGyQyDLiQAQBfNnz//nXfecV/e0YAMd01NTQsXLvz555+rq6u1JfLfoxkzZgwfPpzqFAAAAAeNJAMAAPiYqqoqLb3YtGmTS+3ulJQUbfKofv36BQQECAAADtBTTz3lmCdKo9Ppnn/+eXEgZNa+evXqH374YefOndqSuLi4adOmTZ48OSQkRAAAAOAAkWQAAAAfYDKZtm3bpgUYpaWlzqtkYiFzC234hUwyBAAAh6C2tvbuu+9uampyLBk9evQll1wiDkpBQcF33323cuVKi8UibwYFBU2YMGHmzJkJCQkCAAAAXUaSAQAAvFdRUdGmTZtkerF9+3az2ey8Ki0tbaCdjDEMBoMAAKCbyODhpZdectzs+tRSHamvr//pp58WLFjQ0NCgLRk8ePCMGTPkv2ICAAAAXUCSAQAAvEtTU5Nj8qja2lrnVeHh4f379x80aNCQIUMiIiIEAAA946233lq4cKFs9O7d++abbxbdQUbyy5Yt+/HHHwsLC7UlKSkp06dPnzBhAjMiAgAAdI4kAwAAHHlWq3Xnzp1agJGfn+/8+4lOp+vTp88gu8zMTMqlAgAOA6PROG/evIqKikMfkOFu69atMs9Yt26d9u9daGjolClTZKQRHR0tAAAA4AlJBgAAOGKqq6vXr18v0wvZp9Pc3Oy8Kj4+Xit98f/s3QeYVOWh+P9DZ6lL701AQFBEqqAiYK9JTGJLYmKiifF/NXpNMzf3pv1uYozpxhtbTLMkMXZjA0VFBQQFpUrv0ntZduH/wtHJuI3tO+XzeeaZ590zZ2Znh9ldfb97zjtgwIBGjRpFAFCzQmK/6667fvzjH0fVY9OmTaFnTJkyZe/evdHhcj9kyJAJEyb07t07AgDgo5QMAKBG5eXlhW4RH36xfv365JtCsejXr18cMNq3bx8BQKbbt29fiBmTJk3asGFDvKVHjx6hZwwbNqxevXoRAACHKRkAQE1YtWpVXC8WLVpUUFCQfFP37t1DuggBo3fv3mZtAMhC4X/M33nnnYkTJ86fPz/e0rJly7Fjx5566qlNmzaNAACynpIBAFSXXbt2Jdbu3r59e/JNLVq0iOtFuG7WrFkEAETRunXrnn/++alTp+7fvz98WL9+/REjRpxxxhmdOnWKAACymJIBAFSlgoKC5LW7k28K0zF9+vSJ60XXrl0jAKA4u3btevnll1966aWtW7fGW/r16zd+/PjBgwfXqVMnAgDIPkoGAFAFNm/eHK/dPX/+/H379iXf1LFjx2MOC7MwDRs2jACAMigoKJg5c+bEiROXLl0ab2nbtm3oGWPGjGncuHEEAJBNlAwAoIJCsQjdYu7cuSFgJNYpjeXk5PTv33/gwIHHHntsbm5uBABUVCgZL7zwQqgaBw4cCB82atQoxIzTTjutTZs2EQBAdlAyAIByCP/lsHLlyvjkUUuWLEleu7tOnTo9e/YceFgY1K1bNwIAqsi2bdsmTZr0yiuv7Nq1Kzr8a/fYY4+dMGFC//79IwCATKdkAABHtmPHjrhezJs3L4yTb2rVqlW89EWQk5MTAQDVJj8//4033pg4ceKaNWviLZ07dw49Y9SoUfXr148AADKUkgEAFK+goGDRokVxwFi1alXyTQ0bNuzbt28cMDp16hQBADVr/vz5L7zwwjvvvBN/2KxZs5NPPnncuHEtW7aMAAAyjpIBAHzE+vXr43qxYMGCvLy85Ju6dOkS0kUIGCFj+MNPAKh1mzZtev7551977bV9+/aFD+vVq3fCCSeceeaZ3bp1iwAAMoiSAQAcWrt73rx5ccAIcyLJNzVr1mzAgAGhXgwaNKh58+YRAJBi9u7dO2XKlEmTJm3cuDHe0qtXrwkTJoSqEdpGBACQ/pQMAMhS4b8BVqxYkVi7+8CBA4mbwqzHUUcdFZ88qnv37nXq1IkAgNQWfrPPmjVr4sSJCxcujLfk5uaeeuqpY8eObdKkSQQAkM6UDADILjt27Hj33Xfjtbt37tyZfFO7du3ihbsHDBjQqFGjCABIQ2vXrn3uueemTZuWn58fPmzQoMHIkSNPP/30jh07RgAA6UnJAIDMFyYyEmt3r169OvmmUCz69es38LBQMiIAICPs2rXrpZdemjx58rZt2+It/fv3nzBhwrHHHutoSwAg7SgZAJCx1q1bN3fu3FAvFi5cWGjt7u7du8f14qijjnIGbQDIVAUFBW+++ebEiROXL18eb2nfvv24cePGjBnj+EsAII0oGQCQUfbu3RvXi3C9efPm5JtatmwZnzwqBIymTZtGAEDWWLx4cegZb731VrwyVuPGjUPMOO2001q3bh0BAKQ8JQMA0l74bb5s2bL45FFLly5N/uVev379Pn36xGt3d+3aNQIAstjWrVtDz3j11Vd3794dPqxTp87gwYPHjx/fr1+/CAAghSkZAJCutm3blli7O56PSOjYsWN87MVeHOmAAAAQAElEQVTRRx/dsGHDCADgQ/v373/99ddD0li3bl28pWvXrhMmTBgxYkT9+vUjAIDUo2QAQDrJz89fuHBhfPjF2rVrk29q0qRJ//79Q70YNGhQbm5uBABQqrlz577wwgvhPyriD5s1azZ27Nhx48Y1b948AgBIJUoGAKSBEC3ievHee+/t378/sb1OnTq9evWKTx4VBuHDCACgPDZs2PD888+//vrreXl54cN69eoNGzbszDPP7NKlSwQAkBqUDABIUXv27InX7g62bt2afFPr1q2P+VBOTk4EAFA54T88Xn311UmTJm3evDne0rt37wkTJgwZMqRu3boRAECtUjIAIIUcOHAgsXZ3GCT/mm7YsGHfvn0HHtaxY8cIAKAaTJs2bfLkyYsWLYo/bNmy5WmnnXbqqadaeQsAqEVKBgDUvq1btybW7t6zZ0/yTV26dInrRZ8+fSzCCQDUjNWrVz/33HPTp08vKCgIHzZv3vyss8465ZRT9AwAoFYoGQBQO/bv379gwYL4/FHr1q1LvqlZs2bxmaMGDRpkyU0AoLbs3Llz4mH79u2LDv8nyrnnnjt+/PgIAKBmKRkAUKNCtJg9e3YIGPPmzSt0U9++fUO9GDBgQK9evSIAgNSwe/fuF154IfSMvXv3hg/btm375S9/uXv37hEAQE1RMgCgJmzYsGHatGkzZsxYvXp18vZ27dqFejFw4MD+/fs3atQoAgBISbt27XruuedefPHFffv21a1b97zzzjv77LMtBg4A1AwlAwCq15tvvvnss8+uWLEisSUUi379+sWrX4SSEQEApInNmzfffffdixcvDuMePXpcddVV/mMGAKgBSgYAVJfZs2c//vjjK1eujD+sW7fuoEGDRo0aNXjwYGt3AwBpKkwjPP3000888UQYNG7c+KabburWrVsEAFCdlAwAqHpbt269++6733vvvfjDFi1anHHGGaFhWL4bAMgMc+fO/d3vfrd///4QM2644YaePXtGAADVRskAgCo2b968O++8c/fu3WHcunXrs84666STTqpXr14EAJBBli5d+qtf/WrPnj2NGjW6/vrre/fuHQEAVA8lAwCq0qOPPvqvf/0rHn/iE58488wzIwCADLVu3brbbrtt+/btIWb893//d9u2bSMAgGqgZABAlbnrrrvefPPNMGjVqtXVV1991FFHRQAAGS3EjP/93//dt29f165db775ZsehAgDVoW4EAFSFJ554Is4Y7dq1+853viNjAADZoGPHjldddVUYrFq16oEHHogAAKqBkgEAVeD1119/8skno8MZ4+tf/7qVvQGA7HHssceee+65YfDKK68sXLgwAgCoakoGAFTW5s2b//znP0cfZoyWLVtGAADZ5Pzzzx80aFAY3H///c5iDQBUOSUDACrrgQceKCgoqFu37nXXXSdjAABZqE6dOl/4whcaNGiwdu3aKVOmRAAAVUrJAIBKmT9//uzZs8PgzDPPbN++fQQAkJWaNWt26qmnhsEjjzySl5cXAQBUHSUDACrlscceC9dt2rQ577zzIgCALHbWWWc1aNBg586dDssAAKqWkgEAFff+++8vWbIkOnxu6Pr160cAAFmsWbNmI0aMCIM33ngjAgCoOkoGAFTc5MmTw3Xjxo2HDx8eAQBkvZEjR4brZcuWbdiwIQIAqCJKBgBUUEFBwWuvvRYGJ554ogMyAACCo48+Ojc3NwycYAoAqEJKBgBU0JIlS/bs2RMG48ePjwAAiKI6derEh2W8/vrrBw8ejAAAqoKSAQAVtGLFinDdunXr9u3bRwAAHDZw4MBwvXXr1vfffz8CAKgKSgYAVNDy5cvDddeuXSMAAD7Uq1eveLBq1aoIAKAqKBkAUEFxyejWrVsEAMCHGjZs2LFjx0jJAACqjpIBABW0cePGcN2uXbsIAIAkPXr0iJQMAKDqKBkAUBEHDx7Mz88Pg6ZNm0YAACSJS8amTZsiAICqUD8CAMpvx44d8aBZs2YRAABJ2rZtG6537doVAQBUBSUDACpi9+7d8UDJAAAopFGjRpGSAQBUHWeXAoCK2Lt3bzxwdikAgEIaN24crvPz8/Py8iIAgEpTMgCgIgoKCuJB3bp+mQIAfER8TEbksAwAoIqYfAEAAACqUk5OTjxInJATAKAyrJMBAAAAVKV69erFg/z8/AgAoNKUDAAAAAAAIHUpGQAAAAAAQOpSMgDgIxYsWPDzn/+87Pt/7WtfO+I+9evX/+EPf9i6desIAAAAgHKy4jcAfES/fv2GDRsWVamzzjpLxgAAAACoGCUDAAq76KKLGjVqFFWRDh06nH322REAAAAAFaJkAEBhrVu3vvDCC6Mqcvnll9ev73SOAAAAABWkZABAMcaNG9ejR4+o0oYNG9avX78IAAAAgIpSMgCgGHXr1r388sujymnUqNFFF10UAQAAAFAJSgYAFK9Hjx4nnnhiVAkXXnihhb4BAAAAKknJAIASffKTn2zWrFlUISGEjBs3LgIAAACgcpQMAChRyBgVPj3U5ZdfXreu37MAAAAAlWWGBQBKM3r06Aos/X3iiSdWyYLhAAAAACgZAHAEl19+eZ06dcq+f7NmzT75yU9GAAAAAFQFJQMAjqC8K15cdNFFFV5dAwAAAIBClAwAOLILL7ywVatWZdkzZI/Ro0dHAAAAAFQRJQMAjqxx48ZlWfq7Tp06l19+eQQAAABA1VEyAKBMhg8f3q9fv9L3GTdunIW+AQAAAKqWkgEAZXXZZZfVr1+/pFtbtWp14YUXRgAAAABUKSUDAMqqY8eOZ511Vkm3XnLJJY0bN44AAAAAqFJKBgCUw9lnn92hQ4ei24855pjjjz8+AgAAAKCqKRkAUA7169e/+OKLy7IRAAAAgCqhZABA+QwcOHDw4MHJW84666yOHTtGAAAAAFQDJQMAyu2SSy5p1KhRPO7QocPZZ58dAQAAAFA9lAwAKLfWrVtfeOGF8fjiiy+uX79+BAAAAED1UDIAoCLGjRvXoUOHwYMHDxw4MAIAAACg2vgbUgCoiLp1637uc59r3bp1BAAAAEB1UjIAoIL69OkTAQAAAFDNlAwAAAAAACB1KRkAAAAAAEDqUjIAAAAAAIDUpWQAQLkdPHiwLLvVqVMnAgAAAKBylAwAKIeiDaPQluR6Ed+kZwAAAABUhpIBAGWViBbJ9SJ5HKJF4sNEwAhbxAwAAACAClMyAODIiqaL+Dpv/ewDe7Y06n5K8k3J3SIeOzgDAAAAoMKUDAA4gkKHYhw8LDqcMbZP+sbBA/nNT/5ewy6j433iwzKKxozIwRkAAAAAFVI3AgBKVmzGCPZvmLNt0jcPFuyLDhbsePm7e1e+UvChAx86mKTQowEAAABQRkoGAJQouUAEiUSRt372tkk3RQV79+w7sGN3Qdhh16vf27vi5UIxIzljiBkAAAAAFaNkAEDxCmWMRMzYv/6d7S9+42D+3t37Dtz++NbfPLp1685DMWPPG/+7b9WU5JiRfHxGJGYAAAAAVIiSAQDFKC1jvPSNqCAvZIzfPb71/S0FW3YeGoSYUSc6sG9q4ZiRODJDzAAAAACoGCUDAAorJWPsmPzN5IwR75YcM/LfvCVv9Wv5+fkFSeKeIWYAAAAAVICSAQAfUd6MEUvEjOhgQcGMn+5f83ocMw4kETMAAAAAKkDJAIB/Kylj5L0/u5SMEUuOGQdm3hrHjEI9Q8wAAAAAKC8lAwA+UErG2Pnyt0rPGLHkmHHwrZ+FmFFozQwxAwAAAKC8lAwAOKTyGSOWHDOit29LnGZKzAAAAACoGCUDAKosY8QKHZlRsG6qmAEAAABQYUoGANmuajNGLBEz6kQHDsy8NX/tG2IGAAAAQMUoGQBkterIGLHkmHHwrZ+JGQAAAAAVo2QAkL2qL2PExAwAAACAylMyAMhS1Z0xYmIGAAAAQCUpGQBko5rJGDExAwAAAKAylAwAsk5NZoyYmAEAAABQYUoGANml5jNGTMwAAAAAqBglA4AsUlsZIyZmAAAAAFSAkgFAtqjdjBETMwAAAADKS8kAICukQsaIiRkAAAAA5aJkAJD5UidjxMQMAAAAgLJTMgDIcKmWMWJiBgAAAEAZKRkAZLIjZoxde2ohY8TEDAAAAICyUDIAyFhlyRi3P1E7GSMmZgAAAAAckZIBQGYqY8bYsLXWMkZMzAAAAAAonZIBQAZKl4wREzMAAAAASqFkAJBp0itjxMQMAAAAgJIoGQBklHTMGDExAwAAAKBYSgYAmSN9M0ZMzAAAAAAoSskAIEOke8aIiRkAAAAAhSgZAGSCzMgYMTEDAAAAIJmSAUDay6SMERMzAAAAABKUDADSW+ZljJiYAQAAABBTMgBIY5maMWJiBgAAAECkZACQvjI7Y8TEDAAAAAAlA4C0lA0ZIyZmAAAAAFlOyQAg/WRPxoiJGQAAAEA2UzIASDPZljFiYgYAAACQtZQMANJJdmaMmJgBAAAAZCclA4C0kc0ZIyZmAAAAAFlIyQAgPcgYMTEDAAAAyDZKBgBpQMZIJmYAAAAAWUXJACDVyRhFiRkAAABA9lAyAEhpMkZJxAwAAAAgSygZAKQuGaN0YgYAAACQDZQMAFKUjFEWYgYAAACQ8ZQMAFKRjFF2YgYAAACQ2ZQMAFKOjFFeYgYAAACQwZQMAFKLjFExYgYAAACQqZQMAFKIjFEZYgYAAACQkZQMAFJFSRlj39qZMkYZiRkAAABA5lEyAEgJpWSMXa/+l4xRdoViRsG6qWIGAAAAkNaUDABqX2kZ45XvyBjllRwzDsy8VcwAAAAA0pqSAUAtO0LGOLBfxqiAwjHj/RliBgAAAJCmlAwAapOMUX0+epqpW8QMAAAAIE0pGQDUGhmjuiViRnQgX8wAAAAA0pSSAUDtkDFqhpgBAAAApDslA4BaIGPUJDEDAAAASGtKBgA17YgZY8fuAhmjaokZAAAAQPpSMgCoUWXJGL99TMaoemIGAAAAkKaUDABqThkzxuYdByKqgZgBAAAApCMlA4AaImOkAjEDAAAASDtKBgA1QcZIHWIGAAAAkF6UDACqnYyRasQMAAAAII0oGQBULxkjNYkZAAAAQLpQMgCoRjJGKhMzAAAAgLSgZABQXWSM1CdmAAAAAKlPyQCgWsgY6ULMAAAAAFKckgFA1ZMx0ouYAQAAAKQyJQOAKiZjpCMxAwAAAEhZSgYAVUnGSF9iBgAAAJCalAwAqoyMke7EDAAAACAFKRkAVA0ZIzOIGQAAAECqUTIAqAIyRiYRMwAAAICUomQAUFkyRuYRMwAAAIDUoWQAUCkyRqYSMwAAAIAUoWQAUHEyRmYTMwAAAIBUoGQAUEEyRjYQMwAAAIBap2QAUBEyRvYQMwAAAIDapWQAUG4yRrYRMwAAAIBapGQAUD4yRnYSMwAAAIDaomQAUA4yRjYTMwAAAIBaoWQAUFYyBmIGAAAAUPOUDADKRMYgJmYAAAAANUzJAODIT7/lgAAAEABJREFUZAySiRkAAABATVIyADgCGYOixAwAAACgxigZAJRGxqAkYgYAAABQM5QMAEokY1A6MQMAAACoAUoGAMWTMSgLMQMAAACobkoGAMWQMSg7MQMAAACoVkoGAIXJGJSXmAEAAABUHyUDgI+QMagYMQMAAACoJkoGAP8mY1AZYgYAAABQHZQMAD5wxIyxdZeMwRGIGQAAAECVUzIAOKQsGeN2GYMyEDMAAACAqqVkAFDWjLF1p4xBmYgZAAAAQBVSMgCynYxBdRAzAAAAgKqiZABkNRmD6iNmAAAAAFVCyQDIXjIG1U3MAAAAACpPyQDIUjIGNUPMAAAAACpJyQDIRjIGNUnMAAAAACpDyQDIOjIGNU/MAAAAACpMyQDILjIGtUXMAAAAACpGyQDIIjIGtUvMAAAAACpAyQDIFjIGqUDMAAAAAMpLyQDICjIGqUPMAAAAAMpFyQDIfDIGqUbMAAAAAMpOyQDIcDIGqUnMAAAAAMpIyQDIZDIGqUzMAAAAAMpCyQDIWDIGqU/MAAAAAI5IyQDITDIG6ULMAAAAAEqnZABkIBmD9CJmAAAAAKVQMgAyjYxBOhIzAAAAgJIoGQAZRcYgfYkZAAAAQLGUDIDMIWOQ7sQMAAAAoCglAyBDyBhkBjEDAAAAKETJAMgEMgaZRMwAAAAAkikZAGlPxiDziBkAAABAgpIBkN5kDDKVmAEAAADElAyANFZSxshbO0PGIAOIGQAAAECkZACkr1Iyxs5XvytjkBnEDAAAAEDJAEhLR8gYBXkyBhlDzAAAAIAsp2QApJ8jZ4ydMgYZRcwAAACAbKZkAKSZsmSMw3O+MgYZRcwAAACArKVkAKSTMmaMLTIGmUjMAAAAgOykZACkDRkDxAwAAADIQkoGQHqQMSBWOGasf1vMAAAAgMymZACkARkDkiXHjAMzfyxmAAAAQGZTMgBSnYwBRSViRp0D+8UMAAAAyGxKBkBKkzGgJGIGAAAAZAklAyB1yRhQOjEDAAAAsoGSAZCiZAwoCzEDAAAAMp6SAZCKZAwoOzEDAAAAMpuSAZByZAwoLzEDAAAAMpiSAZBaZAyomDhmbNmRL2YAAABAhlEyAFKIjAGVEb41bn9MzAAAAIBMo2QApAoZAypv2+6DYgYAAABkGCUDICXIGFBVxAwAAADIMEoGQO2TMaBqiRkAAACQSZQMgFomY0B1EDMAAAAgYygZALVJxoDqI2YAAABAZlAyAGqNjAHVTcwAAACADKBkANQOGQNqhpgBAAAA6U7JAKgFMgbUJDEDAAAA0pqSAVDTZAyoeWIGAAAApC8lA6BGyRhQW8QMAAAASFNKBkDNkTGgdokZAAAAkI6UDIAaImNAKhAzAAAAIO0oGQA1QcaA1CFmAAAAQHpRMgCqnYwBqUbMAAAAgDSiZABUrxIzxvrZMgbUIjEDAAAA0oWSAVCNSskYuyZ/W8aA2iVmAAAAQFpQMgCqS+kZ42DBPhkDap2YAQAAAKlPyQCoFjIGpAsxAwAAAFKckgFQ9WQMSC9iBgAAAKQyJQOgiskYkI7EDAAAAEhZSgZAVZIxIH2JGQAAAJCalAyAKiNjQLoTMwAAACAFKRkAVUPGgMwgZgAAAECqUTIAqoCMAZlEzAAAAICUomQAVJaMAZlHzAAAAIDUoWQAVMoRM8b23TIGpCUxAwAAAFKEkgFQcWXJGHfIGJC2xAwAAABIBUoGQAWVMWNs3C5jQBoTMwAAAKDWKRkAFSFjQPYQMwAAAKB2KRkA5SZjQLYRMwAAAKAWKRkA5SNjQHYSMwAAAKC2KBkA5SBjQDYTMwAAAKBWKBkAZSVjAGIGAAAA1DwlA6BMZAwgJmYAAABADVMyAI5MxgCSiRkAAABQk5QMgCOQMYCixAwAAACoMUoGQGlkDKAkYgYAAADUDCUDoEQyBlA6MQMAAABqgJIBUDwZAygLMQMAAACqm5IBUAwZAyg7MQMAAACqlZIBUJiMAZSXmAEAAADVR8kA+AgZA6gYMQMAAACqiZIB8G8yBlAZYgYAAABUByUD4AMyBlB5YgYAAABUOSUD4BAZA6gqYgYAAABULSUDQMYAqpiYAQAAAFVIyQCynYwBVAcxAwAAAKqKkgFkNRkDqD5iBgAAAFQJJQPIXjIGUN3EDAAAAKg8JQPIUjIGUDPEDAAAAKgkJQPIRjIGUJPEDAAAAKgMJQPIOjIGUPPEDAAAAKgwJQPILjIGUFvEDAAAAKgYJQPIIjIGULvEDAAAAKgAJQPIFjIGkArEDAAAACgvJQPICjIGkDrEDAAAACgXJQPIfDIGkGrEDAAAACg7JQPIcDIGkJrEDAAAACgjJQPIZDIGkMrEDAAAACgLJQPIWDIGkPrEDAAAADgiJQPITCVmjA1zZAwgpYgZAAAAUDolA8hApWSMnS99U8YAUo2YAQAAAKVQMoBMU3rGiAr2yhhAChIzAAAAoCRKBpBRSsoY+zfOlTGAFCdmAAAAQLGUDCBzlJIxdrz4DRkDSH1iBgAAABSlZAAZQsYAMoOYAQAAAIUoGUAmkDGATCJmAAAAQDIlA0h7MgaQecQMAAAASFAygPQmYwCZSswAAACAmJIBpDEZA8hsYgYAAABESgaQvmQMIBuIGQAAAKBkAGlJxgCyh5gBAABAllMygPQjYwDZRswAAAAgmykZQJqRMYDsJGYAAACQtZQMIJ3IGEA2EzMAAADITkoGkDZkDAAxAwAAgCykZADpQcYAiIkZAAAAZBslA0gDR8wYO3cfkDGA7CFmAAAAkFWUDCDVlSVj/O6JLTIGkFXEDAAAALKHkgGktDJmjA3bZAwg64gZAAAAZAklA0hdMgZA6cQMAAAAsoGSAaQoGQOgLMQMAAAAMp6SAaQiGQOg7MQMAAAAMpuSAaQcGQOgvMQMAAAAMpiSAaQWGQOgYsQMAAAAMpWSAaQQGQOgMsQMAAAAMpKSAaQKGQOg8sQMAAAAMo+SAaQEGQOgqogZAAAAZBglA6h9MgZA1RIzAAAAyCRKBlDLZAyA6iBmAAAAkDGUDKA2yRgA1UfMAAAAIDMoGUCtkTEAqpuYAQAAQAZQMoDaIWMA1AwxAwAAgHSnZAC1QMYAqEliBgAAAGlNyQBqmowBUPPEDAAAANKXkgHUKBkDoLaIGQAAAKQpJQOoOTIGQO0SMwAAAEhHSgZQQ2QMgFQgZgAAAJB2lAygJsgYAKlDzAAAACC9KBlAtZMxAFKNmAEAAEAaUTKA6iVjAKQmMQMAAIB0oWQA1UjGAEhlYgYAAABpQckAqouMAZD6xAwAAABSn5IBVAsZAyBdiBkAAACkOCUDqHoyBkB6ETMAAABIZUoGUMVKzBibFsgYAClLzAAAACBlKRlAVSolY+x8ScYASGliBgAAAKlJyQCqTKlHY3z94P5dMgZAihMzAAAASEFKBlA1Ss8YUf5uGQMgLYgZAAAApBolA6gCMgZAJhEzAAAASClKBlBZMgZA5hEzAAAASB1KBlApMgZAphIzAAAASBFKBlBxMgZAZhMzAAAASAVKBlBBMgZANhAzAAAAqHVKBlARMgZA9hAzAAAAqF1KBlBuMgZAthEzAAAAqEVKBlA+MgZAdhIzAAAAqC1KBlAOMgZANhMzAAAAqBVKBlBWMgYAYgYAAAA1T8kAyqTEjLF50Y6XvhlnjDuf2ipjAGS8EDN+9/jWzTsKSo8Z8S8OMQMAAIDKUzKAIystY7x4U7R/Z5wx1m4piADIAlt3Hbzj8S2lx4y4Z0RiBgAAAJWmZABHIGMAUFShmJG/8V0xAwAAgGqiZAClkTEAKElyzIje/FHBpjkFHxIzAAAAqEJKBlAiGQOA0iViRnQg7+D0H+ZvfFfMAAAAoMopGUDx0iVj/MdP7/7pw6+GyzEjToqqU68BgweOODl5S+defeNPfeV//Swqs5PP/VR8r9MvvjKqDV//zQPhs//vgy8mb/zM138YP6vwZUYU8a3f/S28OOM+/pmo6lTs/ZOpRp52QfsuPSKKKPqTJwWJGQAAAFQ3JQMohqMxkuU0a3HRV77x5e//2kxr1lo8Z2a47nPs0Iiq1qFbr2t+ePtF13yjUU6TiCTp9ZNHzAAAAKBaKRlAYTJGIcPGnjny9Avq1qsXka0WzpoerrsdPbBho5yIKnX6JVf2OsaRQMVIu588YgYAAADVp34EkETGqG5zZ7y2ecO6MFi/anmUMiY/cv9bk58Lg/dXLYsoYt701wry9zfOaTJg+OhZr06MgOLEMeOaC1q1bn44Zgz/btR2UNHd6tatW6dOnfDLJVxHh3/dxAMAAAAoiZIB/JuMUQM2rVsdLlGKWbloXkTJ8vbtWbFwbq9jBh89eLiSAaUQMwAAAKgOzi4FfEDGgFLMn/l6uO498IQIKJXTTAEAAFDlHJMBHJKRGaNF67ZnXf7lzj37tmjVOqdZix1bt2xdv3bj2pXTJz21dN7ssjzC6Rdfefqnr0x8ePZnvhIuYXDv/359/ozXC+189OCRw087t32XHm07ddu9c/v6lUvnTH/1jecePVDwkRft5HM/df6V14fB83+79/mH7k2+qfegE8ZeeGmbDl2atsxt0LDxts3rt65f9/6qZS8//tCWDWujcho0cuzI08/v0LVXs9zWWzasWzZ/Vnic91cuLXbnz3z9h8eNGhcGd/zXtUvnzSp06/AJ5/Y5dlirth1y23Zo3qr1rh3btm5cv2ntqoWzps+c/Eyx848NG+eMPP2C4048tVX7Tk2atdywZsX61cvfePbRxe/OvPp7v+5z7Ak7tm764RcvTOz//T/+K6dZ81lTJj346x+GF3nACSe2bNN2/aoVG9aufPBXP0h8inI9k1MuuPS8K64Ng5/f8Lnw2UeefuFxo8d17NqrYU7OhjUrF70z45UnH9q2cX3YoV79BiMmnNf3uGE9+g9q0Chnx+aNs16b9NyDdyc/2rwZr4Un1rpD547dj1q3Ykmhr/e79zzWPLfNnGmv/PGWb4c33rBx5/Tsf2y3vseE76INq1esWbrwjecfL+nFj5Xx/ZPQpHnLU86/uGvvfu26dG/WsvWW9es2rVu1bP47Lz3616L/Ild888cDR5wcv+Z169UbPv6cngMGd+9zTPwiv79yyVuvTFw4a2pJz+34k04bOPKUdp26tu7YtSAvb+O6leH1fOWJvxV9HWJlfCdf9d+/6Dt4eOLD/7jlrnAdvt5vfXpslKoq+UoeM/ykwaPHH/pX7tx1f96+jWtWbVi74tWn/rF22aLk3cr1kyc1OTIDAACAqqVkAJmZMVq16/Sl794WJnkTW3LbtAuXngOOGzb+3NeffeTRu35ehX8CPO4TnznzkqsSa/O2bN02XMIs7cgzLrjnBzdu37LpiI/Qf8jIy/7zh41zmiS2tO3YNVz6HDcszJY+cd9vpj7/RFQ2DRvlXH7j9wYMG5PY0q5zt3AZPOa0x+/9ZVQeYYr8C9/5abfe/ZM3tmjVNly6908mWAcAABAASURBVD1myClnhABwz49uytu3J3mHtp27XXnzT8OMfGJLpx69w2XA0NEP/vIHpX/GT3312yeMPSMed+3T/8DBD/5wu2LP5MOvotWlN/xPp+69E1s69+wTLqGX/P571+3avu1z3/h/4bklbm3cpftpn/p8eMIhSyQ2hln7ze+vCSUj7Fl0Bj/x1+XtOne/6r9/ntuuY/Jn73XM4BGnX3DX929YNr/4hFbe98/4iz439oJLQ/tJbGnftUe4hH/0Y4aPefA3/y/UnWKfXihMX7j5p70HDkncFF7kcBk67pyn/3xHqCCFPlF4Q3786pvCy/vvTTlNQp/o0e/YwaMnPPGH30x94fFCd6nCd3IKqvAr2blX3/O/cF3y/o1ymoZ3dfiJFF7J5x685+UnHowyi5gBAABAFar3ve99LwKyWLpnjJGnXxDmfMPg7SkvbFi9It4YpvK/+qPb44yxcvH86ROfnPr8Y8vmv5OflxdmVOvUrdutz4A6UZ3Fc94q/cF3bNm06J039+zaEfYPH0574ckX/v6HWVMmrnxvXpgxb96qzagzPha2t2zTrt+QUVGdOhsP/6X/qkVz69VvEOavw03NW7YOk5XvTn058Zg9jh54aOcoWjLnrSUfPoFOvfp86b9ua5TTJLz082e8Nn3SU9MnPrV2xeKGOU3CVxce7ZhhJy2dN2vz+jIdmXHFt34cz8vv2bXz5ccfDF/7uhWLGzRs1Lp9p2OGnxRenHr16oV/4on/+GPiLseNGd+ha68weHPS01s3vp/Y/uUf/iaOBzu3bXnzxafffPFfb7383Jpl74VHy23bPjpUjDrWq1//vVnTE3cJU9jX/fSeVu07hfHe3bvenjJxytP/CK9Ms9xWzXNbH3viqQ0bN27UuEne3j3huSXuNe7jnwmPGV7VfsePSJ7HfOO5R5fOnVWxZxJm248+fkQYdD7q6JAxwmcM/3Dz3no9PKvwUoTP0rRFyybNmg+fcG54ubZuXP/e7OkrF84JeSCn6aFC0L5Lj41rVyZHi049e3fpdXT9+g3CEyj0mo+98NLwReXn7z/53E+1aN1207rVi96dsXz+nPBmC++E8Lnq1avf/ehjXn/mkcRdKvb+Ofy5LjvnM18JX3gYr3hv7oyX/jVt0lN7dmwPjxOm13Pbdhg69qx3X39x984dibscf9Jp4cspKMgfOPzknv2P3b1926J3Z4ZnWJCX1yy3dVxQeg4YPGvKC3uS7hWexv/3kzvjwybCy/7qU3+f+sIT82ZMCa9Jx+5HNW7SLFSTqE60JOn7qFzv5E3r1sx7c0rL1u1aHQ4/j937y6nPPTbrtYmJb+QUVLFXMryprvnBb0M8C+Ow/d03Jr/2r3+sWjQ//PRt3aFTeFnCG7VZy9z4DGbRkX7yROlj7/7o3aV7B/VqlNPwYLR2ysFWA+rktItvSv42r3NY8kYxAyAD5OXlPffcc2Fw8skn5+bmRgAAleOYDMhqGXk0RjB4zPg4Y8yc/NyDv/73QQCvPPHQcaPGfebrPwzjYePOee6he0p/nA1rVoRL6w//vn7TulVzpr1SdLcwp7xz2+Y/3/rd5PMynf/5604+/9NhMGjU2Pr/99P8vH2lfKKTz/lUw8aH/ob9kTtve+P5xxLbX/jbH87/wvUnn/ep6FCzuTBMc0dHEr72/iecGAY7tm6650c3rVn6Xrz9+YfuPe/z/3HK+Rc3aNgwKpuRp58fx4Mws/zbm7+yZ+f2xE2hgpx3xbWnXHBpGIdP99Sffpe4aezHPtPicFsKDemBX34/zM5/cJe/33fp1/5nwLAxzXPblPQZu/c9Jly/9q+HZ05+dteObX0GDQ1zxBV+JgkhYyyZ+/Yfb/l2YnJ5xGnnffKab4XBsPHnhuvXn/nnk3/87f68vPjWMy750mmf+nwYjD77E2+98nzicRbOmj58/HkhSIQaVOyEcjxV/eR9v33lyYcS31y9Bw75ws0/DY2hQ7deA0ecXPQtVK73T6eefc645IvR4Ur02D2/DBkj3j7jxadDw/jsN/5feKFymja78Es3hH/9Qp+oSbMWTfq0CAXo0Xt+kXgpWrZtf+V3bg0vUXhjjD7roifu+3Vi/5BMOvU4dCBLiEl/uvU7u7ZvTdw0Y9LTV3zrJ+ErGv+Jz86eMun9Vcvi7eV6Jy9f8E64HvLhITgrFsxJl5Xny/tKfuyLN+S26xAGC9+e+vc7bonPaXbI3+8bc85F513x/4WYEbLW7NdejPNqGX/ypAVHZgAAAFAlrPgN2StTM0Z0eLY3HoQJ8UI3zX7jxeUL56xdvnj5e3PKPqd/RE/84TeFlpd46s+3x39a3rBR4579jy397h0OzxcX5O9PnvyNTfzHfWGqdMV7czd+9HxBJRlz9ifjwUuP3p/IGLEn7/vNvBmvRWU2ePSEePDs/Xclx4MPNj5wV97eQ7P5rTt0TmwME7InnnXoOIMDBQV/+/WPEhkj2Ltn9x9/evOGpC3FmvXapEfv/kX4ejetWz31hcfDdcWeSbKCgvx/3P7j5L+Rn/bCkxvXfvBMwj9T+IyJjBE89+DdoaNEh06L1C35ceZNfy18FeFrHDB8dFSCeW9OefmJB5NPXBbmpqdPfDIex6mmqDK+f+rWq3fp9f8dH40RYkkiY8S2bnz/rv+5bte2Q72h35BRx590WtFPtG3zxod/f2vySxFm1Sc+dF887tq7X2J76CLjP3F5GISX4oFf/TA5YwQb163+xx0/DT8vwqvxsatuTGyvwndyiiv7K3nc6HHx6bnCP81ffvbdf2eMw6Y8/fCkf/45DOrUrXvBF7+WkdP3FgAHAACg8pQMyFIZnDGCfXt3x4NxF32mWcvWhW69/dtf/sWNV/z1tv9OnryujDDVm/yX+7EwlZ/4A/Pmh88UVIq8PYeecJgUvvDK6wv1ld07tv3PFWf/9ltXP/vAndGRNGnestvRh+bKd2/f9vqzjxbdYeLDf4rK7P5ffv++W74VOsE7U18qemt49bZt2hAdPqQgMf3a74SRTZq1CIN33pic+Dv9hPCaTH7sr6V/0hmTnqqSZ5Js9ZKFGw8XkWShZsWDOdNeKTpnGj9g05a5yes95O3bs3LhnOjQ6tzDoxJM+dfDRTeu+jApNU5a2SKh7O+fHkcP6tj9qPgukx97oOhDhdASCkc8HjbunKI7zHjx6bj6JFu24IPVOxo3bZbYePg8YIe+9tmvTdq6cV3Rh1q+4J04lfUedEKLVh8cZ1NV7+TUV/ZXcuRpF8SDKc88vHfP7qIPFf4pd27bEh1eTuaI1TNNiRkAAABUkrNLQTYqKWPkb1ueARkjOjT3+uIp518S5rV7DxzyX3c9snzBuwvenjZnajFz61ViU5FZ8ti2TR/88XWjJs2iUr39ygthOjgMxpz7qWHjz1ky5+2506fMmf5KPL9Zdt16D6hX79AP9rUrlxR7PqsVC97dumFd8nrUpQiffe60V8MleWPdevXCfGvX3v16DTi+ZZsPTnnfoFHjeFa3R9+B8ZbVSxYU+5hvvfzcRV/5Zkl/eB7ehcUuXlKBZ5Js7bJFRR9z944Pju3YvKGYafr9H548qmHjnOTZ50XvzOg7eHjvgSdEJdiwupiDTvbt3vXB06vfoOitZX//NG/1QZZbu2xx0S8zNvPl58+6/MvR4YVDit66ZX0xX+zOD4+3qJ/09BKnNtq/b+/AESdHxdmz64MjEtp17h4vS15V7+TUV/ZXMvTFeLBsXvHrvYd/ygVvTx069qwwbtu529ISdkt3TjMFAABAZSgZkHVKyxgTb8yAjBEdnrl+8r7ffuyqG8MUWJjv7nXM4HA567KrNqxe8d7s6fPefH3hrKlV+Ne+ecX9nXUQXtV4EObmolJNfeHxXsccf8LhBQMa5TQdMGxMuHz86v9ctWTBe7Omz37jxbVLF0Vl0Lz1BzPd2zdvLGmfbZs3lrFkJHTt3T/MZXfo1qttp67tOnerV2Q6vu6HU425bTvEg+Rlw5MdOn4iPIEPw0Mh+/buKf1AmbI/k2S7D58qqiS7t20turGkt8c7UyeHTtC6Q+dufQYUXdThQEFBsYcv5Od/+EUV904o+/unaYsPDs7Yuqn4l/fQTRvX7duzK7yLctt1iGeEk2/dVtwdw9MOl0OrVSe9eolTdZ1ywaXxMiSlaN2xc5ygquqdXJKO3Y9q07FLVG3Cj4j1q5eXZc+yv5JNmn9wIE4pp9Xa/P6aeNCmQzV+dbVOzAAAAKDClAzILqVnjIN52zIgY8Ref/aRLRvXnXzup3sOOC5eVyBo16V7uIw++6KtG9Y9eu8vC/2Nf4XlF+RHlfbgr3+wdvmi48aM79rr6DqHZ67DfGj3vseEy4RPXrHivbkP/fpHG9asKP1BGn/4x/s7i5udj23bsiEqs2Hjzxkx4bye/Y8rtH3v7l0rFr7b9aj+TVq0TN7etEVuPNixdXNJj7lj66aSSsb+vL1RFT2TZHn7SnzY8tq4ZmWY7G7ftUf/oScWLRn79uyuQCEr+/sncaqrXaUe4rB9y+Z2OU3D275x0+aFlhXZs3t3VDYtS/g3KlbyKu5V8k4uyfDx58ULoVeTif/447MP3FWWPcv+SjZsmBMdPt6opLwXJR1/kziAI1OJGQAAAFSMkgFZJHsyRmz+jNfDpWGjnP5DRx09eORRg45v27FrfFNuu46XXvfdX379i5tSafHhyY/dHy4tWrc9ZvjJfY8b2nvQCfGaE9HhlaIv/88f/OqmL5Q+Ub5n18540CK3dUn75OQc4VRXCSeccuanr705Hu/asW3t0vfeX7l01dL31i1ftGbpe+GZfP3X9xfqB9s3f5BJmuWWuDRI0/LP1VbgmSSr2pPtL54zM5SMPoOGPv/QvVHNSkyFNy115ZVmh28tKMgvujp62e358IxYv735KysWvFueu1bBOzmTbN+6qWnL3BB1ctt2KClmJFJQ6ccPZQYxAwAAgApQMiBbZFvGSMjbt2f2ay+GSxi36dR15GnnjznnUw0ahsDR9JTzL37kztuiFLN988Y3nn0kXMK414DBJ5/36UGjxoZx5559jhszftarE0u5747Nm+JBKX9Q37JN+6gM6tard/Znr4nHz9x/16SH/1h0n8ZNmxbasunDk+S0bF3iZ8kt2xOo5DOpPgvfnnbimR/vfvQx4T2Ut29PVIMSC720+vAsXkU1bJyTc3i56VKOyymLze+v7j1wSBh06XV0eUtGrDLv5JI8cd+vwyVKK5vfX9OpR+/o8BoYJZWMVu06xYNdGbegSLHEDAAAAMqrbgRkgWzLGKNOv/DCK6+//MYfFNq+ae2qp/98x/MP3RN/2K5Tt7I8WnX/6Xizlq1PueDST33122dc/MVCNy2dN+tPt35n3ozX4g87dOlZ+kOteO/d/YcX+u7Su1/iRE/Jwlxqu85l+qqPPn5ky9Zto8Oz58XGg5Zt2yf+kLxOvXrxYOPaD9a77nNs8WtiDxqE4NejAAAQAElEQVQ5tu6HO5dRxZ5J9Xlv1pt79+yuV7/BgOGjo5r1/splBwoOfZN269O/2H/fYNi4c+LB2uWVWpFi45oPDlc67sRTS9rnE1/++hdu/unF/9/NHbr2jCr8Ts70gzMSeW/ACcW/YcJ3RJ/jhsbjFYvmJ7Zn9usSx4zNOwqiA4djxsZ3Cz50IEn8yyv5V1gEAABAVlIyIPNl4dEYw087b8y5nxo8ZnynXn2K3rpxzQez7bt2lOncO/n798eDOnWrZZa8oCD/zEuvGj7h3OGnnV90CevoUB5YHQ927TjCX9nv3b1r8bszw6BBw0Ynn1fMcgJjL7isTt0y/eRv1LjxB590e/GfdPSZH0+M6374yiyY+cauw4cC9Dt+ZLvO3Yve66TzPhWVU8WeSfXJ27dn6eHVrY8ZOiaqWQX5++dMfyU6dOBFk1POv7joDnXq1Dnlgkvi8bzpU6JKmPXapLy9h4446T3ohKMHjyy6Q9g+6owLBwwd3e+EEzevPzRZX7F3csH+D5YJqVsvM48TnTn5mYLDS6GEV6Zxk2IOHhox/rzW7Q8dk7Ft88blC95JbK/unzy1TswAAACg7JQMyHDZeVKpOR8u5X35177f4vCf8yc7+cMp4IVvT43KIJ7PjQ6dMalNVA327Ny+eM7Mw4/f9pL/+K9CU8Dh+Z9w8ulhcKCgYM60I89NT378gXhw4pkfD3PNyTcNG3/OCWPPiMpm2YcnFOp6VL/Ovfom3xSmy0+/+MqxF16W2NLow5Wo9+7Z/eIjfzm0T926n7zmmznNmiffccw5Fx11zPFROVXsmVSrRbPfDNdHDTohqnFP/el38RvyxLM+0X/IRwJDeDU+dtWN8Zz41g3vvz2lIqdvStj8/pqXH38wHn/86ht7DRicfGuvAcd95sNjnma89K/9eXlRRd/Jefv2xYPctuVYYzyNrFn63rQXngiDkDE+/f99p2GjnORbu/UZMP5Tn4/HU57+e/JN1f2TJxWIGQAAAJSRdTIgk2Xt2hivP/vPoWPPbNele/uuPf7zl3+ZPumpDauX7c/b37F7r0Gjxsbrfm9cu3LG5GfK8mhbNqyLByNOv6B+g0b1GzSY8dKzC2eVqYKU0fMP3hOm+Bs2ajz4pAld+vR7+5UX1q9altOsRXjCx40eHy+RPWvKxK0b1x3xoRa/M/ON5x4bdcaFoSJc+Z1bX3/2kbXLFrdo3abfkFHhU4R//m2bN7YsUneK2rZx/bwZrw0YOrph45xrfvjbt1+duGLhnLp164WnNHDUqbkfXYejWYvczR+eQufVp/8+aNQpPfsf1+uYwV/90e/eeuX5Te+vDjt06zMwdJSCgvzwIGHOvSC/rO+6Cj+T6jPvrTfOO3hdeBnDNPTKRfOiGhS+uokP//Hsy78SpsU//+2fTn3h8fdXLtu1fUvr9p37n3BieM3DPvv27PrrL75XmeW+Y5Me+Ut4+4VvojYdu3zlB7+Z/9bUpfPePlBwILxLu/XuH++zcvH8if/49ym/KvBO3r7lg1XiL/zi13r2O7Z1x64P/OJ/QhKLMsgz9985YOiY3LbtB4085av/e8fs117csn5No8ZN2nbpFopjg4aNwj7vvPHSS4/8NfleNfCTJxVYMwMAAICyUDIgY2VtxogO/W34jr/8/L+/9N3bmue2yWnarOh5eJbNm33/L38QLzlwRKsWz9uyYW2rdp3q1as/fMK5YcuGtSurdj4xzIY/ctfPP3H1TQ0aNgyh5bQP/0Y7Fv7ZZk5+5h//d2sZH+2fv791f17eyed9KsyQnnL+JYnt+/P2PfSrHw0Ze0bLESeX5XEev/dX3fsc07RlbqOcpiNPvyBckm+dNWXS7h1bTzzrE2HcqWfvFe/NjbeHV/X3/3N9mJUONaVDt15nXXZ14i7h3+XPt333S/91W5169RJ/b159z6T6bFyzcsPqFWGKv//QE2u4ZAQv/vMv2zZu+NhVN4aYcWLSmbU+eG7rVv35p99Zu3xxVGn5eftu/85XPvbFG4acckadunUHDD0xXBK3hrflnOmv/v13P967e1diYwXeyXOmvTLhoivq1qvXrGXrMeceOvlYp559ls6bHWWQ8M7/7beuuuS67/Y5bljnnn3CJfnW8LJMfvyBp/98R6F71cBPnhQhZgAAAHBESgZkpmzOGLG1yxb9+JpPn3TOJ48dPa55i1ZNWrQM84Wb169bvXj+O1Nfnjv91bI/VKgCd/3gxgmfvKLrUf3ade5+MDrYoEHDqKrNePHpxe/MHPeJy3sOOK5p85bhsm/37k0b1i6dO+utl59dvWRhuR7tiT/86p03Jo05+1Pd+vRv3qrNhtXLF8+ZFSaRVy9ZMKTMJ5jatG71T6+77IyLr+x73PBmua2aNGsRNu7atnXVkvkvPfLXxXPe6j1wSNwPjh01burzTyTuWJC/P9SUOVNf6X/CyJ79j2vXpdum99euWfZeuNf6VcviFb/37N4ZlVmFn0n1WTxnZigZfQYNff6he6MaN/PlZ5cvfHfshZeF59C6Q5dmLXJ3bt20ce2qEHVmvvxMfK6nKhGm4B/41Q/mvvnqoJGntu7YuXX7TmHueP3KZeFfc+rzjxfbS8r7Tl6z9L37fvyNUWd+PMzv57brmLd3d9PmuVHG2b5l053f/9rosy/qM+iENp26tunQuSA/f8vG95fOeeuN5x9/f+XSonepmZ88KULMAAAAoHR1nGsYMo+MQcpq27HLN25/KAzemzX9rh/cEAF8KLdpncMxo15Ut2Gd4d+t33ZQvQ/VTRLXi0TDEDMAUtOOHTtuuummMLj55pt79OgRAQBUjhW/IdPIGNSiFq3aXP0/v7zshu+NPO2CYncYMvbMeLBq8fwIIIkFwAEAACiJkgEZRcagdm3fsqlL7/7Hn3TaWZdd3bZzt0K39jl26KkfuzwM8vfvnz7xyQjgo8QMAAAAimWdDMgcMgapYPKjfz3r8i83bZl7w233zZ0+ZeV7c7dt2dCmfece/QYdPWRkvXqHfu88/7d7Nq5bHQEUccQ1M+rUqRN+tVkzAwAAIKsoGZAhZAxSxKR//rlNpy7Dx5/XoGGjwWPGh0vyrfv27Hr2wXteffJvEUAJjhgz6tWrJ2YAAABkFSUDMoGMQUr5++0/mfrCk6decGmHbr2atsxtlNNk17at2zZvmDP15TdffHr7lk0RQKkKx4wR34vaDEjeQcwAAADIKkoGpD0ZgxS0YsG7f7r1OxFARSXHjAPTvp8/4n/imJFoFWIGAABA9rDiN6Q3GQOATJVYALzOgX2HYsameQUFBfn5+fG632Ec/8qzADgAAEDGUzIgEyQmcWQMADJJ6TEjzhhFYwYAAAAZRsmANJY8cZPIGPu3LpMxAMgYxcaMIDlmxBJ3kTQAAAAyjJIB6arQlE08lRMyxs5J/yljAJBJisaM/Pz8I/YMAAAAMoaSAekteXkMGQOATBXHjK07P4gZBZvnJ0pG8q/C6KMHLAIAAJAZlAxIS4UOyAgKtq9wUikAMliIGb97fGtyzIjX/U4ckxEJGAAAABlKyYA0lvj70wN7Nm174WshY4TxnU/LGABkpi07D4SYsWVHQVSwt2Dq9wq2Ly90aiklAwAAICMpGZD2Ds3aNGrVoNup8YdjBuZEAJChTujbuFXzemFwsO3xB3I6H0iSOCzD8RkAAAAZRsmA9JaYrMkZ8tX6Pc4M45EDci4+tVnYFgFAZhl7XM5Zw5uGQX7rEwqOubboARnqBQAAQEZSMiD9FJqmScSMhkP+o26308N42NEhZjQXMwDIJCFjnDcqpPooL/f4vf2uKTgQxRkjcTQGAAAAmUrJgHSV/JeniXG9474adZkQiRkAZJZExtjXcvDO3lcdjOoWOgjDSaUAAAAymJIBmeODuZuBXz7QaVwkZgCQKRIZY0/zY7f1vDKqUy8CAAAgmygZkK7qHFZ0S3BgwFUFHU+NxAwA0l8iY+xuNmhL988nZ4zk34NFfy0CAACQMZQMyATJ0zfxeP/RV+5vf0okZgCQzpIzxqaunwsZI/yOq1u3buI6IXEXPQMAACDzKBmQfko6FKPuYYlBXt8v5LU7ORIzAEhPiYyxq+nAjV0+W7deg3r16sW/4+JBoZ4RyRgAAAAZSsmA9FboUIxExohnefb1+fy+tidFYgYA6aZQxqhTt35ywyik6JEZAAAAZJL6EZDOEvXi4MGDiSmeMD5w4EB8vbf3FWG3RhtfDTEjDB56aUe4UwQAKSyRMXY2OWbTh0djJNSvXz8xLnqOKcdnAAAAZB4lA9JYmKMJuSJxnZw04p4REzMASCPJGePQSaXq1o/rRUJyzHBYBgAAQDZQMiAtxfUiMY4bRhjH6SLM7MQ3xR+GwZ6jPhcGjTdNETOoQt+957HmuW327NzxP1ecHZEaWrXr1H/oia8/88/kjVd888cDRxxaNef2m69ZvuCdqJyOGXHS4NET2nfp0a5z1717dm9au3r96uVvPPfY6iULIqhqhTNGvQb1i1NSxhAzAAAAMpKSAemq0AEZ8Za4Z8QSGSMex0dmiBmQqcJPgJPPv+S0T31+6dy3C5WMCmvXufvHr7qxz3HDElsaNm7SolXbXscMHjHhvNmvv/TEfb/evnljBFWkpIxR6JiM5LNLJXpGoYahZwAAAGQSJQPSXmKyJpEx4oCRyBgJYgZksA7dep13xbVR1WnYOOfz3/pJuy7dw3jPzh1Tn3987YrFjXKadu7ZZ/iEc8PE8uAx45u3av37//6Poj9toAJKyRgNGjQo1DDiQaFjMiIBAwAAIEMpGZDGCp1jKvroYRlhlqfoXcQMoIwu+so34oyxad3qe35448Z1qxM3zXz5mc99/X+btWx11DHHn37xF5978O4IKqfsR2MkN4wwKPa8UnoGAABAhqkbAeks+U9Q44wRX8ezPIXmgOK/aQ0xY2+bMWH/EDMuPrV5FPljaqCwth27DDn59DA4eODAP+/8WXLGCJbNe+fh//tpPB408pQIKqf0jJF8QEah80olfvHJGAAAAJnNMRmQ9gotmBHmdA4cOODIDKAy+h4/Mh4sX/Due7OmF91hzrRX9uzamdO0Wbsu3es3bJSfty+CCqlYxkiUexkDAAAgGygZkAnEDGpd245dTv34Zzv2OKpD1x4F+/M3rFv13tvT3nj+sZKWg+7Z/7ihp57dtlOXlm3atWzTfn/evq0b129et3rForlTn398z84dyTufcsGl8QoQt998zcpFc0eedsGQU07v2L132LJt84bF78x49el/bFyzstCnKO+9mrVs/Z27/hnmTvP27vnRly7cu2d30afdolWbb//+4bDPysXzf/ONL0VH0rlX36/97A9h8Mz9d016+I/9Txg1+uyLOvfsm9OseXhl1ix777V//XPxuzNLuvvwCef2OXZYq7Ydctt2aN6q9a4d28KrtGntqoWzps+c/Ezi5HK9Bgy+5ke3J+41YNiYnz78ahhMfmzucgAAEABJREFUfuz+p/70u0KP2bBRzoRPXdH96IHtOndr3KTZpnWrl859e9rEJ9csfS95t727dy6a/WbbTt0Wzp5e0tPbuHZltz4DwqvRul3H9auXR1B+Fc4YyctjyBgAAAAZT8mADCFmUIv6HT/q0hv+u0mzFh98nBP1aNGyx9EDTzz7E3+57buL3/nITH14f37yq98cPv685I0NGjYKd+/cs8+gUWNHn3XR3T+4odiZ8ZymTb/6/+7o3veYxJbGTZp26NpzxGkX/PPOW9+c9HSxT6+M99q5bfPCt6aGDNCwcc7gMadNfeHxog81bPyhla7DYNYrL0TlEeZXP3Xtt5K/6jYdu4TLsaNOff25Rx/5/c8K7R+yyhe+89Nuvfsnb2zRqm24hC9kyClnjJhw3j0/uilv356oPFq0bvvxq24MfSWxpVOP3uEy8owLQ/N49cm/Jba/9fJz4VLKQ4Ui0rZj1zAoyN+/ZcPaCMpPxgAAAKCM6n3ve9+LgIxQaM2MooMoaaInHuTlHhft3Vx/z8rObRq0bl53zrJ9YgZlN/bCSxs1bhKmHIecfHqY/d+2eePy+bPfe+fN/H37WrXrGB2a7G7cs9+gN557/OCBA4l7nf+F60888+NhsD9v3+zXXpzx0jPTJz258r15e3fvaN+1Z3hnhswQptqnT3oqcZce/Y49+vgRYXDUoBM6dO2Rt2/vu29MfuXJhzauWdk8t3VIIHXr1Rs44uT3Vyx9f9WyytzrQH7BcWPGh0GDxo1nvvRM0S/5Y1fdGO67Py/vwV//sCznU2reqs2oMz4WBu269DjqmOPDYNHsN199+h9L580O8Sa3bfuwJeSKnGbNF7w1NfmOX/7hb+KMsXPbljdffPrNF/8VusKaZe8l7hVe4TDXG5/3KXxpyxe8u2TO2wOGjY4Onw/qsXt+MWvKxEXvzNy1fWvYcvxJp7Xv0iMMjhk2Jtx97+5d4QWfP/P1ndu2tmzdtl79BmFS+KiBQ+ZMeznevyzOveLa3oOGhMGCmW/MmPxsBOUkYwBktry8vOeeO/RXESeffHJubm4EAFA5jsmAjOLIDGpe6AEHCgoeufO21599JLFx0Mixl//n98OEZNtO3foee8L8D6fp23XuPvqsQzP7eXv33Pn9r61YOCf5ofoPPfHKm2+NDp97qkXrtkXPTBWm3dcuX/zgr34QruMtzz54z8e+eMOI0w4d63De56+dO/O1ooGh7Pd6Z+pLoRw0a9mq9zHHt2jVZvuWTcmP063PgE49Dp2casHM1/fs3B6VR3gOu7dv+8cdt7w77eV4y6SH/3jiWZ84//P/EaZsTzzzY6HcrF22KL5p5Onnxxljw+oVv735K8mfa+I//njeFdeecsGlh16uE06MTx61e8e2OdNe6dj9qHif+MNin0YIIW9Oeurh3/+sIH9/vCUUji999+e57To0aNhw6Niznv7LHVEZnHXZ1WPOvig6dBKqXUVPYAVHVErGKNQwZAwAAACCuhGQWQodgZFYEzWeA0r8uWssnjAKMWNvmzFh/xAzLj61eRQdjKA8pk58IjljBO9Onfz2qx+cf6nHgOMS248/+bR69RuEwfSJTxbKGMH8Ga8vmft2PG7ftWfRT3TwwIEHf/3DRJAIQoF4+P9u2XB4uYvcdh2PO3FcZe4VEuDMlw8dXhC+YYZ99PxXwbAJ58aDmRU6BOHFR/+ayBix15/559uvHPpbxfCajDn7k4ntg0dPiAfP3n9X0WTy7AN3hQ4UBq07dI7Kac2yRX//3U8SGSNYv3r5xIfvi8fd+g444iM0bJzz+W/+ZPxFnws/Vvbn7fvLbd+1QgblJWMAAABQXkoGZCAxgxo2o7gTMS2bOzseNGneMrFx8mMP3Pn9rz1532/feO6xYh9q87rV8aBR45yit74z9aXEgQsJIT9Mfuyv8bjfkJGVvNcbzzwSr6R93OiPRJHw/RMHj53bNs+ZXvwRD6XYumHda//6R9Htkx7+04GCgjDoO3hoYuP9v/z+fbd8KxSL8MyL3mV/Xt62TRuiwwdYlHcOd/ZrkxLrhCcsfPvNeJD8L1WSz3/rlmNGnHT4aez788/+a+Hb0yIoj0TG2NHsOBkDAACAMnJ2KchMTjNFTVq1aF7RjVs2vB8PGuc0TWzM27tn0ew3w6XQzm07d+vSq2+vAYP7DB4RbwmRrehjFlpMImHxnA+O5OjY46hK3mvjutXL5s3udczgzj37dOrZJ5FAQsZoenii/62XXygaA45o8bszQ4Eouj18uq2b1rdu36lVu04hJOzesS06vDbG3GmvhkvyniGldOrRu2vvfr0GHN+yTbt4Y4NGjePjM8ro/ZVLi27csmFtQf7+evUbNMppUvrdx3/is32OPSEM9uzaef/Pv7fg7TciKI/kjLGp06UyBgAAAGWkZEDGqljMOFi3fs6GyWIGZZe3d3d8VEEhBw7kx4O6desVvTW3bcchJ5/WsftRbbt0b9+5W6Ok2vGB4uYod2zdEhVn87rV4TmEuf6mxR1VUN57zXz5mVAywmD4+HMfv/dX8cYhJ58eD6ZPejKx5+U3fL9zr75FH3nXjq2/+85XP7plW1SCbRsPlYwwaNm23e6P7ta1d/+BI07u0K1X205d23XuFp+YK1ndcs7k7t29q9jtBQUFh9b9LvXRwj/Z+Is+Fx0+GuO+H39j6bzZEZTHR47G6HRZ4uBAGQMAAIAjUjIgk1UgZuzrdXm4FjMou4L8gnLt33PAseM+/rmjBw8rNC9fkL9/1ZKFjXOahIn7ku67u4R1tsM7fM/OHU1b5jYuWkTKf68Zk58794r/CM9k8Jjxcclo0arN0YfPQLV84Zx1K5Yk9mzZpl27Lt2LPnKjLU2KPIcdUQn27t4ZD5o0a5HYOGz8OSMmnNez/3FFdt61YuG7XY/q36TFkc8EVVT+/v1RRYVXo+HhU369+tTfZQzKS8YAAACgMpQMyHBiBimlXefuX/zOz+IjMPbn7Vu9ZMH6VSvWrVyydvmi5Qvm5Oft+/S13y6lZLRs3a7Y7Q0aNoxn9os95qC89wpP453XXhw+4dzmuW36nzBq/sw3Tjj1rDDxGm56+9Xnowppntu6pJsSp4raveOD4nLCKWd++tqb4/GuHdvWLn3v/ZVLVy19b93yRWuWvhe+l7/+6/srVjIqI3EOrkXvzIigPGQMAAAAKknJgMwnZpA6zvnsNXHGmDPtlQd++YO8fYXXeMhJOi6hqFZtOxS7vX3XXvHk5s7tW6vkXq89889QMsLg+JPOCCXj2MNrfeft2ztj0tPJu/3uv74alU3LNu1LuqnFh6Fl45oV0eH1MM7+7DXxlmfuv2vSw38sepfGTZtGNS5x5MqW99dEUGYyBgAAAJVXNwKyQDz1k7iO54bCdTxbFE8eJSaS4qmlEDP2tBsb9g8x4+JTm0dRuZc4hkIaNGzY/4RRYXCgoODRu24rmjGC9l16xIO6dYr5DdX78HLTRQ0YNjoerFmyoErutXrJgjVL3zu0z9AT23Tq2q13/zCe9+Zre/fsjiqkV//jwpdfdHvPAcc2a9kqDDasXhEvCX708SNbtm4bBu+vWlZsxmjZtn3z3DbxuE69f69BUoF1yMtl7vRXX3nib+FSbC6CYskYAAAAVAnHZEC2cGQGta5e/Qbx2hgFBfnbNm8sukP/ISMTy07UKa5k9B8yKqSO9auXJ28MRe7EMz8Wj2e//mJV3evtV1/o3KtvTrPmpx1e5jo6tH7GM1FFNW2ZO3TcuW88+0ih7aecf2k8mDP9lXjQqHHjeLCrhGAw+syPJ8bJq6nn78+LB8l5owpNn/RUBOVRsYwRJIq7jAEAAEDMMRmQRRyZQe3au3vXxrUro0MHZzQaedoFhW4dNHLsxf/x3cSHDRs1LvoI4f36yWu+2apdp+SNH/vSjfExCisXzZs/842qutebLz4dr499/ClnhOutG9bNn/FaVAnjL/pcoaNDTjjlzPi4kPDKvPavf8Ybly14Nx50PapfSCnJ+4dv2NMvvnLshZcltjTK+ffS4onVPlqUvCZHZfQ5dujAESeHS9uOXSI4EhkDAACAKuSYDMgujsygdk2f9NTZl38lDD7x5Zv6nTBqydy3d23f2qFrz35DRnU56ujkPXOaNy/2EXoOOO76n90zZ9rLi995q1nLVv2GjOw7eHjYnrd3zz/+75aSPm8F7rVz25Z5M6YcO+rUeK3vYo/bKJfcNu2u+u4v5k5/deHb08L3Xpej+o047bz4pqf/9LutG9+Px9s2rp8347UBQ0c3bJxzzQ9/+/arE1csnBOCY8fuvQaOOjW3zUdWL2/WInfzh6tWhFcyxIzGTZp27nX0F759y/YtmzesWfHy4w9EVSS0n/ZdD53768k/3l6FD0tGkjEAAACoWkoGZJ1Kxoww0XT/xO1iBhXz0iN/PWbYmB79jg3vvEEjTwmX5FtXLp4/86V/XfjFG6JDy3H3LHr3GS8+3ff4ES1atR0+/rxwSWzfunH9n2/9ztqli4r9pBW716E7vvRMKBnR4SUoXn/usagSls6dVb9hw259BgwaNTZcEtvz9u395+9/NvOj5616/N5fde9zTNOWuY1ymo48/YJwSb511pRJu3dsPfGsT4Rxp569V7w3N3HTgremDh4zPjq0BMiYcB2SieRAzZMxAAAAqHJKBmSjysSMIb0PnfNHzKBiwlvud9/56phzPjls3NnNW7Vp2jy3br16eXt3v79q+RvPPvrmi0/Xa9DwzEuvbtykaf8TTmzYKKfQquAb1q7+1/1fOv+K/xg48pT6DRrs2rZ10/o177z+0tTnHi1lLe6K3StY/uGJnpbPf2fT2lVRJezbt+fO73/tjEu+OGL8eSFR7Nuza/OGde/Nmj7lqYe3bFhbaOdN61b/9LrLzrj4yr7HDW+W26pJsxZhY3jaq5bMDylo8Zy3eg8cEpeMY0eNm/r8E4k7PnzHT7Zt3tDrmMEdu/Vq0LBRNS2YAaWQMQAAAKgOh+YxIyArxd/+iesQM+LrgoKCcJ2fnx8G+R/av39/uG609K8hZoT931q8V8ygxpxywaXnXXFtGDxz/12THv5jtd4r2biPf+bszxw6F9Y//+/WN56vyDEZnXv1/drP/hAG8996494f3RRBRpMxAEjYsWPHTTcd+o+fm2++uUePHhEAQOU4JgOylyMzoBThm2L4hHPDYPfO7W9+9OxPQFEyBgAAANVHyYCsJmZASc77/HVtO3ULg9efeTQ/b18ElEzGAAAAoFopGZDtxAxIaNg45/pb792za0dOk2btunQPW7ZueP/FR/4cASWTMQAAAKhuSgYgZsAH8vbuadK0ebvO3T74cN/ef/7+p2FjBJRAxgAAAKAGKBnAIWIGxFYumd9/yKjdO7cvmfP2xH/8cfWSBRFQAhkDAACAmnFo1jICOCz+gZC4DjEjvi4oKAjX+fn5YZD/of3794frRkv/GmJG2P+txdmqa+QAABAASURBVHvFDIDsIWMAUIodO3bcdNNNYXDzzTf36NEjAgCoHMdkAP/myAwAykLGAAAAoCYpGcBHiBkAlE7GAAAAoIYpGUBhYgYAJZExAAAAqHlKBlAMMQOAomQMAAAAaoWSARRPzAAgmYwBAABAbVEygBKJGQDEZAwAAABqkZIBlEbMAEDGAAAAoHYpGcARiBkA2UzGAAAAoNYpGcCRiRkA2UnGAAAAIBUoGUCZiBkA2UbGAAAAIEUoGUBZiRkA2UPGAAAAIHUoGUA5iBkA2aCkjFEsGQMAAIDqpmQA5SNmAGQ2GQMAAIBUo2QA5SZmAGSqf2eM5kM2dbqkXt16MgYAAAC1TskAKkLMAMg8hTJGXRkDAACA1KBkABUkZgBkEhkDAACAlKVkABUnZgBkhsInlap3qFXIGAAAAKQIJQOoFDEDIN3JGAAAAKQ4JQOoLDEDIH3JGAAAAKQ+JQOoAmIGQDoqV8YIwg92GQMAAICap2QAVUPMAEgvMgYAAADpQskAqoyYAZAuypsxwq1xyZAxAAAAqHlKBlCVxAyA1CdjAAAAkF6UDKCKiRkAqUzGAAAAIO0oGUDVEzMAUpOMAQAAQDpSMoBqIWYApBoZAwAAgDSlZADVRcwASB0yBgAAAOlLyQCqkZgBkAoqnDGSG4aMAQAAQG1RMoDqJWYA1C4ZAwAAgHSnZADVTswAqC0yBgAAABlAyQBqgpgBUPNkDAAAADKDkgHUEDEDoCbJGAAAAGQMJQOoOZWPGQ9M2h7uGgFQKhkDAACATKJkADWqkjGjQd06f3phm5gBUAoZAwAAgAxTNwKoWfGkWOI6njhLTKLFc2qJ+bUGDRqE6xAz9rQbG/Yf1KvR505rGTpIBEBxZAwAAAAyj5IB1AIxA6A6yBgAAABkJCUDqB1iBkDVkjEAAADIVEoGUGvEDICqImMAAACQwZQMoDaJGQCVJ2MAAACQ2ZQMoJaJGQCVIWMAAACQ8ZQMoPaJGQAVI2MAAACQDZQMICWIGQDlJWMAAACQJZQMIFWIGQBlJ2MAAACQPZQMIIWIGQBlIWMAAACQVZQMILWIGQClS2SM7c2HyxgAAABkAyUDSDliBkBJkjPG5k6fkjEAAADIBkoGkIrEDICiimSMejIGAAAA2UDJAFKUmAGQTMYAAAAgaykZQOoSMwBiR8wY8c9AGQMAAICMpGQAKU3MAJAxAAAAyHJKBpDqxAwgm5UxYyQ2yhgAAABkHiUDSANiBpCdZAwAAACIlAwgXYgZQLaRMQAAACCmZABpQ8wAsoeMAQAAAAlKBpBOxAwgG8gYAAAAkEzJANKMmAFkNhkDAAAAClEygPQjZgCZSsYAAACAopQMIC2JGUDmkTEAAACgWEoGkK7EDCCTyBgAAABQEiUDSGNiBpAZTh/aRMYAAACAkigZQHoTM4B0d+7IJmcMbRrJGAAAAFACJQNIe2IGkL5Cxjh1sIwBAAAApVEygEwgZgDpSMYAAACAslAygAwhZgDpRcYAAACAMlIygMwhZgDpQsYAAACAslMygIwiZgCpT8YAAACAclEygEwjZgCpTMYAAACA8lIygAwkZgCpScYAAACAClAygMwkZgCpRsYAAACAilEygIwlZgCpQ8YAAACAClMygEwmZgCpQMYAAACAylAygAwnZgC1S8YAAACASlIygMwnZgC1RcYAAACAylMygKwgZgA1T8YAAACAKqFkANlCzABqkowBAAAAVUXJALJI5WNGXT81gTJIZIytLUbJGAAAAFBJ5uSA7FLJmPH5M1qIGUDpkjPG1o6fkDEAAACgkkzIAVmnMjFjQHcxAyiNjAEAAABVzmwckI3EDKA6JDLGtpYnyhgAAABQVUzFAVlKzACqVnLG2NLh4zIGAAAAVBXzcED2qljM2N1+QiRmAB8lYwAAAED1MQkHZLUKxIy8nheLGUCyMmaMBBkDAAAAysUMHJDtxAygMsqeMeLtMgYAAACUl+k3ADEDqCAZAwAAAGqAuTeAQ8QMoLxkDAAAAKgZJt4APiBmAGUnYwAAAECNMesG8G9iBlAWMgYAAADUJFNuAB8hZgClkzEAAACghplvAyhMzABKImMAAABAzTPZBlAMMQMoSsYAAACAWmGmDaB4YgaQTMYAAACA2mKaDaBEYgYQkzEAAACgFpljAyjNEWNG0alMMQMyjIwBAAAAtcsEG8ARlB4zip3QFDMgY8gYAAAAUOvMrgEcmZgB2UnGAAAAgFRgag2gTMQMyDYyBgAAAKQI82oAZSVmQPaQMQAAACB1mFQDKAcxA7KBjAEAAAApxYwaQPmIGZDZZAwAAABINabTAMpNzIBMJWMAAABACjKXBlARYgZkHhkDAAAAUpOJNIAKEjMgk8gYAAAAkLLMogFUnJgBmUHGAAAAgFRmCg2gUioWM7a3HhuJGZAaZAwAAABIcebPACqrvDFj3759r7zfc1l0bCRmQG2TMQAAACD1mTwDqAJljxk7dux45ZVXdu/ePTd/6I42p0ZiBtQeGQMAAADSgpkzgKpRlpixefPmp556ateuXWF6dPjw4QW9L7NmBtSWRMbYmnuyjAEAAACpzLQZQJUpPWasXbv2oYce2r17d6NGjSZMmNCiRQsLgENtSc4YW9ufL2MAAABAKjNnBlCVSooZK1asuO+++/bu3Zubm3vRRRfFGSOxALiYATVJxgAAAID0YsIMoIoVjRnz5s2766678vLy2rRp89nPfjbOGMkTpmIG1BgZAwAAANKO2TKAqpccM2bPnn333XeHjNGpU6err766SZMmxU6bihlQA2QMAAAASEemygCqRTzFOXPmzDvvvDM/P7979+5f/epX44yRWABczICaJGMAAABAmjJPBlBdpk2bdtdddx08ePCoo4667rrrcnJykhcAFzOgJskYAAAAkL5MkgFUi8mTJ997771hcPTRR3/ta19r2LBh8gLgYgbUJBkDAAAA0poZMoCqN3HixPvvvz8MBg8efP3114eJ0eQFwMUMqEkyBgAAAKQ702MAVeyJJ57429/+FgZDhw695pprwnxo8gLgYgbUJBkDAAAAMoC5MYCqFBrGk08+GQYjRoy46qqrCk2AihlQkxIZY03DoYvrjZYxAAAAIE2ZGAOoGgcPHrz//vsnTpwYxqNHj77yyisLzXtWPmbUM48KZZbIGBuajlpSf8zOnTs3btwoYwAAAEA6UjIAqkDIGPfee+/kyZPDeOzYsVdccUWx856VjBlXnClmQJkkn1RqV5dP5OTk7N+/f926dRs2bJAxAAAAIO0oGQCVFTLGXXfdNW3atDCeMGHCZZddVsrOlYwZV54lZsARFF0bo1OnTk2aNMnPz58/f/7GjRtlDAAAAEgvSgZApRQUFNxxxx0zZswI4wsvvPDTn/70Ee9SmZhxdDcxA0pT0hLfRx99dKNGjfbv3//6669v2rRJxgAAAIA0omQAVFx+fv7tt98+a9asML7sssvOOeecMt5RzIDqUFLGCBo2bDhixIgQM/Ly8v71r39t27ZNxgAAAIB0oWQAVFCYD/3FL34xZ86cMP7c5z43duzYct1dzICqVUrGiDVt2vT0008PG3fv3v3QQw/t2rVLxgAAAIC0oGQAVMS+fft+/vOfL1q0KIyvvPLKMWPGROUnZkBVOWLGiL+DWrZsecEFF4RvtG3btv3hD3/Yv3+/jAEAAACpT8kAKLc9e/b87Gc/W7p0aZjuvPrqq0eOHBlVlJgBlZfIGFtyTyklY8Snk+rcufOnP/3pAwcObNiw4Z577ikoKJAxAAAAIMUpGQDls3PnzltvvXXFihWhNHzlK18ZOnRoVDliBlRGcsbY1v680jNGfN27d+9LLrkkxIwlS5bce++9Bw8elDEAAAAglSkZAOWwY8eOW265ZfXq1WE+9Nprrz3++OOjqiBmQMVUIGPE31Phm/ecc84JMeOdd965//7740eTMQAAACA1KRkAZbV169Yf//jH69evD3OjX/va1wYNGhRVHTEDyuvC0U0rljHi76/TTz991KhR4e5Tpkx55plnZAwAAABIWUoGQJls3rz5lltu2bRpU8OGDW+88ca+fftGVU3MgLILGeOkQU2iimaM2OWXXx4nyUcffXTGjBkRAAAAkJKUDIAjW79+/U9+8pMQMxo3bnzTTTcdddRRUfUQM6AsqiRjxN9cV199dc+ePcND3X333fPnz48AAACA1KNkABzB2rVrQ8bYtm1bTk7O17/+9R49ekTVScyA0iUyxtaWoyuTMeJHCztff/31HTp0OHDgwO2337569eoIAAAASDFKBkBpVq1adcstt+zatatp06bf/OY3u3btGlU/MQNKkpwxtnb4WCUzRjxo0qTJjTfe2Lx587y8vF/84hebN2+OAAAAgFSiZACUaPny5bfeeuuePXtatmz5rW99q1OnTlFNqYKY4Qc8Gac6MkYsNzf3hhtuaNSo0Y4dO2677badO3dGAAAAQMow0QVQvCVLlvzsZz/bu3dv69atQ8Zo3759VLMqGTM+f2ZLMYNMUn0ZI9alS5frrrsu7L9x48Zf/vKX+/fvjwAAAIDUYJYLoBjz58//+c9/npeX16ZNm29+85shZkS1oTIxo3+3hmIGGaO6M0asT58+X/7yl8Ng5cqVd9xxx4EDByIAAAAgBZjiAijs3Xff/fWvf71///727dt/+9vfzs3NjWqPmAFlzxiJmFGBjBEbPHjwpZdeGgZz5sz5wx/+EAEAAAApwPwWwEe8/fbbt99+e0FBQadOnb75zW82b948qm0VjBkdTo/EDNJfuY7GiFU4Y8ROPfXU008/9O0zbdq0J554IgIAAABqm8ktgH+bMWPG//3f/x04cKBLly7f+MY3mjVrFqWGisSMHp8SM0h3NXNSqaIuuuiiE044IQyefPLJqVOnRgAAAECtMrMF8IEpU6bceeedBw8e7NWr19e//vUmTZpEqUTMINvUVsaId/7Sl77Uu3fvMP7DH/7w7rvvRgAAAEDtMa0FcMjkyZP/9Kc/RYeX/L3xxhtzcnKi1CNmkD1qMWPEwkNdd911nTt3DnXzjjvuWLp0aQQAAADUEnNaANHEiRPvv//+MOjfv/8NN9zQsGHDKFWJGWSDWs8YscaNG4cfCC1btszPz//Vr361YcOGCAAAAKgNJrSAbPf444//7W9/C4OBAwded911YVY0Sm1iBpktRTJGrEWLFvFBWnv27Lntttu2b98eAQAAADXObBaQ1ULDeOqpp8Jg8ODB1157bZgMjdKBmEGmSqmMEevYseP1118fPteWLVt+8Ytf7Nu3LwIAAABqlqksIEsdPHjwj3/848SJE8N46NCh11xzTbpkjJiYQeZJwYwR69WrV/gRER5wzZo1t99+e0FBQQQAAADUIPNYQDYKGePee+997bXXwnj06NFXXXVVFU561hgxg0ySshkjNmjQoM985jNhsGDBgrvvvjsCAAAAapBJLCDrhIyqcudTAAAQAElEQVRx1113TZs2LYzHjh17xRVXpGPGiIkZZIYUzxixk0466eyzzw6DmTNnPvzwwxEAAABQU8xgAdmloKDgjjvumDFjRhhPmDDhsssui9KcmEG6++TJzVI/Y8Q+9rGPjRgxIgyee+65V199NQIAAABqhOkrIIvk5+f/+te/njVrVhifd955n/70p6OMIGaQvkLGGDkgJ0qHjBH7whe+0K9fvzD4y1/+Ev8wAQAAAKqbuSsgW+Tl5f3iF7+YP39+GIeGcf7550cZRMwgHaVdxgjCp7722mu7det28ODB3//+94sWLYoAAACAambiiv+fvTsBr7q6F72/MkiYggwyCYJSFYsWLfRK61C0tFTqPFSFWioeBCH3IODYnnvmc651Rt4bKENFqUesxwFrrfNA1bbY4lGqFCdUBCFgMJAwBBLyruZf05RJhiTs4fN5+uznx84OIM2w9/rmvxZkhcrKyttuuy1Zcxw2bNigQYNCxhEzSC/pmDESBQUF48ePb9euXXV19eTJk1euXBkAAACAxmTVCsh8GzZsuOWWW95///04Dx8+fODAgSFDiRmki/TNGInWrVtfddVVrVq1SippWVlZAAAAABqNJSsgw1VUVNx0001Lly6Na52jRo068cQTQ0YTM0h9dRljbZsB6ZgxEh07dhw/fnyzZs3Wrl0bY8amTZsCAAAA0DisVwGZrLy8/MYbb1yxYkVcAL3iiiv69+8fsoCYQSqrnzE+7XJ+mmaMRI8ePYqKiuLfoaSkZPLkyVVVVQEAAABoBBargIxVVlZ2ww03rFq1Kq6BxtXG4447LmQNMYPUlEkZI3HUUUeNGDEiDu+99960adNqamoCAAAA0NCsVAGZ6ZNPPrnxxhtLS0vjYui4ceOOOeaYkGXEDFJN5mWMxIABA84666w4LFy4cM6cOQEAAABoaJapgAy0atWqH//4x2vWrIkLo+PHjz/qqKNCVhIzSB2ZmjESp59+enIGz7x585588skAAAAANChrVECmWbFiRcwY5eXlzZs3nzhx4hFHHBGymJhBKsjsjJG45JJLjj766Dg89NBDCxYsCAAAAEDDsUAFZJRly5bdeOON69evb9GixTXXXNOrV6+Q9cQM9q9syBhR/NuOGTPm0EMPjfPMmTMXL14cAAAAgAZidQrIHB9++OHNN9+8cePGVq1aXXfddd27dw/UEjPYX7IkYyTif8uVV1550EEHbd26tbi4ePny5QEAAABoCJamgAzxzjvv3HLLLZs2bSosLLz++uu7du0aqEfMoOllVcZItGzZ8qqrropfhTZv3nz77bevWbMmAAAAAPvMuhSQCRYvXjxp0qS4dHjggQfGjNGpU6fAdsQMmlIWZoxE+/btJ0yYUFBQUF5efuutt27YsCEAAAAA+8aiFJD23njjjcmTJ1dVVcUFxJgxDjrooMBOiBk0jazNGIlu3bqNGzcu/rd88sknd9xxx5YtWwIAAACwD6xIAenttddeKy4urq6u7tSp03XXXRdjRmCXxAwaW5ZnjMThhx8+cuTIOHzwwQdTp07dunVrAAAAAPaW5Sggjc2fP/8nP/lJXCLs2rVrzBht27YN7AYxg8YjY9Tp37//+eefH4c333xz1qxZAQAAANhb1qKAdPXyyy/feeedNTU13bp1u/baa1u3bh3YbWIGjaBGxtjG4MGDBw4cGIdXXnnll7/8ZQAAAAD2ioUoIC3Nmzdv9uzZcejRo8c111zTsmXLwB4SM2hQNRedUihjbG/o0KF9+/aNw6OPPjp//vwAAAAA7DmrUED6efbZZ++99944HHbYYVdffXWLFi0Ce0XMoIH8OWN85UgZYwfif8vo0aO/8IUvxHnWrFlvvPFGAAAAAPaQJSggzcydO/f+++8PtQfqTpw4saCgILAPxAz2mYzxOeJ/8rhx4zp37lxTUzN16tSlS5cGAAAAYE9YfwLSyb333vv444/H4eijj54wYUKzZs0C+0zMYB/IGLulefPmsbweeOCBVVVVkyZNWr16dQAAAAB2m8UnID3U1NTcfffd8+bNi/Oxxx5bVFQUl0QDDUTMYK/IGHugbdu2yWVk69evv/XWWysqKgIAAACwe6w8AWkgZow777zzN7/5TZz79+8/ZsyYuBIaaFBiBntIxthjXbp0GTduXPwX+PTTTydNmlRZWRkAAACA3WDZCUh1MWPMmDHjlVdeifPxxx9/+eWXZ8OK536xi5ixw0XqaMuhF27ofl6ojRnf/2abXN9Vssa5J/0lY5QXfvnTLudt/xGSpIu6+2WMxOGHHz569Oj43/vRRx8VFxdXV1cHAAAA4PNYcwJSWlzmmzp16oIFC+J8wgknXHbZZTJGo9pZzKjrGdv/uP2WbkOSmHH0oQXDxYzscO5JrU/o85eMUdr14vhxsX3G2CZpyBh1jj322EsuuSQOb7311syZM2OsDQAAAMAuWXACUldVVdXkyZNff/31OA8cOPAHP/iBjNEEdjNmxEHMyE4yxr476aSThgwZEodXX331oYceCgAAAMAuWW0CUtTmzZtvv/32xYsXx/k73/nOsGHDAk1l+5hRR8zIcjJGQznnnHOOP/74ODz11FMvvPBCAAAAAHbOUhOQiiorK2+77bZ33303zhdeeOHZZ58daFrbxIz6PUPMyFoyRsMaMWJE79694zBnzpzk4jMAAABgh6wzASln48aNt9xyy/vvvx/nYcOGDRo0KLA/7GbMyHdmRnaQMRpc/JcpKio65JBD4jxt2rSk3QIAAADbs8gEpJaKioqbb7556dKlcR4+fPjAgQMD+8/uxIzkVszIbDJGIykoKBg/fvxBBx1UXV09efLklStXBgAAAGA7VpiAFFJeXn7jjTcuX748LnRedtllJ554YmB/EzOQMRpV69atr7rqqlatWiW76pWVlQUAAADgb1leAlJFXL+74YYbVq1aFVc/r7jiigEDBgRSg5iRzWSMJtC+ffvx48c3a9Zs7dq1MWZs2LAhAAAAAPVYWwJSwpo1a2688cbS0tK4AFpUVHTccccFUomYkZ1kjCbTo0eP+KUv/hOVlJTccccdVVVVAQAAAPiMhSVg/1u1atWPf/zjGDPiSui4ceOOOeaYQOoRM7KNjNHEjjrqqBEjRsThgw8+mDZt2tatWwMAAABQy6oSsJ+tWLEiZoy1a9fG5e/x48fHtbxAqhIzsoeMsV8MGDDgnHPOicPChQvvueeeAAAAANSypATsT8uWLbvxxhvXr1/fvHnziRMnHnHEEYHUtu8xIyenJpDaZIz9aMiQISeeeGIcXn755ccffzwAAAAASgawH3344Yc333zzxo0bW7Rocc011/Tq1SuQDvYxZlwySMxIaTLGfnfJJZf07ds3DnPnzp0/f34AAACArKdkAPvHkiVLbrnllk2bNrVq1eq6667r3r17IH3sS8zo26u5mJGyZIxUEP8xR48efeihh8Z51qxZixcvDgAAAJDdlAxgP4gLc7fddtvmzZsLCwuvv/76rl27BtKNmJF5ZIzUEf95r7zyys6dO9fU1BQXFy9dujQAAABAFlMygKb2xhtvTJ48ecuWLQceeGDMGJ06dQqkJzEjk8gYqaZly5YTJ06MuTdG30mTJq1ZsyYAAABAtlIygCb12muvFRcXV1dXd+jQIWaMgw46KJDOxIzMIGOkprZt206YMKGgoGD9+vW33nprRUVFAAAAgKykZABNZ8GCBT/5yU+2bt3aqVOnH/7wh+3btw+kPzEj3ckYqaxbt27jxo2L/9qffPLJpEmTKisrAwAAAGQfJQNoIi+//PL06dNramq6du163XXXFRYWBjKFmJG+ZIzUd/jhh48ePToOH330UXFxcYzBAQAAALKMkgE0hXnz5s2ePTvU/nzxtdde27p160BmETPSkYyRLo499tihQ4fG4a233po1a1YAAACALKNkAI3u2Wefvffee+PQo0ePa665pmXLloFMJGakFxkjvZxyyimDBw+OwyuvvDJ37twAAAAA2UTJABrXo48+ev/994faDVKuvvrqFi1aBDKXmJEuZIx0dN555/Xr1y8Ojz/++EsvvRQAAAAgaygZQCOKDeOXv/xlHI466qgJEyYUFBQEMp2YkfpkjDQV/6lHjhzZu3fvON9zzz2vv/56AAAAgOygZACNoqam5t5773322WfjfPTRR48bNy6uhwayg5iRymSMtBb/jygqKjr44IPj19hp06a9//77AQAAALKAkgE0vLjEduedd86bNy/UHlQb193i6lsgm4gZqUnGyAAFBQUTJkxo165ddXX1HXfcsXLlygAAAACZTskAGljMGDNmzHjllVfifPzxx48ZM0bGyE5iRqqRMTJGmzZtrrrqqhYtWmzcuPG2225bt25dAAAAgIymZAANqbq6eurUqQsWLIjzCSeccNlll1nuzGZiRuqQMTJMx44dr7zyyvj/1Nq1a2+//fZNmzYFAAAAyFxKBtBgYsYoLi5ODqEdOHDgD37wA8udiBmp4KyvtZIxMs9hhx02ZsyY+H/Hxx9/PHny5PgVOAAAAECGUjKAhrF58+a4lPbmm2/GedCgQcOGDQtQS8zYv2LGOPlLLYOMkYmOOeaYESNGxOG9996bOXNmTY3PFAAAADKTkgE0gMrKyttuu23x4sVxPvPMMy+88MIA9YgZ+4uMkfEGDBgQv+rG4dVXX50zZ04AAACATKRkAPtq48aNt9xyy/vvvx/n2DDOOOOMANsRM5qejJEl4lfd448/Pg7z5s17+umnAwAAAGQcJQPYJxs2bLj55puXLl0a5+HDhw8aNCjATogZTUnGyCojRow4+uij4/DAAw8sWLAgAAAAQGZRMoC9V15eftNNNy1fvjzOl1122Yknnhhgl8SMpiFjZJv4f9yYMWMOPfTQOM+cOfPdd98NAAAAkEGUDGAvlZWV3XDDDStWrIirnKNGjRowYECA3SBmNDYZIzvFz5crr7zyoIMO2rp16+TJk5PGDAAAAJlByQD2xpo1a2688cbS0tK49HnFFVf0798/wG4TMxqPjJHNWrZsedVVVxUWFlZWVt5+++3xC3UAAACAjKBkAHvsk08++fGPfxzXyOIyaFFR0XHHHRdgD4kZjUHGoH379hMmTGjWrFl5efmtt966YcOGAAAAAOlPyQD2zKpVq2LGWLt2bVxfHj9+/DHHHBNgr4gZDUvGINGtW7fYmOP/rbE633HHHVu2bAkAAACQ5pQMYA8sW7YsZozy8vJmzZpNnDjxiCOOCLAPxIyGImNQ31FHHTVy5Mg4fPDBB1OnTt26dWsAAACAdKZkALvrww8/vPnmm9evX9+8efOrr766V69eAfaZmLHvZAy2179///PPPz8Ob7755j333BMAAAAgnSkZwG5ZsmTJLbfcsmnTphYtWlxzzTU9e/YM0EDEjH0hY7AzgwcPHjhwYBxefvnlX/7ylwEAAADSlpIBfL533nnntttu27x5c2FhOBwX/AAAEABJREFU4XXXXde9e/cADUrM2DsyBrs2dOjQvn37xuHRRx+dP39+AAAAgPSkZACf44033pg0adKWLVsOPPDA66+/vmvXrgEaQQPEjJBdMUPG4HPF/1tHjx79hS98Ic6zZs2KX88DAAAApCElA9iV1157rbi4uKqqqn379jFjHHTQQQEazT7GjItPzaKYIWOwm+L/++PGjTv44INramqmTp26dOnSAAAAAOlGyQB2asGCBT/5yU+2bt3aoUOH6667LsaMAI1sX2JGvyOyJWbIGOyR5s2bT5gw4cADD4xZetKkSatXrw4AAACQVpQMYMfmz58/ffr0mpqaTp06/fCHP2zbtm2AJiFm7JqMwV5o06bNxIkTW7RosX79+ltvvXXdunUBAAAA0oeSAezAyy+/fOedd8ahW7du1113XWFhYYAmJGbsjIzBXuvSpcuVV14ZPxg+/fTT22+/vbKyMgAAAECaUDKAbT377LOzZ8+OQ48ePa655prWrVsHaHJ7FzMqDrkwZG7MkDHYR4cddtjo0aPj//Uff/xxcXFxdXV1AAAAgHSgZAB/45e//OX9998fahe8rr766hYtWgTYT/YiZlQf/K1MjRkyBg3i2GOPveSSS+Lw1ltvzZw5MwAAAEA6UDKAv4oN49FHH43D4YcfPnHixIKCggD7lZiRkDFoQCeddNKQIUPi8Oqrrz700EMBAAAAUl5+AKh17733zps3Lw5HH3302LFj42JogBQQl91ramrqbuM9cXV+1+9SFWNGCK0/uj/GjPjL+55fVxPSeO1exqDBnXPOOaWlpa+88sqTTz7ZqVOn2DYCAAAApDArlUCIC8SzZ8/+zW9+E2o3Hhk9enRcAw2QMrI5ZsgYNJIRI0asXbv2rbfeuueeewoLC+MX/wAAAACpyu5SkO3i0vCMGTOSjNG/f/8xY8bIGKSg7NxmSsag8cQPkqKiokMOOSR+F5g2bdq7774bAAAAIFUpGZDVqqurp06dumDBgjgff/zxl19+ubVOUla2xQwZg8ZWUFAwfvz4gw46KH4vmDx58sqVKwMAAACkJCUDsldcuiouLn799dfjfMIJJ1x22WXWOklx2RMzZAyaRuvWra+66qpWrVpVVlbedtttZWVlAQAAAFKPkgFZqqqqavLkyW+++WacBw0a9IMf/MBaJ2khG2KGjEFTat++/fjx45s1a7Z27doYMzZt2hQAAAAgxSgZkI0qKytvv/32xYsXx/n000+/8MILA6SPzI4ZMgZNr0ePHkVFRfGjpaSkJEbumLoDAAAApBIlA7LOxo0bb7nlluRw19gwzjrrrADpJlNjxneObyljsF8cddRRI0aMiMN77703bdq0rVu3BgAAAEgZSgZklw0bNtx8881Lly6N87BhwwYNGhQgPWVezIgZ49TjWgUZg/1kwIAB55xzThwWLlx4zz33BAAAAEgZSgZkkYqKiptuumn58uVxHj58+MCBAwOks0yKGTIGqWDIkCEnnnhiHF5++eUnnngiAAAAQGpQMiBblJWV3XjjjStWrIhLnJdddlmyVgXpbocx4+OPP/7tb3+bRjFDxiB1XHLJJX379o3Dww8/vGDBggAAAAApQMmArLBmzZqYMVatWhXXPa+44ooBAwYEyBTbxIyKiopZs2Y9//zzNTU1aREzZAxSSvy4Gj169KGHHhrnmTNnLl68OAAAAMD+pmRA5vvkk09+/OMfx5gRlz6LioqOO+64AJmlLmNUV1f/9Kc/LS0tLSsre+ONN1J/mykZgxQUP9KuvPLKzp07b926tbi4ODlaCQAAAPYjJQMy3KpVq2LGWLt2bVyZGjdu3DHHHBMgEyWL+A899NA777xTU1MTV2B//etfp/iZGTIGKatly5YTJ04sLCzcvHnzpEmTYgsPAAAAsP8oGZDJVqxYETNGeXl5XLodP378UUcdFSBz/f73v3/uuefiUFPr/fffX7p0acrGDBmDFNe2bdsJEyYUFBSsX7/+1ltvraioCAAAALCfKBmQsT788MMbb7wxrkA1b9584sSJRxxxRIDMFaPFz372s1CbMcJnMePpp5/O/UxKxQwZg7TQrVu3cePGxQ+8Tz75ZNKkSVu2bAkAAACwPygZkJmWLFlyyy23bNy4sUWLFtdcc02vXr0CZK7y8vKpU6du3rw5+WVdzFi4cGFy0H1KxQwZgzRy+OGHjx49Og4fffRR/CzbunVrAAAAgCanZEAGeuedd2677ba4qtuqVavrrruue/fuATJXLBbTpk3bZh//upjx3HPPxbX+1IkZMgZp59hjjx06dGgc3nzzzVmzZgUAAABockoGZJrFixcne4AUFhZef/31Xbt2DZDRHn744Vjvtr8/iRnz58/fuHFjisQMGYM0dcoppwwePDgOr7zyyi9+8YsAAAAATUvJgIzy2muvTZ48uaqqqn379jFjdOrUKUBGi+uqTz755M7eGmNGrHovvvhiEgD2b8yQMUhr5513Xr9+/eLw2GOPvfTSSwEAAACakJIBmWPBggU/+clPqqurO3TocN111x100EEBMlrdKd+7EGPGvHnz4ufF/o0ZMgbpLn7UjRw5snfv3nG+55573njjjQAAAABNRcmADDF//vzp06fHRdtOnTr98Ic/bNu2bYCMtnHjxvqnfO/Cp59++sorr4Tapdi9iBlhn2OGjEFmiB+TRUVFBx98cPxeEz/73n///QAAAABNQsmATPDyyy/feeedcejatet1111XWFgYIKPFhdSf/vSn25zyvQt1O1DtRcz47tf3KWbIGGSSgoKCCRMmtGvXrqqq6o477li5cmUAAACAxqdkQNqbN2/e7Nmz49CtW7drr722devWATLdww8//Mc//nH3H19SUrJo0aIkA+xpzDj+qL2PGTIGmadNmzZXXXVVixYtNm7ceNttt61bty4AAABAI1MyIL099thj9957bxwOO+ywa665pmXLlgEy3a5P+d6ZZ599NnwWA5omZsgYZKqOHTteeeWV8YN27dq1t99++6ZNmwIAAAA0JiUD0tj999//i1/8Ig6HH374xIkTW7RoESDTrVy58nNP+d6hRYsWlZSUhKaKGTIGmS3m8zFjxsSPzI8//njy5MnV1dUBAAAAGo2SAenq3nvvTX7G/KijjpowYUKzZs0CZLrdP+V7h5555pm6jBEaM2bIGGSDY445ZsSIEXF47733Zs6cWVOz98fJAAAAwK4pGZB+4mrR3XffPW/evDgfffTR48aNiyuhATJdcsr3vpww/Lvf/a6srKyxY4aMQfYYMGDAmWeeGYdXX331gQceCAAAANA4lAxIM3Ex98477/zNb34T52OPPbaoqCgugAbIAnt6yvf2tmzZ8txzz4V6GSM0dMyQMcg2Z5xxxvHHHx9qr3l64YUXAgAAADQCJQPSSXV19dSpU1955ZU4x5WjMWPGyBhkidgw9uKU7+29+OKLyeZUjREzZAyy04gRI44++ug4zJkzZ8GCBQEAAAAampIBaSNmjOLi4tdffz3OJ5xwwmWXXWahkyyxcuXKn/70p6EhbNiw4be//W0yN2zMkDHIWvFjOJb1Qw89NM4zZ8589913AwAAADQoJQPSQ1VV1eTJk9988804Dxw48Ac/+IGFTrJEcsp3vA0N5Nlnn607mnjvYsb6HheFv40ZdRmjok2/NQcP3WXCkDHIQPET5MorrzzooIO2bt0av1stX748AAAAQMPJ+5d/+ZcApLbNmzdPmjTp7bffjvOgQYMuvvjiAFkjrpCeeuqpZ36moqKiTZs2MQZU1Qp7bv369YccckiXLl2SX24TM0K9kLB950jur2p1aHVOQbN1i7odlH9gy9xDOuUP+nJtxmj71U8Pvnj7jFFXQWQMMlj8OP/yl7/8yiuvbNiw4dVXXz3++OObN28eAMhW8SXMU089FYeTTz65bdu2AQBg3+QHILVt3LjxjjvueP/99+N81llnnX766QGy2NChQ3d4/wMPPPD8889v2bKlRYsWmzZt2uXvEZ544onjjjuu7pcxHtTU1NTdhtrdcrZ5l/qlIarqftqGnNDyowcGfLFFcv/6tl9d1/3i/NqrOuqu56hfL2QMMl779u0nTJjw4x//uLy8/Lbbbrv++utbtmwZAAAAYJ8pGZDSNmzYcMsttyTbdFx44YWDBg0KwI6cffbZTz/9dCwBY8eO7d27d939c+fOXbNmTWlpabz99NNPk32lYhpcsmRJr1696h62OzFjG9Xdh2zIyW259P44b2x/wvoew/Jrf5/tS4aMQfbo1q1bUVFRDPAlJSXx9uqrrz7ggAMCAAAA7BslA1JXRUVFzBgrVqyI8/Dhw0888cQA7MSqVauS4aCDDqp//znnnLPDx7/zzjvb3LNHMSMpENXdT9sYH7apZFPPYfm171W/ZNQPGDIG2eOoo44aOXLk9OnTP/jgg6lTp/7v//2/P7cLAgAAwK55YQkpqry8/MYbb0wyxmWXXSZjwK6VlpaG2h7QoUOH3Xn8EUccsf2dn3sAeP0rLQ6oFXqeXnXEpQfshLMxyE79+/c///zz4/Dmm2/ec889AQAAAPaNazIgFa1Zs+aWW26JK7NxffPyyy+PS0IB2KVPPvkk1G7TH/bNbl6ZUdc5ttZKNq0Kn+0uVb98JGQMss3gwYPjZ+W8efNefvnl2Bcd8gQAAMC+UDIg5cSln5tuumnt2rVx3XPUqFH1zyUGdiYpGdtsLbV3Pjdm1GWM6urqJGNsXzLqYkbdLGOQbYYOHfrpp58uXLjwF7/4RfzcHDBgQAAAAIC9YncpSC2rVq368Y9/HDNGfn7+uHHjZAzYTcnuUg1SMsJubDNVf4Opuo2ktt9Rqv41GTIG2SZ+hI8ePfoLX/hCnGfNmvXGG28EAAAA2CtKBqSQFStWxIxRXl4eF0PHjx9/1FFHBWD3JNdk7OYhGbtjZzFjm22j6h+bkf+36i7IkDHIWkmVP/jgg2tqaqZOnbp06dIAAAAAe07JgFSxbNmyG2+8cf369c2aNZs4ceIOjyMGdmblypWh4a7JSOzmlRnbxwxXY0Cd5s2bT5gw4cADD6yqqpo0adLq1asDAAAA7CElA1LCkiVLbr755o0bN8YVn6uvvrpXr14B2G0bNmyIi6ShoUtG2FHM2OHFGTsMGNs0DBmDrNWmTZtY6Fu0aBFr/a233lpRUREAAABgTygZsP+98847t91226ZNm1q1anXNNdf07NkzAHsi2VoqNOjuUnW2yRj1r8zY4X5T9TeVqt8z6v9ukG26dOly5ZVXxs+OTz/9dNKkSZWVlQEAAAB2m5IB+9nixYvjms6WLVsKCwuvv/767t27B2APJcd9x0jQtm3b0Ajqd4id9Yzt1QUMGQOiww47bPTo0fGz4KOPPiouLq6urg4AAACwe5QM2J/eeOONyZMnV1VVHXjggTFjdOrUKQB7Lrkmo1E/g3Y/ZiT321QKtnfsscdecsklcXjrrbdmzqpsYJAAABAASURBVJwZAAAAYPcoGbDfLFiwIPmh1Pbt28eM0eD7+0P2SEpGY2wtVV/9FFH/eovt1X/A9u8L2eykk04aMmRIHF599dWHH344AAAAwG5QMmD/mD9//vTp07du3RrXXq+77roYMwKwt5LdpZogB27fJ3ZmZ+8CnHPOOccff3wcnnjiiZdeeikAAADA51EyYD94+eWX77zzzjh07dr1hz/8YSPt7A/ZI7kmo8kubNrNOKFhwM6MGDGid+/ecbjnnntef/31AAAAALukZEBTmzdv3uzZs+PQrVu3a6+9trCwMAD7ZvXq1aHxd5faRs7nCcBO5ObmFhUVHXLIITU1NdOmTXv//fcDAAAA7JySAU3q2Wefvffee+PQo0ePa665pmXLlgHYN+Xl5VVVVaEJr8kA9l1BQcH48ePjp211dfUdd9yxcuXKAAAAADuhZEDTeeSRR+6///44HHbYYVdffXWLFi0CsM+SraWCkgHppnXr1ldddVWrVq02btx42223lZWVBQAAANgRJQOayL333vurX/0qDocffvjEiRMLCgoC0BCS477z8/PjqmgA0kr79u3Hjx/frFmztWvXxpixadOmAAAAANtRMqDR1dTU3H333fPmzYvz0UcfPWHChLhkE4AGklyT0alTpwCkoR49ehQVFeXk5JSUlEyePDnZLA4AAADqUzKgccWMceedd/7mN7+J87HHHhsXa/Lz8wPQcJKSYWspSF9HHXXUiBEj4vDee+9NmzYtfusMAAAAUI+SAY0orsXMmDHjlVdeiXP//v3HjBmTl5cXgAaV7C7VoUOHAKStAQMGnHPOOXFYuHDhnDlzAgAAANSjZEBjqa6unjp16oIFC+J8/PHHX3755Tk5OQFoaK7JgMwwZMiQE088MQ7z5s178sknAwAAAHxGyYBGUVVVNXny5Ndffz3OAwcOvOyyy2QMaCSrV68OSgZkhEsuuaRv375xeOihh5IfBQAAAICgZEBj2Lx58+2337548eI4Dxo0aNiwYTIGNJKysrJkS327S0EGyM3NHT169KGHHhrnmTNnJt9JAQAAQMmABlZZWXnbbbe9++67cT799NMvvPDCADSaZGupqEuXLgFIf/n5+VdeeWXnzp23bt1aXFy8fPnyAAAAQNZTMqAhbdiw4ZZbbnn//ffjHBvGWWedFYDGlJSMli1bHnDAAQHICPEzeuLEiYWFhck1jmvWrAkAAABkNyUDGkxFRcVNN920dOnSOA8bNmzQoEEBaGSlpaXB1lKQcdq2bTthwoSCgoLy8vJbb701focNAAAAZDElAxpGXGq58cYbV6xYEefhw4cPHDgwAI0vuSbDcd+Qebp16zZu3Li8vLz4aT5p0qQtW7YEAAAAspWSAQ2grKzshhtuWLVqVU5OzqhRo0488cQANAklAzLY4YcfPnr06Dh89NFHU6dO3bp1awAAACArKRmwr9asWXPjjTeWlpbm5uZeccUV/fv3D0BTsbsUZLZjjz126NChcXjzzTdnzZoVAAAAyEpKBuyTVatW/fjHP44xIy8vr6io6LjjjgtAU9m6dWtSMlyTARnslFNOGTx4cBxeeeWVX/ziFwEAAIDso2TA3luxYkXMGGvXrs3Pzx83btwxxxwTgCYUI2IyKBmQ2c4777x+/frF4bHHHnvppZcCAAAAWUbJgL20bNmyG2+8cf369c2aNRs/fvxRRx0VgKaVXJARlAzIdDk5OSNHjuzdu3ec77nnnjfeeCMAAACQTZQM2BsffvjhzTffvHHjxubNm1999dVHHHFEAJpcctx3YWHhAQccEICMluziePDBB9fU1EydOvX9998PAAAAZA0lA/bYO++8c8stt2zatKlFixbXXHNNz549A7A/JCXDBRmQJQoKCiZMmNCuXbuqqqo77rhj9erVAQAAgOygZMCeWbx48aRJkzZv3tyqVavrrruue/fuAdhPkt2lOnToEIDs0KZNm6uuuqpFixYbN2689dZb161bFwAAAMgCSgbsgTfeeGPy5MlVVVWFhYXXX399165dA7D/uCYDslDHjh2vvPLK/Pz8Tz/99Pbbb6+srAwAAABkOiUDdtdrr71WXFxcXV3dvn37mDE6deoUgP0q2VsmLmsGIJscdthhY8aMycnJ+fjjj5NvzQEAAICMpmTAblmwYMFPfvKTrVu3dujQ4brrrvMz4LDfVVZWJhvLdOnSJQBZ5phjjhkxYkQc3nrrrZkzZ9bU1AQAAAAyl5IBn+/ll1+ePn16XCXp1KnTD3/4w7Zt2wZgf1u2bFky2OcNstOAAQPOPPPMOLz66qsPPvhgAAAAIHMpGfA55s2bN3v27FC7WnrdddcVFhYGIAWsWLEi3rZu3bpVq1YByEpnnHHG8ccfH4enn376hRdeCAAAAGQoJQN25dlnn7333nvj0KNHj2uvvTaumQYgNaxcuTK4IAOy3ogRI44++ug4zJkz5/XXXw8AAABkIiUDduoXv/jF/fffH2pPFp04cWLLli0DkDKSazIckgFZLjc3d8yYMYceemicp02b9u677wYAAAAyjpIBOxYbxmOPPRaHww8/PGaMFi1aBCCVJCXDNRnAAQcccOWVVx500EHV1dWTJ09evnx5AAAAILMoGbCtmpqau++++9lnn43zUUcdNWHChGbNmgUglVRVVZWWlgYlA6jVsmXLq666qrCwsLKy8vbbby8rKwsAAABkECUD/kbMGHfeeedvfvObOB999NHjxo3Lz88PQIpJLsgISgbwmfbt2yc/fFBeXn7bbbdt2LAhAAAAkCmUDPirmDFmzJjxyiuvxLl///5FRUV5eXkBSD1JyYhLlu3atQsAtbp16xa/d+fm5paUlNxxxx1VVVUBAACAjKBkwF9UV1dPnTp1wYIFcT7++OMvv/xyGQNS1sqVK4MLMoDtHHXUUSNHjozDBx98MG3atK1btwYAAADSn5IBf1ZVVVVcXPz666/H+YQTTrjssstycnICkKqWLl0ab3v06BEA/lb//v3PP//8OCxcuPCee+4JAAAApD8lA8LmzZtvv/32N998M84DBw78wQ9+IGNAinv77bfj7Re+8IUAsJ3BgwfHb+hxePnllx9//PEAAABAmlMyyHaVlZW33Xbbu+++G+dBgwYNGzYsAKltxYoV8TM3KBnAzg0dOrRv375xmDt37vz58wMAAADpTMkgq23cuPGWW255//3343zWWWddeOGFAUh5SXps1apVp06dAsCO5OTkjB49Oumds2bNWrx4cQAAACBtKRlkr4qKiptvvjnZbX/YsGGnn356ANLBe++9F1yQAXye/Pz8cePGHXzwwTU1NcXFxcl3fAAAANKRkkGWKi8vv/HGG5cvXx7n4cOHJ7tpA2khuSZDyQA+V/PmzSdMmHDggQdu3rx50qRJq1evDgAAAKQhJYNsVFZWdsMNN6xatSrOl1122YknnhiANFFRUZGsRSoZwO5o06bNxIkTW7RosX79+ltvvTV+DQkAAACkGyWDrLNmzZobb7yxtLQ0Jydn1KhRAwYMCED6eOedd+Jtbm7uoYceGgB2Q5cuXa688sq8vLxPP/100qRJlZWVAQAAgLSSHyCbrFu37rHHHosLoF/4whcGDRp02GGHBSCtJFtL9ejR44ADDggAuyd+x7/22mufeuqpmpqaZ599dsiQITk5OQEAAIA0oWSQXdq0afP9738/AGnLcd/A3jn00ENHjRoVAAAASENKBgBpY+PGjR988EFQMgAAAACyiZIBQNp44403ampq4tC7d+8AAAAAQHZQMgBIGwsXLgy1F2S0bt06AAAAAJAdlAwA0kNNTU1SMvr27RsAAAAAyBpKBgDp4b333tu0aVMcjj322AAAAABA1lAyAEgPr7/+erzt0KFD165dAwAAAABZQ8kAID388Y9/jLfHHXdcAAAAACCbKBkApIG1a9euWLEi2FoKAAAAIPsoGQCkgQULFsTb5s2bH3HEEQEAAACAbKJkAJAGFi5cGG+/9KUv5ebmBgAAAACyifWgbFdaWjpjxozvf//7X/nKVzp16tSmTZujjz56yJAh//Iv//LrX/961+/72muvvfDCC/Xv+eCDD3Jqffe7361/f7t27eKd8Xf+3Dt3YU8fv0NHHnlk/E06duwYgPSxYcOGxYsXB1tLQfaJTzaSpxb9+vX73Ac/+eSTyYO/9a1vhUy3efPmKVOmBAAAgOygZGS1u+66K4aBUaNG3XPPPQsWLFi9enV5efmiRYueeOKJf/3Xfx04cODpp5++dOnS7d9x/fr111133fHHH//2228HgEb2u9/9rqamJj8/v2/fvgEg67344osx7dxwww0BAAAgOygZ2evmm28eMWJESUlJ8suOHTt++ctfjvXisMMOO+CAA5I7f/WrXw0ePHjNmjXbvO8DDzxw0003bdmyJQA0vt/+9rfxtn///gUFBQEg6/3d3/3dm2++GQAAALKGczKy1B/+8Idrr702mS+55JIf/vCHffr0qXvrhg0bZs+e/e///u8ff/zxW2+9NXbs2Pvuu293ftsuXbo8//zzcTjooINCSor/XZs2bcrP95EPaWPlypXJxWEnnHBCAAAAACD7WM/NUnfccUcyXHPNNTfddNM2b23ZsuUVV1zxta99beDAgWvXrv35z38eq8YRRxzxub9t8+bNTznllJDCvvrVrwYgrbz00kvx9sADD+zdu3cAAAAAIPvYXSpLLViwIBkmTpy4s8cce+yx3//+95N57ty5AaDJ1dTUJFtLnXDCCTk5OQEAAACA7KNkZKmqqqpk2PXK4MCBAzt06NCnT5+6x0+ePDm+y6WXXpr8cvTo0Tm1kh+a/uCDD5Jffve73w2N7PHHH0/+rNNPP31nj/nVr36VPOZf/uVfknuOPPLI+MuOHTvWf1j8z4l39urVK85bt2594IEHrrzyyv79+7dv3/4b3/jGhAkTfve73+3sj/jkk09uuOGGr3/96wcffHDbtm2/+c1vXnPNNaWlpfFN8Zf1/62AvfDGG29UVFTE4aSTTgoA+2bp0qX/8A//cMYZZxx66KGdOnU65ZRTrrjiiueee26HD45PDOq+j3/66adTp04dNmxYt27d4vueeeaZ//zP//zhhx/u7A+KTyemTJny/e9//3/9r//Vpk2bL37xi+eff/6///u/b9iwYWfvEp9+nHXWWX379m1fK+bb+O7xeVdlZWX9h8XnMPFv9c4778R52bJlyfOc+HcLAAAAGc3uUlnq6KOPTl4Dx1fI//mf/7mzh11QK6Skb3/72z179oyLCE888cSqVaviesT2j7nnnnuSYdc5Ick58TYuFlx44YW/+MUv6t70fK1JkybNmDFj5MiR27xj7DfnnntujBl19zxbKxaU+LcKwD5LLsiI64kpe/oOkBbKy8t/9KMfTZ8+ffPmzXV3zqs1bdq0q6666v/+3//brFmz+u9S9/QgBoPBgwf/6U9/qntTfPrxy1+urTaXAAAQAElEQVT+Mj49iM8EvvSlL23zZy1fvvySSy554YUX6u5ZXOuhhx6aU+vYY4/d5l2Ki4v/9//+3/Xv+W2t+EzmJz/5yc9//vPt/xQAAICs4pqMLDV+/PhkiK/bzzvvvPgyfsuWLbvzjvHBcWU/rgUkv7z66quTtf6mf4Gdm5v7gx/8INT+2ON//dd/bf+AsrKyhx9+OA6DBg069NBDd/Fb1dTUxNuNGzcOGTIkZoxu3bp973vfu/766+MvW7ZsmTxmwoQJK1eurP9er732Wvydk4zxxS9+8Z/+6Z/iHxeXQrp27bpo0aJTTjllmx+iBPbUhg0b4idacNY3sM9iJ/h//+//xYwRc0X8Lh+Txr333jtixIgWLVrEt956663f/va3k+cDdZJfvvvuu/FLUMwYffv2/bu/+7v4zOekk06KT0Lim9atW3f55Zdv8wd99NFHxx13XJIx4pOBKVOmPPHEE/GJSnzudMABB8Tf5/jjj08abZ0HH3wwyRjt2rWbOHHiz372s5hJ4jO0o446Kt4Z3+XMM89Mrk6L4pON+Lyre/fuce7UqVPyNOyss84KAAAAGc01GVlq4MCB8RV1fJEcal8SR4WFhSeeeOLXv/71ePvVr351mx9LrNO9Vt12CkccccR+POI7LkD827/9WxzmzJkTS8M2b73vvvs2bdoUh7hgsTu/24paRUVFN910U13AKC0tjcsHccUhriDMmDHjH//xH+se/8///M/Jz3VeeeWV8V2Sf7Fzzjkn/jLevvrqqwHYN3/4wx+qq6vz8/Pjwl8Astt77733rW99a9eP+fTTT3d4//333z979uw49OvX7+677z7mmGOS+4cOHfr3f//3F1xwwZIlS2J7iNUhPg3Y5n2T/TN/+tOfxmcddXty/s///M83vvGNsrKy+fPnx3es/1zo2muvTX7K4R/+4R/is5SkeSROP/30c889d9WqVePGjfvd736Xl5eX3H/DDTeE2k0pX3nllcMPP7zuwVdddVV8RvH444/H511z58695JJLwmdb7SUBJj732I9PwwAAAJqSkpG9/uM//qNLly7x9Xay3F9eXv5ErVD78jgmjYtq1a3pp6BDDz108ODBTz311O9///s//elPX/ziF+u/NdlaqnXr1hdeeOFu/oZx+eDWW28tKCiou6dDhw7//u///s1vfjPOcX2h7v4//vGPySZUffv2ve222+qvUxxyyCHxTfG3Sv5hgb2W/FDzl7/85fqflUB2Wrdu3TPPPBP23IoVK8aOHZvMd955Z13GSMSvMA899NBxxx0X53/8x388//zz47OjbX6HmBAuu+yybd4r1ojkxyni04O6nPDcc8/dd999cYjRJT5/2OY0shNOOCHeOXr06Jhp/7//7/9LLpCtqqpasGBBqE0UdRkjEUPFhAkT3nrrrfh3PvDAAwMAAEAWs7tU9oqvrv/+7//+vffei6/b+/fvX38tfuPGjU8++WR80d6rV69p06ZVV1eHVJVsMBX97Gc/q3//4sWLX3755TjEjNGqVauwe0aNGrX9gmn8x0mG+j/p+cgjjyTDNddcU/+fLtGtW7e4ThGAfRDz5PLly0Pt9iwBYG/993//d2lpaRy++93vbn9ARRTvHDZsWKj9Rh8fvP0DtjnBItGvX79kqP/0oO6ArokTJ26TMRLf//738/P//INE9957b3JP/GWbNm1C7VFbc+fO3ebxsYjEp2rxWceZZ54ZAAAAspiSke0OPvjgf/u3f/vDH/6wYcOG3/zmNzfccMOpp56avMaOSkpKrrjiiosvvriqqiqkpPPOOy85B/i+++6rv711solEqF0y2P3fbYfHaSTrC1H9cy/mz5+fDDvb9MaO1bCPnn766Xjbs2fPbX5IGchOX/7yl2s+T3Jp6TZWr16dDF/96ld39pufe+65ybBkyZLt33rYYYdtf2dhYWEy1H968MEHHyRDdXX1CzsSnz8kTzbefffduvdKfixj48aN8a/Ru3fvCRMmPPPMM7t5gBkAAECWsLsUf1FQUPC1Wtdff/2aNWsefvjhWbNmJZc1PPDAA0ceeeR//ud/htTTvHnzYcOGTZ48+f3333/++ee/8Y1vhNozwO++++5QWyYGDhy4+79bt27dtr8zNzf3gAMOiAsK9a9NqTsppFevXjv8rb7whS8EYG+tXLnyzTffjMO3v/3tALAPklMrQm0Z3dlj6orpe++9t82bmjVr1rFjx+3fpe5Esfiso+7Od955JxnOOOOMsEuffvppaWlphw4d4nzzzTe/8soryQ9JvF1r0qRJbdu2jV8Av/Od75x55pnt2rULAAAA2c01GexA+/bt/+7v/u6ll166/fbbk3uKi4vXrVsXUlLdBlNz5sxJhqeffvrjjz+OQ/yv2OHeDjtTd/nF54rLrPE2rizUXb+yjUMOOSQAe+vJJ58MtQfV1O3fArB3KioqkqFz5847e0z37t2TIdmHqr74pGg3n0ts2rRp2bJlYbclzyVC7U+TvPDCC//0T//Ut2/fureWlZX9/Oc/j09y4l977NixqbzVJwAAQBNQMrLRjBkzRo0ade6559a9hN6Z8ePHJ4ddr1279g9/+ENISXGh83/9r/8VhwcffHDjxo2h3i7VdZGjwfXo0SPU/kDlzvbd+tx/W2BnysvLf/e738Vh8ODBexQjAbZXVylKSkp29pgVK1YkQ3KRxN5p3rx5y5YtQ20yqdkNRx99dP33/dd//dfXX3/9gw8+KC4uPvvss+t2r9qyZcvUqVP/z//5PwEAACCLKRnZ6OWXX44xY+7cub/97W8/98Ff+tKXkmHNmjUhVV166aWhtis8+uijFRUVyYGZcQ208S6MqNuGom5H7G0sXbo0AHvl2Wef3bp1a1wQPOGEEwLAvjniiCOSYWffsuu/qVOnTmEfJHEiJpPly5eHvdKzZ8+xY8fGZzKlpaVPP/30Kaecktx/xx13rF27NgAAAGQrJSMb9e7dOxmmTZv2uQ9etGhRMtQ/ECLVfkp62LBhyXbVDz300GOPPZbsI7FHZ33vqbqSkRxKvL1kbxxgT23evHnevHlxiOt3ddvQA+y1upOrdngeeCI+eUiGfdzRru4p1n333bfDB8QvcRdccMGll1563XXXJQdsvPfee7FSjB49eptnFAcccMA3v/nN+Bc76qijQu154PXP8HC9GgAAkG2UjGwUX0InpzvE1fZJkybt4pG//vWvkxX5mDGOO+64uvsLCgqSYWd7KzWxtm3bXnTRRaF2keKZZ56Jw4EHHhj/M0OjSf64aPLkyTU1Ndu8NS43TJkyJQB77uWXX96wYUNeXt43vvGNALDPTjjhhD59+sQhPkP4/e9/v/0DVqxYMWvWrGQ+77zzwj645JJLkuHmm2+uO5+jvqlTpz744IN333338uXLc3P//Dx86dKl48ePnz59+n/9139t//iWLVvW7Y5V/+Dx5JlYijwNAwAAaAJKRjY64ogjfvSjHyXzhAkTLr744ldffXWbx3zwwQf/8A//cMYZZyS/jK+xk9fbiVatWiVDcrB2Kkg2mFq7dm1ySEb8j2revHloNF/60peSP3Hx4sX/8i//Uv9NW7dunThx4qpVqwKwh2IXTH4q+Wtf+1rdHvEA++KAAw647bbbkvnv//7v647ESKxbt27kyJGbN28OtR2iS5cuYR98+9vfTlpISUnJ8OHDt3kyMGfOnGuuuSaZr7jiimT4+te/nhxFHvPG7Nmzt/kNX3rppeeeey7UXixSf8/M5JnYJ598kpwQBgAAkPHyA1npX//1X+Nr7GR3qZ/XOvzwww899NDkrRUVFclxu4nzzz+/qKio/rvX/XjgrbfeuqlWfPH/1a9+New/p5566pFHHvn222/Hv0z85fe+973QyP7t3/7t17/+9ZIlS+IQ/9zBgwd369Zt6dKlDz300OOPPx4XYcvLy+PDbI8Duy9+5SktLQ2159wEgAYSA8OwYcPuvffe+fPn9+/f/6qrrorPeQoKCt57772f/OQnixcvjo+J90+dOjXss5tvvnnevHnxS9nDDz/88ssvxydR8SnKO++8E//0N998M3nMj370o5NOOimZ8/Lybr/99vjXi/MPfvCDRx555LTTTuvZs+dHH330+9///mc/+1myCdW1115b/09JnolVVVXFB8cW8pWvfOXss88OAAAAmUvJyF7x5Xrfvn2vu+66ZPeDd2tt85j8/PzYMP7v//2/9S/IiI455pg+ffosWrQoZoMYM0LtxtD7t2Tk5OQMHz78//yf/xPnmDROPvnk0MgOOeSQuMRw0UUXPfPMM/fVqnvTgAEDrr/++nPPPTfObdq0CcBuqK6unjt3bhziklzyE8oADWX27NlHH330v/7rv65YseLqq6/e5q2xN9x99911l5zui169ei1YsOCyyy577rnnVq1aNbVW3Vs7dOgQ//T4JKH+uwwdOjRGjv/8z/8MtSd+RfXf2rFjx5tuuqluW8tE7BYPPPBAqN0INPrhD3+oZAAAAJlNychecel/7Nixp59++j333BNXD//whz/Uf+vBBx98ySWXjBgxIjlnchuxcDz11FPxdfX8+fP/53/+J3aOVNjcIIaZZEj2fWoC7du3f/LJJx955JEXX3zx+eefX758+Ze//OUTTzzxmmuuqbuopW3btgHYDXHVr6ysLH5p2sd96gG2l5eX96Mf/WjQoEE/+9nP3nrrrT/96U/r168/9NBDBwwYMHz48BNOOCE0nJ49ez799NPTpk377W9/+84778Q/K9bZ44477mtf+1p8ZnXggQdu/y7/8R//MWzYsFtuuWXhwoUrV64sLS095JBD+vTpM3jw4Isvvjg+39jm8fFJWlVVVXz+FqvJsmXLXAAKAABkvJztDyuGNPX9738/VplYWT766KN93Od63913331Dhw6Nwx133DFu3LgA7FKsoXGRccOGDaecckryuQMAQPoqLy9ProGLz/Fi4g0AAPvGid9kiI8//jjZZuHcc89tgowxb968YcOGjR8/fptrWeokf5no+OOPD8DneeKJJ2LGaNas2VlnnRUAAAAAoB67S5EJNm/ePHLkyOSs722OxGwkHTt2nDNnThwWL178yCOPFBQU1H/r9OnTH3zwwVB7YMb+PT4E0kJ5efkzzzwTag/6bpB96gEAAADIJEoGaey55577p3/6pxYtWrz33nvvv/9+qD0h4ytf+UpofH369Ln44ovvu+++J598snfv3sOGDevbt29hYeGf/vSneE+yJtu8efOYNALweebOnVtVVdWyZctYMgIAAAAA/C0lgzTWrVu3l19+ue6XxxxzzM033xyayk9/+tMVK1bMmzfvww8/vOGGG7Z5a0wdM2fOrDuEHNiZkpKS5BP5rLPO2ubyJgAAAAAISgZp7ZBDDjnssMPef//9L37xi+eee+6111574IEHhqbSsmXLF1544YknnvjJT37y3nvvxaqxefPm+Fc6C5fxkQAAEABJREFU6qijvve975155pkHHHBAAD7PQw89VFNT06FDh4EDBwYAAAAA2I6SQRqLLWHJkiVhvzqtVgD2yjvvvPPaa6/F4ZxzzsnNzQ0AAAAAsB0lA4D9o6qqatasWXE47LDDjj/++AAAAAAAO6JkALB//PKXvywtLc3Nzb3ssssCAAAAAOyEkgHAfrBq1aonn3wyDt/+9rc7deoUAAAAAGAnlAwA9oM777xz69atHTp0OOOMMwIAAAAA7JySAUBTe/HFF99///04jBgxIj/fdyIAAAAAdsX6EQBNqqKi4sEHH4zDgAEDjjjiiAAAAAAAu6RkkH6mTZu2devWb33rW4cffngA0s199923cePGFi1aXHjhhQEgfTzyyCMff/zxsccee8IJJwQAAACaUG6AdLNs2bLXXnvt3XffDUC6eeedd37/+9/H4YILLmjdunUASB8lJSXxGcjixYsDAAAATUvJIP107Ngx1K4mBCCtbNiwYebMmXE47LDDTjrppACQVpo1axZvt2zZEgAAAGhaSgbpp1OnTvF29erVAUgrP/3pT8vKyuJS4MiRIwNAuklKxubNmwMAAABNyzkZpJ+kZKxatSoA6eOFF15444034jB06NCDDjooAKQbJQMAAGB/cU0G6adz587xdu3atVVVVXv0jsD+8vHHH//3f/93HL785S87KRdIUwUFBcHuUgAAAPuDkkH6Sa7JiFasWBGAlBdX/aZOnRrTY5s2bS699NIAkJ5ckwEAALC/KBmknw4dOuTk5AQbTEGauO+++5LP1lGjRjVv3jwApCclAwAAYH9RMkg/ubm5HTt2DEoGpIP/+Z//eemll+Jw2mmnHXHEEQEgbSkZAAAA+4uSQVpy6DekhU8//XTWrFlxOOSQQ84666wAkM6SS0K3bt0aAAAAaFr5AdKQkgFpYdq0aZWVlc2aNRs1alReXl4AAAAAgD2nZJCWOnfuHJQMSG0PPPDA+++/H4eLL744qY8AAAAAsBfsLkVaSlZF161bV1VVFYDUs3DhwqeffjoO/fr1O/HEEwMAAAAA7C0lg7RU9/PdH3/8cQBSTGlp6cyZM+PQpUuXESNGBAAAAADYB0oGaemggw5KTt1cvXp1AFJJVVVVcXFxcjxGUVFRvA0AAAAAsA+UDNKVQ78hNd17773Lly+Pw6WXXup4DAAAAAD2nZJBukpWSEtKSgKQMubPn//yyy/H4ZRTTunfv38AAAAAgH2WHyA9uSYDUs2KFStmz54dhx49elx44YUBAAAAABqCkkG66ty5c1AyIGVUVlYWFxdXVVW1atWqqKgoLy8vAAAAAEBDsLsU6Sq5JqO8vHzTpk0B2N9mzpy5evXqOIwePbpt27YBAAAAABqIkkG6qjtJ2GUZsN8988wzCxcujMMZZ5zRu3fvAAAAAAANR8kgXXXo0CEnJycoGbC/LVmy5MEHH4zDkUceGUtGAAAAAIAGpWSQxhyVAftdRUXFlClTtm7d2rZt29GjRyd9EQAAAAAakJJBGks2mFIyYH+pqamZNm1aeXl5bm7u2LFjW7duHQAAAACgoeUHSFvJNRklJSUB2B8effTRt99+Ow7f/e53e/bsGQDS04IFCz7++OPPfdhHH30UbysrK+NXv7AbTjrppHbt2gUAAAD2mZJBGnNNBuxHixYteuyxx+LQr1+/b3zjGwEgbR100EHTp0/fzQdv3rz5l7/85ec+rHfv3meeeWYAAACgIdhdijSWlIyKiopNmzYFoAmVlZUlq34dO3YcMWJEAEhnPXv2/NrXvhYaTn5+/rBhwwIAAAANRMkgjSUlI9hgCppWdXV1cXHxxo0bmzVrVlRUFG8DQJq74IILGvCwn9NOO61Lly4BAACABqJkkMbat2+fn//nHdJsMAVN6f7771+6dGkcLr300q5duwaA9Bczxvnnnx8aQrt27YYMGRIAAABoOEoG6a1jx45ByYAmtGDBghdeeCEOX//61/v37x8AMsUJJ5zQs2fPsM8uvvji5CctAAAAaChKBumtc+fOQcmAphI/1+666644dOvWLS7VBYDM8r3vfS8nJyfsg2OPPfa4444LAAAANCglg/SWHJWhZEAT2Lx5c3Fxcbxt0aJFUVFRXl5eAMgsPXv2PPXUU8PeKigoUHkBAAAag5JBelMyoMnMmjVr5cqVcRg1alSHDh0CQCY6++yz27VrF/bKd77znfbt2wcAAAAampJBektKRkVFxaZNmwLQaObNm/fqq6/GYciQIX369AkAGap58+Z7d11F586dv/nNbwYAAAAagZJBektKRlRSUhKAxrFs2bKf//zncTjyyCPPPvvsAJDRjjvuuL1Itt/73vcc9A0AANBIlAzSW7t27ZJVAyUDGsmGDRuKi4urq6sLCwtHjx69j2fhAqSFiy66aI+yxNe+9rXevXsHAAAAGoeSQdrr3LlzcFQGNJoZM2asWbMmNzd37NixrVu3DgBZoEuXLqeddtpuPjh+bbzgggsCAAAAjUbJIO059BsazxNPPLFo0aI4nHfeeb169QoAWWPIkCHJT0t8rrPOOkvoBQAAaFRKBmmvY8eOQcmARrBkyZK5c+fGoW/fvt/61rcCQDbJz8+/6KKLPvdhPXv2PPnkkwMAAACNSckg7dldChrDunXrpkyZUlNTE2PhyJEjA0D2Ofroo4899thdPCAnJ+d73/tebq5n1AAAAI3L6y7SXrK71Pr16zdt2hSAhhADxtSpU8vLy/Pz84uKigoKCgJAVrr44ot38TXw1FNP7dmzZwAAAKCRKRmkvaRkRCtXrgxAQ3jooYeWLFkSh+HDh3ft2jUAZKv27dufffbZO3xT69atd/YmAAAAGpaSQdpr27Ztfn5+sMEUNJBFixY99dRTcTjxxBMHDBgQALLbqaeeusOjv88///zmzZsHAAAAGp+SQSbo0qVLUDKgIZSWlk6fPj0O3bp1GzZsWADIerm5ud/73ve2ubN3794nnHBCAAAAoEkoGWSCjh07xtuSkpIA7IOqqqri4uKNGzcWFBQUFRUlVzsBELvF1772tbpfxi+PWi8AAEBTUjLIBMmeD6tXrw7APpgzZ87y5cvjMHLkyA4dOgQAPnPBBRe0bt06mU877bTkelAAAACahpJBJkgO/XZNBuyL+fPnv/TSS3EYPHhw3759AwD1xIxx1llnxaFdu3ZDhgwJAAAANCElg0yQlIwNGzZs2rQpAHtuxYoVs2fPjkOvXr3OO++8AMB2Tj755J49e1588cU23wMAAGhiXoaRCZKSEWpXYw877LAA7InKysri4uKqqqrCwsIxY8bk5OQEALaTm5v7ox/9KAAAANDkXJNBJjjwwAOTn45ctWpVAPbQzJkzV69eHQPG2LFj27RpEwAAAAAglSgZZIjk4E0lA/bUs88+u3Dhwjicc845vXr1CgAAAACQYpQMMkTnzp2DkgF76MMPP3zggQfi0KdPn9NOOy0AAAAAQOpxTgYZIjkqo6SkJAC7p6KiYsqUKVu3bm3fvv3ll18eANgNNTU129/phCEAAIBGpWSQIZKSsXLlygDshrgSN23atLKysvz8/KKiopYtWwYAdmKH9WKHD5A0AAAAGoPdpcgQScmorKysqKgIwOd57LHH3n777TgMHTq0e/fuAYCd2CZj1OzINm8NAAAANCglgwyRnJMRHJUBu+Gtt9569NFH4zBgwICTTjopALAj9bNEzc7Vf+v27wgAAMC+UzLIEIWFhQUFBXFYvXp1AHaurKxs2rRpcejSpcvw4cMDADuyw4axdWv1ut/dsuHtX2z9TO2dfxnC317AIWYAAAA0FOdkkDk6d+68dOlSh37DLlRXVxcXF69fvz6Wv6Kiovx83wUAdqB+xgj1Ykb5726uXPL4n+/ZWl1w+Jnhs4Mxktv4gLpzMra/BwAAgL3mmgwyR3JUht2lYBceeOCBGPziMHLkyORTBoBtbHM1Rt3lF+Xzb00yRrT+D3dsfHtuda3612fU329qm98NAACAvaZkkDmUDNi1hQsXPvfcc3H45je/2bdv3wDAdra5CKMuZlTMv6Xyvcfim578fcX/vLspDhtf/X+b3n6kup6t9QQxAwAAoOHYV4TMkZSMlStXBmA7MfLNnDkzDr169TrvvPMCANupfzlFXcOIN+W//fGWD5+Nd/7iN+UvvrEpJ6cmLzf07dW88vUpW0POAYcNyc3NzYn31tTk1oqPjO8Yh7rdpWwzBQAAsC9ck0Hm6Ny5c7ytrKysqKgIQD1VVVXFxcXxs6NVq1ZjxozJy8sLAPytHWaMrVurK353Y5IxfjW/ImaM2rfm3PPsuoVL/jxveb248r3H4pfZussyktvk3YMrMwAAABqCkkHm6NixYzLYYAq2MXv27JUrV+bk5IwePbpNmzYBgL+1Tcb4bI+o6vXzb9r8wTOhNmM8//rGeo//a8yo/uPUzUt+VT9m1B2bIWYAAAA0CCWDzFFYWFhQUBCHkpKSAHzmxRdfnD9/fhzOOuus3r17BwD+1vYZo/b2z1dj7DBjfPZef40ZW9/4yZb3H6+qJWYAAAA0OCWDjNKlS5d4u3r16gDUWrZs2X333ReHPn36DBkyJADwt3aWMcp/8591m0ptnzE+e9+/xoyaN6dtWfKoKzMAAAAag5JBRklKhkO/IbFhw4bi4uK4rNa+ffvLL7/cYbMA29j+bIy6qzGqPpoXao/43lnG+Ox3+GvMCH+6s/rDJ8UMAACABqdkkFE6deoU7C4Fn5kxY8aaNWvy8vKKiopatmwZAKjnc4/4jhkjOeL7836fv7kyo+qDJ2wzBQAA0LCUDDJKUjJckwHRE088sWjRojhcdNFF3bt3DwDU01AZ47Pfrd6VGYumb3n/8ZgxxAwAAICGomSQUZKSERcO1q5dGyCLLVu2bO7cuXHo16/fwIEDAwD1NGzG+Oz3/GvMyPnTDDEDAACgASkZZJTknIxo1apVAbJVZWVlcXFxXB3r2rXriBEjAgD1NEbG+Ox3FjMAAAAahZJBRmnevHnr1q2DkkF2u/POO9esWVNQUDB27NhmzZoFAD7TeBnjs99fzAAAAGh4SgaZJtlgSskgaz399NOvvfZaHEaOHJl8OgCQaOyM8dmfImYAAAA0MCWDTJMs3ZaUlATIPkuWLHnooYdC7fEYffv2DQB8pmkyxmd/lpgBAADQkJQMMo1rMshaFRUVU6ZMietiHTt2dDwGQH1NmTE++xPFDAAAgAajZJBpXJNBdoqLX9OmTSsvL2/WrFlRUZHjMQDqNH3G+OzPFTMAAAAahpJBpklKRlwmKCsrC5A1HnnkkbfffjsOl156adeuXQMAtfZXxvjsTxczAAAAGoCSQabp3LlzMrgsg+yxaNGixx9/PA5f//rX+/fvHwCotX8zxmd/BzEDAABgXykZZJrmzZsXFhbGYfXq1QGyQGlp6fTp0+PQrVu3iy++OABQKxUyxmd/k7+JGVXv/1LMAAAA2Oq0uggAABAASURBVCNKBhnIURlkj7gKVlxcvHHjxhYtWhQVFeXl5QUAUiljfPb3+XPMePODyj//4k93ihkAAAB7RMkgAyUlY9WqVQEy3X333bd8+fI4jBo1qkOHDgGA1MsYn/2tcmY/I2YAAADsDSWDDKRkkCUWLFjw61//Og6nnXZanz59AgCpmjESMVLsLGbU9QwxAwAAYHtKBhlIySAbrFix4q677orDkUceec455wQAUjtjJHYWM/78txQzAAAAdkLJIAMlJSMuCqxZsyZAJtq8eXNxcXG8LSwsHD16dE5OTgDIeqmfMRJiBgAAwJ5SMshABx98cDK4LINMNWvWrNWrV+fm5o4dO7Z169YBIOulS8ZIiBkAAAB7RMkgA+Xn57dp0yYoGWSo55577tVXX43Dueee26tXrwCQ9dIrYyS2iRlbljwqZgAAAOyMkkFmclQGmerDDz984IEH4tC3b9/BgwcHgKyXjhkjUT9m5CyeJWYAAADsjJJBZlIyyEgVFRVTpkyJy1vt27cfOXJkAMh66ZsxEmIGAADA7lAyyExKBpknrltNmzatrKwsPz+/qKiooKAgAGS3dM8YCTEDAADgcykZZKakZKxcuTJApnjsscfefvvtOAwdOrR79+4BILtlRsZIiBkAAAC7pmSQmTp37hxqX+GXlpYGSH9vvfXWo48+GocBAwacdNJJASC7ZVLGSIgZAAAAu6BkkJm6dOmSDDaYIgOUlZVNmzYt1H5gDx8+PABkt8zLGAkxAwAAYGeUDDJTfn7+gQceGJQM0l9cvSouLl6/fn1BQUFRUVH82A4AWSxTM0ZCzAAAANghJYOMlRyVUVJSEiCdPfDAA0uXLo3DyJEjk49qgKyV2RkjIWYAAABsT8kgYyVrvq7JIK0tXLjwueeei8OgQYP69u0bALJYNmSMhJgBAACwDSWDjJWUjNWrVwdIT7HDzZw5Mw69evU6//zzA0AWy56MkRAzAAAA6lMyyFidO3cOdpcibcXlquLi4srKylatWo0ZMyYvLy8AZKtsyxgJMQMAAKCOkkHGSq7JiK/n16xZEyDdzJ49e+XKlTk5OaNHj27Tpk0AyFbZmTESYgYAAEBCySBjJddkBEdlkIZefPHF+fPnx+HMM8/s3bt3AMhW22SMrX+RFRkjkcSMxR9tDmIGAACQxZQMMlZ+fn7btm2DkkG6WbZs2Zw5c+LQp0+f73znOwEgW22fMWpvsyhjJGKkuOvJtXUxo+rdh8QMAAAg2ygZZLJkgyklgzSyYcOG4uLiuDIVO9zll1+ek5MTALKSjFFfdb2YEd6+R8wAAACyjZJBJktKhkO/SSMzZsxYs2ZNXl7e2LFjW7ZsGQCykoyxPTEDAADIZkoGmSw5KmP16tUB0sETTzyxaNGiOFx44YU9e/YMAFlJxtgZMQMAAMhaSgaZLLkmY+XKlQFS3pIlS+bOnRuHfv36nXLKKQEgK+0sY5T/5j+zPGMkdhYzqmuJGQAAQKZSMshkScmIr95LS0sDpLB169ZNmTIlfqx27NhxxIgRASAr7SJjVH00L2R9xkjsMGbUETMAAICMpGSQyZKSEWwwRWqLq0tTp04tLy9v1qxZUVFRvA0A2UfG2H1iBgAAkG2UDDJZfn5++/btg0O/SW0PPfTQkiVL4nDppZd27do1AGQfGWNPbRsz3nlAzAAAADKYkkGG69ixY1AySGELFy586qmn4jBw4MD+/fsHgOwjY+ydv4kZ79wrZgAAABlMySDDJRtM2V2K1FRaWjpz5sw49OjR46KLLgoA2UfG2BdiBgAAkCWUDDJc586d4+2qVasCpJiqqqri4uLKysoWLVoUFRXl5eUFgCwjY+y7JGa8/VHln38hZgAAABlKySDDJddk2F2KFDRnzpzly5fHYdSoUW3btg0AWUbGaCgxZtz5xDoxAwAAyGBKBhkuKRnxtfonn3wSIGXMnz//pZdeisOQIUP69OkTALLM52aMX82vkDF2X3WNmAEAAGQyJYMMl+wuFWwwRSpZsWLF7Nmz43DkkUeeffbZASDL7E7GeP71jYE9IWYAAAAZTMkgw+Xm5rZr1y4oGaSMysrK4uLiqqqqwsLC0aNH5+TkBIBsImM0HjEDAADIVEoGmc9RGaSUmTNnrl69Oja2sWPHtm7dOgBkExmjsYkZAABARlIyyHxJyYhrxwH2t2eeeWbhwoVxOO+883r16hUAsomM0TTEDAAAIPMoGWS+5KgM12Sw3y1ZsuTBBx+MQ9++fb/1rW8FgGwiYzQlMQMAAMgwSgaZr+6ajOTlOuwXFRUVU6ZMiR+E7du3HzlyZADIJjJG0xMzAACATKJkkPmSkhFfmZeWlgbYH+KH37Rp08rLy/Pz84uKigoKCgJA1pAx9hcxAwAAyBhKBpkv2V0qWrVqVYD94Re/+MXbb78dh2HDhnXv3j0AZA0ZY/8SMwAAgMygZJD5cnNz27dvHxyVwX6yaNGiX/3qV3EYMGDAiSeeGACyhoyRCsQMAAAgAygZZIVkgynXZND0ysrKpk+fHodu3boNHz48AGQNGSN1iBkAAEC6UzLICskGU0oGTSwuDxUXF2/cuLGgoKCoqCg/Pz8AZAcZI9WIGQAAQFpTMsgKrslgv7j//vuXLl0ah5EjR3bo0CEAZIedZIytFb+9UcbYj8QMAAAgfSkZZIWkZHzyySfJi3NoAgsWLHjhhRfi8K1vfatv374BIDvs/GqM/9iy9NkgY+xXYgYAAJCmlAyyQlIy4uvwGDMCNL5Vq1bdddddcejVq9e5554bALKDTaVSn5gBAACkIyWDrJCUjKikpCRAI9u8eXNxcXG8bdWq1ZgxY/Ly8gJAFpAx0oWYAQAApB0lg6yQm5ubnFLgqAyawKxZs1auXJmTkzN69Og2bdoEgCwgY6QXMQMAAEgvSgbZonPnzkHJoPG98MILr776ahzOOuus3r17B4AsIGOkIzEDAABII0oG2SLZYErJoFF9+OGH999/fxz69OkzZMiQAJAFZIz0JWYAAADpQskgWygZNLYNGzZMmTIlLv20bdv28ssvz8nJCQCZTsZId2IGAACQFpQMskVSMj755JPkpTg0rLimM2PGjLKysry8vLFjx7Zs2TIAZDoZIzOIGQAAQOpTMsgWSckILsugcfzqV79atGhRHC688MKePXsGgEwnY2QSMQMAAEhxSgbZomPHjsluP0oGDe6tt9569NFH49CvX79TTjklAGQ6GSPziBkAAEAqUzLIFrm5uQcddFBQMmho69atmzZtWlzK6dKly4gRIwJAppMxMpWYAQAApCwlgyzi0G8aXFzZmTp16vr165s1a1ZUVBRvA0BGkzEym5gBAACkJiWDLKJk0OAefPDBJUuWxOHSSy+tO4sFIFPJGNlAzAAAAFKQkkEWUTJoWAsXLnz22WfjcMopp/Tv3z8AZDQZI3uIGQAAQKpRMsgiSckoLS1NXnjDvohJbObMmXHo0aPHhRdeGAAymoyRbcQMAAAgpSgZZJG6zX9KSkoC7IOqqqri4uLKysoWLVoUFRXl5eUFgMwlY2QnMQMAAEgdSgZZ5KCDDsrJyQk2mGKfzZ49e+XKlXEYNWpU27ZtA0DmkjGymZgBAACkCCWDLJKbm9uxY8egZLBvXnrppfnz58fhO9/5Tp8+fQJA5pIxEDMAAIBUoGSQXRz6zT5atmzZnDlz4nDkkUeeddZZASBzyRgkxAwAAGC/UzLILkoG+6KysrK4uLiqqqqwsHD06NHJZmUAGUnGoD4xAwAA2L+UDLKLksG+mDlz5po1a3Jzc8eOHdu6desAkKFkDLYnZgAAAPuRkkF2SUpGXIyuqqoKsCeeeuqphQsXxuG8887r1atXAMhQMgY7I2YAAAD7i5JBdklKRnBZBntoyZIlDz/8cBz69u37rW99KwBkKBmDXRMzAACA/ULJILt07NgxOdtAyWD3rVu3bsqUKXFRJn78jBw5MgBkqB1njOotMgb1iRkAAEDTUzLIOo7KYI/ElZepU6eWl5fn5+cXFRUVFBQEgEy004zx0r/JGGxDzAAAAJqYkkHWUTLYI3Pnzl2yZEkchg8f3rVr1wCQiXaVMT7+TZAx2I6YAQAANCUlg6yjZLD7Fi1a9MQTT8ThhBNOGDBgQADIRDIGe0fMAAAAmoySQdZJSkZJSUmAXSotLZ0+fXocunXr9r3vfS8AZCIZg30hZgAAAE1DySDrJCWjrKysqqoqwE7E9Zfi4uKNGzcWFBQUFRXl5+cHgIwjY7DvxAwAAKAJKBlknc6dOyeDyzLYhTlz5ixfvjwOI0eO7NChQwDIODIGDUXMAAAAGpuSQdaJq9I5OTnBURns3IIFC1588cU4fOtb3+rbt28AyDgyBg1LzAAAABqVkkE2Si7LUDLYoRUrVtx1111x6NWr17nnnhsAMo6MQWMQMwAAgMajZJCNkqMylAy2V1lZWVxcvHnz5latWo0ZMyYvLy8AZBYZg8YjZgAAAI1EySAbJddkOCeD7c2cOXP16tU5OTmjR49u06ZNAMgsMgaNTcwAAAAag5JBNurYsWNwTQbbefbZZxcuXBiHs88+u3fv3gEgs8gYNA0xAwAAaHBKBtkouSZj7dq1VVVVAWp9+OGHDzzwQBz69Olz2mmnBYDMImPQlMQMAACgYSkZZKPknIxo5cqVAUKoqKiYMmVKXE9p37795ZdfnpOTEwAyiIxB0xMzAACABqRkkI3ianV+fn5wVAa14qLJtGnTysrK8vLyioqKWrZsGQAyiIzB/iJmAAAADUXJIEslR2WsXr06kPV++ctfvv3223G46KKLunfvHgAyiIzB/iVmAAAADULJIEslR2W4JoO33norlow49OvXb+DAgQEgg8gYpAIxAwAA2HdKBlkqOSpj1apVgSxWVlY2bdq0OHTp0mXEiBEBIIPIGKQOMQMAANhHSgZZSskgLp0UFxevX7++WbNmRUVF8TYAZAoZg1QjZgAAAPtCySBLJSVj3bp1VVVVgaz03//930uXLo3DpZdemnw8AGQGGYPUJGYAAAB7TckgS9WtXH/88ceB7LNgwYLnn38+Dqecckr//v0DQKaQMUhlYgYAALB3lAyyVLt27fLz84MNprJS/D/9rrvuikOPHj0uvPDCAJApZAxSn5gBAADsBSWD7NW5c+d4u3r16kA22bx5c3Fxcbxt0aJFUVFRXl5eAMgIMgbpQswAAAD2lJJB9ko2mCopKQlkk1mzZq1cuTIOo0aNatu2bQDICDIG6UXMAAAA9oiSQfbq2LFjsLtUlpk3b96rr74ah9NPP71Pnz4BICPIGKQjMQMAANh9SgbZK9ldSsnIHsuWLfv5z38ehyOPPPLMM88MABlBxiB9iRkAAMBuUjLIXsnuUuXl5Zs2bQpkug0bNhQXF8dlkbZt244ePTonJycApD8Zg3QnZgAAALtDySB7JSUjOCojO8yYMWPNmjW5ubljx45t3bp1AEh/MgbmvEQNAAAQAElEQVSZQcwAAAA+l5JB9mrbtm1+fn6wwVQWePzxxxctWhSH888/v2fPngEg/ckYZBIxAwAA2DUlg6zWpUuXoGRkurfeeuuRRx6JQ9++fb/5zW8GgPQnY5B5xAwAAGAXlAyyWrLBlJKRwdatWzdt2rS4zNGxY8eRI0cGgPQnY5CpxAwAAGBnlAyympKR2eKqx9SpU9evX5+fn19UVFRQUBAA0pyMQWYTMwAAgB1SMshqSkZme/jhh5csWRKH4cOHd+3aNQCkORmDbCBmAAAA21MyyGpJyaioqNi0aVMgsyxcuPDpp5+Ow0knnTRgwIAAkOZkDLKHmAEAAGxDySCrJSUjWrlyZSCDlJaWzpw5Mw7dunUbOnRoAEhzMgbZRswAAADqUzLIagceeGB+fn6wwVRmqaqqKi4urqysLCgoKCoqSv4vBkhfMgbZScwAAADqKBlku+T4BCUjk/zXf/3X8uXL4zBy5MgOHToEgHQmY5DNxAwAACChZJDtHPqdYebPn/+b3/x5aW/w4MF9+/YNAOlMxgAxAwAACEoGKBmZZNmyZbNnz45Dr169zjnnnACQzmQMSIgZAACAkkG2S0pGSUlJIM1VVlYWFxdXVVUVFhaOGTMmLy8vAKQtGQPqEzMAACDLKRlku6RkbNiwYdOmTYF0NnPmzDVr1uTk5IwdO7ZNmzYBIG3JGLA9MQMAALKZkkG269y5czKsWLEikLaefvrphQsXxuHss8/u1atXAEhbMgbsjJgBAABZS8kg2xUWFhYUFARHZaSzJUuWPPTQQ3Ho06fPkCFDAkDakjFg18QMAADITkoG/OWyDCUjTVVUVEyZMiUuWLRv3/7yyy8PAGlLxoDdIWYAAEAWUjLgL0dlKBnpKK5KTJs2rby8PC8vr6ioqGXLlgEgPckYsPvEDAAAyDZKBvylZJSUlATSzSOPPPL222/H4aKLLurevXsASE8yBuwpMQMAALKKkgF/KRkrV64MpJVFixY9/vjjcejXr9/AgQMDQHqSMWDviBkAAJA9lAz4yzkZlZWVFRUVgTRRWlo6ffr0OHTp0mXEiBEBID3tNGO8+E8yBnwuMQMAALKEkgF/uSYjOCojfcS1ieLi4o0bNzZr1qyoqCjeBoA0tKuMseKVIGPAbhAzAAAgGygZEFq3bl1QUBCUjPTx85//fPny5XG49NJL60IUQHqRMaChiBkAAJDxlAz4sy5dugQlI00sWLBg3rx5cTj11FP79+8fANKQjAENS8wAAIDMpmTAnyU/119SUhJIbStWrLjrrrvi0KNHj+9+97sBIA3JGNAYxAwAAMhgSgb8WVIyXJOR4jZv3lxcXBxvW7VqVVRUlJeXFwDSjYwBjUfMAACATKVkwJ917tw5uCYj5c2aNWv16tVxGD16dNu2bQNAupExoLGJGQAAkJGUDPiz5JqMysrK8vLyQEp6/vnnX3311TicfvrpvXv3DgDpRsaApiFmAABA5lEy4M+SkhFclpGqPvzww//+7/+Ow5FHHnnmmWcGgHQjY0BTEjMAACDDKBnwZ61atSooKIhDsnkRKWXDhg1TpkyJ6w5t27YdPXp0Tk5OAEgrMgY0PTEDAAAyiZIBf3HwwQcH12SknrigMGPGjLKystzc3LFjx7Zu3ToApBUZA/YXMQMAADKGkgF/0bFjx3i7atWqQCp57LHHFi1aFIcLLrigZ8+eASCtyBiwf4kZAACQGZQM+IvOnTsHJSPFvPXWW48++mgc+vbtO2jQoACQVmQMSAViBgAAZAAlA/4iOfR7xYoVgdRQVlY2bdq0UHu5zMiRIwNAWpExIHWIGQAAkO6UDPiLpGRUVVWtXbs2sL/FZYXi4uL169fn5+cXFRUl57EDpAsZA1KNmAEAAGlNyYC/6NKlSzKsXr06sL898MADS5cujcPw4cO7du0aANKHjAGpScwAAID0pWTAXzRv3rx169bBURkpYOHChc8991wcTjrppAEDBgSA9CFjQCoTMwAAIE0pGfBXyQZTJSUlgf0nlqSZM2fGoVu3bkOHDg0A6UPGgNQnZgAAQDpSMuCvOnbsGFyTsV9VVVUVFxdXVla2aNGiqKgoPz8/AKQJGQPShZgBAABpR8mAv+rcuXNQMvar2bNnr1y5Mg6jRo3q0KFDAEgTMgakFzEDAADSi5IBf5XsLpWspNP0Xnzxxfnz58dh8ODBffr0CQBpQsaAdCRmAABAGlEy4K+SklFVVVVWVhZoWsuWLZszZ04cevXqdd555wWANCFjQPoSMwAAIF0oGfBXye5S0erVqwNNaMOGDcXFxXHJoLCwcMyYMTk5OQEgHcgYkO7EDAAASAtKBvxV8+bN40p6HEpKSgJNaMaMGWvWrIkBY+zYsW3atAkA6UDGgMwgZgAAQOpTMuBvJBtMOfS7KT3xxBOLFi2KwznnnNOrV68AkA5kDMgkYgYAAKQ4JQP+hpLRxJYsWTJ37tw49OnT57TTTgsA6UDGgMwjZgAAQCpTMuBvKBlNad26dVOmTIlLAO3bt7/88ssDQDqQMSBTiRkAAJCylAz4G0nJcE5GE4gv+6dOnVpeXp6Xl1dUVNSyZcsAkPJkDMhsYgYAAKQmJQP+RlIyqqqqPv3000Bjeuihh5YsWRKHiy++uHv37gEg5ckYkA3EDAAASEFKBvyNgw8+OBlsMNWoFi1a9NRTT8WhX79+X//61wNAypMxIHuIGQAAkGqUDPgb+fn5bdq0CUpGYyotLZ0+fXocunTpMmLEiACQ8mQMyDZiBgAApBQlA7bl0O9GVVVVVVxcvHHjxoKCgqKiombNmgWA1CZjQHYSMwAAIHUoGbAtJaNRzZkzZ/ny5XH4wQ9+kPxTA6QyGQOymZgBAAApQsmAbSXL6yUlJYGGNn/+/JdeeikO3/jGN/r37x8AUpuMAYgZAACQCpQM2FZSMlavXh1oUCtWrJg9e3YcevToccEFFwSA1CZjAAkxAwAA9jslA7bVuXPnUHucw5o1awINpLKysri4OP6rtmrVqqioKC8vLwCkMBkDqE/MAACA/UvJgG116dIlGRyV0YBmzpyZXOYyevTotm3bBoAUJmMA2xMzAABgP1IyYFv5+fkHHnhgUDIazjPPPLNw4cI4nHHGGb179w4AKUzGAHZGzAAAgP1FyYAdSI7KUDIaxIcffvjggw/G4cgjj4wlIwCkMBkD2DUxAwAA9gslA3YgKRklJSWBfVNRUTFlypT4Yr5t27ajR4/OyckJAKlKxgB2h5gBAABNT8mAHXBNRoOIr9inTZtWVlaWm5s7duzY1q1bB4BUJWMAu0/MAACAJqZkwA507tw5uCZjnz366KNvv/12HC644IKePXsGgFQlYwB7SswAAICmpGTADiTXZMSXmqWlpYG9smjRosceeywOffv2HTRoUABIVTIGsHfEDAAAaDJKBuxAck1GsMHU3iorK5s+fXocOnbsOHLkyACQqmQMYF+IGQAA0DSUDNiB/Pz8tm3bBiVjr8TX7cXFxRs3boz/jEVFRQUFBQEgJe0wY1RvqZQxgN0nZgAAQBNQMmDHkg2mHJWxF+6///6lS5fGYfjw4V27dg0AKWlnGaPi1/8gYwB7RMwAAIDGpmTAjiUlwzUZe2rBggUvvPBCHE4++eQBAwYEgJS0q4yx6n+CjAHsITEDAAAalZIBO5YclaFk7JH4z3XXXXfFoVu3bkOHDg0AKUnGABqDmAEAAI1HyYAdc03Gntq8eXNxcXG8bdGiRVFRUV5eXgBIPTIG0HjEDAAAaCRKBuxYUjLiC8tPPvkksBtmzZq1cuXKOIwaNapDhw4BIPXIGEBjEzMAAKAxKBmwY0nJCC7L2D0vvPDCq6++Godvf/vbffr0CQCpR8YAmoaYAQAADU7JgB3Lz89v37592I2S8dOf/vSGG26YMWNGyFYffvjh/fffH4devXqde+65ASD1yBhAUxIzAACgYeUHYCc6duy4Zs2akpKSunvuvvvuGDbiPeXl5ds8eMiQISErbdiwYcqUKfE1eWFh4ZgxY3JycgJAipExgKaXxIzLTmtz5CEFf44Z8a4jLtjmMbm5ufErUryNX5SSJ1F1AwAAUJ+SATs2Z86c5GqM52rt+sHt2rX70pe+FLJPfLE9Y8aMsrKy+JJ77Nixbdq0CQApRsYA9hcxAwAAGoqSAeGBBx4oKSmJ3WL16tXV1dVhz51yyil5eXkh+/zqV79atGhRHM4555xevXoFgBQjYwD7l5gBAAANQskgG82dO/eZZ57ZsmVLaAjNmjX7+te/HrLPW2+99eijj8ahT58+p512WgBIMTIGkArEDAAA2HdO/CYbffvb305O824Q/fv3b9myZcgy69atmzZtWnyNHf8lL7/88gCQYmQMIHU4ABwAAPaRkkE2atGixdixY+NtaAhZeEFGfMk9derU9evX5+XlFRUVZWHIAVKcjAGkGjEDAAD2hZJBlurSpcvIkSP3/Zr9ww47LAvPh3jooYeWLFkSh6FDh3bv3j0ApBIZA0hNYgYAAOw1JYPsdcwxx5xzzjlh3wwaNChkmYULFz7zzDNxGDBgwMknnxwAUomMAaQyMQMAAPaOkkFWO+200/ZlLb5du3b9+vUL2WTVqlUzZ84MtRe1DB8+PACkEhkDSH1iBgAA7AUlg2w3dOjQww8/POyVE088MS8vL2SNqqqq4uLiysrKgoKCoqKi/Pz8AJAyZAwgXYgZAACwp5QMsl1MEVdccUW7du3CHsrNzY0lI2ST2bNnr1y5Mg4jR47s1KlTAEgZMgaQXsQMAADYI0oGhMLCwrFjxx5wwAF79F79+vVr3759yBovvfTS/Pnz4/CNb3yjb9++ASBlyBhAOhIzAABg9ykZ8Gc9evS49NJL9+Q9suus72XLls2ZMyfU/kNdcMEFASBlyBhA+hIzAABgNykZ8Bdf+cpXvv3tb+/mgw877LBevXqF7FBZWVlcXFxVVdWqVauioqKsOhoESHEyBpDuxAwAANgdSgb81bnnnnv00UfvziO//vWvh6wxc+bMNWvWxGH06NFt27YNAKlBxgAyg5gBAACfS8mAv8rJybn88ss7d+6864e1bNnyK1/5SsgOTz311MKFC+Nw5pln9u7dOwCkhp1kjE0yBpCOxAwAANg1JQP+RosWLcaOHdu6detdPObkk09u1qxZyAJLlix5+OGH43DkkUeefvrpASA17DRjvPTPMgaQpsQMAADYBSUDttWlS5cxY8bs7DSI3NzcU045JWSBdevWTZkyJb5abtu27ejRo3NycgJACthVxlj5hyBjAGlLzAAAgJ1RMmAHDj/88IsuumiHb+rXr1/79u1DposviadOnVpeXh7LzedepALQZGQMILOJGQAAsENKBuzYwIEDTz755O3vz5KzvufOnbtkyZI4fPe73+3Zs2cASAGfmzGef229jAGkOzEDAAC2p2TATg0dOvTwww+vf0/Xrl2PPPLIkOkWLVr0xBNPmM7ZVQAAEABJREFUhNoLUL7xjW8EgBSwOxnjV69sCADpT8wAAIBtKBmwU3l5eVdccUW7du3q7jn11FMz/riI0tLS6dOnx6Fjx44jRowIAClAxgCyjZgBAAD1KRmwK4WFhWPHjj3ggAPi3LJly6997Wsho8UXxsXFxRs3bmzWrFlRUVG8DQD7m4wBZCcxAwAA6igZ8Dl69Ohx6aWXxuGrX/1qxq/sz5kzZ/ny5XGI/8ldu3YNAPubjAFkMzEDAAAS+QH4PF/5yldWrlzZv3//kNEWLFjw4osvxuHkk0/O+P9YIC3IGABJzLjstDZHHlLw55gR7zrigm0ek5ubG79Cxtv4RTLZCrVuAACAzOCaDNgtZ5xxRmZfo7BixYq77rorDt26dRs6dGgA2N9kDICEKzMAAEDJAEJlZWVxcfHmzZtbtGhRVFSUl5cXAPYrGQOgPjEDAIAst0+7S3lmDJlh5syZq1evjsPll1/evn17n9o0HjtdsDtkDIDt2WYKAIBstjclYxernBZAIe08//zzf/zjH+NL3MGDB3/xi1/0WUxD2eG6Sd0HmFUVdkbGANgZMQMAgKy1ZyVjmyXO7Vc8rYFCelm6dOnDDz8cX+sedthhZ511lk9hGtAO103q7kk+2CyssA0ZA2DXxAwAALLTHpSM7bdb3cUGrNZDIfVVVFTMnDkzDm3atLnssstqagXYZ9vkim3uDHoGOyFjAOwOMQMAgCy0WyWj/lJU3frCNssNQb2AtBI/YWfPnh1jRn5+fswYrVu3To6IhAZUt2ISh2QBpf4yivUU6pMxAHafmAEAQLbZ492loqqy92u2bqn5TNjlxRlAavr973+/afWfDi4MX/va17q23rS59K0ADa1uuSQuo+S1PTynVt2bLKxQR8YA2FNiBgAAWeXzS0b9SpEoe+7arRtWByCdfTH+74ja6ZM3K54O0NjafveJnNy8JGYkSyoWVkjIGAB7R8wAACB75O76zdtnDE98AdgL1bW2fiZZsA4u5st6MgbAvkhixtsfVf75FzFmvPNAdT07+57rmy8AAGlnD87JSDJG8lQ4/vLppRteL90SAGDnDi3Mv+DwVnGoqqrKzQvJpRih9kdEtzk2QynPQjIGwL5zZQYAANlgd8/J2Oag76hya1i/xc/yALArG6v/cpJ8dXVcafnrikmSMer/MpBlZAyAhiJmAACQ8XI/9xH1G0b9azIAYPdVVVXV7XSRfDfxDSWbyRgADcs2UwAAZLZdlYxtnuDKGADstfolo/53E99WspCMAdAYxAwAADLY51+Tkah/TUYAgD0U11C2iRl1PaNu60KLKdlAxgBoPGIGAACZardKRv2ntp7mArAXYsbYWk9NPYGsscOMsbWqUsYAaChiBgAAGWnPrsmwuxQAeyd+B6m/gOK7SRbaWcZY9+t/lDEAGpCYAQBA5tndkhH+9ujvAAB7YodXY/iGkj12kTGqSxYEGQOgQYkZAABkmM8vGdtsLRXl5OQEANgTO9xaKgjk2WHHGaN6i4wB0HjEDAAAMske7C61zQAAu6/+plK+p2SVnWaMF/9ZxgBoVGIGAAAZ43NKxvYXZARPbQHYczXbCWSBXWWMFfODjAHQyMQMAAAyw25dk7FNzwgAsOe2+Q7iG0rGkzEAUoGYAQBABtiDE78BYK9ZGck2MgZA6hAzAABId0oGAE3NykjGkzEAUo2YAQBAWlMyAGgijsfIEjIGQGoSMwAASF9KBgDQYGQMgFQmZgAAkKaUDACgYcgYAKlPzAAAIB0pGQBAA5AxANKFmAEAQNpRMgCAfSVjAKQXMQMAgPSiZAAA+0TGAEhHYgYAAGlEyQAA9p6MAZC+xAwAANKFkgEA7CUZAyDdiRkAAKQFJQMA2BsyBkBmEDMAAEh9SgYAsMdkDIBMImYAAJDilAwAYM/IGACZR8wAACCVKRkAwB6QMQAylZgBAEDKUjIAgN0lYwBkNjEDAIDUpGQAALtFxgDIBmIGAAApSMkAAD6fjAGQPcQMAABSjZIBAHwOGQP+f/buAy7K+37g+KOy994gCIqoiOBA48Y9YobZezeradKmTZu0Sf9J27RJ2zRN2iRNM5qkzd5REwduRcWFA1QQAdl7b/1/jwcfz7sDGacC93m/ePl6vMVxHOv3uef5ApaGmAEAAIA+hZIBAAA6Q8YAAMtEzAAAAEDfQckAAAAdImMAgCUjZgAAAKCPoGQAAADTyBgAAGIGAAAA+gJKBgAAMIGMAQBQETMAAABwyVEyAACAITIGAEAfMQMAAACXFiUDAACcg4wBADBGzAAAAMAlRMkAAABnkTEAAB0hZgAAAOBSoWQAAIB2ZAwAQOeIGQAAALgkrBTLNnvWXdOn36puv//BzzIz9yg95eLi8+hPPpaNrKyU/7z3ky5eKzZ28eVLfy4bW7b+NzHx3+e9fGho7G23/lU2Dh1a//kXzyr9xA3X/2HEiCmy8dZbD+TmpSl9ho932P33vy0bx48nf/DfnysXxfi4ZUuWPFZTU/bS364x+x91o0bNiolZ4OER5Ori29zcUFdX8emnzxQVZyrmFj9p+YIFD8vGxk3/2bjxXaU/6NkX6cX00IPve3oGtbQ0/+H5+Qpw0Q3IjDFy/JS7nnyxkws0NdTVVldWV5RXlZUU52Zt/u6Tmspy5XyGRkaPmnBZ0PBRHt5+zm4egwYPrquprq0szzp6cMOX/ysvzje+ysSEJdc+9Ct1+8t//WX7D1+e971c/aOfT55/hWzIXfrb43fKPVTMJCBs+KN/fkc20vYmvf27x5W+5JafPzd28mzZeO3XD2Wm7ld65MafPB07Y35q8tZ3nn9CMZ+r7vvZlAVXGZ8uXy2NDfUN9XWN9bVVpcV7Nq/Zu+mHU62tJm/kqTe/cvXwkgs/fUtXv9VPmrv0mgd+KRvrv3h/1X/fULosfu4yeQyLcrO0U2Ysu3Hp7Q/Jxvf/ezPx8/8o6Kafv/Khd0BwS3PzkzfMViyYGjPuWugyIthWFzPkpOHXGFxm8ODB8nNE/pUfJYMGDVLafrKoGwAAAEAPWHrJGBM9R9seH7e0NyUD6KK0I1sWL37UyckjJDg6KztFMZ/IyGnLr35a+xPRysra3t65ojJfAYDz6ShjVG9+ujV/p5y4Yf/A3BvDxs5B3ty9/dX/Tll49du///mJtA6/OfsEDl1y24NRE6YanO7qYSvL01IIJs1Zum/zmm/efbW+pkr/ArsSV4yJn6FeceFN9x3evbWypEjpWFhUjNyUuv356y+YMWNYgqMpyVIywkbHys/Ei/BKcElZdg6O8qYo3r5BocNjJiZcdcun//xjJ0+kC803OOzq+x4PGxXzyhP3KsAFIDHjrR+q7pjvEhWiixnNTVWnR91pcBk1Zqi/mhIzAAAA0EsWXTKGhU9wdwuQjYaGGjs7p8jI6Y6OHrW1ZQpwIclzrLAww88vIjxiknlLRnz8Neofh81N9TknD5WX59s7ODc1NSgA0KlOMkbLmYyxYkf/zhjVFaX7Nq8zPt3a1tbNy8c/dLh0CPmvLEbf8JPf/O1ndzTU1RpfOHTk2Nt/+byjs6v6X7lMUW5WSd7JpsZ6d2/fwGGRTq7uQ6ysx89eHBIZ/d+/Pp2XeUz/6l+88eJPo2LsHZ3snZyvuOvR9154soM7q1jb2Fz70C8HDxki23s2rj60c7OC7jiyJ6m1pdnO3mH42ElH9+9QzK2itLiqrFj7r5WVlauHj6Orm3aKd2DIfb99+b0Xn0rbvU25FObdcJdkDAW4kE6dUt5d3R4zBmV9p9szw1TM0LaJGQAAAOgNiy4Z48YuVHS/TJ/anvTJ7Fl3DRliFRu7aMuW/yrABXbixD4pGRHh8V05pFjX+XqHKrq/KlveePOesrI8BQC6wBIyhqguL/v23b93dK7kh1lX3rTgRt2r1z18/CfNXbbpmw8NLhMQNvyuX/9ZFseVtoax8v3XklZ/pX8BGzv7mVfcOH3p9ZJDvAOCH3ju1deffiT3+BHtApVlJd+9+4p6jKkx8TOip8w+sH29yfuz6JYHvPyDZaOiuOCrN/+soJtqKstyM4+FDB81On7ahSgZ+7esWfHePw1OlOeGT1DoyLgpM6+8ydrG1sra+qbHfvvG0z/Wfw6IT1993trWprW1RQH6P2IGAAAALhrLnfhta+sQGak7wkNJSfb+/T+oKzhxcUsV4MLLyNAtDvr6hjs6eijmY2VtJ/9WVhaRMQB0kYVkjPNqbWle99l/dq1bof43ZtocgwtInLjl8efUjJGTkfb3J+4xyBiKbuRG/ZqP337t1w8W52bLf23tHW969BnJG/qX2ZW4IvXMi/SvvOfRtuMRGQoZMfqyhVcrbdMXPv7HHxrqGbHeExkHdsu/4aPjlItFPlPZxw6v/vitV5/8UW1lhdLWNtShFPqkrBzauTlt93YFGBDUmJGarRsArosZh99paWkxHgCuUa/FAHAAAAB0l+WWjJixC6zbln2PH99dVVWUk3NAtt1c/SIiJivABXY8M7mmpmzQoEEjI6cp5jNokO4rurWFl3kC6BIyhoED2xPVDZ+AYIOz5l57h5dfkGwU5+W89dzPSvJyOrqR/KyMf/32EXUh2zswZMmtDxhc4IvXX6ivrZENZzfPZXc+YnDuECvrax/6lXpcqe0/fJlxgAlePXRwxyal7VPgZfTZvNDyM9Pfe/HJluZm2Q4fExcxdoICDGjEDAAAAFwElnt0qTFjEtSNfSmr5N8DB9eFhIxVdHO/l6SnJ3VyRWtr+5iYBdHRcz3c/W1tnUpKso+mJ+3Y8anSKRcXn0kTrwqPmOjq4ivLzYWF6QcOrN2951vFrAYPHjJxwpVDh8Z4eQ51dfOtrS0rL88rLMzcvPX9+rqqjq5l7+AyJf5af/9IT69gRwf3yorCsvLcnJMHt2370PgPjOuvey4yclp9Q/WLLy6TC0+efE3E8HgP96DmpvqKysLU1I3Ju79pbKzt5E46OnrMnnWXn1+Et1dIfX11SdnJ/Pwj27Z/1NE9lLw0Mf5qL89gZ2dvN1ffIYOHVFWXVFQUFBUdlwewrCzX5LVsbOzGjVs8Kmqmm3uAk6NbQ31NTW1ZRububVs+rK0rV7ogOGTMLTe+YG2jey3t5s3vr9/wtnZWaOi4KVOu93ALcHB0t7a2raoqrqwsKC7JStr+aUVlQVduXB7Y7JwDcvfChsXt3vONwblTJl8/b979svGvN+8tKEgfHhE/fPjkoMDRnl4hFRX5JaXZxzOS9+1fpR2YQh7P6dNv1a7u5R3y9G/aD1fy4l+u0H9gR4y4bPSo2V5eIZ6eQc3NDWWluaVlOTt2flFYmGFwH4KCxtx15yuyser7vx85snXe3PvleTV40ODS0pz0jJ2bt3ygdEye6gsX6tbmmpsbv/jyd0eObNHOiotbEh09z8XFW5488l/5cCoqCvMLjm7f/pEZ53n07ItUafu2IE9vT48gd/fA1pamsvKTct2kpDJ4s1wAABAASURBVM+KijM7ukpw8JiYsQs9PAKdXbxcnL1bWpoqq4rKy/Ly8lL37PlOvlJMXitq5PTY2KU+3qHyFKqsLMzJSdme9Glx8QkFuIjOmzFW765ds9uy9gaoKG2ffGBj5yAt4VRrq/pfB2fXSXOXqdvfvPVyXXVl57dTWVay6n+vX/PAL2U7dsaC7/7zanNTk/65K957VT13QsKSvVvWHtu/Szt3/g13+waFykZxbvbK919XusnGzn7inCVjJ8/28At0cnVrqKmpqiw9tj95w5cf1FR2+ONvREz8xLlLfAKHevkH19VUFeVkHtq1JWn1V9ojYMDJ1X3O8tt8g8M8/eW9eFQUF5bk52Smpmz4qrNDdLp5+cbPuyJy3CR3bz87R0e5Z1XlJXs3/rD9h69aW5qV85H8f8cv/6iOTJf3+K9nH9V60pOvf+bm7Scbn732x51rv1NPzElPlYfa1cMrKnbyZqPy9Ju3vpaSdGjn5v/86VcuHl4TZi8OHRkdPHyUfCXII5+XeTRpzTeFOZlKT8mjcWRv0uhJ02V7YsKS9JRk7ayn3vxK7lVDfd3Tt8w3uJY8RJctujoydrJsDBo8OD/z2N5Nq5PWfK10x71PvzQ8ZqL23x//6U35Vz6Vv7xupvGFpy5eHhk3xdM3UN5jVVnxyYwjuzd+38lsj8BhI6YuWi59yNMvyNrGprQgtzjv5P4taw/u3KR0jdyf4Igo2XjpZ3fkn0jXP0uevc++972a8f762G0F2cf1z5Vn2q/f/FLOTdub9PbvHtc/a9TEaTGXJeiewAHyG2ljSd7J4vzsLSs+M7h91f/9Z5W9k/P+rYkf/f25RbfcHxU3xdXTq+hkdnF+zkcvP6v96jsmfmb8vMt9g8Kc3DzKiwtOpO3f9M3HnTwl5Pm5+NYHho2OleeVfIE01tXKtUoL89IP7Nqxxsy/8PdNHGYKAAAAF5qFlgxfn3BZqJUNWSYuLNCt4R48uHbe3B/Z2DhEREyW6lBVVWTyip6eITdc/ztPz7Mv7pMVeXmLGTv/++9f6ejdyfLx1Vc9JTeunSLVRN7GRs9L1Vvk7aWokTPmzLlPVlS1U9zc/OUtLGx81KgZ3373oix/G19r2rSbZVHe3s5ZO0XWweVtxIgpkSOmfPX1HztKBSHB0Vcvf9rF2Uv9ryzoOzi6BQRETpx09aefPp2bm2ryWm7u/lcv/406aF13LRt7F1efYWFxMWMXfPzxU7l5aQaXHz9+2YL5D1lZ2eifKI+/vIWHT5ww4cqvvvpDaprhH88SIa6+6jeuLj7aKXLf5M3HZ1jcuMUff/LrEyf2KZ0KDIy68frn1Yyxfv1b+gv3EeGTli9/xtb27GdTHnN5k8d5XMyi1Wv+sWfPCqULMo/vkZIhD6P8/WZQjE4rp7WNOQn3Tp16k3aWt3eovMnnOiIiXj4QpcvkWTp//sOhQ88O/5QnpFSl4JBoaRvrN76blPSJySvK3bv11r/I4r76X3kYc/OOdPKOxsddvmDBw0pbxpBnQnrbcbRUklskuuhfWD4j8iZPtnFjF37x1e9ycg4qvdazL1L5hC5e9JjED72THOSDlW8U8vj8sPqfe/Z+Z3AVeWQuX/q4BDP9E+ULwd7e2c83PCpq+oSJV/73vz+XFnLuBeyXX/0b+ZD17nCQvI0enfD9Dx3ePcDszpsxvkuq2ZhSr1iYsKj2b5JFuVn6i/jRk2eoh4GSBe4j+5K6clO71q1YfPMDDi6uckVZEt27eY3+ubLaHj15lixYy/aVdz/215/eri7l+4UMm3H59Urb0a5kmbWpsXufgtCo6Jse/T83r7M//hxd3eTNPyR80pylsmSfcdDEHh6zr75lwQ33qsvHQhbZ5U2WwuPnL3vr2Z9WlZcaXH5kbPy1Dz8py7XaKbKuLW/SGKLGX/bhy89WlBQavxdZFL78zp/Y2Nppp6jvKDh85JQFV732m4drKsuUTt346DNaxnj9mR+XFZ7/OIrHD+6JnTE/YuyEzSsMY7b25PcOCLn36b+qIUQly9Bho2ImzVv25v89diItRempvRtXqyUjbOTYrlxeluNv/MlvbO3PHnBM7oa8xc1coO5fYl5WVlY3PfbbcdPO/uDz9AuUt5ipCfu3rPvvS88YXyVh+W1zrrnd2sZWOyUgbIS8jb1sdtIPXxoUu44c3b9TLRmRsfEGpWHUhKna81A+awYlY8yk6eq5koj07sDwy+98JHx0rHaKPIDSPEKjxsZcNmf1R29t+vajju7JtQ/+Km5me0wKihh56vQp9VlhY2t/809/qz7ZVN4BwfIWM3XuN2//zeRNSdS55WfP6V/Fqu1LT25WHs+4GQvf//OvO0mJAwYxAwAAABeUhZYMbfHx8OH2l643NtYdPbp9zJg5Q4ZYxY2/fMP6t4yvJcv9sqSrrt0XF584cGBtRWVBYMCoyMgpEgyuvsr0snJo6Ljrrn128GDdn17pGTsyMpLr66vDQseNHDldFpH9/Eco5hAUNPqqq35tZWUt2+UVeRnpu07mpvr5DosInyxZQtb0b77xT19+9YeDB9fpX0saRsLse9RtaQ+ZmbtLy3JDgseOiJzs6OAua7j33P36v9/6kfHQBashNtdf/3tZsa2uLj1yZLMsbcu1RkZNk4dIHp9bbn7xjTfuMbl3wrLLn5ClXrlWWtqmvPyjoUPlfemu5eTkceMNz7/+r7tras4uZMh6/ZLFjyltf+HIfcvKTikrO+ng4ObtNVRWpSUzyE0tW/aL7OwD+rtZBAePufXmv6jxI/PE3uMZu+SeuLsHxMUtdXP1s7V1vPLKp95+64Gq6hKlAxK6brzhj3Z2TopRxvD1C7/mmt/a2NjLit+xYztycg5UVhV6eASPGD5FKo6cvnTJ4+Xl+ZmZ5z8YSNqRLYsXPyof+LCwCRnHd+mfNUhp/3NuXsL9w8InnDrVkp1zqKQ0y83FLzh4tHwIclZk5NSxY+enpKxWdHsUrZUHUzauveaZwYOtKisKv1/9qnoLTY2611PLI3zDdb+XaCTb9Q3V6cd2ZGXvc3L0HBo6Liw0Vh7J+fMe8HD3X7nqZeP7Kev4WsZQpaZt7OiDkq+gRYt+MmjQ4Oam+k8/+61+xoiNXaxmjKamevm6k4hYX1/j6ztszOgEuWOubr7XXffsP1+7o5Odh7qiZ1+k8lV/xx1/l8+7bMtzae+eFSWlOUOGDHF1C5g4/gp5ni9d+jNnF6+NG9/Vv9b8eQ+p30mk2Rw5siU//1hlVZGrq09g4MiokTPlb3L5urt86c/feffH+te65pqnh7cdwq6hoWbXrq9LSk94eARJHpN4JhduaTn/GhDQe2QMk2QNd/ZVN6vb+7ee8+MyNDJa3cg60tXgKg9p2t4kWYPWXT1qrEHJEJ/9848//dsHsugqDUBawtpP3pETr33oV0PafpRv+Pp/OempSneEjhx779N/kxVV2U4/sOfo/h3lxQWevoGSENy9/SWo3PCTp1994p7KsnN+/MkS8MjYyXJvdTsinEhvbqwPHj7KNzhMzpL+sfjWByWo6F9+/OzF1z30K3XZ8WDSxsy0lKryElcPn2GjYmQhXpbdH37+jb//4m6D/jHj8huW3vGwup2cuCL3xLG6qkr/0IjLFl5lY+cgj8Atjz/7xtM/7uRQM9c//KS65i4B41//92hXMoY4mpIsJSNsdKysTRtkIfVD8PANePB3/5QV59KC3NwTRxtqamXp2X9ouJwr6/XL7//5Xx69Vempw3va92xw8/aVRmWwLm8gfEzcbT//vbpSL8+co/t21tdUR4yJHR0/U54/geGRSpet/vjtbd9/IY+5fDrkv1+//TdpP9qLJDTqWPKW5ubC7OO5mcfsHB1CI8e6eOh+gMZMm5N+YPeOtefsM7r8/ifkuSQbcpVd677Nz85srKtx9wkYO2WW5IQpC6/2CQp945lHznv3Du/cMmf57bIxbHTshi//a/AgaNvDRo3b8t05r7EYMW6S0vaVJaFFPcXeyfmOJ/4oD69sy8OVtmf78cN7pbENGx0XER1nY2cvzzpPv4Av3/yr8d1w9/GTiqZ/SmryVnVDno0j43QvOKivrdm26oui3BNe/kHSHUOGj7rmgV+arDVX3/+L9sxWUpSyfX1+VsaQIYNDho+JmTpbyop8Im569Bl53ioWQI0Zt85xGRNGzAAAAICZWWLJkF+Ux4yZpeh+1W7Zt/977fR9Kd/LOqxsjItZuHHD28Z/Ts+efbe6Qnoy9/CHH/1KXXKVNrBx87vXXfOsFAuT706WO9WMkbznm5UrXlJPTEn5IWnnZ9df9ztZW1d6zcbG7oplv1QzxrZtH23Y9G5Ls+4wtSmKsi7xTYkBst4qi8uyWp2RvlM73I2vb/ismbo/LRoba1d9/4rcJfX0/fu/d9nkI/VFluZlNX/hgp/878MnDN6jJAR5S03d/N3KP6uPg1xry5YPrrrqV9I/ZKl97tz7Pvv8WeO7KtfKyzvy8SdPScxQr+Xm+t5VV/86OGi0g6PbnIR7v/7mT9qF58y5T934/odXdu36Uv92tm778J67/+no6CHvKzxiorqgr7R9chct/ImaMeQqq77/u3YV+e9NN/xR6pF8EqdPv23Fyr+afDA9PAJuuulPDg4usr1m7evbt3+sf+7kSctt2nbUWLnyb/oHB9u06T8L5j8cH79c0e2UsLQrJaO2tqywMMPPLyI8fJJBydBIxsjPP/r5l8+VlZ5UT5EP7corfjlq1GzZnjjhSvUDLynJVl/4L6uR8rehurCufzsLFz6iZoyMjF3ffvfns7scbX5v0sSr5s17UJbyx49fdvjwxhNZhnurSBmSG9yw4Z3DqRtcXL1DgqI72nNixIjL5Hkoz3bJGB998huJT/rnXjblBvlXznr3P49IxlBPPHBQ2bjpvVtu+pN8XiSeRY+es/PcT3R39eyLVO6bmjGys1M++fSZuroK7ayU/auuv+733t6h06befPjQ+uKSLPV0T8+QCROuUD+i9z54PDf3sP4NRkRMvunG55W2R8/Z2VN9tgv5xKkZQ4qdfFlpj4M0knnzH5wSf63B7kfAhUDG0CdrnbLE7OUfPDRydOz0+eqOFxXFBRu++p/+xbwCQtSNk8ePdP3G5cJqyXDz9DE+V4rCyvf/IavDsj3ripv2bVkbFTtZfa16bsaR1R/+W+kO+fF35T2PqRlj26rPv/r3S9pZ21Z+dtdTf5bVcFcPrznX3vnFGy/qX1HWsmsqy95/8TeZqfu1Ey+/45Hpl18nG2Mmz7R6/YWWpkb1dHl8Ft18n7yvU62tn7z6hz2bftCusumbDxOW37bwpvtkKXzRrQ98/PffaWdJLZh/g65kt7Y0y7W0qCMbyYkrf/Ts33VLz6PGjZs+b++m1SY/uqW3PyQFRWnLGK8//WPjfT4+e/0FdUeB3OPH9E8/sidJ3qmdvcPwmAmHdm42vuWA0Aj597t3X9383cfaL36wmMarAAAQAElEQVRSd+588gV5bkjRGT1puskrdoU8bg11teqTyjckrPOScfkdP24fjrL6qy/f+LN64u4Nq/xXfHLHE89Li1K6LOuIbvZb7Jm9DbKPHDJZxeQRy8lIe++FJytL2n8rkLt62y+elwYg2+NnLdQvGaFR0WrGkOftO3/4eV7m2cdZesMNP/nNmPgZ0iHkMuc9kpLcGVnud/PykUBosFuqtlOUYrQji1xy2BjdjhfyZaXt3HDl3Y+pGePovh2fvvYn7QNRPn136uLlS29/WLrg5PlXpmxbn3For8HdkCyhtH2x7Nn4Q211ZcSY8ekHdb+3xExNUDNGdUXpW797XPtI13z89tI7fjzj8uvVrzJ9bl6+sdPmyUbRyaxXf3lvQ337Qfl2rv1u49f/U1NZxNgJPoFDi3KzFAsgMeO9tZW3zXUlZgAAAMC8LHHid1TUTFkBl42M48n6ewAcz0gur9C9xE9WQkeOnGFwrbYj7y9UdL9nn/ru2z/rv3K8ob76w4+eNDl9ISJ8kixVy0ZVVfH3q/6uf1ZhQcYXX/zOLJPuJJZ4eupeNS9rx2vXvaFmDFVra8s3376orik7OXnOnXu/erosN1911VPSFWQ7acdnWsZQyUr3+x/8tK5Wt54bETFJmymiTxZnv/jyWf3HQR69r75+Xh3eIA+g+iAbkGry0cdPagu7oqKy4Ouv/3DqlO4gHqNGzbKzbz/OVejQceqRsqR87DJa3a6sLNy7d6W67aF3HKGRkdPVB7y09KTBsXoaG+s+/fy3zW0PzsiRU03+seTq6nvLzX+WpWf5vBhnDEV3cKdhStujajzjZNOW96QS5eamlpZ26YWiSts+OkrbXjsdXUCebCtXvaxlDNHS0vTdypfUh8vXN6Irf/LJo6oeNEk+oZ99/luDI6dJOdiyVfeKSGldCxY+bPIG1yX+a3vSx7pxDtkHpSGZfC/hwyYuv/ppKSJNTXXGGUMW6NXDPeXlH9OW71XNzfU7dn1RU1N6Imt/Q6cTVs6rZ1+kLi4+6vG76uqqvvzqD/oZQ5SV5X373V/kBuVDW7To7Ksp5YtCTpGNvftWGmQMkZ6elJXdvibo5RWqnR4/8Sp1Q4qjweOwZvU/jx7r0iFrgN6w5IwREDb8hc+3GLz97r9rHn7+jRse+fWUBVepK85lRfkfv/oHbe1e5eTqrm7Unm9Chr7aqvbvJ66mSoaQNd+0tuPkyKL5tQ/8MuHaOxTdvnQNH73S7V8PxsTPlA9QaRtI/vVb5xwAR9ZVP/jLb5rbPqIx8dONv89/+84r+hlDrHj/H8W5ukBuY2sXOjJaO33BDfe4uOtq8daVn+tnDFXi5++pr2qPm7FAf8b19CXX2tjpDsm4b+s6g31TZGH3y3+1v7Bg3NQ5iikJy2+fsexG9UMzmTEU3UL2TukN8lZRcs7+oBJpso/qvkWrL+c3Se7zpm8/0n/AZdV717r2Iwqq6909Vl3R/num1JROLjYyNl799FWUFn+tV6GUtuHh/33p/y7EYOSmhrr//fWZs6v/8lSpq/38jRfUX+QM9gK56l7dXAq5G1+9+Rf9jKG7ncb6T175naz7y/aCG+9zdHE777tWB8PIV5z+80QamE/QUOXMnk+y+q8+JqrhMRMdnHSvMjm6d4d6ytjLZsfO0NWa2sqKD/78G/0PRGl7iiZ+8b5sDBo8eNndj5r89Wb/tkRpftnHDpcW5Eq2kX/lxKmLrlHPlZxp8JF+9+4rqaYmiASFj1Qr1KGdm7SMoSrOy963ZY08deUrXf0OYyGkSkjMOJjJAHAAAACYkyWWjLHR7S9SO3BgrcFZ2imx5x77XgwfHq+u+2cc32U8/le3Gpv0mdG7kmtNVjd27/5GXX3Wd/LkoWPpO5ReGz26vTRs3PgfkxdYv+Fd9W8DWdRWTwkOGu3jrTt2hKzebt9u4gjCsu4vhUPdHjd2kfEFtm3/nzZxWiPLvgcP6Xb5l1IycuQ042vt3btKvx5p10prm3VhbW0XOaL9EMPZOQfeevvBb759YcO5h/TRlJ4Z4GFjdfag2yNGtD/gSUmfGv85JO/6+x9eXpf45tp1b6q7Vpw92MJp3SjyW2/5i5ubv1zxh9WvGmcMpe3ISErbwYgWLnjY4OXzsm7+4ovL5D6v39DVF9JmpOvWDX19w01WH6XtQTBeJZdF+bJS3cduZWVtZ+uknE9c7BJ1Y2fyV42NJob3yhNAXeL39QkPbpsfo0/ayZ4935m43UFn/+wMDhlz3bX/J18gkjE+/PBXBhlDvRG1IQUFjVJjg77Dhzf89aVr3nvvUW3fmp7p2RfpqKiZ6pPhcOoGqTXGFzh58qBaHaQ5OTm1f6bkQXv/g8dXr3lt927TLz6tKG8PWuqNC3sHl8Ag3aut6+sqk43GvIstnc5RB3qPvTE6J+uYaz999y8/udl4mISDs6u6UV9d3fUbrK9p76laCDH2+T//WF9bo7RNRHBsey+rP3qrB4Omo8a3T9/Z/O3Hxj/+qspLv/r3X1d98PqK91+3tbPXP0vajPGRr061tmqv4nfWu/PRU3R7BMpTZ93npn/fSN6g29VVVo1jp5+dvjBiXHz7tT4zca2DOzau+eTtb999ZcfaM99Oz97/01MXL194071KW8Z44xnTGaNz6gvtw0fHdXSBras+Nz7x5JklbDsnZ6UXms6saw8a3Nlu0CPHX6ZuJP1gYsp69pGDaXu2K+Z2/PB+de1eX2n+yfJiXQ2ytrG1P/Ox+4dG+A/V7bmYn5Vhcg8VWb5P2aY7Xqs81bWPpRPahzNcr2RExemuKM/ejV9/eObcs3PL1f0kFL0jv8XPXaZubP3+c4N+oJLbUffekDuvH+Q0uxMNB5vJV3rwCF27qquq3P7DV8ZXWff5e8YnNtS3vw5j/KxFgcMMjwP29dsvv/jjG9/+3eOSTBRLQswAAACA2Vnc0aVkyTgiQvd3kazgy/qpwbl79qyYPu2WQYMGh4dPcHcPKC8/++J6f7/214Xl56WbvOXUtC0JCfcanCiL1OqG8SxrVUbGzhFnakfPWFnbqtOnZaVYFr5NXkaWYsvKcz09guSS6jxzxzMLsoVFGU1NDSavdeDg2oQE3RQNVzdf43NTU03PKs/NTY0ZqzuYhvaInXOtIxs7uNYR9YhJspK+v+2QXxJ+5KaMJ4c7Orj7B0SGBI+OCI9XT7GyOvs01uaOSCUy+Y4kpej/V5tIYW1jd/PNL6h7gZSV5e7q4BhHBw+uU3ehmDRp+bhxi06c2H/06LYjR7aafLH/ecnnS+KKLI6PjJy229TSdmWF6SWbpub2pUYraxulQemcg337AlxOB08PeQKkp++KGasrfJ5eQQbPoqKiTNPDG063P3RensHx8cvV6ejyVZCVbXo4amrqxrFj50sEumLZE7Nn3SW14+ixpGPpSfq7EPVSz75I3c48vSV1REZOM3nFhjPHZPPyDFFTnDxo8iEYNxsPzyA/3+FDQ6LDwtpXZ4YMsVY3Av1HDm5bySosPmHyo5YnrXzGTX65Ab1HxmhqqCvIOaF/ik/gUPVV0o31tZ+9/oJ28H1jjXW19o66cuzq6a10mXZEoPq6mo4uU1lWsur9166+/+fqfzMP79/0zYdK9wWeOeK/emQhY7vWrTB5uvFadvsdK21/hbutQ3syt7axcXb3bDurOCzK9AhrW/v2TOLu1X7wTFkN9w7UHZurqqKsJC9HMWXNx2+f8/8zL58fN33e5PlXqtubvvlfVVmHA646kbZ7+7zr7pL74BUQbPIOFOeaOFE+4+qGtZW10gs2Z3bFaKzvbKdD/6ER6kZOuunF7iN7d0R1oRB0i8kPXFSXlXr56fb0dXRyqa/R/fjz9mvf+bW6vESdYW5MvqOoGx4+5z9uatqebU0N9TZ29vqHkwpvO6qVZLzU3duamxolpcjTbOPX/9M/V56u2kG6tL54ItX0Lx7yLo7s2zF+pu71E/LZzzz3YvJN0PiQU8HhUeoOl/k5xw12zFJJVaooLtCfD6+7A2kHSvJzvPyDXTy8fvLiW9J7jqUkpyZvNW6ilkaNGRxmCgAAAOZicSUjdtwidTGxvq5i7pz7jS9QW1shK8sSMyZOuGL1mte0052c2l+TWFVdZPKWy8pyZPFdHYmhcXRo38W+osL0EYdMvga8W1xc2ldVqqqKO7lYZUWBOrfZyztESobDmTtmcKwhg/vW1FRnY6OLHwYHMpbt6mrT766iPF/dcHBwNT63sMD0EnNlVfvjoD3OGmtr+1GjZgYHjfbyCvHwCNJeFK/n7F876rly90rLTP993pHg4LP7Inh6Bk2fftumTSZeOrpn73dDh46NjtYdDVkemREjpsjb4sWP5ucfPX48+XDaxsKCDKXL2iaZ74mOnjt8+GSTJaO6ptTkFVtbm9WNQYOGKOdj59D+mspSvaNUGaioaP+subsFGJzVUH+eFyCr02VU0WPm7N+3ynjYhli56iV//xHe3qFK25M2JmahvDU31WdlH8g4vuPw4Y36xxzrmZ59kbqd+ZCnTL5e3pROuXv4G3x0rq6+8gj4eId5egZ7eQXLs8LgKtof41o+rOl42nxVTQklAxcCGUOU5Oe++sv79E+xs3e46r7HY2fMt7V3vO6hp5xc3beu+MzkdasqStXD8auL8l0kK5vqRnWnS/BJa75OuPYOt7ZGsubTd5QecXZr//EnK6rdumKTqRezK7qF6VPqhrbO6BcSri4vykNx+xPPK53SDqjl4dP+PbaqvNsdYsqCq7Tt+TfccyBpU113ju6lyklPLSvM8/ANiI6fuf5Lw13fTrW2GhyQSnU24Q/u1e7L9o7tBxTSdtAxSdtrp7yDSeY92BnlvDqKK61ndgoZdObHpad/oLoRGTtZ3pROeXifv2Q0NzVlHNoXNX5KcESU9AxJDoputyTdK0WyjhxsbWnOPnY4fHTssNGx6uXdvHz9Q3SvDTqacnaumINz+683Jfkd/nqjTYb39A00OKuxod54drezR/tP6k6ymdRHg5IhzePDvz177zN/U8uo/9BweZtx+fW1lRVH9u08snf7oZ1bDAbOWw5iBgAAAMzI4krGmOj2VVdPrxB56+SSY6Pnr133L+2QUDa27X+L1taYfvW9/M5dU1uuThvWWNu2L2tWdPDiem3dv8fszxxfyOD4/ga0NXE1rtieuWPqMIwOr1Vd5unpYG1ta2vnpL+i3dBQ09He33V17asM2iOmaWqq72j/j+oa7S/Gc7LEnDn3DQ+Pd3A0POZySXF2bX350JAYg9NtbXSPRn19tendCM5n9+5v4+KWSMeaetmNqakbi4tPGF/my6/+UFCYMXrUbH//4XJJpe1QWoGBUfI2ffqtubmpX339x9LS7C6+x+OZu6VkDB0aY9CKVE2NdUqvqUffkkXLTqqVdpa9vWF/am45304fur0ZGtLStsgHIg/FksWPvfHmvcaPv3zq337nodmz7ho+fIq7e/vCDUaIYQAAEABJREFUlrWNfUTEJHmbN/dBiRlff/O88SHLuq5nX6QuLl5Kl+kfByw4ZMy0qTcPC5ugvn5TIx9CfsFRWxsHNdto7Ozav1RrO/6iq67uySuOgc6RMTrSUF/34cvP1lZXTltyrbWNzbI7HqkqKz2wfb3xJbVlTfW16l3k6df+va7yfIv4p1ra+3Rrc7PSI3Zte07U1VQZL852rqXL33U9fLsxdNrRtf0Ht6Nz+0ZNRU92XpQwIwvHsqjt7Oa59I6HP3nl90r3ZRzaIyUjInq8cclorK+7cEezcXB21T78guzOjhim7bpRVlxg8gJlhV0dwdV1LS1d/dS7efkoXebY8bHU9B3dv0NKxuAhQ0ZNmLpvy1r/0AhXD92P4+Nt+0mcSE2RT7qEgZARo7OPHoqeMku9ljqIRdV+mNBTpzrJPNquRdoOHJpmU7+R2p3ZA6mmssOf1JXlJl7KI8FMQum86+4aPq59nofS9lUQN3O+vMm3mg1ffpBo6shUloCYAQAAAHOxrJIR4B+pDofoClk9HzNmjnbg/saG9kNDODl7dngVo1XgpoY6pe0VY27u/mWmXhFvb9+r4y+L4pIT7e/dobMRi44OZ6aVtgUPbV8Q40hwzrXazj11qsXghfmyJmtlZWOyFridWaRubDB8rZ8UEVnpNp4XouimrLfvWVJZ2f43vKwO33TTC35th+eSNbfCwuMlJdmlZTl5eWk5Jw/J/Rk3bpFxyaipLXVz9ZNH1WQY6Fxi4ptbtv5v8GCr2NhFcleXLXvirbceMHnJ7ds/ljdnZ88RI6YOGzY+dGis9nmUnrF8+dNvvnlvF997evpOWfiWsCQL4hnHdykXQHVtqXyWJbqoBxYzeRknp/ZndX19t1/u2txU//FnT2ce3+3rO8zHZ5gEQskVa9a+bnzJxsa67394Vd5kiX9k5LSwsPHycKmTLeSJMWZMQkNTzcoVLyk91bMv0oYzuejtdx7u6KBkxjw9Q26+8U/qHhjNzY0FBcfk+VlUnFlYmHEy93BLc+MVy35hUDIatLvn5NHRzdrZWtA4UFwcZIzz+vadvweGjQgbFTNo8ODrHvplYfbxotwsg8vI6uqY+BmyMSI23t7JWT3kTudcPLzCx8RqV1cusOqKEndvf1lC7cGPvy6qO/NRp+3Z/vbvf97Fa5UVty/BO7q4Kt1UWpD7r98+NsRqyGN/edfGzn7CrEX7Nq85um9nN29GFs13TUxYGjxitI2t/cV8afzI2MmD2tZnK0qKOt+pQncwq7Z1fCkuJg+BZe/Y218Xe6Oupv3n1/f/+5e5luMPbN8g7VAen4joCVIyRsToRrKfam090vb5TU9JnnPN7bIhX0RSMobH6A4M21BXq//Zr6oolVQgt+Dm5dvRwysBrP1D6NrePOrQGuHi1uFPant70yPK5PvGf196Rr4Aw8fERcbGy8cVEBqhPgHs7B0W3nSf5Cj5SBWLRMwAAACAWVhWyZgwoX02YFLSJ/pHjjJw+dJfyFq2bIwbt1grGTW17a8ldHU1/cI0WZ20MjqYsmQDL0W354eHW4DJkqGt+/dYU1ODOmtBO8yUSdrdrqnS7ZxRUtK+TOPq0uGhbGxs7NRXkdcYvYRc/q7w9Ao2eSQlbeqA8egIWUx3cnSvMvWqc3e39ld6lp2ZTTJp4nI1Y5SX5733/k+ND8Nlb+difDsVFYVSMuTuuXsEmnzA3d0CnJw9qqtKKqsK9dd6srL3S8aQjbVrXxs+fJKs7AcGjJwcf23Sjk+VDlRXl+7e/Y28yfbQkLGTJl0TFaU7eLTc7VGjZh06tF7pgtraMlkElwX98PBJF6hkVJTn+/roHklPz+COSoY8aGfuT4XSTTt2fn48I1k2Vqx66Y7bXpbP8qRJyw+nbjSecaIpLj4hb5u3fGBlbTs8YvK0qTf5tw04iY1ZvHHDf+QxUXqkZ1+kFeW5ylBdEvPzG971kjF3zr1qxjhyZMsXX/6hudlwaczOznDVqebM4bMMdgrR5+Lcjde9AudFxugKeUxk/fGxv/7H0dlVd5ipHz/1j1/9yCAG7Fz33bzr7pKGIZdZeOO9X7751/PerFxMbk02aisrdrfNwb6gyooKpGTofjr7B5lcCpclchd3r8rS4oqSgp6ljvwT7ceH9A0O7fq15M6oMw+c3Tp8qX7gsBHSsytLi6rKzznM4Jdv/kU99NP6Lz9YcKNuytHy+3/+l5/c1t0akbprW2tLs6wmD4+ZYHJg9QUSM6197PmxlPPUl9oq+eE7VDa8OigZHn6ByqVTUtD+C5V6iCezqCorycs8Fhgeqc5cGTZK94M4PytDTQ7HD++TbmHn4BgWFbPJ6uPwtsNMHd2/Q38cuoQBdQ65V0BwRyVDm1VTW9mlXYKqy9qfgZ1MxNGOnGaSfHGlH9gtb4qu3rmNmz539lW3yJee/HfWlTdbbMlQiBkAAAAwh14d/Ld/kTXTqKhZ6vb+M33CpN27v1Y3ZHna22uoup2Xe0TdCAuNM3mtkSNNjECURWp1IyJikslrhQ+bqPRaRdt+DNbWth3NK/b2DpVVbKXtVeHqPhyyjqzuGxEQENnRzhwxMYvUjaIiE8Vi+JmB2waGhY5XN0wuZIeGjTd5rbBh7eORtVkOUVHtH8vGTf8xOU3Ex6f9U6MMPvsXTuWZeSQjhpsejDll6vV33vHKI498GBU1U//01jNH9qhvqP7+h3+o2zNn3qE/N8LR0WPK5OsldM2aeYfBzWZlp3z62dNHjyWp/9WeNl2ReUI3EFIdJH4hlJ2ZgSHNwOQFZP0oLKz9hcO5eUeUbmo9s5NNTvbBfft0q3VDhlgtWfxT/b88ff3C5cG8ZvnT0nj0r9vS3JiauvGDDx6vqixSr+jt3Y1j0Bvo2RdpaVn7tNtR5z4l9MmHc8MNz1+x7An1M2tlZRPR9mDKF9GqVS8bZwylbTa4uqEegkyczD3c3Dbo289/hMkvOg/PIE+vbhy4BugcGaPrZFF17SftQ6dDho+SlUeDCzQ11G/74Qt1e+Kcy/1ChnV+g7I0Hztzgbq9c923+suvF4g2X2HU+KkmLzDzypse/P0/f/X6p9qBerqrprK8tu2QO7I6HDF2gsnLhEZF3/fbv9/8s2dnXH6DdmJFse6HuJuXn39YhMlrXffwUz/+05u/ev0zWfnVP725sX3kcuLn7+VnZ6jvesntDyrdJOUj+6hukvaIcZOUi0U+2Mgz7y7ph687v/DJ40fVjY6mUET24J6bb9ecopz2Q2NFxExQR0EYm7rkmnt+89cbH32mo5Hgxo7s26G0zZ5x8fBSh2Rkpu5Xz5JvVurs+tCRY6PGXyYlTLZTdyfpX730zHM+Ks70r3yDhwyJGNv+a2d2eprSBdnHDja3DfqWxGLwbFRJNfEOCDY4MXLc5MW3PnDnky9IL9Q/XQLV1hWfvffCU+r3YS//S5mj+gI1ZhzM1D3Cuphx+J2WlpbWM061Oa3nzLUu1PHfAAAA0O9YUMmIHjNHHQ4hdaGwsLOxzHn5R4qKdX+zyVLsxIlXqiceObpFPTiMLP0PCzfxB3z8xKuNTzx0uP2F+WPHLrA3eo22s7NnVNQMpde0l/9Pjr/W5AWmTb1JnXKcnr5T/XugtbXlyFHdsYZtbOwnT77G+CrysU+Z3H5rR49uN77A+Lhlxi+S8vUJDxum+6NRVmy1j11f/KSrrdqOJqQvMDAqLFS3ki7L2Sey2g/BYWXVfrEaU6/Qd3LyiIhoTymDlbMDnFMOrDtz9y43vpa1tf3wYbprNTbWHjmyRenA4cPrMzJ0u0fIE2bJ0p9pp7eeap49+67Y2EXjYpcYjEZQlZ9ZE9eGhXTFkTTdPfH1DZeFbOUCOJCy+tQp3Uvf5J7bmjp4Uey4xW5t+8RUVZecPHlQ6YXVa/5Z0zaRxc8vYvr027TT3V0DZs64fdSo2dF648E1Uo+qz3yWa2p6uEOG0tMv0sOHNjQ36RZzJSaZLIty+vjxl48YPjlieHx5WxYaMsRafQLI15HJfYwiwidpY3gGn5nKLs869ekt0XFy/HLja102+QYtewC9RMborq0rP8862r5XVsLy27yMFivXfPx2fpbulwcra+u7f/PXkbHxHd3UqInT7vjVC+p3ibwT6T989G/lwtuzeY26ET//CuNzbWzto9qWyBvqag/t3KL0VEpS+0/2udfeYfIC866/JyI6LuayhCHWZ39KpmzfoLT9XjF9sYnfUvxDI9RX1h9PTWnbNcEEefZ+8fqf1SAUP3dZ+JlB0F2Xtkf3m0zkuHjlorB3cr750f+TlXTZPrZ/V056aueX37+t/beXuFmL5LoG58pCf/TkmUo3tTa3j8EYPKS3e2DL/c9r2yPH0dl11pU3G1/A3sll7vI7JBTFTp9Xfe6ONZ04vHubujHj8uvVQJJxcI92bmZqiqIbXOE4banuadPa0nx41zn70+zZ+L06W2vinCUm+8qkhKUePrpfbyrLStQucl7yBaLeB2kn05deZ3yBmctuGmQ0BH5EbLw8LFJcxsSb+DRJB1JfPFRXff6j0g14xAwAAAD0hkWVjHnqRmrqpvNe+NDBRHVj9Jg5VlY2Stvv0Dt2fq6eOG/u/c56B+KX1YqFCx42OT/85MlDx4/rDrxjZ+e0ZMljak5QyVr8lVc+NaTXf16KHTs+KyjQ/YU5dOjY6dMMX0k6dux8dWcU+XtvV/KX2ulr17yhLuBOnHClLLzqX0WWGxYterR9dbuy6OChRON36urmu3TJ4/pZwt7BZcmSR9W8sXv3ty3NjcbX8vcfcetNL9rY2GmnODq4L1r4E3U7cf1b2rUKi9pfADj2zCdO4+MddtONf9JmL1tb22hnZWbuPnpU94exp2fQ4sWP6d89uWOLF//Ete3gV+kZOzufLL1y1d/UB2dYWFxc3BL1xIb6anUl2sXZ68ornjT43MlTQl2ml79Xjxzdpp3u4REYGTlN3jra6yI3L01Ww+XudbSbSy/Jc2PPnhWKLsw4XrHsCck5+ucGBoycPv1WdXvXzi+U3pHFem2PlqmX3aiNpTmWvl1tDPI4xMcb5oSIiMkB/pGKbo+cnJKSs8PSAwNHqQ+dr2+XDmfRsy/S8oq87UmfqNuLFz86NGSs/rkhwdHXXP2Mup2yf7U6G0Y+zNIy3c5D0iTiYpca3GDUyOlXXvEr7b/Wek/C7dvb39H4CVcYPB9iYhZGR89VAHMgY/TMF6+/0NI2cNvGzv7qe39mcK4so3/08rPq67VdPbzufOrPV97zmHbsGpWnX+DVP/r57U88r84ubqyv/d9fn7kIO2QobXMFDu/SJQrvgOCr7vuZlc05P/6uvO+nbt66owge2bdD2wexB3748N/qbhnDRo1bdtdPJJBoZ8mDds0DvxwerXs1Q1NDfdLqb7Sz1n/5fmXbyPSYaXMnzzsntMiq/fUPP6VuG6xTG5CV6F2JK5W2F9pfff8vrG1s9M+VNfTRk6bLmy7O9TIAABAASURBVJuXn8mrp7Ytmnv4Bpx3f5reGzNpxoO/f80nSLcPn3z213z69nmvkn3koAQPRTcPw+nq+36uJhCVi7vnDY88PcTo0Ijn1XRmjxY3L2+l17579xV1Y+ri5RKT9M+Sx/yep/+qzng/kZaSfeyw0jXyUatPjEltN9jc1HQsJVk7N/3M9rC23TUkdBnMp8nLPLZz7bdKW+247uGn9J+NIjgiKuFMb9u68lOlyzZ+86G6MWXBVeFjztnFc0LC4riZ842vkrKt/ffkudfdOTQy2uDc2ctvU39jTD+QrICYAQAAgF6wlDkZsposq/xK2yrzvv2rznv5vftWzpx5++DBVvZ2zjFjF+zeo/tLacuWDyJHTPXzi/D1Cb/7rtfkMrLwKmusIyOneXoG19VVWVnJX9b2Bje16vtX7rn7NVtbh1GjZjs7eaUd3VpTXSZ3Rq7l4OhWWVHo6uar9NrqNf+85eYX5A7Pnn23rP9mZe2vrCpydvKQciAlQ73M2nWv5eScfcW9LOBu3vJBQsK9ssB9ww1/2LPnu+KSrNraCnd3/+ER8SFt67lNTXWfffGcwbhvTWzs4qFDY44c3ZKff9TdLWBs9Dx1pVgelvUbTPzdfupUS11dZXBI9CM//jgtbdOJrH3u7gHy8MpnR87NykpJOXD2qF979n47NnruoEGD5f57eQ2VPlFWflLiSlDQmIjwCfKRape0PXdnl7Xr3pA1Yhsbhwnjl4WHTzh2dHte3lEXV+9RUbPkc6e0DfDYuPFdpVPl5Xlbtn04e9Zdsj1nzo+OHNmuDm/YuOHdoSEx1tZ2o0fPlsf24KF1JSVZdnYuPj5hcvsODrrRHYcOrdc/HFZU1Mw5Cbqje0tR+Neb95p8d1kn9skqdljYeG0h3rzWr39r+Igpri4+I0dOv/POgNTDG8or8m1tHKT3jB9/hbrUnpq2aeu2D5VeO3x4fXrMwoiISXKzly/7hTo1XbpR4vp/L170qGwvmP/jEcMvO358d3lFgaurT2BA5IgR09QAlpT0mf5NSZYbMWKKbCQnfy1tqSvvvWdfpPK5HhU128s7RJ6Qt932koSu7KwU+UNaPssBAZHqZfLyjmza/L52lf37ViW0fVqlUMoHm5WdUldX4e01NCI83s9/uP6Na9PgxYkTeyXyjR9/uXxjufGGP+7e/XVB4XEXZ8/wiEnyvJKlZmlanUzRALqCjNFj+VkZW777ZNZVupecR4ydMHHOkl3rVhhc4J3nn7jp0aedXD3ku9Zli5bLW1lhXtaRg1Y2NoHDItUXgKuqK0o/+PPTxsPDL5yV778WPibW1t5RVmAjx8WnJm/NSU9z8/YdO2V2QJju+1JNZfmaj95SeqGuuvL7//1r+QO/kO1pS64dPWla2p6knPTUYaNjR0+Ypu5MIGv3X7zx5/qaKu1aEjZ++PBf1z30pLWN7dX3/3zCnCWyal+cm+0bHDpxzlInV938jBOpKTvXfNP5e1/x3qtRE6a4uHtJrZl/wz0r3vundtY19/9CTTWfvfbHnWu/M75uQfZx+UxJyYgaf5lsK70WM22eekAkfVZWVh5+QXb2Dup/5Utvxfv/PJHapb0Bvvr3Sz9+4d9y3ZipCVLCDu3aUl1eIu9CuohEgoriAvUD7Lqq8mJ144q7Hw2NjJY79uFLzzTU1yk9kn5gd/KGVRNmLZInmDwBJs1flr5/V1lR3uhJM4bHTFRX6uUJ9uW//tK9m92/c/zsxeoeFXmZR+Spop0lRUSymRpIFN2uLSZmjcizMWr8VDcvnzHxMx78w2sp29aXF+XZ2jl4BQbLV4F6TKoDSRs2fPlfpcsyDuxJWv315PlXyPP5rqde3P7Dl/knMlw8PCNjJ0tTkW+pUl/UVKmRzLZ/W2LMZQny6XvguVf3bllzMiNNHg2fwKERY8aHtY0AkQ9t66oL8jtef8TMDAAAAPSMpZSM2HGL1cO2ZGcfqK4+/27vNTVl6RnJI4brDsUQM26hWjJkNfb9//7sumuekw7h4uI9c8bt2uUlSPzvo1/eestfjBdJS0uz33vvseuve87F1UcW8eVNO+tE1v7ExDfvuvNV3X9691IjWSF9591HrrryKakCsvirrv9qGhvrvv32hcOpGw2utWXr/6qqShYtekRixoQJhsejKCvL/fTTZwqLTB+JKynpk4kTr5Z3N2Xy9fqn52Qf+OSz35qcHNDa0ix38qYb/yQL6HFxS+VNO2t/yg8rV7587u0c3LHjs8mTdbv2y2qytqCskgXf1av/eeUVv7SysvE896BMJSXZb7/98JVXPeXnGy59ZdKkcw7jU1GR//kXv9N/4X9HZE189KhZPj7DZNFZluA//exppW3/iZWrXl6y+DF5v/Kxz9A7gJKi+xyeSklZ/d2K7v0ZL45n7paSIVlI/kK7EC86q2+olqJw1ZVPSiyRh8Xv3F0c5G5v3/6JFCDFTFZ9//L99/3b2sZef2q61Agf79AJE3SHa5O7EXbuxJTGxtoNG9/dvecbpXd69kXa0tz4zrsPL1z4SHRbPBseMVl/pog8PkeObP322xflTmonSvWRrzLpanJ56UMGEzgke6Sk/CA3KNue5w5NWbHyry0tTfHxy3XHmJp89sgVzc2NX3/9vNwBlw6m3QBdQcbopTWfvDU6foZ6HPzFNz+Qmry9pvKcQ96lpyS//Phdy+5+dPTE6eoL52Vx3ODg+ErbQXI+euV3lSVFykUk1eQfTz5ww0+eDgiNkLs0dck5h3IqK8r/30u/7X1Z2bH2m+qqMikHknPcvf1lvVjetHMrSotXffDa3k2G08iSE1c21NbKtRxcXEOGj5I3/XMzDu1974WnmpuaOn/XDXW1377z95t/+qzS1lH2bVmbe2a8RFdkHNojD0tE9Pj1X36g9Jqbp7ebZ2f7OsgD/tWbf5HSo3RNcV72G0//+PZf/EHiU2jU2NCoszsIyuOz6r9vPPyH15XuvDL90M7Nc5bfLs9S+UypTwb/0Aj1kE0988krvy/NPznnmjusrK2Dw0fKm/65J9PTPn/jRfUIbF2Xume7lAx12/i+ZR87FDWhfe7LgaSNxlevr6l+9Zf33vDIbyQ9ytNe3vTPle+AG7/5UAqf0k1fvPGiPBunL71WWoj+xJfmpsaPX/5d7Mz5rkazQD5+5fcSMoMjouQBHz9zobzpnytPBrnNbj1dBzxiBgAAAHrAUkpGdHT7EYpMDm8w6cCB1WrJCAoc5ecXoR6+qb6u6r33Hx0zem5s7GIPzyB7O6e8/CNZJ/bt2fOdycPlq/ILjr72xp3jxy8bFTXLzdV38BArCSrHj+9K3v2Nj0/74XeUXv9enpub+sa/7p0+/WZ/vxFu7v6uLr4NDdWVlYVHj23fs2dFba3p8QMpB1bnnDx42ZQbdC9IdwtwcHCrrSkrKz956NAGOUs9lo5Jh1M3p6ZtTph9rywZnzrVKu2nuPjE/pTvDx1a3+Gf2YMGlZfnvfvuI3FxS0LD4oICRlZWFpeW5aSmbUoxNYN99ZrXMjP3TJ16k6ubn6ODu5WVtaxTl5flHUpdn5T0qSwrj49bIgvinh5BIcHR2TlnX/NYVJz59tsPTp92S0DASHf3AFdX38aGmtq6CnkoNm58t5MPSp98FN+teOmO2/82ePCQqKjpUVEzU9tS0P7930s3mnrZjSEh0Q4Orvb2rk2NteUVBVk5KQcOrCnIP6Z0X3q67mhXtrYOw8ImZBzfpVwA8gl6/4PHJ068KnRorIdngIdbQMuplsrKouysfbv3fCefO8V8dHu0bP3f7Nl3K21T0yUDlLdNYpcItD9ljTzZfHxCHexdbO0ca2orykpPZmbulke1k6+gbunZF6nEni+/+v2Ro9tGRU13cwtwc/OXP5VLik8UFOqOzWXc8+TpIVlu0qSrYsYudHLylGeCPE+amuqLS7J27/5GPpwhVjbyCEgjlChibW2v3/Z+WP3q4bQN8ROv9g+IdHL0lNip2yEpZbV8o+AAU+gNMkbvyfKlLDje99uX5TuAo6vbsrsekdV/g8tUlpW8/+KvfQKHzr7q5sDwkfZOLg5t+yLUVlfJt7QTaSk7E1fktw0VuPgKso//41f3JSy/PThipIdfoLuXr/SDmqry1ORtEmnOmwq66PDOLX89cmj21bf5BYdKG3Dx8KooLizMyTyakrxr3XcdHb3q4I6NJzPSZl99i29wmKdfkJOLa01VZU156fbVX5rci8Kk/VsTZeF7ZOzkIVbW1z74q5d/flfXV/aP7t81MWFp8IjRNrb2TY3m/0KorawoLy6oKCksKThZkHX8QNL67j7guceP/PWxWycvuCr6stkeXn6DraxOpO4/un/n9h++0g6K1fVl3LzMY+8+/wu5NVnfd/P2a2qoc3R2U3pn3Wf/SduzfcqCq6X2yRPM3tGpJC87P/v4/q3r0nZv78ENpu1Okjyg7jyRcWCvwbnHD+9XS4YEEokoJm+hqrz0X//36GWLlkeMifP0D/L0DWhtaSkvKcw8tDdpzTeFZ2aVd9e377x8IClx6qJr5UvJ2d2zODcr49D+PRu/l89RrKkDTLU0Nb7yxL3jps2Nn7fM3dvPwdlVnqJVZcVFJ08cTt6yZ+MP5vrqG0iIGQAAAOiuzl4Arh2fVD1iaasstba0NDc3N629W2ko/e5E3e4ifim3ONdf91xk22vG337nx72cDm1RfvKTj6sqCt/5zyMKusPba+gDD7y7dduH69b9S0H/NMx1yK2RunXe0rh/6A7u1cbaWrdl1WbIkCGD26hrE6xQ9AwZAwDQ7wwadFqNGbJ9euhSq1F3qr8YqLRfDzRnrsWvCv1DdXX1448/LhtPPvnk0KFDFQAAgN6xoInfwKXi6Ojh7ORZVpGvoJt820ablJfnKgA6RsYAAPRHDAAHAABA11EygAtucvzywYOHHDq4TkE3TRi/rKmp7tChDQqADpAxAAD9FzEDAAAAXUTJAC6s2NhFU6fetGvXl+kZOxV0xxXLfhEUNGrlypf1R20D0HfejPHl1moyBgCgLyNmAAAAoCssZeI3cKmkpKxpqK9NTdukoJu2bvsoOfmb3Lw0BYApXckY2w41KAAA9G1qzLgxwSU23I4B4AAAADCJkgFcWK2tLWSMnikpyVYAdICMAQAYSKRK/G9dlWwQMwAAAGASJQPd8/Env1EAAJcUGQMAMBARMwAAANAhSgYAAP2J/pHByRgAgIGFmAEAAADTKBkAAPQb+pNOyRgAgIGoqzFD6gUNAwAAwHJQMgAA6B8MMkZ7zGhtrtnyDBkDADCAGMaMQaPvUtrShdYtJGZIzpd/1ZhB0gAAABjwKBkAAPQn2niMto7Rwt4YAICB6NyYIZVi1J1aq9DSBQEDAADAclAyAADoBwzGY3BQKQDAQHc2ZignvlX3zBh0hnJmSAZVAwAAwEIMVgAAQD+hf1yp6s2/bc7bISd+s52MAQAYkCRmVO851vYzTmKDv7yTAAAQAElEQVRG6n9aW1tPtdGGRemXfgAAAAxglAwAAPoZWbVpLjvaVJAs2zX1rfszmhQAAAaoTQfq6xtPycap3E2nGiq1kqEdblEBAACABaBkAADQ1xkcWkr+HeIW4TTtOWWIjZP9kAcvd3Oy53gaAIABKMBzyP1LXe1tB5+ycW+Ne7p1iIPxDhlUDQAAAEtAyQAAoH/QFmjUjcHeMXaTnzk92NrTdcjDy9yJGQCAAUYyxgOXu9nZ6DJGU8xTp+28O2oYAAAAGPAoGQAA9BsGMWOQ11jrib8mZgAABh4tY7RYuVaPfLzF2oPjSgEAAFgySgYAAP3MOWs3ntGDYn9JzAAADCT6GaNyxE9bbTz1z2VXDAAAAAtEyQAAoJ8ZNGjQOdue0afG/pyYAQAYGPQzRumwRyRj6P/gAwAAgGWiZAAA0G+YXMqRE097jGka9dipQVbEDABAv6ZljOYhLkVDH1IzhkkKAAAALAklAwCA/sFgVwwDEjMaox4lZgAA+i/9jFEY8uApW6/BbTqJGSQNAAAAC0HJAACgrzNYptFWcAafS2JGfeQjHGYKANAf6R9USjLGaTtv+dE2ZMgQ9V+VcdVQAAAAYBkoGQAA9CcGKzhqw9CWeCRm1A5/mJgBAOhf9PfGyA+6X90bw8rKaoge7Ueefs9QzvxkVNg/AwAAYECjZAAA0J9oizUGO2Tox4yaiIc4zBQAoL/QzxgFwQ+ctvOWH2daxjDZM9gtAwAAwNJQMgAA6Af0X21qsE+G/vqOVRt1zwxiBgCg7zOZMbSfaGrG0I8ZWsI32CEDAAAAA5uVAuCii41dfPnSn8vGlq3/TUz8twIAXaau15w+fVrNGOq2rOzoX0ZOaWmLGY7HXvV0VSRmvPpNeU39aQUYoOLnLstM3V+Um6WdEhA2/NE/vyMbaXuT3v7d40o/8dSbX7l6eDXU1z19y3ylzwuPjvvRb/8uG/u3rPvvS88YnCuV9bJFy8NHx/oEDnXz9q2uKCvJy847kb5lxadVZSUK0MYgY5yy9bLS2w9DP2YY7JCh7Zah3RQ9AwAAYGCjZAAA0D/IGo0kCm1b/tVKhnri6TbaKcQMWALf4LCr73s8bFTMK0/cq6DPiBw3edldj3gHhminePj4y9uIcfGT518pMWPNx29p37tgsUxkjHMDhgGOLgUAAGDJKBkAAPQz+qs2aswwoK0PEjMw4M274S7JGAr6ksBhI279xe9sbO1ku/Dkib2bVpcWnHTx8I4YExc1Yaqdg+Pca++Q9ehV/31DgQU7b8awtrbuKGMYTPxW2CEDAADAAlAyAADoN7TdMgyOp6H1DOPXOBMzgH7k01eft7a1aW1tUfotO3uHmx79rZox0vYmffDn3zQ11Ktnbf7248nzrrjqR4/Ld62ZV9yUcWjv0X07FVikHmSMjhqGQsYAAACwDEz8BgCgP9F//ak29Ftj8rgcDAAH+ouj+3cc2rk5bfd2pd8aN2OBelCp2sqKj//+Oy1jqJLWfL3lu0+Vtika0ZNnK7BIPcsY6r/ahAzlzA9EMgYAAICFoGQAANDPEDMA9Fnho8apG7vWr6itqjC+wL4ta9SNgLAIBZanlxlD2xuDjAEAAGBpOLoULJGjg/v06Td7e4e6ewTKdlVVUWnpyeyclG3bPjK+8PXXPRcZOa2mpuyvLy2XP6PGjVsYHDw2KDDK2dmrpCS7uDjz4MHEjOO7TL4jFxefSROvCo+Y6OriKyuNhYXpBw6s3b3n207uW2jouClTrvdwC3BwdLe2tq2qKq6sLCguyUra/mlFZYECAG2MDzOlPzBDln6Mr8JhpiDGTZs7On6Gt3+Qh19Qa1NTSUFOUW7W5m8/Kcg+3tFVQkeOHT9rkZd/oKunt6unT3NTY0VJUVlBbnb64R1rvqmvqda/cMLy2xfepJu8/eKPb5LLz77qluDhoxpqq0vyT25f/fWB7etvf+L50ZOmV1eUPnf3FbI2OTFhcWhUTEjEKFdPr6KT2YU5x/duXnd0/44ufCjKvU+/NDxmovbfH//pTfn3VGvrL6+baXzhETHxE+cu8Qkc6uUfXFdTVZSTeWjXlqTVX8nlTd64k6v7nOW3+QaHefoHOrl6VBQXluTnZKambPjqv0rXyMe+6Jb7ZUMepc9ff8HkZRbceN+ca26Tje//92bi5/+Rjafe/MrVw6uhvu7pW+brX1K+0hff+sCw0bHObp5y3xrrasuLC0oL89IP7NqxxvD3ivt++/eI6Dil7bNQnJdtcK6bl++Tb3wuGyfSUv751IMG57p7+09dco1PYIiLh7e7t58sH1eWFpcX5+dnZSSt+aY0/6RyPvIeT6SmeAeEpCZvM3mBvBPp6oazq4cCC9P7jKH+sCNgAAAAWCBKBixORPikZcuecHI6+8ezp2ewvI0YMWXE8ClffPl7CRv6lz9z0PnTNjZ2N9zwx9ChZ8eKBgREyltMzMK1694wriAjRlx29VVP2dg4aKeEhIyVt7HR81KPbOnovi1f/oyt7dmreHgEyltY2PhxMYtWr/nHnj0rFABoQ8xAt9jZO1x13+OxM/TWx+0dHF3dhkZGx1w259t3Xtmx9huDq8hT65oHn5iYsFT/RGsbWwcnl4DQiDGTZ162cPm/n31MWojxu/P0D7r18efkwrp37eDo5u23dZVu9Vx90sq/Nnb2dz75QvjoWO0qQREj5W387MUr33+t68GgK2ZffcuCG+6V1VD1v5IK5E0qSPz8ZW89+9Oq8lKDy4+Mjb/24SelGWineAeGyFvUhKlR4y/78OVnK0oKz/tOd29YNf/Ge2SFdsykGV+88aLxDBsRMy1B/m1tbUlO/K6Tm7K2sbnlZ8/Je9dOsXJ1k8+dPFwxUxPiZix8/8+/rqksV3pt8oKrLr/jx/Lu9E9UP/YR4+IvW7T8o5efO5C0ofMbWf3xW/LWyQVCI8eoG5VlRQosidkzBj0DAADAolAyYFmkOiy7/Bfqnz2pqZtzcg5U15S4OPsMHTpWwoNkhrvv+ueb/76vpqZMu4p64SFDbG679W/SLerrKnNyU6uqi3y9wvwDRsrfXHLurJl3pqZuKi/P064VGjruumuflT++ZDs9Y0dGRnJ9fXVY6LiRI6cHh0T7+Y8wvm++fuHXXPNbGxv706dPHTu2Q+5bZVWhh0ew9BV5v3L60iWPl5fnZ2buUQCgDTEDXTTEyvqB37/mPzRctmXJe+fab4tys4dYDfHwDZiy4CopE8sf+IWLp9eaj9/Wv9bSOx5RM0ZzU+PBHZtyjx+tLC108/ILHj4yevJseda5eflI6jB+Xb9IuPoWNWOo6mqq0vYkKWeeq1bWNvf/3yuyEF9XVZl17FBFaZF/8LCgiChZyJRz511/tyyXlxbkdv5Brf747W3ffzHj8hvCRuleZPD123+rKC48rRg+nyWWjIydLF8pxbnZeSfSmxvrg4eP8g0Ok7P8Q8IX3/rgR39/Tv/yklKue+hX6v08mLQxMy2lqrzE1cNn2KiYUROnyft6+Pk3/v6Lu437hwG5wNF9u6LGT5HkEBk3JW234Q4KoVHRXn5BspFxYE/nt3b1/b9QM0ZFSVHK9vX5WRmytBsyfEzM1Nm29o5yl2569Jl//d+jSu9ET5519X0/U9o6U3pK8vHD+0oKTjo6u/kGh46fuVDKk3xCr33oV5mp+3tTTeSBXXTrA+r24V1bFVgMMgYAAAB6iZIBC2Jr6zgn4R75s+fUqdZvvnkh5cBq7aztSR9Pm3Zzwux7nJ0958z50ddfP29wXXt7Z3v7yAMH1n7//d/rG9qPpOHi4nPTjc/7+AyzsrKZOOGq1Wv+oV1+/ryH1IyRvOeblSteUk9MSfkhaedn11/3OzdXP+O7N3nScskVsrFy5d/0j0C1adN/Fsx/OD5+uWyPj1tKyQCgj5iBrph5xU1qxsg8vP+9F5/Sn16wO3Hl7b/8o6zsJ1x9a8rWxMKTJ9TTvQNCLlt4pWw0NdTLKnn20UP6Nzhy/JS7nnxRaTv2lIuHV1VZicF7lNNlHXztJ+8e3bczKCJSFsRbW5q1c6WdOES47N20+qu3XtKOT+Xq5XPXUy9KXbC2sbls4fJv3/270qmsIwfk39iZ7XuZZB85lJOeanwxWX+vqSx7/8XfyBK8duLldzwy/fLrZGPM5JlWr7/Q0tSonm7n4Ljo5vt0vyq0tn7y6h/2bPpBu8qmbz5MWH7bwpvuk49X1uI//vvvlPPZv2WNlAzZGDd1jnHJiJ2xQN3Yu2VtJzfi5uUbO22ebBSdzHr1l/c21Nepp+9c+93Gr//34O/+KaUkYuwEn8ChJneO6bpFt96vbnz91t+2te1Ao1n/xX8feeFfTq4e8viMGBe/Z+P3So/YOznf8tNnQ4aPkm3pMZtXfKrAMpAxAAAA0HtM/IYFmT3rTicn3ZEidu78Uj9jqLZs+e/Ro9tlY2z0vLCw8cZXr6ouWbHyL1rG0J1SVbRp03vqtr/ebhYR4ZP8/CLaLlD8/apzFmIKCzK++OJ3Jg8x4e09TGk7xITxII1NW96T95ubm1pamqcAwLkYAI7OyVJ4wtU3y0ZtdeWHLz9nMIS5pCD3s9deOH3q1BAr6yvv/al2+rjpc4e07Xe4a913BhlDpO3efvzwPnXbJyjU+J1KCXj/z7+WJW+pCHLh3RtWGVygsqzk8zde1B+zUVlStO7jd9XtoPBIxXy+fecV/YwhVrz/j+Jc3QAJG1u70JHR2ukLbrjHxd1LNrau/Fw/Y6gSP38vNVm3G0HcjAUSD5Tz2b9tvTzmsjFq4jT1wdTI12nM5Nmy0VBXu3/ruk5uJCh8pHpcrEM7N2kZQ1Wcl71vy5rivJy0vUnSGJReCB8dq+4gcjI9zSBjKLp9QQoknKjb3oHBSo9IG5Puoo42KS3IfecPv9ACEgY2MgYAAADMgn0yYEGiomYpumMmnNq89X2TF9if8sOIEVPkr6PoMQmZmbsNzk3Z/31TU4PBidk5B9QNO/uzKwjDh09WN3bv/ubUKcNRoidPHjqWvmPEmctomprqFd1hrKwWLnh47bp/tbQ0aWfV11W9+OIyBQA6wJ4Z6ET0lFk2droJTCnbEmVJ2vgCWUcO5GUeCwyPDB8T5+LuqR7paOPXH2ampgQMjTiyN8nkzZYV5A4bNU42bO3sjc+V+JGfma50bPf6lU0N9QYnnjiSom7YOTopZiItYe/mNQYnSmjJSU/1DgxRdHOn3bXTo6fo6oJ0nXVt87eNJW/4PmrCVPlCi50+Nz0lWelUa0vzoR2bJ81dKplhTPz0/VsTtbNGT5rh4OIqG4d2bOx8Qb+hvlbdGD9rUcr2DbnHj+if+/XbLyvKy0qvZaalvPrL+3yDw6ory0xeoKSgfda3uv9odzm5etz3f3939dBVovLi/H8/99OuzBrBAEDGAAAAgLlQMmAprKxs1Cnf1VUlIcFjTV5G++Pc1dXX+NyKChN/ctfVVbbf/uCzr7X0VcHo6AAAEABJREFU9Q1XN3Lz0hRTMjJ2GpeMgwfXhYbqloQmTVo+btyiEyf2Hz267ciRrbV1ZpjhCWDAI2agIx7e7Yc0bG5sGD1pusnL1Ne27xvhHRCilgzJDLJSb7xY7xUQHBg2PCwqJiJmknqKOtzCgMGCu7HyIhNNpebM/iJWVtaKmXQ0b6OytH3ctK1DezWxtrFxdvdsO6s4LMr0rwq29u2/Krh7+SldsHvDSikZSltP0i8ZMdPmtF9g0+rOb+FE2oGS/Bwv/2AXD6+fvPhWflbGsZTk1OStGQfNebRJSTvZxw7Lm8HpTq7uQREjQyOjI2Pbf2+xsu7Jnw/XPvQrNWMUnjzx7vNPnHcICgYGMgYAAADMiJIBS+HrM0z948fF1ef6657r/MIuLj7GJ1ZVFRmfeOpUq7zpRmIMOrti6Ojgpm5UVJg+GFRlpYkosmfvd0OHjo2O1h0L28bGYcSIKfK2ePGj+flHjx9PPpy2sbAgQwGAjhEzYJKHb4C6MWPZjfJ2ngv7BWQc2qt/ipuXX+z0uX4hw7wCQ3wCgm3tjY5iZGptsbamSulUZamJH4Wyni5vuoMpmW+9suncIzKdfV+nTqkb2peJX0i4+rXj5u17+xPPd36zrp4+ShdkpqbIqr2nX+DI2ClWNrbq7hd29g5Rcbr5GXLWeXfskKt8+Ldn733mb+rxo/yHhsvbjMuvr62sOLJv55G92w/t3NLUWK+YiY2t/dips4eOGOMTONQrIMjZzdPwEt3/1MRMTVDnhcjH+8bTj9R0sNsHBhgyBgAAAMyLkgFL4erm3/ULO5xJEfoaGuuUrrG2dVA3TO7GoTu9PN/k6V9+9YeCwozRo2b7+w8f1JZG5A+6wMAoeZs+/dbc3NSvvv5jaWm2AgAdIGbAmKund9cvrL9yHRoVPfuq20bETDCY8dDa0nzy+FFZjvcNDuvodpoaGpRO1dd19adqL7W0tnTxkh6+3fhVwdHVrYuX3Ltp9dzr7rSxs4+ZOmf3+pWKbmV/rk3bIblStiV25RZy0lNf/eV98667a/i4iQ5OLtodiJs5X94a6us2fPlB4ufvKb3j4u658Jb7o2KnGH9oRSezaqrK1YOJ9UDstPap7F+9+RIZw0KQMQAAAGB2lAxYioYzk7qPpSd9+OGvlAupqaFOcdZtuLn7l5WeNL6Avb1zR9fdvv1jeXN29hwxYuqwYeNDh8ZqF5aesXz502++ea/JgeEAoCJmwEB9XfughVefvD/7yMEuXss7IOTup/6s7oHR3NSYe/xI0cnsgpzj+VnpWUcOtTQ1XvfQrzopGf1R3Znx42l7tr/9+58rZrJz3YqE5bfJGu3YKbPOlIwERTe46/Sutv92RVFu1n9feka+qMPHxEXGxkdETwgIjRjU9qUtSWnhTfeVFebt27LW4FomF3+tbGyMT5RYddev/yK3qbSNCcnPypD3WJyXnZOelnXkYH1N1cSEJT0uGT7BQ+XfpsaGI/uSFFgAMgYAAAAuBEoGLIV2aCZv71DlAqutq/BSdENEPdwCTJYMN/eAzm+hurp09+5v5E22h4aMnTTpmqgo3ZHN/XzDR42adejQegUAOkbMgL6ywtzw0bGyERg2ouslY/GtD6gZ49DOzR/+7Vnj4xfZn9k5YMDIP9E+otw3OFQxn4qSgozD+4ZHj4+IHm9ja2/v6Dis7dNxIjWlJC+nWzclX9fpB3bLm2w7uriNmz539lW3uLjr5k/MuvLmsyXj9JkDZw0ZYnwjDs6uxidOXXyNmjF0B4B65ifGk+F78+m2tdftq1pTydwvi6BljJYhTmQMAAAAmBElA5aitq68rrbCwdHNzdUvLGx8ZuZu48sEh4yZNfOuurqK3Ny0pKRPlJ4qKDg2dKhuUmhExKT0jJ3GFwgfNtHgFEdHj7HR87y8hlZXF23Y+K7+WVnZKfJ2ww3Pq0PCvb2GKgBwPsQMaEry2pv62Cmztn//hcnLXP2jn7t6etdVVWz46n+FJ09Y29iMjNP90DnV2vrVm38xOYbBJ7D959FgvUlRl4D59lOUpfbaygpHVzd3b/+IsRNMTrAIjYqef/29tdUVOUcPb/r2oy7e8v4ta6RkWNvYjpk808XDUw0M+7t2aKnIcZPDo2N9g8O+futvZYVn52/VVlVsXfFZzrHUh/7wunyZe/kHame1tDSrG46mooV/8DDjE6Mnz1A31nzyjnHGEH5a3en+svKO1d9IFaup4rhSAx8ZAwAAABfOJf3LE7i4DqdtUjdmzLjV5AVmzrgzLDR29KjZVkN6FfkOHW7fZ2Ls2AX2doYHknJ29oyKmmFwYuup5tmz74qNXTQudskQU++9vCxX3airq1QAoAv0V4K0FSKNweqS6nRbzDg1yMrTdYjEDCd7lpAGAlkxb2rQpYjwMXEjYuKNLyCnT55/RdT4yyLjppQV6dbKh1hZq7MxWltbKstKjK8yMjbeOzBE3R50SUtGa3P7GIzBQ8zwAp2UpPaf4HOvvcPkBeZdf09EdFzMZQlDrLvx7vZsWtPQdoyvMZOmR8VdpugORFm/Z8Oqrlx3RGz8rCtvls/OmPiZxucW5WSeOtUqG3XV1dqJtdXtvyoEho80vkrczAXGJ0plUTdMzrFwcfcc2TayW9GFKxP7eXRu9cdvffvu39d/8YGCAc0gY7Ta+pAxAAAAYEaUDFiQ9RveqqutUHTHa4pZMP/H1tb22lk2NnaXL/35sLA4RXc08PrkPd8qvXDy5KHjx3Uv5LSzc1qy5DH5G007y8nJ48ornzJuFQ311Sey9sqGi7PXlVc8aXABiR/RY+bIhqxWHDm6TQGAriFmQNEdXSpv0zftew9cdd9Pw6Ji9M8Nixp7y0+fVbd3b1jV3NQkG7LsXpKvO/CRLHDHz11mcIOypH79j3+j/dfG1k65dJoaG9UNN69uDDbvyA8f/ru2UverwrBR45bd9RMbW71fFezsr3ngl8OjxyttHSJp9Tddv9mWpsbDu7bIxohxE0MiR8tG6u7tDfVdmnmuTQWfe92dQyOjDc6dvfw29XeG9ANn9yDJP9F+RM2pi6929fLRv7x8UGGjYozfS372cXUjboZh5/ALGXbXU392cvVQ/6s1jy6ytrEZPWm6+mbn4KhggCJjAAAA4ELj6FKwIPV1VYnr31q69GeyHR9/deTIy9LTd+bmpoaGjhsx4jJ15wlJBStW/k26gtI7q75/5Z67X7O1dRg1arazk1fa0a011WVDh44dGTnNwdGtsqLQ1c3X4CobN7wricXa2m706Nn+/iMOHlpXUpJlZ+fi4xM2KmqWg4Pu+NSHDq2vrCxUAKDLOMwUROKXH4y9LMEnaKinX+D9z76StndHZuq+U62nYqbNCT7zsv2cjLR1n/1Hu8quxBWLbr5f0R146vHIuMnHD++rrarwDQqNjJ0cOGyE/o3bOzsrl05VebG6ccXdj4ZGRnv4BX340jNdjATG6qorv//fv5Y/8AvZnrbk2tGTpqXtScpJTx02Onb0hGn2Tm2/KrS2fvHGn+trqrp1y3s3rYmbucDGzkH9774ta7p4xawjB/ZvS4y5LMHO3uGB517du2XNyYy0mspyn8ChEWPGq1lCysrWVZ9rVzmwfcPca++QbODu7f/oC2+nbE9saW6R5eIRsZO9A4JLCk7K8rGcpf9edqz5Om76fFlLljspt3w4eUtJ/kkP34ChkWNGjJuk/wILeycnpTvsHZ1vf+J5dftvj9+Zl3lMwYBDxgAAAMBFQMmAZdmz97vauvKlS37q6Ojh5uo3YfwyedPOraoqXpf4rwMH1iq9Vlqa/d57j11/3XMurj7BIdHypp11Imt/YuKbd935qu4/ekf3zs1LW7nq5SWLH7OysvHwCJwx/Tb9Gzx9+lRKyurvVvxFAYBuImagpanxH0/df+Xdj8XO0K1WR42fEnXmYEGKbj70qUO7tnz6z+fVIyCpNnz531ETpg6NjJbLj4mfIW/6NyjZY8+GVVfc/Zhs+wSFKpfOoZ2b5yy/XdZEnVw9pi65Vk7xD43ITE1RemrH2m+qq8quuf8XcoOy3D9lwVXypp1bUVq86oPX9m5arXTTkX1JFSVFbm17SFRXlKq7aHTRx6/83sPHPzgiSj7M8TMXypv+uWVF+V+88WLu8aPaKeXF+e//+de3/PRZSS+Orm5TFl6tnZV3Iv2d3z9+55Mvup+7B8uJ1AObV3wy4/IbZDsoYqS86Z9bWVby3bt/v+7hX1vb2EgLUQA9ZAwAAABcHJQMWJwjR7aezDk8bdrN3t5D3d0DnJw8q6qKiopOHM9M3rdvZWtri2Im+QVHX3vjzvHjl42KmuXm6jt4iFV29oHjx3cl7/7Gxyes/ULn/qm2f//3J07snXrZjSEh0Q4Orvb2rk2NteUVBVk5KQcOrCnI52WMAHqo9zHjtW/LK+uIGf1YfU31hy8/ezh5y5j4WR5+AbIyLk+GopwTeSeO7VjzTX5WhsHl5Qnzz6cenLr4mgmzFzm7ezo6u8nSY1NDXeHJrKQfvkpev3KItc2CG++zc3AcGTfFxtbe5FTwiyAv89i7z/9i8oKrAkIj3Lz95B7KXVV65/DOLX89cmj21bf5BYd6+Aa4eHhVFBcW5mQeTUnete671jPztLtr35Y1s668WTZStiae7s6gcglRrzxx77hpc+PnLXP39nNwdh1iZV1VVlx08oR8Qvds/EE9Jpi+Y/t3vfSzO5fc+kDUhMts7OyL83LSDyQf2btD3jq6/9+9+2p6SvLsq2519/F3cnWX5We5ZGlB3v5t6zZ/+7FUrvi5yyLGTvDyDw6LGtubVoSBpFsZY0gbMgYAAAB6ZlAnf0edPuNUm1ZZ4m1paW5ublp7t9JQ+t2Jut1FTQoAAB0b5jrk1kjd8VhK4/5hZW2jknUN+Vf/tZnqiobCEsYFpv3QN/gRr5Kf8urPen2Dyg5KzBh8uqW8uuUfX1cQMwAAqu5mDPmXjGFRqqurH3/8cdl48sknhw4dqgAAAPQOE78BALAUvRkA7u5s9dAVbq4OLDMBAExkDHWXCzIGAAAALhBKBgAAFoSYAQDoJZMZQ/8HBxkDAAAAZkfJAADAshAzAAA9RsYAAADAJUHJAADA4hAzAAA9QMYAAADApULJAADAEhEzAADdQsYAAADAJUTJAADAQhEzAABdRMYAAADApUXJAADAchEzAADnRcYAAADAJUfJAADAohEzAACdIGMAAACgL6BkAABg6YgZAACTyBgAAADoIygZAACAmAEAMETGAAAAQN9ByQAAADrEDACAhowBAACAPoWSAQAA2hEzAAAKGQMAAAB9DyUDAACcRcwAAAtHxgAAAEAfRMkAAADnIGYAgMUiYwAAAKBvomQAAABDxAwAsEBkDAAAAPRZlAwAAGACMQMALAoZAwAAAH0ZJQMAAJhGzAAAC0HGAAAAQB9HyQAAAB0iZgDAgEfGAAAAQN9HyQAAAJ0hZgDAAEbGAEWL5WIAABAASURBVAAAQL9AyQAAAOdBzACAAYmMAQAAgP6CkgEAAM6PmAEAAwwZAwAAAP0IJQMAAHQJMQMABgwyBgAAAPoXSgYAAOgqYgYADABkDAAAAPQ7lAwAANANxAwA6NfIGAAAAOiPKBkAAKB7iBkA0E+RMQAAANBPUTIAAEC3ETMAoN8hYwAAAKD/omQAAICeIGYAQD9CxgAAAEC/RskAAAA9RMwAgH6BjAEAAID+jpIBAAB6jpgBAH0cGQMAAAADACUDAAD0CjEDAPosMgYAAAAGBkoGAADoLWIGAPRBZAwAAAAMGJQMAABgBsQMAOhTyBgAAAAYSCgZAADAPIgZANBHkDEAAAAwwFAyAACA2RAzAOCSI2MAAABg4KFkAAAuNhZEBjZiBgBcQmQMAAAADEiUDADARaKujyiwAMQMALgkyBgAAAAYqLpdMvhdFgDQA8ZrIvxAGdiIGQBwkZExAAAAMIB1qWTwuywAoJe05WwFFoOYAQAXDRkDAAAAA5tV1y+q/0vtaUUZ6W7tZsNvtwCAzrjaDlE3tIyhnzRYJRnwdL8znD6t6H2u1ZUylayjGV+lpS1mOB571d1ZkZjxj68rKutOKwCAjpExAAAAMOCdp2Sov8LKGsQ5GaNtSSLC1VreFAAAukB7Pb7BnhmslQx4xAwAuKDIGAAAALAE3dgnQ9FeSOseebqh/NSpU3KK/Hv6DKWteWgX1t8GAFgIk/MwdKskeismBkeaYsVkwCNmAMAFQsYAAACAhehqydBfeLIe/4vm5ubTLS3yb8sZra2tp85QyBgAYMH0hyIMaaNbPhk8RBuQYBwzMOARMwDA7MgYAAAAsBxdKhnq6oP+wpP8+ivFQv7V9saQE9WMYXL/DACAhdAGYKirJEP0aKsn+seYYtHEchAzAMCMyBgAAACwKN3YJ0PRO8q5rESoGUM7V07USoZCxgAAC6b+yFAXSvR3y9DPGAYxg6phIYgZAGAWZAwAAABYmp7sk2FcMvQzhv7YDACApdGPE1r/NtgzQ/8AUwosDDEDAHqJjAEAAAAL1FnJ0AKGccbQv4yWMTi0FABAf1lEf7cM/Z5BzLBwxAwA6DEyBgAAACxTV48upZz7AlvlTKvQH4+hzfomYwCAhRukZ7ApHFHKwhEzAKAHyBgAAACwWF09upS2ob/QYHBQKa1kKOyTAQAWzOAAU/o7Z3QSM1hMsTTEDADoFjIGAAAALNl5Soa2yqDoTWTVfhVWjzqlHm/K5HGl6BkAYGkM1kc66hkcWgoKMQMAuoyMAQAAAAvX1aNLad1C0Vt30KZoKHoHlaJeAAD0F0qMQ7j+ieyQYeGIGQBwXmQMAAAA4Pwlw2CJQfuvNi3DoGQAAKAyaBX69YKAAQ0xAwA6QcYAAAAAlK7PydCWGAz2zBikd/gpSgYAwIDJg02ZPAuWjJgBACaRMQAAAABV944upZz7u69+2NA2AADQ13m64GcHVMQMADBAxgAAAAA0XS0ZitH0b+NzFQAAOsbPDnSOmAEAGjIGAAAAoK8bJUM58+uv/lGk+IUYANAD/PiASb2PGf/8pqKilpgBoH8jYwAAAAAGBivdpz+1FQCAruMnCM5Lf91NW4/TaGt2+k63xYxTg6zcna0eWObu5sgTDEA/RsYAAAAAjHVvnwwD/E4MAADMrjd7Zng4KxIzXvumnD0zAPRHZAwAAADApJ7skwEAAHBB9XjPjNODhng4D2HPDAD9kZYxmgY5HLC7prjWSrIuGQMAAABQKBkAAKBv6lnMqA5/gJgBoD/SMkbzYMfDjtdXtzqVl5cfPXo0MzOzoaGBjAEAAAALR8kAAAB9VE9ihmcMMQNAv6N/UKnCkAfdAqI8PDzkG11zc3NhYeH27du3bdtWUFCgftMjYwAAAMACUTIAAEDf1d2YYW1tTcwA0L8Yz8aQ72ZeXl5jxowZMWKEo6Oj9Iz8/Pw1a9Z89NFHBw8eVNqmB5ExAAAAYFGG/Pa3v1UAAAD6KuO1Of1FOnXb4JRWW+8mu2Cb8t0ONsqYMNuDmQ0NzQoA9EGdj/h2dXUdNmyYn59ffX19aWlpdXX10aNHd+7c2dLS4u/vb2trS8ZAn9XU1LR69WrZmD59upubmwIAANA7lAwAANDXETMADEidZwxtNob0jMjIyKioKHXnjIaGhmPHjm3atKm8vFwih6OjIxkDfRAlAwAAmBclAwAA9APEDAADTBczhjbi29nZeeTIkfHx8fLf3Nxc6Rk5OTnr16+Xf2WZ2NPTk4yBPoWSAQAAzIuSAQAA+gdiBoABo7sZQxvxbWdnN3z48BkzZri4uOTn59fX1xcUFGzfvv3gwYMODg7+/v70DPQRlAwAAGBelAwAANBvEDMADAA9zhjaiG+5QGhoaEJCgp+fX0lJSWVlZUVFxe7duyVpyLmBgYFyYQW4pCgZAADAvCgZAACgPyFmAOjXep8xtBHfIiAgYMaMGZGRkTU1NUVFRfX19YcOHdq4caNsyFl2dnYKcIlQMgAAgHlRMgAAQD9DzADQT5kxY6g3qG54enpOmjRp4sSJ6kjwxsbG9PT0xMTE4uJiX19fZ2dnBbjoKBkAAMC8KBkAAKD/IWYA6HcuUMbQODk5xcTEzJgxQ66Sl5cn68gnT57csGHD8ePHXV1dvb29FeAiomQAAADzomQAAIB+iZgBoB+50BlDY2trO3LkyISEBBcXl4KCgvr6+uLi4qSkpH379slZ/v7+6u0AFxolAwAAmBclAwAA9FfEDAD9wkXLGBq5blhY2OzZswMCAtSR4FVVVRIztm7devr0aTlR3qMCXEiUDAAAYF6UDAAA0I8RMwD0cRc/Y2i0keAjRoyorq4uKipqaGhITU1dv369/FfOsre3V4ALg5IBAADMi5IBAAD6N2IGgD7rEmYMfV5eXvHx8RMnTpTF5by8vObm5szMzMTExIKCAjnL1dVVAcyNkgEAAMyLkgEAAPo9YgaAPqiPZAyNk5PTuHHjpk2bJu8iNzdXeoZUjc2bNx89etTZ2dnX11cBzIeSAQAAzIuSAQAABgJiBoA+pa9lDI2dnV1UVFRCQoLUi/z8/Pr6+tLS0p07dyYnJ8tdCggIYCQ4zIKSAQAAzIuSAQAABghiBoA+os9mDI28r2HDhknP8PPzk5JRWVlZU1OTkpKyefPm5ubmoKAgRoKjlygZAADAvCgZAABg4CBmALjk+n7G0MgtBwYGzpgxY/jw4dXV1cXFxbL6fOTIkfXr11dUVEjkcHR0VIAeoWQAAADzomQAAIABhZgB4BLqRxlDnzoSfMKECY2Njfn5+S0tLVlZWdIzcnJyPNooQDdRMgAAgHlRMgAAwEBDzABwSfTTjKFxdnZWR4LL+83Ly2tubi4oKNi6devhw4cdHR39/Pwu8v1Bv0bJAAAA5kXJAAAAAxAxA8BF1t8zhsbOzm7UqFGzZ8+WepGfn9/Q0FBeXp6cnLxjxw65hwEBAXKfFeB8KBkAAMC8KBkAAGBgImYAuGgGTMbQyD0MDw+XnuHr61tcXFxVVVVXV3fw4MGNGzdK2wgMDLS1tVWAjlEyAACAeVEyAADAgEXMAHARDLyMoZE7FhQUNHPmzIiICIkZkjSam5vT09MTExNLS0slcjg5OSmAKZQMAABgXpQMAAAwkBEzAFxQAzhj6PP29p48efKECRPq6+sLCgpaW1tzcnI2bNhw4sQJWaT28vJSgHNRMgAAgHlRMgAAwABHzABwgVhIxtA4OzvHxsZOnTpVHQne0tJSVFS0ffv2lJQUOzs7f3//Pn7/cTFRMgAAgHlRMgAAwMBHzABgdpaWMTTqSPCEhAQHBwd1JHhlZeXevXslaZw+fTooKEg+UgUWj5IBAADMi5IBAAAsAjEDgBlZbMbQqCPBpWf4+PgUFxdXV1fX19cfPnx4/fr1tbW1AQEBEjwUWDBKBgAAMC9KBgAAsBTEDABmQcbQaCPBpWpUVVWVlJS0tLQcP35cekZhYaFEDhcXFwUWiZIBAADMi5IBAAAsCDEDQC+RMUzSHwmen59/6tSp3NzcjRs3pqenS8yQpKHAwlAyAACAeVEyAACAZSFmAOgxMkbn1JHg06ZNk49LSkZra2tJScmOHTt2795tY2MTEBCgfviwBJQMAABgXpQMAABgcYgZAHqAjNFF6kjwWbNmOTo6qiPBa2pq9u/fv2XLlpaWlqCgIHmgFAx0lAwAAGBelAwAAGCJiBkAuoWM0V3ygKgjwb29vdWR4I2NjWlpaYmJiVVVVf7+/g4ODgoGLkoGAAAwL0oGAACwUMQMAF0U7DXkfjJGj8gHHhwcPHPmzGHDhlVWVpaUlLS2tp44cUJ6Rm5urkQO1rgHKkoGAAAwL0oGAACwXMQMAOclGeNHS8kYveXj4zNlypS4uDh1JPjp06fl382bN6elpTk6Ovr6+lrmwzKAUTIAAIB5UTIAAIBFI2YA6ISaMWzJGGbi4uIiMWPq1KlSMvLy8lpbW8vKypKTk3fu3CkPWlBQECPBBwxKBgAAMC9KBgAAsHTEDAAmkTEuEHt7+9GjR8+aNUs28vPzGxsba2trDxw4sGnTJtkODAy0sbFR0M9RMgAAgHlRMgAAAIgZAAyRMS40eQAjIiISEhK8vLyKiopqampk7fvYsWOJiYnl5eV+fn6Ojo4K+i1KBgAAMC9KBgAAgA4xA4CGjHHRqCPBZ82aFRYWVllZWVpaeurUqezs7PXr18u/7u7unp6eCvohSgYAADAvSgYAAEA7YgYAhYxxiWgjwWtra/Pz8+WUwsLCbdu2HThwwN7e3s/Pj4exf6FkAAAA86JkAAAAnEXMACwcGePScnFxGT9+/NSpU0+dOqWOBK+srNyzZ09SUpKcGxQUJA+1gv6AkgEAAMyLkgEAAHAOYgZgscgYfYS9vf2YMWNmzZplZ2cnPaOxsbG+vv7QoUMbNmyoq6sLCAiQ0xX0bZQMAABgXpQMAAAAQ8QMwAKRMfoaecCHDx+uPxK8paUlIyMjMTFR/uvn5+fs7Kygr6JkAAAA86JkAAAAmEDMACwKGaPPkgc2JCRk1qxZwcHBlZWVZWVlp0+fPnnypLp/hr+/v4ODg4K+h5IBAADMi5IBAABgGjEDsBBkjH7Bz8/vsssui4mJkYBRUFAgp2RmZiYmJubl5Xl7e7u6uiroSygZAADAvCgZAAAAHSJmAAMeGaN/kWIxfvz4KVOmnDp1qqSkRJbL8/PzN2/enJaW5ujoKLVDQd9AyQAAAOZFyQAAAOgMMQMYwMgY/ZSDg8OYMWPmzJmjjdAoKytLbiOfsoCAAPXzgkuIkgEAAMyLkgEAAHAexAxgQCJj9HfaCI3Q0NCKiorS0lJJGikpKZs3b25paQkMDJTPoIJLhJIBAADMi5IBAABwfsQMYIAhYwwkvr6+6giN+vr6/Pz8xsbGI0eOrF+/vrKyMiAggJHglwQlAwAAmBclAwAAoEuIGcCAQcYYkNQRGlOnTj19+nR/foXFAAAQAElEQVReXp6spJ84cSIxMTE3N9fb25vF9IuMkgEAAMyLkgEAANBVxAxgACBjDGz29vajR4+eNWuWbOTn5zc0NGgjwZ2cnHx9ffl8XRyUDAAAYF6UDAAAgG4gZgD9GhnDQsjnMSIiIiEhwcvLq7i4uLq6uqysbFcb+ZwGBgYyEvxCo2QAAADzomQAAAB0DzED6KfIGJZGPl/BwcGzZs0KCwurrKwsLS2tra1VR4I3NzcHBQUxEvzCoWQAAADzomQAAAB0GzED6HfIGJbMx8dnypQpcXFxBiPBKyoq/Pz8HB0dFZgbJQMAAJgXJQMAAKAniBlAP0LGgHBxcZGYoT8SPCsrS3rGyZMnGQludpQMAABgXpQMAACAHiJmAP0CGQP6tJHgDg4O6kjwgoKCzZs3p6amOjo6MhLcXCgZAADAvCgZAAAAPUfMAPo4MgZM0kaCe3t7qyPBy8vLk5OTd+7cKZ/9oKAgRoL3EiUDAACYFyUDAACgV4gZQJ9FxkDn1JHgM2fOHDZsWGVlZUlJSW1t7YEDBzZt2tTc3BwQEGBjY6OgRygZAADAvCgZAAAAvUXMAPogMga6ThsJrh5sqrGx8ejRo+vXry8vL/f392ckeA9QMgAAgHlRMgAAAMyAmAH0KWQM9ICLi0tsbOzUqVPl060/EjwnJ8ejjYIuo2QAAADzomQAAACYBzED6CPIGOgNOzu7UaNGzZo1y9HRURsJvnXr1sOHD8spfn5+PB+6gpIBAADMi5IBAABgNsQM4JIjY8As5HkSHh6ekJDg6+tbXFxcVVWljgTfsWOHPEMCAgLkOaOgY5QMAABgXpQMAAAAcyJmAJcQGQPmJc+HoKCgmTNnStWorq6WpFFXV3fw4MHNmzc3NjYGBgYyErwjlAwAAGBelAwAAAAzI2YAlwQZAxeOt7f35MmTJ0yY0NDQkJ+fLxnj2LFjiYmJ5eXlfn5+jAQ3RskAAADmRckAAAAwP2IGcJGRMXARODs7qyPB5dmijgTPzs5WR4K7u7szElwfJQMAAJgXJQMAAOCCIGYAFw0ZAxeTOhJ89uzZ2kjwwsLCbdu2HTp0yN7e3t/fn+ePQskAAADmRskAAAC4UIgZwEVAxsAlIU+k8PBw6Rm+vr4lJSVVVVUVFRW7d+9OSkqSZxcjwSkZAADAvCgZAAAAFxAxA7igyBi4tNSR4DNmzBg+fLj+SPCNGzeqI8FtbW0Vi0TJAAAA5kXJAAAAuLCIGcAFQsZA3+Hl5RUfHz9hwgQJGPn5+bKOr44ELysr8/f3t8CR4JQMAABgXpQMAACAC46YAZgdGQN9kLOz87hx46ZNm2YwElz+dXd39/T0VCwGJQMAAJgXJQMAAOBiIGYAZkTGQF9mZ2cXFRU1e/ZsCRv5+fn19fXqSPADBw5YzkhwSgYAADAvSgYAAMBFQswAzIKMgX5BnnjDhg1LSEjw8/MrLS2tbLNnz57t27fLUy4wMHBgjwSnZAAAAPOiZAAAAFw8xAygl8gY6F/UaDFjxowRI0ZUV1cXFRXV19cfOnRo48aNDQ0NA3gkOCUDAACYFyUDAADgoiJmAD1GxkD/pY4EnzhxoizxqyM00tPTExMTS0pK/Pz8nJyclIGFkgEAAMyLkgEAAHCxETOAHiBjYACQYqGOBJdnpvSMxsbGnJycDRs2ZGVlubq6Su1QBgpKBgAAMC9KBgAAwCVAzAC6hYyBgUQdCZ6QkODs7FxQUFBfX19UVLR9+/aUlJQBMxKckgEAAMyLkgEAAHBpEDOALiJjYECSp+iwYcNmz54dEBBgPBI8KCioX48Ep2QAAADzomQAAABcMsQM4LzIGBjY5AkpJUOW+yMjI2tqarSR4Bs2bJANOcvOzk7phygZAADAvCgZAAAAlxIxA+gEGQOWw9PTc9KkSRMnTmxubs7Pz+/vI8EpGQAAwLwoGQAAAJcYMQMwiYwBCyTFIiYmZsaMGepIcOkB6kjwzMzM/jUSnJIBAADMi5IBAABw6REzAANkDFgyW1vbkSNHJiQkuLi4qCPBi4uLk5KSUlJS7Ozs+sVIcEoGAAAwL0oGAABAn0DMADRkDEBpGwkeFhYmPUMdCV5RUVFZWbl3797t27fLuYGBgfLMV/oqSgYAADAvSgYAAEBfQcwAFDIGcC5tJPjIkSNramoKCwvr6+sPHz68YcOG2tpa6Rl9cyQ4JQMAAJgXJQMAAKAPIWbAwpExgI6oI8Hj4+Obm5vVERoZGRmJiYnFxcW+vr7Ozs5KX0LJAAAA5kXJAAAA6FuIGbBYZAzgvBwdHdWR4PLlID2jsbHx5MmTGzZsOH78uKurq7e3t9I3UDIAAIB5UTIAAAD6HGIGLBAZA+g6W1vbyMjI2bNnSyQoLCysq6tTR4Lv27dPHQmufjlcQpQMAABgXpQMAACAvoiYAYtCxgB6QL4EQkNDpWcEBgaWlZVVVFRUVVXt3bt327Ztp0+fDgoKuoQjwSkZAADAvCgZAAAAfRQxAxaCjAH0hjzh/f39p02bFhUVVVtbW1hY2NDQcPjw4fXr18t/AwICLslIcEoGAAAwL0oGAABA30XMwIBHxgDMxcPDY+LEifHx8S0tLepI8OPHj0vPkLbh5+d3kUeCUzIAAIB5UTIAAAD6NGIGBjAyBmB2jo6OY8eOnTlzpnz55OfnNzY25ubmbtiwISMjw8XF5aKNBKdkAAAA86JkAAAA9HXEDAxIZAzgwrGxsVFHgru7uxcUFNTV1ZWUlOzYsWPv3r22trYXYSQ4JQMAAJgXJQMAAKAfIGZggCFjABeBNhI8KCiorKysvLy8urp63759W7duPX36dEBAgHyhKRcGJQMAAJgXJQMAAKB/IGZgwCBjABeTNhJ81KhR2kjw1NTU9evX19TUBAYGXoiR4JQMAABgXpQMAACAfoOYgQGAjAFcKtpI8NbWVm0keGJiorQNX19fFxcXxXwoGQAAwLwoGQAAAP0JMQP9GhkDuOQcHR2jo6NnzJhha2srPUMdCb5x48b09HSJGT4+Poo5UDIAAIB5UTIAAAD6GWIG+ikyBtB32NjYjBgxYs6cOe7u7oWFhbW1tepI8D179kjhCAgI6OVIcEoGAAAwL0oGAABA/0PMQL9DxgD6IPmyGjp06OzZs4ODg8vbqCPBt2zZ0traGhgY2OOR4JQMAABgXpQMAACAfomYgX6EjAH0ZfIF5efnN3Xq1LFjx9bU1KgjwdPS0tavXy9hIyAgwN7eXukmSgYAADAvSgYAAEB/RcxAv0DGAPoLSQ4TJkxQR4Ln5+dLjcjMzExMTCwoKOjuSHBKBgAAMC9KBgAAQD9GzEAfR8YA+h11JPisWbO0keDy78aNG48dO+bs7NzFkeCUDAAAYF6UDAAAgP6NmIE+i4wB9F/y5TlixIiEhAQPDw91JHhpaenOnTt3795tY2Nz3pHglAwAAGBelAwAAIB+j5iBPoiMAQwA6kjwWbNmhYSElJeXl5WV1dTU7N+/f8uWLS0tLUFBQR2NBKdkAAAA86JkAAAADATEDPQpZAxgINEfCV5XV1dQUKCNBK+qqgoMDDQeCU7JAAAA5kXJAAAAGCCIGegjyBjAQCVNYvz48VOmTGltbc3Ly1NHgq9bty4/P9/b29vV1VW7JCUDAACYFyUDAABg4CBm4JIjYwADnoODgzoS3M7OThsJvnnz5iNHjjg7O/v6+iqUDAAAYG6UDAAAgAGFmIFLiIwBWA75ch4+fHhCQoKnp2dRUVFNTU1ZWdnOnTuTk5PlLC8vr7Vr1yqUDAAAYCaDTp8+rQAAAGBg0X7HO33GKT0tLS2tra0tepqbmweV7nfOeG3Q6day6tbXvimvqOW3RHQPGQOwWPJT5sCBA6tXrz527Jh6irOzc1VVlXwVP/nkk0OHDlUAAAB6h30yAAAABiD2zMBFRsYALJl8wfr6+l522WUxMTH19fX5+fmNjY1yohSOhoaG0NBQBwcHBQAAoBfYJwMAAGDAYs8MXBxkDAD6SktLV65cuXnzZi2cx8XFLVy4MCQkRAEAAOgRSgYAAMBARszAhUbGAGCsurr68ccflx86Tk5OtbW16onDhw+fP39+dHQ0X+YAAKC7OLoUAADAQMZhpnBBkTEAmNTU1LR69Wr5in7sscfCw8O1keC7du1KTk6WbwWBgYHqlz8AAEBXUDIAAAAGOGIGLhAyBoCOqCVDNmbOnBkdHT1r1qzQ0NDKysrS0lJJGikpKZs3b25ubg4KCpJvFAoAAMD5UDIAAAAGPmIGzI6MAaATWsmYPn26m5ubbPj6+k6ZMkUdCV5QUNDY2HjkyJH169dL3ggICGAkOAAA6BwlAwAAwCIQM2BGZAwAnTMuGSpXV9fx48dPnTr19OnTeXl5crETJ04kJiaePHnS29tb/5IAAAD6KBkAAACWgpgBsyBjADivjkqGyt7efvTo0bNmzZKN/Pz8hoaGgoKCzZs3p6WlOTo6+vr68m0BAAAYoGQAAABYEGIGeomMAaArOi8ZKvl2ERERkZCQ4OXlVVxcXF1dXVZWlpycvHPnTkaCAwAAA5QMAAAAy0LMQI+RMQB0UVdKhkq+LQQHB8+aNWvYsGGVlZUlJSW1tbUHDhzYtGkTI8EBAICGkgEAAGBxiBnoATIGgK7resnQ+Pj4TJkyJS4urr6+Pj8/v7Gx8ejRo4mJiRUVFX5+fo6OjgoAALBglAwAAABLRMxAt5AxAHRLD0qGysXFRWLG1KlTZTs3N1duJysra/369Tk5OZI6GAkOAIDFomQAAABYKGIGuoiMAaC7elwyVNpIcAcHB/2R4IcPH3Z0dPTz8+PbCAAAloaSAQAAYLmIGTgvMgaAHuhlyVBpI8G9vb3VkeDl5eXJyck7duyQbzJBQUGMBAcAwHJQMgAAACwaMQOdIGMA6BmzlAyVOhJ85syZ4eHh6kjwuro6dSS4vJfAwEAbGxsFAAAMdJQMAAAAS0fMgElkDAA9ZsaSofH29lZHgqsHm9JGgpeXl/v7+zMSHACAgY2SAQAAAGIGDJExAPTGhSgZKhcXl9jY2KlTp8p3lby8PHlH2dnZ69evl3/d3d09PDwUAAAwEFEyAAAAoEPMgIaMAaCXLlzJUNnZ2Y0aNWrWrFmOjo7qSPDCwsJt27YdOnTIwcGBkeAAAAw8lAwAAAC0I2ZAhPpY/ehyN1vrwa1DnPKDHjxlR8YA0G0XumSo5NtReHh4QkKCr69vcXFxVVVVRUXF7t27k5KS5JtSQECA/KsAAIABgZIBAACAs4gZFk4yxr1LXW2sdBkjT5cxvMkYAHrg4pQMlXzbCQoKUkeCV1dXS9Koq6s7ePDgpk2bGhsbGQkOAMDAQMkAAADAOYgZFouMAcBcLmbJ0Hh7e0+ePHnChAn19fXqSPBjx44lJiaWlZUxEhwAgP6OkgEAAABDxAwLRMYAYEaXpGSonJ2dOxoJ7tFGAQAA/RAlAwAAACYQMywKGQOAeV3CkqFSR4InQSfgUAAAEABJREFUJCQ4ODgYjAS3t7f39/fn2xQAAP0LJQMAAACmETMsBBkDgNld8pKhku9XJkeC79ixQ75xMRIcAIB+hJIBAACADhEzBjwyBoALoY+UDJX+SHCJGSUlJYwEBwCg36FkAAAAoDPEjAGMjAHgAulTJUPT0Ujw8vJyPz8/RoIDANCXUTIAAABwHj2PGWXJDraDiBl9ExkDwIXTN0uGqqOR4Dk5Oe7u7owEBwCgb6JkAAAA4Px6GjMCbMr3EDP6IDIGgAuqL5cMlToSfNasWY6OjgYjwR0cHPz8/Pi2BgBAn0LJAAAAQJf0JGbY+RIz+iAyBoALre+XDJV8u1NHgvv4+JSUlDASHACAPouSAQAAgK7qPGYYn0LM6IPIGAAugv5SMlSMBAcAoO+jZAAAAKAbOokZHe2rQczoO8gYAC6O/lUyNIwEBwCgz6JkAAAAoHt6HDNsy5PtbQePCrU5lNlIzLj4jDOG1bnIGADMpZ+WDBUjwQEA6IMoGQAAAOi2nsaMQJvyPY7smXEpaBmjeYhzQfBDasbQ3yGDjAHAjPp1yVB1MhJcTmEkOAAAFxklAwAAAD3BYab6kXB/63uWnMkYIQ+dsvUiYwC4oAZAyVDpjwQvLi6urq6uqKhITk5mJDgAABcZJQMAAAA9xGGm+gXJGHcv0ssYNp5kDAAX2oApGaqORoJv3ryZkeAAAFwclAwAAAD0HIeZ6uPUjGFtNYiMAeBiGmAlQ9PJSHB/f39GggMAcOFQMgAAANArHGaqzyJjALhUBmrJUDESHACAi4+SAQAAgN4iZvRBZAwAl9DALhkq45HgBQUF27ZtO3z4MCPBAQAwO0oGAAAAzICY0aeQMQBcWpZQMlTGI8HLy8vVkeDyTZWR4AAAmAslAwAAAOZBzOgjyBgALjnLKRkqkyPBDxw4sHnzZnkoGAkOAEDvUTIAAABgNsSMS46MAaAvsLSSoTEeCX706NH169czEhwAgF6iZAAAAMCciBmXEBkDQB9hsSVDZTwSPCsrSx0J7tFGAQAA3UTJAAAAgJkRMy4JMgaAvsPCS4bK5EjwrVu3MhIcAIAeoGQAAADA/HofM/ZnNDS1KOgiMgaAPoWSoel8JHhQUJD67RcAAHSOkgEAAIALopcxY3SoTcrxRmJGV5AxAPQ1lAwD+iPBKysrtZHgmzZtYiQ4AABdQckAAADAhdKbmOFoR8zokogAq7sXuXUxY6jIGAAuNEpGR7y9vadMmRIXF9fQ0JCfn89IcAAAuoiSAQAAgAuImHFBSca4qzsZQw0YZAwAFxolo3MuLi6xsbHTpk1jJDgAAF1EyQAAAMCFRcy4QNozxhAyBoA+h5LRFYwEBwCg6ygZAAAAuOCIGWanZYwWK7eCkAfJGAD6FEpG12kjwb29vfVHgu/cuZOR4AAAaCgZAAAAuBiIGWaknzHygyVjeJAxAPQplIzukm/LwcHB+iPBa2tr1ZHgzc3NAQEBjAQHAFg4SgYAAAAuEmKGWRhlDHcyBoC+hpLRY9pI8Pr6ev2R4BUVFX5+fowEBwBYLEoGAAAALh5iRi+RMQD0C5SMXnJxcZGYoY4Ez83N1R8JLt/bGaEBALBAlAwAAABcVMSMHgv1s7pnMRkDQD9AyTALkyPBGaEBALBMlAwAAABcbMSMHpCMce8iVxurwWQMAH0fJcOMjEeCqyM0NmzYII9zYGAgIzQAAJaAkgEAAIBLgJjRLe0Zw5qMAaB/oGSYnTYSfMKECfX19QUFBfIgHzt2bP369WVlZf7+/ozQAAAMbJQMAAAAXBrEjC4iYwDodygZF46zs3NsbOzUqVPlm3leXp481NnZ2eoIDXd3dw8PDwUAgIGIkgEAAIBLhphxXmQMAP0RJeNCMzlCY9u2bYcOHZJTGAkOABh4KBkAAAC4lIgZnSBjAOinKBkXhzZCw8fHp6SkpKqqqqKiIjk5eceOHfL9PyAgQH4iKAAADAiUDAAAAFxixAyTyBgA+i9KxsUk3+2DgoJmzpwpVUNihiSNurq6gwcPbtq0qbGxkZHgAICBgZIBAACAS68XMWO3o93ggRczyBgA+jVKxiXh7e09efJkbSS4ZIxjx44lJiaWl5f7+fkxEhwA0K9RMgAAANAn9CxmtNj5WpfvHWAxg4wBoL+jZFxCjAQHAAxIlAwAAAD0FT2IGS12/gMsZpAxAAwAlIxLzngkeGFhoToS3N7e3t/fn58OAID+hZIBAACAPsTCYwYZA8DAQMnoI/RHghcXF1dXV1dUVOzevZuR4ACAfoeSAQAAgL7FYmMGGQPAgEHJ6FM6GQne0NAQGBhoa2urAADQt1EyAAAA0OdYYMwgYwAYSCgZfVNHI8HLysr8/f0ZCQ4A6MsoGQAAAOiLehYzmm19bPphzOhNxlBLBhkDQJ9CyejLOhoJLv+6u7t7enoqAAD0PZQMAAAA9FE9iBmt/TBmkDEADDyUjL6vo5HgBw8edHBwYCQ4AKCvoWQAAACg7xrwMaP3GUP98MkYAPoUSkZ/0dFI8KSkJPkpExgYyEhwAEAfQckAAABAnzaAYwYZA8BARcnoXzoaCb5x40ZGggMA+ghKBgAAAPq6ARkzyBgABjBKRj9lMBJcPo/p6emMBAcA9AWUDAAAAPQDAyxmkDEADGyUjH6to5HgWVlZ8tlkJDgA4JKgZAAAAKB/MAgVSr+NGebNGNp/AaDvoGQMAMYjwYuKirZv337gwAF7e3tGggMALjJKBgAAAPoNgxV8pR/GDLNnDAUA+h5KxoBhPBK8srJyz549kjTkZxAjwQEAFw0lAwAAAP1Jv44ZIT5W9y0+mzFO23qQMQAMSJSMAcZ4JHh9ff2hQ4cYCQ4AuGgoGQAAAOhn+mnMUDOGrc3ZjDGkDRkDwMBDyRioOhoJLm3Dz8/PyclJAQDgwqBkAAAAoP/pdzGDjAHAolAyBjbjkeA5OTkbNmzIyspydXX18vJSAAAwN0oGAAAA+qV+FDO0jNFs5VEQ/AAZA8CAR8mwBJ2PBPfz8+MHFgDAjCgZAAAA6K/6Rcw4J2MMfei0jTsZA8CAR8mwHB2NBE9KSpJzg4KCGAkOADALSgYAAAD6sT4eMwwzhrWrfsawbkPGADDwUDIsTScjwWUjICDAzs5OAQCgFygZAAAA6N/6bMw4b8awOhcZA8CAQcmwWOpI8Li4uIaGBkaCAwDMiJIBAACAfq8PxgwyBgBLRsmwcC4uLvojwZubm9WR4CdOnJDnAyPBAQA9QMkAAADAQNCnYgYZA4CFo2RA6XgkeEpKipzl7+/PDzgAQNdRMgAAADBA9JGYQcYAAEoGNCZHgu/du1eShvyMCwwMlB+FCgAA50PJAAAAwMBxyWMGGQMAFEoGjOiPBJeSoY0E37BhQ11dHSPBAQDnRckAAADAgHIJYwYZAwBUlAx0xNvbe8qUKepI8Pz8/Obm5oyMjMTExOLiYkaCAwA6QckAAADAQHNJYgYZAwA0lAx0Th0JPm3aNG0k+MmTJzds2JCZmenq6spIcACAMUoGAAAABqCLHDPIGACgj5KBrjAeCV5cXJyUlLR//35GggMADFAyAAAAMDBdtJjRg4yhImMAGKgoGeg6bSS4t7e3OhK8qqpKHQku5zISHACgomQAAABgwLoIMaNnGWPwGWQMAAMSJQPdJT8Tg4ODDUaCHz58eMOGDbW1tdIzGAkOABaOkgEAAICB7ILGDC1jNA1xLwx9mIwBACpKBnqsk5Hgvr6+zs7OCgDAIlEyAAAAMMBdoJhBxgCAjlAy0EsdjQQ/fvy4q6ur1A4FAGBhKBkAAAAY+HoWM1rsfK07iBkGB5VSbNzIGACgoWTALDoaCb5v3z51JLj8SFUAAJaBkgEAAACL0IOY0dJBzDCZMdSAoSJjALBwlAyYUUcjwbdt23b69OmgoCBGggOAJaBkAAAAwFL0OGbYlO9xOBMz/DzOZozC0IclY1h1iowBwAJRMmB2xiPBGxoatJHgAQEBjAQHgIGNag0AAAALIuXg9OnT2r9K28pI51dp8Y6vOdXilPmOl6vVQ8vcHe0H6TKGtVdJ2MODrF2lUegfV4qMAQDABTWqTW5u7vfff5+cnFxfXy/ZbN26dRMmTFi0aJG/v78CABiI2CcDAAAAlqW7e2aIVoegFhsvm/K9DnaDrYYMkoxRHvETxdZdaxjGR5QiYwCwZOyTgQvNxcUlLi5OHQkuVaO5uVn+VUeCy1mMBAeAgYd9MgAAAGBxurVnhlogslpCqxsmT7RLarXxrI782SArF6tBg9REob9Phv4GGQMAgAtKOtk111yzZMmSzZs3r1u3rqKi4nCboKCg+fPnT5gwQX4WKwCAAYF9MgAAAGCJur5nhvqvLI6k5dY3DvFwGXuzYu/TyRGlyBgAwD4ZuJg6Ggm+devW06dPBwQEyAUUAEA/xz4ZAAAAsFBd3DNj0BmyMHfCKmikS8jg06fV07VWoYWNIWeQMQAAuJjkh++UNocOHZKQlpaWVlFR8fnnn69YsUKK2ty5c4lqANCvUTIAAABguc4bM7SMIdvNbfRf16nGDC1dkDEAALjkRrfRRoI3NDSsWbMmMTGRkeAA0K9RMgAAAGDROo8ZWoGQE5uamqzbnD6zT4bxbhmD9ZAxAAC4VAIDA+++++7ly5evXbt206ZNjY2NO9pERUXNnz9/1KhRCgCgX6FkAAAAwNJ1FDO0HTJOnTqltO2T0dLSYlAy9GMGGQMAgD7FeCR4ahvpHPPmzZs0aRIjwQGgv6BkAAAAAKZjhloslDPRQjKGxAwrKyv9a6klQ+sZ2n/JGAAA9BH29vbz58+fM2fOzp0716xZk9vm3Xff/eqrr+TE6dOnywUUAEDfRskAAAAAdPQzhkbNEuo+GVIyWltb9UuGdgH9pEHGAACgD+poJPh3330nMWPevHmMBAeAvoySAQAAALRTY4Zybn7QykRrG4PDUAwyRSFjAADQVxmMBG9sbFy7dq06EnzhwoWBgYEKAKDvoWQAAAAAZxnEDO2/il7JMLiAotczFL16QcYAAKDP0kaCr1mzZvPmzdIzdrYZOXLk/PnzJXUoAIC+hJIBAAAAnEM/ZmjHm5J/JWOcOnVKHQZucHnFaCcMMgYAAH2fm5vbtddeu3TpUm0keFobRoIDQF9DyQAAAAAMmTzM1Ok2BgeeOu82AADo4zoaCf7ll1/KiTNmzGAkOABccpQMAAAAwAS1Rmg9Q/uvQaUwjhZkDAAA+iPjkeCVlZVffPHFihUrpk2bNm/ePHd3dwUAcIlQMgAAAIAOaTtnyL+nTp0yLhkGF1YAAEA/ZzwSfN26devXr2ckOABcQpQMAAAAoDMGAzA6uQwAABgwOhoJHhkZOX/+/DFjxigAgIuIkgEAAAB0A9ECAADLoY0E37RpU2JiYkVFxZE2AQEB8+bNi4+PZyQ4AFwclAwAAAAAAACgQ/b29gsWLJg7d642EjwvL+8///nPV199lZCQMHPmTKDGPCgAABAASURBVEaCA8CFRskAAAAAAAAAzsPkSPAvv/xy5cqVjAQHgAuNkgEAAAAAAAB0VUcjwePi4hYsWBASEqIAAMyNkgEAAAAAAAB0j/FI8OQ2kZGR8+bNi46OVgAA5kPJAAAAAAAAAHqio5Hg/v7+8+fPZyQ4AJgLJQMAAAAAAADoOeOR4Pn5+epI8NmzZ8+aNYuR4ADQS5QMAAAAAAAAoLdMjgSXmLFq1aqpU6fOnz+fkeAA0GOUDPw/e3cB38TZxwH86u7uToWWGpQCxSnuMNx5B2xjwybAxoQNtjFBxpDBGAyGuzsUKRRaoNAWWtpS6u6u7z+59JYlaVdjpPT3JR8+T08il0ty9/zueR4AAAAAAAAAAGgx4kOCX7169dq1a97e3hgSHACgaZBkAAAAAAAAAAAAtLC6hgRv165d//79MSQ4AECjIMkAAAAAAAAAAAB4JcSHBI/iMzY29vf39/X1lZdH7RwAwL/DdyUAAAAAAAAAAMArJD4keGpq6u7du0+cONGnTx8MCQ4A8K+QZAAAAAAAAAAAALxy4kOC5+fnHz9+/OzZs926dfP399fT02MAAEASJBkAAAAAAAAAAAD/HZEhwcvLy69du3b9+nUvL6+BAwdiSHAAAHFIMgAAAAAAAAAAAP5r4kOCh/A5ODiwQ4LLyMgwAADAhyQDAAAAAAAAAADg9RAfEvw5H4YEBwAQhq9CAAAAAAAAAACA16muIcGPHz/ODgmuqqrKAAC0YUgyAAAAAAAAAAAAXj/xIcELCgpOnDhx7ty5rl279u/fH0OCA0CbhSQDAAAAAAAAAABAiogPCX79+vWAgAAvL68BAwZYWVkxAABtDJIMAAAAAAAAAAAAqcMOCT569OjLly8LDwlub2/fv3//Dh06YEhwAGg7kGQAAAAAAAAAAABIKR0dHW5I8CtXruTl5UXzGRkZ+fv7d+nSBUOCA0BbgG86AAAAAAAAAAAAqSY+JHhaWtqePXtOnDjRmw9DggPAmw1JBgAAAAAAAAAAQCsgcUjwkydPnj9/HkOCA8CbDUkGAAAAAAAAAABAa1LXkOAeHh6DBg3CkOAA8OZBkgEAAAAAAAAAAND6iA8J/pDP3t7e39/f3d0dQ4IDwBsDSQYAAAAAAAAAAEBrVdeQ4IaGhv3798eQ4ADwZsAXGQAAAAAAAAAAQOsmPCT4xYsXk5OT09PT2SHBe/Xq1adPHwwJDgCtGpIMAAAAAAAAAACAN4HEIcFPnTrFDgnu7+9vYGDAAAC0QkgyAAAAAAAAAAAA3igiQ4JXVFQEBATcuHEDQ4IDQCuFJAMAAAAAAAAAAOANxA0JfunSpVu3bnFDgtvZ2fXv3x9DggNAK4IkAwAAAAAAAAAA4I2lo6Mzbty4YcOGcUOCx8TEbN682dDQsF+/ft26dcOQ4AAg/fA9BQAAAAAAAAAA8IaTOCT43r17T5482bt37169eqmrqzMAANIKSQYAAAAAAAAAAECbID4keGFhITskOE3s378/hgQHAOmEJAMAAAAAAAAAAKBtER8S/MaNGzdv3nR3d6c8w87OjgEAkCZIMgAAAAAAAAAAANoi8SHBH/HZ2tpSnuHh4YEhwQFASiDJAAAAAAAAAAAAaLu4IcEDAgKuXr2al5cXGxu7ZcsWAwMDf3//Ll26KCoqMgAArxWSDAAAAAAAAAAAgLZORUVl4MCBFF1wQ4JnZGSwQ4L36tWrd+/eGBIcAF4jJBkAAAAAAAAAAADAI3FI8NOnT7NDgg8YMABDggPAa4EkAwAAAAAAAAAAAP5BZEjwysrKmzdv3rp1y93d3d/f397engEA+A8hyQAAAAAA+HdycnL0f01NDQMAAADQZtQ1JLiNjU3//v09PT0xJDgA/DeQZAAAAAAA/Dt2oMvS0lIGAAAAoI0RHxL8xYsXW7duNTAw6NevX9euXTEkOAC8akgyAAAAAAD+nbKyMv1fWVlZU1ODaw8BAACgDZI4JPi+ffvYIcH79OmDIcEB4NVBkgEAAAAA8O8cHR3XrVtHBcQYAAANh+9MgDcPNyR4dXV1RUUF/c/Noj/l5eXxwQeAVwFJBgAAAADAv5OVlVVRUWEAAKABysvL2QI6nAF4g9HRkZKSEgMA8J9AkgEAAAAAAAAALamkpIQtIAMGAACAFoEkAwAAAAAAAABaEpdksIMMAQAAADQTkgwAAAAAAAAAaElskiEjI4OeZwAAAKBFIMkAAAAAAAAAgJbEJhnoWgoAAABaCpIMAAAAAAAAAGhJOTk5DJIMAAAAaDlIMgAAAAAAAACgJSUnJ9P/urq6DAAAAEBLQJIBAAAAAAAAAC0pKSmJ/rewsGAAAAAAWgKSDAAAAAAAAABoMdXV1SkpKQySDAAAAGg5SDIAAAAAAAAAoMVkZGRUVVVRwdzcnAEAAABoCbIMAAAAAMAr8Omnn8rUQVVV1dLS0svLa/DgwWvXrmU7IWmNbt26JVMvXV3d9u3b+/v7z5w5c82aNfn5+Q2527CwMFp49OjR7u7uOjo6mpqaDg4OPXr0oE2anp4ucZVjx45xD7pv376GPMrSpUvZ5a2trdmxeQEAWsTz58/pf/p6MTMzYwBAymRlZW3btm3q1KkdO3Y0NDSkwww6Vhk0aNCXX35548aN+td99OjR9evXmTaDNks9h3mKiop0ENW5c2c6Zlu8ePHVq1cbcp+pqalbt26dNm2aj4+PiYmJkpIS3UmnTp1mz54dHh4ucZXKykp6FPZB6fiZ/vzXR6EjRgMDA1reysqKAXhTyNTU1DAAAAAAAC2Nqt1Xr17dkCXl5eXnzJmzceNGOt1iWhVKMrp3797w5am+4PLly25ubnUtkJCQsHz58j179tS1gIqKyty5c7/55hs1NTWRWVQlwa5obGxMWYienh5TN6qJoPPniooKKl+7dq1Xr14MAEAL2bRpU2hoKEWwH374IQMA0mTnzp1Lly5NS0ura4HBgwdv3rzZ0tJSZHpRUdHKlSvXrl1LB2x02Ma0DZRknD9/vuHLz5s3j7ZeXXNLSkro2HjdunWFhYV1LTNmzJgffvjBxsZGZHpERISnp2d5eTmV6TiQDrOZeo0aNer48eNUGDdu3IEDBxiANwJ6lwIAAACAV6tdu3Yi58PV1dWpqal0Fp2VlcXwLzSjai91dfXvv/+eaZ3ohHPmzJni0+m0Pz4+Pjg4mL1COT09feLEiffv36dAQnzhJ0+eDBw4MDk5mf2TYo8OHTo4OTlRaBEXF3f37t2XL1/SOTCdAAcEBBw8eNDe3l549fXr11+6dIm2Km1bqj38448/6niyvA1Oz5aNMebPn48YAwBaEH3DUI0bFTw8PBgAkCZURf7xxx9zfxoYGJibm2tqatKxSmJiIntgcPbs2f79+wcGBurq6gqve/jw4TVr1jBt1fTp0+3s7EQm0gEtHbbR1rt48SKVacqWLVs6deo0a9Ys8XvIzc0dOXIkHcKxf2poaNBhnqOjo4mJSUJCAh0EPnz4kKYfOXKEltm9ezcdEwqv7uLi8vnnn3/22WdUpkiJ8glKi+t6tnv37mVjDC0tLQqfGIA3BZIMAAAAAHi1ZsyYsWzZMomzIiMjFy5cyF7sRqfHU6dOdXV1ZVohqghYsWJFXXOrqqrozJYyAyqHh4fv27dP/BQ3Ojq6T58+mZmZDL9m4Zdffhk/frzwAmVlZVu3bv3mm28yMjLoXNfX15dqGSgl4hagGofNmzePHj2a4V9xOXny5H79+kl8PqtWrXr06BEVnJ2dqVKDAQBoOU+fPmXrQ5FkAEiV4OBgLsaYMmUKHZtR5Tg3t7i4+M8///z666+pap4Oz9599939+/czUGvixIkDBgyoa+6LFy/ocJftm4uOsqgsK/uP/vxLS0tp9Xv37lGZZtHG/+KLLxQUFISXOXHiBB1MUqRBR4ODBg2iNIIeVHiBTz755OTJk3Qn5eXls2fPpsBDYmvm7OzsxYsXs+Uff/zR1NSUAXhTYJwMAAAAAHhtHB0dT58+3bFjR/bPXbt2MW8iOTm59957b8mSJeyff/31l8gCJSUlY8eOZWOMvn37UlAhEmMQJSWlDz74ICgoyMvLi+F3ck3ntxRvCC8zatQoCjDY8pw5c+huxZ9MREQE2+uXvLz87t27lZWVGQCAlvP48WP638zMTF9fnwEAqbF+/Xq28NFHH9EBgHCMQVRVVefNm3f27FktLS3688CBA2xzUmgIGxsbOrrT1NSkcmxsrPhQInQIx8YYtra2t2/f/uabb0RiDDJixIg7d+5w6cU777xDdyW8AB25/fHHH4qKilS+efNmXd1Yvf/++2zvYUOHDv3f//7HALxBkGQAAAAAwOtEtfxcv0x3795l3lxsawkSGhoqMmvt2rXsRE9Pz+PHj9czRi6dKl+6dMnc3JzKDx48+Prrr0UW2LBhg5GREcO/PFC8D+Wqqira2mwny0uXLvX29mYAAFoOfb0EBwczaJABIH1CQkLYAnfBvjh3d/epU6eyZbZ7ImggOjbz8/Njy2FhYcKzKHXYtm0bw+/r6cSJE76+vnXdiZqa2t69e9l+pfLy8qZPny6yAOVPXCNgOsxLSkoSWYCyKLoHht9J6Y4dOxiANwuSDAAAAAB4zdq3b88WUlNTxefGx8fTqdrQoUOtra3prKxXr17z5s27evVq/fd548aN+fPn9+7dW19fn2r/Bw8evGTJEpFL21h0tinD99dff2VmZr7zzju2traWlpa0yqZNm5iWw7Xuz8nJYTtTZhUWFnKXSf7666/q6ur134+uru66devYMp0YV1ZWisylO2HLFJCwFwByfvzxR3aKl5dXPd1hAQA0DVXYFRcX0zdqt27dGACQJtwBg8QuiTg9e/bU09OjGnNu+Q0bNtAqM2bMYP+cO3cue+B069YtpjHHUXTA88MPP4wfP54O/KhO38fHh1KT3377raamRvxp0MPRfdJdMfzhKA4fPrxgwQJvb286zunTp8+iRYvqufyFnsa3337bo0cPOvTS1tbu16/fRx99xI7NRn8Kv5aWZWJiwhaKioqEp3PjiyxdurQh3ajSNmGPBmkLs63chNGd0KZj+ANvsD2XcugI8+2332bLdDRoYGDAALxZME4GAAAAALxm6enpbIFtTMApKChYvnw5nc6xbQhYAXxbt26lZGL16tVsE3th0dHRNOvkyZPcFDp3jYuLO3fu3I4dO3766SeJwzAy/PNkf39/dgAJkpCQ0KVLF6bl3Llzhy107NhRuPfk8+fPs1uATrkb+IijR482MzNLSkqiFS9dujRo0CDhuWPGjKFqggMHDlD5vffeo1N9OTk5KtNG+Oqrr6igoqJC1Q3imw4AoDmqqqouXLhAhU6dOlFNKAMA0oTyA7bDKEomVq1aVddiY/mYxqv/OGrz5s0rV64UvmblPt+ePXuOHj1KR2giwzmwcQv9X1ZWNm7cOOHjumt869at27Ztm3jvSVT7P2rUKLbHTtZWeUicAAAQAElEQVQVvrNnz7IDs70ilMdwR3rcNToMP1Y5ffo0w++/SyR4qIuFhcWIESPYzkj37dvXoUMH4bny8vJ0GNy5c2c6PD5+/DhlPNz7RSFHcnIyFaZNm9a0NxFAyqFNBgAAAAC8ZhJP/Aid723cuJHO06jOffLkyRRp7N27d+bMmVQRT3MpkxgwYIDIdXzFxcXDhg1jT3eNjY2pHv/QoUO//PLLyJEjGf7Fa7Nnz/7ss88kPg26c+70m8Wu1SLo1J3rCWrKlCnCs27fvs0WunfvzjQMndhzfVWxV0SK2LRpExsLBQcHc1dEvv322+zIGfRMnJycGACAFkWVknl5eVQQiVcBQBosXLiQLaxevZqOIgICAioqKhqyIi1MycHy5cvZPz/88EM2S3BzcxNerJ7jqN9///3dd99lY4x+/fqtWbOGquCXLFliZWVFUygB9fLySklJEV6XPcCj4xb6PqHjOjMzMzoUpJp6+pMiAXaZRYsWiTTnpSfQt29fNsZwdnb+/PPPjx07Rg9kYmISERHRq1cvkQHGWtDatWvpIahAL4oSHW46Oww4w7+Q5V/b3XIoyWAL3FGiMA8PD+5olt4OOvplH4gOldknQIe+DMCbCEkGAAAAALxOkZGRXG9IEyZM4KYfPHjwzz//ZPj9IIWEhOzZs4cq4idOnLhjxw46qWN7G7h+/bpIxwUff/zxs2fPqDBu3LiwsDAKQsaOHUuJCJ3H7t69m41Avv/++4cPH4o/k/Pnz2tqatLJdnp6emhoKJ0NipyiNxadLdM57alTpz799FN3d/enT58y/PPqefPmCS/Gnveyr5RpMG7h+Ph48bm6urr02tkyncYnJSXt2rXr8uXL9CedxtfTQTYAQJOdOXOG/qdvTpFrqwFAGvTs2ZNLI+i4iI4H9PT0KBj49ttvqRJcuP2rCHNzc1q4Xbt27J8ODg69+NixwTl1HUfFxsayBx4GBgYnTpy4dOnSRx99RDX1P/74Y3BwMAUPNCstLY1iCfGHpniDIpP33nsvKiqKDgXpqZ49e5aOfNjWHoWFhez4E5wvvviCfSELFiygVOOrr76iNIUeKCgoiA6c6JmUlpYyLYeeHh2U0isdNmwY5SXsxJUrV7IHnCz28I9p5GEexR5s4cWLFxIXWLZsGTsc0cuXL7/88svKyso5c+aws3bu3MmOPQ7w5kHvUgAAAADwX6PTrRQ+quWnU1D2nHPo0KG9e/dmF6BZ7777Llum6EKkT2FPT8+jR4+y528rVqwYM2aMsbExlencmA1FLCwsqOJeWVlZeK0pU6ZkZWUtXLiQHp2yjVu3bon3E021/+xAl3SyLdKWv343b96sv9dpFr0QemIKCgrCE7nLCRvVGYuhoSFboDNYiQtQhEPJ0P79+3Nzcyk7efDgAcMfapLObxvyVAEAGoW+BtmO8oYPH84AgFT65ptv6JDp448/Ziv0CwoKzvMx/J4ne/ToMZ6Pa/TQWOLHUdXV1ZMnT87Pz2f4I1SLfD/o6+ufPn2aMpKEhIQDBw7MmDGDHexamL29/U8//aSkpMRNoeOlr7/+ul+/flQWHg/syZMnbKtceuiff/5ZuCdPOjKkWXRXTU4yxJ+YOHl5eQppuCHTWc08zEtMTCwuLhZ/R+ix/vjjDx8fn4qKih9++IEeJTIykuG3U6GQiQF4Q6FNBgAAAAC8WsuXL5f5J6rKt7S07Ny5M51Rp6Wl0TKKiopU5lY5dOgQOzDjW2+95e7uLn6fNHHSpEkMf2xDWpidyLapJ3QaKRJjsKhCn+3HIDAwUHwERXV19YkTJzKvBntS/fDhQ/Er8tgtwPBjBqbBuIXZDpElolyH7WOKqgnYxeg5sFsAAKAF5eXlHTx4kAre3t709c4AgFSiY7D3338/JiZmxYoV9GkVrusvKSm5cOHCrFmzbG1tt27dWlVVxTSSxOMoOtxih+Y2NTUVaZPKogM2rqXIjh07xBeYM2eOcIzBoifPFug4kJt44sQJtkDHgcIvjWVmZjZ37lzm1aDXTgFGaGjo6tWrRa4XycjIYAuNaiehpqZGWQVbFulBi+Ph4UHhEFvevXs3w2/4S0+AAXhzIckAAAAAgNfMxsbmzJkzwokFd9bn6+tb11qjRo1iC7GxsSJr1TVuNp0Jc/0O02m8yNxOnTpxJ42NpaOj0++fuIvp9PT0zp8/Tye3ixYtknj/tC5bqOtMVSKuU6l6LvHT1dXdsGED9+fQoUPrGu0cAKA5tm/fXl5erqqqOnnyZAYApBuFCitXrgwODi4uLg4MDPz222979+7NHaKkpaVR5DBhwoTKysrG3Kvk4yju2MzHx0c8kGCNGTOGLYgfmxFra2vxiVwqIDzuRVBQEPdYjCTNaTFG2YnwYV7Xrl25WW+99VZKSsqff/7p4uIiviJ36UmjDvOSk5O57V/PkR4lGWwbZYbfSoPyDImX8gC8MdC7FAAAAAC8Wu3atZN4ia6CgkLnzp3Zs0GR69fYoRoZ/qCFdd2tvb09W+DOe7mzZYknvSw7OzuRtTj6+vpMU7m6ul66dEl4Smlp6Ycffvjrr79mZWWNHTt206ZNIr0NcMzNzdmxPaKiohrSdwErOjqaW72excaNG7dixQq6Z4Y/YAYDANDSrl+/zn7JUIyhpqbGAEArQdFCF76lS5dmZ2cfO3bsjz/+YIeYPnz4MB2/rVq1quH3JvE4ijs2q+eIzsDAgCrr6Xjp+fPnNTU1IseEZmZm4qvIysrSYWRFRYVw2xGuv012NDVx3EFgE9CmGDBggPCUgICAGTNmxMXFHTp0iF7m0aNHuWtThHHHafTqmAZjv1SJhoZGPW12Kb1YsmQJe4Q5ZMgQrqkKwJsKSQYAAAAAvFp0mrds2bJGrVJYWMgW2M6RJOLODNl+qAjbCzOd1NWTSXDnw9xanCb3Ci2RsrLyxo0b6eT8yy+/pJcza9YsExMTtk9nEdwL4c5aG4I7H64/yWD49RRsQWR8DgCA5nvx4gXbr1T79u25IWoBoNXR1dWdzbdu3Tp28O1ff/31k08+aXifSBKPoxpyREcsLS3pwKygoKC4uFgkEG34E2AbPVCcUFcTWwsLC6bl9OzZMzAwkHIgSlAo0B01atSlS5fEj7W4I092HIsG4i5Y+df0hXtEHOZBW4DepQAAAABA6nC189wYEuJSUlLYAtfonr3cr7KykmvSIa5p4y422eeffz5kyBD2WU2YMCEhIUF8GW6c82PHjtEJfEPuNicn5+zZs2yZTqQZAIDXISMjY/369VVVVZTaUgUoAwDSatu2bXPmzKHa9n/t42jhwoXshRd5eXnBwcFM83DhQT1HdEztoF/KysrNadfFtgCmY6S6+sVqVP9ODWFiYrJv3z5FRUWG30SDG/BDGG1MdtCOJ0+ePHz4sGF3LBj3gmD4bgBhSDIAAAAAQOo4ODiwhbi4uLqW4WZxI1Jw/U29ePGi4Wu9UjIyMnQuampqyvBbgcyaNaumpkZkmfHjxxsbGzP80/gGjtP49ddfs21KqIJg5MiRDADAf66wsPCnn34qKSmhmsdFixahXykAaXb79m0KM44fP37nzp1/XdjNzY0tZGdnM83TkCO6srIyNudoZpsJ7jiwrsfixhhrQV26dFm5ciVb/vHHH69evSqyAOUr3PgclBIxDUBv040bN9jye++9xwBALSQZAAAAACB1uKb058+fr2uZM2fOsAUvLy+2wJ3B1rVWdXX1uXPn2PJ/1pWwjo7O999/z5YvX768detWkQWUlJQ+/PBDtrx27dp6TvVZz58/37x5M1ueP38+e6EfAMB/qaKiYt26dTk5OXJyclQ399+0cgOAJnN0dGQL4sch4iIiItiC8IATIsNXNJCNjQ3b6xFVzRcUFEhc5vDhw2yhmcdm3HGgyNBlnAsXLjCvwOLFi7ns5+2336Z8V2SBpUuXsgXaCPv376//3ujblWvbMXToUO5FAQCDJAMAAAAApFDXrl1dXFwYftX//fv3xRdISUn5448/2PLo0aPZwoQJE5SVlamwceNG8dNIhn+qHB4ezvDPdV1dXZn/ypQpU/z9/dnysmXLkpKSRBZYtGhRt27dqFBcXNy/f//AwMC67orOgYcMGVJaWkplPz8/LgIBAPjPFBUV/fjjj2x3eVRtx/boAgDSbOzYsezoEVSbTzFkPUvSkQZb408xhoeHBzedG3arrr6bJKKwkx2PmoJP7joMYTU1Nd9++y1b5touNM348ePZwoYNG8SbwNKR4aZNm5hXgKIa7qXFxsZ+8cUXIgt07tyZCyfmzZv3+++/13VXL1++HDx48NOnTxn+QOjbtm1jAEAIkgwAAAAAkDp0Tvjzzz+z5ffff58bEoOVn5//v//9r7y8nOGHBGzXTAw/n1i8eDEV0tPT3333XXYBzrNnz1asWMGWP/74Y+a/tXXrVnYkzNzc3AULFojMlZWV3b17Nzum5fPnz7t3705PlV6F8DKpqalLly7t3bs3O9a3np7e3r170SADAP5jGRkZq1evjouLo++fOXPmeHp6MgAg9RwcHLjK9EWLFk2YMOHBgwciy9Dn+tNPPx06dCj758KFC4UPM7ge5NgxLRqOvjG0tbWp8NNPP4lcq0F5Az0ie5WJk5NTM5MMNze3GTNmMPxDvi+//FJ4VnV1NR0iihxZtaBu3brNnTuXLVNQJL5tKd5g2xDn5eXRQeyoUaMeP34svEBBQcGOHTu8vb0vX77MTqHAgzvEBQCWPAMAAAAAIH0GDBgwadIkqqwPCgqi87olS5ZYW1srKSnFxMRs2bKFzlEZfi8EItf30fnwkSNHIiMjd+7cGR0dPXHiRBsbGzo5pNr/NWvWUARCy8yaNevtt99m/lv0NCicWLZsGZXpGR49epRrSsItQOeu48aNo3oEOt/+ho/OyXv06FFSUkIbgT3P5xame2hmd9IAAI1F36u//vprcXEx5c0ffPBBu3btGABoJb766qu0tDS2d6kDfPb29nRwxc4tLCy8e/cut/CYMWNERmgwNzdnCxRIlPJNmTLF19f3Xx/XyMjou+++mzdvHgUJvXr1+uijj1xcXAwMDOiA5+TJk2xnoXp6eocOHWr+cDsrV668ceNGbGwsFaKiovr3729mZhYfH09HTefOndPQ0GB7uGLH6G5Z33///YkTJ1JTUysqKiiruH//vpycHDeXHvHs2bOTJ0++cuUKwx8JgxgaGvbs2ZM27J07d+7du0eHf+zCKioqlGoMGzaMAYB/QpIBAAAAAFLqzz//bN++PZ14p6SkiHejROfYu3btEjnpVVVVpfPw2bNn0ynrLT7hufLy8nRmy8YJ/z16CQcPHnz48CGVFyxY0LdvXy0tLeEFOnXqFBISQmf4u3fvptNgmvKET+R+RowY8fvvv6NXegD4L7HjDFGdY1VVlbq6+sKFCxGmArQ6mzdv7tChwyeffEK5BcPPJonIMnSwRBnG6tWrRdp9urq6UgIRMDHX9gAAEABJREFUERFBGQaFGQx/7I2GJBlk7ty5lCjMmjWLbdQlMtfd3f3YsWM2NjZMs9H3EkUI48ePv3z58n4+blbnzp2XLl06atQoKrOtYFsWHdStX7+e7eGKDvZ+/vlnOqITXoASnQsXLnz77bfr1q3Lyspi+G2IKb8RuR83N7edO3dyg8ABgDAkGQAAAAAgpeTk5JYvX041/lSzHxkZ+fTp06KiImtrazoXnTZtWteuXSWupa2tfeTIkb/++uvKlStRUVHh4eHKysr29vZ9+vShU2grKyvmNaGqge3bt1NcQRWCiYmJFKiI99esq6tLKcWXX35JJ8AUyWRmZqalpcnIyBgbG5uamvbs2ZNeuPDwmwAA/wGqfNy2bdvLly+prK+vv3jxYoSpAK0RHVG8++67Q4YM2bNnz/Hjx4ODg4Xn0pHGlClTZs6c6eTkJL4uHcZcvHhxzZo1QUFBVFNPOYfEMcnqMnTo0MePH1MlPmUhdFBHB0J0SEbRCFX9U7rAjuHRIuhQigKDEydO3Lx589q1a0lJSZ6ent26daNcgWt0wvZ21eLGjRv3559/sq1M6Fhu7NixIvEMHdl+9tln9BX6xx9/0MFqamoqhRl0cGtiYmJoaEgZxvTp0/38/BgAqIOM+Bg4AAAAAAAAAAAkICDg8OHD7MhDPj4+kyZNUlFRYQAAWpv9+/dPnDiRCuvXr//ggw8YAGht0CYDAAAAAAAAAERlZWXt2bMnIiKC4ffbPnXqVG9vbwYAQCpR7Lp161ZDQ8MpU6Z07NhRfAEKZdkChbIMALRCSDIAAAAAAAAA4G+VlZXnz58/d+4cFehPJyenWbNmiQztAwAgVQwMDPbt20eFZ8+enThxQklJSXjub7/9duTIEYY/YEYDh/cAAGmD3qUAAAAAAAAAQCAiIoJqA9PT0xl+U4yxY8ei33YAaBUmTpzIjvJtZWU1adKkDh06aGhoPH369MKFC5cvX6bpysrKQUFBNJ0BgFYISQYAAAAAAAAAMHl5eQcPHuQGAe7ateuYMWPU1dUZAIDWoLi4ePDgwQEBARLnuri4bN++vUuXLgwAtE5IMgAAAAAAAADaNKoZuHr16smTJ0tLS+lPExOT6dOn29jYMAAArc358+e3bNkSExOTkpJSXl5uYWHh5OQ0efLkYcOGKSgoMADQaiHJAAAAAAAAAGi7Xrx4sXv37qSkJCorKSlRZV/fvn1lZWUZAAAAAKmBEb8BAAAAAAAA2qLi4uKjR4/evHmT/dPb23v8+PEY2RsAAACkEJIMAAAAAAAAgDYnMDDwyJEjhYWFVNbX1586daqTkxMDAAAAIJWQZAAAAAAAAAC0Iampqbt27YqNjaWyvLz8oEGDBg4cSAUGAAAAQFrhSAUAAAAAAACgTSgvLz916tSVK1eqqqroT0dHx2nTpunr6zMAAAAA0g1JBgAAAAAAAMCb79GjR/v378/JyaGytrb2+PHjvby8GAAAAIDWAEkGAAAAAAAAwJssOzt79+7dERERVJaVle3bt+/w4cMVFRUZAAAAgFYCSQYAAAAAAADAm6mysvLSpUtnzpypqKigP21tbadOnWpqasoAAAAAtCpIMgAAAAAAXpuzZ8+eOHGCCnp6egsXLjQ0NGQAAFpIVFTUrl27MjMzqayurj527NguXbowAABtxqNHjzZv3iwnJ7dp0yYGAFo5JBkAAAAAAK/N4MGDLSwsfvvtt6ysrFWrVr333nvt2rVjAACap6Cg4ODBg/fu3aOyjIxM9+7dR40apaqqygAAAAC0TrIMAAAAAAC8Pm5ubkuXLtXR0SktLf35558DAwMZAICmqqmpuX79+ooVK9gYw8zMbPny5ZMnT0aMAQAAAK0a2mQAAAAAALxmVNX42Wefbdiw4eXLl7t27YqPjx8/fryMjAwDANAY9O3x559/JiQkUFlFRWXEiBG9evXClwkAAAC8AZBkAAAAAAC8furq6h9//DHFGPfu3bt27VpKSsq8efOoIpIBAGiAkpKSY8eO3bhxo6amhv708fEZN26choYGAwAAAPBGQJIBAAAAACAV5OXlZ8+ebWZmdvz48WfPnq1atWrRokV6enoMAEC9goKCDh06VFBQQGUjI6MpU6ZgxB0AAAB4wyDJAAAAAACQIgMHDqQwY9u2bRkZGd988838+fPt7OwYAABJUlNT9+zZ8/z5cyorKioOGTLE399fTk6OAQAAAHizYMRvAAAAAADp4ubmtnz5ch0dneLi4h9//DEoKIgBAPinioqKY8eOrVy5ko0x3N3dv/rqK4pCEWMAAADAGwltMgAAAAAApI6xsfFnn33266+/xsbG7tixIyEhYcyYMRi2FwBY4eHhu3fvzsnJoTKlnlOnTm3fvj0DAAAA8OZCkgEAAAAAII3U1dU//PDDnTt33rt379KlSykpKXPmzFFSUmIAoA3Lzc3du3dvaGgoleXk5Pr37z9kyBAFBQUGAAAA4I2GJAMAAAAAQEpRNeXs2bMtLS2PHDkSFha2evXqBQsW6OrqMgDQ9lRVVV2+fPn06dPl5eX0p4ODw/Tp0w0MDBgAAACANgBJBgAAAACAVPP39zc3N9+8eXNqauo333zzwQcfWFtbMwDQlsTExOzatSstLY3KWlpaY8eO9fHxYQAAAADaDIz4DQAAAAAg7ZydnZcvX66np1dUVLRmzZqQkBAGANqGwsLCnTt30gefYgwZGZk+ffp8/fXXiDEAAACgrUGbDAAAAACAVoAdA/yXX36JjY397bffBg0aNHLkSAYA3lw1NTU3b948duxYcXEx/WltbT116lRzc3MGAAAAoO1BkgEAAAAA0Dqoqqp++OGHe/bsCQwMPHfuXHJy8v/+9z9FRUUGAN44iYmJO3fuTEhIYPif/dGjR/v5+cnIyDAAAAAAbRKSDAAAAACAVkNOTm769Onm5uaHDh0KDQ399ttvFyxYoK2tzQDAm6KsrOz48ePXrl2rqamhP7t27TpmzBh1dXUGAAAAoA1DkgEAAAAA0Mr07dvX1NR0y5YtycnJ33zzzezZs52dnRkAaP3u379POWVeXh6VTUxMKLm0sbFhAAAAANo8JBkAAAAAAK0PRRfLli1bv359dnY2/f/WW29RvMEAQKuVkZGxe/fuyMhIKispKQ0bNow+1LKysgwAAAAAIMkAAAAAAGiljI2NV6xYsWnTpufPnx88eDAxMXH69OkMALQ2lZWVZ8+evXDhAhXoT29v7/Hjx2tpaTEAAAAAUAtJBgAAAABAa6Wqqrp48eL169c/e/YsMDAwNTX1vffeQ3/6AK0IfXj//PPPrKwsKuvr60+dOtXJyYkBAAAAgH9CkgEAAAAA0IrJysouXLjw0KFDV65ciY2N/eabb95//30zMzMGAKRbbm7u/v37Hz58SGV5eflBgwYNHDiQCgwAAAAAiMFBEgAAAABA6yYjIzNu3DgrK6udO3fm5OR89913c+bMcXNzYwBAKlVXV1P0eOrUqbKyMvrT0dFx2rRp+vr6DAAAAADUAUkGAAAAAMCboHPnzlQT+uuvvxYVFW3cuHHkyJGDBg1iAEDKvHjxYteuXSkpKVTW1tYeP368l5cXAwAAAAD1QpIBAAAAAPCGsLOz++yzz3755Zfk5OTjx48nJCTMnDlTQUGBAQApUFhYePTo0du3bzP8fuH69u07fPhwRUVFBgAAAAD+jUxNTQ0DAAAAAABvivLy8u3bt4eGhlLZwsJiwYIFGhoaTFPRvaGmFaCZ6LybAgyKMYqKiuhPW1vbqVOnmpqaMgAA0CRXrlw5ePAg06Lk5eVXrFhhbGzMAIBUQpIBAAAAAPAGOnny5JkzZ6igpaU1f/58S0tLpknOnz8/cOBABgCaKjk5edeuXXFxcVRWV1cfO3Zsly5dGAAAaIbq6uovv/wyLS2NaTlDhw4dNmwYAwDSSo4+9gwAAAAAALxZHB0dLSwsHj9+XFxcfOfOHWNj4yZcAP7uu+/m5+f37NmTAYDGKy8vP3r0KMUYOTk5MjIyPXr0oM+Ura0tAwAAzUNfqnRgQ0c4TAvR0dGZO3eurKwsAwDSCkkGAAAAAMCbidILd3f3R48elZSUhISEVFVVUbxBZ/4NXH3JkiVlZWWUZHTq1EldXZ0BgMagD93GjRsjIiJqamrMzMzef//97t27Y9waAICWoq+vn5WVlZiYyLSEmTNnotM/ACmHJAMAAAAA4I2lqanp6+sbGRmZl5cXHR0dFxfn6ekpJyf3ryuuWLEiJyeHLVOMQREIAwANk5mZuWXLlosXL5aWlqqoqIwdO3b69Ona2toMAAC0KHt7+4CAgKqqKqZ53N3d0a8UgPRDkgEAAAAA8CZTUlLq0qULVa0mJSWlp6eHhoZ26NCBalfrWWX9+vVsn/4sSkF69+7NAMC/qaysPHv27LZt2zIyMuhPHx+f999/v1FtoQAAoOEU+cLDw5lmoCOl+fPn139oBADSAEkGAAAAAMAbTlZW1svLS1lZ+enTpwUFBXfv3rW3t9fV1ZW48NGjR2kB4SlFRUUeHh5aWloMANTt2bNnlAI+evSourrayMho3rx5/v7+VEHGAADAK2NtbR0WFpaXl8c01fDhw93c3BgAkHpIMgAAAAAA2gQ7PnbYjDt37lCSYWFhIb7YunXrxCeqqKg4OzszACAJ1aDt3r2bUsDi4mJFRUWqFJs1a5aBgQEDAACvmIyMjKWl5a1bt5gmoeB55syZGOgboFVAkgEAAAAA0FZQ1aq3t3dYWFhRUVFoaCjVurZv316435t33323pqZGfMX8/PzevXujhxwAEfR5uXbt2pYtW+Lj4xl+T+vvv/++m5sbKsUAAP4z2traubm57PdwY82dO9fQ0JABgNYASQYAAAAAQBuipqbWpUuXmJiY7OzsFy9eREdHe3h4KCgo0KwlS5aUlZVJXIvNPHR0dBgAqEW1Zhs2bLhz505lZSV9OubMmTNkyBD0tA4A8N+ztbUNDAwsLy9v1Fp0RNSvXz8GAJjWAUkGAAAAAEDbQrmFr68vhRNxcXGZmZkhISGurq4///wzletZS0lJiRZjAICf7R04cGDPnj0FBQVycnIDBw6cO3eusbExAwAAr4OioqKGhkZoaGjDV6EDm/fff59WZACglZCR2HgcAAAAAADeeIGBgbt3766urpaVlaX/61+YKgh++OEHdDAFcOfOncOHDxcWFlLZwcFh+vTpGBIDAEAa/Pzzz5GRkQ1ceNy4cX379mUAoPWQZwAAAAAAoE3q2rWrkZERnfZXVlb+68IFBQVRUVGOjo4MQFuVmpq6a9eu2NhYKmtpaY0dO9bHx4cBAADpMGnSpC+//LIhF21bWVn17t2bAYBWBUkGAAAAAEDbZWdn15AYg3X//n0kGdA2lZeXnzp16sqVK1VVVTIyMlT/NXLkSCUlJQYAAKSGsbExfT9fvXr1X5ecPHmyrKwsAwCtCpIMAAAAAIC2a/78+Q1f+NGjR0+Zg6QAABAASURBVBMnTpSTk2MA2hLa8w8cOJCdnU1la2vrqVOnmpubMwAAIH1GjBjx8OHDnJycepbp0qWLlZUVAwCtDZIMAAAAAIA2aunSpRUVFQ1fvqCg4NmzZ+3bt2cA2gZKL3bv3h0REUFlVVXV0aNH+/n5YbQYAACppaysPGbMmO3bt9e1gLq6+tixYxkAaIWQZAAAAAAAtEVff/11/VcsSnT//n0kGdAWVFVVXbx48cyZM2za17VrV6oao/ovBgAApFunTp1u3rxZ19Df+DIHaL3QJRwAAAAAQJvz22+/JSYmMo334MEDquFlAN5oUVFRX3311fHjxynGMDExWbp06fTp01HzBQDQWkyaNEleXsLV21ZWVpRMMwDQOqFNBgAAAABA23L+/PmQkBCmScrKyp48eeLh4cEAvIkKCgoOHjx47949KispKQ0bNqxv374YFRYAoHUxNjYeOHDg6dOnhSfKyMhMnjyZAYBWC0kGAAAAAEDbcvz4caYZ7t+/jyQD3jw1NTUBAQH06SgpKaE/vb29x48fr6WlxQAAQCs0aNCg27dvC3ek2bt3bwz0DdCqIckAAAAAAGhD5s+fTzW2TDM8efKktLRUWVmZAXhTxMfH//nnnwkJCVTW19efOnWqk5MTAwAArZa8vPyECRM2b97M/qmjozNixAgGAFozJBkAAAAAAG3F0qVL2eGLm4PtYKpTp04MQOtXUlJy/PjxgIAASvio2mvQoEEDBw6U2Ls6AAC0Lh4eHu7u7qGhoQx/oG9chAHQ2uH4DAAAAACgTVizZo1wHwvNcf/+fSQZ8AYICgo6dOhQQUEBlR0dHadNm6avr88AAMCbYsKECeHh4XZ2djhuAXgDIMkAAAAAAHjz5efn+/n5tWvXLj09PS0tLSMjo6ysjGkqqhRAB1PQqtFHYNeuXc+fP6eytrb2+PHjvby8GAAAeLPo6uoOHTrU09OTAYDWT6aZneQCAAAAAEBrlJeXx6Ya6bWobre8vLyBq0+fPr1r164MQGtTUVFx5syZixcvVlVVycrK9u3bd/jw4YqKigwAAAAASDEkGQAAAAAAwEOnBhRvCGcbbOuNyspK8YVdXFwWLFjAALQq4eHhu3fvZrtZs7W1nTp1qqmpKQMAAAAAUg+9SwEAAABAC8O1Mq2XFl+7du24KfRuUrWvSLaRmZkZGRlJsYempiYD0Brk5ubu27ePHfdVXV19zJgxXbp0YfB99brJyMgw8ApgxwYAgIZoXT/EaJMBAAAAAM2FQ8q2ht5xCjMMDAwYAKlXVVV15cqVM2fOVFRU0J9+fn4jR45UVVVlQMog1Wgm/BYDAEAzSflvMZIMAAAAAGg6kYNJHFsCgFSJjY3ds2dPeno6lU1NTadOnWphYcGA1BCvMUGe0QT4LQYAgCZrRb/FSDIAAAAAoIm4I0nhQ0qJEwEA/mOFhYUnTpy4f/8+lZWVlQcPHty9e3fUkksJ7o0QLzAIMxqj/t9f/BADAEBdWuNvMZIMAAAAAGgKkYqSuv4XWRgA4FWjL5ygoKCzZ8+WlJTQn56ensOHD1dXV2fgtRKvH6nrfwZhRsOI/87W8DH/dqkBAAC0TXWlFzJ8jNSHGUgyAAAAAKDRRGOMqoqammrhCpR6alIAAF6d1NTUkydPJiUlUVlPT48yDGtrawZeN4kxhoyconAFCsKMxhL+keWprKgRwgj9HIssDwAAbZDIbzHvT1kZWTkF4Z9gKf8tRpIBAAAAAI0jWnVSU5N1Ykp1YRIDAADQYNpjT8vIKVEtiaysLMKMxhL5LS7LSXn4xSAGAACgwdSs3Bzf/134V1jkt1jafojlGQAAAACAxpN4vScAAEADVVZWyskocHUlVJPCFuhnBRlG/cQvKWAAAAAaiX4+qqur2Z9dWT52OvcrLG2/yEgyAAAAAKARREbCEK5AuZdW+iy7ggEAAKibkZrcAEtVKlRVVTGyVVyAQf8Llxnpq0CRNsK/xVQVxU7cGi+fXo6NBgAA9empW91Dt4rXMWFlpXCGwRUYqWwZiSQDAAAAAJqCizHYC3loSnZZ9YuCKgYAAKBu1YygZoRNMtifEjk5OZG2Bcgw6iIy9IXIVQXRxbIJpbIMAABA3ZzVBPk3/RaLNOxjO5tipBKSDAAAAABoCvHaEwAAgIarqKiokVGgDIMRyi2kuQJFqgg3kazmYwAAABqDfjt4PT3yf4iZ2g4ehc/vpK3LRyQZAAAAANBQImNjiPRoAQAA0HD088FrlsGvKOGGGGXQqVSDcTEGfosBAKAJ2N6l2DL3W8ye4knnDzGSDAAAAABoCrTJAACA5uDVnsj+I8kQrkZh0MFUAwi3zAAAAGisqqoq9peXK7A/vtIZZqDzRAAAAABoOuFxMgAAABquiq+6lsSAHL8v9RDeYmzrFgAAgIZjfz5Y3GmdSPt7RpogyQAAAACARhM+ukU1EwAANEFlZSWXZODXpMmw6QAAoGnYJEPiJQXS+cuCJAMAAAAAmkLKD3MBAEDK1VN1gl+W+olcMIvfYgAAaBrh9pF1/ZpIz08MkgwAAAAAaDrUngAAQNOwHVnU37sU1IPbUNhoAADQBCI9Skn/DzGSDAAAAABoClSgAABAc6BTqRaEzQgAAI3F/gqLDI8hzeQZAAAAAIAm4Q52ZWRkGAAAgMZoFV1ySz9sOgAAaLJW1CCDQZsMAAAAAGgs4aNb1J4AAECTiYyKgd+UxsIWAwCAJpORkampe3gqKfyJQZIBAAAAAI2GqhMAAGgm5OItCBsQAAAaq3XFGAx6lwIAAACAZkLtCQAANA16RgIAAHiNWlezSCQZAAAAAAAAAPBfQ4YBAAAADYckAwAAAAAAAAAAAAAApBeSDAAAAAAAAAAAAAAAkF5IMgAAAAAAAAAAAAAAQHohyQAAAAAAAAAAAAAAAOmFJAMAAAAAAAAAAAAAAKQXkgwAAAAAAAAAAAAAAJBeSDIAAAAAAAAAAAAAAEB6IckAAAAAAAAAAAAAAADphSQDAAAAAAAAAAAAAACkF5IMAAAAAAAAAAAAAACQXkgyAAAAAAAAAAAAAABAeiHJAAAAAAAAAAAAAAAA6YUkAwAAAAAAAAAAAAAApBeSDAAAAAAAAAAAAAAAkF5IMgAAAAAAAAAAAAAAQHohyQAAAAAAAAAAAAAAAOmFJAMAAAAAAAAAAAAAAKQXkgwAAAAAAAAAAAAAAJBeSDIAAAAAAAAAAAAAAEB6IckAAAAAAAAAAAAAAADphSQDAAAAAAAAAAAAAACkF5IMAAAAAAAAAAAAAACQXkgyAAAAAAAAAAAAAABAeiHJAAAAAIA302efXpaVlatrbmVlRXFJXlFhdmFRdl5uakjI6bT0GKblGJs4dOk8zsDAWk/Poqamqrg478bN3Y8enWPanoULD2lq6JeVFX+/ZggDrZa31/AhQxYVFmavXTe2pqaG+U9oahouXHCACi9fPt715wJuOnYqgDZCTk6ubxe//n69LE3NtdQ11NXVs3KyE1KS41OSTl4+/zTmOdMGTBgyctGsuVTYfvCvbQf2sBO93dw3ffkdFS7dCvhs7XfMq+Roazdp2BhbC0tLM/Pqqqrcgvwdh/adunqxIesqKSqd27FXTUWVysFPQt/7cmn9y/f29fvuo0+pEBb1bPayRUyLGtV/8NK572flZg/535RX9EPWw8e3s7uXs107Az19HU2t4uLijNzshOQkejkXbwekZ2YwbcO0UePemzKTCr/u+ePPYweZFnJq2x5DXb2ikuI+U8Ywzaaprj534jQnWwcLY1NlZeW8gvyAe4E/bt/MgBRDkgEAAAAAbZG8vALVhNKN/dPLa9ilS5uD7h1hWgJVv06d8pOKsgY3RVFRtbysmAFotZ5F3ho8eKG6uq6lhdvL+McMAMAr5u/Xc9HMOXrausITjfQN6NbRzX10/8H3Qh9u2bcr/HkkA6+Mob7Bxi++ozpfboqqimpRcUMPaQb16MPGGMTbtYONueWLxHjmNQkIuvPJnPm0R3k4tX/4NIxpURamZsvmfkCvUXiilqYm3ewtrXv7dps5duLOI/t3Hz/EgHRY++nXru2cuD8N9fRrqv+jCzWgyZBkAAAAAMAb7t69I9ViZyZycnKamgY6umaGBjb0p6ysXN++cxOTniYlRTDN5u01nI0xqqurUlKiUtKea2kapqS2iUtH4U1VVJSdlhZjbGxvZ++DJAMAXikZGZkF09+eOGwU+2dFZWVY1LOsnOzs3BxdbR0TI6P29o403cfd07Wd44fffhUSji+lV2W0/2A2xqiqqnoWGx35IsZY3yAqrqHNWAf07E3/FxQVaaip0dtK+dNPO7Ywr0l2Xs7zuNh2NnZdvDq2bJJhYWyy6cvvqCqc/ZO2VXZeHu2uqqoqelraqvwsR11Vdf7UWYoKCr8f2svA68b/9hDEGHGJCaHPIjTV1UIjW+AsAF4pJBkAAAAA8Ia7dn1HWd3tIdq37z144AIVVS15eQW/bhMPHFzBNJuRsR1bOHP254cPzzJt26mTa+QVlKqqKhlo5eLiHlGSYW/X+erV7cxrhZ0K4M22cMacCUNHsuVzAVe2H9qbmJIsvEBXr46LZ79jYWxKdcTff/L5olWfP3lzqyBvhQSlZKQx/PpW5j/nYGPLFr7/7ZcTly80ZlXG3MTU09mVClcCb/T06aKjpT2wZ9+Ne3aUlZczr0lI2GNekuHZcdNfO5mWs3TeAjbGyMrN3nP8yNGLZ0vLSrm53q4dZo6Z0KmDJ5XfHj8lJCz00dNwBhpv1ca1SkqKFS3x6+9s58AWzly/vPKXnxhoJWQZAAAAAIA2LDz82oVLgi5xHRy6CHcJ1WSKiipsIe7FI6bNi4m9Hxl5Kzr6LgOtXEzMPfrfyMhOTU2Xea2wUwG8wSilGD9kBBVqamp+2rH5yw0/isQYJPBB8HtfLE3PzqKyhpra8nc+YN5ciakpAffu0O1lciLzn1NVFhzSBD9pdMOXkX0HysjIUIEq7imPYfgjEwzs0Zt5fe4+DKH/HaxtdbV0mBZCdeId3dwZftOTD75esffUUeEYg+HHJ/O/Wn7jHu83izbI5OFjGWiSu6Eh9EEIDLnPNJuKkmDHfvLsKQOtB5IMAAAAAGjrwsIuV1fzLu+SlZUzNLRhmk2GkWELFZWlDMCbIvZFcGFhNtXCODn6MQAArwB9wyx7ZyFb/X3o7MmDZ07WtWRaZsaKn79ly7YWVl09OzLwCrDvBSkrb/QhzQB+aFFWXn475N6V27fYiUN7+zOvT9DjB1m5vB+ynp27MC3EtZ2z4M4fhUTHxda12Ppdv7EFH3dPBl43WVnBjl1eWcFA64HepQAAAACgrauuriosymVH/1ZQVBVfgBKObl0nmpm56OmaaWoZlRTnZWUnpKW9uHnzz5LSAm4xGxuvqVP+0T598SLBEOLHjq1+EnZp0qTv7O065+Wmrf9lgrf3cA+PQYYG1rm5qdnZSdeu/Z6e8YKbJ/lvAAAQAElEQVRdWFvLuFPn0fp6FhoaBtpaRnKycvkFmbRYenpsyINTtLDwQxgb2895exsVLlzYGHTviIODr6fHYBPjdqpq2gUFmcnJkUH3DiclCS43c3T0a+fQ1dKiPb2KoqLs5ORnZ86sFX4J/7hnE4fOnUbp6Vno6JopyCvR42ZnJ4aFXXsWeZNpjIULD9G2LSsr/n7NEOEto66uGxl568DBFRoaeu7uAy0sXM1MXWqYqswM2rbPQx6czsiIa+BDcBuBNuPNW3sc7Dt37DTS2MhBWVm9sDArNS36/v1jcXGi7WO6+03p3Xs2FX7dNF1TU5//FjuXlhRm5yQGh5x6+jSAW9JA36pTp1GUcunpW8jLKeZkJ9My4eHXnz67IfH50Cvq0+dtIyN7DXUdFRXNwsKcPHqXcxIfPjwXn/Ckrlfh6tqH3iA9XXMdHbOqynJaPjMz/u7dw9yO8drV1NTQ83dx7mlj6xXyQLR6sYvveH//eVT4bdvbqanR9C7Q3mhu1l5P3zI3NyUzKz42JvhR6DmJXUIpKKi4uw9wc+unq2OipKROLzwq+m5QUJ3DokrcqViN+vhwTE0cO/mMNjdz1tDQpwCSdsKEhMfXA3ZaWbmzH+pLl7bcuXuAXbiBe46ionJnn7HGxu20tAy1tAyUlDQKi7Ly8tKyMhPCwq7EvRTdIdkPRcTTgMOHv6RduqP3CCvLDlraxsUl+elpsY8enY2ovWczU6f27XtbWHYwNLChz29OTtK5s+ulZz8BaI6enboY6upRITcvb9vBPfUv/Ohp+J2HwZ3dvWITXhro6YkvYGNu+dbgYXYW1lZm5goKikmpKQkpSZcDb167e0t84YC9x5WVlFIz0kfMmy4+d0S/AcvfWUiFPScO//Ln7+zEdjZ2u3/cSIUNu7b/dfII/enfrUcHRxdHW7vcgvy4xIQnkU+PXjxLvwESn7+RvsEo/8G+Ht4mBoZqamo5+XmZOVnnA64evXCmovLvr8oJQ0YumjWXCtsP/rXtwL9sk38lJyf31sBhnu3drM0sjA0Ns3NzaLNEv4zbcWR/fkE+t1hHN49fv/xWeMUz2wWjO3yx/ofzN67+6wN18/ZhO1yi9yi/sODOo+Dk9FRTQ+MOTu1p+0TGNnSkDWHerh2mjBhrZmSiraWlrKiUnp2Zmp72IjFh78mjbAdcwlYtXtavWw/mn90H0Q9Z6LOIPr5+FCccuyja/+eaTz7v6dOFoo7BsyfThhrax9/D2dXV3pH2rrjExNiEuIs3A+6GhoisJScruEy8srK+Xo8SU1Nol9DS0MgrKDA3NqE/RRYY3rd/RzdPY30DY31DXR2dvIJ8iusSUpKDQh+cC7hCz1z8qaZnZw17e4q+js6YQcO7enS0NDWtqKiMT0m8euf2oXMn2b3IUN9gWG/eC2nfzrGyojItK33Hof3Xgm5LfJL0qqeNfMu1nZOFiZmRgUFeXj7dG2/3OLw3v7CQaRLKjeZOmObh4mpraVVTVZ2QmhQT//Lg2ZMx8XEiS679bGVXz07sZ3D0gCG0/enDS7tNYkrKln27aPlT2/bQ90NRSXGfKWPEH6i/X8+enbtampiaGZtWlFfQA8UlJew7dVzkgdhPOvfn5/MX040Kxy+d+3bLBgakG5IMAAAAAGjr9PUtNdQFveWkpESJzNXVMx8zaoWJSTtuioKWoaaWoY2Nt7NT92PHV9VTN10Xb69hQwYvYssGBtY6OqYnT34vmOU9fED/9+TlFYWXpziBbnZ2nTp2HHn8+Oq6KtDHjvncxeXvTht0dc3o1q6d7/4Dn8XFPfTzm9yn9/+4udraJnQzMnLYufODouIckbuihbv7TVVQ+PtMz9jYgW7Ozr1CQk5cvLS5srKZnVzzTsjptFxPz3LKpDVa2kbcDDUrHSurDp6eQ/f89WFCQiMH5JSRGT7sIw+PwdwE2rZ0c3bqEfzg5NkzayWupKtrOnbMl+yLVVJSoydz7/5xdpaqqvaA/u+2b9+H0ixuecp46EabmpKJ8xd+qagoEb43qkmfPHkNvV/cFE1NA7pZWLq5uw8KDjl57tw6kfoIJSXVwYMWUT2+0CRVyqLMzV3bu/S+cHHTg4enGenwIvYBJRmWFm5UMSHyKmqYGq7Qt8/b3bpN4mbRTk43ehfs7TsfOPiZyH3SPjBh/DfCW4zq8enm3qH/+fO/MI3RtI9Pr96zu3ebzF13rKiowu6EpmYud+8cEHl1wurZc+i9G/fWl+rq/6hapX2DblaW7l5eQ28H7rty5TdJL4Lp0mV83z7/k5UVnK1TZkM3e3ufS5e33LlzwN7O5623vlJQUGbn0qPT3FmzNrIfcwaglevfoxdbuHL3VkNqTr/b8ktpeVlufp7IdG1NrUUz5vj79aSaWW4iVaDTjWq3T165+NPvm0W6AGqCv7/3amp6+Ph+vWgpVa+zU1SUVUwMjLp4dhzcq9/MpQuFQwLWCP+Bi2fOE65RpSpaurnYtRs7YOjcFR9n5+UwLa23r997U2daGJtyUyhaoFunDp59uvit2rwu6NEDpoVQNTRbuBwo+Na9fPvGtFHjqDC6/5AmVBl39ez4zZJlaip/X3FCL4Ru9OSH9fFfu/O3E5fON+R+7oU+pCTD3clFwg9ZDXtwQm+f8s/LV3q1d+NmOds70G1Ib/+Nu3fsPv6PoD26tqKc9gELY5MEsYiCM37BHInTdbV0fvr0S3rrhSfq6+jSrb2D48AevYf3HbDwmxUS99jOHl5fL/xES0NT8LcK46bp4uboQsnBx9+vpJ3wly9X//2OqzBamprffvQppXGUvYnclYWp2TcLlzrZ2XNTlA0MKM+gLdzbt9sX69c0YXgPJUXFXz5fxY4RwqIUip4ebckftm2sa+QVSvg+mTOfLdtaWFF29fWv9Q1lQXvFx3Pm/6PjMhXBA/l37bn2j9+OXz7HwBsBSQYAAAAAtGlU6TlwwPsyMrzr6WJjgouKsoXnUsgxe9Zmqmhm+CEH1YHm5CSrqGgZGlhTXSRVXE6btnb//uXR/PED0tJi2QHDe/WaYWTIG/T72LHV5fxqbuGAREZOzq/7FOFHiYt7xDaMoKpeNuGgc+kXL0Jexj/Ozk6kynQDfSuq1VVQVKFay+HDP46PfyKePXh6DjY0tK2urkpPi01OiVJV1bSx8aLaVUVF1UEDP3gSdplijLKyIspd8vMyzMycjIzs6RxeT8+8Z+8ZIlX8Q4d86OXFu9S9srLi0aMzaekvaEUdbRNn5568S8U7jtTXt/5z9yKmWXi1xto6pjOnr6cqe9qqKanPy0qLTEwdjQxt6YnRKx06ZMnmLTMbdadUkc22raGtF/X8rqKCsr2Dr4V5e5rS0Wt4VUXlhYsSasb9uk0WzmxKSgq4ARiGDf3Q0bEbw2+4Ex1zPyH+cVl5sY21d7t2XeTk5D09Bxkb223/fR5XFaKgoDJ50vdspXxycmR0TFBmZry6mi5Vizs4dKE4pKP38OKinOsBO7mHo/uZMWMDu8PQ2/rwwZnMrASqetPSNu3kPUJFRWPo0CUamvoBQqu8Rs8ibw0evFBdXdfWpmNM7D86quY6VfPvM8/WrmN1dWV8Qnhm1kttTWMLi/a0KzK8VkHdOnTo//jxRW4tFWWNqVN/Yt+1jIy4J08u5+almpm6ODp2oaRt9KjPGv7cmvbxoXe/h5/g80hv2fPou4WF2ba23k6OfrY2Xno6ZiKvTlhdew7FFRMnrmYH3cnMiI+MupWR+ZLeUx1t0w7uA9kX263rxJcvH4sP9WGob0MPTbtKVlZCWlp0RUUp7W8UndKs3r1mFxfnDR60gL614uMfZ2S8pD3N3NyF/qSP+YAB723d+j8GoJVztXdiC48iGnSVQGpmusTpn76zkKqVqVBVVXXnUcijp2HFxSWdOnj4deysIC8/vG//dta2Mz75QKQiu7G4bwa6Ww/n9vQxj4iJepmYQAcVbo5OVP1Ks8yNTeZPmbV68zrhFScNG71gxtts+fTVi5FxMXn5+Q7WtmMHDqUIxNLMfNWHy979/JNmPj0Rro7OKxd+rKigQOWktJS7j0LCoiIdrG26enayNrcw0jdY9+nXX2744cLN67RA9MsXVA9OhTkTptpb8Tre/GL9DyWlvEOap7HR//pYmuoa3bx8qJBXkH/1jqAFzIkrF6aOfIt+4vv79Vy387eS0kYkSQ42tqs/XE4bp7q6OvDB/UfPwtMy0i1Nzbt19KEAgKYvn7cgKTU1+Mm/j08WEHSHasn1tHU7d/ASaWDBRtoKCgqbv1pDuQW9KU+eP0vPyrSzsHK2b8duurfHT7l295Zwiwp60PDoyPb2jqoqqttXrz184fS5G1fFB3epBxdj5OTlUvDzIiGhoKjA3Ni0q1cnN0de11WeLq5vj5/MNQbiKCkorHhvCcUYuXl5z15Ep6SnUfLRzoZ3RNHTp8vk4WNGDRhMMQa9m9FxL5SUFL1dPTTV1ellzpk49XpQIO0G3F1Zm1ns+H4dGxQ9i4m+FnSb5mqpa9paWo7sN8jYwHDTV98vWf3lnUfBTGNMGTmW4r3SsrKAe3dCwh5Zm1v26NSFPhT0MVw694OMrKzAh6J3KCsnN3PsBOEpD8If15Nr0l39tupHdi+lDXji8vm4pEQFeTkTI5MxA4ZoqWsse+cDAz09rj3T8p9Wy8vJ9evWk/ZDht/K6vGzCCokizXrASmEJAMAAAAA2hyqO9bXt9LVNTc2cnBz60MVpgyvqrry8jXRS6T793+XjTGCg4+fv7CRqrO5WVFRgWPGfE71swP6v/fitwdVVZXFxbmRkbzTdd/Ob7HLvIgLoVpRkfvkqtrv3j2UnPLcxsazqEjQ70TfvoKL9c5f+OX+/WPCa90O3Pe/2ZvU1HTpEe3sOwnXBbMoxsjPS9+7bynXyQylDtOnrafnb2BgTTEGVX0ePbYqP19Q6WNv7zvura+oDtTTffDFi5sqK8rY6RaWrmyMkV+QuX//stTUvyss7gYdGTVymZNTd2trD1rmwYMzTPMYG/FOti9e2hwUdIirr7G28pg4YTXVO9PTdnT0YzdpA9G2LSnOO3X6J64LrJu39lD00t//XXl5hY4dhz8KPZuWJtqjhYWFa3Z20o2bf8bEBJuYtFNV1WJ7QPL2GsbGGFSnfOLkmsREQQOR4OAT9CRHj/5MXV2Plvfzm3Lz5m52Vvv2vfT0Lanw5MmlY8dXcw9xN+iQi3PPsWO/pLKH+yDhJKNrlwlsjEFv0MFDX9BexM16HHpu/LhVtB2oxjwi/BrVhjOvG0V9tAFp17Kz8xFJMjgUY1B0d+TY19lZgsFpaTcbOWIp22CoU8eRwntv796z2U9EYlLEvv3LSop5ly2HhV0JuLlz3NiVtKcxDdaEj4+KqmaXruMZ9uN/ZdvduwfZ6SEhJ+mtHzlimXBrIXF17Tk9e81kY4zwiGtHjqwUXuXGrT2TJnzHvi5np+7iSYa+gSUliEePfRMRZa6LmAAAEABJREFUcZ17ktOm/kw7Ce3DI4Z/Qh/MQ4e+SEqKYOfq6ppOmfwjr32VoZ2Dg+/z5xgFHVoxqmDV1xU0kYx6Ecs01Sj/wWyMEZ+UuPLXtU8iBZ+XIxdOe7fvsHLRJ/o6uk529jPHTNhxeB/TErxdO1CV/fKfvhWuSZ8wdNSimbzvpQE9em3c/Xt+oaAvR0o45kzgBagVlZVfb/yJTQ4IFU5fvbRp5XdUye7l4jage6/zN64xLURFWfmL+UvYuvjdxw9tO/BXWbngd3/Tnj8+mTt/WJ8BsrKyH0x/m98ZVGFufh5VPdPcicNGs4sFP3mYmdPQZiLD+vRXUuQ1j7sceJPCJHYiVe4/fBpGL41q/If18T949hTTYBMGj1Dhjz2+5rdfj136u1eo7Qf/WjRz7oShIxne+z5IePtTDfXFW9cZsbgrOy/neVwsVff7enqLdxVFqO5by16DNv5Pv2/iKtAN9Q3WfrrS3tKaXtfYgcMoiRFe5etfft7+7Vp1Cs+1tP43bjLdUjPSH0c+fRIZHvgwpP5UY4T/QDbGeJmU+L/li7n9hND++cH0/1EgQWVKNcSTDLYpxt5Tx9YLPZ8vPvhwcM++VKB1Kfj5+tefab9iZykrKX/30addPDtSujBm4JANu7Zzay2Y+TYbYxw+f+rnHVu5d43cuh/09eJl9OoWzZobvPhRRb2daImgB6J0YdkPq+itZ6ds2fvnx2+/O7RPf9rf6L0TTzLY/uXuP36499TRZzExnTq4Z+fl1fMQU0aMZWOMRxFhn/zwjXALrbNXL65Z+oWthdX00eMv377xIjGeJt4O4V1+RJEPu0xsQjy7q0OrgBG/AQAAAOAN98nHZz5fcU349unyS3PnbH9r7Jfdu09mY4yysuJz539JTXkuvCKvMxy7zgy/jvXc+Q3CMQaJjrl36zavz2ique7uN4VpjJzc5H0HPn0eHUT1wlRpS6kGw6/B19XlXQCenBwpUg9L8vLSHj4UnLrrCvXDI+zGrT+F+8qnEIKr0K+sLD995icuxuA9/+i7sS94nUhQrmOob81NHzyI1w845Qrnzq0XjjFIRUXJiZPfsdkMVUDTCTvTbFFRd6j6WPiy07iXjx4+ErxSMzMnppFuBe4TGcmDUqjw8MsM/5X6dBotvgq9s4eOfEG12/R20GZ5/JjX1wFVELOjPpBTp37gYgzuSR4+/BVb7tZ1oo6OoN8GI0NBnwyPH18SeZSIpwG0I6WlxyQkhXPdH2lqGrK9MBUX51PyIRxjkOzsZEplamqq6ZkP4r8v0iA6Joj+rydjoCd89tx6LsZg2N3v7Fr2E8Q2BmKn84fHGMiucvrUj2yMwSotKdi3f7l426O6NO3j09F7BBs5REQEcDEGKzLy9qXLm5l6Sdxz6M114gdg9KrPnlsnsgpFhrcC/2LL3G4jgvIPLsYgtFnu3TvK/RkQ8AcXYzD8neTBA0HnY4YGNgxAa2asb8h1BpWSkc40iYWxyQfTZ7PlVZvXcTEGKyT88ac/CWLmaaPeMjc2YVrI7hOHRRoE7D997Gk077iCKnOFOw6aMERQKX/pdgAXY7DikhJ++G0TW/bv1pNpOQtnzLE05X1JUgXxxt07uBiD4Qcq3/y6jqYz/B6N5k9tgdZdA7oL+vk5c/Ufv4bcABtDevVnGsPWyprhP1XhGIP1++F9lDeEP49M+Gdg8DTmOdVQ0018TI47/Npzyp/qerj07Kzvtm4QbgeQnpnx+wHBt7eTnYPI8lRFPvezD6Ne/H3UZGxg2N+v55LZ7x7Z+PupbXtWvLeog1N7iY/l37UHW9iyd5dwjMHauu/PUn7jFVMjY4mrJ6Qkbdi17R+r7P2TAgy2fO7G1dNCb0FpWSnXNMHK1Jyb3tvXr6tnJyqERT37cftm4RiDUNiw6yivr0UrM/MZYyYwjfTtlg1cjMHwRoAv+2bTuuT0VCpbmpn38ukqvkpSWsqSb78KfBBMsRN9RtidUyIjfYPpo3ldllGU+MX6H0Q6mktITVm9mQ7gqxXk5T96+z0GWj8kGQAAAADQplENMlVxbt4yMyREdARjV1fBuAX37h2R2MNDcPAJqoGlgotzb6YxqNqUawPBiU948vuOd0+eWnO9jn6EsmoHK1aUVxafW1VVSaGIyEQuikhJjszMjBeZywUbevqCul0jIzu2fUBaeqzExhAU+UQ8vU4FNVUdBwdfptnuBR8Vn5hS+7SVVTSYxsjLTROvxWb4LTPYanQbWy/xuUmJEWmpotUcbm79FfnDv8fGBEscCoUmPudfUK+oqOLmJugNvKyimC1085uspqYrssqOHbz+f44cWcmNMuLi3JNWZ3g5x3WqbRd/FEpQ2DeRkgN1dV1GCsRE8y5mpF1F/AWyaMsIV7WzKJnIzuLtwPLyCspK6uxEB4fObO9MMbH3xQespuQs6O5hpmGa9vFh92H6dHOtaoTRN0NWVgJTN4l7Dr259EyOHvv6woWNwtkMJyNd8EqFe6YS9uzZTZEpyUmRbIE+5o8eiXb2nZuXyhbYXBag9VJVUWELVJEqXNXeKAN79lXlX1oe9OiBxG79aeLtEF6TMooTBvbow7SE0rKy/ack/PpExwtalmhp/v1z5uvhzfCi0GqJLUKuBd3efvCvdTt/O365QaM+NJC/nyAXoTuXuMDW/XvYQ51+3bozzeNs5+BoyzuWiH75Ijw6UnjW+YBrRSW8H0onO3tXfr9JDVRSwqvNp/roJbPmsa09OPkF+f7T35q1dOGWfbsaeG93HvCSDAdrW10tHYkLnL12Sbzzq8eRgt1JQ01NfBV6sdM++uDLDT8+iHjCdsPFMdTVG9qn/7ZVP27+eg27ZYStWLfmo++/osRC4ijcZeXlaVmZDD8P464DEHYr+J7IMWpqZnpmruA6gMu3AkSWf5kk+F2jrIWbOKB7L7Zw4MxxiUe8Ry+cZtORfrW5SwNRwiTe4oEeYt8pweFf906dxde6Gnirgd8Afbr4sbng5cCbEvuaoyyTbeBFwZW+jg4DrRx6lwIAAACAN1xyciSbN7DU1HW0tQTXtd26tYfqPUUaW3C0tATneDKMnKOjn8RlCgqzeePxahkwjUG5gvhEehpJSU/pJjKdMgMTU0dLi/ZsAxGGVxcs4TA+Kyu+vFz0rLu4SHBtWl6+hLM7bqhqbmxhPV3BBXqFBVl1veSaasEprra25MsDGyU7M1F8YnlZEVtQkFNgGiPu5UOJQ5FnZydTbMMb5FzLWEVVU6R+OSU1SnwVVRXB4JlJyU+ZOlDY42DPqwrXqd0UTyOud+n8FtVQW1u5L1p4MCEhPDb2PlVM19UxlHZt50X0XtS1wUtLBVdo6utZindW9t+jzICeBsUqTo5+IQ9Oii9AeZLEFctr9zd5BUWGv6uaGAsua01Jltzr+tNnt/r0eZtpgCZ8fKhKyNSE17lEcUmuxDeIqlqio+/r1dEEiqljzyGUGooHh4qKyqYmTmZmzhaWgquA5eQkn4/HJzwWmZJfmMEWCgoyxOuYKF+svUM5BqA148YeoJ2Z6hwb3peRMC0NQWYgUocuLOB+YDdv3hXopoZGTEvIyMmS2OVOcYngd1lBQfBzpqmubmnG+6mluuaE5CSJ98ZdNd9SlBSV2I6DSsvL6hq0mSp8E1OTLUzMaElDfYP0zAymqYb1HcAWLt2+ITKLqqev3blF1fpUHjtgSFjk0wbe58Wb19kmFOOGjBjax/9B+JOb94MC7t/JyctlGu/Rs/Cs3Gw9bd2enbscu3hWfIGUdAlHTTn5goMHBXnJBye89qwBV+hGZRtzyw5Ozj4dvDq5e2qpC/ZJLxe331b9tPzH1WwHR4K7zcu9ce8u3YTvij4C9lbWTnYOns6uRnr67ERlJSXxfOWZpGFL8gsL2D6aElJE97HC4mLKJGTpyE/oN8hYX3DEKysr19OnCyMJ7bF0n0b6+kxjCL9SYY+eCq54cLZvJz43Ilryz6s4UwPBR7i0rLSuZ15QJDiOsjK1aNq3CkgPJBkAAAAA8IbbvWcxV9PH6u43pXv3afLyCn5+UzQ0DU6e/F7iBWjaWoKzo1Gjltf/EIqKKpqahvn5De0Ko/76aAUFFReXnhbm7fX1LXV1zSVdiS/horySksJ67lOk2yIBsRetoysY39je3oduTL247dNkVPucly+h1ruiskJQkmlcI/Likjp7Us7Pz2CvWNfUNBBJMopLCsSX5/rO4i54F5eVKbiwUVtHcC18WlrMpcubBw1cQLXkVB1gZdWBbr17z87KSoiNDX7+/G5M7H3hnU1bW9C/UBff8XRj6qWjaxL3ss6xTA0NbLi371WgqIytneePp/3Aza2fg4OvxCSjoDBL4j1UVQneVhkZQYW7urrg6sj8AsmfnezsBNpJaEsyDdbwjw/tD+w9FxTU+XnMzUuq57Ek7jnC2rXram3laWhoratrpqVlJCO6P0v4IFdVVUpsySF4REmzWnRIYIDXiaq5i0qK2Tp3XW3dptU5amtosYXUusfvjU8UhOgmRi0QyZPsOp4q93MmJyv4+JsaCh4xMyeL+a8Y1tY+p2dm1rMYVd9TksHwauEtmpxkUBV8X19BMG9hbLJwxhyRBTRqq/V7de5KuU49IzkLO375nKeL68CevDY0qiqqfh070+3jOe9RPX5Q6IOrd289b8zAKvRDdv9x6MAevf28fSQmGelZEl5+FR+9QIltI0S8SIyn24nLF2jhLl4d/bv17NO5mzJRVFq9eNn4BXPFGxA42zn08Olia2FlYWJqaWquIHbZiqykg6LceseQSM+WsJuJH/Sa1LbP+GrBR0y9VJRVGhV0JadJ/hi+TEqgp0EbR1dLQlel2XkN/exznW5NHj6GHVCkHmbGxiHhjxlozZBkAAAAAECbc/PWnoyMl2PHfkH1mO4dBpTzBsnYILKMkpKqqlojxoGg+vGGJxncxekiqNa1b985DnadxR86MyO+qCTHytK9rvusqChlmk1LsxGNSxq1fSQqKy+uadFa2JK6a5ZLSwXtPFSUNUVmVZRL2HQKCoI+iOqp5s7JFYQcysrq3MTg4BO5uWm+ncdYWLhx3Qfp6VnQrVOnUXm5aecv/hIZKehBQlOzEdc21tWbE8vDY7Cv71jmlbl5c/e16zvYcuyLEEoyrKzcqQ5C/B0s/2dwWA9FJUEHHUWFkuss6M4Li3LYIcH/VWM/PhrqemyhpLjOS3rz8+qr9ZO45zD81h4UXzk79dTTMxeZVVCQlZz8tK72N0wLfZABWq/Y+Dg3RxeG3/NP1IuYf12ePm6ONnbCl6WrKAu+vTNy6vz2Tq4NOTTV1JmWUFTa0O89LmjJyc1j/iuaqoKXmZtfXwuGjNpwRUdTi2mq/t16aWsJVmfbXtSF6sRH9Bu0+/ghpmG+2PDD85cv+nbr7mRjL8tPhihUaO/gSLdZYyeGP4/8asOPL5MTG3hv9x4/pCTDs72bxB+yguKGvqH/iu48MM16/mQAABAASURBVOQ+3X432fvL56soyqI4Y9Lw0T/v2MItM7SP/4i+A8QH0igsLg6Leups66ClqVnX/ReXNfdXg7JD7i1rCEM9/YYnGenZkpcsKy8vKilRV1WVkRTqF5c29EUZ6ukxDUb5KAOtHJIMAAAAAGiLnkXevH17b/fuU6lM9ctJSc8eP7kovEBZWXFlZYW8vEJpaeGaH4Yxr56cnPykSWuMjXgdKNfUVKelxWZmxmdlJyQnP0tIDC8tKfDwGFRPksHItEAkUFIiqO6/em37rVt/Ma1NPSNJcJlBSUk+0wBcfz4aGnXeJ9f/GO0kwtOjo+/STUFBxcGhs51tJ6rx161tLaGlbTRq5PLfts3J5g/bUFpb6b/jj/mJieFMKxEdfa+qqpLSPlubjjGx95mmKqvdbuoaddZEqKo0qHqlCR+frNoxyVXqfgg19ab0qT1k8GIvr6Fsmd7ojIy4zKz4lJSo1NSo7OxkCmbqSTJqGLSwgDbt/pNQNsnw6eB55tqlf12+RyffNZ98npmT/TgyYvmPq6nWmLsI3UCnzm9vo9q+dPKLRBsESKxXZXgdCikyLSEpo3Zgm7rrpltcbOLL2get7xIE7ur4nPympywDezZi5LDhfQc0PMkge04cppuBrm73Tl18Onh4ubpzHTdRnrFqybKpH85v4BUSdx4EV1RWUiV+5w5ed0NDmKayt7adNHSklqZWVFzs1r31DdSRmJK89o+tP3zyBZXdnP4eI2RQj74r3lvMlvMK8inAe5EQ/+xFTPTL2KgXsfRyDm3YVk+S0fwrQopKissrKhQVFAqKivpNa+FLItRUVSVOp8RRnT+LHQWkyQqLBdcGzV6+uOGdlUHrhSQDAAAAANqoa9d3WFt5WFi6UXnAgPkv40NFhlzOzUnRN7CkUy1dPfPsrIZe5ddkPp3GsPWwOTnJf+5eLD7+s3hjghaXnSN4mey4362OpkadbUo0apOM+sdw5uRkJbMFrbpHUdbREfQNVVQk4SrXioqSiIjrdKMyJRlenkN9fEbLyysqKqr6dn7r7Ll1DG8fS2KseNXrxsYOzUwyLl76lW7Mf6KoKDs19bmZmbOdnU9zkozCIkFTDC4TEkHRlLx8g8ZKacLHp6g4hyIo+oDXG4A1bggcYmriyMYYFPb8tfejuDjRDsGa35gJ4A12K+TerLETqdDFw1tbUyv336rU2e6G9HV0ZWVk2Spdqi9mZxkb1tlzlFltjzTC988OmiUjJ7lXQ3VJgzw3QUJyUml5mbKikq52nV8FjrZ28rLyaVnpLdWnf0lpKTsshGG9gxwY6Qu+8TKzmzgmE91DRzcPhn/F/aBZE9nBvcUZ6xse2bRDXk7O0tTMx93zXuhDpjEysrOPXjhDNyp7OruOHzqyt283ht+Op1+3HpfExriWKDsvhzIDyj98Pb2bk2TIysgM6e1PBUtj0/qTDPK0dvgHDVXB7iQnJ/fu1JlsecveXX8c2S++lpqaKvOKJaelWptbaKipWZia1TV8S9NoqUs+drW1sBI8dHoK0wxJacle7XlH8k429kgy2oLGdTsLAAAAAPAmOXt+fSW/D2sVFY3BgxeKzM3OEZzLdegwQOLqCgoqU6f8OH7c10OHLGlUV/4SOTsLLtMOuLFLvB6WGBoKzvrovJl5NTIz4tiCjY23kpLkWhuqjp8y6YfRoz6r57ry18XSwk1e0mWzFpauaqq8i+uzMuMlDgkujgt17Gy861qmnYMvW0hLFXRs4u01bOCA+WPHfC56b9lJl69svR7wB/sn1+lQVrZgH3Nx7lnXowwZvHjChG9HDP/EQN+KkRov4h7Q/9bWHkwzJCcJxuO1sfaSuICTU3emYZr28cnN5VWgUJJBqYzEu7W16cg0UntXwfXIjx9fFI8xiJGRPVuQeWUfZIDWKzzqWfTLFwyvt0PND6b/r/6Ffd29e/l0ZcvHLghGO0hIFXyvdu7gWdeKft6CgaCiYv/uwKqiipdkaNRxCbm1mTnTQtIyeG3+qDbfwcZW4gKfz1+y4/t1x7f8qd2MXp5EsENYU4JS16jIVLNsZcp7jQVFRbEJL5kmGd53AOUTVAh8cL+uGIOkZqYHPxF8PY70H8T8G10tncnDx3z67qK3x08RmfXwadjSH765VTustLWZBdNg7HNgBxJvshcJL9nB3i3NzLt6/stPRjsbwfd/aoagP1JfD292aO4XifESYwxDfQO92j6R5OReVS1uYqog/xvcq5/EBZSVlDd+sXrNJ58vm/eBnFwjjnjFu8xi+XXszBaS0lKZZohPFjzzPl3qPChdOvf9n5Z/9fn8xTbmlgy0ckgyAAAAAKDtSkuLuR98lC072Pu6ufoLz30SJujXwqfjSBVVCdeUde06nmr8qUJfXUOfvZazOeTlBWMqFBZJuBaSKlvt7QVnfbJMc1OTuiQlP0tN41XrqKpqdus6QXwBZRWNHn5Tbe06urr2LSz870YrbSBVNW1394Hi07t0HscWIqMCmYaJiQ1mx/qmOm4bSWGGrq6pk1MPthwWfpUteHgO9vEZ4+LS28hYQqOW7CxB/RrXw1VE+PWKcl7HCBQJ2Nl2El+Fpnt7D6PIxN6hc05us65bbFmRz24xvEp5O129ptfuRUbdYjvmMjV1pJ1KfIHOnUY37J6a+PF5VjtgSRfft8TXsrHxoifGNJJC7TMpKpJ8UbOnh6DaTkYG5+MAEqzZtpFtXTG4Z98pI+rs64bqf79YsIQdLyEhJYm7rD7o0cMU/jAY7R0cO0kKMyyMTdhL+Mml239fv59fwPtmVlFWaWcj+gWuqaHZxaPRuWZdrt7hfX/KyMhMGDxCfK69ta29lQ0VHj0Ny81vsbE0Lt2+wRYmDpP8vTp91Di2hvrOw+Amd1g0iN9EhlwOvFH/kucDrrGF7h19dbT+paVaZVXl3InThvftP7zfQPFxsBmhhjh5BY3YYgFBdxh+Sw4LUzOmqSjGuBl8ly1/Mvd9EwOjupZUUlScMVpwNBJU2wyFG9alrh69xg4YwpWbf9FMXc7fFLwdbw0cRnu7+AJTR46lTxPFYPq6elVVjTjipYBBfPPSphjpzztao7u6eOs60wxXAm+W8gfVoESKok3xBWj6qP6DKbzs6tUpOb1ZqQlIAxw5AQAAAECbdu3ajtzaCmJ//7nCiUV4+LUXL3g1I8rK6mNGf6Gt9Y9+Kjp2HNHdT3BtYHDwCabZ0tJfsIUO/wxUiKGBzaSJ33MDPisotExv3RJdurSJLfj4jPbyHCo8S0vLaMqkH9i+cRISwpKSpLEVP70p1tb/qLrq4Na/XTveJahlZUX37h9r4P1UVpRdufIbWx44YD7lFsJz1VR1RgxbytYpREXdyckR1KFE1daMjxn5uYbY2A/ciNzRMYIemXJyk+/cPciWBw9eaGX5jytDLS3cxo7+gi0/Dr3YwNYk/w0KvfILMqkmzsGuM9NUVFkWdO8IW/bvN094i8nJydNm19Nv6OWTTfv43LlzMC+fd2Gso2N3V9c+wmvRk+nf/12m8VLTBA10HJ26KyoqC8+iIHDs2C8sa99lLvMAAGGhTyMu3ODVq9I3zPvTZovXDisrKc8YM2H3j7/qavEa2xUWF6/cuJabW1Ze9useQQO4xbPmUm4hvC5Vmq+Yv4Stsr8VHJSY+ndCHJsQzxbemzJT+KpzTXWN7z78tFFDItdv17ED7GAe/fx6jvIfLDxLU139i/mCIRNu3L/DtJz9p4+xI6h7urjOHCN6pcKgnn37dOW1gaN6+UPnTjFNQjXdZka8rZ2Xnx8Q9C/XDVy8fT2PHx0pKiiMEaqslyi/sCAkPJRh46v3PxQJMwx0dQd25zWGo2rxG/eCuOnOdg5U8043isol3m14dCS9EbSbdfPsxDTDpr92sq/F2MBw5/frp40aJxIGKCkqDe3j//u3a9kGCrl5eWzXWORxbYdILrYOIhEaPbG3x08RDvPUVF5VN1OXbgXcf8wLVzTU1FYvWSbyiRszYCi3zxy5cJppDHVV1U1ffU/5HDeFXtfHb7/HfnhPX70UKdQuqgmS0lL2nBQcSHw05z1PZ1fhuR7O7VcvXs6Wz1y/XFbeoOMocxNTds9pZnsdeBUwTgYAAAAAtGlUO3zmzNrJk9cwvAu39fr3e+fEye+5uRcvbZ45Y4OioqqtjdfcudufPw+Ki3uop2/u7NRDu3b4BIoxoqPvMs324OGpDm79ZGRkO3Tor69vFRUVmJ2TSI9ibu5qb9dRVvbvQ3clZQ3mlXnx4kHo4wvuHQbQqx46dImX19DYF8EU9jg6+tnZCp5GUXHO2bPrGKmkqWkwZfIPkZGBsbH3ZWRlTYzbeXoK6okuX96an5/e8LuiKIveCwd7XwMD69mzttwPOZGXm1JVWamja+rpPkiTP7RDVlbCiVPfcavQzkCr6OlZ6BtYvjNv58PQc1mZLysrK6gy3cmpOzvud1Z24uPHfw8vfytwn4tzb1peR8d02rS10TH34l8+rq6ubt++N9cgIDk58sbN3YyUeRn3yM2tn42NN5dGNMGtW3sc23UzNrY3MrSbPWvzw0dnaZMaGdk5OfrRZiwuzpeXV1BUVPnX+2nax6eiouTy5S0jRyyn4GTUyM8srdzT02JLSwv09Cw9PAZpaRpWVJQpKPDyhqrqCqZhwsOv9+gxQ1ND30Df6t13/nwSdjk9PVZVVdvY2MHJsZtwp23KSi3T7T7Am+e7335RUlJiW06M7j94ZL+BYVFP0zIzC4uLHKxt7a1tlBUFQWBxSfGS1Z8/fvaPcYaoWnZQj77dvDvZWlj9/v36IxfOpKanlpdXmpuYDOvd38iANxpEfFLiVxt/Fl7r7LXLbM9Lvh7ef/286e5D3qUMqsoqvTp31dLUpHreTnV3V9UoJaWlW/ftWvHeYnoVS+e9P6xv/6DQB/FJSTYWFsP7DmAbKIQ+DT9x6TzTotbt2rZhxSp5Obl5k6a7tnN6EP4kLStDX1vXyc6ekgx2mV/+3C6yMRtuaG3HRDeC77AdLtWDUocrd27Rm8tbsY//9oN/1b/89v1/ebl0UFZS8vfr6WTvcPHm9bjEeE11TVtLq35du2vxk4NLt2+kZv79K08ZQL9uvKaTVIW98pefJN7tg7DHA3v07tTBY/+Z40xTJSQnffjdynWfraSkgRIvSsLmTZwW/TKuskqwEazMLNRrey2jLfPlhh+5rrfSMzNuhdzz8/ZRVlbe+vWai7cCwqKeycnK2Vla9fLtZqj3j3FNtDU1qeKeeTXW7dq+7ZsfVFVUO7l57Pl5U+CD+yFPQi3NzOhjaFo75AzFGIEhjRscKzUjnQKeHd+uDXxw78b9IB1NrW7ePmxCkJ2Xs2nvTqbZ/jx2qF/XHtbmFubGJptWfn/nYcjDp0+qq6r7+fVwsWvHLhMRE/XH4X0NvMM+vn70JlKBwr+pH85nQJogyQAAAACAti4m9v6TJ5fc3HiXcnfoMCAs7Co3iHG7wCSKAAAQAElEQVRaWszvO94bMXwp1SlTFaSrax/hC7fLy4vvB5/grtxvpoT4sKCgw76+vJ4H6OFEurXJL8i8eHHTyBFL5eUV9fRarLduiU6c+C47O6m731SqRBZ/JlSrfubMz2npzbqG7hV5+fIx1XubmTo5O3enGze9oqL0zNm1wvlBAx08uKJPn/919hmrwutWS7R77hcvQg4d+aq0pICbUlJacPjIV5MnrVFX11VWVu/SWbTPooT4J0ePrxLui6yyouyPnfMHDvzAjV8RT8EJ3bi5NTXVkZG3T536oaysiJEysS9C6DlbWbnLyMg0uSuSqqrK3X8tGTf2ayurDpRC9ewxnZuVl5u2d//SqVN+akiS0eSPD+VV+fkZY8Z8QdlDR6/hwrMiI29l56awb2JpaUO3P71TFy/+OnrUpxSf0Cvq1nWi8FyKRgLv7Le19rKwdFNR1dLWMmY7MQMAYVTXv/SHb6aNGjeq/yCqRZWVlRXvbZ++dq7evbXpr51cz0LCPlmz8p3JMyYMGamlrjFLrAkCxRLLf/o2v7BAeOL1e4Ebd+94Z9J0OTk5G3NL4S71z9+49sO2jVd2Nz21FXH66qWiouJl8z6gjKS9gyPdhOdSxvDJmq8beP14w1HF9JxPl3y18GMLY1O/jp25gQpYVLf+zca1tEmZJqFK/F61fXZduNmgMbdPXj7PJhkmBkY9fHxv3KvvopDw6Mg12379ZM58JUVFev6z35okPJfi/3MBV77dsoFppHuPH1KS4dnerTk/ZITinzmfffTpuwvYqnPahSQ2BEnJSFu347c7j4KFJ67dscXV3pEiEEoRRvoPEhk45PLtG7kFeWMHDmN4PY/ZhD+PZF6N6LjY2csWr3h/Mb0Eyl36+/WkGzeXIsMj589s3LOjgfdWwwg25rebN4wbMoJixd6+fnTjFngWE/3pz6tbpP+0svKytz9dvGT2u/RW0ncFPRbduLm0b9y4f3fVprWFxcUMtH5IMgAAAAAAmPMXN9rZdlJV06ZT2SFDFm3aPIPryScjI27HH+917TrB3MxFW8dER9ukpKSAJiYlRdwPPllXV/hNc/HS5hcvHnTrNklL21hNVYeCBKrnzclODn967e7dQ1RD6u01xMbGW0/X3NLCLT7hCfPK3Ly5+3n03U7eI6naV1vHVEVZPSsrIS39BVX7tkgDlFekorJkz19LevWc6ekxmN5Nippyc1NjY4Pv3TvWtPpi2v6XLm2JiQ12dxugq2umq2NKVeH5hVlpqc8fPTofHXNPfBVKvzZsnOTTaZSLcy91NR0VVU2qHKFHT0mOfPrsZpSkgToo/zh2fFVkVKCLc3dtbVNtbRPaDzMz4lLToh88OCOdoRGJjr5H20dJSdXWpiMX/jVBSXH+n7sXurbv5+k5WFfPnHa25JTIl3GPHjw4TQlEw++nyR+fhISw7dvnergPMjNzNjd3prqsjIwX0dH379w9MKC/4GLMsrLChj+TiIjrmRkve/eeZWhoq6amQ0kM7QMF+Rkv4h7cvLU7O5tX60pJBv3fwX3AjRu7GACQ5M9jB+nW1bNjt44+VmYWVN9toKuXm5eXlJEan5R48sqFemp1KyorN+zaHhT6YHDPfhYmpuZGJlQDnpGTFRkbc+bapcCHwRLX2n38UERM1KwxE734VdtU2RoUGnIz5F5Y5NMW79jnWtBteqzpo8fbWFiaG5vqaGrl5Odl5+QcvXj6xOULzKtBW2zK4vdmjZ3gaGtvZmRspG9YUFSQmpFxKzjo+KXz2Xk5TFMN6tlXWYnXUCYtI4Ptp+hfPY15HvUihu1SaUTfgfUnGYTeOApjpo1+y93ZVVtDU0tDs7i4mHaGRxHh529caVonRXceBNOuQm9u5w5e3FArTUNJwKxPFg7t7d+jUxcfd092a7DoJyAs6unF2wEnLp0XD6gSU1Pe+uDtt8dP8engqaOtTdkbw++B6mns893HDoWEP/Zu34FNMvr6dm/xljrCYhNe/m/Z4qkj33J1cDQ1MjYzMqG0jyaGRT2jGKNRu4cM/eOrrK5avPrzEf4Du3h4e7m608t/mZQQ+jR855H9/9pwp+HyCwu/WL/mZvDd3p27mRobmxkaMzIycQnxUXExtGNHv3zBwJuiWZEjAAAAALQp7KFjda0qqiasrKyoqCi/+g5TnHI+vjgoVYr68Ye2w9jYfs7b2xje+BNBe/cuZQBayOhRn7m68jpd2bVrwcv4xwy0BCsN+RnO6lTIcF+rqKyuyKegoED/y/PJycnJ8lFVMsPvVJ0BITW12B9i9re4JCsp5qfxNPejZ4oJpRgSFQCgWU5u/TM1I33OZx8yb6ixRhVjTapkDe01xnwt/ENM/7O/xbK1pOq3GG0yAAAAAAAAoC3y85tsZupcXJwXcGOX+BgqyioatjbeDK9BRjE3jjcAAAC82XS1dPR1dEPCcQWD1EGSAQAAAAAAAG1SDePoyOvYvaqq/Oy59cJzZGRkRo1crqrGG3o3IuI6hRkMAAAAtAETh42Uk5O7dPM6A1IGSQYAAAAAAAC0RQ8fnfPyHqqtZdyx40hrK6/I57fT014oKqro61s6OfppaRvRMvn5GZeubGEAAACgDRjet/+0UeMOnTtZ14A68BohyQAAAAAAAIC2qKgo+9DBLyZP+l5VTVvfwJJuIgskxD85cXpNaUkBAwAAAG3AuYCrBUXF1+7eYkD6IMkAAAAAAACANiolNWrDxokdO450ce6lrq6rqqpVVVVZWJidnhH78OG56Oi7DAAAALQZFZWViDGkFpIMAAAAAABo3VJTo1d+3ZsBaJLy8tLAwP10YwAAAABAWiHJAAAAAAAAAAAAAAAA6YUkAwAAAAAAAAAAAAAApBeSDAAAAAAAAAAAAAAAkF5IMgAAAAAAAAAAAAAAQHohyQAAAAAAAAAAAAAAAOmFJAMAAAAAAAAAAAAAAKQXkgwAAAAAAAAAAAAAAJBeSDIAAAAAAAAAAAAAAEB6IckAAAAAAAAAAAAAAADphSQDAAAAAAAAAAAAAACkF5IMAAAAAAAAAAAAAACQXkgyAAAAAAAAAAAAAABAeiHJAAAAAAAAAAAAAAAA6YUkAwAAAAAAAAAAAAAApBeSDAAAAAAAAAAAAAAAkF5IMgAAAAAAAAAAAAAAQHohyQAAAAAAAAAAAAAAAOmFJAMAAAAAAAAAAAAAAKQXkgwAAAAAgNfM0MBm3rwdVIiNDd7z10fMf+j9+X/p6JhS4dz5DffvHxOe5eU5ND7hcWZmPNNWdfYZM2DAfCoE3NgVELCTkSYLFx7S1NAvKyv+fs0QkVnaWsb2Dr7BwceZN0sLfkyMje3nvL2NCtExQXv3Lm3UugoKKr6dx9y8tYcBgDbv1LY9hrp6RSXFfaaMYV6lz99fMqRXPyosWPnZ3dAQpg079Mt2S1Oz8oqK7hOGM6+Pp7OrpoZGwL07zJtiRL8By99ZSIVdRw9s+msn0wzebu6bvvyOCpduBXy29jsGoOXIMgAAAAAAAEIMDKxnTF8/dOgSJUVVBloPGRmZLr7j587dbm/nw8Ar4ODg+8683yniYgAAoE3SVNdYNu+DX7/6zsrMggGA/xbaZAAAAAAAwD/07DnD0rIDA62Ngb61v/88Bl6ZIUOWaGroFxflMgAA0CYN7tl3pP8gBgBeByQZAAAAAACvWV5+2oGDK6hQhBpSaRL1/E5uXhoVpLCLrVMn18grKFVVVTJtBj4mACBtVm1cq6SkWNGWvooBAF4jJBkAAAAAAK9ZWVlxZOQt5nXIz89kx8nIzkpk4J9ycpLpxkilmNj7TBvzGj8mAAAStfEhKwAA/mMYJwMAAAAAoO3KyREEGGnpMQwAAAAAAIBUQpsMAAAAAIDXzNDAZt68HVSIjQ3e89dHwrM0NPT69HnbyMheQ11HRUWzsDAnLzc1Oyfx4cNz8QlPRO5n8aIj6uq6kZG3DhxcQSu6uw+0sHA1M3WpYaoyMxLS0p6HPDidkREnvEpWdhL9X1yUW1iYTYUpk3+wte3IzZ09ezP9X11d9c2qfkzDaGoaensNt7PrqK1lpKSsXlScW1iQ9STsYnDwSYldIXl6DrKx9tbSNNTSMlJT1y0pycvLS8/OToqJDX7y5GJNTY3wwpMmfWdv1zkvN239LxO8vYd7eAwyNLDOpQ2SnXTt2u/pGS8++uikirJGRMS1Y8dX9+k7p51dZw1Ng8zM+OzsRANDGyNDW7qTvXs/iY65J/HJz5273cjQrrKy/Od1Y0tLCjr7jBkwYD5ND7ixKyBgJ7uMsbH9nLe3UeHSpS137h6gP9u79KbtbGzsUFySl5kRn5gYHhJyqqg4R+JDODv39PAYaGBgra6mW1iYlZ2VFP702sOHZ3v3mtW9+1Ra4Ldtb6emRjP/ZuHCQ5oa+mVlxd+vGUJ/Wll2mD59PTe3Xbsun6+4RoU7dw5curyFndiofUki2h/MTJ2osPW3/6Wl/SP6UlRU/vij07KyclTesmUWvRfCc9XUdBctPEhzo2OC9u5dKjzL1bWPo6Ofnq65jo5ZVWU5PR96v+7ePSxyD0y9HxOGv+P5dBpFey/tSPLyChkZL+kZ0huXn5++bOk5BQVl9nMh8XXZ2Xby8Bykr2+pp2tRXJKfmREXGRUYEnKS9nxumU8+PqOkpMqWVdW02c2bkBD2x873GQBoq05t22Ooq1dUUtxnyhhu4tnf/9LT1g24d+fj71ca6OoO6d3f3cmlvYNjdXV1XFLi8xcxxy6di014KfEOne0cJg4bTf8b6usXFhU9jY46fO70v7b80NHSnjVmgo2FpbmJKZXTMzLiU5IePQ3fffyQ+MJrPvm8p0+X/MJC/+lv0cKTho3q6tWJViwtKU3JSL9y9+axC2cKi4vreqz+fj17du5qaWJqZmxaUV6RkJoUl5Sw79TxmPg4kSXb2djt/nEjFTbs2v7XySP0p3+3Hh0cXRxt7XIL8uMSE55EPj168Sz9FEl8oN6du43wH2hrbqWjrZ2akR76LGzvyWN1bbfmbIqs3OzBsyfLyckN7ePv4ezqau9ooKcXl5gYmxB38WaA8MZ/e/yU/42bzP353pSZdKPCotWfB4bU11CS2xRrd2zdf+Z4N2+f4X0HONnaa2tpZWRnPY1+vv/0sfDnkezC9JT8OvrSPmNkYJCdmxPxPOr7336h90viPduYW741eJidhbWVmbmCgmJSakpCStLlwJvX7tbZhNFI3+CtQcO6eHY00jeUlZV5/iL2/I1rxy6dZepF22fayLdc2zlZmJjRE8vLy49PSYx+Gbfj8N66nptE3q4dpowYa2ZkQq9dWVEpPTszNT3tRWLC3pNHUzLSGIB/gyQDAAAAAEBKaWsZT568Rk/PgpuiqWlANwtLN3f3QcEhJ8+dW/fPun5emabo6VlOmbRGS9uIm6FmpWNl1cHTc+ievz6k6lduOjsCREYLjQPh5TVkQP/5VGv89xPW0KebqaljR++RdWjqbQAAEABJREFUO3ctLCrK/vspqelOnLCaZgnfg7q6Ht3MzJzd3Pp5egzeu29pRUWJ+AN5ew0bMngRW6ZUQEfH9OTJ74UXGD7sYzc3f7ZMD1FTUx325LJR3zkMr+q8r8Qkg+roKcagQnR0EMUYTB1qmBqu4OjYbfSoFQoKSuwURUUVesvs7X3c3Qds3/FOSXG+8IoKCipvjf2S5nJTtLVN6GZr11FL24Seocj9t6zG70sSULzEJhn2dj4iSUa7dl3ZGIPY2HqL5BBOjt3YudHRf295CgYGD1pEb/TfyympUkhgbu5K4dCFi5sePDzNNIy9ve+Y0Su4pIHhv+l0s7H1ouCq/nX9uk3q1WsW9+TZPZYSEW8v+rB8xCZ8AAANx36V0jeqlan5hs9XGRsYcrOobt3TxXW4/8D3v/r08bNwkRVFKsqpnrd7J1+6HT5/SkZGpq6H6+rZ8bP5iyg74aZYmpnTza9jZz9vn8/Xr0nLzJC4oodz+68XL6Mkhns4qlx2tncYN3jE0jVfcxXrHDUV1Y/nzB/Yo/ffk1Tox0XLzdHFv2vPtX/8dvzyOeHl//65rKnp4eP79aKl9BCC9ZRVTAyMqDJ9cK9+M5cuzC/4x8+lspLyqsVL6fn//YpMzejm363Xzzs2M3Vr7KZgf/XoPxVl5Z+Xr/Rq78bNou1AtyG9/Tfu3iExBWmyVYuX9evWg/vTwtiUbn7enT78fmXIk9AZYya8M2k6N9fU0JhuFITM+exDkchHW1Nr0Yw5/n49KWPgJlJKRDe6/5NXLv70++bSslKRR6fdaeWCj1RV/v659HBxpdugnn2uBwXW9ZwtTM2+WbjUyc6em6JsYEB5RqcOnr19u32xfg1lRUwD0Bv0zZJlakKPzr58up9hffzX7vztxKXzDEC9kGQAAAAAAEgjqviePOl7tuo5OTkyOiaIUgd1NV0KJBwculDFa0fv4cVFOddr2wrw8Wo6tHVMZ05fTzXCOTnJKanPy0qLTEwdjQxtqR6E6tyHDlmyectMboX4l6EHDq4oLMhk/7wesOt+8Anfzm/Ro9Cf5y/8kpeXzjSsbt3Xd1x//3fYcmjouZTU6OLiPGMj+44dR1AVP72QsWM///PPRVx1ORdjFBXnRIRfz8h8WVpaoKNjZm/f2cK8PU2n59Cr53SuScHfL1JOzq/7FOEpcXGPSkr/zh60tIxFApKo53dCHp7u2XOGvLwixQ/yCkqVFWUid+vuOYgtPHlyiambDCOoTmrn0MXS0o3eCHp3MjNfysjImlu46GjzBh2hZKVfn7mnTv8gvCK9fDbGoNCCopSYmPtKiqq8F2vh2sNvSl5umsj9N0p6Zhy9j7R7DBnCC3gSEsMDA/dTITub13tYk/YlCZ5H3qanSgUra/fbgfuEZ1lbeXJlK8sOQUGHhefa2nbiv/Ca8LBr7BQ5OfkZMzaw0RHtAA8fnMnMSqDqGC1t007eI1RUNIYOXaKhqR/wb0+JfbgJ479howjajJFRt2jfs7To4OTkR/nNtKk/02PVva6HvV1nemJZWQlpadEVFaWmps6UjdEsQ0Pbfn3nHj/xLbvkkaNf0/0MG7KEPlllZUXHT3xHE0uK8xgAgH9iQwczI+PfvvmRKvoTU1Oi4mIKCotc7B3srWzot5gq9JfNe3/iwnnCa1EVNhtj0DfSsUvnomJj5OXlO7t7Ui382IHDSsvLJD4WVbWveG8Rm3Ncu3s79Fl4Zk62oa4+5SVUZ0011L9/u27Gx/Mzc0SbCSoqKqxZ+oWWukZGdnbAvdsR0c89nF17de6qqa5O2caGz1dPWfyu8DXyCvLyv636kZ4/lalK/cTl83FJiQryciZGJmMGDKH7WfbOBwZ6etsO7Pl7O9T+nNFLoNSEvuEjYqJeJibQz6Wbo5OZkQnNMjc2mT9l1urN64Sf27cfLu/qxfvVKCgqOnzuVFxSvIWJGcUe7R0cl7+zsKy8vKU2BbuwgoLC5q/WUG6Rl5//5Pmz9KxMOwsrZ/t2igoKDD9eunb3Fr2JVL5483rUi5jOHl5jBgylP09cvnA7JIgKz6L/vSUla1i/AfaW1lVVVdEv457FPNfS1Ozo5qGuqkrRwoez37lw8zrFGIXFxZRyUejS3qGdg7UdPUlKceZMmPr91l+E7+rTdxZSPkQFurc7j0IePQ0rLi7p1MGDtja9WcP79m9nbTvjkw+Er1Hwdu3w/UefsclH4MP7QY8e5hcWdHTt0LNzN3fn9o5CQYUwazOLHd+vY+OHZzHR14JuJ6WlaKlr2lpajuw3iIK6TV99v2T1l3ceBdf/2h1sbFd/uJxCrOrq6sAH9x/Ra8xItzQ179bRx8WuHU1fPm9BUmpq8JNHDEDdkGQAAAAAAEij9u176elbMvyK9WPHV3PT7wYdcnHuOXbsl1T2cB8kXvtsbMSrHb54aXNQ0CHuDNbayoOSAwVFFaqldXT040ZOpgBAeBTlxERecw3uMvmkxIik5GdMA1ANfq+eMxjeGXXliZPfhYVdYadT4VHouWlT16qr61pZuru69n3y5DLDb73Bhg1ZmfG/75wv3Abi5s3d/v7zuviOZ3jX2ncWTzI0NfTp/xcvQu7ePZSc8tzGxrOo6B8XKpqZOdP/9+8fe/zkEqUpNtZeL+Ie0EM8j77r7NRDSUmtvUvv0NB/XPdH9eAuTr2oUFSU/axhw0pbW3sUF+cfOfrVixcPuImdO48d0P89ht/y49KVLdzrsrHxdrDn1TgUFmafOPEdN173zVt7evWa2aP7NOEGNE1QUpxP76OhgY3wn9zcJu9LImhnyMtP19I0tDB3pboV4foRSg6Eym7Ca9GStK2okJISxXW61bXLBDbGiI9/fPDQF8XFf7+Dj0PPjR+3inZUv26TI8KvUcTF1KtnbYuK0McXzp5dzzbioff3zt3948d9I9wMRRxle/SOHz781cv4x9zE/v7v+fqOZXhdgfU4ffZnNvSKjr5L/w8atID+r6qswNjjAFA/B2tef4brd27bd/oY923p3b7Dz8u/UlZWtrWw6unTJeDeHXa6sb7hzNG8Xz2qlV658afzNwSh76FzJ/v79aQ6a1pF/CGoBvzdyTPoO5bW+nrj2nM3rnCz/jp5hL2630BX972ps7/a8KPIupSm0I1q/Fdv2cA2iThz7dLOI/u/WvChm6ML3fP8qbM+/flbbvkpI8ayMcajiLBPfvgmN//vHPfs1YsUitArmj56/OXbN14kirbypAr0vIL85T99K1xJPWHoqEUzeQ0lB/TotXH371Slzk7v160HG2Nk5WYv/OZzSg7Y6ZSRLJgxZ9KwUUqKii27KSiG0bLXoG3+0++buI6SDPUN1n66klIHejhKktbt/I0mvkxOpJuJgeD3OjE1mXsHG4juMC0jY9Hqz7nOuNrZ2G35eg3lBLQB6UnS5l2xfk16bduRrt6dvvvwM3oOw/r0X/fHb2W1gdYo/8FsjBGflLjy17VPIiPY6UcunKZ9bOWiT/R1dJ3s7GeOmbDj8N+XHSycMYeNMY5ePMvlImevX3Y4c/yHTz7nXpeIBTPfZmOMw+dP/bxjK21hbtat+0FfL15GG3/RrLnBix9VVFbW89onDB5BcQUV1vz2q3BnVtsP/rVo5twJQ0fyX9cgJBlQP4z4DQAAAAAgjYwMBRfHPX4s2kQg4mlAYlJEWnpMQlK4vLyEU/qoqDt37x4UrmiOe/no4SPBeaOZmRPT0jp3Hq2oyDtBDQu/ysUYrMzM+HPnBJdbtnfpU1sQdE9x7foO8a6crl3bUVHOq4/W1jaR+HA5ucn7Dnz6PDqIqqHp4SjVEFkgPOLaufMbkpKe5uQkP3h4mv5neLXbFwSP3r6XyPIuLr1UVTV5zz/s2r92ssS5c2e/cIxBgoIOJyfzeuSgKnIzk7+3cxffcWwh4MYuLsZgXb/+R+jji8yr1Jx9SURsDG9TUxpE2Qw3UUNDT9+Al5QkJPL6l1BV0zY2/vvSThtbbxUVDSrE1Hbqpalp2K3bJCpQFETJinCMwfDakSSfOv1TTU21nJz8oEEL638+Fhau1lbuDG/s+uRTp34Q7ouMdrx9B5ZXV1fWfw8XLm4SjjHI5StbsrISGN6bqEyZDQMA0CS3goP2njoq/JsSEv745JXaXyKHv9sOjh04lM0qbty/y8UYrIu3AnYc2Sfx/udOmEYV1lQ4ePakcN09i2IJegJUGNSjT6cOnuKrZ2Rnr1j7nXDPTklpKVTRz9ZH9/btpqulw0430jeYPpr3K0aBxBfrfxCOMUhCasrqzRuqq6sV5OU/evs9iU9194nDIjXU+08fexr9nOFnKi527bjp4wYNF6xy/DAXY7DW7/ztVsi9V7Ep0rOzvtu6QXi8B8oSfj/wF1t2snNgWs7vR/YKjylCr5Hr1qmsvPzbLRvShbrACgy5f5+/3Wjb2lpYshMtjE0+mD6bLa/avI6LMVi0j336k+CShWmj3jI3FhxHdfXsSKkJ76VlZf64fZPwKs9fxH629nuJBz+9ff26evKCpbCoZz9u3ywcY/Ce3sPgXUcPUMHKzJziIqZetlbW9D/tXeJjcvx+eB9t/PDnkQkpyQxAvZBkAAAAAABIo7IKwXib3fwmq6npiszdseO9rVv/d+TIyspKCd0s3As+Kj4xpXYcaWV+tXLLsrMT9Jt089Zu8blPn92kGvyLQiMfHD266sDBzyjGePrshvjy9KLy83ln8pQHSOwcPCIiQLx7KGGhjyR0tRwVFcjera2Ntwo/t+C4ugqaoTx8eIZpmIqK0rtBEvrOTk8X1LxwD6GkpMo2SsjNS5V4/zdv/ilxOPSW0px9SQTbNIHhb0NuooN9F4bfI8rdOwfYKcI5h4NdF7YQHi6onnNx7snmXhFPr+flSRjhMzExjB32nLaburpuPc/HyVnQ2zhlSMIDdLOysxKfhF2pZ3WKUsLEFqD7oQyMLaupaTMAAE1y8NxJ8YnPamvnNdT//i32cfdiC3+dlPDzfeDMyey8HPHpvbt0Z3hfWdU7juxnJDlzndcIkn5GB3TvKT539/GD4hfRUyxx8dZ1hj/Ccy/fruzEPl382KvpLwfeTM1MF78rqkyPehHL8Jtf6OvoiMwtLSvbf+qY+FrR8bFsQUtTsCk0NTTbt+NdBJCXn3/0goQxqP+o45U2c1OcvXappFR0SInHkYKxHzTU1JgWQhv84s3rIhPZTcfw+m56HpeUIDKXG9uD0gK2MLBnX3agi6BHDyQOUEETb/NHIKd3bWAPwRUkXb07sYWjF86IBBIkLPLp7QcSBi0f0L0XWzhw5rjEqOPohdO02anQr2sPpl4lJbwtTJHMklnzRBrWUJzmP/2tWUsXbtm3iwGoF3qXAgAAAACQRk8jrnfp/BZV5VtbuS9aeDAhITw29v6zZzf/tbMdkp2ZKD6xvKyILSjIKTAtSkVZg+3Dp6Awm+qOJS4jMuBBUXFOZORtuglPlJWVMzSyNTVpZ72LOQwAABAASURBVGnRQVPTQPBsFZTKy0XrF1KSI5m6UaAS91Jy7wSPn1z06zZZVlbe02MwO5IEwxtmXNferiMVqP5aZKjqehQUZEmMH8pqB9iUq93O5mbt2eYO6Wmx4rXtDK8VQlJaWozI2B4tqDn7kojn0XcryksUFFUsLP/uQsramneJa0ZmXNTzOxUVZfRAVpYd7vydavBSnJycZG7batd2pVVRUeLo6CfxgUprBz7R17OsZ9htU2PBRqMXJXGBqMjb7h0G1LV6Tk6SxOn5BYKaIyWlFqvAAoC2Jj5JwjdMcbEgWlaU/7tGzo5/uXppeZnI9fWs0rLSB2FPhIeJJlQXzGYGGVlZns7tGUlUVVTYgrG+ofjca3WM8BweFTmkFy/dd+Rfwk9Ma/sdomfS06eLxLUKigRf2lamFiLDcmTkZEnsd6i4RPBzqaAg+Llsb9dOnt/9UUzCyzJJQ4NQhXtqRrrwIOpMS2yKlHQJ8UxOvqC1ioJ8ix01vUxOFI9MuDYuqZLGZi/9+6BCsMNoaQiCn/DoOo+FAu4HduNHF6aGgvfOwcq2/rXuPgzx8/YRmchtLjpCq+utz8zNMdTVM9LXZ+pFEQ4FXVQYN2TE0D7+D8Kf3LwfFHD/jshI5gD1Q5IBAAAAACCNqGr70uXNgwYukJGRoRNIK6sOdOvde3ZWVkJsbPDz53djYu9LvD6O6srz8iVc515RWSEoybRwy2yuD6jCgiymkUxNHB0duxkYWOvqmevpWogPziwj6dnWU7VNystL6mpeEBx8slvXiXSfLs69uCTD3X0gZRsMf1QPpsGK6ngO1dWC7SwrK3jm3PbJrx1ZXVxuXsqrSzKavC+Jow0bFx/qYO9rZuqkqKjMhkyW/PHhExPCKdpJSn5GeYkVv8cnht+RlKEhr/Yk5sXfY4Fq88dFZ3idbo1nB0Sph46uSV25FO/+tQRVJ5SjSFwgMyuBqVt5ebHE6TX8K0wZft0NAwDQeFVVVRKbL5TV/jzJ1P5GGOjqstX32bk5dd1berboz4e9pQ3bZtHIwGDNJ58z9TLSMxCZQt/5GVmSf5KS01LZgramFlswNTJmC5OHj6EbUy8zY+OQ8H902ZedI/l1cYclcrWbQk9X0J4jI7vOwwmaJZJkNHNTMLwOlyRECFV8cnJyEtuGNk2BUAdW4vL+2W0XS/zXWVtD8L6kZqQxdYhPFFxWYlL73uloCZoYptS+vyIk7q4mtZv6qwUfMfVSUVYx1DdIlxTGsI5fPufp4jqwJ6+NiKqKql/HznT7eM57z2Kjg0IfXL1763lt2xSAeiDJAAAAAACQUsHBJ3Jz03w7j7GwcFNQUGIn6ulZ0K1Tp1F5uWnnL/4i0qyB4fWzXNzwkR5ahKqq4KSaG8+5ISg/8PIcYmEhOg5BWVlRYmKEqUk7ldq7FVcuNByCuIq6O57Kz0+Pi3toY+NNsQFlJ2wLEnbQjoqK0tAnjRivguuy6V+pqQuqZoqL6tw+TQiBGqVp+5JEMTH3KcmgKv527bqGhV01MrJjx2Bn84aE+MeUZCgpqZmZuSQlRbg4C/rxiIr8e1hUTU19psHEu8MSpqrC20nqya6y6k0yqqpfYadeANCWFZWUNPC3WKu2YjpHUkU2Ky1DtILYxMiIaTAtLdHf0/yiwrqeXm6B4GmoqaqyBUM9PabBdLVFv7SLShv6c6muqs4W6rlOPyNH9OeymZuCFBQ39Bk2E9fAojlUaod/z8ip86qO5NqQQ1NNsElValulJGekS15FLOFQU1HV1qrzSEycoZ5+PUkG+WLDD89fvujbrbuTjT17tQcFRe0dHOk2a+zE8OeRX2348WVyIgNQNyQZAAAAAADSKzr6Lt0UFFQcHDrb2XaysnLX1TVjZ2lpG40aufy3bXOys5OY1yonL4UtsNXKDdHBrf+I4Z+w5eLi/LS05xkZcSmp0WnpMWmp0VS98t67f9aTZDRH6ONL7CgOXh5DLl/Zamxszw5PHfX8jvjY4y2C4hO2oKpa56ALqqo6zCvWUvvS06cBA/q/JyMja2PtTUmGrS2vY67q6ip2JPMXLx507z6VCjbWHpRk2NrxNjWlU7FC45yXlgnqjHb8MT8xMZxphsLCbEpNFBVV5OUVJYYZ2trGDACAFMvNF9Ta62rV+Ruhoa4uMiW/UPCDFfjg/qJV/9IQQRxVcCspKpaVS/jaNKsdI7qwSNApZWGx4OqB2csXh0U+ZV6ZgiJBkwU97Tp/E9VVRDv9a+am+C/VMC1woUl6bYMVA506k36j2l6h8ms3Ka9bM11eImVqZJyQLOG3nss8OEUlxeUVFYoKCgVFRf2mjWVawp4Th+lmoKvbvVMXnw4eXq7uWrUDxlCesWrJsqkfzv+PL8eB1gUjfgMAAAAASLuKipKIiOunTv+w8dcpdAsM3M9W2ioqqvp2fot53bKzEtlmEFzjA3HGJg5mpk7s6M2ysnJ9+r7NTr927fcffxqxe8+H5y9sDA09n5rynD2DfXXjE4SFXS7hJxYu7XvR/x7uA9npT55cZl4NrlmAhkadl7VqaDSimUJzNH9fKijIYofjtuQPlWFlyetIKj0ttqSY16X4y/jQMv6ILBaWbnJy8laWvEEyKOQQHiAkt3Z0CmNjB6Z5cnIEKZq+vqXEBXRqe7ICAJBOmTk57DAShrr6dXVkJD4IwfM4wchDNhaWTOPRA1nWjiAtwqR2VIzs2oYRSWnJbMHJxp55lbKyBY0MDPXq/E0Un9XMTdHqJKYI3g5jwzqjerPaTqW4QTi4Fj8WRiYSVzE1ljCdbaihoaZmYWrGtJyM7OyjF84s/WFV/+nj5n320bW7giahDta2IuPBAIhAkgEAAAAAII28vYYNHDB/7BjRqwuzs5MuX9l6PeAP9k89PXOm5TX6arj8PF4/BlqaRkbGdhIXGDH8k9mzNy/44ICqqradXSe2P6KMzJc3b+0RX1hT05DNPIisTAsPVEBV6uHhV6mgrWVsYeHq0K4L//mnR0UFMq9GWlo0W7Awd2WH/hZB28TEpLl1+kzdF3u2+L4UE3OPv7wFZTNW/EEyXsY/ETyHmhp28G1LC7d2Dl3YnqyePw8SXj2rtuUH1/eUuCGDF0+Y8C3tNgb6VkzdcnMFFTr29p0lLmBv78u0IFwoCgCvQFRcDMPvaadX527icyl18OngJTIxJy83N49XN03BQ6cOnhLv1t3Z5dcvv1u1ZNmkYaPF53b17ChxrU5uHmwhonZo6PhkwTdtny5+TB2Wzn3/p+VffT5/sY150+OEsOdPS/kDfTva2XOjdAij+nRLsSr15m+KRmmRdhXNkZAq+A3tXMeLJdzY3VGxMWwhMlZwKNKljvfd18NbfGJiquCtH8wfBF6cspLyxi9Wr/nk82XzPpCTq/OATVdLZ/LwMZ++u+jt8VNEZj18Grb0h29uhdxj/7Q2s2AA6oYkAwAAAABAGnl4DvbxGePi0ltiNpCdJTiPLSnJZ1paVaVg8AAZ2Yb2Rhvx9CbDr23x9ZEwFqiRkZ2RIe9VvIx/XFycq6Ag6KyZyhLvrWPH4VxZ5hUMufzw4Vm24N5hIHvNfvjTa8wrU15eGhvDG+9aVU3by3OI+AK+nccoKqowzcZ1ryQr948TvRbfl6Ke32ULvr5vsa1n4l4+5ObGJ/DGeqXpPp15O0NVVWXUP0fgiAi/XlHO66vE2trDzraT+P3TdG/vYe0cfO0dOufkptTzTJ7UDtLe0Wu4+LXM9Bw8PAYwLaeKP5y7jByGAQeAlnTjnuBLddyQ4eJzB3bvY6QvYZzqK3dvsYVZb01kJHl7/NSObu79uvZQUJDwaz66/xDxr017Kxsfd179OCUKl27dEDxQ4M3SUt4AD96uHXzdJdR30/RR/QdT7XlXr07J6ZIHlG6IwuLiB2G8XxBlRaWJQ0eKLzB1+FhZWQk1mc3cFI1SXiE6UPl/LOjRwxT+MBjtHRwlJjcWxia9fQWR2KXbAYJCoODdHNSrn6ZYZ2UGurrcKsLO3xQcHb01cJimhqb4AlNHjqXn0NOni76uXlVVFVOHyqrKuROnDe/bf3i/gQryEt4CrqFJXkGdo8UAMEgyAAAAAACkE1f5O2bk5+K9Evn6Cjosjo65z7Q0bsRsTU2DBq5yO3BPfkEmFVxc+nh7DROepaKsMWL4UrYcFcV7UdzQCKbG7dgxKjhUq9Kz54yuXSZwU5QUVZmWlpIalZzMu9SUq+Z+8OAs8ypdubqtpqaaCl27TqRcR3iWtZVHx44jmZZQVjv+hPo/R8lu8X2J3kH27fbyHMrwE5QXL4K5uS9ePGALbMdTFF+VlP5jAJKc3OQ7dw+y5cGDF1pZdhCea2nhNnb0F2z5cejFuobyZiUkhD17xkvRNLUMB/R/T3iWrKzc0CFLWrabMvajoayk9up6PwOANujoxbNZubyOlbxc3MYPGSE8i2qr50ycInGtLfv+ZNsi0FqLZ81TVlLmZqkoKy9/ZyHbuoJCiGMXz4mvbmxguGzeAiVFJW4KVVUvnTufjTeOXThbVi44GEhKS9lz8ghb/mjOe57OrsL34+HcfvXi5Wz5zPXLEsfeaDjugUYPGEoBifCsoX38B/TsLXGtZm6KRiktFWwWfV1d5nWg9+XXPYLGlItnzbX4Z69QOlraK+YvYZtH3AoOSkwVXA0QFvn0XijvmgMNNbVP5rwv3H5CX0fnyw8+lhgwXLoVcP+xYK3VS5ZxPY+xxgwYOnOM4IDtyIXTTN3yCwtCwkMZXhdqel+8/6HIY1GOMrA7752lLOTGvSAGoG4Y8RsAAAAAQBoFB5/o0KG/np6FvoHlO/N2Pgw9l5X5srKywtDAxsmpOztWc1Z24uPHF5mWVlCYyRYGDZxvadFeR9fs6NGvuVpyicrLS69d+33E8E8UFJSGDFns4TEoNjY4KyuRnryn52A1/nDWCfFPHjzgnejm56dHPb/bzsFXQVFlxvT1YWFXE5MiZGXkDA2tnZx6iMQnqmpaObU9CLWgJ2GXTU0dZfmNThITw7Ky4plXibKToKDDvr7j6NVNn7bu/v0TWdnx8vIK9P529B6hoKBMVeRsR0xVlRVMUxUX55aVFVElu7Gxw4TxqwsLs7OyEu7cPfAq9qUXscHu7gPZCv3U1CjaAbhZSUlPi4tyVdW0uSXFV78VuM/FuTc9Hx0d02nT1kbH3It/+bi6urp9+970vrDLUNp04+Zu5t9cvbbd3NxFXV3Px2eMrp55bEwIpSza2kaODl0tLN24DVtZ1fQNyyksyKKNJiMjO33aWgpR5OQUT5/5kQEAaJ78gvxfdu34csGHDK9uep6LvWNY1LPyirLOHt49fbrKy8mlZqRT8CC+1ua9u5a98wGVKf/o4eMb+CA4IjrSq32H7h192evuqWr4u60buTGxRYzoN8DL1e3GvTvPYp6bGZkM6tnXij94RnxSImUDwkv+eexQv649rM0tzI1NNq38/s7DkIdPn1RXVfcKOf+KAAAQAElEQVTz6+Fi145dJiIm6o/D+5jmCXkSeuzi2VH9B9Pz//nTlUcvnHke94Jqun09O1JKQT8T6dlZhrp6Lb4pGi6V3x6CjPQfrKigpKigcO76lbuhIcx/iAKGQT36dvPuZGth9fv3649cOJOanlpeXmluYjKsd38jA95xFL2JX238WXitH7dv+mPNejUV1X7dehjo6t24fzczJ9vTxbWXT1dtLS2J+xhZt2v7tm9+UFVRpTRoz8+bAh/cp/fI0syst28309qBOijGCAz5l4shtu//y8ulg7KSkr9fTyd7h4s3r8clxmuqa9paWvXr2l2L3+Dj0u0bqZnpDEDdkGQAAAAAAEijktKCw0e+mjxpjbq6rrKyehex0ZgpGDh6fJXwQMotJTLyVne/KbKycmpquj783qKMDO3iE57Uv1Zo6PnysqKhQ5aoqGqZmTnTTXhu3MvQg4dWcNfXX7jwi7mpE1V2KyqqenkNpZvwwhER14qL89iWCkZGtlQzzrS0R4/O9uk9myIEhpdqXGVevYuXNmdkvhw44AN6N7t3n8xNp3fwwsVfXZx7WljwrnIVab7QWDEx91xceBc2tuOP/xEbE0xJxqvYl55HB7nXDpYeHx8mMjcx6Sn7BMjTZzfEV6+sKPtj5/yBAz9wc+tHwYCDva+D0IAWNTXVkZG3T536gR08vH6ZmfHbt897662VtMvZ23WmGzcrIyMu8M4BCtioXF5WyjRbVFSgrS2vh3HKiuhGTw9JBgC0iHM3rtQwNVQXr6yoNLBHb7pxs/aeOpaRlblgxttUrpH5xyANxy+fy87PWTbvA10tHRMDozEDhtCNm5uelfnrnh3nb0juPnHvqaNvDRpuYWw6efg/uoUMfRq+9IdVpf/8ziwrL3v708VLZr9LT0xWVpbq0OnGzaWAgarFV21aW1hc30UPDfTd1l/KyssnDB1Jm0J4WIvS8rKv1v84sGcfQ58u4ms1Z1M0CgU2KRlp9BCUMA3v25+mJKQk/cdJBvlkzcp3Js+YMGSklrrGrDETRObef/xw+U/fisQ2L5MT3/38kzUff05Rh7tze7pxsx6EP/n1rz9+X81LPmr+OSJUdFzs7GWLV7y/mCIrdVXV/n496cbNLS4pPnL+zMY9O5h/Ex4duWbbr5/Mma+kqEh73ey3JgnPpV3oXMCVb7dsYADqhSQDAAAAAEBKpaXFbNg4yafTKBfnXupqOiqqmnR6mZuXmpIc+fTZzVc3QnVqavT+/cs7dhxBAYaWtlF5eYmqqnZDVqRnlZQc6ec32cDASkfHTE1Vu6g4t6gwOzjkBDc0BSsnJ3nj5mm9es6wte6opq6joqJBE4uLcpNTogID98W9fMT1ueTi1OvBgzNMSysrK87NTTUwsK4oL3kV7Vokoo2QnBLp4tTbwqK9iYkDpTXp6bGPQs9Trb2ra1+GX31QVJTDNMOp0z/mFWRaWXSgl8Zri1Dbi3eL70vPnwdxzR3i4h6KzH0ZH8omGWnpMdm143uLoHzl2PFVkVGBLs7dtbVNtbVNZGRkMjPiUtOi6R2nFZkGyy/I/GPn+x069LeydDO3cKMXmJ4Rl5z07HrAHzbWgmFyS8sLmWa7d/+YjKycY7tuhgbWlMNVVpWrqeoUFTfrLQMAYJ2/cTUs6um4wSM6dfAwMTDMzM0JjQi7fu/Ozft3ubBBpkZ0ZIsb9+4+iXw2Y/R4WwsrUyNjfV3d9IyMmISX9x4/PHXlQkXtwFfirt65fe1u4LuTZ3i6uFZVVWXl5sQmvDxz7dKl2zdE6rJZ+YWFX6xfczP4bu/O3UyNjc0MjRkZmbiE+Ki4mOOXzke/fMG0nLV/bL169+a4QSOc7R30dHTjkxIehIdRTfez2GhKMupaq8mbolEoZXl/5aezxk50srW3MjWnLaWooMD85+jlbNi1PSj0weCe/SxMTM2NTCghyMjJioyNoTcx8GGwxLVoA05cNG/0gCF9uvqZ6hvJycuHPg0LCg05cuGsnaU1u4z46Cm0Y/xv2eKpI99ydXCkDWtmZEIZCU0Mi3pGMUZ2XkN/BOmJhTwJnTb6LXdnV20NTS0NzeLi4qSM1EcR4edvXImMbcTvPrRZMhK/ngAAAAAAxLGHjtW16Ly3srKyoqKi/Oo7THHK+fjioNRmdY4M8J8xMrab+/Z2Kjx5cunY8dXM6/bB+3upKp/yle/XDGGg5Xh7Dx8yeBEVAm7sCgjYyYAUsNKQn+HM6+wlw32torK6Ip+CggL9L88nJycny8dWqIlXq7VxNbXYH2L2t7gkKynmp/E096NnigmlGBIV6rTmk8978ts0/G/5kieREQwAtEljjSrGmlTJGtprjPla+IeY/md/i2VrSdVvMdpkAAAAAABAm+Nb28NS8IOTzKs3auRyOXnFnOykK1e3ic+1tvagGIPht4ZhoDEcHbt5eQ0tLs57/PgiN9K4MBfnHmwhMSGcAQAAAIBWC0kGAAAAAAC0Lc7OPd1c+zH80TsSxMZ4eBWUVTTYcSCSkp49i7wpPEtdXXfYsI/Y8sNHLd+P1putsDCH3bB6umZJSRHCA4+Tbt0m2dh4M/wBM2Ji7zMAAAAA0GohyQAAAAAAgDZhyqQflJTV5GTljYztZGRkq6urrlzewvwn7tw5YGPtJS+v+NZbX8W9fBQf/zgz86W6up6xka2TUw8lJTWGN1j3/f9sxI43BqUX0TFB9nadzc1d339/79OnN9PSYsrLSvT1rWztvM1MnRheh3iVp8/+xAAAAABAa4YkAwAAAAAA2oTKqgpbM2fuzxs3/kxKfsb8J+LiHl24sHHAgPfl5RVsrD3pJjy3pqbm4cMzly5vZqDxjh1dNXXKT8YmDmqqOh29h4vMzc1LPXtm7X/T8gYAAAAAXh0kGQAAAAAA0CakpkbZ23eqqqpKSYm8d+9oxNMA5j8U8uBUTMz9rl0nWFp1UFPVUlHRKistzCvITEwIo1lpaTEMNElJacFv2+e4uvbx8hymrW2kqqolIyNXVJyTk50UFn7lSdjVyooyBgAAAABaOSQZAAAAAADQJlwP2Ek35vXhtQ84t46BVyAs7CrdGAAAqNfH369kAABaJyQZAAAAAAAAAAAAAAAgvZBkAAAAAAAAAAAAAACA9EKSAQAAAAAAAAAAAAAA0gtJBgAAAAAAAAAAAAAASC8kGQAAAAAAAAAAAAAAIL2QZAAAAAAAAAAAAAAAgPRCkgEAAAAAAAAAAAAAANILSQYAAAAAAAAAAAAAAEgvJBkAAAAAAAAAAAAAACC9kGQAAAAAAAAAAAAAAID0QpIBAAAAAAAAAAAAAADSC0kGAAAAAAAAAAAAAABILyQZAAAAAAAAAAAAAAAgvZBkAAAAAAAAAAAAAACA9EKSAQAAAAAAAAAAAAAA0gtJBgAAAAAAAAAAAAAASC8kGQAAAAAAAAAAAAAAIL2QZAAAAAAAAAAAAAAAgPRCkgEAAAAAAAAAAAAAANILSQYAAAAAAAAAAAAAAEgvJBkAAAAAAAAAAAAAACC9kGQAAAAAAAAAAAAAAID0QpIBAAAAAAAAAAAAAADSC0kGAAAAAAAAAAAAAABILyQZAAAAAAAAAAAAAAAgvZBk/J+9+wCTqjocPny30PvSuxQRLHQbWFFj1xg1scaSaDTqP830oklM8iXGxG6ixmhiiYnGEo29oyACCoqg9N5hgaVu4Tvshcm4jd3Zwpb3ffaZ53DnzszuzODg+e29BwAAAAAAqL2UDAAAAAAAoPZSMgAAAAAAgNpLyQAAAABqWlpaWgQAUD5KBgAAlWIqCgAAoM5J/K9cnfh/OiUDAIAKq1v/5AWgFkrbJfJpUmmeQAAqqoyP4Nr5sZIeAQBARZguAaBKyBiV5KkDIGXbt29P/iAu8plSCz9iHJMBAECKEv/k3fGP4Cjq2izzgPbbIwAoXYdmGfEgPT09rZiICiryvA1tnd+7WUEEAKXr2Wzn/7UV+Qiu5Z/FSgYAAKlI/jduPB7SsXH4igCgHBIlI6LSEk/j+d3yIwAoh/hTOPkXC6LaTckAACB1O//J26jl9kYto8IjlBNXxeP4Mv5ncfK1ADQQiY+AIlMk6TsmT/7HkRkVlbxmVVp6ZnqzVvEfE5+22wvtPHTSBzG1XvI/GoGqVeJncXqTFiUeH1lr/xqm+RgDAKCcEnGiYJf8/Py8QrmF4kG8JVwV77N9lwiABin5tz4zMjIyMzPjy0aF4kFmobA9OWxEpjWLSXykJj6IS/sszt9le5IIaqXNmzevXLkyDLp37x7+OxABVSrxkRp/yGYUKu2DuMhnce35IHZMBgAAqSjyazvxP4jjyBHvELbEMSN56sQcCkCDkpj+iCdEEhMopXULyiM+zCIxLvJZHD55w3MbJQWk5M9iH8TUTuvWrdu2bVuLFi2aNGkSAVXnMwfwJf1WQUKJB0fWzg9lJQMAgApLzKEkT0sV+X3PMG9SZPYEgIYpeao9VuS3Pks7u1TtnEmpPYo/sfHHcfK18S8Z+CymNsvLy1u7dm14i/bo0aNxY4uuQbUo8pGR8VlpxRbMqIU9Q8kAACAVRX4JNPzPZ/wP4mhX3ih+ailzKAANUPKESOK4gbhhFPmF0No8e1ILFf812/hTuMivGmz/rAhqn2XLlm3ZsiW8gTt27BjetBFQpYp/XhSJGfE48Vkc1dbfJFAyAAAor7TPrhqanDGCRMYoXjIiGQOgAUuUicQ5ppJLRmLqJJ7B1DDKKf5QTvwyQXKoiJ/w+OBIv1JA7Td//vytW7f27t27adOmEVANiv9WQfGYkfybalGtpGQAAJCK5H8NJ357Lp43iS/9EigACUWO5EtMoKQnqeUTKLVK4ncL4oyRvD0qdnBklLROONQ2awqFQZ8+fZxaCqpPkf99K/KLBaUdHFmrPpSVDAAAUpE8V5K8MVZaxjCNAtCgpH120YviMSMxTs4YtXD2pPZIK7bcd2IQn+g8/n2CuGGEy+izGcMHMbXNrFmztm7d2rZt2y5dukRAVUsrtvpU8gdx8idykZhRCykZAABUQPIvgUa7/jWcOB9I2q6TTfklUACKSG4VidmTtM8uMapelF9a0ikf4w/ixEdzWtK5H51Xitos/Ivx448/zs3N3WefferoARnh+997770bNWoUQa2X9tlzTBU5PqP2fxwrGQAApKLIv27jGZPE0RjxH6NiUydmUgAamtJ+G7TIHEqRAzIoQ5HDMuJB8gdxGRnDBzG1yvTp03NycsJg8ODBmZl1cpby7bfffvfdd88+++y2bdtGUCsV+WBNK7ZmRpHP5dJuuMcpGQAAVEyRAzISW4pMmjiRBQAJyR8Z0WePzygxY+gZZUtLOkSyxI/jyGcxdcH777+fm5s7YMCANm3aRHXQtm3bVqxYEf5+3X333V/4whcGDhwYQS1W0c/i2kbJAACgworHjChpAiX+o98ABSChxCMzSryMZIyKKJIxos8esaFkUJvl5ORMnz49DEaMK7EBigAAEABJREFUGJGRkRHVQSFj5OXlhcGGDRseeOCBY4455nOf+5z/glFrlfFZXPwjuBa+k5UMAABSUUbMiApnTPxfHAClKSNd+PgopyLnmIo/eZOP0vBZTC03ceLE/Pz8Zs2aDR48uI6WjKVLl4YfIfHHF198cdGiRRdeeGH4oSKo3cpOF7Xz40PJAAAgRWnFztOdmDQp8m9fvwoK0MCVOCdSfKOZ9wpJfPhGu3syfRBTC40bN66goGD48OF1dIWMYOHCheFHSN7y0Ucf3XTTTZdddlmXLl0iqE1K+4StQ5/FSgYAAKlLnkOJKvLvYwAowodFapJ/sSAqdzSCPWvu3LnLly8Pg0MPPTQ9PT2qmxYvXlw8E4af68Ybb7zkkksGDx4cQZ1Syz8s6up/KQAAqD2SF4gDgArxIVJ5nkPqnHfeeaegoKBjx469e/eO6qbQMBYtWlRQks2bN995551PP/10kSM2oHaqKx8ijskAAKDKmEMBgD3IBzF1Qn5+/sSJE8Pg8MMPr7tv2uXLl2/btq2MHf773//Onj378ssvb9myZQRUmmMyAAAAAIAaMnny5M2bN4eGccghh0R11sKFC3e7zyeffPKrX/1q0aJFEVBpSgYAAAAAUEPeeeedcHnAAQe0atUqqrPKUzKCNWvW/L//9//iY1CAylAyAAAAAICakJ2d/fHHH4fBqFGjorqsnCUjyM3Nveeee/71r39ZNgMqQ8kAAAAAAGrCuHHjwmWzZs0GDx4c1WXlLxmxl19++eabb163bl0EpETJAAAAAABqwltvvRUuDz300IyMjKjOCkFiw4YNUQXFy2bMmTMnAipOyQAAAAAAqt3s2bNXr14dFZaMqC5LeRHvkEB+//vfjx07NgIqSMkAAAAAAKpdvNZ3586de/XqFdVlFT21VLL8/Py/F8rLy4uAclMyAAAAAIDqlZubO2HChDA48sgjozquMiUjNnbs2N///veWzYDyUzIAAAAAgOo1efLkbdu2paenH3TQQVEdN2/evKjS5s6d+6tf/WrFihURUA6ZEQAAAABAdYpPLTV48OBWrVpFdVnoMfFqH5XRsWPHG264IQLKTckAAAAAAKpRdnb2jBkzorq/1ndUuNz39u3bo5Q0adLk1ltvjYCKUzIAAAAAgGr09ttvh8uWLVsOHjw4quNSWyRjn332+fa3vx0BqVIyAAAAAIBqFJeMgw8+OD29zq/aW6GS4SxSUFWUDAAAAACgusycOTNeWOKII46I6r5FixaVZ7dmzZrddNNNGRkZEVAV6nwFBQAAAABqrXit7169enXp0iWq47Zv37548eIydthnn31+/vOfh8HmzZs/+OCDCKgijskAAAAAAKpFbm7uxIkTo3qx1newfPnybdu2Fd+elZX1m9/8JvHHPn36zJ07d9y4cSNGjIiAqqBkAAAAAADVImSMMPWfnp5+yCGHRHVfkUUymjRpcuuttxbfbdSoUaFkfPTRRxs2bGjVqlUEVJqzSwEAAAAA1WLcuHHhcsiQIc2bN4/qvkTJ2Gefff785z+XmDGiwrXNMzMzt2/fPn78+AioCo7JAAAAAACqXnZ29ieffBIVHqMQ1QubNm0KAWO3uzVp0mTYsGHvvffeW2+9ddxxx0VApTkmAwAAAACoemPHjg2XLVu23H///aN64YILLijnnnG8Wb58eZETUgGpUTIAAAAAgCq2ffv2d955Jypc6zs9vcFNQg4aNKhNmzbRrvNrAZWkZAAAAAAAVezTTz9dvXp1GBx22GFRw5OWlhYflvHuu+8WFBREQOUoGQAAAABAFYuPRejdu3eXLl2iBilOODk5OR999FEEVI6SAQAAAABUscmTJ0f1aK3vFHTo0KFfv35hEJ9lC6gMJQMAAAAAqEpTp07dunVrGAwbNixqwOKQM2XKlE2bNkVAJSgZAAAAAEBVig/I6N+/f7zqdYN14IEHZmZmFhQUTJgwIQIqQckAAAAAAKpMmLiPS8aIESOihq1JkybxkxCvGgKkTMkAAAAAAKrM9OnT41NLKRnB6NGjw+W8efOWL18eAalSMgAAAACAKjNp0qRw2bdv3wZ+aqnYPvvs07p16zCYOHFiBKRKyQAAAAAAqkZBQcH7778fBsOHD48oNHLkyGjX2iFAapQMAAAAAKBqfPLJJ5s2bYqcWipJHHUWLVq0atWqCEiJkgEAAAAAVI341FK9e/fOysqKKNS/f/8WLVpETjAFlaBkAAAAAABVYPv27XHJcEBGsrS0NCeYgkpSMgAAAACAKvDpp5/Gp5Y68MADI5LEJ5iaP3++E0xBapQMAAAAAKAKxAdk9OjRw6mlihgwYEB8gql4OXSgopQMAAAAAKCytm/fHp89yamliktPTx82bFjkBFOQKiUDAAAAAKisWbNmbdiwIVIyShGfYGrOnDnr1q2LgApSMgAAAACAypo2bVq47NatW+fOnSOKGTRoUNOmTaNd5+ACKkTJAAAAAAAqa9asWeFyv/32iyiJE0xBZSgZAAAAAECl5Ofnz507Nwz69+8fUYoRI0Y0bdp04cKFOTk5EVARmREAAAAAQCXMnz8/Ly8vUjLKdMABB9xyyy0RUHFKBgAAAABQKfGppTp16tSyZcsIoKopGQAAAABApcQlo1+/fhFANVAyAAAAAIBKiUuGU0sB1UTJAAAAAABSt2zZso0bN0aOyQCqjZIBAAAAAKQuPiCjSZMmXbt2jQCqgZIBAAAAAKQuLhkDBgyIAKqHkgEAAAAApG727NmRRTKA6qRkAAAAAAApysnJWbFiRWSRDKA6KRkAAAAAQIpmzpwZLtPT0/v27RsBVA8lAwAAAABIUVwyevfunZGREQFUj/QIAAAAACAl8XLftW2RjCOOOCKt0Ouvvx7tCdu2bbvzzjuj2mfevHnxM3P22WdHUHcoGQAAAABAihYvXhwue/bsGbHLW2+9NXz48N/85jcRUEWUDAAAAAAgFdnZ2Xl5eWHQsWPHiF2+8pWvTJs2LQKqjnUyAAAAAIBUrFy5Mh4oGXVFly5dXnvttTDo0KFDBHWHkgEAAAAApCIuGZmZma1atYqoC5o2bXrUUUdFUNcoGQAAAABAKuKS0aVLlwigOlknAwAAAABIRVwyOnXqFNUFEydOTCt0xRVXlLjDN7/5zXiHsWPHFrnqscceO+200wYPHpxVaNSoURdeeOGtt966devW5N06duwYbj5z5swwXrRoUXxvJ554YrQ7F198cdizb9++YVxQUBAe7hvf+MaIESPCY40ZM+Zb3/rW+PHjy7j5m2++efXVVx999NEdOnTo06fPSSed9J3vfGfOnDnF95w3b178XZ199tlFrpo8efJ555134IEHduvWrVWrVkOHDj3rrLN+9rOfrVixorTHDd/qnXfeGZ6KcKvWrVsPGjTozDPP/OUvf7lp06YIqpRjMgAAAACAVMQlo94vknHHHXeETpC8ZVyhBx988E9/+tOjjz56wAEHRJUT0kJ8GdLIF7/4xaeffjpx1WuFbr755nvuueerX/1qkRvOmjUrRIvk/VevXh1yxXPPPXfffffddNNNl156aTkeP3rnnXdOP/30VatWJbZMKfT444/ffvvtd999d6gaRW6yePHiCy644PXXX09smVHo3//+9yOFhgwZEkEVUTIAAAAAgFTEE9/1u2SEqfw4Y7Rr1+6SSy4ZNmxYGEydOvVvf/tbmLWfPn36qaee+tFHH7Vs2TLs88QTT+Tl5V144YWLFi3q1KlTiBzxDXf7KNu3bw+XmzdvPvHEE0O36N69+1FHHdWzZ8/QEt544434EIdvfetbp5xySvK5vML28Ojh24gKz/F15plnhlstW7bslVdeefLJJ7Ozs7/yla/MmTPnhhtuKPvRZ8+eHe557dq1mZmZ55xzzhFHHBEeeubMmU899VS4q7D97LPPfu+990aOHJm4ycKFC4cPHx6/AcKDhvrSt2/fEFGmTZt24403hqfloIMOCpHj0EMPjaAqKBkAAAAAQIXl5ubm5OREdefsUqn5zW9+Ey7btm07YcKE/v37xxtPPvnk73znO5///Oefe+65+fPnh2xwwQUXhO2HHXZYuGzWrFm4bNy4cUXX1l5a6Kqrrvrd737XvHnzeGPIAyFXjBs3Ljzb99xzz09/+tPE/t/73vfijBFCwp133tm+fft4e0gvDz744OWXXx7SyG9/+9tQOEKAKeNx77jjjpArwuChhx4KdxVvPOGEE6655ppf/OIX1113XfhjeOjkkhEeOs4YP/7xj8M+6en/W8UgPDlnnHHGihUr/u///m/8+PEZGRkRVJp1MgAAAACAClu2bFk8qMfHZOTl5U2aNCkqTBSJjBELoeJb3/pW3759TzvttDZt2kRVJDzKTTfdlMgYQegTv/zlL+NxqCmJ7S+99FIoEGHQs2fPBx54IJExYqGsxA0m/AghbMTHfJRm6tSpUWGASWSMhG9/+9tdunQ59thj995778TGV1999R//+EcYHHfcceF7S84YwahRo+JveOLEibfddlsEVUHJAAAAAAAqLF4kIy0tLSsrK6qnMjMzW7duHQbx+ZqKXBvm8WfPnv3UU0+deuqpURW5/PLLmzRpUmTjiBEj4kF85ETs7rvvjgff/e53mzZtWvyurrjiit69e0eFa2DEraI08amxNm/efP3114fyUeSqpUuXhmpy7bXXJjY++OCD8SB0jniFjyIuvPDC8NSFwcMPPxxBVVAyAAAAAIAKi0tG586do3rtoosuigpn+c8444x99tnnW9/61ssvv5ybmxtVj7322qv4xrimBFu3bk1sjJ//oLS1KEIROf300+NxKC5R6c4///x48POf/7xLly6hQ/zrX/9av359afvPmzcvHuTn579eknfffTf+QWbNmhVBVbBOBgAAAABQYfFMev1e7ju48cYbJ0yYEKbmw/jTQjfffHPbtm2PP/74k0466dRTTy3Pgt7l17179+Ib09PTGzVqFPJJKAeJjYmSUWL8iPXr1y8elF0yzj777Kuvvvr222+PCpfleLBQeMQjjzzyxBNPDDkkcT+xmTNnxoNTTjklKtPatWvDHRY58xWkwDEZAAAAAECFNZCS0aRJk9dff/1nP/vZ4MGDExuzs7MfffTRiy66qHPnzl//+teTA0MlJQ6/2K34mInMzMwOHTqUtk+ii4ScUOadRbfddtu99947ZsyY+KxQUeGK7i+//PJ3vvOd/v37H3fccYsWLYq3b9myJTEuj8R6KlAZSgYAAAAAUGEbNmyIKjLzXh3Wrl27dOnS4tsTC1xnZGSUcW0RyeduSta0adOf//znU6ZMmTdv3h133HH66ae3atUqvipM9991110/+clPohoXr4GRl5e3atWq0vZJVITyHBXxla985ZVXXlmxYsUjjzxy6aWXdu3aNXFVSBrnnntu/LyFZyNekDxUnO3lsN9++0VQaUoGAAAAAFBhW7ZsiQrntaM94d133xzwd3gAABAASURBVO3Vq1dWVtY999xT/NrNmzfHg+RTPyWqRmmHUKxbty4qU4gHX//615988snVq1e/9NJLRx11VLz9lltu2e1tq1z//v3jwdy5c0vbJ7GgRadOnaLyCc/YOeec85e//GXJkiXvv//+JZdcEm8fO3bsiy++GI/jOLF8+fLFixdHUCOUDAAAAACgwuIjGJo0aRLtCc2bN1+4cGEYzJkzp/i1iRn25GMRGjduHA+ys7NLvM+PP/64yJbZs2eHSvG1r30tdIvk7Y0aNTr22GOfffbZgQMHRoXhJHkhirS0tKj6JUrG888/X+IOBQUFzz33XDweMWJEafcTGsx999137bXX3nzzzUWuGjp0aLgqsR749OnT48E+++wTD/7xj3+UeJ/btm0766yzLr744u9///vh24ig0pQMAAAAAKDC9mzJ6NGjRzx44YUXNm7cmHzVzJkz47Mqde/evUuXLontieMSJk+eXPwEUxMmTJgyZUqRjQsWLPjmN7959913P/TQQ1ExoaYkvo3k9ULi5yQvLy+qTuecc058QMztt9+eOAYl2WOPPTZt2rSosHnsv//+pd1PZmbmN77xjZtuuumOO+4o8WiVAQMGxIPEghwXXHBBPLjxxhtzcnKK3+Suu+56/PHHH3jggZCU0tNNQVMFvI0AAAAAgIopKCjIzc2N9tzZpdq1a3fcccdFhUtBXHzxxfHy11HhqZa+/OUvx+PTTz89+fCIEBv22muveJ8wa598b7Nnz06cRinZEUcc0blz5zAIk/J/+9vfilw7duzYV199NQyGDx/es2fPxPYWLVqEy1WrVpUYGKpK6BPf/va3w2DFihVf//rXt23blnztjBkzfvrTn8bj733ve2XcT/huTznllDCYNWvW1VdfXSRmrF279t57740Kj2g5/vjj441h8IUvfCEqPMFUeLbDN5B8k0ceeeS73/1uPL7iiisiqAqZEQAAAABARSQWx95Tx2QEv/nNb+KTPj322GPPPvvs0KFDw6R8qAvxAh7NmjX7/ve/X+QmoXlcf/31YXDNNdeEPeP1HhYsWPDQQw+F6nDmmWc+/vjjyftnZGT88Y9/PO+888L4oosueuqpp0444YTevXsvXLjwvffe+/vf/x6fOqlIKogP1MjLyws7hxYSnqvf/e53UTX48Y9/HL7hTz755P777w8d4txzz+3Tp8+GDRtmzpwZHjGuO5deeulll11W9v1cd911zz333Lp16/70pz+NGzcu/KSDBg1as2bNRx99FBLOkiVLwj7hTpKPO7nxxhvfeOON1atXP/HEE2+//XZ46o4++ujwuA8//HB8IEjwox/96LDDDougKqQVP5AKAAAAAKAM2dnZcSf46U9/mjjDUs276667QkUofoKjli1bhsn9ML1eZHt+fv7Xvva1v/zlL0W2p6enh/07deoU2kP441tvvZU8Bf+Tn/zkV7/6VYnfQJjcD80gBJLkjQ8++OCFF16YvE+RoxaKC/cQmkEYfPjhhyWeCapx48a5ubnDhg2bPHly8vbwQnzlK1/597//XfwmmZmZv/jFL374wx8mb5w3b16oHWFw1lln/etf/0psD5HmggsuKPFUUeF+rr766t///veJJdNj8+fPD5kkPiqliPbt21977bU/+MEPIqgijskAAAAAACqmNhyTEVx55ZUnn3zyLbfcMnXq1EmTJjVv3nzvvfc+6qijzj///MSC2MnCXPy999579NFH33HHHePGjWvVqtXnPve5448//rTTTuvcufMLL7xQ4qPccMMN5513XpjKD4+ybNmy1atX9+zZc9999w23Peecc7KysorsH5JAXl7ek08+Gb6lRYsWhe9q/fr1rVu3jqpB27ZtH3/88YceeuiVV1759NNPp02b1rRp0/CzjxkzJmSG3r17l/N+Tj/99Dlz5tx8882vvfba8uXLly5dGn6ugQMHhifzS1/6UnhWi98k3PlLL7305z//OTyTM2fOnD59engOhw4deuihh15yySVt2rSJoOo4JgMAAAAAqJgFCxbEhynceOON1TRHD5DgmAwAAAAAoGJqyTEZQAOhZAAAAAAAFROvqh0pGUCNUDIAAAAAgIqJj8mQMYCaoWQAAAAAABUTl4ymTZtGANVPyQAAAAAAKsYxGUBNUjIAAAAAgIrZtm1bpGQANUXJAAAAAAAqJi0tLVwWFBREANVPyQAAAAAAKqZRo0bhMjc3NwKofkoGAAAAAFAxmZk75hWVDKBmKBkAAAAAQMU4JgOoSUoGAAAAAFAxjskAapKSAQAAAABUTHxMRl5eXgRQ/ZQMAAAAAKBi4mMy8vPzIyph2rRp27dv79WrV+vWrSOgdOkRAAAAAEBFxMdkBNu2bYtI1a233nrbbbctWrQoAsqkZAAAAAAAFZMoGZbKSNnWrVvjQePGjSOgTM4uBQAAAABUTHx2qUjJqIScnJx40LJlywgok2MyAAAAAICKadasWTzYvHlzRErWrFkTD7KysiKgTEoGAAAAAFAx7dq1iwfr16+PSMnatWujwibk7FKwW0oGAAAAAFAxmZmZTZo0CYN169ZFpCQ+JiPRhIAyKBkAAAAAQIW1bt06ckxGJcTHZCgZUB5KBgAAAABQYUpGJTkmA8ovMwIAAAAAqCAlo5IckwHlp2QAAAAAABWmZFRSXDKysrIiYHeUDAAAAACgwtq0aRNZ8TtV+fn5OTk5YdC2bdsI2B0lAwAAAACoMMdkVMbq1avjgbNLQXlY8RsAAAAAqLD4YIJQMvLz8yMqKD4gI2jVqlUE7I6SAQAAAABUWGKBh+zs7IgKWr58ebhs3rx5y5YtI2B3lAwAAAAAoMI6duwYDxInSqL8VqxYES67du0aAeWgZAAAAAAAFda4ceP4eIJVq1ZFVNDSpUvDZefOnSOgHJQMAAAAACAVnTp1inadKIkKWbZsWbjs0qVLBJSDkgEAAAAApCI+pGDlypURFVFQUKBkQIVkRgAAAAAAFReXDMdkVNSqVau2b98eKRlQbkoGAAAAAJCK+OxS8eEFlF/8jKWlpSVWTQfK5uxSAAAAAEAq4kMK8vLyVq9eHVFuccno3LlzerrpWSgXf1UAAAAAgFTEx2REDsuoIItkQEUpGQAAAABAKho1ahSfH0nJqJB4ZRElA8pPyQAAAAAAUhRPx1v0u0IckwEVpWQAAAAAACmKp+Mdk1F+W7ZsycnJiZQMqIjMCAAAAAAgJZ07d46UjIpYtGhRPOjatWsElI9jMgAAAACAFMUHFqxbt27Lli0R5RBXn9atWzdt2jQCykfJAAAAAABSlDhFksMyyskiGZACJQMAAAAASFGrVq2aNGkSKRnlpmRACpQMAAAAACB13bt3j5SMclMyIAVKBgAAAACQunhSXskoj4KCglWrVkVKBlRQZgQAAAAAkColo/yWL1++ffv2SMmACnJMBgAAAACQukTJKCgoiChT3HsyMzPbt28fAeWmZAAAAAAAqYtLxvbt2+PzJlEGi2RAapQMAAAAACB1HTt2TEtLi5xgqhyWLl0aKRlQcUoGAAAAAJC69PT0zp07R4WLQESUyTEZkBolAwAAAACoFIt+l5OSAanJjAAAAAAAKkHJKI/s7OytW7dGSgZUnJIBAAAAAFSKklEeiedHyYCKcnYpAAAAAKBS4qn5nJycLVu2RJQiXkckKyurUaNGEVARSgYAAAAAUCldu3aNB4sXL44ohUUyIGVKBgAAAABQKU2bNm3dunXkBFNlUjIgZUoGAAAAAFBZlsrYLSUDUqZkAAAAAACV1blz50jJKF1ubu6aNWsiJQNSkhkBAAAAAFROvFSGklGapUuXxgMlA1LgmAwAAAAAoLLiCfqVK1cWFBREFBM3niZNmrRp0yYCKkjJAAAAAAAqKy4Z27dvX758eUQxccmIj1wBKkrJAAAAAAAqq3379pmZO05lr2SUKH5a4tVEgIpSMgAAAACAKhAflmGpjBI5JgMqQ8kAAAAAAKpAfMCBklGi+Gmx3DekJjMCAAAAAKg0x2SUZvXq1Xl5eZGSAalSMgAAAACAKhBP0y9ZsiTis+K6k5aWZp0MSI2zSwEAAAAAVSAuGVu3bl2/fn20R20vn6imxCWjY8eO6enmYyEV/uYAAAAAAFUgsZz1HjzBVPFEUUa9qLGesXTp0sippaASlAwAAAAAoAo0atQoKysr2nMlI5ElyjgIo3jSqIGYYblvqCQlAwAAAACoGvE6EDVfMpLjRKJYFBQUbFkwdtvSSYl6UVCo+CEa1X1wxvLlyyMlAypByQAAAAAAqkY8WV/DJaP4oRhxrti66J11b/w4+/Ufbl0ysWCXxLWJ4FH8fqrWli1b4oVDLPcNKVMyAAAAAICqUfMlo/ihGLEtC99e/8aPd1yRv23dGz8KMSN/l4IkxQ/OiKpavEhG0KNHjwhIiZIBAAAAAFSNuGSsXr06Nzc3qn5FjsZI9Imti97Z8OZPwvaczfkbt+SnFeTmjP3ptqWTisSMIutnFLnPqhJ3nZYtWzZt2jQCUqJkAAAAAABVI7EUxIoVK6Jqtr2k9b13ZIzF78YZI3tj/i1PZN/x9LqNmwui/G0b3/5Z7rLJpR2ZEVVbzLDcN1SekgEAAAAAVI22bds2adIkqv4TTJWVMd76aVSYMe54Kjs7p2Bldv4d/8kOMSOtIHfzuOuTj8yIe0Zi5YyoemKGkgGVp2QAAAAAAFWmBpbKKCNj5Iz9Wdr2/ETGiHdLjhm5792Qu2xyXl5ekdNMxYOoGmKGkgGVlxkBAAAAAFSRMGU/f/78skvGP//5zxUrVoR9tmzZ8tvf/jYjIyMqt9IyxpZF4ze+fV3xjBGLY8ZVp7Zt0WxbiBnbR/54e6eh8ePG95BeKNxPuAx/TEtLi6+KBykLd7h8+fJIyYDKUTIAAAAAgCpT/JiMe++9d3mhrVu3Ftn5+OOPr4GMEUuKGbl5E3+1fcSPQsyIPnvsRZXHjBBs4vtXMqAylAwAAAAAoGo89NBDs2bNCnP3CxYs+NrXvlb2ziEYHHXUUVG5VSZjxJJjRv6kX0cjfhTtOjIj+buqwpgRH5ARbt6+ffsISJWSAQAAAACk4k9/+tOyZctWrlyZl5eXvL2c8/4HHHBAVlZWVD6VzxixIjFj+/AfRp2HFdmnCmNGYpGMcG8RkColAwAAAADYvU8++eSuu+7avHlzVEXKf0BGVWWMWHLMKJj8m7zhP4xPM5WsqmKG5b6hSiiBAAAAAMDu7bPPPiNHjoyqSNeuXQcNGlSePas2Y8TimLFxc0FawY6Ykb/ig7y8vPxCBbvEj1LkG4gqSMmAKqFkAAAAAADlcu655+67775RVTj88MPLc4hDdWSMWM3EjMWLF0eF2SYCKkHJAAAAAADKJSMj4/LLL+/UqVNUOY0bNz744IN3u1v1ZYxYdceMDRs2bN26NXJMBlSakgEAAAAAlFezZs2uvvrqli1bRpUQMsZu76G6M0asWmOkvk2sAAAQAElEQVRGfGqpoHPnzhFQCUoGAAAAAFABYV7+yiuvzMjIiFJ15JFHlr1DzWSMWPXFjLhktG3btmnTphFQCUoGAAAAAFAx/fv3P++886KU9OnTp2fPnmXsUJMZI1ZNMSMuGQ7IgMpTMgAAAACACjvssMOOP/74qOKOOOKIMq6t+YwRq46YEZcMi2RA5SkZAAAAAEAqzjjjjBEjRlToJi1atBg5cmRp1+6pjBGr8pihZEBVUTIAAAAAgFSkpaVdfPHFPXr0KP9NDjvssMaNG5d41Z7NGLEqjBm5ubmrVq2KlAyoCkoGAAAAAJCikCWuuuqqli1blnP/o446qsTtpWWMrUveq7GMEauqmLFixYp4oGRA5SkZAAAAAEDqsrKyrrzyykaNGu12z3333TfsXHx7GRkj580f12TGiFVJzIhPLZWZmVnijwxUiJIBAAAAAFRK//79L7nkkt3uduyxxxbfuJuMERXUcMaIVT5mxCWjW7duEVBpSgYAAAAAUFkjRow45ZRTytghKytr3333LbJxtxlj7Ya8ms8YsUrGDMt9QxVSMgAAAACAKnDqqaeGnlHatUceeWRaWlryltqcMWKViRlxyejcuXMEVJqSAQAAAABUjYsvvrhfv37Ftzdu3Piwww5L3lLOjLFu0/Zoj0o5ZixZsiRyTAZUESUDAAAAAKgaoVhceeWV7dq1K7J9xIgRLVu2TPyxrmSMWAoxY+3atWGfSMmAKqJkAAAAAABVplWrVldddVXTpk2TNx5xxBGJcd3KGLGKxoz41FKRs0tBFVEyAAAAAICq1LNnz8svvzyxKkafPn369u0bj+tixohVKGaEkhF+/Pbt22dmZkZApSkZAAAAAEAV22+//c4+++x4nDggo+5mjFj5Y8aKFSuiXaeWSvzUQMqUDAAAAACg6h1zzDGHH354ixYtRo4cGdX9jBErZ8xYtmxZenp6YpEMMQMqSckAAAAAAKrFueeee/755zdu3Lh+ZIxYeWLGypUrw55du3ZN/sEjIFVKBgAAAABQLTIyMkaMGFGfMkas7JixdevWDRs2pKend+zYMfrswSgRkBIlAwAAAACoLvUvY8TKiBnLly9PL9SpU6d4AXAxAypJyQAAAAAAqkV9zRix0mLGihUrMjMzmzZt2qJFi/jnjcQMqBwlAwAAAACoevU7Y8RKjBlr1qzJyMjo2rVrYgFwMQMqSckAAAAAAKpYQ8gYseIxY+3atZmZmR07dkwsAC5mQCUpGQAAAABAVWo4GSNWJGY02zQrlIwOHTrEC4CLGVB5SgYAAAAAUGUaWsaIJceMQ5q+0bvl+nbt2sULgIsZUHlKBgAAAABQNRpmxojtiBlPr924pSAzreDYDpPaR0viBcDFDKg8JQMAAAAAqAINOWPEVq4ruOPpHUdmNErf3vzT2+IFwMUMqDwlAwAAAACoLBkjVnwBcDEDKk/JAAAAAAAqRcZIljjNVIgZ+ZN+LWZA5SkZAAAAAEDqZIziEqeZSt+e58gMqDwlAwAAAABIkYxRGqeZgiqkZAAAAAAAqZAxyiZmQFVRMgAAAACACpMxykPMgCqhZAAAAAAAFSNjlJ+YAZWnZAAAAAAAFSBjVJSYAZWkZAAAAAAA5SVjpEbMgMpQMgAAAACAcpExKkPMgJQpGQAAAADA7skYlSdmQGqUDAAAAABgN2SMqiJmQAqUDAAAAACgLDJG1RIzoKKUDAAAAACgVDJGdRAzoEKUDAAAAACgZDJG9REzoPyUDAAAAACgBDJGdRMzoJzSvO8BAAAAgCJkjBrTsW3Glae0adU8Y3t6o/ThP8zoNDQzMzOjUPouaWlp4TLsHAbxrRIDaAiUDAAAAADgM2SMGpbVKv3q09uKGVAaZ5cCAAAAAP5Hxqh5azYU3P5U9oZN+U4zBSVSMgAAAACAnWSMPUXMgDIoGQAAAADADjLGniVmQGmUDAAAAABAxqgVxAwokZIBAAAAAA2djFF7iBlQnJIBAAAAAA2ajFHbiBlQhJIBAAAAAA2XjFE7iRmQTMkAAAAAgAZKxqjNxAxIUDIAAAAAoCGSMWo/MQNiSgYAAAAANDgyRl0hZkCkZAAAAABAQyNj1C1iBigZAAAAANCAyBh1kZhBA6dkAAAAAEBDIWPUXWIGDZmSAQAAAAANgoxR14kZNFhKBgAAAADUfzJG/SBm0DApGQAAAABQz8kY9YmYQQOkZAAAAABAfSZj1D9iBg2NkgEAAAAA9ZaMUV+JGTQoSgYAAAAA1E8yRv0mZtBwKBkAAAAAUA/JGA2BmEEDoWQAAAAAQH0jYzQcYgYNgZIBAAAAAPWKjNHQiBnUe0oGAAAAANQfMkbDJGZQvykZAAAAAFBPyBgNmZhBPaZkAAAAAEB9IGMgZlBfKRkAAAAAUOfJGMTEDOolJQMAAAAA6jYZg2RiBvWPkgEAAAAAdZiMQXFiBvWMkgEAAAAAdZWMQWnEDOoTJQMAAAAA6iQZg7KJGdQbSgYAAAAA1D0yBuUhZlA/KBkAAAAAUMfIGJSfmEE9oGQAAAAAQF0iY1BRYgZ1nZIBAAAAAHWGjEFqxAzqNCUDAAAAAOoGGYPKEDOou5QMAAAAAKgDZAwqT8ygjlIyAAAAAKC2kzGoKmIGdZGSAQAAAAC1moxB1RIzqHOUDAAAAACovWQMqoOYQd2iZAAAAABALSVjUH3EDOoQJQMAAAAAaiMZg+omZlBXKBkAAAAAUOvIGNQMMYM6QckAAAAAgNpFxqAmiRnUfkoGAAAAANQiMgY1T8ygllMyAAAAAKC2kDHYU8QMajMlAwAAAABqBRmDPUvMoNZSMgAAAABgz5MxqA3EDGonJQMAAAAA9jAZg9pDzKAWUjIAAAAAYE+SMahtxAxqGyUDAAAAAPYYGYPaScygVlEyAAAAAGDPkDGozcQMag8lAwAAAAD2ABmD2k/MoJZQMgAAAACgpskY1BViBrWBkgEAAAAANUrGoG4RM9jjlAwAAAAAqDkyBnWRmMGepWQAAAAAQA2RMai7xAz2ICUDAAAAAGqCjEFdJ2awpygZAAAAAFDtZAzqBzGDPULJAAAAAIDqtduMsXpdvoxBXSFmUPPSvIEAAAAAoPqUJ2Pc/vTanM2m6ahLslqlX31621bNM7anN0of/sOMTkMzMzMzCqXvkpaWFi7DzmEQ3yoxgApxTAYAAAAAVBcZg/rKkRnUJCUDAAAAAKqFjEH9JmZQY5QMAAAAAKh6MgYNgZhBzVAyAAAAAKCKyRg0HGIGNUDJAAAAAICqJGPQ0IgZVDclAwAAAACqjIxBwyRmUK2UDAAAAACoGjIGDZmYQfVRMgAAAACgCsgYIGZQTZQMAAAAAKgsGQNiYgbVQckAAAAAgEqRMSCZmEGVUzIAAAAAIHUyBhQnZlC1lAwAAAAASJGMAaURM6hCSgYAAAAApELGgLKJGVQVJQMAAAAAKkzGgPIQM6gSSgYAAAAAVIyMAeUnZlB5SgYAAAAAVICMARUlZlBJSgYAAAAAlJeMAakRM6gMJQMAAAAAykXGgMoQM0iZkgEAAAAAuydjQOWJGaRGyQAAAACA3ZAxoKqIGaRAyQAAAACAssgYULXEDCpKyQAAAACAUskYUB3EDCpEyQAAAACAkskYUH3EDMpPyQAAAACAEsgYUN3EDMpJyQAAAACAomQMqBliBuWhZAAAAADAZ8gYUJPEDHZLyQAAAACA/5ExoOaJGZQtzYsNAAAAADEZA/agrFbpV57Wtm2LjO3pjdKH/zCj09DMzMyMQum7pKWlhcuwcxjEt0oMqMcckwEAAAAAO8gYsGet2VBwx1PZ2RsdmUFRSgYAAAAAyBhQK2TniBmUQMkAAAAAoKGTMaD2EDMoTskAAAAAoEGTMaC2ETMoQskAAAAAoOGSMaB2EjNIpmQAAAAA0EDJGFCbiRkkKBkAAAAANEQyBtR+YgYxJQMAAACABkfGgLpCzCBSMgAAAABoaGQMqFvEDJQMAAAAABoQGQPqIjGjgVMyAAAAAGgoZAyou8SMhkzJAAAAAKBBkDGgrhMzGiwlAwAAAID6T8aA+kHMaJiUDAAAAADqORkD6hMxowFSMgAAAACoz2QMqH/EjIZGyQAAAACg3pIxoL4SMxoUJQMAAACA+knGgPpNzGg4lAwAAAAA6iEZAxoCMaOBUDIAAAAAqG9kDGg4xIyGQMkAAAAAoF6RMaChETPqPSUDAAAAgPpDxoCGScyo35QMAAAAAOoJGQMaMjGjHlMyAAAAAKgPZAxAzKivlAwAAAAA6jwZA4iJGfWSkgEAAABA3SZjAMnEjPpHyQAAAACgDpMxgOLEjHpGyQAAAACgrpIxgNKIGfWJkgEAAABAnSRjAGUTM+oNJQMAAACAukfGAMpDzKgflAwAAAAA6hgZAyg/MaMeUDIAAAAAqEtkDKCixIy6TskAAAAAoM6QMYDUiBl1mpIBAAAAQN0gYwCVIWbUXUoGAAAAAHWAjAFUnphRRykZAAAAANR2MgZQVcSMukjJAAAAAKBWkzGAqiVm1DlKBgAAAAC1l4wBVAcxo25RMgAAAACopWQMoPqIGXWIkgEAAABAbSRjANVNzKgrlAwAAAAAah0ZA6gZYkadoGQAAAAAULvIGEBNEjNqPyUDAAAAgFpExgBqnphRyykZAAAAANQWMgawp4gZtZmSAQAAAECtIGMAe5aYUWspGQAAAADseTIGUBuIGbWTkgEAAADAHiZjALWHmFELKRkAAAAA7EkyBlDbiBm1jZIBAAAAwB4jYwC1k5hRqygZAAAAAOwZMgZQm4kZtYeSAQAAAMAeIGMAtZ+YUUsoGQAAAADUNBkDqCvEjNpAyQAAAACgRskYQN0iZuxxSgYAAAAANUfGAOoiMWPPUjIAAAAAqCEyBlB3iRl7kJIBAAAAQE2QMYC6TszYU5QMAAAAAKqdjAHUD2LGHqFkAAAAAFC9ZAygPhEzap6SAQAAAEA1kjGA+kfMqGFKBgAAAADVRcYA6isxoyYpGQAAAABUCxkDqN/EjBqjZAAAAABQ9WQMoCEQM2qGkgEAAABAFZMxgIZDzKgBSgYAAAAAVUnGABoaMaO6KRkAAAAAVJnSMsaWReNz3vpJyBir1uXdIWMA9U6IGXc+lb1mQ2HMmPTr/JVTxYwqpGQAAAAAUDXKyBgb374ubXt+yBh3Pp29QcYA6qO1OQV/+k9hzNieVzDxBjGjCikZAAAAAFQBGQNAzKgmSgYAAAAAlSVjAMTEjOqgZAAAAABQKTIGQDIxo8opGQAAAACkTsYAKE7MqFpKBgAAAAApkjEASiNmVCElAwAAAIBUyBgAZRMzqoqSAQAAAECFyRgA5SFmVAklAwAAAICKkTEAyk/MqDwlAwAAAIAKkDEAKkrMqCQlAwAAAIDykjEAUiNmVIaSAQAAAEC5yBgAlSFmpEzJAAAAAGD3ZAyAyhMzUqNkAAAAALAbMgZAVREzUqBkAAAAAFAWGQOg06saUAAAEABJREFUaokZFaVkAAAAAFAqGQOgOogZFaJkAAAAAFAyGQOg+ogZ5adkAAAAAFACGQOguokZ5aRkAAAAAFCUjAFQM8SM8lAyAAAAAPgMGQOgJokZu6VkAAAAAPA/MgZAzRMzypbWAM+oBQAAAECJZAyAPahdy/QrTm2b1Spje1pm2vAfZHYenpmZmVEofZe0tLRwGXYOg/hWiUE95pgMAAAAAHbYbcZYsyFfxgCoPslHZmyf9Ou85ZMdmRFTMgAAAAAoV8a46+m1MgZAtfpfzIgKxIwEJQMAAACgoStnxsjeKGMAVLs4ZmTniBn/o2QAAAAANGgyBkBtE2LGnU+LGf+jZAAAAAA0XDIGQO0kZiRTMgAAAAAaKBkDoDYTMxKUDAAAAICGSMYAqP3EjJiSAQAAANDgyBgAdYWYEaTV19NmAQAAAFAiGQOgzmnXMv3rp7Vt2zJje5SePvx7GV0OyszMzCiUvktaWlq4DDuHQXyrxKCuc0wGAAAAQAMiYwDURclHZhRM/l3+sgkN6sgMJQMAAACgoZAxAOquhhwzlAwAAACABkHGAKjrGmzMUDIAAAAA6j8ZA6B+aJgxQ8kAAAAAqOdkDID6pAHGDCUDAAAAoD6TMQDqn4YWM5QMAAAAgHpLxgCorxpUzFAyAAAAAOonGQOgfgsx48/PZK/fVP9jhpIBAAAAUA/JGAANwar1BXc9Xf9jhpIBAAAAUN/IGAANR0OIGUoGAAAAQL0iYwA0NPU+ZigZAAAAAPWHjAHQMNXvmKFkAAAAANQTMgZAQ1aPY4aSAQAAAFAfyBgA1NeYoWQAAAAA1HkyBgCxehkzlAwAAACAuk3GACBZ/YsZSgYAAABAHSZjAFBcPYsZSgYAAABAXSVjAFCa+hQzlAwAAACAOknGAKBs9SZmpNXmU18BAAAAUKL6mjHOuPw7hx5/RvHt4WfbumXzls2btm7euH71yslvvfT+my8U5OdHDcZ3b3ukY7eeebm5Pzrn6MTGC777y8GH7PjjXT+5au70KRENRruOXQeOOHTc8/+O//iDO/+Z1bnbcw/+6bUnHoxISb8Dhn/t+lvDYMrYVx7643VR/dKhdfqVp7Vt3Txje5SePvx7GV0OyszMzCiUvktaWlq4DDuHQXyrxKA2cEwGAAAAQB3TAI/GCBNsTZu3aNu+Y+cee+095MAvXf2j7/zx73sNHBxBAxMml4847dxv/eH+gcMOTmycPW1yuOx/wIgISlIPjsxQMgAAAADqkgaSMbJXr1ww8+PE15K5n25cl528Q8fuvS6//paBI0ZF0JB07tnnlIuuCmEveeOnU94Llz0H7Ne4SbMISlLXY0ZmBAAAAEAd0XCOxpgy9qVn/3ZnkY1NmzXv1GOvgcMPPfLz5zVq3CSzUaPzvnX9n392zeI5n0QN0htPPPz+Gy+GwfJF8yIasOnvvZOflxv+ggw6cNSUsa9EUJI4ZhSeZioKMSMa/r2oy0FF9klPTw+fKeEyfLjEZ5dKDPYsx2QAAAAA1A2W+N6yedOCmR+/+Ohfbv/R1+JDNMLU7SkXXRU1VAtnTZ824a3wtWnDuogGbNvWzQs+/TgMBgw5MILS1d0jM5QMAAAAgDpAxki2dO6sv934o7zc3DDut//w/oNHRtCwzZg8Llz22294BGWqozHD2aUAAAAAajsZo7i506d+8v74/Q46PIwPHHPyrKkTi++z74GHDRk1plP33h269cjdtnXVkkUrly4Y++xjS+fNKu1u0zMyjvr8Bb0H7Nuha8+2HTtvXJe9aunCpfPnvPzYXzfnbCjxJgcfd+qwI45v275TyzZtwx9Xr1iavWLZojmfvPHUI9u2bI4qaP+Djwx32LlHn5Zts9auXDZvxpQ3n350+cK5Je58wXd/OfiQo8Pgrp9cNXf6lMT2tLS0ky68su9+w1q1bd+yTbutmzaGu1q9fMmsD99796X/lHhXjZs2O+zkL/boO6BNx87tOnRq2rzVhuxVa1cuX7l4wQdvvTR72vsl3qpth86jTvzCgCEHhecqs1Hj5Yvmhcj00r/uW7dqxQ0Pv9y4SdNpE9564Lc/jHfuvc8BV/36rjB48t4/fvze2JMv/Hrf/Yemp2WsXLJgxvvvvvr4A4m7Dd/zMWd+uXPPPu27dm/ZJit75fLwKoRX/PUnH4pK173vgNEnntmxe6/2XXo0atx49bLFK5csmjL25Y8mvFl855/+5anw5Ewd/9qDN/60W5+9Dz3+jL77Dm3bscumnPXL5s967+Vnw1Xxnj37Dxpy2DF9Bg3p0qvvppwNq5ctevKePyxbMKfE76FC758jTjs3PqLo5msvWTJ35sDhhwwaMarXgP079ei9ZvmSFYvnz/zgvfde+29+Xm68f/gerrzhjsTNB40c/bvHx4bBG089/Ozf7pw+6Z0TL7giq3O38H0W//binzd+OVpndRh59El7DTyg5977hv+OhJd4ydxPx7/0dJG3Wflfr3I+8+GZvOa394TB0gWz//iti6KS7D3kwMt+9scwmPH++PtuuDb5qgq9vrF2HbuOPvmsTt17tc7q2K5jl4yMjHWrV65duXTp/Nnh5129dFHUUNXF00wpGQAAAAC1moxRmvffeDEuGX0GDi5yVZibPvWS/+u337DElibNWoQ58b0GDR4y6pgX//GXN//zj+J32KFbz/O/eX33fvsktoTJ6PDVf/DIAw454pFbfhEm04vc5JizLjr+3MuSt3Tt1S98hVnmA48+6eGbfzFvxtSofBo3aXb+t68PN0xs6ditZ/gaMvrYp++7OSq3MMl7wXd+mXw/mW3atmjTtkf/gUNGjxl+xAl///1PctatTb5JmLO+8Lu/bN2uQ/LGMAscvsL8/sHHnfb6Ew/998G7ijzQwBGHnvetnzdt1jyxpWe/geFr7yEj/vLLa8v4DtPS0y6//uYw1x//MXxvC2fN+N/dDjv47Kt/FKbdE1vC5HX4Cj9RmOgPr0L2quXF73PMmV8Or0Wjxk0SW7r1GRC+Bo86evwLTzzzwO2527aV+M0cefp5J5x/eUbGzmnSNlkdwtc+ww4JbSAUgn2GHnLh924ISWbXtU3CtWF+//7f/nD2h5OL3FWF3z+Jv9rR9hAhjj7jgsQ1oeKErwMOOWrg8EPv/+0PonII9SL0j1AywrNUvGTE/xkJlx279brsZ38IzSZxVehGffYdctBxp93z82+V+HYt+/Uq/zO/cNb0JfNmddur/46/I336h+hV/LGGHXZsPPjgrZeTt6fw+h5y/BmnXnxN+OuQvDF+Lw0YevCoE8/8xy2//HD861FDVediRsb1118fAQAAAFArNbSMESZhe/YfFAbzP/lw5pT3yt559YqlYXIzDJq2aBlmJBOz881atrryF7eHCdMw3pyz4aPxb7zz3GOLZs0Iz2VW564ZmY0GDD2oZZu28dl4Ejp1733N7+7N6tQ1jBfP/uSd5//97stPz/7o/exVy7r3GdCsZesRR56wcOaM1cv+93vcBx17ymmXfCMMtm3ZNPnNFya++uwHb720atmitu07h28pfA0aOeq9V/+bu21rVA4X/eA34cff8T1vzHnz6X+8+9JTyxbMDlO34Vva98DDQufIyMgIL/0rj/3vd+EHjx7TuUefMJj46n8T8/tnX/XDwaPGhEH2qhUTXnlm/EtPz5j0ds667A5du2c2atyuY5fw40x64/nEnYRcceUvbw/T2WG8YtH8cJN3X3p6+qS3ly+Ym9WlexwqQgFaOHv6qqTfYe8zaMhXf3JTPLOcvXLZpNefG//SU5s2rG/XqUsoIvsfcmSTZs3DBOjKxQumvL1zAeq2HTofdMwpUeHqJmEOOvlnf/Zvd8Tf/4ijTwoZpknhg4YX7t2X/zPxtf8u+PTjvNxtYQI6fPNDRh/zwdiXtn72YJczr/j+UZ8/L9SIvNzc8LyF5zy8EIvnzGzesnXrdu3DO2qvgQeE7zD5Jkeefm6Tps3TovQho8aEG4bvc9aHkxbN+rh5yzbhhQs7hISzbs3KL13z40aNGs/bcQDQu1s3bwp9JbwK4WkMz+H4F56MKvf+6T3wgPBWDIP2nbqNPPrE/Py8udOnfPLBu5vWZ4eXIzxKVDjzvnr5kqXzd0z6b9u6Zf4nH82Z9kF4X0U7/o589NRf/hie3lkfTt64fseyMV336hceKzOzUXjSos+Kf968vNzDTz67dVaH1csWz/po0vwZ09LS08Njhbnp8GP1GrDvuOefSNykPK9XRZ/55i1bxeeCy92y+dNif8HDM/vFq38UfvAtmzY+etuvthee3Si11zdEoHP+7yfhxQr/wZw1dWJ4QsLLEZ66tSuXde6xV3igcG/7DDv4vVefDc9qfJPwH4eRR50YBuGd30AKx6at2z+et3Vw3yZNG6VtX/pO1GqvqHnXOFQkckXyH4tsrGGOyQAAAACopRyNUba8MAe5aWPT5i3CuHOvPonfQ//8V77VtmPnMPj0g3f/dddv161asfMG/7p/9ElnnnLR1WEe85DPfX7qO68lnzTplEuuiWftxz3/76fuu6UgPz9x1fT3xp737V+EBzrt0v/7w7cnJc72c+Rp50U7MsbmO39y1ZK5MxP7v/zP+7/605vC7H+YIx52+LFv//fx3f0o0ZDRYwYOPzQMNmSv/ssN1ybu7aVH7zvl4muOOPVLRX61vDRh9nnYYcdFhU3i9h9ctmXzpnj7hJefeeOph79+w50t2rQNU8lh2n3F4vnxVZ879yuh/YTBlHdefeimnyXf28uPPfCVH9/Yb/8dSy/sf9CRMyb9r/187tyvpmdkhMHE15978u4/bNu6Iy2EoBIe5aLv/ybMv5fxTe41cHCoOy88cm94Cdp27Bj+GB8KEJ7hE8+/PEyShif/n7f/OsShxE3efPqRMWd++YTzLg+z8CdeeOWjt97wv3sbdMDBx50aBuvWrPrrr7+b/EKMfeaf53zjp/sffET4EcI+xc+s1alH7zA5/vDN14fvJN7SvFWbr/381q69+2U2avTFq34U7vPuG3+84NNp8bUdunT/6nU3h1wRdhg4YtSMSe8k7iqF909C6Bkhfjx08/WrliyMt4SX+4tX/yS8K8J41IlfmFxYnjZtWDdtwltdevWN94n/mHw/oQ0cOOaUECRC94pfkSLivPfM/be/9cyjif+89Ntv2CU/+l3jps069+yz30GHF7nPMl6vFJ75UBSOO+croSIMPvToZx64o8gDDT70qPiv84fjX0s8S6m9videeEU8eOovN7/z3Gf+Ar7274f+73d3t2yTFR5rwNCDJydVvQao6JEZw74TdT20yD615MgMK34DAAAA1EYyRnlsyF4TDxLnOBo86uhhR3wuDDauy37w9z/9X8YoFKLCq//+e7TjhDnpp33lm4nJuB2n8Rl2SBjM/3Tak/f+MXkaOtpxyv53Xyu8VZigP+bML8cbw1xzPF+/eM6nybOr0Y7fnd889r//WrgdAxcAABAASURBVL92VSglmzdujMph9IlnxYPXn3y4yL09c/9t05NmzMvWo9/AODBMm/BmImPEVi5Z8MHYl1YuWTjj/fHxfHH8U+x34I4zdOVu2/bE3TcVubfQil574sF43L5Lt8T2MJcdn7lr9bLFj935/5InzUMg+ev/+35+fl5Upv8+eFeIE9mrls2b/uHrT+xc/eL4c74an+EqvEzJGSP26uN/mz7x7TAYfsTxyWu8n3HZjjNZhb8dT95zU/EX4p+33RDi0I47P/fyFq3bFv9OprzzSiJjRIV54O3//ivxx5cevTeRMYJVyxa/+9JT8bhLrz6J7Sm8f5KFv9hP3PuHRMaICl+Of9/9+/h+uu21dzlnjae/90540UOoG3TgqFL3mfj2m//5R/LqzeFd+t4rz8TjXnvvW+KtSny9Unjm169dHS9p07Zjl5AoijzKkNHHxIPJb7yY2JjCo4Q3Z4cuPcJg0awZRTJGtONYpWUh7MXjjt17Rg1e8gLg2z+4KX/puNq5ALiSAQAAAFDryBjltG3XZH1a+s5Tjxx87Gnx4O3nHy8ylR9746lH4vNQde3db6+BO+dShx1+3M5bPfuvEmfoxr3wRHyum/jETVHhXHN82qheA/YdOeakIvuHyfEbvvr5P//smvL8xnfzVm16Dtgxg7xp/bpxnz1nUeyVx/8Wlc+WzTvDyYijTuzed58i1z513y03XnPufTdcu2Dmx4mf4vYfXP7wH6//z323hEn84neYONKl0a61IoL9DzkyHox99p9FZu2DMCP//lsvRaULDzrhpaeLbz/g0B2rl4fn+ZWk1aSTTXx9x5MZpvWHHb5zNYWue/UPr2MYLJ0/u/jBBNGOJ2RTHCpatmk3cEQJ8/sfjX+jyJaFM6fHg/y83PdeebbItWtXLIsHWZ3+l3ZSeP8kmztjanIviW3OWR+fziuzUaP4hFe7FWb2Fxbez4AhB5a2z9vPlXCE0KJdhaBp4dE5RZT4eqX8zL+/awGM+OChhPC3YO8hO861FfLY7I8mV+ZRwvMZ3tX/uuM3L/7zL1FJVu06x1fjxs0ikmJG+OtXa2OGs0sBAAAA1C4yRvk13nUoxtZdM/hhPjQezJte8lLb27Zs/uSDd0cceUJUuERzvAhz2w6d42vT09PjVcSLW5+9pk1Wh7YdOia2fDju9eFHHr/j5P5X/ehz51w2e+p7H08aN33SO3nlWxgjoWe/QfGK00sXzinxtgs++Sh75bLkVZpLM2/Gh6uWLuzQtWfrrA7fuPEvYf535tSJ0ye+nZgaLm7F4vmJM00lNG7abMfy3QP27TNoSLwlMzMz6RseuOvhPirxPj+eMDZecqBEyxfMKb4+c6PGjVu127HK97rVK/sMGlziDZs02znv3K7DzqeiY5edv1O/Ye2q0l64MAcbD7I6lfAEFl/Ffd2aVYlB8bnaRB7LyMxIbEzt/ZOQvXJ5iTfZuutgl0aNm2yONkTlMOvDSXsPObDffsNL22Hl4oUlPNCmnX99GmU2Kn5tia9Xys/8lLdf+fxXv9W0eYv9DjriiXv+kNg+7Ijj4lOoffD2y5V8lFDXQqtL5LqEUDt69B+41z4H7FN4AE20oxKZHt8p+TRTO2JGVOtOM+WlAgAAAKhFSssYWxe9s/Htn8sYRTRrsfMsSZtz1seD5q12/lJ58vLURaxZviQetO/cPR602xUJzvnGz6IyNW7avE2HTvFJq/599++79x3QueeOswy1bd9xxNEnha9QSnas2/z+u1PHvbZ+15x42VplZcWDMvYPs+rlKRkhhDxy8y8uu+7m+PxRXXv3C19HnPqljeuyP/lgwifvj5s2YWyJKygE+x54WJgB79KrT/uuPdp16JyWXuRsLv+br2zTfud0/IpFc0u8q5VLFkSl27TrxUrWpVe/eEq0bcfOF33/N1GZ2rTvFA/ad935Coa56cT0dGmyij2B+Xm5JR6JsvP7XF/iVSX81Uvt/ZNQ2uuen7uzH6SnZ0Tl8+G7b5xw/teyOnfr2X/QwlnTi1wbpvizVy0rfqu8vF2hIr2EU/iU+Hql/MyH5/zD8a8dOOaUENsGDDn40ynvxtuHHDom/g7fffE/lX+UWOMmzQaPPrr3gP07de/doVuPVm3bF73Nnli5utYqEjPytn876lb0MKY9GDOUDAAAAIDaotSMsfCtje/cIGMU0bxVmxatdp4Zf9mCnVPq8eliwrOWvWp5aTdct3pF4h6iwjU2WrRpG5VbmEaPZ6JDtLjjh187/tzLBo4Y1b7LzinXxk2bxbOup1x0dYgZj972q+IrPBfRtPnOcwflrMsubZ91a1dG5RPmr2//weXHffHSvYce2Lxl63hj+AGHH/m58LVl86bXn3jw1aTTVYVZyBPOu3z/Q47q2K3omgFhhj3cW/HfhY+ft21bNhX/Vf1Y2SUjt6TjTrI6d43KLfF6te3QqSK3aldky7atFTt6pkQpv38SSjwNWmpWLVm4cvGCTj16DxxxaPGSsXXzphTOCFTi61WZZ37yGy+GkhEGQw47Oi4Z7Tp27V14qrf5n3yU3FpSfpTW7dqfcMEVg4YdWvylWbFofs76tX33HRpRTHLMiKb8YcdyN7UmZigZAAAAALVCmRnjl2FuXsYoYuCwQ+LjBrJXrUh0i/XZq8PcZdjetkPn0mJG4lez49/HD/PIebm5mY0abd6Yc92XT4gqItz2qftuCV+de/bZ76Aj9h48oteA/Ro1bhKuSs/IGHrYsZs35Tzx59+XfSfhceNB67ZZpe3TrFm5VkqIrVg8/6E/XhfmFvvtP3yfYQf3P2Bkt736x89VmHYP3WLN8iUfjN15Dp8vfO27Bx+3c3GRVcsWrVgwL9x80ZwZS+Z8umrZ4jZZHYqXjA1rVzdt3qJx0+aNGjcuMWa061SBLBHblLPz7EkzJo+771ffLfetdj51zz9896vlXk3kf6riRP+Vef9Uh9nTJoeS0X//ES89el9UbSrzzM/+aPLqZYtD/Nt3xGHhXRr+Q3fgmJPiqfD3x75c+UfJyGx06U9uCu/5qDBqLp0/O7ylQ11bOGtGKCWbc9YfOOZkJaM0tTZmKBkAAAAAe95uM0Z2joxR1JDDdi77PHPqhMTGMEcfLxHcoVvP0kpGu44759k3Fi79Hd8qTP42a9Ey3GrVkoVRxS1fODd8vfr4A5mNmwwaMWrMGRd077djwe2Dxpz80j/uy1m3pozbblizOh4kztpUXOJ8SuUX3kKzPpwUvsK4Reu2Qw8/9ugzLmjdrkP441GfPz8uGT36DYwzRn5e7r2//E7x5TSKH8cQrFmxpGP3XmHQsXvvJbsWi07WvlP3qIKWzpsVDzr33Kv8t0os3dy1V79oz6n8+6cKffrBhEOPP6PXgH0bN2lW2pnEKq+Sz/z7b7107NkXh+g4aOToj98bG68hv3Xzxg/efKHyjzL6pLPijBF6yZ+v+0bxE2o123WsEiWqnTEjPQIAAABgjypPxrjz6WwZI1nXPv33GXpQPB7/wlOJ7at3rYExaPioEm+YnpHRf/CIeLxg1oydt9o1YTriqJJ/pz5MCl9+3c0Xff83Z17xvXAP8Tdw3JcuPf/bvxg86ujkPfO2bf1w3Gt3/+Kb8TLOGZmNdjs1v2DmR/EJfEL8CMmh+A5hfrz4qZ9KtM/QQ0668MpLfvS7rM7dkrdvXJ/99rOP/e13P47fbB12LT8w9LBj4sGk118ocVXwbn32jgfJy2YkFhoZOPzQEr+NgSN2s6RBcTnr1m4sPLlW6Ez9B48scZ+9Bh1w+fW3nv+dXxxx6jnxlhULd55VrP+QkfHSIMWNPvmsr/70D+d+87rSloyuvBTePynb7emhZk6ZuGXzpvDGG3TgqKjaVPKZn/DyMwX5+WGw78jDuu7Vv0uvvtGOw3HeLXKirdQe5YBDjogHL/3zryWuC9Il8VfSOhmliGPG+k354QNoR8xY8k5eXl5+oYJd4s+p6LMfYVG1UTIAAAAA9qRyZoy1OQURuzRr2er8b/48nhGeOeW95PUAJr/xfH7+jt8hPvCYk0uc+jxozClZhec+Wrdm1fxPPtx5q7dejAejTjgzXgSiiCM/f26YXg9Tpa2zOsQzsO07djvui5cOGT1m2OGfK77/5pwNG3Ydh7Fh7eqoTFs2bYwrQqPGTQ4/5YslPPpp56Wll2seb8Cwg4/6/PmDRoza/+Aji18b5oULCnZ885s27DyVU3wirGhHSCj5qJEDjz45HiT/tvX7b+08BdAhx51e/Leww9M+8uiTooqbOv61eHDs2ReXuMNxX/pq/wOGDxk1JqPRzjPNhJd+SeHBHC1atQk/ePGbNGvZ+tgzLx4w9KBhhx+32xciZSm8f1KWt2sZ8LRSisi2rZvnTns/DPYdMTqqNpV85kNgmDt9ShjsM/yQoaN35bQ3nquSRyn7Xd26XfuBI3YWuPS0SlWl+q22xQwlAwAAAGCPKS1jbFnwpoxRmv0POuLrv7qrU4/eYRwmhV/612cWA1gyd+aEl/8TFc6nf/HqHzdu0iz52p79B43ZNUv+9n//ldg+Zewrs6ZODINmLVqe/51fJE4/FTv0+DOOOfOieDzuhSfiwfTJ4+L1LcL09GEnn13kmwxTpT36DQyDlYsXrFg8P9qdN55+JPFY/fYfnnzVyDEnDT/yc1H5TH3n1Xhw7Bcv6b3PAUWuPfrML2dk7GgAsz6cGG9ZMm/nuaH2O/iIxk0/81yFOeILrv1Fn32HxH9MzA4H82ZM/ejdN8OgbcfOp13yf8m3CnnpzK99r7Rfny/bC4/cGx+W0Xffoadd+o3k1y58b2dd+YO9D9hxMM22LZvHv/h04qpn7r8tHow+6cyDjz0t+Q7bdujy1Z/9IV7zOXzPC2Z+HFWPFN4/KQvdKx6UsapK/M30/ewbqcpV8pn/oLCHtcnqcFDh+c2yVy6fMWlclTzK0gVz4sHwI44vcm9devW99Me/b9lm51OX/K6muFoVM6yTAQAAALBnlJExNo27oYFnjCGHHden2JK8mZmZWV16NG3WPP5jeLqe/fud86Z/WGS35x++e9CI0W07dNr/4CO+/uu7pr7z2toVS5o0bd6he88wpxzPXX44/vXXn3go+Vb/eeD2r99wR5NmLcJ0+bf+cP+MyeNmfzi5Y/ee+x9yVNau9avDNHRisjU/L/f5h/58xuXfCeMw7b7vyNGfTn1v7YqlYXY1NIyQN+KDFd565p9ROYTHGv/iU4d87vRmLVtd+uMbwwMtnTe7dVb7fYYdEqb1w9ti3ZpVYc53t/cz/5MPp7zz6pBRY8KzdOUvb39/7EuLZs/IWbe2U/cdS0DHWSKUgLefezzef8rbrx77xa+Ee+7cY69rb334gzdfXLpgdovWbbv3HbDfgYcnB4lmzT+z5Hj42XsN2Ld1uw6jTz67fbeeM6e8t37NyjCDH56HvQYNzt22NX6e8/Jyo3LbtGFdeO3OvPJ7YRzi0H6Y2OuEAAAQAElEQVQHHTZj8viFs6b33W/YfiMPC89MVNiu/v3n32/OWZ+41awPJ018/bmRR50YXrtw24M+d9qsKe+tWbFkxwLsQw6My014Bp64+6aoOlX0/ZOyjeuzQ8wIL023PgMu+eFv169ds3LJgjd3lbDY9PfHn7L9/8LLGtJd8hFLVauSz/yUt18+9ZJrQqNqUXgUy4fj36iqR3n3paeGH/65tPT04UceH975H08cu2rpoqzO3Xrvs/+AoQfFN4k1a9kyokxxzLjqtHYt9/SaGUoGAAAAwB5QasaY98qmd3/raIy27Tu2LX3562jHotNLn7znpjDTXfyqzTkbbv/BZef830/7Dx7Zba/+8dq/CeFZfuPpR/7797uK3GrpvFm3//CKL17z4579BoZp4qGHHTt014riUeFaxOOef/K/D37mVmFiukuvPoee8IUwDo9VZHWHMN384qN/Gf/ik1H5/PvPN+Zu23b4KWeHBpBYByIIVeDRW24YduTn2pRvmYdHb/tVmDoPU9jpGRkjjjwhfCVfG5638ECL53ya+Cb/89dbzv3mdWF6NzzhR53xmRP4hId+/cmH9j5gZIgTzVu3CaFi7cql8VUrFs+/7XtfvfB7v+61974Dhx0SvhK3Wr5wbniGv3jVj8J42+aKrTj97stPb1i/5qwrvteyTVZ4uFCewlfi2uzVK5978K7333yxyK3+eduvVi9ddMxZF2c2ahRevp6FR8MkLJo14/E/37h0/uyoOqXw/knZJ++/O2T0mDAYNHLH+aM+/WBCkZKxasnClYsXdOrRe+CIQ6uvZESVe+a3bN708cS3E8/SxNeerapHCXXzrWf/Gf8l6tF/YPhK3j9EwWfuv/WLV/+kUePG5Vx+poELMePO/6z9+ql7OGYoGQAAAAA1rayMMf43YbuTShW3cV322pXLslctX7Vs0bL5cz4c/1qY9y9t5/VrV9/982+OOvHM/vsPb9+1R/vO3fLz8tauWj532vvjX3p6+a5lhIsI2+/44deO+vz5YXY+q3O38LUpZ8OKhXMWfPrxO88/UeI595+45w+T3njhqNPP69yzT4tWbZq0aJGzLnvVkgUzp06a9NqzYc40qogQFT4c/+roE8/u2X9gq3btVy6eP3valMlvPL94zifDyn2CqbxtW2/7/mVhgvjg405r17FL81ZtMjIbrV+zcsWieR9PHDv5jReKPG9T33ltxaL5x597WZdefVu1bde4afPwbly3asXsjya98tgDq5YtjnYstT04XI44+oSX//nXxA3DT3fnj68MpaTPoMFhh9AewhO4YOb0lx69t//+O9dU37wpJ6qgjyeM/cMn047+wpe79NwrvAStszpkr1we7vnTqRPfe+WZ/FIO8gjf6ozJ4w49/gthbjqrS/dmLVqGV2HpgjlT3n6l8odBlFMK75/UPH7X/1u3ZmWffYd06dkndK8SF8yYPW1yKBnhhXjp0fui6lSZZz68t+OSsXD2jLJTU0Uf5Zn7b581deLRZ1zYrlPXlm3ahQQS3jmrly2Z8s4rb/3n0RDwDj72tJAeO3TtGd69c6dPjSjTynV7Pmakba/O9cQBAAAAKELGoN475PgzvlB43q2X/nlfdc+kAzWjY5v0wpiRHqWlR0O+ndltVGZmZkah9F1CugiXYedEw6iqmOGYDAAAAICaI2NQD+x70GGHHHd6zvrsya8/P+vDScV3GHzIkfFg/oxpEVAv7NkjM5QMAAAAgBoiY1A/5GSvHTj80DDo2LXHgpkfb9vymcUwjj7jgnjJkB2nhJrybgTUF3swZji7FAAAAEBNkDGoTy79ye/jVb5z1q39cPzrS+fP2bZ5Y8fuew0YemDP/oPC9vz8vD9fd8286R9GQP2yR04zpWQAAAAAVDsZg3qmWctWl193S/e+A0q8du3Kpf/+002ffDA+Auqjmo8ZSgYAAABA9SqeMULDCJcyBnXd0MOOPfi409p16tqiVev0jMycdWtWL138/tiX3n/r5bxtWyOg/qrhmKFkAAAAAFSjEjNGsHXui5sm3BjJGADUTTUZM9IjAAAAAKpHiSeVCmQMAOq6eAHwnE0F0faCHQuAL3knLy8vv1DBLnG/jz77gRhVnJIBAAAAUC1KWxtj8+znZQwA6oEiMSN/6bjyxIwUKBkAAAAA1SieuPnfEt9zXtj83u8jGQOAeiE5Zmz/4KYiMSP++Is+mzFSSBpKBgAAAEDVKzJlE2cMJ5UCoP4pEjPylryTfExG4siMRNVIgZIBAAAAUF2Szyu1Zc4LG9/9XSRjAFDvFF8zI3+XIhmj+CEa5aFkAAAAAFSxIpM1OzLGrGfiozHWbpAxAKiHdsaMzfk7jsx4/8bcha8XOSYjqsRSGUoGAAAAQHWJp2zy1y/c+N4f4y33PidjAFA/hZjxl+fXx+PtU27O37g8+YAMZ5cCAAAAqKXCrE1ay+7NRn4z/uPnR7dqlBEBQP3TuFHaaYe2iMcF+11V0DirxMMyUjg+Q8kAAAAAqEpF1vqOLxvtdULjYd8I4727N77khDZiBgD1TMgYl5/Upk+XxlGUtnXA5fmdRiWv9R0lNYwUKBkAAAAAVS8xWZM4n0Zm7+Myh1wTiRkA1DtxxujduVHIGBv7XpLb4ZDiGSOqBCUDAAAAoFoUmbXZcZqpHmOiQV+JxAwA6pFExgife+t7f3lr1kHFc35i59SShpIBAAAAUIN6Hp8/4OJIzACgXkjOGNk9L9jS7sCoGigZAAAAANUiLS2tyB9j23t8Lrf/lyMxA4A6LjljrOl+3ua2I6Ndn3fxDvEg+QOxyIdjOSkZAAAAAFUveRKnyJxOkN/t2C19zo/EDADqrOSMsarrOZvajAgfcOlJinwCVoaSAQAAAFCViv/maTyPk/5ZIWZs3uu8SMwAoA4qkjE2tx0ZPtoyMjLSS5KWJEqJkgEAAABQjZKnbxJzOhmF8roeI2YAUOckZ4yVXb60qc2IxEdbLPFhF2eMRMyIks49VaGqoWQAAAAAVJcSj8lITPRkZmbmdhmzsdc5kZgBQB1RJGNsbjsy/kRLLhnxH4sckxGlukhGpGQAAAAAVLnk+Zr4MjGPkygZ8SxPuMzreoyYAUCdUPxojOR6ESt+cEaRnpGCtO3hAQEAAACoUokplzAoKCiIL4P8QnmflZub22jZq83nPxL2n7l421+fX5ebH0EdcvCxp82dPmXF4vlRrdRn0JDmrVpPm/BWVLvte9BhQ0Yd06l7747demzZvGn10sXhKR3/4lOL53wSQS1QYsbITNKoUaPkPxbpGclLZVQ0aSgZAAAAANUinnXZniRRMor0jFAywqWYQV3UuWefL1x+bZ99h9z2/csWzpoe1TLNWrY+6YIrDhxz8guP3PPaEw9GtVXHbr3OuOzb/QePLH5V+A/H1HGv/+f+W9evWRXBnlOhjFH8BFNFjsmoaMnIjAAAAACoNsmTNfHZpYrvEzePHWtm5Oe2WPRYfJopMYM64bhzLg0ZI6qtRh55/MHHnRbVbo2bNrv4B/+vY/deYbw5Z8O7Lz29dMHsJs1adNur/4HHnBwmhIeMHtOqXdaff3aN30pnT9ltxihyKEa4LOO8UimcY0rJAAAAAKgWYaYmnnZMTNmUmDGS5XU/fmMUiRnQoJx5xffijLF62eK//PLbq5YtTlw1+c3nv/zdX7ds067vvkOP+9JXXvzHvRHUuEYZ0W4zRuKAjETGKHJSqagSy31HVvwGAAAAqD5FfgU1PiYjVmSJ1MQc0I6Y0eOsyALg0DB06NJ92OHHRYVnkfr33b9PzhjBvOkfPv6n38Xj/Q8+IoIaFz6GLivMGGGccsaozHmlYkoGAAAAQDVK/kVUMQMoYu+hB8eD+Z98NHPKe8V3mDbhrc0bc8KgY/demY2bRFCD4ozRp2vjMF7R8cw9lTEiZ5cCAAAAqG7xaaYSl5HTTFG79dt/+JGnn9u+c/cWbdo2atx03ZoV2SuWLV80782nH127cmlit8t+9se9hxyY+OM1v70nXBbk5//gi0eGQe99Drjq13eFwZP3/vHj98aefOHX++4/ND0tY+WSBTPef/fVxx+4/Ppb+x8wPOxw4zXnhY1Fvoe2HTr/6M+Ph8G8GVPv/PHXi1wb/h7tf/CRI448oUvvvq3adcjPy92QvWbJnE9f/fffls6fHe9z3JcuPe6LlyZucuIFV4SvMLjv19+dMWlcGNzw8MuNmzTNXrns11ecVfxJOOjYU8668gdh8MZTDz/7tzvjjbv9oRI37953wOgTzwztoX2XHo0aN169bPHKJYumjH35owlvFnmgLZtyZk2d2KFrz0+nlpAxYquWLuzZf1CYJc7q2GXF4vkR1IiiGaPdwXsqY0RKBgAAAEANEDOoKwYOO/i87/yyabPmiS0duvQIX/0HjzxwzEn/uf+2d1/6T1QRaelpl19/c5ipj/8Y6sjCWTOiSmjZJuvCa3+ZvMx4SAVNm7fo2K3nAYce9fzDd7/+5ENRNSv7hxpz5pePOeuiRknHT3TrMyB8DR519PgXnnjmgdtzt21LXPX+my+GrzIeq3GTZuH5D4MQbJJLElSrWpUxIiUDAAAAoGaUJ2bEK4QnFIkZf3luXX5BBNWna5/+F1z7y5AFthcUzJg8bu6Mqdkrl3fo1nPQyNE9+w0M28+84vurly2Z9eGksPOLj973zvP/PuLUc+Ko8NR9N4edt0fbi9znkFFjEjP+sQ/Hvx6lKhSLq//fn7M6dY0Kj1SY/OaLa5Ytadaq1f4HH9lvv2FhGvXE87+2bOHcGZPe+eCtl5fMnTlg6EGHHn9G2HnCy89Mn/R2GCya9UlUaWX8UOEpOvi4U8MgLzf3vVf+s3TB3K2bctp16jb40KO69dn70BO+0KnHXn++7v+icjvh/MubtWwVBp9+MCE5gUD1qW0ZI1IyAAAAAGpMJY/MuPj4Nve/IGZQjQ4/6eyQK8LgibtvGv/SU4ntL//zr6de8o3DTzk7jA8+7vS4ZMz/5MNwOezIz8X7LPhk2sJZ04vf514DB+du2/rCI/dOfee1th07hj/OmzE1StWJF1wRZ4xwJw/89kcb12fH299+9rHTL/3G6JPPTktPDzEjlIyVSxaEr6yOXeIdVi9bNG3CW1EVKe2H2mvQAXHGWLdm1V9//d2QUhI3GfvMP8/5xk/3P/iIfvsPD/uU89CWE867fPSJZ0Y7TkK1MXGSK6hWFc0YccCo1owRWfEbAAAAoCbtdgHwxO+3Fl8AfGDPHTEjw3QO1aZz735R4VmMkjNG7JXH7t+cs2HBzI9XLV0UVdB/H7zrzacfyV61bN70D19/IvVTPzVv1eagY07Z8R3m5/3zjt8kMkbsqftuWTh7xymeuvbu16PfwKialfhDnXHZtVHhwVVP3nNTcsYItm3d/M/bbtiQvTqMjz/38hat25Z9/42bNrv4+/9vzJlfDv+NCNXkwZt+aoUMakB5MkZCRpJqzRiRLU9G7wAAEABJREFUYzIAAAAAalhljsyIY4YjM6gm2zZvCpcZmY1Ov/QbYaY++VxGmzasu+6iE6OKC3cy4aWno6qw34GHhe8tDKa+/eqqJQuL7/Dcg3/qPWC/nOy1WzZuiKpTiT9U1736dy1MQUvnzy7x+I8tmzdNfee10Sed1bJNu4EjRk167b9lPMTFP/htvCJ6yBh///1PPv1gQgTVrNZmjEjJAAAAAKh5qcWMTbnrmi9/Scyg+nzw1sv99t8xez765LNHjjlpzrQPPn7v7WnvvZWzbm2UquUL5lTV6g499943HsTHXhQ3a+rE8BVVvxJ/qI5ddq6csWHtqv0OOrzEGxYU7FxHJKtTl6h0Y75wYZwxNm/MefgP13/ywfgIqln5M0ajRo1qOGNESgYAAADAHpFCzNjWe8cqBWIG1efdl5/us+/Q4YVLXzRp1mLQyNHh64zLv7Noziczp7w3dfxrS+fOiipoU876qIq0btc+HmSvXB7tUSX+UO27do8H+ww7JHyVfQ+JBTyKa9uhy5gzvxwVHo1x/2++N3d66suKQDnV8owRKRkAAAAAe0pFY0bYTcyguv3j1l8snT9r8OgxPfoMSCt8Q6ZnZPTae9/wdcxZFy2Y+fGjt96wcsmC8t9hmI6PqkizFq3iwfq1q6I9qsQfqm2HTlG5tWjTrrSrhowe07hpszAY++y/ZAxqQO3PGJGSAQAAALAHOTKDWuiNpx4OX62zOux74OF7Dx7Rb//hzVu2jq8KPeP87/zilmsvCe/YqIqUOOmZ2bhx8Y3r1+wMGK3aZkVVpuQp14zMxlEFbcrJiQfPP3z3q4//LUpVl95948GsDydFUM3qRMaIlAwAAACAPav8MSMxdyxmUANCNhj/whPhK4z7DBpy+Clf3P+QI8O42179B48eM2XsK1Elbd/5rk3PyCh+ZfNWbYpvXLVscTxondUxKknTZs279x+4fvWqNSuW5uflRrt5/PxwmVbSo0c7jv9oGVXQqmWL4kHXXv2iSmjarEU8WLt8SQTVqa5kjEjJAAAAANjjyhkzkn8LXsygyrVskzX8yOM799hr3eoVLz76l+Sr5k6fEr4u+dHvBo0YFf7Yufte/7su1YMz8naVhhYlRYuuPfsW37h6+c5UsPfgkeOe/3fxHQaNHH3uN68Lg3eee/zJe/+447uLSpWfv6NkNGvevMRrO3XvHVXQioVz40H/ISObNm+xZdPG4vuMPvmsQcNHbdywbuo7r06b8FaJ9/Pxe2PXLF8aBjnrsyOoNnUoYwTpEQAAAAB7WjwBlLgM0neJZ46KTCqFyxAzNnU+Luwfx4wM0zxUTn5+3vHnXnbgMScfeOypGZmNiu+waunOQyI2bvjfDHt+bl48SM+o2O9Mh9n8eNC938Di14amUnzjtAljN63fcat9R45u36V78R3io0aCD999Ix7k5e7sJWnpRY+92FT4DTRu2rxbn72LXNW8VZt9hh4cVdDCWdOXzNuxInpoM0d9/vziOzRr2frYMy8eMPSgYYcft2Ht6tLu571Xn/3P/beGrxJbCFSJupUxIiUDAAAAoJYQM9izNuesnz1tchi0yepwzjU/KRIzWmd1GH74jjdbQX7+tAlvJ7Zv27pz7eu2HTpGFbF03ux4MPqkL7T57FrZp136jT77DolK+g5ff+rhqPCEVF+86kdtO3RJvjY0mAMOOSoMslevnP3h5J3f3pbN8aBNVvsi97Z84bx4cNIFVySf4Sr0hguv/WWLNm2jinvm/tuinT/UmQcfe1ryVeG7/erP/hDf7bwZUxfM/Li0O+l/wIj9Djo8fHUoqdZA5dW5jBE5uxQAAABA7WEBcPasl/7xl777Dm3cpOmQw47p3n+fD956ecWieWFmv0uvPoNHjYlPAzXl7VeyVy1L3GT92pXx4PSvfHOvfQ7I6tLjkT9et2Xzpt0+1ofjXj/27IubNm/RrmPXb/7uvqnjXs3LzQtzpAOGHdKxW89VyxaFadNwVZFbvfmffww78nNde/ULqeNbN/112sSxcz/+oGnT5v0Hjxw0cnRUGFqeuf/WxP5rV+78Vg867rTMRk3CvOyk11/4dMq7Ycuk154LtSAMBgw9+Ft/eODT9ydEOw7RaHbAwUc0b91m1tSJ4T6jCpr14aSJrz838qgTmzRrceaV3zvoc6fNmvLemhVL9jvoiL2HHJhReNhKzrq1T9x9Uxl38vmvfrtTjx3ntnrmgTvefPqRCKpUXcwYkZIBAAAAUKuUETO2l7IggZhBVVk4a/oT9/zhC5df26hx4w5deoTSkHzt9oKCyW88/9ifbkzeOG3CW8eceVF6RkbLNlmjT97xVuy6V/+506fu9rHWrlz699//5IJv/6JZy1Yt2rQ99IQvJK5aMm/WX3917SU/urFdscM8Qqj400+vPvOK7w4+dEy4YWgG4StxbSgo/7nvlqnvvJbYsmj29PBAoYiEqdoDjzk5bFm5dGFcMj6a8OZ//37XCeddHr75zj32Cl+JW73/5otP3HPTL/7+QlRx/7ztV6uXLjrmrIvDNHDPfgN7fvbcWYtmzXj8zzcunT87gj2hjmaMSMkAAAAAqG0cmcEeNOm1/87+cPLRXzh/r0GDW7RqE762btq0euXSuR9Pef/NFxbP+bTI/kvmzrz/N9875Pgzuu3Vv23HLtu2bGrRqrznZZo55b0/fueSky+8ctDIUY2bNlu5ZOGsDyd+8v674St/13rgxW3O2fDg73924Jh3B40Y1b5rjw5de+Tn5eWsW7Nw1oz/PnjXulUrknfO3bbtnl98+5izLurRd5+O3Xptj7Y3atQ4ce3rTz60cPb0Y868uN9+Q8NfvMWzP/l0yoSPJ72z4JOPmjZrHqXqlccemDF53KHHf6Fjt55ZXbo3a9Fy1ZIFSxfMmfL2KzMmjYtgD6m7GWPHY5UW8wEAAADYg+JJm8RlUFAoPz8/vsxLkpubGy4bz/9XiBlh/xkLt4kZACTU6YwRWfEbAAAAoHYqvgB4vAZ4PK9kAXAAyik5Y6zqeHqdyxiRkgEAAABQaxWJGfF0kpgBQPkVyRg57UbXuYwRKRkAAAAAtZmYAUDK6kfGiJQMAAAAgFpOzAAgBeXPGEFtzhiRkgEAAABQ+4kZAFRIhTJGcsmohRkjUjIAAAAA6gQxA4ByqmcZI1IyAAAAAOoKMQOA3SojY5TYM2p/xoiUDAAAAIA6RMwAoAxlZ4z4c6HOZYxIyQAAAACoW8QMAEpUXzNGpGQAAAAA1DliBgBF1OOMESkZAAAAAHWRmAFAQv3OGJGSAQAAAFBHiRkARA0gY0RKBgAAAEDdJWYANHANIWNESgYAAABAnSZmADRYDSRjREoGAAAAQF0nZgA0QA0nY0RKBgAAAEA9IGYANCgNKmNESgYAAABA/SBmADQQDS1jREoGAAAAQL0hZgDUew0wY0RKBgAAAEB9ImYA1GMNM2NESgYAAABAPSNmANRLn8kY7U9uOBkjUjIAAAAA6h8xA6CeKZox2h/ZcDJGpGQAAAAA1EtiBkC9ETLGJSc03IwRKRkAAAAA9ZWYAVAPxBlj7+6fyRgJDSFjREoGAAAAQD0mZgDUaaVljOT/btf7jBEpGQAAAAD1m5gBUEfJGAk+iOD/s3cf0FVUCQPHh9577yhgAREQkKJSBQTFstjLrmJva1t717X3tq6r69rXtXdU7CJSxYqogCi9907gu2TgfTEJEEKASfj9Tk7Ozbx5NeG9c+6fmQsAAAAFnJgBkO/IGBn5FAIAAAAo+MQMgHykaJE1MkZGPoIAAAAAdghiBkC+EDLGKb0ryhgZ+fwBAAAA2FGIGQAJF2eMRrVljD/w4QMAAACwAxEzABJLxtgQnzwAAAAAOxYxAyCBMmaM2VV6yxgZ+dgBAAAA2OGIGQCJkiljLKzSVcbIyGcOAAAAwI5IzABICBljk3zgAAAAAOygxAyA7U7GyAmfNgAAAAA7LjEDYDuSMXLIRw0AAADADk3MANguZIyc8zkDAAAAsKMTMwC2MRljs/iQAQAAAEDMANh2ZIzN5RMGAAAAgLXEDIBtQMbIBR8vAAAAAKwjZgBsVTJG7vhsAQAAAOD/iRkAW4mMkWs+WAAAAAD4AzEDIM/JGFvCpwoAAAAAmYkZAHlIxthCPlIAAAAAyIaYAZAnZIwt5/MEAAAAgOyJGQBbSMbIEz5MAAAAANggMQMg12SMvOKTBAAAAICNETMAckHGyEM+RgAAAADYBDEDYLPIGHnLZwgAAAAAmyZmAOSQjJHnfIAAAAAAkCNiBsAmyRhbg08PAAAAAHJKzADYCBljK/HRAQAAAMBmEDMAsiVjbD0+NwAAAADYPGIGQCYyxlblQwMAAACAzSZmAKTIGFubTwwAAAAAckPMAIhkjG3CxwUAAAAAuSRmADs4GWPb8FkBAAAAQO6JGcAOS8bYZnxQAAAAALBFxAxgByRjbEs+JQAAAADYUmIGsEORMbYxHxEAAAAA5AExA9hByBjbns8HAAAAAPKGmAEUeDLGduHDAQAAAIA8I2YABZiMsb34ZAAAAAAgL4kZQIEkY2xHPhYAAAAAyGNiBlDAyBjbl88EAAAAAPKemAEUGDLGducDAQAAAICtQswACgAZIwl8GgAAAACwtYgZQL4mYySEjwIAAAAAtiIxA8inZIzk8DkAAAAAwNYlZgD5joyRKD4EAAAAANjqxAwgH5ExksYnAAAAAADbgpgB5AsyRgJ5+wcAAABgGxEzgISTMZLJez8AAAAA246YASSWjJFY3vgBAAAA2KbEDCCBZIwk864PAAAAwLYmZgCJImMknLd8AAAAALYDMQNICBkj+bzfAwAAALB9iBnAdidj5Ave7AEAAADYbsQMYDuSMfIL7/QAAAAAbE9iBrBdyBj5iLd5AAAAALazLY8Zhc1yAZtDxshfvMcDAAAAsP1tYcz48/7lxQwgh2SMfMcbPAAAAACJsCUxo1nDEmIGkBMyRn7k3R0AAACApBAzgK1KxsinvLUDAAAAkCBiBrCVyBj5l/d1AAAAAJJFzADynIyRr3lTBwAAACBxxAwgD8kY+Z13dAAAAACSSMwA8oSMUQB4OwcAAAAgocQMYAvJGAWD93IAAAAAkkvMAHJNxigwvJEDAAAAkGhiBpALMkZB4l0cAAAAgKQTM4DNImMUMN7CAQAAAMgHxAwgh2SMgsf7NwAAAAD5g5gBbJKMUSB58wYAAAAg3xAzgI2QMQoq79wAAAAA5CdiBpAtGaMA87YNAAAAQD4jZgCZyBgFm/dsAAAAAPIfMQNIkTEKPG/YAAAAAORLYgYQyRg7Bu/WAAAAAORXYgbs4GSMHYS3agAAAADyMTEDdlgyxo7D+zQAAAAA+ZuYATsgGWOH4k0aAAAAgHxPzIAdioyxo/EODQAAAEBBIGbADkLG2AF5ewYAAACggBAzoMCTMXZM3psBAAAAKDjEDCjAZIwdljdmAAAAAAoUMQMKJBljR+Up9MIAABAASURBVOZdGQAAAICCRsyAAkbG2MF5SwYAAACgABIzoMCQMfB+DAAAAEDBJGZAASBjECkZAAAAABRgYgbkazIGMe/EAAAAABRkYgbkUzIGKd6GAQAAACjgxAzId2QMMvIeDAAAAEDBJ2ZAPiJjkIk3YAAAAAB2CGIG5AsyBll59wUAAABgRyFmQMLJGGTLWy8AAAAAOxAxAxJLxmBDvO8CAAAAsGMRMyCBZAw2wpsuAAAAADscMQMSRcZg47zjAgAAALAjEjMgIWQMNsnbLQAAAAA7KDEDtjsZg5zwXgsAAADAjkvMgO1IxiCHvNECAAAAsEMTM2C7kDHIOe+yAAAAAOzoxAzYxmQMNou3WAAAAAAQM2DbkTHYXN5fAQAAAGAtMQO2ARmDXPDmCgAAAADriBmwVckY5I53VgAAAAD4f2IGbCUyBrnmbRUAAAAA/kDMgDwnY7AlvKcCAAAAQGZiBuQhGYMt5A0VAAAAALIhZkCekDHYct5NAQAAACB7YgZsIRmDPOGtFAAAAAA2KJcxo3r3KD1mnNhTzGDH9YeMUbmXjEGueR8FAAAAgI3JTcxoeFQcM3avL2awg8qcMap2lzHINW+iAAAAALAJYgZsFhmDvOUdFAAAAAA2TcyAHJIxyHPePgEAAAAgR8QM2CQZg63BeycAAAAA5JSYARshY7CVeOMEAAAAgM0gZkC2ZAy2Hu+aAAAAALB5xAzIRMZgq/KWCQAAAACbTcyAFBmDrc37JQAAAADkhpgBkYzBNuHNEgAAAAByScxgBydjsG14pwQAAACA3BMz2GHJGGwz3iYBAAAAYIuIGeyAZAy2Je+RAAAAALClxAx2KDIG25g3SAAAAADIA2IGOwgZg23PuyMAAAAA5A0xgwJPxmC78NYIAAAAAHlGzKAAK1okkjHYLgqtWbMmAgAAAADyTjznlvq+evXq+HtaWlr8fVUGK1euDN+LT/hf6Rkfhv1//H35E+8vWL06gkQJGeO0AyvsVFPGYDtQeAEAAAAgjzkygwJGxmD78o4IAAAAAHlPzKDAkDHY7rwdAgAAAMBWIWZQAMgYJIH3QgAAAADYWsQM8jUZg4TwRggAAAAAW5GYQT4lY5Ac3gUBAAAAYOsSM8h3ZAwSxVsgAAAAAGx1Ygb5iIxB0nj/AwAAAIBtQcwgX5AxSCBvfgAAAACwjYgZJJyMQTJ55wMAAACAbUfMILFkDBLL2x4AAAAAbFNiBgkkY5Bk3vMAAAAAYFsTM0gUGYOE84YHAAAAANuBmEFCyBgkn3c7AAAAANg+xAy2OxmDfMFbHQAAAABsN2IG25GMQX7hfQ4AAAAAtqctjxlFzB6z+WQM8pFCa9asiQAAAACA7Sqepkt9X716dfw9LS0t/r4qg5UrV4bvxSf8r/SMD8P+P09c/vi7C9LM85FjMgb5i2MyAAAAAGD725IjM3apV6L/AY7MIKdkDPIdJQMAAAAAEkHMYBuQMciPlAwAAAAASAoxg61KxiCfUjIAAAAAIEHEDLYSGYP8S8kAAAAAgGQRM8hzMgb5mpIBAAAAAIkjZpCHZAzyOyUDAAAAAJJIzCBPyBgUAEoGAAAAACSUmMEWkjEoGJQMAAAAAEguMYNckzEoMJQMAAAAAEg0MYNckDEoSJQMAAAAAEg6MYPNImNQwCgZAAAAAJAPiBnkkIxBwaNkAAAAAED+IGawSTIGBZKSAQAAAAD5RiExgw2TMSiolAwAAAAAyE/EDLIlY1CAKRkAAAAAkM+IGWQiY1CwKRkAAAAAkP+IGaTIGBR4SgYAAAAA5EtiBpGMwY5ByQAAAACA/ErM2MHJGOwglAwAAAAAyMfEjB1Wxowxt/L+MgYFmJIBAAAAAPmbmLED+kPGqNhpftWeMgYFmJIBAAAAAPmemLFDyZwxqh8kY1CwKRkAAAAAUBCIGTsIGYMdkJIBAAAAAAWEmFHgyRjsmJQMAAAAACg4xIwCbOMZIysZgwJDyQAAAACAAkXMKJA2mTEyHZAhY1CQKBkAAAAAUNCIGQWMjMEOTskAAAAAgAJIzCgwZAxQMgAAAACgYBIzCgAZAyIlAwAAAAAKMDEjX5MxIKZkAAAAAEBBJmbkU5vMGJnIGBRgSgYAAAAAFHBiRr6Tk4yR8YAMGYOCTckAAAAAgIJPzMhHcpcxCq8nY1DwKBkAAAAAsEMQM/KFXGeM+LuMQYGkZAAAAADAjkLMSDgZA7KlZAAAAADADkTMSCwZAzZEyQAAAACAHYuYkUAyBmyEkgEAAAAAOxwxI1FkDNg4JQMAAAAAdkRiRkLIGLBJSgYAAAAA7KDEjO1OxoCcUDIAAAAAYMclZmxHMgbkUKE1a9ZEAAAAAMAOLJ4kTH1fvXp1/D0tLS3+viqDlStXhu/FJ/yv9IwPw/4/T1z++LsL0swybqbixQqd0ru8jAE5oWQAAAAAAGLGNhUyxhkHVqhXvVgkY0AOOLsUAAAAAOA0U9uOjAGbS8kAAAAAANYSM7YBGQNyQckAAAAAANYRM7YqGQNyR8kAAAAAAP6fmLGVyBiQa0oGAAAAAPAHYkaekzFgSygZAAAAAEBmYkYekjFgCykZAAAAAEA2xIw8IWPAllMyAAAAAIDsiRlbSMaAPKFkAAAAAAAbJGbkmowBeUXJAAAAAAA2RszIBRkD8pCSAQAAAABsgpixWULGOK3P+oxRqauMAVtIyQAAAAAANk3MyKH4aIwGNdYfjVGtt4wBW0jJAAAAAAByRMzYpNydVCoVM2QMyJaSAQAAAADklJixEbleGyMmY8CGKBkAAAAAwGYQM7JliW/YepQMAAAAAGDziBmZyBiwVSkZAAAAAMBmEzNSNpkxiqWTMSDXlAwAAAAAIDfEjChnGSPj6yBjQC4oGQAAAABALu3gMUPGgG1DyQAAAAAAcm+HjRkyBmwzSgYAAAAAsEV2wJiRkyW+ZQzIK0oGAAAAALCldqiYkZOMYYlvyENKBgAAAACQB3aQmCFjwLanZAAAAAAAeaPAxwwZA7YLJQMAAAAAyDMFOGbIGLC9KBkAAAAAQF4qkDFDxoDtSMkAAAAAAPJYAYsZMgZsX0oGAAAAAJD3CkzMkDFgu1MyAAAAAICtogDEDBkDkkDJAAAAAAC2li2PGUWLrIm2ExkDEqLQmjXb7Y0AAAAAANgRxJOQqe+rV6+Ov6elpcXfV2WwcuXK8L34hP+VnvFh2H/clBWPDZi3Km1bNwAZA5LDMRkAAAAAwNa1JUdmNKpd/JTeFbfxkRkyBiSKkgEAAAAAbHX5KGbIGJA0SgYAAAAAsC3kMmbU6BFtw5ghY0ACKRkAAAAAwDaSm5jR4IhtFjNkDEgmJQMAAAAA2HYSGzNkDEgsJQMAAAAA2KYSGDNkDEgyJQMAAAAA2NYSFTNkDEg4JQMAAAAA2A4SEjNkDEg+JQMAAAAA2D62e8yQMSBfUDIAAAAAgO1mO8YMGQPyCyUDAAAAANietkvMkDEgH1EyAAAAAIDtbBvHDBkD8hclAwAAAADY/rZZzJAxIN9RMgAAAACARNgGMUPGgPxIyQAAAAAAkmKrxgwZA/IpJQMAAAAASJCtFDNkDMi/lAwAAAAAIFnyPGZkzBjzKnWWMSB/UTIAAAAAgMTJXcxYWrNnlCVmZMoY86odKGNA/lJozZo1EQAAAABA8sSzl6nvq1evjr+npaXF31dlUfy3F0tNez/sP27KiscGzAspIpUx5lfuMr/6QXGiSJWMjA1DxoBkUjIAAAAAgOTKVcx4udS0d8P+v0xeUbxo1KBG8Whtxui2oMaBqYwRZGoYMgYkVtEIAAAAACCpQjwI6SL1PQSGEDDC92jDXWFFg35h95JT32tSp3i8ZWHVbotrHlx0/fmpMp1aSsaAhFMyAAAAAIBE20jM2ND+sysfUGjO3NrLh4Ufl9ToubTWwUXTt8eVIu4WWTNGfKmMAUmjZAAAAAAASbeRmJHp/PlxflixYsXImQ33LLmw/k6NltfuWzT9WqmSEWeMVMzI2DBkDEggJQMAAAAAyAdycpqpVIEI20PM+GrV7nUa9i22Zs2aLCUjFTOcVAqST8kAAAAAAPKHHJ5mKu4QK1euDN+LFSuWOmij0Pp1MjKu++2kUpB8SgYAAAAAkG9sMmakUsTy5ctDoshaMjLGjNR3GQOSTMkAAAAAAPKTjceM1NmlVq5cmZaWFpeM1Nml4mKRMWDIGJB8SgYAAAAAkM9kjRnxgRcZa0QoGfFiGJmOyUgdmZFxIGNAkikZAAAAAED+kylmhC2pnhFfmpaWFn5MlYx4n0xHZhT6o9R1IyBJlAwAAAAAIF/KGjOi9J4RZ4lQMlavXl2kSJFMV9mQ1A4RkDBKBgAAAACQX2XKGKmNcckI46wlI/pjz4gy1AsZA5JJyQAAAAAA8rE4ZkQZKkX84+rVq6P0QzQy7Zzt90jGgARTMgAAAACA/C1TzIgH2ZaMaAPpQsaAJFMyAAAAAIB8LxUzovVZIi4ZWRNFTrYAiaJkAAAAAAAFQRwkUj0jXj9j45VCw4B8QckAAAAAAAqOjHEiVTU2vhuQcEoGAAAAAFDQWMcbChI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ASC4lAwAAAAAoaCpVqtShQ4cIKBAKrVmzJgIAAAAAAEgkx2QAAAAAAADJpWQAAAAAAADJpWQAAAAAAADJpWQAAAAAAADJpWQAAAAAAADJpWQAAAAAAADJpWQAAAAAAADJpWQAAAAAAADJpWQAAAAAAADJpWQAAAAAAADJVTgCAAAAAJLt559/vuOOOw477LDmzZuXL1++evXqrVq1OvLII+++++5w0cav+/XXX3/yySdRUs2YMeO5556L8q2HH3740EMP3XXXXUuXLr3TTjv16dMnyudmzZpVKF3fvn0jSAYlAwAAAACSa/ny5ZdeemmzZs0uueSS11577fvvv1+4cOHMmTNDn3jxxRcvuuiicNG55567dOnSrNddvHhxuO7ee++9ydqxXaxZs+bxxx8PbWbAgAFR/nTzzTfJHAVJAAAQAElEQVSfddZZr7/+eniFw69gwoQJy5Yti4C85uxSAAAAAJBQq1atOuaYY1599dX4x8KFC9eqVatBgwZh+6RJk6ZMmRLv8+CDD4a28d///rdQoUIZr/7SSy/dfvvtUVL99ttvJ598cpRvhVf+zjvvjMc777zz/vvvX7x48UaNGkVAXlMyAAAAACCh7r///jhjlC1b9sILLzznnHOqVauWunTy5Mn33HPPfffdF6bU//e//+23335nn312xLbyyy+/zJ07Nwz22muv4cOHh84UAVuHf10AAAAAkFAhVMSD559//vrrr8+YMYI6derceeed//rXv1I7h6QRsa0sXLgwHnTs2FHGgK3KPzAAAAAASKJJ6cJg9913P/DAAze020knnbTnnnuGwbhx40aOHBmxraxevToeFC9ePAK2JiUDAAAAAJIodYBFsWLFNr5nt27datas2bJly/hkR1H6aakKFSp04oknxj+efvrphdINGjQo/Pj999/HPz777LOzZs0688wzd9555/r16/fp0+cf//hH2OHuu+9O7ZDtPe61117h0g3N4P/0008XXXRR27Ztq1WrVqFChWbNmvXr1y++69jXX38drr7TTjvFPz7zzDPx3d1yyy3xlooVK4YfmzZtmu3tv/zyy5n2z8mTSlmwYMG1114bHlJ4YOXLl2/Tps0JJ5zw2GOPRTl22GGHhTvq0KFD/GPq5erYsWOmPT/77LNzzjmna9euVatWDc83PJjwyowfPz7rbY4YMSK+kTPOOCPbOz3//PMz/hJjjz/+eLxx7Nix4ccvvvjiqquu6tKlS3jZ27dvf/LJJ7/wwgtpaWnZ3uCKFSuee+65Xr16hQdWrly5Tp063XXXXYsWLYogeayTAQAAAABJVLdu3TAfPX/+/G+//fa9994LM84b2vOedNHmW716dY8ePUJXiH+cOHFianY+d8INXnnllbfeemvGjaPTvfLKK6Gs/Oc//4m2so0/qcGDBx9//PG//vprasvIdKGmvPbaa0888URIDlFeCGkhRIs33ngjtWX27NkTJkwYMGBAyA+hGfTv3z/KOyFm3HbbbZdddllqy9B04b7+/Oc/P/nkk5n2nzRp0qGHHprxIJ7P0z366KP//Oc/I0gYJQMAAAAAkqho0aJ/+9vfrr766jD+05/+dPLJJ5922ml77LFHTq4b9t9zzz0HDhx48803hx/D7cTnp2revHnG3Z577rnUjH8szG5HW+CUU06JW0WlSpUuueSSRo0aFStW7JNPPnnggQdCYAidoGnTphdffHHjxo0//vjj6dOnH3300WHnnj17Xn755WGQOkpjS2zkSb3++uvhlYnPCnXSSSftt99+tWvXnjx5cniETz/99Ntvv92+ffsRI0ZUrFhx43dxww03nHfeeWPGjDnzzDPDj+FZnH766WFQrly5eIclS5b07ds37BDGNWvW7NevX5cuXaZNm/bhhx+GXjJv3rzw2xw/fvzf//73KI+EF/DFF18sWbJkeDHDixxSTXiFZ8yYES566qmnDj/88PB4UjuHh9etW7dffvkljNu1axcKU4MGDYYNG/bSSy99//33Bx98cAQJo2QAAAAAQEJdeumlYe47zLOHqecH0tWqVatz586dOnXaZ599QpYoVKhQtlesm+63336Lf2zSpEmYSc+627vvvlu+fPl77rknTHNPnTp16NChmVLHZgm3FmeMECreeeedcKfx9hAS+vTpE1LKqlWrrrnmmlNPPTWkgvB4JkyYEO9QvXr1bB9erh9Gtk9q6dKlF154YcgYIa688sorBx10UOoq/fv379Chw1lnnTVu3Lhrr732vvvu2/hdxDcYskH8Y8ghmR5/qDhxxjjyyCP/8Y9/VKlSJd5+zjnnPPPMM6FIhQdz2223hcLRqlWrKC+EjBEeQ7jxOnXqxFvCq3322WfHC8Lff//9GUvGTTfdFGeMHj16hJeibNmyYdy7d+9QvI477rjQeyJIGOtkAAAAAEBChTn3N998M0x8p7aEqfnnn38+zLm3aNGiWrVqJ5xwQpi4Ty09nQsPPvhgmMcPN7XnnnuGxhBtgTvuuCMe3HLLLamMEevZs+dVV10VBsuWLQtz7tFWlu2TuvXWW+MFKq6++uqMGSN25plnHn/88fF1hw8fHm2BgQMHPvTQQ2FQr169J598MpUxYuFe4uU9QmkIYWPNmjVRXihatGi401TGiLfcfffd8SIrgwcPTt3RihUrQhKLdwidI84YsTJlyrzwwgsNGjSIIGGUDAAAAABIrjDR/Mgjj3z11VcnnnjizjvvnPGi2bNnP/PMM717995rr70+/PDDaPOFGz/mmGOivDBz5syPPvooDEI86NevX9YdQioIE+vhAWddFjtvbehJxauXh+n7Cy64INsr/uUvf4nSl9kIrSjaAvFhEMHFF1+cOm4jozPOOCOuBSEwfPvtt1FeCH8GWRdID2WiZcuWUfrppJYuXRpv/PTTTxcuXBgGhx9+eMOGDTNdpXjx4vGZviBRnF0KAAAAAJKuVatW8Ymb5s+fP3To0NAt3n333dQk+DfffLP//vvfc889559//ubcatS2bdswsx/lhdRxDG3atMn2nFfVq1ffUELIW9k+qVWrVsWrfDdu3HjEiBHZXnHRokXxIHVWrtwJUScebGj59BIlShxyyCH3339/GI8bN65FixbRFsvaJGLly5ePB8uXLy9dunQYhCoWb2ndunW2V4mXVIFEUTIAAAAAIN+oUKFCz3S33XbbL7/88sILLzz++OPxSZNCJ2jatGm4KOe3VrVq1SiPTJkyJR7Ur18/2q6yfVJjx46Nz8E1ZsyYrl27bvwW4uaRa6mSsaG6EDRq1CgehJIR5YXatWtnuz0+u1SQlpYWD6ZPnx4P6tatm+1V6tSpU7x48RUrVkSQGM4uBQAAAAD5UpMmTa688sowNX/00UfHW26//fbNuYEo/k/6eWLOnDnxoEaNGtF2le2T+v3336Mcmzp1arQFFixYEKWfxmojoSi1oMXs2bOjvJA69mKT5s+fHw829JsqVKiQpTJIGiUDAAAAABInLS3tkksuOemkk04++eSN71msWLFHH320YsWKYfzZZ58tX748yjsbWo86672k/oN/6oiEbXnvmxS/PsExxxyzZlNSx5fkTpwBVq1aNWvWrA3tM23atHiQaT3wKE+fdbZSL8VGgs3kyZMjSBIlAwAAAAASp0iRIi+99NITTzzx+OOPb/K/7ZctW7Zx48ZhsHLlyviAgC2/93iQOiVRJnPnzs20JX4AUYbTTGU1atSo8ePH52RGPl7oYkP3njqqIOd22223ePDNN99EW1nqpdjIWaomTJgQD6pXrx4PNvma5+JZZyt1KMaGjlOZN2/ekiVLIkgSJQMAAAAAkmjXXXeNB4888sjG91y6dOkvv/wSpa+iUa1atdT2bFfezonixYvHgzCpnfXS6dOnZ/3v/KlUMHDgwHhFikzC5Hi7du0aNWrUq1evTT68+AFs6JiGH3/8MdpM5cuXj48aGT16dGpx8ky+/fbbww477LTTTgv1KNoCqZLx7rvvZrtDeH0GDBgQj1PLbm/8NY/SH3mUF9q2bRsPwm8q2x1Sjw2SQ8kAAAAAgCRKrX5x0003DRo0aCN73nXXXfF/2D/44IMzbi9RokQ8WLVqVbQ5Ujlk1KhRWS99+umns24MqSC+93Hjxr3++utZd3jhhRdWrlwZBocccsgmH1583MDcuXPHjh2b6aJFixa9+uqr0eY74YQT4sGNN96Y7Q7XXXfda6+99uijj8aPM9fCL65kyZJh8OCDD4bIlHWHl1566YcffojSm8cee+wRb0wdnPHVV19lPcHUsGHD8upoki5dusQv70cffTR06NCsO9x9990RJIySAQAAAABJFGbeu3fvHqUfzdCjR4/LLrts0qRJmfYZMmTIX/7yl6uvvjr+8YILLsh4aZkyZeLB5i780LJly3jw4osvhjn0jBcNGDDghhtuyPZat9xyS3xWqCuuuCLTtHsIEhdffHE87tev3yYfXosWLeLBlVdemfEIj8WLFx9//PFZX4ecCI+qXr16YfDmm29ef/31K1asSF20fPny8PDiQFKxYsVwF9EWCH3iwgsvDIMZM2acddZZGe8oGDNmTOr3dckll6S2h3rUsGHDKP2cVA899FDGq4Q4dNJJJ0V5pFChQuGliMfhcWY8UVhaWlrIOSNGjIggYYpGAAAAAEDyFC5c+OWXX+7Vq9fQoUOXLVt2W7o2bdqkVmyeOHHiTz/9lNr/nnvuadWqVcZbSK3Cfddddy1LF+bo27dvv8m7DnPx3bp1++ijj0JE6dKlyymnnBIfpREeydtvvx0eQCgrWc9N1LRp0/POOy/cV5isb9u27ZFHHhlKTNmyZcPM+IMPPhgvvRAqSP369eP9y5UrF2525syZn332Wcg2tWrV2m233fr37x8uCnnmySefjNKP5JgwYcJBBx0UxgsXLnzuuecmT54cWkh4ZaLNFB5JeGzhUUXph1+EWz7kkEP23nvvTz755H//+1+8BHexYsWefvrpVGLJtRBgwiMMv50nnngiVJxjjjlmp512Co//l19+uf322+O1TMIzPfXUUzNe68QTTwwPLAzOPffcQYMGNWvWLEpfzeLZZ59dunRp7p51ts4+++yXXnrp888/Hzx4cPh7CLlll112CfEpbBw5cmTt2rXD3WVdCgW2IyUDAAAAABKqQoUKIRhcccUVoQTEW7L9//JVqlS58cYbzzzzzEzb99hjj1AXRo8eHRpGmMSP0tfeyEnJCJ5//vnQD4YNGxYmtR944IHU9jDN/dZbb4Up72xXWbjzzjtDPrn00ktXrFjxbLrURUWLFg3bU4cjxA477LB//etfYfDMM8+E70cccURcMrp27froo4+GGfaVK1cOS5e6SpiFv+OOO3I3px9uP3SLEAxCHRmdLuOlYTY/1KA+ffpEW6x06dJDhgw5+eSTX3nllUHpMl4aXopQdC6//PJM17rqqqtCnfr3v/8dxiGupLaHpvXUU09Vr149r0pGkSJF3nnnndBXwq/y559/Pv/881MX7b777gMGDAivv5JBoigZAAAAAJBc5cqVCyHh+OOPD1PbYVr8t99+y3jpnnvuGS4Ks/8hZmS9bpgxf//992+//fahQ4eOGjUqTIhnu2xDtqpVqxbm30MzCBPr48ePr1WrVt++fXv37t2jR48yZcqEkrGhK4Zp8c6dOz/++ONjxoz54YcflixZUqdOnd122y20lpBVMu1833331atXL9SF4cOHL1iwIOOCGaecckqrVq3+/ve/h9n21atXh9sM9x4yQ7NmzUKYiXIr3M4333xz7733fvfdd2ES/9dff23SpEmLFi169uwZOkeY4o/ySMWKFUN4CC3nww8/DHcUXoqSJUvGB7uE31eDBg2yXiXc+2OPPRYqwkMPPfTll1+GX314VL169Tr4IPU+lAAAEABJREFU4INr1Kjx3nvvRXmnbNmyb7zxRugZoRiFojNjxoxOnTqFx/bnP/+5cuXKESRMoayrxwAAAAAAACSEYzIAAAAAAIDkUjIAAAAAAIDkUjIAAAAAAIDkUjIAAAAAAIDkUjIAAAAAAIDkUjIAAAAAAIDkUjIAAAAAAIDkUjIAAAAAAIDkUjIAAAAAAIDkUjIAAAAAAIDkUjIAAAAAAIDkUjIAAAAAAIDkUjIAAAAAgIJm3Lhxb731Vhicd955EZDPKRkAAAAAQEGzaNGi0aNHR0CBoGQAAAAAAADJpWQAAAAAAADJpWQAAAAAAADJpWQAAAAAAADJpWQAAAAAAADJpWQAAAAAAADJpWQAAAAAAADJpWQAAAAAAADJpWQAAAAAAADJpWQAAAAAAADJpWQAAAAAAADJpWQAAAAAAADJpWQAAAAAAADJpWQAAAAAAADJpWQAAAAAAADJpWQAAAAAAADJpWQAAAAAAADJpWQAAAAAAADJpWQAAAAAAADJpWQAAAAAAADJpWQAAAAAAADJpWQAAAAAAADJVWjNmjURAAAAAEB+8Pnnnw8bNmyTuy1atGjy5MlhsOuuu0Y5cNxxx9WsWTMCEskxGQAAAABAvtGqVavXXnsthIpN7lmoUKHw/eeff97knm3atJExIMkKRwAAAAAA+UTZsmX79esX5Z0SJUrk7Q0CeU7JAAAAAADyk44dOzZo0CDKI4ccckjlypUjIMGUDAAAAAAgnznuuOPik0dtoRo1anTt2jUCkk3JAAAAAADymQYNGuRJgQhFpHBhc6SQdP6VAgAAAAD5zyGHHFK2bNloC3To0GHXXXeNgMRTMgAAAACA/KdkyZJbslJ3iRIlDj/88AjID5QMAAAAACBf6tixY64PqtjyQzqAbUbJAAAAAADyq2OPPTYXS3/n1TIbwLahZAAAAAAA+VXNmjVz0SQs9A35i3+uAAAAAEA+dsghh1SqVCnn+3fo0KFBgwYRkH8oGQAAAABAPrZZS3+XLVvWQt+Q7ygZAAAAAED+1rZt2xwu/R2ah4W+Id9RMgAAAACAfO/YY48tWrToxvdp0KBBx44dIyC/UTIAAAAAgHyvZs2aBxxwwEZ2KFSo0HHHHRcB+ZCSAQAAAAAUBL17997I0t9du3a10DfkU0oGAAAAAFAQFC1a9Oijj872orJlyx5yyCERkD8pGQAAAABAAdGyZcsWLVpk3d6vX7+SJUtGQP6kZAAAAAAABcfRRx+daenvXXfd1ULfkK8pGQAAAABAwVG5cuWMS38XKlTo2GOPjYD8TMkAAAAAAAqU3r1716hRIx537dq1Zs2aEZCfKRkAAAAAQIFStGjRo446KgwqVapkoW8oAIpGAAAAAAAFS7NmzVq0aNG2bVsLfUMBUGjNmjURAAAAAABAIjkmAwAAAAAASC4lAwAAAKAAch4OALIqVKhQlA8pGQAAAAD5nm4BQE5k+3mR/LyhZAAAAADkY5nmpCQNADYpU7qIPzuS3DOUDAAAAIB8KWO0yMkYgB1ctq0itTHJPaOQzzMAAACAfCc1pZNxkHVjJGYA8Mc+kRrHg4zfs+6cEEoGAAAAQD6TqVikGsaa9bLdDYAdVtZ6kXGQ/Jjh7FIAAAAA+UmmgzBWLpo77rnrsr00zENlPFWIngGwo8n4/h9/KMRbSlZvWPegcwv9UZTgpTKUDAAAAIB8I+vRGGkrls77/tMIAHJs5cI5q1evjgNG4cKFM16Uih+JqhpKBgAAAEA+k+mkUrEv5xZenJbQ/0sLQELsVGp1ozJrPzvS0tJSGSPjIGkNI6ZkAAAAAOQ/qSUxVq9eHW95ZXrRicsKRwCwYYfXWNmoTFr4+Fi1alXqaIwwSDXyZJ5gSskAAAAAyB9S00xRhpJh9QsANleo4KFkFClSJOPG8GPqMyVpB2coGQAAAAD5TCpmrE4XAcBmSktLy/hjiBbhA6Vw4cKOyQAAAAAgbzgmA4Bci88uFY/jRTJSnybWyQAAAAAgD2Q8wZRjMgDYXOHjI17xOz4UIyiUQZQ8SgYAAABA/uOYDAC2RFwyChcuHDJG6tMk4/dEJY3CEQAAAAD5R8Z0oWQAkAuhXoSSER+NER/elylmJI2SAQAAAJBvZDyPeZKnnABIuNUZbOggv+R8xDi7FAAAAEA+k7VnAMBmyRgwMn6sRImkZAAAAADkVzIGALmTNWMkmbNLAQAAAORLMgYAuZMpYyT/yAwlAwAAACD/Sf6ZQABIuGw/QZL5seLsUgAAAAAAsGPJXyFcyQAAAAAAgB1UvkgaSgYAAAAAAJBcSgYAAAAAAJBcSgYAAAAAAJBcSgYAAAAAAJBcSgYAAAAAAJBcSgYAAAAAAJBcSgYAAAAAAJBcSgYAAAAAAJBcSgYAAAAAAJBcSgYAAAAAAJBcSgYAAAAAAJBcSgYAAAAAAJBcSgYAAAAAAJBcSgYAAAAAAJBcSgYAAAAAAJBcSgYAAAAAAJBcSgYAAAAAAJBcSgYAAAAAAJBcSgYAAAAAAJBcSgYAAAAAAJBcSgYAAAAAAJBcSgYAAAAAAJBcSgYAAAAAAJBchSMAAAAAoIA6/Zg/D315QPzVpnnLaAvUqFotvp1/3nhHxu3vPf582Bi+R1vZIfv3ih/AWcedmNrYqH7DeOMD19wcbQ8lS5Q8qd/REbA1KRkAAAAAUGD12q9LanxYj94ReWqf1nv/996Hjz7w0AjYmpQMAAAAACiY2rXcq06NWmGwcPHi8L1zu46VK1SKyDuXnfHX2tVrRsBWZp0MAAAAACiYDuzSI3xfvXr1c2+8fPoxfy5WtOjB+/d64uU8Pg3U9Q/cWaxYsZUrV0bbw7SZMy657YYwmDN/frQj6bx3h/B91ry5P/w8JoKCTskAAAAAgAKoTKnS8WT3hMkT3/rkg9OOPqFQoUKH9jggz0vG4FEjou1n8dIlnw77Mtrx3H7pNeH7oBFDL7rluggKOmeXAgAAAIAC6MCu3UuWKBEGw74ZNWPWzG9+/CGMa1Wr0bF12wggX3FMBgAAAAAUQD337RIP3vpkYPj+3qBPWjbdIwwO3b/34JHDN3LFkiVKHtS1xwGdutapWbNMqTK/TZ446Kvh/33z1Q3t/97jz1esUGHe/Pm9+h+d2vjQdbe2ad4iDI4899TfpkzKdJUaVau98chTYfDtmB9OvfJvWS89onffDq3a1KhavXDhQr/8Ov7dzz5+deA72d57o/oNn7vn4Sg92Jx7wxWZLi1VsmTf7j27t9+vds1alStUXLRo0az5c8OeT736wtz587Le2p67NTuoy/51a9WuXqVKtSpVl69YESLQpGlTfxj70+sDByxYtCi150fPvFymVOl4HJ7+0JcHZPt0KlWo2L/f0TvVqx9uM4xnzJz5+9TJX//4w9OvvRgBOaZkAAAAAEBB07jBTs13bRoGP/86LpSAMHjvs4/PPaF/6VKlO+7VtnrVamGCPtsrNqhd987Lrq1fp25qyy47NQpfB3bufte/H462vv3atr/hvItLr48EQQgw4at3526fDB0cbY4Wuze98fzLQhdJbQnJIXw1rt/w4O69Lrnt+pHff5u6qFChQleedV7fbr0y3kLJ4iUqlC3XpOHOXdvvc8QBff96w5UTJk+McqxjqzZXnXNBlYqVU1vCCxu+9m3Tbt/We19z3+3TN/BbADJRMgAAAACgoAkz9fHgg8GfxYPFS5d8PmJYr/26FCta9LCefR557sms1ypftuyD199avXKVMB4/8bcQP6bOnN6syW77tW1Xu3rNGy64NNrKWu+x520XX1WkSJFo7fIbw4d+PWrBooVt9tizc7t9WuzebNdGjXN+U3vu1uyBa24uUbx4GI/47psh34ycNnNGnRq1Du1xQK1qNcqWLn3deZecfOl5M+bMjvc//8TT4oyxbMXyT4d++dP4sdNnz6xZtXrTJrt0a79v6ByhiITUkTrk4qp7bi1WpOgVZ5wX0siiJUtueODOsHH+wgWpB3Bg1x5Xn31BuGIYfzzki2/G/DBr7pzqlau2arpHqDWhzfz7lntPvOScWXPnRsCmKBkAAAAAUKCE2fMe+3YKg1VpaW9/PDC1/e1PBoaSEQYHde3xr/8+tWbNmkxXPOPYv8QZ4/ufx1xw87UL0ufl3/v8k8deePbWi68KmSHaykJOiDPGK++/c9sjD8Qb3/nkgyZvv3bHpdeEApHD2wmvwMWnnBlnjBcHvHHnY/9/NMmL77xxz5U3hC4Snmn/I469Nf1eGtSu2++Ag8Jg2bJlZ11/+Q8/j8l4ax1bt73nihui9DpSrXLlmXPmhHF8hq6/nXp2+L5q5cpMq46HUnLWcSeGh5GWlnbjg/cM+OzD1EXPvvHyif2OPvPYv4SbOvuEk6+//84I2BQrfgMAAABAgdKtw76VK1QKg6Fff5Xxv/yHHydPnxoGYRK/a/t9Ml2rZImSB3btEQarV6+++eH7FmQ4vGDBooUX3nxttgtL5KGOrdrsslOjMJgxe9adj/0j40W//Dr+qntuy5peNqRLu33im/p9yuS7/v3PjBctXrrkirtuWrZieRh3btchPmaiZ/qhKmHwxofvZcoYUXq0+Gr0d/G4Yd0GUQ6cfvSfq1Zae1KpF955I2PGiD3x8vODRgwNg96durXds9Umb619i9ZDXx6Q6Su+aN827TJtf/PRZyIocJQMAAAAAChQ+nTuHg/e+/yjTBe9+9nH8SB1+qmUfVq3LVm8RBgM+WbkuN8nZLp02fJl/31rg4t+54mOrdvGg1feezstLS3Tpd//9OMXXw3P4U3tu/6mnnvzlaz9I9Sdux77x0PP/OfBp/9TumSpsOWZ11865/or7nvi0Vfez35d8SnTpsaD0iVLRjnQtcN+UXoTevzl57Pd4e1PPojSjx3ptV/nCNgUZ5cCAAAAgIKjcoVK7Vu1idLXbPhg8OeZLn39g3dP6nd04cKF27XYq27NWpPWT9AHu+28bhWKn8aNy/aWPxky+KzjToq2miYNdo4HP4z9KdsdhowauW/rvaMc2K1Rk3jw3U8/ZrvDGx++n/HHpcuWDf92VPjKtFu92nV23alRy92b7d1ir3hLsWLFok0pUbx41Uprj4mZOXt2q92bZbtP6VKl4kHNqtU3eYMLly7+4ZfMr0mzJrtG6b/ljL/EYGsfOgPbhZIBAAAAAAXHwd17Fk1famLeggXnnnBy1h3mLphXpWLlEDP6HXDQfU88mtpeuULFeDBjzqxsb/n3qZPT0tLidSy2hkrrH8DU6dOy3WHarBlRzlSpuDYkrFmzZuLUydHmCF2h535dGtVvWL9OnYa165YuVTrTDvHZqDaucf2d4t1qVKt2+6XXbHznGlWqRZvyw89j+l92fqaN8QmmQqq56JbrIijolAwAAAAAKDh6pq/pHTSoUzd8bWTPPp26P/j046nzOJUpvW7Wfk6GpTUyCmFg9vx58ZLgW0Op9YcpTJmZfbGYsoHCkeEcsc4AABAASURBVFWZ0mWi9OU9lq9YkcOrtNi96V8OO3rvFq3iBTNSVq5a9dP4saVLldq5Xo5WyAhq1cjpyuRBhQoVImBTlAwAAAAAKCB2b9SkUf2GOdy5YoUKPfftMuDTdetRL1qyOB5U3XCrqFiufLSZsj2IoXjx4lk3LlmyJEq/69o1ak6cks2xFOXLlI1yZva8ObWq1Shftly495ysE96gdt17r7wxPgJj2YrlP48f++ukSeMn/vbLb+O//2nM8hXLrz77gpyXjFBQ4sHgr4ZfcNM1EbDFlAwAAAAAKCD6HXBgPHjuzVcynjkqkyvPuuDg7j2j9HW/UyVjzrx16yvUrJr9+Y6qVqpUPAerRMTWrFkdD7I9G1WF7IrI3AXzG0b1wqBejVrZlozaNWtFOTN1xoxQMkLGqFurdrY3VadGrSqVKs+cPWvarBkhdZx9Qv84Y3w67Mtr7r192fJlmfYvV7ZclGO/TPg1HuxUr34E5IXCEQAAAACQ/5UoXqJbh/3i8duffLiRPV9576140KrpHjvVXTfbPvqXn+NB6z1bZHutznvvE+XYylWr4kG2h3E0rtcw68afxo+NBx3SVyzPqn3L1lHOTJm+bhHs/Vq3y3aH4w89/NGb7nztn09067BvieLFO+7VNmxMS0u789GHsmaMoGGdevGgcKZDTLI74GPu/Hnz5s8Pg1BT2u7ZKspOi92bPnTdrTdddPmxff8UAZuiZAAAAABAQXBApy5l0g8s+PnXsWMnjN/Inj+O+2Xc7xOi9FM/Hd77oHjjp8O/XLh47QmmmjbapV3LvbJe66gDD4lybN7CBfFgt0ZNsl56QOduWTcOHPxZPOjdZf/yZTOfSKpa5cpd2+c0pbz7+Sfx4LCefbJeWrJEyY7psWTRkiWfDfuyWNGi8doYK9NWzZgzO+v+YefUiiOFC/3hEJOVq1au3ZjluJMPhwyKB/2POCbKzqlHndCmeYv9O3YqVsxZc2DTlAwAAAAAKAh67bcuD3z05Reb3HngoE/jQc99u5ZIX7VizZo1/3v7tXjjX/98SigHqZ3DRP9F/c/Y+PrhmYxdf4alI/r0rf7H01Vd2P+MVk33yHqV73/6cdg3o8KgXJkyl552bsbTUlWtVOm6v16SaS3ujRj+7ajPhw8Jg/q161xy2jklipdIXRTizSWnnV2zWvUwHvL1iJWrVoWeMXHq2jNQlSxe4tD9e2e6qa7t9rn23L+lfixZokTGS5ctXx6+ly1duuz69dJj//zvU/FhGXs1bR6eb2gnqYtKlSx5xZnnt23ecu3Vly179f0BUa6069c7fF10y3UR7AAUPwAAAADI9+rWqh3ngbS0tLc+fn+T+7/50XunHHV80SJFypct26fz/q8OfCdsfOLl5zu1bb/LTo0aN9jp8Vvve+PD936fMqlJg507792hfp268xcuKF6sWKmSpaIc+OjLQf2PODbM79eqVuPp2x/44MvPVq5cVaRw4fat2oS6MHHalHDX4aJM17rzsX/85/b7ypQqvf8+napVrvLZ8CGz5s4Jz6vL3h0rVqgwbeaMuEDkxINPP956jz1Llyrdr9eB7Vvu9cWIYaPH/lKjWrXuHfYNTzBKPwfUo88/s/7VeP+s404Kg0tPP6fDXm1Gjf5+3oJ5O9Wt36FV2113bpTxZsuX+8PBIrPnzm1Uv2HhwoUfvuG2b8aMLl60+M3/vC9sX7BwwcPPPXn5mX+N0o9l6bR3+8FfjRg99qe9mu25X5v28REn4Td16yMPppYHBzZCyQAAAACAfO+Q7r3CfHoYfP3jDzPnzNnk/rPmzh3y9ch9W+8dxgd16xGXjJWrVp19/RW3X3J1iAfVq1Q95cjjUvuHinDBTdc8eN3NOSwZU2dOv/zOv9904RVh1j5EiMMP6Ju66JcJ4y+86Zq7rrg+a8n4bcqks6659PZLrgnJocXuzcJX6qKvfvjuoWf/8++b747SDx/Z5AOYMHniKVdcdP15FzdpuHOdGrWO/OOpsabMmHbVPbeFfeIfn3r1xf3atGu+a9PwGnZp1zF8Zdx59LifB3zywUUnnxXGDev+YRHvz0d8uXeLtSth7LJT4/C1aMmSuGQEr30wYM6CuZef8dfKFSqFZxqCSvhKXXHG7FkPPfP4u599HAE5oGQAAAAAQL53QKd1p5b6YP1qE5v07mcfxSVjj11222WnRj//Oi5KP5jgzGsu6bVf14O796pXu075MmXDPP5X33/7+sAB2a4hsRHDvhl1wkVnn3NC/xAJSpYs+fuUycO/+/rLUSOGjBqRWg88qzHjxx5zwRl/6nVgt4771q5ao0jRot/8+P3Qb0a+/N47jeo3jPcplGnZ7Q0Y9/uEky+/4MR+RzdtvEudmrVqVq2+ePHiOQvmfTFi2KMvPLN8xYrUniGNnHrl347sc/BBXfevUqlyxXIVihQpsnTZ0vGTfn/1vXfe+nhg8WLFTz/mxLKlS++zV9uSJUqmVgV/4Z03Cxcu2qlt+0b1GoRgs3LlikoVKs6dPy++9LNhQ777acyJfzpq53oNateoWbVy5RkzZ46b+Nuwb0e9+eF7G3kRgEwK5SRgAgAAALDdrVlv9erVaelWrVq1dPbkcXcdFS69eEzxicssicp2MPDJF8uXLRs6R99Tj4+AZDu8xsrDa6UVrt64XL8bi6crVqxY/L1ousLrxckwh+Fwa3NMBgAAAACQe/Fi14sWL4oAtg4lAwAAAADIpXhtiTBYuEjJALYWJQMAAAAA2Dwlipe48qzz58yb23bPlvGW737+MQLYOpQMAAAAAGDz7LHrbr3265L6ceHixa+9/04EsHUoGQAAAADA5qlZtfryFStKFC8+b/78SdOn3vavBydOmxoBbB1KBgAAAACwed7+eGD4igC2CSUDAAAAAABILiUDAAAAAABILiUDAAAAAABILiUDAAAAAABILiUDAAAAAABILiUDAAAAAABILiUDAAAAAABILiUDAAAAAABILiUDAAAAAABILiUDAAAAAABILiUDAAAAAABILiUDAAAAAABILiUDAAAAAABILiUDAAAAAABILiUDAAAAAABILiUDAAAAAABILiUDAAAAAABILiUDAAAAAABIrsIRAAAAALCZWu2+R+e9O2Ta+M6/nx368oCBT74YJczRBx4aHlj4OvWo46Nt5frzLgn3eNfl10WwXd1y8ZXx33/4Z5va+OB1t8Qb69WuE5F4SgYAAAAAbIbyZctdfsZfH7r+1gZ16kVs2LBvR4XvrZo1L1SoUASwBZQMAAAAANgMfTp3P7RH7yJFikRs1JdfjVi5alWZUqXb7blXBLAFrJMBAAAAAAXcoJFDp86cHgYTJk2MtpU58+f+/Ou4Zk127dSu/ZBvRkawnTzz6kvvfvpRGIyb9HtE/qRkAAAAAEABN2na1PAVbXMjvvs6lIzWzVpEsP38MPaniHzO2aUAAAAAgK3i06Ffhu8N6tS1qDKwJRyTAQAAAEByFSpU6JwT+rdq1rxqxcqVKlRcsmTJ1JkzJk+fOuy7Ua8PfDe1W+UKld589OmiRYosW7aszynHLV66JOtNVa1U6fVH1u4zetzPJ11yXthy+6XXdN67w+x5c/qcfFyRIkUO6taj5e577NF412pVqkyYNGn8xAnvf/5pxtMinXrU8acceVzqx7OPPyl8hcEFN18zeOTwTHdXr2atEw47qnGDhjvVrbdy5aqJ06YM+XrkawPfmTlnTrbPNDyAPx96xB677FavVp0a1arNn7/g96mTxv424fGXnluwaFG2VzmkxwEHdOpWo0rVyhUqhh8nz5g+bcb0MePHPvP6S0uXLcu459EHHnpB/9PD4LEXnn30f8+EQXji4elHOXDtfXe8+9lHGbeEX0T/fkfvVK9+3Vq1w3jGzJm/T5389Y8/PP3ai5mu+8PYn2bMmV29cpV9WrV9fsrkTJdu7uufUa1qNY488JCGdepWq1ylZrUaxYoUmTF71pSZ08f+9uurAwdMmjol22uVKlmyb/ee3dvvV7tmrfCiLVq0aNb8ucO+GfXUqy/MnT8vtVvzXZs+dvNdYXDnYw9/NvzLc084ea89mhcpVOS3KZO+HDXiPy8/n9pzp7r1j+jTt1G9hqHWFCtWfPK0qROnTv5g8OcfDxmU7QOoVrnymcedtEvDnatUqlS+bPk58+ZOnTE9XOXNj94PL+CW779x4V9Tl3b79OncvVGDBlUrVVm5alW4wZ/Gj33ilf+F1y3bq+zXtv3+HTs1rFOvfu3ay1YsnzhlSvizfP7tN8ZOGJ9pzzbNWz503S1h8MEXn1159y1Zb+qacy86sMv+0R//vRx3cL+//uWUMDjhb+f8/Ou4jnu12af13s13adqgbt0p06f9Nnni0K9HvfXx++GhZvvwdm/UpN8BB+65a7OqlSuHP6HwSwy/+ufeejXTv8dbLr6yW/t9w+CMqy4e9eP3EfmQkgEAAABAQpUoXvzmi67Yt0271JbiFSpUrFBh98ZN9t+nU+9O3S+/86Z4AnrO/LlDRo0Ie5YsWbLHPp1f+2BA1ls7qFuvounLdA/8/NN4y5o1a9K/r53gvvuKG/Zq1jy1c7iL8HVg1x4PPv141gn6TerQss31F1xSoWy5dT+XiiqULx8qxRG9+15+180jv/sm0/71atf5+/mX7daocWpLyWrVQs9ou2erru33ufa+27NOW/c//JjTj/lzxi2N6zcMX+FFOKhrj6vvvf3bMZs9052tFStXZPyxY6s2V51zQZWKlVNb6tepG77C/e7beu9r7rt9+qyZGff/6vtvD+jUte2eLZ9/+7VMt5zr1/9PvQ48/8TTwp9Hxo3xw2jfsvXhvfted9+dWVtCi92b3nj+ZTWqVkttqZj+5xRetIO797rktutHfv9tpqsUKhyF2fnQllL7jx7787px+QoXnHhaj307Z1z7fdedG4Wv8Mf5xofv3/Xvh5ct/0NPCvXl/qv/Hh5kakv1KlXDV4vdmx3UrefL7719x6MPxa9J7vbfuFD7bvnbFS2b7pHaEl7AsqVL169dp1uHfR9+7slMr/MuOzW64KTTM/5SSpcqHW4k3HuPjp0fef7p5958Jdpiqce/JloTuuCfDzsyddHO9RqEr67t9+24V9uLb7s+0xXDy/63U876U88+GTeGVyx8hX81nwwdfOntN0YUIEoGAAAAAAl12Rl/jTNGmBz/8MtBY3/7tWiRws2a7N5jn/3CpGqrpnvceP4l51x/Rbzz2x9/EO+8/76dsi0ZPfbpFL4vX7HirY8HxlsKFSoUvhcrVuzh628P8+bzFyz47pcxM2bPalSvwe6NdylerFiUfhxGmBOPF5l4//NPfv51XLuWe/XrdVD48fUP3vti5NAwGDN2bMY7KlOq1F1XXBdmWmfMmT3ut1+nzpyxc9368QxyhXLlLz/93GPOPyPj/zFvWKfe47fdW6ZU6bU3NW7sx0O/mDx9aoWy5XeuX//Q/Xt5BiAjAAAQAElEQVTXrFb9H9ffdtHN13359YjUVQ7Zv1ecMZYuW/rB4M/Co1qwaHHjBg177tMl9I9wldsvuerI805fsHDBBl7a6Idfxlxy2w0buvS4g/uFCeswGPL1yI++/P8kENLC1WdfEL9uHw/54psxP8yaO6d65arhd7Ff2/bhOf77lntPvOScWXPnpq4y7NtRoWS0ata8ZImSmWb2N/f1j4Wp7UtPOydKnwQf/u3Xo0Z/N3HalIrlKuxUr96BnfcPKatk8RJXnX3B1z9+n/Ewiz13a/bANTfH8WPEd98M+WbktJkz6tSodWiPA8Lcd5jQv+68S06+9LzwK8v4CHt07JTKGLGPhnwRD6488/xOe7cPg7S0tC+/HhnubsmSpSHYhD/CYkWLHty95y4Ndz7x0r+mZurD079vfZYYPe7nL78a8dvkiZUrVmrVtHkoQOGvpV+vA8MDjo+YycX+Gxee4L9vvbt29ZphPHHq5Hc/+3jytGnlypXp2m7f0CrCrZ113InjJ/72xchh8f7ly5a989Jrw99SGC9YtGjwV8O/Gv1t1YqV92q2Z5vmLcJrfN6Jp9apWfOOR/8RbZn4byA49/iTw7+sVWlp344ZPWHyxFrVqjfftWl42OGi8Dr37tx9wKcfZrziTRdeHiJflP5P4KUBb4W/kFWrV4WH16dz9/RDTzqeeexfQp6JKCiUDAAAAACSqEbVar327RIGEyZN7H/Z+akTRoV+8OzrL/3r73dWrFCh7Z6tQgYI855hewgAYWK3UoWKezVtXrVSpYyT6UGzxrs2brBTGIQ52QWLFma8qELZchUalwtzu3f9+x+p8zhVr1rtnitvaFy/YZj7PvyAvvc+8a+w8bcpk8JXmPiO95k0bcqnw77M+sjDvHCY3b79Xw+9/N5bqY1d2+3z94suL1qkSJgZb9u85eBR/58lzjvp1DhjvPTum3c//ki4buqiQcOH3njh5WE+94L+p4+48OtU/zj+4MPD92XLlp121cUhY6T2f+yF5+6/+u8hQoTX4YD9Or/wzpvRBoTXJ9sHH4ROE2eM3ydPuvKum1Pbw8MI891hmjg8whsfvGfAZ/8/s/zsGy+f2O/oMHdcrXLls084+fr770xdFKbgw8MOT7Bdi1bZ3mPOX//Y2SecFA/u+vc/XxzwRsabeuqVF/9z+72VK1QKD7V9y9apue/wmC8+5cw4Y4Sr3PnYw6mrvPjOG+GOwvOtXrlK/yOOvfWRBzLeYOgfy1Ys/9d/n/5w8Oc1qlUNP8ZHuhzWo0+cMcJLdMND93z30+h4//Abb91szxsuuLRqpcq7NWp8Ur+jH3/pv/FFIaQ1SM8S73760bX335G6i/+++Wq39vvecvGVYdy3a89Umdjc/TfurOP7xxkjPP6Lb7tx3oL58fYX3n7jov5nHHngIYULFw6/3FTJuOjks+KMEVLWTQ/fN2P9cTb/fvG5I/v0/etfTgu15k89D/xo8KCRP3wb5YWQMULGu+reWyeuPwtZ+H1dc85F+6cHyCN6981YMnru2znOGKE8/e2Wa38av+6fwFsfDQz/wG88/9LwdI4/9Ijwu870PkD+ZcVvAAAAAJKoaaNd4vP2fDpscKZ1L0JOeH/QJ79PmTx41PAy6f9rO0r/H/oD0pdzCNfq261Xpls7qHvPeBDmhbPeV5gPvfWR+zMuRxGmbv/9v2fj8W6NmkSb6fUP38uYMaL00BIeczxunt4JYmtPntOqbRh8//OYMMOeMWMEIXg8+cr/ovRFs0MqiDeGGd74v+r/OH5sxowRLFu+7H/vvD5r7pyvfvhu4eIl0ebr0LLNhSefEQYLFy+++LYbFi35/xs5/eg/hwn6MHjhnTcyZozYEy8/P2jE2iNUenfqFgpTavuc+XPDU4vSp6o3dKc5f/1DJ6hXs3YY/Dj2l0wZI5g2a8YbH7wXjzOelKlLu3122alRGIS/mdA/Ml4l/GldcddNIVeEced2HVKHCKQ89MzjodOEW/7mx9FPv7r2/Ev1atb6619Oji+96eF7UxkjFmb2U/nnz4cdUbdmrXjcpOHO8WBAlr/Aj4YMCi/R2N9+/e6XH1OnzNrc/TeifLnyB3df+y9iVVpa6C6pjBG76/F/jh639pRZIfXtnv5Sd++43wGduobBvPnzr7jz5hl/PF1YyGPx32SoBeFPJesrljurV6++/bGHJmZYTGX5ihW3/evB+F9EeDUy3tExB/8pHjz2wjOpjBH74IvPXhywNuCFatg7fVkOCgbHZAAAAACQRIvW14s+XXp89OWgMeP/cAanMP2a9SqvvPvWMQcdFmY8w1RsxmWZQ9vo3mHter9hVv3T4dkcFvDOxwMzLZEdfPvTunUmypUpE22mtz/5IOvGb0b/0Kdz9zCoWK58amOv/brEg/+9/Vq2ax688t5bZx77lzBrvH/HTvF/wA8zvGHmvWTxEnvssttB3Xq89dHAjPt/OPjz8BXlSqP6DeMDR8L08TX33RYf7JLStcN+UfqM8+MZXtuMwrPet0278Pr32q/z8G9HpbaP/P6bVk33aN2sxYbuN+ev/9djfuh/2fk712swe372/9d+4rR1a32XKl4itXHf1m3jwXNvvpL1RZ41d+5dj/2jYvmKs+fNLV2yVMZsFl7qjAvLxw7o3L10+jE0Q7/+Kttlt8PGL0YO36d121IlSx3QqdtjL6xNMouXLY0v/Uu/o36eMH7OHx//yZdfkOlGNnf/jejctn2xomvngcMs/8Qs664H/3jmiea77DZn3rxFi9fGpEP37x1vf/HdNzNFxNgzr7/Ur9eBlSpUDPGjxW5Nc7H2eFbhN/tDevHKaMGihROnTmlYt17xYsXCn0HcumpWrR4yZ7T2oKipqXCV0X/ffHXRksVz58//cfwvEQWFkgEAAABAEn07ZvTEqZPr1apTrXLlJ+94YOxvvw779utBI4ZkXZY5ZeK0qWFSNUyaN2m4c+OGO4+dMD7eHjJGhfR48N5nn2RbC6bOmJF149wF6xaZKFa0WLSZfly/LnRG02auu5f4XFKxMC0bDwoXLtJ57w7Z3tqseXOrV65So2rV1JaPvxzUu3P3MD199dkXnn70n0M2GDRyWJg9X55+bEHuhInpOy+/Nl6Z4F/PPz145PCMl5YoXrxqpUphMHP27FYZjinJqHSpUpmeVCzc1ClHHtegTt16tetkO5Oe89c/JJYffvkpfEVZHvzujZu02LVph1brokWxYv8/85k6quO7n36MsvPGh+9nu33877+FmJFpY4Vy6xZy/2HsT9EGfDp88D7p+aR29XXnIgt56di+h4X+tFez5m89+vS3P/049OuRnwwd/Ouk37O9hc3dfyOaNdk1Hvw4LvuZ/fD3k7E8VVhf2jaUKEJ2+vLrkXGWq1+7Tp6UjOkzZ2S7fcnydUUndfRJy6br/vx+mTAu+3/OM6eHP+CIgkXJAAAAACCJwqT8tffecf+1N8dz640b7BS+wtzuvPnzh3w9cvCo4Z8OG5JpBelgwGcftkpfW/vgbj3vXn/cRq/9usaDNz/KfsJ6xuyZWTempStSpMjmnj9n6bKlmU4SFVu1et3GIoX//5Tvtaqtm/S//ryLo40qVbJU9arV4lP93PavB3fdufHO9RqEcfUqVQ/s2iN8LVu2bNSP3385asRHX34+c86caHOEKHLX5dfFSyl8NGTQE+mnD8qocf2d4tehRrVqt196zcZvrUaVahl/DDP+k6dPrVOjVtd2+zz16gtZ98/F61+yRMn999mv+S67N6xTr17t2lUqVs60Q8ZrVam4tsGEWe/QxqLNkWlJlVjFchXiwbSZ0zd0xd8nTYoHtWrUjAehq93/xGMXn3pWeGDhSYW/0vB1xrF/+X3ypKHffvXFiOFDvhmZcV5+c/ffiPicYNGGa0Em5cuVjQcbebmmTJ8WD8KvNcoLszbwF7tq5cp4EFJfPKhWeV3SmzF7dsQOwzoZAAAAACRUmAE/+bLzBw76dH6GCeWKFSoc0LnbDedf+s6/n00tHZHy7qcfx+fDCdPc8ZaqlSq1b9UmSl+IYtzvE6LsLFySmyUlNmTlqrQc7lmmVOnwdKIcC9EiHixdtuyUyy984e3XJ02bmrq0ZMmSHVq1ubD/Ga//86kbL7gsPqFQDl133sXx/9z/ZcL46+67M+sOtWrUyPGNRRWyPKmv0teFbtu8Zbb7b9brH36h15x70esPP3H12Rce2qN3y6Z7pDLGhEkTvxr9XdarlCm99vxUIUtkPcBi45Zld4xLqZIl48HMuRvMRVPWR47yZcqmNr783lsX3nLtsG9GZbzZ+nXqHtH74HuvvvG1h5+IVxHP9f4bUnb9Y5gxN0dT/6WKr32Cq1evnj5r5ob2ScWnChlOlbYlsj2NVbZSZxubM89q3jsQx2QAAAAAkFwTJk+86p5bCxUq1HqPFh1atW7bvFWThjsVTj+mIWSAM4/9y5TpU98f9Glq/+Urln84eNDB3XuG2e2Oe7UZ/NWI3l32L5q+cvh7gz6OEibM3q5YubJ4sWILFy/e/8+Hb+5173r8n+Fr53oNOu/doe2erZrtsmvJ9MUhihQp0nPfzouWLL7tkQdyclOnHnX8/h07hcHMOXP+dsv12Z6iKnV0wuCvhl9w0zXRZhr6zai+3XqtfYQlSmY9kibnQp6596q/x6thh6n2sb/9OmHypN+nTBo99ufvfvoxPMi+3Xru1bR5pmvNnjenVrUa5cuWC39IOTyOYSNmzFnXA6pVqryhfWqsP7/WgsWLMm4fPHJ4+Aovwj6t27Zr0XqvPZrHC5gHNatVv/6vF59w8bmTpk7J9f7ZmrX+AVdNPzZlk2bNmxMCW/hXVqNqtQ3FjFQ9mr9wQZQzxTf/LG3ZSh2KUbH8ZlRA8jslAwAAAICkC7PPI777OnxF6dOXPffr/JfDjorPmXPCoUdkLBnBy+++GUpGGPTat2soGd3S1/petnz52x99ECXPlOnTGtatV65MmQ2tIbFJ4yf+Fr7+8/LzJYqXCPPd4ZXZrVHjsD3M6T/6/DNz5m/i/62H16f/4cdE6ccfXH7nTdNmZX8Col8m/BoPdqpXP9p8nw8funLVqhCf2rVo9emwL6PcOrLPIXHGmDRt6tnXXpb10YZckfVaU2fMCCUjZIy6tWpn+yLXqVGrSqXKM2fPCje4ydSRKgc1q9fc0D511p9Uat6C+VkvDS0ntTB7eEiH7n9AeF4lihcvXar0sX0Pu/1fD23h/pkf8PoDd1LnZcok/F52a9xk1uzZU2ZMC7+mydOnNW6wU7R2DYy6GyoZNautO0Zn7vx1T3DN6tXxoHCR7M8DVKZ06Sgv/D513Zm7qm64JLVutuf8xYsmT5uSdSV58ilnlwIAAAAgiTq0bHPOCf3vuuL6TCfiD1PDL7z9xiW33xjPONerVTvTFceMH/vzr+PCoGPrvcO0b9NGu4TxoBFDc376mo1bE23pf+rPaNK0ddPifbrsneDWqwAAEABJREFUn+0OJUuUfPDam2+/9JrLz/hrkfSDS5rstPOpRx1/04WXd++4X8Y9l69Y/tGXg8694fLpM9fOPhcrWnSnevWijWrWZNdrz/1bfIxLmBD/7qfRG9pz7vx589LnrEMSaLtnq2z3abF704euu/Wmiy4/tu+fMl0U5uK//3lMGLRruVe0Bbq27xgPHnvh2Wyjy87rQ0uhQv8/8zll+rqp/P1at8v2Zo8/9PBHb7rztX8+EXevjZs4bV0LabeB1yHYt/Xe8eDn8ePiwWE9+lzU/4zwW8u0Z+giDz79+KP/eyb+sX6tOrnbfyMmTV/3N9Z2z+zP7rVvm73/cd2tLzzw6Hknnhp+nLx+DYx99mqb7f7h77Dtni3i8Q/rF7dfvmrdghblSpfJ9lqh1UV5IRXVWjZtHv+LyKR82bIPXHvzs3c99MiNd0YUFEoGAAAAAEnUvlXrEw49IswId2nXMeulEyb+npb+f8AXLFyU9dL4KI0wodl//UIa73z6YZRHVqxfgjjjwt259u7n6855dcQBfctnt+TACYceHspB5707VK1cJV5IvE61mqccedz++3RKrWSe0YJFi2bNX7d+w+y5Gzsgo2bV6iGQlCyx9oRUL7z9+tsfD4w26sMhg+JB/yOOyXaHU486oU3zFvt37FSsWDZnghn81fDwvX3L1tEWKFG8eDzI9liTqpUqdWy9bvK9SIaS8e7nn8SDw3r2yXqt0Io6pq+ksmjJks9ycLzI0K9HTU1fBiN0oGyjTr2atbq23yceD/xi3QFDfffveeSBh4TfWghRWa+SOlJk/sKFudt/Iz4bNmT+grXngNqvTbu6NbNZoDv1aD8eOjh8H/Dph6vS/9L6du9VNrsDKQ7u1iteHH7GnNmp+jVr/Umfdq7fIOsi7Xu3aJU6L9YWClHtqx/WroZSrXLlPp27Z92hT5ceceEYNHJoREGhZAAAAACQRB+kn0snOPnIY5vv2jTTpSf2Oype/WL4d6OyXvetjwfGvaFXp27h+7SZM74YOSzKI8uWrVtGomrlytEWGzjo0+Hfrn0K5cqUufmiy2tV+8PC2v16HXTS+hjz8ntvxYMvvhq2cPHiMAh546gDD8l0g2EqPz4M5ffJkyZMnrih+y1VsuRdV1wXn59n8Kjhd//nkWhT/vnfp+LDMvZq2vzC/meEAJDx1q448/x4Qe9ly5a9+v6ArFePfwV1atRqVL9hlFtjf/8tHvRO/81mFG72nitvrFxh3VIQqeYRhFf48+FDorWnS6pzyWnnlEhfTSQW5twvOe3smtXWLmsx5OsRK1etijZl+YrlDz3zn3h8Yf/T6/2xDVSqUPHqcy5aN5M+YmjqzE6fDxsSD/5+/mXVsvzlHNP3sHgw5OuRudt/IxYsWvj06y9F6cdSXH32hTXXr+ERO7h7z67t1x6JMmP2rJHffRMGP/867vUP1v4GQ8YIzyXjLzpo1njXVMp64Z3XU9unzZoR56UqFSvH5ytLCTHmijPPi/LOg888vjo9ZJ565PEtd2+W8aJddmp02tHHx+OBfzzvHPmadTIAAAAASKLvfhr9weDP9u/YqUyp0o/cePt7gz75cdzPc+fPb1inXus9WrRqukeUPmn+woA3sl537vx5X4wcGuZn49rx4ZefR3lnWvr/xw8O7dGneLESxYsVG/DJh0O+2fSE8obc++Rjj/79jtKlSocS8Mzd/xj81fAwoVy/Tp2u7fepvX4lhpAxBo8cHo/DbPvDzz4R5t+jtTPpZ+zXpt3Qb0dNnTE9zFDv3qhJp707xP8j/rm3Xt3InV577t/itRBCnPhs2JBjDjqsXLlypTJM8afMnjf36ddejNYe/rLg4eeevPzMv4ZxKCid9m4/+KsRo8f+tFezPfdr07582bJhe1pa2q2PPJhaHjyjcb9PmDx9aigZ+7TeO4yjXHlt4DsH7Ne1cOHCvTt3b1in/ucjhkycOrl2jVrNd929fcvWRTOca6hs+uNJefDpx1vvsWd4kfv1OrB9y72+GDFs9NhfalSr1r3DvmHuO0r/m3n0+Wdy+DDCFHnvTt33ad1253oN/n3bfS+/9/a0GdNWrFhVt1atvl17hpuN0kvS9Q/enbpK+A326dy9fp26DevW+++9/3rzo/cnTP59xYqVjeo36NJ+n/h4hfBcUgcPbe7+G/fcm68c0Llb4/oNWzbd4+m7Hgqv29ejvytdsnTbPVvu22btGbfCL+7eJ/6V2v+fzz25b+t2NapW69Ku42M33/Xh4M+nzJgW9g9/ln/qdWC8sPzHQwY9/eqLf3xZPovT2mlHnxB+IxMmrQ1p1atW7dS2Q7GiRUNParvh83Ftlh9+HvPWxx+EBhNe6n9cf9uXX48c8d3XS5cu271xkz5d9g//JMM+/33z1V8n/R5RUCgZAAAAACTUDQ/cXat6jWaNdy1SpEiY1c10JpkwtXrrIw/8tH4dgkze/uTD+H+ar1mz5pX334nyzuhxP0+dOb1WtRph3jxeWjxMKG9JyRg7YfzJl1949bkXNm20S9nSpXvu2zl8pS5dsnTJy+++/eAzj2e8Spjm3rl+/cMP6ButXfygVaYJ4kVLljz6v2de3eizbrbLbvGgYoUKl51+7kb2HPv7hLhkBK99MGDOgrmXn/HXyhUqhVcgVIHwldpzxuxZDz3z+Luffbyhm/rqh29DyQjB5qlXX4hy5ZsfRz//9mvxOhxh2jp8Zbx0xpzZ9z3xr2vOuahE8eIN/rgqw4TJE0+54qLrz7u4ScOdw2M48o/HsoS/pavuuW0jh7BkdentN5x53IlHH3hohbLlUicxSwmz9lfcdUvGorNg0aLL777l/qtvrFKxcrkyZY5df1BFhqf2wzX33h6fQCwX+29c2O3Mqy++7Iy/du+wX2hOB3bZ/8AM67IsXrrknscf+XDw5xkfbf/LzrvurxeHP63wisWrrKesXr362TdeDnEo07088NRj1apU6Zb+765DqzYd0s/ZFaX/G7zr8YdDhsyrkhHc9I97ZsyeeVK/o8Obw76t904tTBI/vFfefztjmKEAUDIAAAAASKjlK5b3v/T8MK1/aI8+NatVq1CuQrGiRWfOmT1h0u+fjRjy7qcfLV+xYkPX/e6nH+PBt2NGT5o6Jco74U7PveHK/ocfs9vOjRvUrrsmiuL/A74lxk/87ZTLLzzh0CP2aLJr7Ro1w1R7mAQPG7//eUzIGNmuCXHHo/9459OPTjjk8Eb1GlQoV75MmTJz5s+bOGVymEN/++OBYU4/2jo+Gzbku5/GnPino3au1yA81KqVK8+YOXPcxN+GfTvqzQ/f2/jZmYZ+M6pvt17Ndtm1ZImSy5Yvi3LlviceDc/xL4cdFSpXpQoVw4sf7nTytKkfDP7sv2++EirOofsfEGbM69Wq03L3Zl//+EPqiuN+n3Dy5Rec2O/opo13qVOzVs2q1RcvXjxnwbwvRgx79IVnNvK3lK1wp/c/+djQb77q03n/erVq161RK+STmXNnh7QWXv/Bo0ZkvUpIVoed2f/IPgd367hvlfKVKpQvv2bN6ikzpo8Z98vHQwfH57/akv03LsSJK+68uW+3nvu03nvtA65Ve9WqtLnz544e+0voZDNmzcy0/6y5c8+5/oojeh/ceo894ye4YtWq6bNmjPrhu1cHDgh/nFF2r8nld9wUrnJoz96N6zdctmL5d2NGD/121EeDB02ePrVHhj6XJ0Ku++r7bw/u3qte7Trh6ZQoVnzugnnhH/vD/33qh/Tl5SlICoUgFgEAAACQeGvWW716dVq6VatWLZ09edxdR4VLLx5TfOIyS6L+vz8fduTZx58UBrf+84FXB+blMRkA+dfhNVYeXiutcPXG5frdWDxdsWLF4u9F0xVeLz5PXdb127cLx2QAAAAAUNCEqbf4vE/zFy3M4UICACSWkgEAAABAQXP+iafVq7V2mYRX3n17+YrlEQD5mZIBAAAAQEFQqmTJp+54cOHiReVKl6lfp27YMn3mzCdf/V8EQD6nZAAAAABQECxdtqx8mbL1a9eJf1y2fPmtj9wfNkYA5HNKBgAAAAAFxOjxP3ds1Xb+ooWjfvjuPy/9d8z4sREA+Z+SAQAAAEABccHfr4kAKHCUDAAAAAAAILmUDAAAAAAAILmUDAAAAAAAILmUDAAAAAAAILmUDAAAAAAAILmUDAAAAAAAILmUDAAAAAAAILmUDAAAAAAAILmUDAAAAAAAILmUDAAAAAAAILmUDAAAAAAAILmUDAAAAAAAILmUDAAAAAAAILmUDAAAAAAAILmUDAAAAAAAILmUDAAAAAAAILmUDAAAAAAAILmUDAAAAAAAILkKRwAAAAAA+Uqr3ffovHeHaLsqWaLkSf2OjoCtT8kAAAAAAPKN8mXLXX7GXx+6/tYGdepF288+rff+770PH33goRGw9SkZAAAAAEC+0adz90N79C5SpEi0XV12xl9rV68ZEcG2YJ0MAAAAAAAguZQMAAAAAAAguZQMAAAAAAAguZQMAAAAACBvlC9X/ri+h+3WqEmDOnUrVag4bcaMSdOmfDNm9NOvvbhmzZpMOz903a1tmrcIgyPPPfW3KZMyXVqjarU3HnkqDL4d88OpV/4tDE496vhTjjwutcPZx58UvsLggpuvGTxy+C47NXr6zgfDj/987sn/vPx8x73aHNH74CYNG5UrW2bWnDm/TBj34oA3R37/baZ7Of2YP/c//JgwuPOxh18c8EbWZ/TiA4/Vr10nLS2t45EHxVs+eublMqVKx+OKFSoMfXlAxgcZFCpU6JwT+rdq1rxqxcrhRViyZMnUmTMmT5867LtRrw98NwI2n5IBAAAAAOSBE/sdfdzB/cqXLZva0rBuvfC1b5t2ndq2u+6BuyZNnRJtfSEkXHX2+X279UptqVuzVvjq2n7fV95/57ZHHoi2phLFi9980RXhKae2FK9QIQSP3Rs32X+fTr07db/8zpvmzp8XAZtDyQAAAAAAttTxhxx+5rF/icc//PLT8G9H/T51Ssvd99ivzd6VKlRsvmvTJ267/6RLzp04bWqUW+9//snPv45r13Kvfr3WHh7x+gfvfTFyaBiMGTs2426H9TqweuUqYRAew6CRw0uVKLFP672b77p72PKnnn1Wrlx59+P/jLbAVffcWqxI0SvOOC/0iUVLltzwwJ1h4/yFC+JLLzvjr3HGmD5r5odfDhr7269FixRu1mT3HvvsV7pU6VZN97jx/EvOuf6KCNgcSgYAAAAAsEUaN9z51KOPD4Mws3/Xvx9+55MP4u1vfzywRtVqt15yVdNGu5QrU+aiU846/+9XR7n125RJ4atWtRrxj5OmTfl02JdZdwsZY/6CBTc/fN8nwwbHW/7z8vOHH9D3vBNPLV6s2J96HfjGR++PnTA+yq3BI4eH73879ezwfdXKlRkfQ3iyvfbtEgYTJk3sf9n5i5cuibeH6PLs6y/96+93hvjRds9WDevUm4FxlDEAABAASURBVDB5YgTkWOEIAAAAACC3ihQpcsN5F5csXiKMn3/r1VTGiE2fNfOcay+fN39+GHdo1abnvp2jre+p115MZYzYS++++f7nH4dBsaJFj+x9cLR1hGATXo0w+HTY4FTGiIUG8/6gT36fMnnwqOFlSpeOgM2hZAAAAAAAubfnLrs3qt8wSj/D0jOvv5R1hzCn/9+3Xo3HB3XtGW1l02bOyHbt7idefj4tLS0M9m7RMto6Fq2vF3269Nht58aZLr3r8X8ece4pF/z9mh9++SkCNoeSAQAAAADkXuVKleLBLxN+XbpsWbb7vPvZx/GgVrXq0VY28vtvlq9YkXX7xGlTp8+emf4YapQvVz7aCr4dM3ri1MlhUK1y5SfveODZu/9x3omntd5jzwjYMtbJAAAAAAByr1L5ivEg7gTZmjZrxpKlS0qXKl29WrVChQqtWbMm2mrmrV98O6sZs2bVrl4zWrugRdUFG94t15avWH7tvXfcf+3NZdPPH9W4wU7h69i+h82bP3/I1yMHjxr+6bAhy5Yvi4DN5JgMAAAAACD3SpcqFQ/mzp+3kd1mzZ0bvpcsXqJcmbLR1rRg0aINXbRoyeJ4UL5suWjr+GHsTydfdv7AQZ/OX7QwtbFihQoHdO52w/mXvvPvZ0/sd3QEbCbHZAAAAAAAuTd91ox4UKlCxY3sFl+6Ki1tQYYp/lihQoWy7l+8ePEoV6pUrLShi6pXqRIP5i/M+hiyP0ykWLHNnkGdMHniVffcGp5U6z1adGjVum3zVk0a7lS48Nr/U16mVOkzj/3LlOlT3x/0aQTkmJIBAAAAAOTer5MmxoOaVTe4BkapkiXLlSkTBnMyHLexZs3qeFCkSJGsV6mQ26UsqlepuqGLqlVed9HEKZPiwerV6x5D4UJFsr1K6VKlo1xZs2bNiO++Dl9hXLF8hZ77df7LYUdVrVQ5/HjCoUcoGbBZnF0KAAAAAMi9Xyf+lpaWFgZNGzcJU/bZ7nNQ157xYOxv41MbV65aFQ8qZhctGtdrmO1NrYk2scZGy92alcjueI4WuzeNjwv5bfKk1JLgqcdQrmw257yqU6NWhQ2dhyq7pT46tGxzzgn977ri+nDFjNvnLZj/wttvXHL7jfECIfVq1Y6AzaFkAAAAAAC5F2LAZ8O/jNYeeFHq2L6HZd2hUKFCxx68bvug4cNS21NLc+/WqEnWax3QuVt29xatWLkyHhQpnP3cZsUKFQ7s2iPr9mP79osH8aONzV2w7hiRJg13znqVvt16RhuwctXah1H4j0eTtG/V+oRDj9i39d5d2nXMepUJE39PSz8EZMHCDa7kAWRLyQAAAAAAtsgDTz2+bNmyMOh3QN+OrdpkvChkjItPPbt29ZphPH3mzIFf/P9ZlcZO+DUeHNGnb/Wq1TJe68L+Z7Rquke297Vs2fJ4ULVy5WgDTvo/9u4CvKnz7eP4idXdS1ta3N2huDsDhm1MYW7MN8aEjfn4z92YvmMKbMPd3V0rSKm7xN4nPW0W0rQU207S7+fKFZ6ccyKNkOt6frmfe8yEdi1a2W4Z3KNvfPtOkqXpd8HPCxdYtx88dlQedGnTvmOrNrZXGdi918QR11V2F0XFlofh4+UlTtaNyzaslQe3j5vUolFTu6vcMma8tjT52Lp3pwTgUtAnAwAAAAAAAMAVOZ1y9stff7znhlvFtP6bTz3/x7KFJ5OSMnOyRIDRrW2H1qWZREFhwfT/vWrb7nvFxnW3XT9JXCUyNPzb199btnGNXm/QqNWd27SvXSsq6dwZMe8vdtnd17nUFHkwqv8QN527m063cNXyTbu32x4TFhzy3oxZa7Zu2rxrh1qtblS3/sh+A+Vd73/zRUpaqvXIIyePHzh+pGm9huJ2Zj89c9n61Vk5lkqRJvUaiIct4pl9Rw41b9i44p+cnplZr3acuPGPZr62+9ABN63byx+/s/fwgWUb1vTr2sPb0+uTF19fvG7VweNHMrOz46Ji2jVvJWcz4jbnLpwvAbgUJBkAAAAAAAAArtSc3+aeT0t/dOo9IpkYM3CY3V4RSzz5+kvHEk7abjybmvLUmy/NevhpPx+fAH//sYOGW3cdPXXi4VnPvvX0CxWTDBE8iCuK7SLnGNHXsvpT0tnTtknGzgP73Nx0zeo36t25mzhZtxcVF7/6yXsLVy+3u8GnXp/19owX60TX1mm1g3v2tW7Pzs156o1Zfbt1d5hkrN22Ua7haFinvjjlFRSIJENcnPne7MiwcHHvGo1mSM++Q2xuUDhz/px4DIdPHJcAXAqSDAAAAAAAAABXwcI1y/ceOXDjyLGx0THR4ZEBfv4ZWZkiZli2fq3YZW2ybWvL7p2TH7n3vsm3dW/fycPDI/HM6a17d23cuW3Tzm3WXtx2xO3cP3P6bWMnNq5bP7ZWtFmS3HQ62wMKiwvvf+GpOyZMHtFnoAhICgoLzqSe37J7x9y/5p8tr+ewdS7t/M2PPXDnxMkDu/cOCQzKzsvdunvnxl3b1mzZlJOXK5IMhw9j7t8L1Gptjw6d68XEinvR60sC/QMys7OKS4pve+KhAfE9R/UfEhEa6u/rLwKS1Iz0U8mJa7ZtWrR6hcPnAUDVVGazWQIAAAAAAIDimcuZTCZjKYPBUJh++vhb48Xexw65JRXREhU1V8M69b59830x2LBz67SXnpUAODI2XD820qgOq+875kW3UjqdTj7XllKXU6lUUmmrG0kBqMkAAAAAAAAAAADKRZIBAAAAAAAAAACUiyQDAAAAAAAAAAAoF0kGAAAAAAAAAABQLpIMAAAAAAAAAACgXCQZAAAAAAAAAJzekZPHO40ZLAFwRSQZAAAAAAAAAABAuU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CAGkqlUkmKR5IBAAAAAAAAAEDNoirlcLukPCQZAAAAAAAAzsc60+QUv6UFACiTs3yJkGQAAAAAAAA4Jbuf03przL5akwQAQOXc1WUDtVqtqkDepcB4gyQDAAAAAADAiVnnm55voJcAAKgea3RR2TJTikKSAQAAAAAA4KzE3JPZbJYAALgU4utDXc5hWYbS8G0HAAAAAADgHMylxMBUymg0GgwGo74kL/mQZVB6UR4I8jHyVcRAAmqY4uLirKwsMQgPD5eAmk3OJ+TcQqPRiHOtp497SG2dTqfVaq3nmlJ28YakDNRkAAAAAAAAOA27IgzLJJNG6xnVWAQYer1eYzCo9XpjOdswgx+zoqYpzs8vKNKJgTasngTUVLbrR8l1GHJcIaILObSoGF0osyyDJAMAAAAAAMD5WOekRFZh/ZmtNbGQ99rFGIQZqFHER6C4uFgMdDqdBNRU1iRDKq/JsIYZVVRgKDDPIMkAAAAAAABwMnJlhjXMEGNrkiHvNRqNcshBQQZqLPERKCkpEQM3NzcJqNlsazIuGmZQkwEAAAAAAICrw3ZaSgQVYirKdrs1xpA7ZBBmoAaiJgOQLqzJsE0yrGFGxb7fkiKRZAAAAAAAADgTu9U/5Jkp271yjMHSUqjhxBStnGRQk4GarOJXhjXPsOuTIYcZks3SUopKNUgyAAAAAAAAnEPFdt+2GYa8xVSOGAM1nPh0kGQAsop9v+3qMxS+tJREkgEAAAAAAOB0bGearGGG3bpSdh0yCDNQ04iPg9wng9WlUJPZfl9Y+35XzDNIMgAAAAAAAHDV2JZlWOeb5DBD7gEud/+mIAOwdvwmyQCkC8syJJs8w3aVQrumGpKSkGQAAAAAAAA4Hzm0sA0zbKMLuwyDMAM1kPh06PV6MdBqmQJFTWdXmWG32JRtNQY1GQAAAAAAALgKrGUZtmGGPLYNMCqmF+QZqFHEh8JgMEilrb8loEZyGEtULLyoGGMoMM8gyQAAAAAAAHAytmFGxe3WjUQXqMnEB8FkMkkkGYCNim0zKqYXyizLIMkAAAAAAABwPg4bZtiObSMNoAYS73+j0SiVN5IBIKsYgVdxUTlIMgAAAAAAAJySPN/kMM8AIMg1GXw0AFtVfCKU/GEhyQAAAAAAAHBidnmG3XagJnO4CBsAO07xGSHJAAAAAAAAcHqVzUPRKgMAYOW8wR5JBgAAAAAAgMvi1+iosRTevhjAJSH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Dwson9AAAQAElEQVQAAJSLJAMAAAAAAAAAACgXSQYAAAAAAAAAAFAukgwAAAAAAAAAAKBcJBkAAAAAAAAAAEC5SDIAAAAAAAAAAIByqcxmswQAAAAAAAAAzmD58uVz586VriqtVjtjxoyIiAgJgCKpJQAAAAAAAABwEr179w4PD5euqkGDBhFjAEpGkgEAAAAAAADAaajV6htuuEG6egIDAwcPHiwBUDCSDAAAAAAAAADOpFGjRl26dJGukgkTJmi1tBMGFI0kAwAAAAAAAICTGTt2rLu7u3TFWrVq1bp1awmAspFkAAAAAAAAAHAyPj4+I0eOlK6MVqudMGGCBEDxSDIAAAAAAAAAOJ/evXvHxsZKV2DQoEFBQUESAMUjyQAAAAAAAADgfK6w9Xd4eDiNvgFnQZIBAAAAAAAAwCnFxsZedutvkYLQ6BtwFiQZAAAAAAAAAJzV2LFjfXx8pEvUvn37Ro0aSQCcBEkGAAAAAAAAAGclYowxY8Zc0lXc3d0v9SoA/lskGQAAAAAAAACcWNeuXS+p9ffIkSNp9A04F5IMAAAAAAAAAM7thhtuUKlU1TkyPDy8d+/eEgCnQpIBAAAAAAAAwLnFxsZWM58QmYdazaQo4GT40AIAAAAAAABweiNHjrxo6+8uXbrQ6BtwRiQZAAAAAAAAAJyeh4dH1X28Rc4xduxYCYATIskAAAAAAAAA4Aq6du1aRcnFiBEjLlq0AUCZSDIAAAAAAAAAuIhJkyY5bP0dGxvbvXt3CYBzIskAAAAAAAAA4CIiIiIqtv4W2QaNvgGnxqcXAAAAAAAAgOsYOXJkYGCg7Zb4+PjY2FgJgNMiyQAAAAAAAADgOjw8PCZMmGC96OPjM2rUKAmAMyPJAAAAAAAAAOBSWrdu3bRpU3k8ZswYGn0Dzo4kAwAAAAAAAICrGT9+vFarbdSoUdeuXSUATk4rAQAAAAAAAIBriYiIGDJkSLt27SQAzk9lNpslAAAAAAAAAAAARaImAwAAAAAAAAAAKBdJBgAAAAAAgEthBQ4AwEWpVCrJeZBkAAAAAAAAODeiCwDApbL97lB+qkGSAQAAAAAA4KzsMgwiDQBA9VkDDOvXh2IjDTp+AwAAAAAAOCXrrI7t9I7DjQAAWMlxhW1oUdlYOUgyAAAAAAAAnEzF6MJcym6LBADAhaxBhTXPqDrYUAhWlwIAAAAAAHBW1gDDbEMizAAAOGIbWlgzDPFlYRdv2G5RCJIMAAAAAAAAZ2JbeyEUZ6XsnjVK3lhxxXMAAOyILwuvmOaN7v5QVc66XYEZhowkAwAAAAAAwGnYxRgWJqOpuLBsowQAwEWILwtTSaHRaBShhVqtls/lXbaJuKIiDZIMAAAAAAAAJ2O3opS88Yu9hrQCsgwAQFW6RanjozXiu0NOMsRAjjGsYYZEnwwAAAAAAABctqobfe88Z07IlQAAqEJt37KBwWCwTS+k0jBDmUtLSSQZAAAAAAAAzsWuIMNkMkkAAFwKuSbDmoXLxRm26bjSemaQZAAAAAAAADgZa5hhKiUBAHApxHeHwWDQaDRSaWghk5MMOn4DAAAAAADg6rD78SwAAJdEJBlSaYwhUg1rmCEpr9e3jCQDAAAAAADAyZhtGI1GCQCAS2Ht+C2oS1m/VuTiDElhfb/VEgAAAAAAAJwQNRkAgMsjJxkmG9Z1CyVFIskAAAAAAABwGtb0wrYsQwIA4BIZS1ljDNvvF+sxyvmKYXUpAAAAAAAAJ2OdWiLJAABcBvHdYRtgKD8aJ8kAAAAAAABwYiQZAIBLJecWdtUYkoK/U0gyAAAAAAAAnBIFGQCAy+YUpRhW9MkAAAAAAABwPmQYAIDLplKpbLtiKL8ygyQDAAAAAADAiRFpAAAuVcXm3na7lIbVpQAAAAAAAAAAqFmcKwgnyQAAAAAAAAAAoIZyikiDJAMAAAAAAAAAACgXSQYAAAAAAAAAAFAukgwAAAAAAAAAAKBcJBkAAAAAAAAAAEC5SDIAAAAAAAAAAIBykW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BcHRERYUMH9W/bpmVs7ZjgkGCdVpuRmZGSknrg4OGNm7evWr3O4bVWLZsXEhyck5PbtedgqdqWL/4jPCwkL7+gc/wA6V/n4+21ad2SyvaKR5Wbk5ubl3cqIXHpslXLVqzR6/XSf8TTw3PyjeM+/XyOpAydOrb74pN35PEnn81578PPpCvWrm0rf3+/FSvX2m68Ku+QrRuWenp6njl7dsCQ6yXgv0OSAQAAAAAAAFwFk28Yd8+dt/n6+thurBUZKU5tWre8YeL1O3bueeGl14+fOCW5OpFziFOkFN6wQb0B/XqnpqU9Of3FzVu2S/+6Ht27Tn9ympeHp3KSjFHDh/wzHjn0/Y8+N5vN0uXy8/ebdv9do0cNfe+Dz1ZIayXARZFkAAAAAAAAAFfqwfvumHr7TdaLuXn56ekZhQWFoWHBgQEBGo1GbGzbpuXHH8y+8eY7Us6nSS5kz74Ddlu8vbwCA/39/fzkPzw0JOSd2a9MvHHKyVOJ0r/ruWceDw8LyczIkpRBBDy9esWLQW5ungi9xGPr37fXkmUrpcs1cujA68eMkABXR5IBAAAAAAAAXJFOHdtZY4zVa9Z/8vk3e/but+718/MdP3bUzZMnBAT4R0aEvfDsk3fd96h0xZ59/hV3DzeD3iD9p4xG46TJdzjc5e7hPnnS9ffcebubm07M4D/x6ANX5Q//98lrN+lLStau3yxdmaFDBvr6eIvBV9/8+MC9UyVLWcaQK0kyqqCQdwhwVZBkAAAAAAAAAFfkphvGyYNfflvw/Iuv2e3Nycn97Mtvt+/c/ckHsz09PeK7dW7SpOHBg0ekK7N+45XOql9rxUXFn3/5XVZW9vMznhAXu3TuEB4W4oz1KI9Mu7dl86aZGVnd+w6TrszQwf3lwU+//DFs8IC6dWPju3aKiY5KSj4tXW3Kf4cA1aeWAAAAAAAAAFyBhvXryYMvvvqusmN27NyzfMUaeTygby+pxvh93t/Z2TlioNFo2rVtLdVgtWtHt2ndQgz27j+YnZW9YrWlrYVarR43dqQEoErUZAAAAAAAAABXRK0tm2SrunXzth07e/fuJqb1NVpNZcfUjom6/dbJDRrUrVc3Vl9sSEhO3rBhy8+/zjufal/KsHzxH+FhIXn5BZ3jB1g3rlo2LyQ4eO36TXff92jDBvVuvWlSmzYtwkJDMzKzEpOSRKjw51+LKz7IiePHTH9ymhicSkgaNmqidFUZjcZTiUmtWjQT4+DgILu9It6YNH50+3Zt6sTF1qoVkZ6RkZR0+sjRE598MUfM9Tu8wbGjhw8bMjAiIiwoKEBcTD599uyZc/sPHv56zo8FhYXWwzatW+Lj7SWPA4MC9u1cJwY7d+2ZfOs90n9k3JiRKpVKDBYtXi7O583/e8qtN4rBkMED3n7vE/FEVbzKHVNulhehGn7dpLCwUHF88+ZN83JyE5KSs3NyB/bvbT3yoQfuEicxuOf+x9as2yhV8g6RiYfRr0/PEcMGiXdaaEhIiV6fnp5x8NCRz7745sjR41K1NWnS8IYJY+Jia4uQxt3dLSnx9KnE5IWLli1fuUYCriqSDAAAAAAAAOCKnEpIFFPGYnDrTRNffOWtyg775bcF4lTF7cR37fzay8/6+/uVXfaSAgL9RQYwcfzohx+fsWXrDqnaxo+77rFp93l4uMsXI8JDxalj+7bjx468f9pTmZn/agfswAB/eZCRkWm7vX/fXtMevKt2TLR1S1StSHHq3Kl9/369npv56oaNW+xu6s6pN99/z1TbLQ3r1xOnnj26XTd8yOPTZ4qsQlIkER4MKV1aSiQWfy9cKgYnTyXu2LG7bdtW4s0zeGDfP/9eUsXVY2KiZ7/+ovyC+vp4R9aKWFgah1yG4KCg/73xorhf6xYRQojbjIuNGdCv1zvvffrlnO+rcztTb7/pzik3W99jQuPGDcVJ5Cs//fz7G7PfLy4ukYCrhCQDAAAAAAAAuCLf/TC3U4e2Uml+EBtX+/sff96waWtxUfEl3Yi3t9cH776m0WhSzqcdPXrs9NlzDerWkaebAwL8n3vmsVFjb9Lr9dW5qcaN6sd37SSmzo8cPb5q9fqzZ8/Fd+vcq2c3ceOtW7X46L03J9w4Rfq3REZGxERHyeODh/7pDtKqZfPXXn7OzU0nWeoqzqxfv3n3vgONGtTr3q1L3bqxkRFhH7//5lPPvPhX6aS/bMx1w+QYo6CwYPGSFQcPHc3JyW3YsN7gAf0iI8PF5P47s2cNH32jXMzx+JPPaXXaF555IjAoIDcvf/qzL4mNWZXUefwL+vbuERZqibvWbdicmpYub/xr0TL5JR593bCqk4ypt91omxlkZ+d8+vk3Cxcv69a5o3jXiS2//v7n6rXrxWD/gcNV3I5ILH749hMRF4lxQmKSuNPk5DN+fr79+vbs0K6NeIc89MCdx06cXLN2g1Sl52c8MXb0cDEoKdH/9seCo8dO5uXlRUXVEllI40YNJowbXbdu3G1TH5CAq4QkAwAAAAAAALgiK1et+2nu7/KEcueO7cSpqKj44KHDO3fv3bFz7+bN2wuLCi96I2IS2Wg0vvjKW+KmrBv79en55msvaLXa2NoxnTu2Xbu+Wj2cQ0NCzGbzBx9/8fGnX8trSf382/yOHdq+8tKz4WEhzZs1njh+zI8//Wo9fu26jQ88fF4MCgou/jgv1eOP3CcvqXTgwOETJxPkjV6enrNmTpdjjC/nfP/Bx19ag5+33/vk2emPXDdymFqtfvThe9eu3yTiCnnXrTdNEueFhYU33XbvoUNHy+7gb+mjj7/+5MO32rZpGRQYOHRQvx/+z/KnySssTX/yEXFuKNGvWLlW+k+NGDZIHvxlk1j89ffiaQ/e7ePtJVKEenXjjp84VdnV27RumZiU/NGnX2/YsKVZ00YBgQFHjx0Xp6jICPmApKTk6vyNDz5wlxxj7Ny154GHn7ZW53z/4y9PPf7gDROvF0/7Q/ffWXWS0bZNCznGEKnbvQ8+9s9rIUnffjf31Vkz+vbp0bF9W3FM1UVIQPWRZAAAAAAAAABX6qVXZ6dlZNw55WZtac8MDw93MfUsTrfdLOn1+v0HDi1ZtuqP+X9bJ+Ud+uX3BbYxhrBsxeq/Fy2TJ8Fbt25ZzSRDWLV6/UeffGW7ZcvWHe998OlLLzwtWWpHsPbIGwAAEABJREFURtkmGcmnz4iTdPWEhgRHRoTXrRs3dsyI1i2byxvffv8T6wGPPXJ/XGyMGGzavG322x/ZXlc8XTOefzUyIqJzp/YiknnkoXufm/mqVLoCUlxcbcmSiByxnToXRFD0/Y8/x8TUOpWQlJuXL12ZHZtXyhGLHWuzDVvXjb3p6PET0sX4+ft169pJKi0KWbx0pXV7Xn7BipVrxOsrwp7x1496+bW3K7sFkXJNe+yZw4ePSeUhzWXwD/AfM2qYGBgMhmeef8VukbFXXn+nVcsWIuhq2KBes6aNxZu2stt55qlHpdKuMLNefaviazH92ZdatfoxJDj4gfvuWL5y7b+8lBlcFUkGAAAAAAAAcKXErK5IDv5auPTGiWO7du4YGxsjFyIIOp2udasW4nT3Hbd+8fV3c779qbJFouYvWFRx486de+QkI6C828RFiVnvDz75ouL2eQsWTrltsogQ6tetU7t2dGJisnTFNBpNxfn9ilav22jb9GLwoH7y4MNPvnR4/PsffdGpYzvxHA4c0EdOMoqLS4qKikVE1LJl01EjhohYyPZ4EQ/YJgRKM270CJHEiMHiZSvtOnuLP0R+fYcNGfjW2x9W1lti9579coxxJfr0jBfvRsvDWLIiISGp4gFvv/dxq5bNMtIzc3MrjdwaNqwvog4xOHL0uMMqEBHPLFm6ctKEsUGBgT26d5134SsFXB6SDAAAAAAAAODqENmA/LN6L0/Ptm1adejQpnOHdk2aNFSr1WKjr6/PQ/ff1alDu/seesLhhPW+/QcrbjxzNkUe+Hh7S9WTlHTa7pfyMhG3HDh4WC6GaNm86VVJMi7KZDKtXLXumedmWbe4e7j7eHuJgUgmdux03KB71+69iUnJsbVjxJEREWHnzlkWv1q6bNXwYQPFXPxLLzx93z1TN2/ZunrtxtVrN1xqS5KqiVdBq7tg1rRunTjxMAwGwwGbPh+youJq3bU1ufnjj7/sdm3ZuiP59JnoqFp+fr4jhg76+bf5Dm/h4KGqul9UU4vmTeXBvkrqLTZt3iZOUpXiasfIg9TUtD69uzs8xmg0y4OoWhEScDWQZAAAAAAAAABXWUFh4boNm8RJjMPDQoYMHjB86ED5l+xdOnd4/OH7X3zlrQpXKbD7tb7MYDTIA41GI1VPVnalfa3PnD0nD4KDg6SrZM++Aw63Z6RnrN+4dcXK1Snn02y3R4SHyYNzKeeruNkzZ87Flk6aiyBBTjJefPnNJk0b1q9bp/RGQkcOHyJOhYWF23fsXrdh85KlK8+npklX7Kbb7rHb8sO3n4rgJzcnb9LkO6RLJ67bqGF9McgvyB88qL842R2QnZUjkgwxGDlySGVJRlZ2jnTFwkKD5cHZ8njsMtSOKevfHt+tszhVfTBJBq4WkgwAAAAAAADgGhLz+F/N+UGc7r3r9rvvvFVsGTF88Acff5mRmWl7mEFvlK6SnNy8ynblljfq8PXxka4Gkb5c6vy+X/ldZ174DNixxhKBgQHyQORDN9505/33Tu3RvWtMdNl8uqenpzyl/tjD9y1eunL6s7MqW7zrvzL6uuHywNvL+6Ybx1VxZOuWzRs3buCwnqawsEi6Yr4+vvLgSiKfiIiw6h8cGBgoAVcDSQYAAAAAAABw+W6/5YYmTRsFBgQ8P/O1pOTTVRz5wcdfxMd3btGsiaenR9s2LZetWC1dGyFBldZbREaGy4Oc3Kp6j19Tx0+ckgdVT3MHB5XttW0ZnZdf8Mrr74hT/bp1+vTp0blTu5bNm3l4uEulNStDBvXLzct7cdabkmKIR9W/b8/qHz9x3Bi5L8i1cD6tLMAICbn8ipycnLKc7J33P/3si28k4F9BkgEAAAAAAABcvlYtm8vdAtq3a111kiEcP35CJBmSpX23n3TNhIYFV7bLurJTWlq69B8pKCxMS08PCQ62PhiHIspDl9TzDgoIjp04KU6ffj7H3cO9Z/euU265sWnTRmL76JFDP/zoy/SMDEkZhg0d6O9vea137dl34813VXbYiOGDX545XQwGDez92hvviKdIugaSksren2GhoQ4P8PH2atq0cWpqWvLps5WVtiQklbVXkVdLA/4dagkAAAAAAADA5UpITJIHY64bdtGD42Jry4PExNPSNRMaEtKyRbOK2z09PFu3bCGVLgm1bfsu6b9z+oylXYeHh3tlLaPr161Tp/S5ys3NE4mFGDRqVP+eu25787WZA/v3tj2yuKh4ydKVU+5+SO79oNPp6tWNs+41m83Sf2r4kAHyQDzIKg776+8lWVmW7ibeXt6jq/FGsrqkPy+xPITo0qm9wwN69uj25afvLvj9h8cfua+yGzlx/KT1Rnx9HHehv2Hi2E8/nP3ay89V9voCl4okAwAAAAAAALh8fy9eZjKZxKB1qxb33nV7FUf26hkvjhGD1LS07Tt3S9eSmEquuHHc9SMDAv3FYPee/VelOfZlW7R4uTy4+YYJDg+YcttkucP52vWb5DQiulate+68bdCAPkMHD6h4fE5Oblp5HUZa+j/lJgaDpbBAo61us/SrKzIivGOHtqUPwzDvz0VVHCmypWUr1sjjUcMHS9VWUlJWOaGuRkP4FavXZWVa8pJePbtZG43Y6le+ENbS5ZUufbZ3/8HDR45Jlroi/9tuuaHiAX7+fndNuaVrl45DB/dPS/3PSn/gYkgyAAAAAAAAgMt38OCRH3/6VR7ffeetH7//Zsf2be2OaVCv7oynHnnz1Rfki3N/mSdmrqVrqV+fnpMmjLHd0qxp45snl8UGX3/7o+2u6KhafXp3F6fOlfxU/6r79vu5hw5b+lq3a9fqjik32+0dPmzQgNLCC71e/+NPv8kb16zbmFvayVw8zhsnXW93lR7xXZo3bSwGp04lnjiZYN1eWGRplO3j411Z9UB1TJp8R/M28d37XkKphGzsmBFqtWUCduPmbdmlJRdV+PnXefKgceOGrVo2l6qnsHwdqrDQ4IsenJOd8+WcH6TS7h2zXng6MjLCdu/oUUP79+0lBudSUrds3VHF7bz+1nvyYNLEMdePHmG7S9zmpx/MDgyyNGnfuWvPnn0HJOBqoE8GAAAAAAAAcEVeef2d4ODgQQP6iHF8t87ilHI+LeX8eXmvp6eHSDKsB2/avO3Tz695n2R3d7enn5g2ZFC/Nes2nT17rl7duPHjRsuz+X/+tWTFyrW2B3eP7zL9yWlicCohadioidK/QsyGf/rhbK1W+8C9U1u1aLp1+65z51JCQ4KbNmk8fNhA+Zi33v5QzIbLY5FqvP3+JyIQEuMnH3uwV49uGzdtPX3mrJg6FyFNn17dVSqV2PXN93Nt7yUtNV08+SJO+Oqz93bu3qvTuT3/4mvSv2Xo4P7yYNGSFRc9eP+BQ0eOHpebT0wcN3r3nn1SNZw5e04ejB09ws1NvOy6+X8uXr9xc2XHz/nu/4YNG9Cwfr22bVv9+n9frVy9bvuOXd5eXiLE6tmjm1RaHfLGW+9Wfaebt2yft2DhyOGDvb28n5vx+JjRIzZt3pp8+kyf3j26du4gXlNxTEZm5osvvyUBVwlJBgAAAAAAAHClHnvyOTENfeeUm8VcsrgYHhYiTnbHmEymBX8tfu3Nd691QUZOTq6YOh83dmTrVi3k9aysfvzp15dfe1tSgC1bd9x06z2vvvxs7ZhoMYcuT6Nb5eUXPPv8K0uWXdBb4qe5vzeoV2fCuNFiLGbe7SpIcvPyP/z4i7m//GG7UczUd+ncQSotdBAnccy/lmTEd+0cHVVLfmCLliyvzlX+XrRUTjL69e3p97qveB0vepV9+w+eOXu2VmSkyA9GjxoqtpxKTKoiyRDvvVtuv++5Zx4b2L+Pn5+vSCNG2ixmJZ721954Z3GVLT1k05+dlZiUfOeUW9zcdM2bNRYn27379x96YdYb4hMhAVcJSQYAAAAAAABwpcxm86efz1mxYs11o4b2iO9ap05t271ZWdlLl6/+7fcFe/cflP4VM2e9sXvv/qm33hgXV7u4uCTl/Pm9+w5+/+Mve/bulxRjz74DY8bdeufUm5o0bhgdXSsyIiInN+fM2ZTVa9b/8uuC9PK+F7ZeemX2/D8X33bzpPr16gT4+/v4eqdnZCUkJm7avH3e/L9Szts3//jh/37VaDS9e8U3qFs3MChAry8JCgzMyMyUrr2RI8oSgjVrNxQXFVfnKvPmL7zv7ikik/DwcL9+9Igvvv7+olcRL+7Uux8WEVrTpo3qxNYW70N3N7eqryICkkcef3bdyM09u3etXTtaJEl6gyEjI2Pf/kP/e/ejc+fOS9XzyWdz1qzbOOH60XViY6Kio/x8fRISEo8cO7Fo8XKxXQKuKpXcMAcAAAAAAAAKZy5nMpmMpQwGQ2H66eNvjRd771uqT7j4D7jh4lYtmxcSHCymqrv2vISu0QBqjkmN1RObatRh9X3HvOhWSqfTyefaUupy8opt8vl/jpoMAAAAAAAAAACgXCQZAAAAAAAAAABAuUgyAAAAAAAAAACAcpFkAAAAAAAAAAAA5SLJAAAAAAAAAAAAykWSAQAAAAAAALiIXv1GSgDgck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HKsTV/veu6c0bdIwJCTIbDYnJZ7eun33z7/+ceJkgnTFesR3/uDdN7Iys7v3HWa7PTY25s/ff1CpVBNvnLp3/0HpKhk8sO8br77gcJfJZMrNzcvLzxcPZt/+g38tWrpj5x7pX9SubSt/f78VK9dKV4Ofn+8D905t0qRRbHS0p5dnZlb2ylVrZr36PwkVbN2w1NPT88zZswOGXC8BCkaSAQAAAAAAADgwftx1TzzygJubzrqlceOG4jRq5JDnZ766eOlK6QpERoTPePoxEVdU3JWQkHTyZGLdurHdu3e5iklGFdRqtQgSxCmqVmSzZo3FH75//6H7pz15PjVNusb8/P2m3X/X6FFD3/vgsxXS1UkyPnr/zVYtmlkvRoSHiqhGAuDMSDIAAAAAAAAAeyNHDJn+xDQxxS/Gm7ZsX7d+k9Fg6NmjW+dO7X19vF9/5Xl3D4/5CxZKl0XEGF99/l5kZHhlB2zdtkMkGZ3at/tQ+lK62nLz8k+euqCmRAQqfr4+gQEBvr4+crgi8gyRB0y4caper5eupZFDB14/ZoR09XTp3MEaY5w4kbBz914/P5+du/ZKAJwZSQYAAAAAAABwAXd3t4cfvLu4Dv0AABAASURBVEvEGGaz+b0PP//08zny9m9/+Pmeu267587bNBrNk48+sGrN+pzsHOkStWze9K03XoqMCKvimPWbtowfd13Llk2Dg4LSMzKkq+rYseOTb73H4a7wsJB77546etRQMW7UsP5tt0z65LM5klNp1rSRPJi3YOH0Z2dJAFyCWgIAAAAAAABgY/So4SJCEIOVq9ZZYwzZhx9/uWjJCqm0GcOE66+TLoXIP6beNvmrz9+vOsYQNm7clpdfoNPp4uM7S/+ilPNpz77wyvw/F8kXBw/qJzkbL08vebB79z4JgKsgyQAAAAAAAAAu0LdPD3nw/f/9UnHvN9/+nzzo3q2TVG0dO7Sd98u3D95/p7u7m7j47fc/Z2ZkVXZwYVHh9u07xaBrp/bSv27uL/PkQf26dXx9vCWnolaXtR4pvsbrYgH4N7G6FAAAAAAAAFxWi2ZNfvzuMzE4cuz46OtvdnhMl84dPvvof2Kwdv2mu+97VAyaNbGsUJRfkL9t+66Kx+/Zd+BcSmpEeGjLFs08PTxF6iBVQ9/e3ePiaotBekbGrFf+t2TZymGD+1dx/KbN23r26Na+fduKu265aeKj0+4Vg7ETbz106GiP+M49undt1aJ5nTqxyWfOnDyZsHHj1t/n/33ZLS72HzhkNpvlhhmRkRG5R4+LQetWLb77+iMxmPXq/1atXvfwQ/d0aN9ao9KcTEhct2GzbeVKvbpxk8aPaVC/blyd2jqdW3LS6YSk5MVLVixdvsr2XuR1uqwXH3rgLnGybL//sTXrNtoe2atn/OABferExcbGRRcVFSckJCckJn77wy9HjhyzPWzrhmWenh7Wi7NeeFqcxODnX+e/8NLr1u0ajWbS+NHt27URN1irVoR4OZKSTh85euKTL+ZkZ2XbPRV3TLn5gXunisHw6yaFhYVOufXG5s2b5uXkir9o7q/zlixduWrZvJDgYPFqPvzYjMaNG4wfe137tq3FzWZl5xw9euy3P/4Su+SbEm/FQQP7tm3bqkG9utk5uUlJybNemX30+Ampei76SKxHNmnS8IYJY+Jia9euHS1is6TE06cSkxcuWrZ85RrpEg0Z1K9Pnx5xMdHRMdH64pKEpKSTpxK++XZuFQ+7TeuWI4cPrl07KjwsNDwsrLi4+FzKefEM79134Off5ufk5Fa8ytjRw4cNGRgRERYUFCAuJp8+e/bMuf0HD38958eCQscfrqDAwDun3lSvbh1xR0GBQefOpSQkJm3fsefLOd9LcFEkGQAAAAAAAHBZe8WE6JFjjRrWb1i/XqNG9Q8fPlbxmKGDy9ZQ+nvRMnHetEkjX18fMTh5MsloNDq82aPHjoskQ8yJN2xYb/ee6q5ilJWZ/cPcX7/78ZfqdNdYs37T448+EB4WImbAxV9hu0vEDNaBmP0Xk9rWXfXr1hGn/n17dY/vcv+0J6XLEuDvJ8cYgpiGtturVqs+/+Tt2Nox8sXAoIB9+w+VjQMDnnjkgcGD+opnxnq8mFgXp0ED+ohp/Vdee7uawY9MZANPPPpAh3ZtrFu8vbyDg4Latmk5aEDf9z/6Yk55fUw1iWdm2oN31Y6Jtm6JqhUpTp07te/fr9dzM1/dsHGLwyvGxETPfv1FDw93Mfb18Y6sFfHDT7/aHnDrzZMevO8OrbZsulW8cOIU363zW29/+NWcH+K7dv7fmy9ZgxZxO2Lvd998dP9DT23ZukO6FFU/kqm333TnlJvlvbLGjRuK08D+vX/6+fc3Zr9fXFxSnXvx8faa8fSjQ4cM+GeTt5d4rUWgJZ751998T8QSdlcR75mZzz1x3chhthvFI/H39xMfwH59e04YP+bOe6adOHlBt/k7p958/z1TbbeIj6o4iRjvuuFDHp8+c+euPXZ31L1bpxdfeFoESNYtIiMUJ3GVXj26PjF95tlzKRJcDkkGAAAAAAAAXNmixcvFRKoYDB8ysGKSodPp+vbpJQa5efniSDGIrV02zZ185kxlt5mSkioPGtSvU80kY/HSlR988lX1O4QnJCSdPJlYt25s3z497JIMa8zwyIP3dO3S0WAw7Ny9V0wQR0VGtGrVQl4Pqnev+OHDBi0o73hxSbp1LVs16+zZlIo/oheZhDXGkFmLLWY++6S4XzEQCdC6DZt37NidV1DQpWP7nj26iud59KihjRvWH3/jFDmJWbho2aHDR7t17jh+nKXdyK+//7l67XrJUhFyWL41Pz/f92a/GhkZLsbiYaxdt3Hr9p0hIcEd2rft1KGtp6fnYw/fFxNd66VXZpc9G088q9VqxDz7kNL2HiI/EE+LGJw+c1Y+oFXL5q+9/Jybm06y/PD/zPr1m3fvO9CoQb3u3bqI5zkyIuzj99986pkX/1q4tOJzMvW2G23jgezsnLXrNlkv1q9bt2/vHiK/OXUq8dCRY0VFhZ06tJcfuZimz8zMmv7kw+7ubuIJOXbiVFxcTKsWzcVFkco8+diDo8c5LhWqTBWP5PkZT4wdPVwMSkr0v/2x4Oixk3l5eVFRtQb069W4UYMJ40bXrRt329QHLnoX4sX65quPGjaoJ8YZmZm//rbgxKlEnVYjbmrC9deJZOK5GY+HhoV8+PGXttd6/JEH5BijqKh4+co1Bw8dOXcuJTIyonmzxgP69RZvWvEMv/DsE7bd5sdcN0yOMQoKCxYvWXHw0FHxQot0cPCAfuLZEyHNO7NnDR99o22tzMgRQ156/in5I7Bs+eodu/akpqaFh4e1b9uqV8/4tm1bff/NJ+Mn3Z6ali7BtZBkAAAAAAAAwJX9Mf/ve+++XavVDuzX+83/fWC3V0zyylP/y5avlJdj8vYuaxmdlVlpH4usrLJdwcFBUvXs2LlHukRbt+0QM+wdO7ar7AARYxw4cPixp58XsYe8RcyPz5r5jAgbxHji+NGXkWR4eXree/cUebxilYP1iNq0bimmqt//6HORzURGhLZp1VL+1fy4MSPlGEPM5j/z/Cu7SlME4ae5v3do3+b1V54LDQlp2rTRHVNu+uQzy1JUJ08lipNIX+TDkpKSV6xca3tH05+YJocB6zdsfu7F186dK6sO+fjTrydNGCNiDDHhPm7sKPEwtm6z9BRZs3aDOG/ZvKl8mMgMbG9Q/F2zZk6XY4wv53z/wcdfFhcVy7vefu+TZ6c/Imbh1Wr1ow/fu3b9por5jfirE5OSP/r06w0btjRr2iggMMB28S7xMonw4PGnnl9cvsqTf4D/V5++K8IAcY8vvfB0yvm0aXdO37N3v7y3dkzUZx+/HVUrUhzQo3tX+ZFXU2WPpG2bFnKMIe7r3gcfO3ToqPUq334399VZM0Qk1rF9W3HML78tqPoubr15khxjiOjlwUenZ9p8EObN//vdt1+tX7fO1Nsmi+zh+IlT8vY6cbUnjBslBoWFhbff+ZD1L5X1iO/y4XtvyA8+LDTkfGpa2R3dNEm+yk233fvPA/5b+ujjrz/58K22bVoGBQYOHdTvh/8rKzoRH9WH7r9DxBgiKnvmuZcX/LXYehdff/Pj1NtvevC+O8TtT3vw7qdnvCTBtdDxGwAAAAAAAK4sNS190+ZtYhBZK0LM9trtHTywrzxY8OcSeeDlVZZkVLEOT3FJ2S6dViddMytWrRPnTRo1CA5ynJeYTKaXXp1tjTGk0sc88+U35UWxGjdsYK3eqJo4rFatyHZtW91+yw2///JNZESYVFoG8fFncxwe/793PxITx2fPntuxc+8XX1s6E4ip+UceLvut/bMzX7XGGDKRNDzy+LPy+PZbb4iJjpIuZmD/3vLSRpkZWY88PsMaY8jE1PZnX34rWZa6Uj/1+EPV+TMfe+T+uFhLKYl4M8x++yNrjCGIJGDG86/KbxIRtzzy0L0Vry6e0mmPPSOSofSMjDXrNs5fsNDugEVLli+2aVaRnZX9/Y8/Wy9++PHntpP7iUmnf/61rK16g3p1pEtR2SN55ilLixez2Tzr1bdsYwyptIH89GdfSku3lCk8cN8dgYEBVdx+ZET4lNtukCxxXfYTz7yYeWGeJx758zNfF288ESNNf+ph6/bBg/qJLWLw2x9/2sUYgnic1pYzdevGyQORusmdYw4cOFLxAYtnLzUtbev2nbl5+dbt990zRbxAYvD9j7/axhiyz774ZvUaS1nP8KEDO3dqL8G1kGQAAAAAAADAxf1V2gBDsnQwvqDJtn+Af5fOHcUgKfn0lm1l7Qrkn+1LliV6Kk8yisp2abUa6ZrZsGlLXn6BmCCOj+/s8IAdO/dUnDXOyc5JSEiWSv8QueGHnTatW+7buc72tHfH2iV//Tzniw+mPXh3VK1I+bCv5vyQ6agqRYQlv1TokTBs6EBvL0tpy4aNWxxWn4iNq0v7eHt5eg0bOkC6mLGjR8iDH+b+Kp6Eigd8PefHjMxMMWjYoF6b1i0ueoODB5V1Q/nwky8dHvD+R1/Iy14NLK1osbN7z36HTVaslq1Ybbdl776yNcFEUvLbH3/Z7T1z5pw8iIqqJV0Kh4+kYcP6chXFkaPH7UpbZOI5lLuCBwUG9ujetYrb79+vl3iNxGDR0hUirKp4gIip5OChY/u2oSFlzSrEyzHlrofemP3+3F/mObzZ5NOn5YGXl6c8EG+kotI8qWXLpqNGDLE7XsRCvfuPunXK/bZ1Rf379ZZKA7xPvnCcsc0rPVgkW9bmN3AZrC4FAAAAAAAAF7do8fKnn5jm6+Pdp3cPa1sFYdjg/u7ublJ5r29ZUfmv9d3c3Su7QZ1b2axaQWGRdM2IifXt23f27NGta6f28+b/XfGAs2cddzYuKCzrqu3h7p4j5UqXSDwD33z3k1z0UNGxYycqVqsEBvjLA+v0fUUrV67pGd9FDKKjIqWLCfAvu8HKVuUSf+O69ZtHDBskxnGxMVUv3uXu4e5TumiY+NMqO1JM0CcmJcfWjhFHRkSE2VWBHDx0WKrS9go3m1K+htL51DRrk3Yrazyj011aGObwkcSVdy5JTU3r07u7wysajWWPIapWhFQ5696iwqLKbiont+xNFRdXW+5IIV6OTZu3yXUttmJjY5o0atCubavOnTrKW9x0/5QxLV22aviwgSKre+mFp++7Z+rmLVtXr924eu0G24oZK/FRlYOTlJTUdm1aOnxgXp5lMUlkRFV/I5wRSQYAAAAAAABcnF6vX7Z85XUjh4WFhnTr0mn9xs3y9oH9Lb++NxqNtp0DCgrKppjd3SpdOcqjPOTIzc2TriUxsSuSjE6d2qlUqoqz4efT0hxeS68vSxo0Ggez5Ll5+SdPJTi84smTpzZu2rZi5VprFlJRdo6DpuUBAWULFp05e7ayK548lSgPompdvArBP8BXHiQmJld2TPLpspbsF12uKiI8TB6cSzlfxWFnzpyTm5nXrRNnl2RkVdmqXbzBbLtS28nKdLSrwqtZTQ4fSe2Ysmcgvltncar6FqpOMqLLa0RuuWmiOElViomuJTcpsYqMjBg6qF+D+nX8oEOpAAAQAElEQVRjY2vXqRMjV+rYsl0K7MWX32zStGH9upb1tSLCQ0cOHyJOhYWF23fsXrdh85KlK60dNYSG9evJ142MDH939itSlayvOFwGSQYAAAAAAABc34I/l4gkQwwGDewtJxm1akXKqxLt2rXPdhWd1PLJU//ysoCKrLvy8q5tkrF8xZoZTz8SEhzctk1LMb1rtzff0bJLF3Xs2PHJt94jXa4iR7+X9/L0kAepqemVXdG6npKfn690MZ7ulh/Xm0yms+dSKjsmpTyWqOKVKrtHn7JVtjJLF6SqjHXevGInicIqi28cPifXiMNHEhFxCRP3gYGBVewNDwuVqi04ONg6btumxe233dS1U3ud7oIIUMQ8Bw4d8fb2khMLWyIwu/GmO++/d2qP7l2tcZSnp6ecxzz28H2Ll66c/uwsuaV5VDVKeayq7gUCZ0SSAQAAAAAAANe3ZduOpOTTYra0V/d4ub7huhFD5J94/714me2Rx46fkgfhoSGV3Vp4eNlsb0LlFQNXRXpGxuEjxxo3atC9W+eKSYZynDufKg9CQ4MrOyYiIlwe5ORcfMGr1PT0wKAAtVodGRFeWZgRUt6kITs7u+pbO37ilDyoehI/OKhsr8MGIVUwX26BxdWSk1OWqL3z/qefffGNdAVy88s6bN9w81279+yr5rXqxNX+6P035QoMkescPHT4xMnEY8dPiHfv7r37i4uKX3rhqYpJhlS6ytYrr78jTmJvnz49Ondq17J5Mw8PS82TRqMZMqhfbl7ei7PelCzFQGVvmzXrNt5z/2MSahg6fgMAAAAAAKBG+OvvpeJczI/37NFNDPr16ynO8wvy//p7se1hYt5cbBSD+vXrVnZTdevESqUzthUbbl91W7ZaVu/p2LGdpGBJSWX9nGvVqvSH89HRZcsWZVRZGCFLTi5bOSo2NqayY2pFlt1XRsZFbrCgsDAt3VIsUvWiQxGRZVlL6vk0yakkJJUlanLf7yuRnFz2UjZp3LD615r2wN1yjLFi5druvYdNvvWe52a++u33c7ds3SE3vfDz9av6Fo6dOPnp53Num/pAt95DHn58xoEDZe1ARo8cGhwUJAbWPuf168VJqHlIMgAAAAAAAFAj/PrHn0ajUQx694xv2LB+g3qWoGLtus15FdZo2rXL8lN0Pz/fpk0aVbyd6Kha8ko4hw4fka699Rssa2E1adRAns9VpoTEJHnQpXOHyo7p2b2rPDhUPiUtVFbLkFTeA6NHfFeHB2g0ms6dytKdvfsPSRdzunRtKw8P98q6WNevW6dObG2ptPeJmFWXnMqJ42UPuEun9r4+3g6PuWHi2E8/nP3ay89V9gzIEhLKQpEB/XtVdsyz0x/74N3XZ818ul7dOKm0F3f3eEtzDvH5mvXqW4VFDpqs1ImLlQdqddmMdKNG9e+567Y3X5s5sH9v2yNF8rFk6copdz8kN7TX6XTyvYgALDPDUisjEqzOndo7fGBt27T44tN333x95s2TJ0hwLSQZAAAAAAAAqBHOnj23fadlgab4bp2HDOwrb5y/YGHFI5cuXyUP7r7j1op7779nijxYvWaDdO1t2LQlLT1dzOf27dNDUqoNm7bKvb5bNm/qcJa5dkxU/7495fHCRf8s51VSopcH6gubky/4a5HBYBCD60YNdTg1P2bUsKjS+o+U82m7du+VLmbR4uXy4OYbHM9xT7ltstwgfe36Tf/5alGXau/+g4ePWPKhgAD/2265oeIBfv5+d025pWuXjkMH90+rvJeJsGjJisLSfu8d27ft1qVTxQPE9nFjR4pcqnt8F7npuptOJ/fG0OsNKY7KWbp361SnTm15bE0yomvVuufO2wYN6DN08ICKV8nJyU3LyJDHcj2NsHj5Snlw19RbJEfuuWtKpw5tB/Xvo9PRVcHVkGQAAAAAAACgpli40DKHHh4WMnb0CMmSbaSsWbex4mEL/l4iT8j27hX/wTuvuZeu2i+V1gG8+frMoUMsE6/Z2Tnf/fCL3RU7dmgrn6SrR8yq79i5RwysJQgKVFxU/L93PpbHTz7+oMgtbPcGBQa+9MJ0OSdYvWZ9Uvn6RZKlf3XZ7/fDLmywcejQ0V9/WyAGIsYQ1/X08LTd26JZkzvK57J/+PFnqRq+/X7uocNHxaBdu1Z3TLnZbu/wYYMGlFYG6PX6H3/6TXJCr7/1njyYNHHM9aVvb6vIyIhPP5gdGGRpgr1z1549+w5UcTsinPj6m/+Tx888/XC7tq1s97Zt0/Kt12bK43nzFxYXl4hBbl6+XJTj4eFud9dCvz49X545w3rR06OsObz46OXmWtp79Ond/cZJ19tdq0d8l+ZNG4vBqVOJJ04myBvf+/BzuSyjfbvWTz72oO27wsvT84Vnn+xcugibeFPN/XW+BNdCNgUAAAAAAICaYuHiZY8/er+np2dAgL9kqb1Y7fAwMS8/++0PXp31rEql6tmj29/zflrw50K93jBq5NDICEujBZPJNHPWG3ar6ERH1fry03fl8aBh45LL10e6cps2bx/Qr7eYRJZ7lUuKtHDx8mHDBvWM71K/bp0fv/3s/37+/cyZsyUl+piYqOtGDI0sbUEhZqWffu5l22udOXtOHohsyc3N3d1NN//Pxes3WhbUeueDT3v06Cae8L59enw356PFS1eePn3G28srNjZm/PXXyU2hly5f9cXX31fzEYq5/k8/nK3Vah+4d2qrFk23bt917lxKaEhw0yaNhw8bKB/z1tsfirl+yQlt3rJ93oKFI4cP9vbyfm7G42NGj9i0eat4E/bp3aNr5w7ir5ZKF2h68eW3LnpTn3/93cD+ferWjY2Jjvrqs/fWbti8Y/suo8k0aEDf5s0ay8fs23/o08/nWK/y+7y/Hrr/LjGYMf3R+G6dt+3YlZGZVb9uXHzXzk2aXNBvw8/fVx6I0Ojt9z+Z8dQjYixiiV49um3ctPX0mbMid2nWtHGfXt3Fu13s+ub7udbrZmdlv/vBp+KvE2MRfvTpHb9m3aZ9+w52aN+md894Pz/LLRuNxpmz3szJzpHgWkgyAAAAAAAAUFPk5ResXL1+yKB+8sU/5v9V2ZF/LVwqoosXnnvS18c7PCxkym2TrbvEVOnsdywT69K/ZfmKNTOefiQkOFiEGdt37JaU6qGHn37wvjsm3zDO39/vzgp1D5s2b3v4iWftppj37T945uzZWpGRYqp99KihYsupxCQ5ycjJyZ00eeorL83o3Kl9o4b1xcn2iiJM+vrbH2e//ZFUbVu27rjp1nteffnZ2jHRIqCSG79biffGs8+/smTZv/eyXnXTn52VmJR855Rb3Nx0InKwpg6y/fsPvTDrjSNHj1/0dkSSd+Otd01/YtrQIQPUarVIp8TJulc88ytXrZvxwiu5efnl26QvvvpeRBGtW7UQx4vkyW4lNBF7zP9z4dNPTBPjunXirNt/mvt7g3p1JowbLVlKjtrbrUsmbv/Dj7+Y+8sftht//m1+WkbG8zMeDw4KEm+bCddfJ4lTuXMpqf9796O//l4iweWQZAAAAAAAAKAG+fOvRXKSIWZXq57VFZPaR48dv+2WSXXqxMXFxLh7uKVnZB46dPSjz746bNOz+l+QnpFx+Mixxo0adO/WWclJhl6vf/N/H2zYtHXksEExtaNrR0WJJ+18atrBQ0fnzf9r7frNFa9SXFwy9e6HRezRtGmjOrG1zWazu5ubdW9qWvqUux6aOH5Mpw5ta9eOjomuJeKls+dStm3f+fMv8y+jL/eefQfGjLv1zqk3NWncMDq6VmRERE5uzpmzKavXrP/l1wXp5Y0ZnNcnn81Zs27jhOtH14mNiYqO8vP1SUhIPHLsxKLFyx0upFYZESM9MX3mytXr+vXtFR1VKzoqUqVSHT9x6vCRoz//Or/iB0e8cJNvveeGiWNHDR8cEhocGBCg0WgKCguOn0iY+/Mff8z/283d7f577xC5YI/4Lp4entZ6ppdemT3/z8W33Typfr06Af7+Pr7e6RlZCYmJmzZvF+8Zh103RI6ye/f+qbffVL9enHgRQ0NCzp1LOXb85MbN237740/xJpTgipRbjwYAAAAAAABb5nImk8lYymAwFKafPv7WeLH3vqX6hFwJAIAqTGqsnthUow6r7zvmRbdSOp1OPteWUpeTF/iSz/9z1GQAAAAAAAAAAADlIskAAAAAAAAAAADKRZIBAAAAAAAAAACUiyQDAAAAAAAAAAAoF0kGAAAAAAAAAABQLpIMAAAAAAAAAACgXCQZAAAAAAAAAABAuUgyAAAAAAAAAACAcpFkAAAAAAAAAAAA5SLJAAAAAAAAAAAAykWSAQAAAAAAAAAAlIskAwAAAAAAAAAAKBdJBgAAAAAAAAAAUC6SDAAAAAAAAAAAoFwkGQAAAAAAAAAAQLlIMgAAAAAAAAAAgHKRZAAAAAAAAAAAAOUiyQAAAAAAAAAAAMpFkgEAAAAAAAAAAJSLJAMAAAAAAAAAACgXSQYAAAAAAAAAAFAukgwAAAAAAAAAAKBcJBkAAAAAAAAAAEC5SDIAAAAAAAAAAIBykWQAAAAAAAAAAADlIskAAAAAAAAAAADKRZIBAAAAAAAAAACUiyQDAAAAAAAAAAAoF0kGAAAAAAAAAABQLpIMAAAAAAAAAACgXCQZAAAAAAAAAABAuUgyAAAAAAAAAACAcpFkAAAAAAAAAAAA5SLJAAAAAAAAAAAAykWSAQAAAAAAAAAAlIskAwAAAAAAAACAGkqlUkmKR5IBAAAAAADgxJxiBgoAoDSqUg63S8pDkgEAAAAAAOB8CDAAAFdC/h5xlm8TkgwAAAAAAACnZPdz2qYh6mAvswQAQOVq+ZQNVI5Yd0kKQ5IBAAAAAADgxKzzTfe00UgAAFRDZRmGYpFkAAAAAAAAOKvS2Se1BADApVGpSzlLpKEym6k6BAAAAAAAcALmUmJgKmUsZTAY9Hq93bkgdsmHWa/FLBBqlMLCwtTUVDEtGxMTIwE1lbUZhiX3LqUppdVqdTqdfC4PBHmXXcIhKQM1GQAAAAAAAE5DTCpZAwnrNJN1ckrkFuJcPkBst8YY1jADqDmKi4tFsCc+CGKWVgJqMDmNkMMJa5IhJxbyuVOUZZBkAAAAAAAAOB+7GEOekLLGFfIW2yRDoiYDNYz4dJSUlJBkoIazxhLWJMO2LENtwzbGUGCeQZIBAAAAAADgZKwTTNYwQ44xxLm80Wg0VkwygBpFfATkJMPNzU0CajbbegvbsgxrcYZdjCEpD0kGAAAAAACAk5HXmBJzT9ZzOcawnahiaSnUcOJTUFxcLM5JMgBrRCGHFtalpWzDDGueISkSSQYAAAAAAIAzkWMMuzDDuksmNlYsyCDPQI0iPghFRUXi08HqUqixbGMJu7IM6zJTdqtLSTZLSykq1SDJAAAAAAAAcA627b4lmyautlvokAHI5NWlqMkAJJuajIphRsVWGZIikWQAAAAAAAA4GduZJjnJnhFQ+AAAEABJREFUsF1UyrreFAUZqMnk1aU0Gg01GajJHJZlSDYNwK2phm3OISkPSQYAAAAAAIDTsC3LsE42ydGFuChiDPkAu1IMYgzUQOKzoNfrxYeCJAOQbMoypArFGQ4zDKXlGSQZAAAAAAAAzsS2T4Z1psl2o22MQYaBGsuaZGi1TIECFrZfGbbRhd1YUiQ+xgAAAAAAAE7Jml5YCzWsA6oxAPFxMBqN4iOg0WgkABcmGdKF9RkOD1AUkgwAAAAAAAAnYxtdSKVxhTXPsKvVsEWqgRpFTjKk8l4yQM1UWSZhV4Gh5HWlZCQZAAAAAAAAzseaYUgVZp1sL9qmF4pdMwS4Rkwmk0SSAZSr+C1QnS0KQZIBAAAAAADgrGwbgEtONScFXGvWtjEkGUB1KPz7giQDAAAAAADAiVnnnlg8CrBjMpkI84CLcoqPCUkGAAAAAACAK2DGFrCl5N7FAC4VSQYAAAAAAAAAAFAukgwAAAAAAAAAAKBcJBkAAAAAAAAAAEC5SDIAAAAAAAAAAIBykWQAAAAAAAAAAADlIskAAAAAAAAAAADKRZIBAAAAAAAAAACUiyQDAAAAAAAAAAAoF0kGAAAAAAAAAABQLpIMAAAAAAAAAACgXCQZAAAAAAAAAABAuUgyAAAAAAAAAACAcpFkAAAAAAAAAAAA5SLJAAAAAAAAAAAAykWSAQAAAAAAAAAAlIskAwAAAAAAAICrUalU1nMAzo4kAwAAAAAAAICrkTMMs9ksAXB+JBkAAAAAAAAAXBNJBuAaSDIAAAAAAAAAuBpqMgBXQpIBAAAAAAAAAACUiyQDAAAAAAAAgKuhJgNwJSQZAAAAAAAAAFyNnGQAcA0kGQAAAAAAAAAAQLnUEgAAAAAAAAC4FmtNBgtMAS6AJAMAAAAAAACAqyHJAFwJq0sBAAAAAAAAcDUkGYArIckAAAAAAAAAAADKRZIBAAAAAAAAwNVQkwG4EpIMAAAAAAAAAACgXCQZAAAAAAAAAFwNNRmAKyHJAAAAAAAAAOBqSDIAV0KSAQAAAAAAAMDVkGQAroQkAwAAAAAAAAAAKBdJBgAAAAAAAABXQ00G4EpIMgAAAAAAAAC4GpIMwJWQZAAAAAAAAAAAAOUiyQAAAAAAAADgaqjJAFwJSQYAAAAAAAAAV0OSAbgSkgwAAAAAAAAAroYkA3AlJBkAAAAAAAAAAEC5SDIAAAAAAAAAuBpqMgBXQpIBAAAAAAAAwNVoNBp5YDQaJQBOjiQDAAAAAAAAgKtRq9XywGQySQCcHEkGAAAAAAAAAFdDTQbgSkgyAAAAAAAAALgaa58MajIAF0CSAQAAAAAAAMDVWGsySDIAF0CSAQAAAAAAAMDVWPtksLoU4AJIMgAAAAAAAAC4GmoyAFdCkgEAAAAAAADA1Vj7ZFCTAbgAkgwAAAAAAAAAroaaDMCVkGQAAAAAAAAAcDXWPhkkGYALIMkAAAAAAAAA4GqsNRmsLgW4AJIMAAAAAAAAAK7G2ieDmgzABZBkAAAAAAAAAHA19MkAXIlaAgAAAAAAAACXI5dlkGQALoAkAwAAAAAAAIALkssy6JMBuABWlwIAAAAAAADggtRqy8+4qckAXABJBgAAAAAAAAAXJCcZ1GQALoAkAwAAAAAAAIALoiYDcBkkGQAAAAAAAABckNwngyQDcAEkGQAAAAAAAABcEKtLAS6DJAMAAAAAAACAC2J1KcBlkGQAAAAAAAAAcEHUZAAugyQDAAAAAAAAgAuiTwbgMkgyAAAAAAAAALggkgzAZajMZrMEAAAAAAAAAM6guLj4ww8/LCkpMRqNpnLWse3GoqIica5Wq6szBTpq1KjBgwdLABSJmgwAAAAAAAAATsPd3b1Jkya///57dQ5Wqar1S+6goKD+/ftLAJRKLQEAAAAAAACA8xgwYEDt2rWlq2f8+PFaLb/5BpSLJAMAAAAAAACAM1Gr1ZMnT1apVNLV0LRp09atW0sAFIwkAwAAAAAAAICTqV27du/evaUrJuKQcePGSQCUjSQDAAAAAAAAgPMZNWpUQECAdGVEHBIZGSkBUDaSDAAAAAAAAADOx93dfeLEidIV8PHxGTlypARA8UgyAAAAAAAAADil1q1bt2rVSrpcI0aM8PDwkAAoHkkGAAAAAAAAAGc1ceJEb29v6dLFxcV1795dAuAMSDIAAAAAAAAAOKvAwMCxY8dKl27ChAlqNbOjgHPgswoAAAAAAADAiXXt2rVBgwaXdJX27dvXqVNHAuAkSDIAAAAAAAAAOLfJkydrtdpqHiyOHDNmjATAeZBkAAAAAAAAAHBu4eHhgwYNqubB4sigoCAJgPMgyQAAAAAAAADg9AYPHhwWFnbRw0SGIY6UADgVkgwAAAAAAAAATk+r1U6ePPmih40ePbr661ABUAiSDAAAAAAAAACuoGHDhl26dKnigMaNG3fo0EEC4GxIMgAAAAAAAAC4iLFjxwYEBDjcpVKpJkyYIAFwQiQZAAAAAAAAAFyEj4/PxIkTHe6Kj4+PjIyUADghkgwAAAAAAAAArqN169atWrWy2ygSjpEjR0oAnBNJBgAAAAAAAACXMnHiRHd3d9stI0aM8PX1lQA4J5IMAAAAAAAAAC4lMDDQtgIjIiKie/fuEgCnRZIBAAAAAAAAwNX07t27du3a8njChAlqNROhgBPjAwwAAAAAAADA1YjoYvLkySqVqn379k2aNJEAODOV2WyWAAAAAAAAAMDlzJ8/Pz4+PigoSALgzEgyAAAAAAAAAACAcmklAAAAAAAA4F/EL2sBuDaVSiXhqiLJAAAAAAAAwLVS/dCCeAOA06kssXD4HxrxxpVgdSkAAAAAAABcTZVNN1U9DcUkFQAnVUVEcXm7UBE1GQAAAAAAALhSDnMIu422Fy8v7QAA5bBGERX/46ospbDdbnstUo2LoiYDAAAAAAAAl6nizFLFuMJhgFGdVAMAnIVtFOFwXHEgOQowiDQqQ00GAAAAAAAALs1Fiy3sMoyKG83GYslYYjYUm40lJkOxZCpRmfRmk+GS7hcArjX7aEFcVOsktZta6y5p3FUad0kM1G4V8wm76MJ6Lv8/VlmGYf1fjkjDDjUZAAAAAAAAqJbKAgwHQUX5uWVgMhhzk4zZpwxZp0y5iWJgyjsrogwJAFyCWVKrfSLVPlFq32iNb5QYaHyj1V6h8l5VKckmzLC7KFWjpAMkGQAAAAAAALgIhxlGZdGFYMhJNKbu1afsNGYdN+UmSwBQ02g9NQH1xEntX1cTWF/jH6dSW1ZIUpWTKg85JPKMCkgyAAAAAAAAUKnKulzYRRdibMw6UZKy23B+lyF1r7kkp+JN5Rcbz6Qbz2QaxKmgxFRiMFtOeqlYnBstY71BAgAlU6nMbhqVu07lplO5a8VALc493KRaQbroIG10oMbLQ1PZddUB9TVhbd2iu6kDG6ockSqp2Ci/6xqdZ5BkAAAAAAAAwIEqul/YDkrO79Unry05tdxckm179SK96UByyb7EkuR0/ZksEWDocwqYhgLg4oK81bVEpBGsjQ3RNYtxaxrt7uAgjyBdVLy2VhdtWGtVJcRRarVaPpw8QyLJAAAAAAAAgB2HGYb9+lHph4oTV5UkrjYXploPLiox7U8u2Z1QvPtU8eEzJQaTBAA1XHNLnuEmUo3m0e7+3hdWbOh8tDG93OqN0PjFWDMMOcAQ59Rn2CLJAAAAAAAAQJnqZBhFJxYVHfrZlJNgPTK3yLR8b/6q/YX7kkokAEAlGkTq4ht5dmvsERfqZrtdE9ZWW3e4rlbH0iBDbY007BaekmpwnkGSAQAAAAAAAAvbNhhSxQzDUFh4+I+io3+YC9Pkw0oMpk1Hi5btLdhytIjyCwCovlqBmvjGnt0aeTaNdvsnkPCK0NUdposboHH3lZMM2zCjhucZJBkAAAAAAAA1XWWlGDJjQVrhoV+Kj/8pGQrlXfsSi5ftK1y1vyC/mJklALh8kQGa6zr6DGrl9U+rcK2XruH1unojNW6ecpJhl2fUzDCDJAMAAAAAAKBGc1iKUV6HUVSw//vCg3NVZoO8a82Bwq9W5ySnGyQAwFXi5a4a3Nrruo6+EQHask0eQW6t7tbV6qJWa8gzJJIMAAAAAACAGquqDMNsLk5YUbDrU3ktKZPJvPpg4RwyDAC4ZlSSOb6x5+jOvi1i3Mu2+NdzaztNG1DHutJU1XmGC4cZJBkAAAAAAAA1UWUxhslkMmafytv6P2Pafqk0w1h1QGQY2aczjBIA4NprG+d23+DAqCCtRq0yqzS6huN1jcapNTp1ucr6gctcMs8gyQAAAAAAAKhxbGMMW6aS3II9XxYf+1MyW1p4Hz1T8saCzBPn9RIA4F8kIow6YW5PjQqMC3OzXPaNtRRnBNavLMywRhoy1wszSDIAAAAAAABqkCpKMUrO78lfP9NcnCW25xUZv1qVM29rnmW9EwDAf0GrlibF+03s5qMTI5VGU3+MW+OJKo1Oo/mneUZlxRkuFmaQZAAAAAAAANQUdjGGSC/kc7PJULB3TtGBH8UesWXV/vwPF2dn5JskAMB/LTZU+9SooPoRpcUZPtFubR/WBDaQwwy7JMOFizNIMgAAAAAAAGqEylaUMuSn5q1/3ph+SOwqLDa9Mi9jw+EiCQCgGBq1NK6Lz009/HRatVlSaetfp2t8g1rrbs0zKi42Zb2ua4QZJBkAAAAAAACuz7qWlHThilLFZ7bkb3xZ0ueJ7UfOlrzwc3pKNp29AUCJYkO1T4wMahhZWpzhV9e9y0y1h79tcYYLrzRFkgEAAAAAAODiKsYYlhWljPr8XZ8UH/ld3vjzxtwvVuYYWVAKABRMJZmv7+J7S29/N41K8grXdnxO6xcthxm2zTNcL8wgyQAAAAAAAHBlDmMMk74ge+UTpvQDYmN2vvHlPzK2nyiWAADOoGGk7pVJIf5eGrPWW9vpOW1QI00pu8oMMZBcJcwgyQAAAAAAAHBZdjGGpRTDbDYWZeesfMyUdVxs3JdY9MIvGZk09wYAp1IrUPPGjaHhAVqzWqdp+7gusqNclmHbOcOVwgySDAAAAAAAANdkG2PIGYalv3dBeu6Kh025yWLjwp35s//MMEuu0AwWAGoafy/1azeE1I9wE//Nq1vco4sbYFeZYV1sSnL+MIMkAwAAAAAAwAVVjDHEuSEvJXfFNHPBeXHxixU5/7chVwIAOC13rTRzfEi7uh5irKo3Rtv4Rk05FwszSDIAAAAAAABcjeMYIycpZ/nDUnGm3mB69Y/M1QcLJQCAk1OrzE+MDOrbwttyITJe1+YhjdbNYdsMaxtwyQnDDJIMAAAAAAAAl+I4xshOzF3+kLkkJ7/IOGNuxp4E+nsDgOu4pZfvjd39LaOQNtqOM7RarZxk2LXNcN4wgyQDAAAAAADAdTiMMYwFaTlL7zMXpqXmGB7/Li0p3SABAFzLsLbeDw0NFANVZLymzcMiwxB5hl2Y4bzLTGklADKTj1wAABAASURBVAAAAAAAuATbGEPu722JMYqyc1Y8ImKM7ALjY9+mJWcQYwCAC/pzR75GLd0/ONB8dp1e6yW1uEtsFDGG9QARY4gvBXEuvh3kDMM6UD61BAAAAAAAAOdnu/CGnGFYzvVFeaufMuedLioxPf4dMQYAuLJ52/K/XZMtBqqkJYajPxttmErJ3w7ShV8ZToEkAwAAAAAAwOlZ56SspRiWc6M+b92zxswjBqN5+v+lH0/RSwAAlzZnde7CnXmW0dEfDUkrbGMMh2GGs0QaJBkAAAAAAADOzS7GKA8zjHkbXjKk7BDjWb+l76bFNwDUDLP/zFx/uMAy2veh/szGimUZMuvxThFmkGQAAAAAAAC4ApsMw6Jg33f65HVi+zt/Z609VCQBAGoGs6R66deMfYlFktkk7XnbkHXKYDA4DDNsg3BJ2UgyAAAAAAAAnFjFLt+CIW1/8f5vxZY/tub+uSNfAgDUJHqj9Mz/pZ/LMqhMetOOV40lBQ6XmXKiMIMkAwAAAAAAwFnZLQ8iF2QYC9Pz1j0vNhxPKfl4SbYEAKh58orNz81N1xtM6qLzxj3vWcsy5DzDNsZgdSkAAAAAAABcKxW7fFsYDblrnzMXZ+UWmWb8lG4wSQCAmul4iv6DxZY8W31+szFhsVN3/ybJAAAAAAAAcGLmCxXu+8aUcUhsf+nX9PPZRgkAUIP9uSN/1f7SNQYPf23IPFZFZYZMsWEGSQYAAAAAAIDzcdgeQ5+yq/jgD2LL/63P3X6iWAIA1HhvzM88naFXmw2q3W8ai/PkMKNitwyFrzGlUvjjAwAAAAAAgB2H60qJ+amchbeaizL3JxU/9PV5s6SScCEPv4CAyBhPX3+VWq0vLMhNO5+dkmw2sQIXABcXG6L94PYwDze1qVYfdfO7tFqtTqfTlFOr1SqV+H/RUvYgBtZzRdFKAAAAAAAAcEK2P6QVSUbhvjkixijSm176LZ0Yw46Yoms1ZFyj7gM0Wk1UrdCQEH+jyZSelnN0/4HVX72bfTZJAgDXlZBm+GJlzr0DA9RnVpii+hiDGllzCzm0EBfFV4kCAwwrVpcCAAAAAABwJnYLmssxhiEnseTYPLHluzW5qTkUGdhTqTX+kdEizzCZzEnJ53fuOnroUIJarYrv0+2WV95tM+IGCQBc2rytuSdSSiyjA58YjQbBUsx3YbcM6xpTClzJSfP8889LAAAAAAAAcCq21RjiPG/ts+bC1MQ0/avzMlhKvCLxNCXs2JCbds4nOMzDx0+lUonpu5yc/ILCopjaEdENGmVm5qSePCIBgIsyS6rDZ0qGtPFW63PMWl+zXz1VBZJNlYaksDWmSDIAAAAAAACchl2LbznJKD6xUH98gdg+46e089kUZFQq+1zyia1rNTo3v9BIrZub2FJcrM/Ozo+ODg2p2/jErh0FWekSALio9DxTkI+mUS03KfOgKaq3SuNhF2PIS05JiuyWwepSAAAAAAAAzuefKKMkt3D352LL4t35B5L1EqpkNhp2//XTX68/ZTQY5C2FhcV7950QeUZsx54SALi0L5aL/+2MKlOxdGiOsZSpnO3qUjJFrTFFx28AAAAAAADnYFuQIQ/E3FPRwZ8kfW5esenjpVkSqqekIFdfUqzRls2Miak8cTqp9ZQ0GnFBumZu7eV3Q3e/Kg7IKTRlFxjTc02p2YZDZ0oWbM8zmf+z30Q3jda9e2u4GCzdnf/a/Ex5Y1SQZs69kWKw5VjR0z+m2V2lcS2dj6d62/Fi6WqrH6Ed3tancbSbv6fa30udX2xOzjCI0+YjhWsPFUkop9NKozr4/Lwx75KuFeSj7ljfY9GuAukKzLk3PCpI9+HirN+2XNq949+UV2z+aGn2k6OCNOc3GHNHGv3i1KWslRly629JYQUZEkkGAAAAAACA07GuK2Uqzik+Nl9s+XFdbm4h/THsmd08VG4ektko5efabvf0D/Tw8rY72CQm8ALDTGlnpf+On6danGKCxdC9fyvv4e297/vifJEzVNp4uqlu7+M3vJ3PJ0uzr26SEROsffq6oAaRbrYbA7RSgLemeYz7oFbeJ8+XfLUqZ8Nh8gypbZzbtGFB4rW4lCTDPLKDz629/HcnFF9hkrHzZLFIMtrX8yDJULhlewvGd/GpE+4mHf/V2PIh2yRDjjEEMbY9lxSAJAMAAAAAAMAJ2HXIkFcCKTz8m2Qsyis2zd/G1KE9tUbX/sEXdickiGfKlHjMuGW5ZC5rIlK3k4OFpIpKSkyeXtK/4tDp4l2nSipu9/dSh/hqmtd283SzrAkfF+r22PCgF3/LkBSvb3OvUR18pautZxPPR0cEys+GVPq8pWQZ0/KMXm7qMD91y1h3nVZdJ8xt5riQd/7OWLD9iibiXcCjI4LC/LVZ+ZdQVxQVpL1/UKB0NWw5XjSsnU/zaJ1OK+kNEpTsu7W5M8YGq1M3G/JOm/xrG41GOc8Q3yxyeqGcAMOKJAMAAAAAAMCZWMMMY0m+/vg8seW3TXmFJRRk2BPPUN2w8Aj/gAOnT58ym7XB4cY9G8zJJ/zCIhrFD7A7+ExmplFkRcVXf1kkhw4kl3y+Iruyvb4eqnsHBvRraaka6dnM6+vVOUnpSpkYTs0xPvlDqhhk5l/DZbhkHeu5i8lWebwnoeiz5TkHT18Q/9QK1Dw4OKBdPU8xfmBwoN4oXWFVAa7E1uNFeoPJy0PToZ4HJTIKt/pgwS3pfjHBOtWp343N75MzDDnGkCmwLIOO3wAAAAAAAEpnV5Ah12RY1pXS5xfpTb9tzpVQgXiO0hKOe7m7t6tTp1ujxiHhkZ7xQ2KH3zDwoRfdLqy9EM/nkbNnxPFStiKqH3KLzK/NyziRUjZrP7j1v1QpUh0lBmnb8WJxOn7u2oYrAV7qJ68rizHWHSp8+JtUuxhDsuRPIlZJ237CMmkuZlpFquHvxWznf0ZvkPYlW16jjvU8JCid6vu1li8OzflNpvxzxnLmC0lKwmcbAAAAAADAafzT69tQpD/yqxjP25qXV0xBhmMHli+Qf00cGRDQq2mzEe3ad+nRX6PT2R1WUFKSVVBgzkqVipXyi36zpFp/uFAex4W5STXPPQMD/DwtU5cHkouf/zlNTLw6PEw8Uc/NTcvIsxSI6LTqUR28Jfx3NpaWYrSp4y5B8ZbvzT+XpVdJJnXCfDnGMNmwJhm25/8tVpcCAAAAAABQNNuCDDGQ55iKj/9tLsnRG0w/baQgo1KnD+7KTTvnFxpZ9WG7E05Z5vBOn5KUJD23rKuHp87xAbEh2tEdfWJDtVHBWneNKjnTmJSmX7a3cOtxBwv7zJ0WGeSj2XikcMZP6VGBmonxfi1qu4X5aTLyTcnphr935K8+WFBZWmArKkgz517L87nlWNHTP4qAQZrQ1XdKX3/rASKBECcxeOyb8zsTLL/QH9zG65FhQWKQmKa/7aMUqRq83FXdG5f9rv/jpVlVP7AivfTLptw7+gWczTTotA6OVEnmoW192sS5x4ZpIwN1GbnGpHTDiRT9D+tzCiqkgCM7eMt9I2798Jw4rHWcW5eGns1j3GJDdeL2T6UaxNO7bE++yVx2R3VCtZ/dFSEGx1NK7vz0vMNHKK7+9i1hYiA//7a7LulF/O3RWiLdEff++vyMW3v7d23gGeavSUjTiyc2vpGnl4dGPizAW7NsRrQY7E0omvZNmlSJxrV0798ebr3YrZGnfK3v1+Z8tSrH9sjIAM11HX3qhosnQeOmVYk3TFKaYcW+gi0VWrtvPlYoXv2oIJ14n5zOsF9/TH4Trj5Q8OKvGb6eqkGtvMWbsFmMu/gfTTyxx87qF2zPO5PpeNWy+hHawa19ooO14k8O9dOU6M0p2cbTGfr9yfqFO/PEewCXSqSAP6zLfXhYkCZlrT5utEkTJv4XFHmGbd9vRXXLIMkAAAAAAABwDrZLS+mPWTpk/LUzP6eAgoxKiRm4HfN/7H7zAxptpZNg+5KSzmaJuXLJo0VHfzftuT1bJGVoGl2WYJxKc7CO0/WdfW7p7e9uM3HfMFLTMNKtT3Ov37bkfbYs22ByfLMDW3k9MCTQesVwf3W4v7ZdXY/rEr2n/196vjLqe/o089JpLQUZR8+WHEi++Cz1H1vzVu4vTM1xMAnesZ67mFuPDv4nDooMFHmGtmN9jz7NPV7+PXNf0oWLVpn/+femnr439fgnpKkT5iZOvZt5dW7gMfOXsoXITqYaxINsEOlWL9xNzLMnO+po0r9F2fpgy/ZcUPRz2S/iw8ODRAwgjxtHuRsrOezKebur7h4Y0K+5l1bzz4NsVEvTqJZ7v5beInj4cEmWbXNvkV6IdEEkGZ3qe4o/we7Wyn7WbxbvOs1bN4VGBPzzqQz01raJ8xje3vuhr88fs1+4zPzQkMBh7XxsN3noJD8vjXjaezUTT6P3w9+knsu6Zs+C61q8u+CmHn4hfpLqzApjvevlpt/yV4xttwxJGUgyAAAAAAAAlMuuIKOs13fmEXPBOXHx1015Eqp07tCeXX/+X+th4zVa+9IGvcFw6OyZI2fPinGor2/7uvXc27bbKEnJe7dK//VSKm1iLTPm8njxrny7vfcPChjZwTKxqzeY5m/PP5lSkltkrhWk7dPUq0EttzGdfONCdU987+DH+GKWXMzCi6nJY+dK1h8qPJdt7FzfI76Jp0atal7b45VJIQ98lSpdopX7C46llHSs5zG6k6+4OH9b3oYjlnWxjqVc/u/kW9QuW1BrX1K1erCXGCSHMUb9cN0L44LlUETMsG8+WrQ/uURs7NLIIy7ULcxfN/um0Bd+SV9v2566fNr2ngH+Het7GozmPYnFian6iEBt8xh3Hw/LTfVo4tWzSeHqg2XLfy3fmy+m1MVgQAuvLy+sZhDUKnOv5pae5PnFxrWH/il8uewXUcQwTaIuWHBs/eHCr1eWaLSqJ0cGBXhr8opML/1mqfzIKahqcj8x3fDkD6nB3prHRloqZvYmFX+/1vLgz2T8EyQ8MjxQ/LFiIJ6HLUeLdiYUFxSbOtRz79bIUzyrw9v5NIjQ3ffleduimZ0ni0WSIZ7hikmGPCUu/sb3bw8V0YV4RQ6f1ecVmsSfUz9CJ96WHjr1EyODpn5yQWnLlL7+coxRpDetOVAgrnI+2yiykKbR7r2beYpridfxiRFBVVSfoDIiA/t7Z8FNPf005zfo64yxLi1lW5Mhf/UoIdUgyQAAAAAAAHAO1nml4lPLxcWj54rPZhklXMyRdUvPHz/U+87HPXz85C0ms/nE+ZT9SUkGk2WqNzYktG2dOurSSbpuN9y18SdN4o6N0r/Ox10VG6qNDdW1inXv2bTsV/Ar9hUcOnNBJNAgUifPgKfmGB7/Li3Jpgjgj615T44I6tnMq11dj34tvJbttW/7EeyrEe+fz5Zn/7QhR559XrqnoGm07pnRwWH+WjE1PLiN18Kdl9YsJCXbKE4R/mXTjMnphm0XLjokZsDFjLkYFFa74CNJ3mgGAAAQAElEQVTEt+zWTp6//DjETaN6enSQHGN8tzb7+7W5+tKPy+oDhV+tyn5gsOVn/mq1Sgy2nzhbcXkiEWMcOl0889cMMW8ubxG39NiIwL4tLMUQozv5WJOMJbsLpvQNEK9XH0dJRpeGnt7ulnWfVu4rtK5JdSUvYrMYSxeKXzblivvNKTS2qeOx82RRWulaZCUGyzMsUodtxy+eABUUWw6LCipbk0rEHnbXGtDKS44xEtP0s35Pt/Z4X7y7oHFU/gvXB4u3U+Mo93FdfOdu/Ce02HK8SDyxzaPddFpJ76grvJz6vLcwc962PGsE0jjK7Y0bQzzd1HXC3NrXc7c+EpFYjOloeaIKS0wPfZ163CYe+2Nr/sIdbm/cZFm2q0Wsh6+nKreQArVLtnxfvkgy1EXnzdnHTEGN7MIMqfR7RyFlGSQZAAAAAAAATsC6rpTJZDQkrZRKJ0YlVIOYhss+l/zHi9PUweEetWJVfoF6s8qQl2NOPa1y91C1jq8bFqYun6pTqdWdx0/1C43Yt/h36ZoZ3clXrmCo2rbjhR8tybLb+MgwSxcH8WZ468/MpAvXMhITx6/Nz2gR6x7ko7mzv9/GI4UVV4tae6jwpw25tj+iP5Cs/3RZ9jNjgi0PrKPPpSYZF5WeZ0rPq1ZphVWwr1oeZOZd/pJBd/T3qx1iKcTZcqzo61UXtJMRicLbf2eJ8KZjfQ8xHX9Hv4B3F9o/zyaT+X9/ZVljDMFgksS1ejXz0qhVDSN1pQtQWZ7GnCLzthNFnRt4RgRoRURx9OwFqUi/8qWlRABg3XiFL+LyvfkfL82Wx0v3XJM29aF+6vsGlK2s9eofGccvXPHp0OmSGT+lfTjF0mZjcnc/kbellbd12Xq8qKDI6OWh6VDPY8PhIoc3vu5Q4bxt+bZvQnGDf27Pv76L5UPRNOqfJKNPc085ixJ7j1eo8tmZULLjZFHbOpaWKrWDdfuTSyRcotMZxqNnShrUctOc32j0r6/RaOzCDLkaQyr9j1T6T6klAAAAAAAAKJLDpaUMKTulkhwxWLn/msxguiyT0ZR6pmD3xvy1f5es+8u0a6359AnTiQPm3ev3lnb8th4o5u+a9RnefOB1ao1G+i+IF3dfUvErv6c/+UN6Zv4FU/nRQdr6EZaftB87p3f4u/sSg5jmtrwxAr21Hep72O01GM1frcypeK1VBwoS0yzTxHXC3EL9/pu/2pZbeeuIQv3lJxkDyiOEr1dlOzzgi5VZ8ierX+nqT3Z2JRRXnDovLDEnpVs2iul1D90/E7tLy1MKa24h83JXdWpgufHTGfqDp8vm2a/wRRT+3nnNP/t9m3vLLcS3HCs8ctZBZYzYuP6w5WF4uqvlOhWZSGL2lbY26VjPo7Ib/2VTbsWNh8+WPT9+nv88sb9uyn/wq/PvLcycv83xSnpnMssiFk93pbRzcDorDlheR5FklDb8Nsoxht3qUjLzf7rsHjUZAAAAAAAASmc7qVSSuEps2ZdYnJpDh9urwHR8/zmT6WRwSL3wcOuPjjVaTYv+o9w8PHcu+D+z6eo/z2k5hhSbH/uLu20QoZN/e56crp/+Y9rpTMfrhlnXAkrPM7av5+7wGGP5bGNkgH0mIaZ9kxy1pBYP4dDpYrmCoXEtncOeE/+m7AJTWGk9QID3ZcYqOo0kT8QXG8wOJ+KF4+cMyRmGmGCdODLAS511YVcJ22oMWwXlFRI6rapIXzZee6ggvzjA213Ts4nnR0v+CU56N/OSU5mlNgUZV/giiknm/UmXVuNyGQK8y34BX0Whw9qDRd0aWZKbqMALHuS240Ud63u0qeNe2RWt8YOtguKy519r0wK9xGgWD6DiYwjz19QLt6zD1qE8L9FpSDIu07I9BXf09VcbclUZ+0yhrUWYYa3MUFTfb5IMAAAAAAAA5bL+BrYsxzDqjafXiosrKMi4ekwnD+1c+Ivv6BvD/QPkLRERwSHB/kFBY70CQtbOefeqz+GtOVj44ZILCgUiAtTPjA5uHOUeHaz73y1hz81Nt/6E31ZUUFnf8s4NPDs38Kz6XiID7Kf+cgoqjSjOlU/cB/n89zUZ1koUf6/LXFEmsPyvSMkyVHHY2UyjSDLEIDpYm1VwwROemuP4ikZj2UdSq1aVLjBlYTKrVu4rHNbOJ8RP26K2297EspvqU9q23Wgy/73zn7btV/giFupNhmsfYvp7lj3z5yp/ApPTyyKiiMALHuS6w4V3D/AXf2adUO3JVPurG4zmjDyj7dJSMn15LOQwkgjyVvdq5lUvQlc7WBcbopFjKlvKaOXglMTHTUTjLWI9NKmbjMEtratLmS8k/dcLTLG6FAAAAAAAgBLZZxil9Kl7JKNl6fn1h4okXCUqyWw8sG3bknlFJWUT0GfPpmdn59erG9V18OD+9zzt7nXxnhZX6FyW6YGvzu8t/a29yBJmTQgO93eQKIQHXELMYP1ZvVVOYaVT4NZuyd4e//2E4bHyhYbqhOqqeZWYYK1K+mfpG2+3sinX7Pyq6kvSc8vm2QMqRCYFJZe2kI61DUbf5mULTAX5qFvGWlaR2pNYnGGzStgVvojFl98E/RJ4lb8NMiov0LHWFfl5XvAgz2cbE0oXK+vkKKcpfWIvYUK8QaTuhXFB3z8Qcc/AgIGtvJtEu8kxht5g2pdUfPI8vTGugo1HLV8omoydtjGGNcyQLvw+kv4j1GQAAAAAAAAo2gVNMs7vkUrX3M/IZ2mpqyxn84pdYZGdew6QSp/thMRzYro1IiKo64C+/hFRSz+YlZNyRrqWTGbVC3PTP70zXCQZfl6aF8cH3/P5ebtf3+eVRxGfLM36eVPepd5FFfUWEeXT63mF//1ba/Oxwknd/cSgihWKbHm5qz69I0xvMB88XTL7rywxw346o2yS3b/K9amspRt2S0tdBnHX4oMZFaSLb+z59t+ZYrJ+YCsv+Tfsy/fk2x55hS/ivyM1uyzjCaq8b4q1MXvFhGzHieK4ULd29dz/b0OudAVEnvfWjSFydFGkNx09U3Iy1SDSi+Mp+qNn9XqjNG1IQJ0wNwlXZk+CJUNVG/KlgjMm35iKNRlKWF2KmgwAAAAAAACls04nmTIOSOWzTri6xFRd0pLf8jMzrFsSEs4ln04NCPBp36nVkIefj2zcSrrGxHz6rN/KHkDdcLdbevvZHZCUUTa/XDesusUKtkL9Kv1Zc1j5hHVa3n/cJEMq7c0g11KIYKB5zMXnqfs089Jp1WK+OyZEd750Cr6kbAkjKTygql9yWwtfMvOvwl8tl2UEeGva1rE0b+hdurRUQZFxxf5C28Ou8EX8d1gfZKR/pU9gVGDZ46+YA205bvmNf/NoN92V/ZD+jn7+coyx+kDBdW+emfZN2rsLsxZsLziQbIkxBB9P5revgsNnSsQbVQzUWYfkagy7MEMq/xqS/ju80gAAAAAAAIpjO3P0T4xh1BszDontuxNYUOWaMJYULZr9TG5ainXLmTNpScmp7u66lq2aDLzrkUY9B6vU17aNxO6E4uV7y37Cf31n3/rhF0x2J5wvW1qoYwMP90rmiIe29X55YvDjIwIqdpMO9rX0Sa54FTHd3LK25WCjybw3UQk5mWpleSeYaUMC1aqq5k99PVST4suW/1q0q8BcvnKR3FbaXauqrKt2rUCN3CQjt8h0OqOqdhrVtGhnvngCxSC+sWd0kFZkUWK84UhRyYW3fYUvYhUuY5q5sqnp5PLO8B3qe1R23S4Ny3YdPWv/P5J4G4uZcREvWTtyXwatWupaehfiWRUBht7RSxQXUvZ+pk3GlRCfmn2lbdXV2YdtMwx5IF24qNR/lWeQZAAAAAAAAChdWbfvjMMqk2UOdMcJmmRcK/qigo0/flqc/8+aP2fPpiUkpLi5aZu1aNBz4q0dxt7q4eMvXUsfLsmWW3Nr1KpHRwTaTlCfTDXIs8b+XprxXf0qXtfTTXVLL9+O9T0HtPLJyHWwYtKYTt4VNw5p7S2vwrQ/qdjaMOOS6A3l7ZqvUtDz+YrszHzL1HVsmO7ZsSGVhxnmF8YFh5XWDRiM5nnb/nnhrIHQ+K6O25xM6u6nLe0uvfFwwVWZCc/IN+06ZcmBxBR/n/JuGYt35dsdduUvYmUMpd3I1epL+FtKyl84uyvtSSiWe303i3FvFu2gLCbUz9KCWx6v3Fdgt1ekDjtLA9dujS7S0rwKGrXI2CzT1waTlO1o+a9Wse6x5XUtGua5r4z81tXmHrE2ybDLM/7bggyJJAMAAAAAAEDJbGsyDKl7xZYzGQaaZFxTGYnHt/76te2WlPMZx46f0Wo1jRvHth84pP8Dz+q8vKVrRkzafrYiWx7Xj3CbcOFk9/uLMuXB2E7e/Vt62e4K8la/dkNIoLdlWn9vQtGJ8w56Q/dq5j2kzQXXigvVTuxWNtf/w/rL7GpQqC97T4b42kcZwT7q9vXcxcnhhHhlivTSZ8tz5HF8Y89XJoVWrCbp3tjj87vCW8ZafrYvPiBv/51pO9+9YHvB0TOWyfQ2cR7Xd/Gxu27PJp59m1km2fUG029brlqzimV7LXP6oX7akR0s75CULMNORxVUV/giVqZYb5lr9nFXuVd7TafC8sbmwRe+cHqjSNSy5PFDQwNEbmG7V9zFkyOD5Rxo3aHCNEdxy9ZjlsC1Tdwl1JTYKTZISemWP99dq7J7loSO9d2fGRNovejhxkT3FdmTWFqTUZKpKs60a5IhKQMdvwEAAAAAABTKbkEPU/o+yTLfRJOMa+70/h1H1i1pGD/AuiUrK3f/gZONGtauVzfK3d1t2OOv7Zj/Q8KODdK1sXBnwaBW3s1iLLPAk3v6rdxfkJJd1shhf7J+4c68wW18vDw0T4wMGtHOZ+vxojOZhh5NPDrW95QnlzPzDW8uyHR4y25a1cPDgga09Fp/pEjMs8eFuo3p7O3tbpnFXrQ7f9vxy3x3nS9/eCPb+4i7EKdFu/L3ls6Ndmzg8ciwIDFITNPf9lFK9W9zye6CAC/1lD7+arWqXV2PT+7wOHau5HS6ITXXWCdU2yDSzc/rn8n3//2VuWiXfWXAe4szZ98UJp6TO/sFNIt233mqSDzOYB9N4yi3Qa3LsqgPFmcfO3cVlpaSrT5Q8MDgAE83tX/pY1t5YYcMqyt8ESsjEoW64ZaajP/dErYnoVinUb23KKvqq+QXm/OLjeIN0DDS7fnrg9NzjYnp+nlbLXUkGw4XrT9c0K2RV50wt0+mhv+2Oe9stkFvMEcFaYe19ZEbkCSk6l+fn+HwlrccLxL/a4X5a8WLdTL1Mp/hP7fn3T3AElc8Njywc32PXQlFmXnib3Tr1MC9Ua0LMhJfD9aXuiKHT1sWBBNvSFXWfrNXT7swwzbV+K+6f5NkAAAAAAAAKFHFVhmm7BOSoyXpcdWZTabdf/0cEtcwKDru/9m7Eyi5yjrv489daq/qpXpNL9lDOmQjCUkgQBISFgERQRZZBRFER2eUceR1GUeZwXdeM+2xYQAAEABJREFU1PE9uIy7I+4guCCIigICAmEJhEAISQhJOiTpfa19mafqVt/crqXThHT6duf7OX0qT91auqq6O3XO86v//28eHBgIP7/xtUDA6/W43H7/yZff6C2r3PLI/WJs3P7bru/cVO/SFfn1L+8KfuLH7eZFX/l9z57OxHVryxy6Oq/JOW94rcOre6Nfuq97b3eREdZ94dRfXhq8cEVgwVS3/LJe9Kun+r/1557DbrK0fX98f0+ivkKXu/DnL8sUQOzuSBhJxttx15MDOw7E37em7PimzLb17Hqn/Mq7ziut0W//uUdmA4U3f6U1/uHvtX3u4mBTlePUFo/8sl4q921v+3XX09uPZDQYS4jHtoTOWpwrAZFxRalrHvYPcQSPvxpakR1rIWMJ+SUjikMmGdJTr0XWL8zkOsbrs2F72EgypC/c3XntmsSlqwIyNLr29Pymahu2R/79nk6zqiOPDI12dcRlVLZyjmdn+2HW+tzz9MBpLR75uyrjmTXzvWvmD6vM2NIa+8MLAzdnczL5jWQuI3C40kLZ0Z5Y2Kxpg3sSQw2mSlVmyLNHP88gyQAAAAAAALCXwj2jzKZSIiKimU3JPZ1H7PPjGEEyEX/sR3ecc/N/OD0HN0/l1l5ne1d7Kul0e+RG3uLzLgn397zx3BNiDMhd7J8/1mdsH58w3XX2Yu8fXzxYcyC3+J/eFrlguX9qtaMxqAXc6u7OxI798b++NLhxxIHw3/hj78utsWtWl8kbxhLptt6ETALueXpQBgZvZ1ZEIiVuvrP96tPKWhodxhhtGcCII+G516PPvd7eFNTXL/TMqHXWV2jN1Y5QNNnaldzXFd+wI/pIiboHw+tt8Ru+c+DyVWVzGxwNQb2+XOuPpPd1J57YGv7DxkG5Fkfanzblkgy5zz5yFHHYP8RSHtgY0lQZSHhn1TkqfJr8+fpdykD0EM/xK7/vbutLLp7mmlnncDuGTdlIpZUfPNK3YUfknCU++SOQX06H0tGf3LpXRgihF3cdIgR6/vWoDBiWzXL94u+HmWTI38mP/aj9nUv95y71VQe0cq+qqUo4mtrZHv/1hoGHXw45NOXGMyr8bnXVXPcdD4o4/zu+DXu7ZJLhUiIHzBgjb0LGuAQYJsU+ja4AAAAAAAAgLNUYqSGJRCJ24IXo45+Sx6+8Y5/ZaAhjbfaqdSdeeI15NtLf/9dvfTEWCrWcfm7L6rPlkf6Otvv/3yeF7d318SlBv9YXTl305TcFABS4/BT/9esqEq760JL/cGY5svQsTdPULCPMOPqRBoNQAAAAAAAAbC1Xk9HfKjK9a9LEGEfTjqce2btlk3l2yyP397Xtiwz0vvb4n+OxzAfSfcFqzeUWADDB7e3KlLSo0fbcm46lIKNwcfSRZAAAAAAAANhR/v5RuEOevtkdFziK5Gbec/feGYvk2jrVTJ+jqJn9tEBVjaplRjqrquogyQAw8bV2ZmJyVSRFpLNw0Lco6Hx4lDEnAwAAAAAAwHbMGMM8mwpnBj7v7aIg42gL9XQ88eP/Pv2Gf5brxgVL197wyehgX+P8pZqW2ViLRcKRvkMPVQYAm9vTlUvK1ciBlK82XcB65aM/M4OaDAAAAAAAABspOu47I9wpMuO+qckYBwdee+nVv/1RZFvD181umbp4habnPh+896XnBABMfPGEaOvNNpiKtAnru8/4dZSyIskAAAAAAACwu2ySYdRkJATGw8bf/ezFB+9JJoYlSbtf2LDhVz8QADAptGbfYpRIW15doLAEG2Kc0F0KAAAAAADAjvI+DCuTDEWI7oGUwHhQFGXLX+7b8dTDyy58X/3sebFw6MX772rd/KyYIC796j4BACPqHsiOyoj3JUZsLTUuSDIAAAAAAADsLp2IKqlMNUA0RpIxnmKDA0/+5BsCACajaDybWCSjhTGGdW7TUZ6QYaC7FAAAAAAAgK1l9o9SMWMdobkUAGBsRBOZuEJNx/MCjMIwQxx1JBkAAAAAAAA2dXAvKRExjuQ+MAsAwJEWzU4CUoay86LTMsQ4obsUAAAAAACA7eTPWTWTjATdpQAAYyIaz77FDHWXEsXCjPFCkgEAAAAAAGB72SEZUiRGTQYAYExEst2ljJqMwjBjfPMMuksBAAAAAADYS5HPwCajxr90lwIAjJFoNixX0rHRjMQ4ysEGNRkAAAAAAAC2lvkcbCpprJMEGQCAsRHLvseY7zg2qcYwUJMBAAAAAABgX7mNJNVhnPU4FAEAwBhwOzJ5QVp1ioKSi3EPM0gyAAAAAAAAbE9zGf96XCQZAIAx4XFm/1Fd9mkqZSLJAAAAAAAAsKmDG0aasb2U+8AsAABHnCf7FpNSncJ+ePMDAAAAAACwO2WoJsPtEAAAjIVc2Z/mNo/Yp8cUE78BAAAAAABsbyjJcFGTAQAYG7k5GUPvOJKiDGtpmHf2aCLJAAAAAAAAsClzz0gxu0s5mZMBABgTxpyMlOIS9kOMDwAAAAAAYHdpoaZ1r8g0MSfJAACMCbczmxeozhFqL8arLIMkAwAAAAAAwO7kzpHiqZGLoF8TAACMgSpf5i0m5SgT9kOSAQAAAAAAYF/mp1/Trip52hikVTgAYEw0VWXeYlLuWmFtbzhEjCve/AAAAAAAAGzN2D9SvJmajAaSDADAGKjwqh5XpvIh4aw2jtghwDBRkwEAAAAAADABKO5MkkFNBgBgLJjvL0lXzWgCjKMccvDmBwAAAAAAYC9yeyidTud19hCezIdk68p1hy7iCQHA9IVLq06Z65GLG761f2f7aP887rulweNU9/ckrvrafjHGzlzkfWl3ZH9PSoyHo/lMMXE1ZZOMlOZLa5m/JsVC2KA+g5oMAAAAAAAA27HGGMZCDUw1Fo2VfDIVmDAaKrUvX11zywVBj4OdWNiaUZMRd2ZmMuXlFnboMcXfDwAAAAAAgE0NyzP8zULRBA2mgAnl2tPLT5juEoDtGW8uKVdtXh1GYaQxLsEGSQYAAAAAAICt5faMFDWdHZUxu94hAAA4omZPyby5JJzVhe2k8tpMifFAkgEAAAAAAGBT+Q3Ky2bI9aKpbgEAwJET9KmNwUySEfc0KQWEDZBkAAAAAAAA2FHhh2GVqgXybEuTU2NHBwBw5Cwa6oEWD8wVBTm6HcIM+ioCAAAAAADY17A8I7ggLYRLV+Y1OjfviQmgwCUn+z94RoVcXHnHvuqAeuVp5fObHf3h9O6OxO+eHXhqW+T3tzS4ner+nsRVX9tfePP1Cz2fendm3u9PH+v74SN9xsHmKv2HH66Xi6892P3bZwbl2dMXeBZNdc+d4ugNp95oj2/aFX3g+cGBaNp6Vxcs9330HZVycd039+/pTJww3XnycZ4Fzc5pNY593Yk32hPP7Ig8tGkwlS6+Q7p+gWfZTFd9hV5Xrgf9al84LR9za1diw/bIo6+E5B9EqVcg4FauXVs+t8Ehv1FfKLWnM75lb+zupwZCwx/eIa2a614zz9Nc7Wiq1KLJ9N7OzGO++6n+vV3JUd7DFy+vXjH7YAXVd2/KvIbJVPrs2/Zar+Z1KRevDBgPuMKX+dG0diblS3rvhv4RnuaUCu3CFf6ZdfL11Jy60tqZ2NOR+Ovm0IYdUQG8dQubM0lGzN0kNHdhQYYd8gySDAAAAAAAABuRW0XpdDrvSG7/yNeQdpYrsd6FU0kycAiNldqt7612OzL1Oz6XkJFAdmf8cKQtK5kufOHSKuNuJY9Llfd80hzPeUt9H/pe27C0IH3w32vWBK5ZXW5eMqPWKb9On+89aY771l915X07GUXcdnn18U3DpmRXBeSXNr/ZdfZi3zuX+T798454oshDnRLUP39pldEkJ/PwnGpdhX7iLPnw/Lf8pH1ne7HbFHDq4p/OrZTfyDziFaLSpy+YKpMe7x1/6PnzppA4Qi45yX/5qWVlnoNlVtNrnNNrxKktntXz3Lf9uru9Lz848bmUD51dccYCr64d3Fae26DNbXCdsch333MD3/xTT3xUTxQ4aNE0pzyN+mYrxZhXs4br4ugiyQAAAAAAALAd62DVYdtJlfPFgb8vmur++RMDAijt6tVlZt4g9YWSz78eGeEz/iMwb7NqrmfxNJfcQH+lNbq7IyF/Hxc0O43YQJ5+YF253OUvvNmHzypfMduTSKY37Y7ubo/XV+oLml1+d+axrZ7nXTMv/OiWsPXbmTFG92DiLy+Fd7bF+yOppqB+8lyP8bHxJdPdV51aZpaMWH3moiqXrnT0JR55Jfzq3tgJM1zyW8icIOjXbr+6+vpvHuiLHKIyQ1XSd1xXN7veaTyA+54N7WqP65qYUqFftNJf5tVuuSBYHVBH8wf4/Yd77t2gXbYqIB+wPPvV+7sP9CasMeW7l/s+eGaFsX55T/S516O7O+PyFT61xZ0NTtzf+WDdjd/e396Xst7tP59fKZ+UXMiXdMO2yMZd0VA0tXyW65S5Hoeunr/MP6fe8ZEftB3ezxrHpjK3IsNFuYj759izIEOQZAAAAAAAANhZ/kZSMJNkzG9yKELuiLJTiZIWTnO3dsZ/+HDf8zsjs+scZT6tVB+n0Vs2090bSn7ulx0vt8bNg+cv8/7TuUG5OGux97t/6Q3H8qMCGWO8ujd66z1dbb258gJdFf/yrsr1CzNFDzIesCYZZyz0GjHGrrb4R37YZr23u54ceP/asitOKxPZ1k9FkwwZY2xpjX36F+394cwNZZ5x56N9/3pxlYxAZDbwgfXl/3V/jxjRe04KGDHGC29E/+2ujkFLlckfNw1+8fJqueF7zeqyR14O7+s5RJupHfsTMm44a6i245U9UWtRiMxm5OORi8Fo8r9+3/PoK7kXQd7znY+qX7i0Sr4OAbf6T+dWfvYXneat5ItsxBi7O+K3/boz+y2yj+3FUEvj4BcuqaoKaC2NrktPDsiXSwCjs2BargQq5p+jl67JGN8wg/lQAAAAAAAA9pX/qdjs0G+vWzthmksApSWS6c/+slOGBP2R9MZdMXOj/G36yWP91hhDuu+5kAwq5MLtUGfXOwpvkkqlv3p/jxljZB5bSvz/B3qSqUxIcNwUh7V/1boFXmPxnb/0FIYid/6tLxzLFChMqSz++WyZCnzm57kYw9A1kPrivZ3y1TDu3OMcaSu20qdek01KZGAjbzU4fLRGe1/qP3/bJZ+OQ1c/dl6leBtkEvm5i4NG0cwvnujP++l0D6Y+8eP27sFMSnHSHI+MbYzjNWXqR87KNen6z990mTGG4dW9sX/9ZYexvvq0suoAG78YrZPnZH7HYu5mY0iGqqpKiTxjHIsz+IUGAAAAAACwqbyCjMzukq8h7amTB9ct9AmgtJf3xFo7j/C0hEgs9dtnigzb2L4/l21Y5z2YXtgV3XEgnndQphR7OjMHZSrgdhzcGJX5wS0/bf/OQz1Pb48U3pWMQNqylRDZDKBIn6j7ng0V9o+SCUR2SLhwO9WVlhHchU5r8Xhcmafw182hrsFU4dBWSboAABAASURBVBVkePDavsyImmUz3WXuw9/PndvgnFmXqfyQkck9Tw0WXiGWEL98IvdSv3Np7o99/QKfTDHlYsP28Gv74oW3kgef2Jp5pvJZrOe/CIyOroq1x2cSxEjZgmFvN/YIMEwkGQAAAAAAAPZSuGFk/VRsesoaeWTNPLfOvg5KMzbcj6yO/mTRFlWD0dymv0Mrcqm1GsPKHA/u0A/eaiCafu71aLYzkmXIsEhPq9bPWOj9xPmVtRWacdCpFfkDeHRL8Vncr+zNvRoLp45UzGSWeoSj6RNnuYp+9Q0VfDRUOcThqvTlnsX2fbFYsvjojr9uzhVq1FfkHlWFL/eUX24t+cN9bEsuAWqs1AQwCivnuI0AL1y5wpphqFl5eYZxk3FJNZiTAQAAAAAAYEdKwbjv3HZSwxrx+l1et3bSHPfjWyMCKKYnlBJHWmd/8ftMDEUVWrHN8/a+4qUhyaEdfF1VCgssptfop7R4ZtY4mqv15irdURjcKUUCgF1txb9X29BMi6B/pACwIZjbLL3itLIrxCHIqODVveLwlA9lEm19JYdtdA2mQpGk/EuvyyQZ8skq5UMlL/t7SlbbtHbmajXqK9n4xagYLd0i7mlJR6UzG10UdpcS4z0kQ5BkAAAAAAAATAgHt5Q81amyOWrftnULvSQZKCUSP/JJRih2OPcZiqXf0vXXHu+54ETfwmn5baAGo8nNu2MtDc5yX/Fqg3A0Vaq+oWMgFxiMvBtbU/YW6hiC/sMvevA6c5lE18BIL2nHQGqqW3PpisephmNpr3voVqXzjwNDFTBFO30BeTxOZdVxmb+1cMUydSjGyKvGsEmPKZIMAAAAAAAA+zK7fKRSKXOPKVF/qujbdvIct9yECr/FbWJAWDs3DVe0PdTRtHqe+7PvqTLWvaHk1jfju9rjW/fFdh6I7+qIywf+/ZvqSiUZLofcZE2niz05M6IYoZpBGojkcoWbvnNg+4G4GDMHenMPY+QakcpsWJJIpo0/83bzVqUTl6qhQd994SMfZWHyWd3iceiq/KuJVCzTLAFGYZghxhtJBgAAAAAAgO1k5mGk0+baOD24rzTlFLHtToeemZbx4IthAYxaKpX5vSq1LRlwj+cH+WUO8aGzKoz1tx/quTszLWP45fIRli41kH8fZV6tt1hbrSlD0zX2do2UT7zZlVg6I7OYPcUxpknG7o5cJlFbXnJ71qkpxo+ja6igZE9X7lZTSt+qsTI3vWMs2oth8lm3MNNaKuxrSeu+woIMcy3Ge0iGYOI3AAAAAACAbeX19Di4r+QMpIKL5fHzT/QL4K1IZPe3SyUW02oOf4r127dkuqumLLNH/0Z7rCDGyKjwqmZPJ7XYbuoJ04sP9F4xK9erqrVjpJoMM2A4fb631HX+4ezyWy+puvm8CjMdOYRiRVMyUElmI6XjG50+V/F94fWLPMZix1Cm0tqZe3jLZ7tFCScfl7to2xiMfMck01ipLZ2R+ZMJV5yoFmOfIRmCJAMAAAAAAMD+rC0+jA2mVPPZ8vjcBtfyWW4BjFpvtumQx6U2V+V/rt/rUk6aM56/Tq5DTY94lyW604pFGZec5HcU5Aszax3LZmVSgQM9ic2tI+3vP/pKKJydBbJspnvhVGfhFeY1Oi9cEVjV4jl5rru99LAKq/jQ6A7V8sBSaeVvWzLVVPIH8Z6VgWK3S19xSpmxevzVXN3Vpl1RozvW/GbX/KYiD6+mTF07lME8vDkkgBFdeVpAvqck9bJo+SIzulCHD/0WlrrA8c0zSDIAAAAAAABszbqLdLDBVNWilG+aPH7FaQEBjNrrQx/wv+nMcsVSL+BxKv92cVWF7/CnWL99W4ZiBhkYFAQt6feuClxp+W13O4psqrY0uv7zihqnZdqH36V87LyDHaviI6YPnQOpnz3eZ6w/cX5lS8OwCpXjpjhuvSxorB94PpQYXfemyNAkm9qyYc/oW3/qMVKTi1b6F0/LKyVJ/8PZFVMqM9eX6YuReYhMKCK++aceYy2flMwtrLeRz/T/XFClZ5+7DD86+ukuhZHUlmvrFvjkojd4ulAdhdUYhZUZ44s5GQAAAAAAAHZkjMrI6y5l3V1KzrxYfekrC5tdchv0xV1RAYzCgy+E1hyf+dj+yjme795U99Rrmd8cGWOsPd5T7tM2bI+smD1uZRk9odTfXw2vavF4nOo33l/zp5dCL++Jya35mbWO1cd76oYPhyj3ap3DSzcSyXRvKLV4uuvnH6t/+OXQxp3RxqB+7hJfU1UmkNj4RuRvWyKHfAy/empg/ULv9BpnY9Bxx3W1T24Lv/BGLJVOr1/gPb4plze80ho1A49DMks3Pn5e5cLmwcYq/bZ7u2KJTGryP4/0fuisSr9bvf2q6t8+M7CzPd4zmJpSoa+a6zHaZIUiyc/d3RGOHQyc/r418sTW0ClzvTNqnd++oe7epwf29SbiibR8pu9c6q+ryLxEu9rjt/+uSwAjuuLUgPzjSqrecNUqbehtRdO0vAAjL8YYx0iDJAMAAAAAAMDulOFySUbNspS3QQ29eeVpAZIMjNIzOyJff7DnQ2eVa6oi9+vll3nRH18cvOOB7vs/1STGzx0Pdh/f7KzwaV639u7lgXcvH3bpQ5sGe8Mpox3TzDrH6225+pJ0dqs/nkz/w/cP3H5VzdRqR/a2Bws4/rBx4I4He0bzAOJJ8ZHvt330nMqzF/vkXq7MDOSXeWkqlX5sS/hL93VFE2KUntgavnZtmdwyDvq1S1dlGkZNr+l/bV/mkd/z9KDMOf75/EqfS7uooMdUa2f8Mz/v2NudX0Xyhbs7r12TuHRVoMyrXXt6ed6lMov693s6reEHUCjoV89elPnF7qtaq2iukYdkCBu0lhIkGQAAAAAAABNCYU1GJsyYfpH6yteXznAfN8Vh7I0Ch/SbZwZe2xd93+qyJTPccnNy65uxDdujf98a3n4g7hzvzcKO/tTVX99/zeqy5bNdQZ8mN+vlwe7BxNY34z95rP/VvbGWRqeRZKxb4HnopdwoCGOLVcne/B9/0HbOUt+JM1zHN7sO9CZ2dyQefTn86FCDptGIxMWXftf9+KvhNfM8jUFHQzDTsGlnW2Lb/th9zw4URgsj29OZuOWnHe9e7pszxVlfoYejqfLMk8r9tf5tS+SV1gOXrQpMq3E0BvWgT+0cSMnH/PDLoYc3F29glUorP3ikb8OOyDlLfE1BXX45HUpHf3Lr3tgfXggRamI0Lj8l4NDVpOoOVZ2mDZVi5BVkWMsyhA1kqhQFAAAAAAAAbMnYupGnqSGJRCKZTMZzYurfb9aibS/tiX78f9oFAAAjmlKhff9DdU5d7a0+a6DuHMcQp9NprnVd17JKtZk6+pj4DQAAAAAAMAFYazIslRlacvZV8tKFza4zF3kFAAAjuvn8ShljJDT/QNVadRQTMmxSlkGSAQAAAAAAYHdF52QYe09K7bJE8AR5nZvOKPc4bdEDBABgT6fOdS+Z7paLnroLhO7RhhhvKEXzDGEPJBkAAAAAAAD2Zd1FKowxctMy5lybVvRyn3b9ujIBAEAxTl3847mVchH2zAyXL7W+m1gzDOu4b+tCjCuSDAAAAAAAgAmj6Nxv1VsTb36XvPSCE/0zax0CAIAC16wuD/q1VFrpqr/UDDAKCzJsMhgjD0kGAAAAAACArRV+MNZMMsy9p/S085POann85ndWCJEWAABYNFXp71npk4v+qrUpd02pplKlRmWI8UaSAQAAAAAAMGEUTsvIbULpzsRx18krtDS63ruKHlMAgIN0VXz2oqBDV+NaeV/NWWZ0oVnYuSBDkGQAAAAAAADYX15ZhlpAbkKJqkXx4DJ56bVry1oa6DEFAMi58Yzy2fVOueiuu0DRXHmtpUoVZBi3tUmkQZIBAAAAAAAwkZQsy1DVxHHXpfSArimfu7jK77LXx2kBAONi+Sz3RSsDcjEQWBItX2ytw9B13Rpp2LCplIkkAwAAAAAAYAKwlmUUjTHkhpTqKo+0fEQoWm25/qkLgwIAcGyrDqifvijzdhBz1HRNuSSvo1TRygx7hhkkGQAAAAAAABNPXqRxMMwIzotOvUheYeUcz6Un+wUA4FilqeLzl1QF3GpK6O1N16m6u2hBhjXDEDYrxTCRZAAAAAAAAEwMpcoy8j5jm2w+L1F5grzm+08vZ2AGAByzblhf3tLokouOKZel3HXmm4WeZWQY1tZSti3IECQZAAAAAAAAE05hkpEXZkSPuzHlqtI15dbLqmvLNAEAOMasX+i5+KTMeIy+8lWR8iVG3V7RvlLmG4p10LfdkGQAAAAAAABMGNY9pqIDM3Jc/kjLR9OqI+jXvnR1dcDD9G8AOIYsn+X+5Lsy4zGirsbe+gsKqzEKJ2TYedy3IMkAAAAAAACYWPJ6TKnDma3PRWB6aPaN6XS6Mei4/coaN12mAODY0NLg+PylVZqqJPTytqb3C1W3TsUw1+a7hjXJEHZFkgEAAAAAADCBlSrLkBtVoubEyPQr5HXmTHHeelm1xj4QAEx2TVX6/72yxqUrSdW9v+mDwllhRhf6EOubRV5fKXsWZAiSDAAAAAAAgAnnkKO/zU2rZOOZ4boz5ZWXznB/+t1BAQCYvKr86pevqg641ZSiH2i8PuWuzYsxCodk2L+vlIEkAwAAAAAAYKIaTZiRmPneaHCFvPKa+d4PnlEuAACTkd+l3H5VTXWZLtcdU65K+GZYq/TMN4VSEzKEvZFkAAAAAAAATDyFo7+LNpgyTmPHfSAemCuvecnJgY+fWyFEWgAAJpHaMu1r19dOq8nMRGqvfU84MN/aTqqwr1ReNYawcV8pA0kGAAAAAADAhHTIHlMHP4erO8MtH437Zsjrn7fM/9mLaDMFAJPHrHr9v2+oba7KxBhdVe8IVZ5khhZ5GYZ11rcynLA3JZ0mhAcAAAAAAJiQzI2ddFZqSHJIIpGIx+MJQyzkefVrjr4t8vob34j86y86InEBAJjQTpzl+vzFVW6nmhZKW91lkYpledUYjqy8SMMMM4xT467snGeQZAAAAAAAAExgxt6OcSozDDPPMJMMg5FnJBMx17bvurqelVfeti/2yZ+294fZGgKAierMRd5/Ob9ShhEpxXmg4X0x/3GFMUap7lJGjCFs31fKQJIBAAAAAAAwsRUNM5IW1jAjHo+5dv7M0/6ovPLervgnftzR3pcUAICJ5vrTyy4/tUwukpp/X+ONSc8Us3+UGWCUqsYoOiTDzkgyAAAAAAAAJjwzzCjaZiphYeQZjr0P+Pb+Rt6kZyB522+6Nu6MCgDABKGr4jMXBU+b55XrmKP2QNMHUs7KoiO+ZZJxcGZSiRhDkGQAAAAAAADg6HjLYUb7E97XfyQ3r1Kp9M+e6Lvz0b5U2u47WQAAn0u57b1VC6a65Trinra/8XrV4c2b750XYxQ2lZpYMYYgyQAAAAAAAJgc8qZ/54UZmSEZw/MMSenZ4tvxXS3RL2/byXRvAAAJRUlEQVS1eU/01rs7uwZTAgBgVwuanZ++MFhbrst1v39R15TLFc0xmhhDphfy1Drie6L0lTKQZAAAAAAAAEwSeWGGdWaGPC0aZqQiPd4d33MNbJW36hlM3vZrOk0BgB15nMqHzyo/Z4nfONtdua635h1msYWRWJgBRmGMYTaVmkBTvq1IMgAAAAAAACYP6/TvEcIMeRqPx4dOE869D/j33y/SmSvfv3Hwew/1DkTZMgIAu1g20/XJdwWrAppcx7WyjvrLor45eRmG1SSLMQRJBgAAAAAAwCQzcphRqtOU1rfNv/N7WrxXZIszvv1Q7583hQQAYFwF3MpHz6lct8BrnO0tW9lT+06hua3VGGZ6UXQwRtEYQ5BkAAAAAAAAYHyVCjPMAeBmkmGNNNLxQfeee7ydTxh3snlP9Mv3dbd2JgQAYDysPd7zkXdUVPiypRh6sK3usrhvhjHxwhpj5OUZxqlqMdFjDEGSAQAAAAAAMCmNJswozDPkQunfWbbrTj26X94wnkjd/eTATx7rjyXZQQKAo2d2nePa08tOmuOR67RQespP7a05W9FcZoxhDS1KdZQyRnxPghhDkGQAAAAAAABMViOHGXmdpqxhRjIRc7c94t9/v5LKTP/u7E/+6qn++54biMQFAGBM1ZRpH1hXtm6B18gbYo6a9vrL454mI5mQp2ZckRdmaBZmKcbkiDEESQYAAAAAAMAklhdmmElGYXHGsCQjKx3u9LXe5enbZNxVXyj5m2cG7326n2HgADAWZtXrF68IrJ3vceiZ7CEl1N7gur6q9ULVrR2lrLmFWY1ROBjDTDLExI8xBEkGAAAAAADA5FYYZhRWZljDDPPUoPZt9x140D2wxbi3cDR133MDdz810D2YEgCAIyC9aq7nPSsCi6e7jPMxR01X9Tlxd3PSUW6EE9pweWUZhR2lJlmMIUgyAAAAAAAAJr0RwoxSxRl5R5SB3f62B836jHgitWFH5K+bw09ujTBCAwAOj0sX5yzxXbjC3xh0GEcSmr87eOZgxQpF1WXwUDTGKMwwipZiTKYYQ5BkAAAAAAAAHAvMLaC0ReEYcOvwjDzyIhF603/gT57e5xSRu7dQJPm3rZG/vBR6YWckLSb2NhkAHB1el3LyHPcpLZ7ls9wep2ocDLmm9petDJefoGhOM5AwU4qi6YX1UqMOwxpjWKOLiR5jCJIMAAAAAACAY0TRMMOMNIysorA+Iy/MkKci1uvpfsbdvcEZ3WfeeV849dLuyObdsRd3Rbfti5FqAECeCq96aovn1Bb34mkuYxKGlFTdA4ElfRWrkq46M40wwwmtNHMAeGEphjXGmAQZhoEkAwAAAAAA4FhhDTNEiU5TRednWI+Y19Ei+9ydT3p7n9eT/dbvEookN7fGNu2Kbdod2fpmPMlADQDHJIcmZtU7WxocLQ3OuY3OpqBu5gopxRHyzRvwLYwE5gnVaeQQ1nCiaJJh7TSVl2FMvsEYeUgyAAAAAAAAji1Fx2YU5hnWMCNvba3hSCUTjv6t3p5nPf2b1HQ873vFEundHfE32uI72xNvtMXkaVtvUgDApOPUxdRqvanK0RjUm4Nyobc0uvKuk1L0kOe4wcAJkcD8tOqwtoQyA4zCRV6MUSrDmMQxhiDJAAAAAAAAOAbldZoyFubYjMJ+U3mDNIYlGUPkrRyDOxwD252hN1zhN7RUuOi3jsRSO9sSoWgykkjHE+loQmRP07HMWQEAtqakXbri1BW3I3vqVJ2a4nGKhqAj6NeK3iKhl0edDXFPU8zVGPbOTg9VYBTGGGaAkZdnFAYYRdtJTbLBGHlIMgAAAAAAAI5FpTpN5U0CL2w5lRdjmGvzJsadaJF9joEdzth+LdrhSHQ5Yu0CACa7hOaP61UJV03MURt3N8bcjSnNWxg55AUYVtbQorBEo9Rk78kdYwiSDAAAAAAAgGOWdV/IWpyRF2aYJRpyUaS7VAHrPZhrec9avFuLdeqxTrkQqZiSime+0glVJOVZeaqkk2xVAbA1RUkrelpxpFVH5lRxpORCdccdwbijOumuTykOM1qwLqwBxghJRtHaC2NmRl6MYb1ny6ObhBmGgSQDAAAAAADgmDZCcYZ1fkbRKg1rtmG9QtEkwzwrhs/qyHsYADCB5AUJbyfGKNo/yrpQCnpJHSMxhiDJAAAAAAAAQGGiUBhmlOo6lXckL/kozEXE8PqPUg8AAGyraH5gjRaUEtTSEzIKA4y802M2wzCQZAAAAAAAACDjkHlG0UijaNGG9cpFCcoyAEx8I8QYwpJnWKOIokFFqfKLUvMwjrUYQ5BkAAAAAAAAwGo0eUbRVGOEagzjbN5dCWoyAExMI9dkKCXKMgrzidGUXxTebdGHMemRZAAAAAAAAGCYvP2ivBBCDJ8KnrcuerAwwChVllH0AQCAreRFCIXVEsqICks0rGflzY1T6jCsSDIAAAAAAABQxAh5hihdqDFChpFmSAaAyWLkMGM0ecYIrHcijvkMw0CSAQAAAAAAgJJK5RmidKohj8gko+jxEaoxyDMATAhFMwwxijBjlGcL77Po9z3WkGQAAAAAAADgEIrmGaJYMpEu0Yqq8DpiFOkFO1cA7KNollCYOuQFEiOcHU2AIY75DMNAkgEAAAAAAIBRSZceaFFYaVG0/KLo9Ue4fwCwM2XE0d/mWaXYII2i1xzh/o9xJBkAAAAAAAB4a0YZaYzmuCDAADDxFa3MGM1xQYAxOiQZAAAAAAAAOEwjt4QaZW7B9hSAiW6EflBvaegFGUYpJBkAAAAAAAB4u0ptMR2yfxR7UwAmh0MOtyC9eDtIMgAAAAAAAHDEHHKvic0oAJPeaMIJAoy3hCQDAAAAAAAAY4WtJwAwEF28HboAAAAAAAAAxkbRnTviDQCTGInFWCDJAAAAAAAAwFHFNh8A4C0hyQAAAAAAAAAAAPZFkgEAAAAAAAAAAOyLJAMAAAAAAAAAANgXSQYAAAAAAAAAALAvkgwAAAAAAAAAAGBfJBkAAAAAAAAAAMC+SDIAAAAAAAAAAIB9kWQAAAAAAAAAAAD7IskAAAAAAAAAAAD2RZIBAAAAAAAAAADsiyQDAAAAAAAAAADYF0kGAAAAAAAAAACwL5IMAAAAAAAAAABgXyQZAAAAAAAAAADAvkgyAAAAAAAAAACAff0vAAAA//9E/p4oAAAABklEQVQDAFkmEr5oiv9MAAAAAElFTkSuQmCC"/>
</p:tagLst>
</file>

<file path=ppt/tags/tag8.xml><?xml version="1.0" encoding="utf-8"?>
<p:tagLst xmlns:a="http://schemas.openxmlformats.org/drawingml/2006/main" xmlns:r="http://schemas.openxmlformats.org/officeDocument/2006/relationships" xmlns:p="http://schemas.openxmlformats.org/presentationml/2006/main">
  <p:tag name="MCDIAGRAM" val="mcDiagram:25d9e851-f712-4f1d-accf-4ee7e2a76413:ea1ba020-7f26-483d-9892-3d98b5b6db23:0:1"/>
  <p:tag name="MC:BASE64" val="iVBORw0KGgoAAAANSUhEUgAAIAAAAAacCAYAAAC0YxDHAAAQAElEQVR4AezdB5ycZdkv4Pud3fQCAQKh9xZakC69BKUEEQIoSAdRARURaRIRpHewfIcOCiJNpAiCSpHeQo20gPQUSC+b7M7s2Xdw1yzZJJtkW55cOXnmbU/7X3N/+/sx68kUav0hQIAAAQIECBAgQIAAAQIEUheQjwABAgQIECBAgAABAgQIEEhfQEICBAgQIECAAAECBAgQIEAgfQEJCRAgQIAAAQIECBAgQIAAgfQFJCRAgAABAgQIECBAgAABAgTSF5CQAAECBAgQIECAAAECBAgQSF9AQgIECBAgQIAAAQIECBAgQCB9AQkJECBAgAABAgQIECBAgACB9AVqC+EPAQIECBAgQIAAAQIECBAgkLiAeAQIECBAgAABAgQIECBAgED6AhISIECAAAECBAgQIECAAAEC6QtISIAAAQIECBAgQIAAAQIECKQvICEBAgQIECBAgAABAgQIECCQvoCEBAgQIECAAAECBAgQIECAQPoCEhIgQIAAAQIECBAgQIAAAQLpC0hIgAABAgQIECBAgAABAgQIpC8QUVgYQspIgAABAgQIECBAgAABAgQWagHhCRAgQIAAAQIECBAgQIAAgfQFJCRAgAABAgQIECBAgAABAgTSF5CQAAECBAgQIECAAAECBAgQSF9AQgIECBAgQIAAAQIECBAgQCB9AQkJECBAgAABAgQIECBAgACB9AUkJECAAAECBAgQIECAAAECBNIXkJAAAQIECBAgQIAAAQIECBBIX6AuYaGu+UuAAAECBAgQIECAAAECBAgkLCAaAQIECBAgQIAAAQIECBAgkL6AhAQIECBAgAABAgQIECBAgED6AhISIECAAAECBAgQIECAAAEC6QtISIAAAQIECBAgQIAAAQIECKQvICEBAgQIECBAgAABAgQIECCQvoCEBAgQIECAAAECBAgQIECAQPoCEhIgQIAAAQIECBAgQIAAAQLpC+QJC/mLRoAAAQIECBAgQIAAAQIECCQrIBgBAgQIECBAgAABAgQIECCQvoCEBAgQIECAAAECBAgQIECAQPoCEhIgQIAAAQIECBAgQIAAAQLpC0hIgAABAgQIECBAgAABAgQIpC8gIQECBAgQIECAAAECBAgQIJC+gIQECBAgQIAAAQIECBAgQIBA+gISEiBAgAABAgQIECBAgAABAukLlBMWyq9eCBAgQIAAAQIECBAgQIAAgUQFxCJAgAABAgQIECBAgAABAgTSF5CQAAECBAgQIECAAAECBAgQSF9AQgIECHQMgdra2o6xEbsgQIAAAQIECBAgkKSAUAQIECBAgAABAgQIECBAgED6AhISIECAAAECBAgQIECAAAEC6QtISIAAAQIECBAgQIAAAQIECKQvICEBAgQIECBAgAABAgQIECCQvsAXCQtfHLwSIECAAAECBAgQIECAAAECSQoIRYAAAQIECBAgQIAAAQIE6gS+/IVM9df5UauNBd6gVgbvoRpQA2pADagBNaAG1IAaUANqQA2ogeRrwH//+wxHDaiBdq6Buo+aZ/qb/+yd6aYbBAgQIECAAAECBAjMu4CRBAgQIECAAAECBAgQIECAQPoCEhIgQIAAAQIECBAgQIAAAQLpC0hIgAABAgQIECBAgAABAgQIpC8gIQECBAgQIECAAAECBAgQIJC+wH8TFv57dCBAgAABAgQIECBAgAABAgQSFBCJAAECBAgQIECAAAECBAjkAlmWNfpyrPxe/sVM9S2/1hZcATsnQIAAAQIECBAgQIAAAQIE0heQkAABAu0lUP85cv0x30d+nh/r25ev6+87EiBAgAABAgQIECAwdwJ6EyBAgAABAgQIECBAgAABAukLSEiAAAECBAgQIECAAAECBAikLyAhAQIECBAgQIAAAQIECBAgkL6AhAQIECBAgAABAgQIECBAgED6AvUJC/UnjgQIECBAgAABAgQIECBAgEByAgIRIECAAAECBAgQIECAAIHIv3gpbzlFfsxbqVSKvNWfF4vF0BZYA++d+lUDakANqAE1oAbUgBpQA2pADagBNZB+DXiPvcdqQA20Ww3Uf46cf6act/y6vtV/7pxlWfmz6PxaI0CAAAECBAgQIEBgngUMJECAAAECBAgQIECAAAECBNIXkJAAAQIECBAgQIAAAQIECBBIX0BCAgQIECBAgAABAgQIECBAIH0BCQkQIECAAAECBAgQIECAAIH0BRoSFhrOnBAgQIAAAQIECBAgQIAAAQKJCYhDgAABAgQIECBAgAABAgu7QP4lTPUG+XneisVi5F/SlB9ramoavjRqxvP8mVZssOnYFvbp/VEDakANqAE1oAbUgBpQA2pADagBNZB+DXiPvcdqQA20Tw3knxvnLfevP+afL9e3/DPn+s+gsyyrP3UkQIAAAQIECBAgQGCeBAwiQIAAAQIECBAgQIAAAQIE0heQkAABAgQIECBAgAABAgQIEEhfQEICBAgQIECAAAECBAgQIEAgfQEJCRAgQIAAAQIECBAgQIAAgfQF/pew8L9TZwQIECBAgAABAgQIECBAgEBSAsIQIECAAAECBAgQIECAwEIrkH/pUt7qAfLzu5/9IA69/Mk4/NdPx2FXPFU+5uf17YjfPDPTvfpnjk93XJu699P74/1RA2pADagBNaAG1IAaUANqQA2oATWQeA3473+fzagBNdBONfDlz43zz5Y/Gj0xisVilEqlyD97/nKr/1zakQABAgQIECBAgACBuRTQnQABAgQIECBAgAABAgQIEEhfQEICBAgQIECAAAECBAgQIEAgfQEJCRAgQIAAAQIECBAgQIAAgfQFJCRAgAABAgQIECBAgAABAgTSF5ghYWGGc6cECBAgQIAAAQIECBAgQIBAQgKiECBAgAABAgQIECBAgMDCK5BlWWRZ1vDlS/VfxPTiu2Mib0PfGxt5e+k/40JbsA28f94/NaAG1IAaUANqQA2oATWgBtSAGlAD6deA99h7rAbUQEeqgZqamshb/rlz3mpra8ufReefyGdZlh80AgQIECBAgAABAgTmQcAQAgQIECBAgAABAgQIECBAIH0BCQkQIECAAAECBAgQIECAAIH0BSQkQIAAAQIECBAgQIAAAQIE0heQkAABAgQIECBAgAABAgQIEEhfYMaEhRkvnBMgQIAAAQIECBAgQIAAAQLJCAhCgAABAgQIECBAgAABAgu5QP6lSzlBfqxv+fVXVl08zjxgIy0NA++j91ENqAE1oAbUgBpQA2pADagBNaAG1ED6NeA99h6rATXQIWog/3w5b9XV1VFTU1NupVIpZvz8ecbzvK9GgAABAgQIECBAgECzBXQkQIAAAQIECBAgQIAAAQIE0heQkAABAgQIECBAgAABAgQIEEhfQEICBAgQIECAAAECBAgQIEAgfQEJCRAgQIAAAQIECBAgQIAAgfQFGiUsNLpyQYAAAQIECBAgQIAAAQIECCQiIAYBAgQIECBAgAABAgQILKwCX/6Cpfw6/xKmvNWb7LrxcqGlYCCDOlYDakANqAE1oAbUgBpQA2pADagBNZB+DXiPvcdqQA20fw3sstFy9R8vx/Tp06O6ujpqamqiWCxG/hl0/rD+mGVZfqkRIECAAAECBAgQIDBXAjoTIECAAAECBAgQIECAAAEC6QtISIAAAQIECBAgQIAAAQIECKQvICEBAgQIECBAgAABAgQIECCQvoCEBAgQIECAAAECBAgQIECAQPoCjRMWGl+6IkCAAAECBAgQIECAAAECBJIQEIIAAQIECBAgQIAAAQIEFmqBLPvfFyzlX7pUKpXKX8S0UKOkGF4mAgQIECBAgAABAgQIECBAIH0BCQkQINDBBGpqaiJvxWIx8s+e85Z/Dt3Btmk7BAgQIECAAAECBBYsAbslQIAAAQIECBAgQIAAAQIE0heQkAABAgQIECBAgAABAgQIEEhfQEICBAgQIECAAAECBAgQIEAgfQEJCRAgQIAAAQIECBAgQIAAgfQFvpSw8KVrlwQIECBAgAABAgQIECBAgEACAiIQIECAAAECBAgQIECAAIFcIP/SpfzLl/KWn+f3tHQEJCFAgAABAgQIECBAgAABAgTSF5CQAAECHU2guro6ampqolgsRv7Zc97yz5/z1tH2aj8ECBAgQIAAAQIEFhQB+yRAgAABAgQIECBAgAABAgTSF5CQAAECBAgQIECAAAECBAgQSF9AQgIECBAgQIAAAQIECBAgQCB9AQkJECBAgAABAgQIECBAgACB9AW+nLDw5RuuCRAgQIAAAQIECBAgQIAAgQVeQAACBAgQIECAAAECBAgQIBAzftlSfp43LEkJCEOAAAECBAgQIECAAAECBAikLyAhAQIEOpxATU1N5K1UKkXe6j97zrKsvNf66/KFFwIECBAgQIAAAQIEmiOgDwECBAgQIECAAAECBAgQIJC+gIQECBAgQIAAAQIECBAgQIBA+gISEiBAgAABAgQIECBAgAABAukLSEiAAAECBAgQIECAAAECBAikLzBTwsJMd9wgQIAAAQIECBAgQIAAAQIEFnAB2ydAgAABAgQIECBAgACBhV0g/4KlLMsiPy7sFunml4wAAQIECBAgMO8C2c1XR3buafM+gZEECBAgQIBAGwlYhgABAh1PoFQqlT97nvHz5/y8vnW8HdsRAQIECBAgQIAAgY4uYH8ECBAgQIAAAQIECBAgQIBA+gISEiBAgAABAgQIECBAgAABAukLSEiAAAECBAgQIECAAAECBAikLyAhAQIECBAgQIAAAQIECBAgkL7AzAkLM99yhwABAgQIECBAgAABAgQIEFigBWyeAAECBAgQIECAAAECBAjUCeRftlR3KP/Nz/NWvvCShoAUBAgQIECAAIF5FKidMDbivj9G4amHo/Nxh0V88J95nMkwAgQIECBAoNUFLECAAIEOKpB/3lzf8i1mWZYfNAIECBAgQIAAAQIE5kXAGAIECBAgQIAAAQIECBAgQCB9AQkJECBAgAABAgQIECBAgACB9AUkJECAAAECBAgQIECAAAECBNIXkJAAAQIECBAgQIAAAQIECBBIX6CJhIUm7rlFgAABAgQIECBAgAABAgQILMACtk6AAAECBAgQIECAAAECBGYUyL+EacZr52kISEGAAAECBAgQmFeBUY89HCMOPCumb7591EwYEbHkUvM6lXELsMBnY8bFwP2+F/sffUpMnjI1/CFAgACBjilgVwQIEOiIAvlnznmr31t+nrf6a0cCBAgQIECAAAECBOZOQG8CBAgQIECAAAECBAgQIEAgfQEJCRAgQIAAAQIECBAgQIAAgfQFJCRAgAABAgQIECBAgAABAgTSF5CQAAECBAgQIECAAAECBAgQSF+gqYSFpm66R4AAAQIECBAgQIAAAQIECCywAjZOgAABAgQIECBAgAABAgSaFPAFTE2yLKg37ZsAAQIECBAgME8C2Qdvx2JP3BcVWdcYs/vpMeWwEyO6q6Ms/AAAEABJREFUdpunueoHTZ4yNb55+E+i3wY7NWobDNwvfnP9rTFlalV91wX6OPrzsbHVNw6NC3934yxzvDzsrVh5s90aOdS7bPT1/WPU6DGzHNvWD6qrq6NYLLX1stYjQIAAgbkT0JsAAQIdWqD+M+csyzr0Pm2OAAECBAgQIECAQAcXsD0CBAgQIECAAAECBAgQIEAgfQEJCRAgQIAAAQIECBAgQIAAgfQFJCRAgAABAgQIECBAgAABAgTSF5CQAAECBAgQIECAAAECBAgQSF+gyYSFJu+6SYAAAQIECBAgQIAAAQIECCygArZNgAABAgQIECBAgAABAgQIpC8gIQECBAgQIEBg3gQKN50bXT/+dyxzz5Do/eiF0XXLbedtoiZGrbbS8vGbs06Kqy4cEscfdWD07bNonHnJlXHwj06LCRMnNzFiwbr1xLMvxedjx8XuA7eZ48b32nWHskNuUd8u+PmPo3evHnMc21Ydll6qb/zz9ivj5t+cHT26d2urZa1DgAABAnMloDMBAgQ6tkCWZR17g3ZHgAABAgQIECBAYIEQsEkCBAgQIECAAAECBAgQIEAgfQEJCRAgQIAAAQIECBAgQIAAgfQFJCRAgAABAgQIECBAgAABAgTSF5CQAAECBAgQIECAAAECBAgQSF+g6YSFpm+7S4AAAQIECBAgQIAAAQIECCyQAjZNgAABAgQIECBAgAABAgQIpC8gIQECBAgQIECgmQKFj26KiucOjeJTP43av/42YvgbkfXsEqXS5Oj69V2aOUvzuvVdok98fYctY9DAbeKEHxwcD/3p/+LnPz4yHn/2pfjn4882b5IO2quqalr86e6/xbZf3ThWW3n5Oe5y7TVWKTvkFvVth602ja5du8xxrA4ECBAgQKBBwAkBAgQIECBAgAABAgQIECCQvoCEBAgQIECAAAECBAgQIECAQPoCEhIgQIAAAQIECBAgQIAAAQLpC0hIgAABAgQIECBAgAABAgQIpC8gIQECBAgQIECAAAECBAgQIJC+wCwSFmZx320CBAgQIECAAAECBAgQIEBgARSwZQIECBAgQIAAAQIECBAgQCB9AQkJECBAgAABAs0RqBx6SGQfXRZR9UZUv/f3KDx8e0RWG4XO3aO03qZRu9r60Zp/siyLvXfdIZZacvF47uXXW3OpVp/79TeH12UYFvsN2jkqKypafT0LECBAgACBXEAjQIAAAQIECBAgQIAAAQIE0heQkAABAgQIECBAgAABAgQIEEhfQEICBAgQIECAAAECBAgQIEAgfQEJCRAgQIAAAQIECBAgQIAAgfQFJCRAgAABAgQIECBAgAABAgTSF5hVwsKsHrhPgAABAgQIECBAgAABAgQILHACNkyAAAECBAgQIECAAAECBAikLyAhAQIECBAgQGCOAoX3r4vaia9H7dQuMW3k9Kh9o2dUTJoahUV6Rqk0NrKvjYlsxNVznGd+O1QUKqKiUIipVdPKU40aPSY2+vr+ccW1t8RdDzwS62y/d6y82W7x8rC3ys+r6vpd88e7YuNdDoh+G+xUbvn5tbfcFdU1NeU+9S9TplbFWZdeHetuP7jcb5kNB8Z3Tzgzxk+cVN8l6vusudWe5T75MR+T32/oNIeT2trauP2+f8Qaq6wYG63ffw695/x48pSp8c3DfxLHnnZePPX8K7HVNw4t7+3BR58qD544aUr86tKrGuU66mdnxujPxpSf5y8zzjH8/Y/iG4ceV55jpTrL3KpYLMWM93Ob087/bdkjH5+3GefIr/PW8P5cd0u89e77DfPm439w8tkxdvzEvFtDy22efuGV2PXAY8vr5+/Zgcf+PJ5/+fXy+5xnbOjshAABAgTmVkB/AgQIECBAgAABAgQIECBAIH0BCQkQIECAAAECBAgQIECAAIH0BSQkQIAAAQIECBAgQIAAAQIE0heQkAABAgQIECBAgAABAgQIEEhfQEICBAgQIECAAAECBAgQIEAgfYFZJizM8okHBAgQIECAAAECBAgQIECAwAImYLsECBAgQIAAAQIECBAgQIBA+gISEiBAgAABAgRmL5BNGx2FD2+O4pTKqB6Vxcih06Pn9G4RnQoRdX9j8JpRWXgzOk/9Q1R+cFgUPvv97Cecj6evvzU8PhkxOgasu2ajWR545Ml45Mnn4+l7fh/vPXNfbNB/jZgwcXIc+pPT49Rzfx2bb7R+/N+5p8Zvzj45Vl1xuTjlnF/HyWddHtU1NeV5qqqmxVE/+1Vcf9vdccxh34qrLhwSJ3z/kPjo01ExrWp6uU8+38E/Oi2u/uOf47sH7l3uc8h+e8T//f728tiqujnKHefw8uEnI+P+R56IwbvvGL179ZhD7+Y/HvrKG3HtLXfFbVeeHyNe/nvsvO0W5cGnnHdF3HDbPXH4t79Z3vPRh+wX9zz0WBzz8/Ni8pSp5T71L8Pf+yh+eNr5scsOW5at1l51pTq/38T/+8PtceTxZ8SmA9Ypz7HvoK/FVTfdGedccW3U1tbWD5/l8ZkXX42DfzikPO9Vdbb5+Dv/+s84+ZzLo6ZYbBh33z8ej72OOD6mT5seF59+fPk9W2SRXvHtH5wcn44c3dDPCQECBAjMi4AxBAgQIECAAAECBAgQIECAQPoCEhIgQIAAAQIECBAgQIAAAQLpC0hIgAABAgQIECBAgAABAgQIpC8gIQECBAgQIECAAAECBAgQIJC+gIQECBAgQIAAAQIECBAgQIBA+gKzTliY9SNPCBAgQIAAAQIECBAgQIAAgQVKwGYJECBAgAABAgQIECBAgACB9AUkJECAAAECBAjMQaBy+BVRnPRZ1E7qHePeHxOL1ywdhaqJkfXuHdN7TY9Ro96M6eNK5VkqisOj08Sro/O734jsk/Mim/5h+f78vkybNj3+8rdH4+hTz401Vlkxdt1hq0ZTjh8/MU790eHRq2f3hvs33H5PPPrU83H1Rb+IX//qxNhzl+1j7912jFt+d278/MdHxs133R+PPzO03H/4Bx/FUy+8Escc+q343oGDY9DAbeK47x4Qf7n+klh8sUXLffL5nn95WNxx9YVx/FEHlvucfOxhccVZJ8UjTz4fz770ernfnF7+/q+ny1122nrz8rE5L2ddenX022CnRu2K625pNHT052Pj+O8dFEsv1bfR/Y3WXTue/Mv15Tx5rlN+eHj84OB945mhr8Vb733QqO9rb7wdQ+pscoPc6pqLT4+Vllsmzrj4ytirzi4fm89x7inHxvZf3bjO94UYO25Cozmaunhu6Ovxm3NPbrC9YMiPY4+dt41H69ze++Dj8pBPRoyOPOeWmwyIO6+5OPb/5i7l9+yKM38WPzrigCiVasv9vBAgQIDAPAoYRoAAAQIECBAgQIAAAQIECKQvICEBAgQIECBAgAABAgQIECCQvoCEBAgQIECAAAECBAgQIECAQPoCEhIgQIAAAQIECBAgQIAAAQLpC0hIgAABAgQIECBAgAABAgQIpC8wm4SF2TzziAABAgQIECBAgAABAgQIEFiABGyVAAECBAgQIECAAAECBAgQSF9AQgIECBAgQIDA7ASy0Y9F7acPRe30nlE9cVJ8Nrxv9O5UE1n37pHF1Ph31inee6Y6xgwvRs3E0hdT1Ubds3HRueqv0fmj70TFf46OwtQXYm7/PPX8K7HqFoOi3wY7xYqb7hpH/ezMWHmFZeMPv/5VLLHYoo2mW7//6o3ujZswMe578LHYdvONYqetNm3UN8uyGLzrjrFMvyXjnoceKz/r1aNH9OzZPR57+sUYO35i+V7+0qmyMioqClE/3451c63ff438UUPbbMN1YvHFF42X//1Ww71ZnUyYODluv/cfsct2W8byyyw1q24z3d9r1x3iqguHNGpf3+6rjfqtudpKsdzSSza6l18cst8e0XeJxfLTcsuyLDbdcN2oqpoWoz8bU75X/zJg3bVinTVXrb+MJfsuVne9Snn8oJ23iSzLys+6du0Sm2+0foz+fEx8Pm58+d7sXnbcetPYcJ01G7rkrltttmFMnTY9Jk2ZWr7/6htvx/sffxI/OHjf6N2rR/le/pJlWexdl7/fUkvklxoBAgQIzKOAYQQIECBAgAABAgQIECBAgED6AhISIECAAAECBAgQIECAAAEC6QtISIAAAQIECBAgQIAAAQIECKQvICEBAgQIECBAgAABAgQIECCQvoCEBAgQIECAAAECBAgQIECAQPoCs0tYmN1DzwgQIECAAAECBAgQIECAAIEFRsBGCRAgQIAAAQIECBAgQIAAgfQFJCRAgAABAgQIzFqgOCUq37kkitOnR21Vzxj5Vk2ss/KiUVs9NbKu3WLcIoUY+/GUWGatiEWXmhZZlk9VfslPvmi1EZXdR0Rh3A1fXM/F62orLR+/OeukuOrCIeX2xN3Xx703XBbLL9NvplnWXHWluvX/t/b0adUxeuy4WL//GtG1a5eZ+vfq1aNunqXiw09GxJSpVeXzHx++fzw79LVYZ7u94tjTzou33n0/amvrAtSNrp/v3r//K5b7ytei3wY7NbQNd/52jBj5Wbl/XdfZ/n3hlWHlfoN327HRfmc7qO7h2musEoMGbtOorb7yCnVP/vd3uaWXjB7du/3vxn/Pqmtq4pGnno9Tz/117PqdY2P9nfaNg3542n+fNj6suPzS0bNH94ablRUV0a171+jcqTK6de4SM/4pVBSiatr0st+M95s6z/efZf97f/I+/fouHlVV02L0Z2Pyy3jrvQ9i8cX6xCorLRdf/lNRqIiKQuHLt10TIECAQPMF9CRAgAABAgQIECBAgAABAgTSF5CQAAECBAgQIECAAAECBAgQSF9AQgIECBAgQIAAAQIECBAgQCB9AQkJECBAgAABAgQIECBAgACB9AUkJECAAAECBAgQIECAAAECBNIXmG1C/8LqbHk8JECAAAECBAgQIECAAAECC4qAfRIgQIAAAQIECBAgQIAAAQLpC0hIgAABAgQIEJi1QOG966I06aOondY7Jo2cGL07LxmFqWMi69k7qsZ/FLHM9Nj+yHGx0lbdo+sKK0dFnyUiKrvWtW4RFZ0iChURXevOO3WPqBk764Vm8aTvEn3i6ztsGYMGblNuq664XGRZ1mTvQkWhyfvNvZllWRyy3x7xyj9ujeOO/E788/FnY5tvHh4nnnV5VNfUNEyzx87bxlUXDmmyHbrvHg39mjqpKRbjT/c8GJts0D/WWXPVprrM172KyoqZfD76ZGTstO/3Yv8fnBxvvPOf2GKj9eKM478fPzv6kPlaq7UGV9S9j50rK1trevMSIEBgIRYQnQABAgQIECBAgAABAgQIEEhfQEICBAgQIECAAAECBAgQIEAgfQEJCRAgQIAAAQIECBAgQIAAgfQFJCRAgAABAgQIECBAgAABAgTSF5CQAAECBAgQIECAAAECBAgQSF9g9gnn71/Rnf3cnhIgQIAAAQIECBAgQIAAAQJtJWAdAgQIEP/82O4AABAASURBVCBAgAABAgQIECBAIH0BCQkQIECAAAECsxGo/uipKE4rRM2kQkwa0SOW7FERUVuMKX1qomJQRfTZcHpki68f0X2Vuvu1EdOnRFR0iejaK6L3MhG9+kVU9qy7P7nuft3YaLs/nbt0ir59Fo1Xhr0VVVXTZlp44sTJ8eEnI2ONVVaM7t26Njzvs2jvOOEHB8cL998cPz7ygLjxtnvin48/G5WVFdGjW7colUqxyw5bxqCB28zUvrLe2g3zNHXyznsfxqNPPh/77fG16Nq1S1NdWvzen//2cHzw8adx742Xxx1XXxinHffd2HOX7WPNVVdq8bXmd8JOlZXx2Wdjy+/Ll+eaOn1aTK+u+fJt1wQIECDQXAH9CBAgQIAAAQIECBAgQIAAgfQFJCRAgAABAgQIECBAgAABAgTSF5CQAAECBAgQIECAAAECBAgQSF9AQgIECBAgQIAAAQIECBAgQCB9AQkJECBAgAABAgQIECBAgACB9AXmkLAwh+ceEyBAgAABAgQIECBAgAABAguAgC0SIECAAAECBAgQIECAAAEC6QtISIAAAQIECBCYnUBNtkxMGdc7xn1QG0susVjUTh0VVWt1iW6bjY5Oyy8X0WudiELXiKqPo/jRyCiNKURU10ZUVEZ06lLXukV06R5RqIxCYXYrtfyzRXv3ip222TweffqF+PvjzzZaoLa2Nm7/6z9ixMjPYudttyg/qykWI2/li7qXrl27xNe2/2rkx5GfjYk+i/aOLTcZEP+om+uVYW/V9Zj7v/c+9Fgs3mfR2HLTAXM/eB5HvPf+x7HIIr1i6SWXaJihuqYm/vLAww3XHeVkk/X719VJFjfdeX/ke6zfV7FYij/cfl+Mrnsf6u85EiBAgMDcCehNgAABAgQIECBAgAABAgQIpC8gIQECBAgQIECAAAECBAgQIJC+gIQECBAgQIAAAQIECBAgQIBA+gISEiBAgAABAgQIECBAgAABAukLSEiAAAECBAgQIECAAAECBAikLzCnhG38z/TOaTueEyBAgAABAgQIECBAgAABAvMgYAgBAgQIECBAgAABAgQIECCQvoCEBAgQIECAAIHZCnTZ9vzovOUvo+f2R0b36vFRmpJFscf0qCkuH6WarhE1EyLGvxjVI8ZH9ad9ozimMkqjpkV8Xnd/4ucR06dEFEt1axSiVKypO7bt3+9+Z+/YcpMBccTxv4xjfn5e3HX/w3HHff+Ib33/pDjrsqvjpGMPi202/0p5U6+/OTy22+uIuOTKm+Kehx4r9zvlrMujd68esfVmG0aWZXH0IfvG0ksuEd845Lg49dxfl/vlfc+54trY73snxqjRY8pzNfUy+vOxcdcDD8eeX98++i7ep6kurXJvm82+EiNGfhbHnHpeOVOeP9//6DFjW2W9+Zl0g3XXjG/tuUv86e6/xbe+d1LDfvc/+uR4re79WXyxReZnemMJECCwMAvIToAAAQIECBAgQIAAAQIECKQvICEBAgQIECBAgAABAgQIECCQvoCEBAgQIECAAAECBAgQIECAQPoCEhIgQIAAAQIECBAgQIAAAQLpC0hIgAABAgQIECBAgAABAgQIpC8wx4SFOfbQgQABAgQIECBAgAABAgQIEOjgArZHgAABAgQIECBAgAABAgQIpC8gIQECBAgQIEBgzgKVK381eg1/OqJ6VJSmV0RpTI8oflwbxRGf1h3fj0kvfSU+e3qxGP/u0lE9snvUjO4exZGlqP14QtSOHBMx9vOIieOjMG3qnBdr4R69e/WIGy47M0465tB45Inn4nsnnRVHn3JOTJw8JW7+zdlx9CH7RpZl5VWX7rtErLHqinHx//t9HPnTM+LHQy6I5ZZZKu6+/tJYeflly33y6zuuvjD23WPnuPG2e8v9jvrZmfHgo0/FPrvtFH369C73a+rliWdfis/HjovdB27T1ONWu7fbwK3jF8cfFa+98U45+5ALfxv777VLfPeAvVttzXmduLKiIs466eg4++Rj4p33Pyzv95Rzroj111q97v4x0bVLl3md2jgCBAgs5ALiEyBAgAABAgQIECBAgAABAukLSEiAAAECBAgQIECAAAECBAikLyAhAQIECBAgQIAAAQIECBAgkL6AhAQIECBAgAABAgQIECBAgED6AhISIECAAAECBAgQIECAAAEC6QvMOWFhzl30IECAAAECBAgQIECAAAECBDq0gM0RIECAAAECBAgQIECAAAEC6QtISIAAAQIECBBopsCY0Z2i1H1AZJU1Udmlb8T4XjH9nfVi1LPrx6jiClEzuWvUTK2KSaMWj2mf9IjpI3pG9egeURzVKYqfRl2rjZrPa5u5WkSP7t3iz9dcXG75+ewGLtl3sXjhgZvj2EO/1WS37t26xo+PPCBee/j2GPHy38vtr7+/IrbfcpPIsqxhTD7PtRefHh++8EC5T3686sIhsdJyyzT0yU+WXqpvXPSLnzT0+2ToQ/Hw7VfF4EEDo1NlZd5lplZVNS3+dPffYtuvbhyrrbz8TM9nd2OD/mvEe8/cN8t8+djcKPe64swT88tGLd/T9w/aJ958/K5yrtcfviO+s9euscsOW5avd952i3L/2c2Rz5sb50blzv99yc3zveV7zG81NUc+Jh+b9837zNjytfP3JD/W38/3e9i39oyXH/pTeX/5vk/98RHRrUvnKJZK0amiaeP68Y4ECBAg0ISAWwQIECBAgAABAgQIECBAgED6AhISIECAAAECBAgQIECAAAEC6QtISIAAAQIECBAgQIAAAQIECKQvICEBAgQIECBAgAABAgQIECCQvoCEBAgQIECAAAECBAgQIECAQPoCzUhYaEYfXQgQIECAAAECBAgQIECAAIEOLGBrBAgQIECAAAECBAgQIECAQPoCEhIgQIAAAQIEmitQrOgVU7psHRUbHhzZnv8X775UjPeHjo0Ph02MJXY+LCp6rRqFwlJRW7VyTB83IKaPWTqq3u0XU4cvG1PeWi0mv7FWTJ2wU3OXS67f628Oj+deHhb7Ddo5KisqksvXFoHeeOc/MXLU5zFg3TXbYjlrECBAICkBYQgQIECAAAECBAgQIECAAIH0BSQkQIAAAQIECBAgQIAAAQIE0heQkAABAgQIECBAgAABAgQIEEhfQEICBAgQIECAAAECBAgQIEAgfQEJCRAgQIAAAQIECBAgQIAAgfQFmpOw0JxO+hAgQIAAAQIECBAgQIAAAQIdVsDGCBAgQIAAAQIECBAgQIAAgfQFJCRAgAABAgQINFvg1Y+L0WXHjWL6/kdFoXuPWPoHP4uem34lVjv2xOiy9IrR59CTo+vaX43OK64XhaU3jlLPvaK46Lejpltd67p3xJK7R6cB+zR7vdQ6brRB/3jnybtj+y03SS1am+SZMHFy/PaGW6PPor1jsw3XbZM1LUKAAIGEBEQhQIAAAQIECBAgQIAAAQIE0heQkAABAgQIECBAgAABAgQIEEhfQEICBAgQIECAAAECBAgQIEAgfQEJCRAgQIAAAQIECBAgQIAAgfQFJCRAgAABAgQIECBAgAABAgTSF2hWwkKzeulEgAABAgQIECBAgAABAgQIdFAB2yJAgAABAgQIECBAgAABAgTSF5CQAAECBAgQINB8ga3POyNKa67bMKDHWpvGUgedED022Lh8r7DY4tF98O7R/Ttfi+4HbDdT6zJopygs3rfc1wuBWQlMnjI1jj713DjhjEvijvv+Efc89FhcdvXNsf0+R8YTz70UJ/7gkFhz1ZVmNdx9AgQIEGhSwE0CBAgQIECAAAECBAgQIEAgfQEJCRAgQIAAAQIECBAgQIAAgfQFJCRAgAABAgQIECBAgAABAgTSF5CQAAECBAgQIECAAAECBAgQSF9AQgIECBAgQIAAAQIECBAgQCB9geYlLDSvm14ECBAgQIAAAQIECBAgQIBAhxSwKQIECBAgQIAAAQIECBAgQCB9AQkJECBAgAABAgQIdDCBLl06R//VV4l/PTM0jj7lnDjyp2fEhb+7MdZefeW498bL46B9du9gO7YdAgQILAACtkiAAAECBAgQIECAAAECBAikLyAhAQIECBAgQIAAAQIECBAgkL6AhAQIECBAgAABAgQIECBAgED6AhISIECAAAECBAgQIECAAAEC6QtISIAAAQIECBAgQIAAAQIECKQv0MyEhWb2040AAQIECBAgQIAAAQIECBDogAK2RIAAAQIECBAgQIAAAQIECKQvICEBAgQIECBAgACBjiZQWVERRx+ybzx9340x4uW/l9uHLzwQf7jirPjKemtHlmUdbcv2Q4AAgQ4vYIMECBAgQIAAAQIECBAgQIBA+gISEiBAgAABAgQIECBAgAABAukLSEiAAAECBAgQIECAAAECBAikLyAhAQIECBAgQIAAAQIECBAgkL6AhAQIECBAgAABAgQIECBAgED6As1NWGhuR/0IECBAgAABAgQIECBAgACBDidgQwQIECBAgAABAgQIECBAgED6AhISIECAAAECBAgQIECAAAEC6QtISIAAAQIECBAgQIAAAQIECKQvICEBAgQIECBAgAABAgQIECCQvoCEBAgQIECAAAECBAgQIECAQPoCEhIgQIAAAQIECBAgQIAAAQLpC0hIgAABAgQIECBAgAABAgQIpC/Q7ISFZvfUkQABAgQIECBAgAABAgQIEOhgArZDgAABAgQIECBAgAABAgQIpC8gIQECBAgQIECAAAECBAgQIJC+gIQECBAgQIAAAQIECBAgQIBA+gISEiBAgAABAgQIECBAgAABAukLSEiAAAECBAgQIECAAAECBAikLyAhAQIECBAgQIAAAQIECBAgkL6AhAQIECBAgAABAgQIECBAgED6As1PWGh+Vz0JECBAgAABAgQIECBAgACBDiVgMwQIECBAgAABAgQIECBAgED6AhISIECAAAECBAgQIECAAAEC6QtISIAAAQIECBAgQIAAAQIECKQvICEBAgQIECBAgAABAgQIECCQvoCEBAgQIECAAAECBAgQIECAQPoCEhIgQIAAAQIECBAgQIAAAQLpC0hIgAABAgQIECBAgAABAgQIpC8wFwkLc9FXVwIECBAgQIAAAQIECBAgQKADCdgKAQIECBAgQIAAAQIECBAgkL6AhAQIECBAgAABAgQIECBAgED6AhISIECAAAECBAgQIECAAAEC6QtISIAAAQIECBAgQIAAAQIECKQvICEBAgQIECBAgAABAgQIECCQvoCEBAgQIECAAAECBAgQIECAQPoCEhIgQIAAAQIECBAgQIAAAQLpC8xNwsLcdNaXAAECBAgQIECAAAECBAgQ6DACNkKAAAECBAgQIECAAAECBAikLyAhAQIECBAgQIAAAQIECBAgkL6AhAQIECBAgAABAgQIECBAgED6AhISIECAAAECBAgQIECAAAEC6QtISIAAAQIECBAgQIAAAQIECKQvICEBAgQIECBmxT/LAAAQAElEQVRAgAABAgQIECCQvoCEBAgQIECAAAECBAgQIECAQPoCc5WwMFe9dSZAgAABAgQIECBAgAABAgQ6iIBtECBAgAABAgQIECBAgAABAukLSEiAAAECBAgQIECAAAECBAikLyAhAQIECBAgQIAAAQIECBAgkL6AhAQIECBAgAABAgQIECBAgED6AhISIECAAAECBAgQIECAAAEC6QtISIAAAQIECBAgQIAAAQIECKQvICEBAgQIECBAgAABAgQIECCQvsDcJSzMXXe9CRAgQIAAAQIECBAgQIAAgQ4hYBMECBAgQIAAAQIECBAgQIBA+gISEiBAgAABAgQIECBAgAABAukLSEiAAAECBAgQIECAAAECBAikLyAhAQIECBAgQIAAAQIECBAgkL6AhAQIECBAgAABAgQIECBAgED6AhISIECAAAECBAgQIECAAAEC6QtISIAAAQIECBAgQIAAAQIECKQvMJcJC3PZX3cCBAgQIECAAAECBAgQIECgAwjYAgECBAgQIECAAAECBAgQIJC+gIQECBAgQIAAAQIECBAgQIBA+gISEiBAgAABAgQIECBAgAABAukLSEiAAAECBAgQIECAAAECBAikLyAhAQIECBAgQIAAAQIECBAgkL6AhAQIECBAgAABAgQIECBAgED6AhISIECAAAECBAgQIECAAAEC6QvMbcLC3A7QnwABAgQIECBAgAABAgQIEGh3ARsgQIAAAQIECBAgQIAAAQIE0heQkAABAgQIECBAgAABAgQIEEhfQEICBAgQIECAAAECBAgQIEAgfQEJCRAgQIAAAQIECBAgQIAAgfQFJCRAgAABAgQIECBAgAABAgTSF5CQAAECBAgQIECAAAECBAgQSF9AQgIECBAgQIAAAQIECBAgQCB9gblOWJjrEQYQIECAAAECBAgQIECAAAEC7SxgeQIECBAgQIAAAQIECBAgQCB9AQkJECBAgAABAgQIECBAgACB9AUkJECAAAECBAgQIECAAAECBNIXkJAAAQIECBAgQIAAAQIECBBIX0BCAgQIECBAgAABAgQIECBAIH0BCQkQIECAAAECBAgQIECAAIH0BSQkQIAAAQIECBAgQIAAAQIE0heY+4SFuR9iBAECBAgQIECAAAECBAgQINCuAhYnQIAAAQIECBAgQIAAAQIE0heQkAABAgQIECBAgAABAgQIEEhfQEICBAgQIECAAAECBAgQIEAgfQEJCRAgQIAAAQIECBAgQIAAgfQFJCRAgAABAgQIECBAgAABAgTSF5CQAAECBAgQIECAAAECBAgQSF9AQgIECBAgQIAAAQIECBAgQCB9gXlIWJiHMYYQIECAAAECBAgQIECAAAEC7ShgaQIECBAgQIAAAQIECBAgQCB9AQkJECBAgAABAgQIECBAgACB9AUkJECAAAECBAgQIECAAAECBNIXkJAAAQIECBAgQIAAAQIECBBIX0BCAgQIECBAgAABAgQIECBAIH0BCQkQIECAAAECBAgQIECAAIH0BSQkQIAAAQIECBAgQIAAAQIE0heYl4SFeRlkDAECBAgQIECAAAECBAgQINBuAhYmQIAAAQIECBAgQIAAAQIE0heQkAABAgQIECBAgAABAgQIEEhfQEICBAgQIECAAAECBAgQIEAgfQEJCRAgQIAAAQIECBAgQIAAgfQFJCRAgAABAgQIECBAgAABAgTSF5CQAAECBAgQIECAAAECBAgQSF9AQgIECBAgQIAAAQIECBAgQCB9gXlKWJinUQYRIECAAAECBAgQIECAAAEC7SRgWQIECBAgQIAAAQIECBAgQCB9AQkJECBAgAABAgQIECBAgACB9AUkJECAAAECBAgQIECAAAECBNIXkJAAAQIECBAgQIAAAQIECBBIX0BCAgQIECBAgAABAgQIECBAIH0BCQkQIECAAAECBAgQIECAAIH0BSQkQIAAAQIECBAgQIAAAQIE0heYt4SFeRtmFAECBAgQIECAAAECBAgQINAuAhYlQIAAAQIECBAgQIAAAQIE0heQkAABAgQIECBAgAABAgQIEEhfQEICBAg0IVBbW9vEXbcIECBAgAABAgQIEFhgBWycAAECBAgQIECAAAECBAgQSF9AQgIECBAgQIAAAQIECBAgQCB9AQkJECBAgAABAgQIECBAgACB9AUkJECAAAECBAgQIECAAAECBNIXmMeEhXkcZxgBAgQIECBAgAABAgQIECDQDgKWJECAAAECBAgQIECAAAECBNIXkJAAAQIECBAgQIAAAQIECBCYs0BTX5L95Xv5dUdt9lUbDBiogf/VQP1PvSzLyv+3UX+dH3On/KgRIECAAAECBAgQILDgCdgxAQIECBAgQIAAAQIECBAgkL6AhAQIECBAgAABAgQIECBAgED6AhISIECAAAECBAgQIECAAAEC6QtISIAAAQIECBAgQIAAAQIECKQvMK8JC/M60DgCBAgQIECAAAECBAgQIECgzQUsSIAAAQIECBAgQIAAAQIECKQvICEBAgQIECBAgAABAgQIECDQDIEs++JLsvMvxm6qlUql8pdoN/WsA9yzt9paBgzUQDNqYMYfh/nPrhmvnRMgQIAAAQIECBAg0OEFbJAAAQIECBAgQIAAAQIECBBIX0BCAgQIECBAgAABAgQIECBAIH0BCQkQIECAAAECBAgQIECAAIH0BSQkQIAAAQIECBAgQIAAAQIE0heY54SFeR5pIAECBAgQIECAAAECBAgQINDGApYjQIAAAQIECBAgQIAAAQIE0heQkAABAgQIECBAgAABAgQIEJiVQP2XX+fHvOX98uOMrVQqRd5mvNfxzmvDnhioATUwYw3kP7eKxWLDz6/8uv55/rMub1mWlX925OcaAQIECBAgQIAAAQILgoA9EiBAgAABAgQIECBAgAABAukLSEiAAAECBAgQIECAAAECBAikLyAhAQIECBAgQIAAAQIECBAgkL6AhAQIECBAgAABAgQIECBAgED6AvOesDDvQ40kQIAAAQIECBAgQIAAAQIE2lTAYgQIECBAgAABAgQIECBAgED6AhISIECAAAECBAgQIECAAAECsxTIsv99+XX+xdj1X5CdH8tfnJ1/efZ/W7GmJjpsszfvjRpQA1+qgVLdz67aUinqj/U/4/Kfb/l5fcuy//0cnOUPSw8IECBAgAABAgQIEOgYAnZBgAABAgQIECBAgAABAgQIpC8gIQECBAgQIECAAAECBAgQIJC+gIQECBAgQIAAAQIECBAgQIBA+gISEiBAgAABAgQIECBAgAABAukLzEfCwnyMNZQAAQIECBAgQIAAAQIECBBoQwFLESBAgAABAgQIECBAgAABAukLSEiAAAECBAgQIECAAAECBAg0LTDjl1/X95hw4fnRqF10QYzP79UdJ3TgZm8XBAMGaqBxDeQ/u2Zsk++9O2pLpSjVtfqff/nPvvw8y7L8VCNAgAABAgQIECBAoIML2B4BAgQIECBAgAABAgQIECCQvoCEBAgQIECAAAECBAgQIECAQPoCEhIgQIAAAQIECBAgQIAAAQLpC0hIgAABAgQIECBAgAABAgQIpC8wPwkL8zPYWAIECBAgQIAAAQIECBAgQKDNBCxEgAABAgQIECBAgAABAgQIpC8gIQECBAgQIECAAAECBAgQIDALgSzLIsuyyL/8Ov9C7LxNf+H5mHzj9THl9zfE1D/cWG5VN/2+4Zifd8AW9vR7BnV1qg7UwaxqIP95ViwWo7qmOkp1x9pSqfyzL//5l2Vf/BycxY9KtwkQIECAAAECBAgQ6DgCdkKAAAECBAgQIECAAAECBAikLyAhAQIECBAgQIAAAQIECBAgkL6AhAQIECBAgAABAgQIECBAgED6AhISIECAAAECBAgQIECAAAEC6QvMV8LCfI02mAABAgQIECBAgAABAgQIEGgjAcsQIECAAAECBAgQIECAAAEC6QtISIAAAQIECBAgQIAAAQIECDQlkH/p9Uztv1+IXe5fKEQsMM1evVdqQA3MpgbKP9QiijU1X7RSMYrFYpT++zMv/1n43y4OBAgQIECAAAECBAh0aAGbI0CAAAECBAgQIECAAAECBNIXkJAAAQIECBAgQIAAAQIECBBIX0BCAgQIECBAgAABAgQIECBAIH0BCQkQIECAAAECBAgQIECAAIH0BeYvYWH+hhtNgAABAgQIECBAgAABAgQItImARQgQIECAAAECBAgQIECAAIH0BSQkQIAAAQIECBAgQIAAAQIEZimQZVn5WfnLr2tro1gqRvm87m63ARvGqs88u2A0+/Q+qQE1MIsaWO4Pf6j7ifbF3+rq6pg+fXoUa2q++HlXKpV/5tX/3Puil1cCBAgQIECAAAECBDqsgI0RIECAAAECBAgQIECAAAEC6QtISIAAAQIECBAgQIAAAQIECKQvICEBAgQIECBAgAABAgQIECCQvoCEBAgQIECAAAECBAgQIECAQPoC85mwMJ/jDSdAgAABAgQIECBAgAABAgTaQMASBAgQIECAAAECBAgQIECAQPoCEhIgQIAAAQIECBAgQIAAAQIzC+Rfdp1lWaMvvi6VSpG3mXt3/Dt2SIAAgeYIlErFqKmpiWKxWP55l/8srG/5+Pw8P2oECBAgQIAAAQIECHRMAbsiQIAAAQIECBAgQIAAAQIE0heQkAABAgQIECBAgAABAgQIEEhfQEICBAgQIECAAAECBAgQIEAgfQEJCRAgQIAAAQIECBAgQIAAgfQF5jdhYX4nMJ4AAQIECBAgQIAAAQIECBBodQELECBAgAABAgQIECBAgAABAukLSEiAAAECBAgQIECAAAECBAjMQmDGL7rOz2dssxjSUW/bFwECBJolUFNTE8ViTeTHUrEYtXX/L2prI8uyukNts+bQiQABAgQIECBAgACBdhOwMAECBAgQIECAAAECBAgQIJC+gIQECBAgQIAAAQIECBAgQIBA+gISEiBAgAABAgQIECBAgAABAukLSEiAAAECBAgQIECAAAECBAikLzDfCQvzPYMJCBAgQIAAAQIECBAgQIAAgVYWMD0BAgQIECBAgAABAgQIECCQvoCEBAgQIECAAAECBAgQIECAQHMEamtry19+XSqVmtO9g/WxHQIECDRPoFgsRt7qf9blP/vykfkxy7L8VCNAgAABAgQIECBAoMMK2BgBAgQIECBAgAABAgQIECCQvoCEBAgQIECAAAECBAgQIECAQPoCEhIgQIAAAQIECBAgQIAAAQLpC0hIgAABAgQIECBAgAABAgQIpC8w/wkL8z+FGQgQIECAAAECBAgQIECAAIFWFTA5AQIECBAgQIAAAQIECBAgkL6AhAQIECBAgAABAgQIECBAYC4FOlVEdKlsm1boaN81ne+ntjbyL8KeS7b27W51AgQINFMg//lWLBajtlSKUl3Lr/OWD8+PWZb/IMyvNAIECBAgQIAAAQIEOpyADREgTDQ4aQAAEABJREFUQIAAAQIECBAgQIAAAQLpC0hIgAABAgQIECBAgAABAgQIpC8gIQECBAgQIECAAAECBAgQIJC+gIQECBAgQIAAAQIECBAgQIBA+gItkLDQAnOYggABAgQIECBAgAABAgQIEGhFAVMTIECAAAECBAgQIECAAAEC6QtISIAAAQIECBAgQIAAAQIECMxZIP/S66itLXcsn5fPFpwXOyVAgEBzBco/4+p+3tVG3f/Lj3Uty7K6H4Ff/Axs7jz6ESBAgAABAgQIECDQ9gJWJECAAAECBAgQIECAAAECBNIXkJAAAQIECBAgQIAAAQIECBBIX0BCAgQIECBAgAABAgQIECBAIH0BCQkQIECAAAECBAgQIECAAIH0BVoiYaElJjEHAQIECBAgQIAAAQIECBAg0GoCJiZAgAABAgQIECBAgAABAgTSF5CQAAECBAgQIECAAAECBAgQaKZAli2wX4DdzIS6ESBAIKK2trah1Xvk97Isq790JECAAAECBAgQIECgYwrYFQECBAgQIECAAAECBAgQIJC+gIQECBAgQIAAAQIECBAgQIBA+gISEiBAgAABAgQIECBAgAABAukLSEiAAAECBAgQIECAAAECBAikL9AiCQstMotJCBAgQIAAAQIECBAgQIAAgVYSMC0BAgQIECBAgAABAgQIECCQvoCEBAgQIECAAAECBAgQIECAwNwIZNmC+AXYc5NQXwIECBAgQIAAAQIECBAgQGDBFLBrAgQIECBAgAABAgQIECBAIH0BCQkQIECAAAECBAgQIECAAIH0BSQkQIAAAQIECBAgQIAAAQIE0heQkAABAgQIECBAgAABAgQIEEhfoGUSFlpmGrMQIECAAAECBAgQIECAAAECrSJgUgIECBAgQIAAAQIECBAgQCB9AQkJECBAgAABAgQIECBAgACB9AUkJECAwFwIZHV9a2tr6179JUCAAAECBAgQIEBggRKwWQIECBAgQIAAAQIECBAgQCB9AQkJECBAgAABAgQIECBAgACB9AUkJECAAAECBAgQIECAAAECBNIXkJAAAQIECBAgQIAAAQIECBBIX6CFEhZaaB7TECBAgAABAgQIECBAgAABAq0gYEoCBAgQIECAAAECBAgQIEAgfQEJCRAgQIAAAQIECBAgQIAAgfQFJCRAgAABAgQIECBAgAABAgTSF5CQAAECBAgQIECAAAECBAgQSF9AQgIECBAgQIAAAQIECBAgQCB9AQkJECBAgAABAgQIECBAgACB9AUkJECAAAECBAgQIECAAAECBNIXaKmEhZaayDwECBAgQIAAAQIECBAgQIBAiwuYkAABAgQIECBAgAABAgQIEEhfQEICBAgQIECAAAECBAgQIEAgfQEJCRAgQIAAAQIECBAgQIAAgfQFJCRAgAABAgQIECBAgAABAgTSF5CQAAECBAgQIECAAAECBAgQSF9AQgIECBAgQIAAAQIECBAgQCB9AQkJECBAgAABAgQIECBAgACB9AVaLGGhxWYyEQECBAgQIECAAAECBAgQINDCAqYjQIAAAQIECBAgQIAAAQIE0heQkAABAgQIECBAgAABAgQIEEhfQEICBAgQIECAAAECBAgQIEAgfQEJCRAgQIAAAQIECBAgQIAAgfQFJCRAgAABAgQIECBAgAABAgTSF5CQAAECBAgQIECAAAECBAgQSF9AQgIECBAgQIAAAQIECBAgQCB9gZZLWGi5qcxEgAABAgQIECBAgAABAgQItKiAyQgQIECAAAECBAgQIECAAIH0BSQkQIAAAQIECBAgQIAAAQIE0heQkAABAgQIECBAgAABAgQIEEhfQEICBAgQIECAAAECBAgQIEAgfQEJCRAgQIAAAQIECBAgQIAAgfQFJCRAgAABAgQIECBAgAABAgTSF5CQAAECBAgQIECAAAECBAgQSF+gBRMWWnAuUxEgQIAAAQIECBAgQIAAAQItKGAqAgQIECBAgAABAgQIECBAIH0BCQkQIECAAAECBAgQIECAwPwITJo0KbbbbrvIsiy+//3vR01NTZPTvfDCC9GjR48477zzmnzuZusKmJ0AAQIECBAgQIAAAQIECBBIX0BCAgQIECBAgAABAgQIECBAIH0BCQkQIECAAAECBAgQIECAAIH0BSQkQIAAAQIECBAgQIAAAQIE0heQkAABAgQIECBAgAABAgQIEEhfoCUTFlpyMnMRIECAAAECBAgQIECAAAECLSZgIgIECBAgQIAAAQIECBAgQCB9AQkJECBAgAABAgQIECBAgECLCVx55ZXx8MMPt9h8rTnRFdfcGmPHTWzNJTrS3PZCgAABAgQIECBAgAABAgQIpC8gIQECBAgQIECAAAECBAgQIJC+gIQECBAgQIAAAQIECBAgQIBA+gISEiBAgAABAgQIECBAgAABAukLSEiAAAECBAgQIECAAAECBAikL9CiCQstOpvJCBAgQIAAAQIECBAgQIAAgRYSMA0BAgQIECBAgAABAgQIECCQvoCEBAgQIECAAAECBAgQIECgZQRWWWWV6NevX5x66qnx+eeft8ykrTjLZ5+Pjwv/76Z44+33W3GVjjK1fRAgQIAAAQIECBAgQIAAAQLpC0hIgAABAgQIECBAgAABAgQIpC8gIQECBAgQIECAAAECBAgQIJC+gIQECBAgQIAAAQIECBAgQIBA+gISEiBAgAABAgQIECBAgAABAukLtGzCQstOZzYCBAgQIECAAAECBAgQIECgRQRMQoAAAQIECBAgQIAAAQIECKQvICEBAgQIECBAgAABAgQIEGghgeWXXz7OO++8eOGFF+LSSy+N2traFpq5daYZM25CjB8/KX597W3x6FNDW2eRjjKrfRAgQIAAAQIECBAgQIAAAQLpC0hIgAABAgQIECBAgAABAgQIpC8gIQECBAgQIECAAAECBAgQIJC+gIQECBAgQIAAAQIECBAgQIBA+gISEiBAgAABAgQIECBAgAABAukLtHDCQgvPZzoCBAgQIECAAAECBAgQIECgBQRMQYAAAQIECBAgQIAAAQLzL9DRv+hu/hOaYUEXsH8CBAgQIECAAAECBAgQINCSArvsskscfvjhcfHFF8ezzz7brKnzz08ee+yx2GqrraKioiKyLIuePXvGkUceGSNGjGjWHPPSKV+3ftxtd/8jbv3L3+svkzsKRIAAAQIECBAgQIAAAQIECKQvICEBAgQIECBAgAABAgQIECCQvoCEBAgQIECAAAECBAgQIECAQPoCEhIgQIAAAQIECBAgQIAAAQLpC0hIgAABAgQIECBAgAABAgQIpC/Q0gkLczPhjP/QYj6u/jo/arXBgIEaUANqQA2oATWgBtSAGlADakANtFAN+G/MWrWkltSAGlADakANqAE1oAbUgBqYvxrIf585Y8s9Z7x2TqADCNgCAQIECBAgQIAAAQIECBBoUYEuXbrEKaecEv369YsTTjghxo8fP9v5889LLr744th2221j8uTJceWVV8Ztt90Whx12WNxwww2xzTbbxPvvvz/bOVrq4WNPvxSXXfWnGDtuYktN2VHmsQ8CBAgQIECAAAECBAgQIEAgfQEJCRAgQIAAAQIECBAgQIAAgfQFJCRAgAABAgQIECBAgAABAgTSF5CQAAECBAgQIECAAAECBAgQSF9AQgIECBAgQIAAAQIECBAgQCB9gRZPWJibGbMsm+kLCEul0kz38n8MUpu/LyThx08NqAE1oAbUgBpQA2pADagBNbAw14Ds6l8NqAE1oAbUgBpQA2pADagBNdASNZD/LrR+nvw8b/l1ftQItL+AHRAgQIAAAQIECBAgQIAAgZYXWGmlleLss8+OJ554Iq6++urZLvDiiy/GkCFD4sgjj4xnn302Dj/88Bg8eHBcfvnl8fjjj8fo0aPjggsuaPjfikcr/3n73Q/jgt/9If791n9aeaW2nN5aBAgQIECAAAECBAgQIECAQPoCEhIgQIAAAQIECBAgQIAAAQLpC0hIgAABAgQIECBAgAABAgQIpC8gIQECBAgQIECAAAECBAgQIJC+gIQECBAgQIAAAQIECBAgQIBA+gItn7DQ3CnzL8LIW94/P365lUql0BioATWgBtSAGlADakANqAE1oAbUgBpogRrw39g+Y1ADakANqAE1oAbUgBpQA2pADbRYDdT/XrP+95wzHvNzjUC7CViYAAECBAgQIECAAAECBAi0ksBee+0VBx10UPzqV7+KoUOHznKVO++8Mzp37hw//OEPo1OnTo36bbLJJrHnnnvG/fffH6NGjYorrrktTjn7d3HBb2+K6265N/5y/2Pxr2deitfffDc++nR0TJ48tdH42V3c99ATs3w8YcLk+M11t8fDT7wwyz4L1AObJUCAAAECBAgQIECAAAECBNIXkJAAAQIECBAgQIAAAQIECBBIX0BCAgQIECBAgAABAgQIECBAIH0BCQkQIECAAAECBAgQIECAAIH0BSQkQIAAAQIECBAgQIAAAQIE0hdohYSF5syZfylGfb9SqRT5dbFYjPpWU1MT9a3+nuP/fFiwUANqQA2oATWgBtSAGlADakANqIG5qQF91YsaUANqQA2oATWgBtSAGlADamDuayD/feWX3fLfbeYt//1m3up/55llWfl3nvXXjgTaQ8CaBAgQIECAAAECBAgQIECgtQQ6deoUp556anTr1i2GDBkSU6dObXKpjz76KFZbbbVYdtllZ3qeZVmstdZaMXr06BgxYkTstev28c1dt4t111olKisr4t0PPo77//l0/O76O+Pcy2+IE3/1m3K74Nd/iKtvujvuvO+R+Ofjz8cLr7wZ7/7n4/hszLioqSmW1/ls7PjycXYvd9z7cNxy10Oz67JAPLNJAgQIECBAgAABAgQIECBAIH0BCQkQIECAAAECBAgQIECAAIH0BSQkQIAAAQIECBAgQIAAAQIE0heQkAABAgQIECBAgAABAgQIEEhfQEICBAgQIECAAAECBAgQIEAgfYHWSFiY3aT5l2Dkrb5Pfj7xo7vivQf6x/sPrhsfPLRew/HDv68fecvvaeuVbThwUANqQA2oATWgBtSAGlADakANqIF5qAH/TVn3eQM3/7ejBtSAGlADakANqAE1oAbUwNzWwIy/q8zP899nThnzahSLxSiVSpH/rjNv+e8+82OWZfmpRqC9BKxLgAABAgQIECBAgAABAgRaVWC11VaL888/P+6777644YYb5nut5ZbpG5sMWDt22WGLOHDwLnHcUd+Os0/+Xlxx9vFx2vGHxXcP3DMGbrtpLL/cUlFVNS1eef3tuPO+R+K6P94TF/+/P8bpF1wdp5z9uzj38hvi9TfebdZ+Hn/m5bjsqj/FmHHjm9W/A3ayJQIECBAgQIAAAQIECBAgQCB9AQkJECBAgAABAgQIECBAgACB9AUkJECAAAECBAgQIECAAAECBNIXkJAAAQIECBAgQIAAAQIECBBIX0I/qUQAABAASURBVEBCAgQIECBAgAABAgQIECBAIH2BVklYmN2sWZZFlmXlLvmXYNR/MUb1xLeivtVMejs0BmpADagBNaAG1IAaUANqQA2oATWgBlqqBsyjltSAGlADakANqAE1oAbUgBpQA/NbA/nvMstz1NRETV0rFouRt/x3nnnLsi9+B1r+RagXAu0iYFECBAgQIECAAAECBAgQIND6AnvvvXfstttuccYZZ8Tbb78904LLLbdcvPPOO/Hxxx/P9Cz/DOWNN96I5ZdfPpZddtmZntffyLIsllpisVi//2qx09abxLf2HBjHHL5PnP6zI+PX5/w0LvjFsXHC0d+Jg/fdNbbdYsNYsu9iMW1adf3wOR7ffvfDuOi3N8ewt96bY9+O18GOWkMgr82/XXB+XLDN1jHizTdaY4lmz/n4tdfEJQN3iomjRzd7jI4ECBAgQIAAAQIECBAgkJqAPAQIECBAgAABAgQIECBAgED6AhISIECAAAECBAgQIECAAAEC6QtISIAAAQIECBAgQIAAAQIECKQvICEBAgQIECBAgAABAgQIECCQvkDrJCzMadr8H8ibsZVKpfKQrotuECts8xeNgRpQA2pADagBNaAG1IAaUANqQA2ogZasAXOpJzWgBtSAGlADakANqAE1oAbUwHzXQKGyR/l3mjU1NZG3YrEY+e858zbj7z7z83JHLwTaWsB6BAgQIECAAAECBAgQIECgDQS6desW5557blRXV8eVV14ZPXp88ZlJ/dK77757TJkyJS6//PJyn/r7+fG5556Lu+66KwYOHBiLL754fmueWreuXWLF5frFJhv2j90GbhmHfXtQFEvFuZprwqTJ8bvr74xHnnxxrsa1e+cFbAOfDBsWZ228UZy+7jqN2qUDd4pnb745inWftXWESLV1n/UVp1d3hK3YAwECBAgQIECAAAECBAgQiGBAgAABAgQIECBAgAABAgQIpC8gIQECBAgQIECAAAECBAgQIJC+gIQECBAgQIAAAQIECBAgQIBA+gISEiBAgAABAgQIECBAgAABAukLtFLCwqzmzb/sIm/1z/Pz/Isx8lZ/r8dS24fGQA2oATWgBtSAGlADakANqAE1oAbUQMvVAEuWakANqAE1oAbUgBpQA2pADaiB+a+B+t9nTp8+vfzldTU1NVEqlSL/nWfe6p9nWVZ/6kigTQUsRoAAAQIECBAgQIAAAQIE2kpgnXXWiZNOOikefvjhGD16dKNlN9988zjzzDPjqquuik033TSuueaauP322+OHP/xhbLXVVrHRRhvFL3/5y8iy9v0MZZFePWO3gV+NjTdYq9H+O/rFgrq/9XbbLfa95JIYfMEFscVBB0WhsjL+evZZcf/ZZ0ep7nO29s6V72fXU0+NEx77V/Rb8381UTVxYvxlyGnxzE03tegWa6ZNi4d//et44LxzW3RekxEgQIAAAQIECBAgQIBAGgJSECBAgAABAgQIECBAgAABAukLSEiAAAECBAgQIECAAAECBAikLyAhAQIECBAgQIAAAQIECBAgkL6AhAQIECBAgAABAgQIECBAgED6Aq2VsDC7ibPsi3+sMf8SjBnb7MZ4RoAAAQIECBAgQIAAAQIECMyzgIEECBAgQIAAAQIECBAg0IIC1dXVkbdisRilUqnc6n/v2YLLmIrA3AroT4AAAQIECBAgQIAAAQIE2lTgqKOOioEDB860ZpZlccIJJ8S9995bfnbEEUfEPvvsE3fccUecddZZ8Ze//CUWWWSR8rP2eFlh2aVi/72/Fr86+Xvx9e23iJ49urfHNuZ1zQV23FJrrhn9B+4c6+6ya3ztZyfG0ffcGwP23DNeve/eGDX8nQ6bq7qqKt596qmonlbVonss1X22+P4Lz8fU8eNbdF6TESBAgAABAgQIECBAgEASAkIQIECAAAECBAgQIECAAAEC6QtISIAAAQIECBAgQIAAAQIECKQvICEBAgQIECBAgAABAgQIECCQvoCEBAgQIECAAAECBAgQIECAQPoCrZaw0NyZ8y/CyL8UIz82d4x+BAgQIECAAAECBAgQIECAwNwI6EuAAAECBAgQIECAAAECLSlQLBYjbzU1NeF3nS0pa675EzCaAAECBAgQIECAAAECBAi0nEDPnj3jkUceKbf8vKmZ8/sPPvhg5P878BNPPLFRlyzLYrfddouhQ4eWn+d9Pv744zjhhBOiR48ejfq21cW6a68a3z94r/jZMQfGVzder62WbeF10pmuorIy1t5pYEybPDnGfzoinWCSECBAgAABAgQIECBAgACB+RYwAQECBAgQIECAAAECBAgQIJC+gIQECBAgQIAAAQIECBAgQIBA+gISEiBAgAABAgQIECBAgAABAukLSEiAAAECBAgQIECAAAECBAikL9B6CQtzmjr/RxzrW943P8+PGgECBAgQIECAAAECBAgQINDCAqYjQIAAAQIECBAgQIAAgRYVqKmpKbf8d5z1LV+g/jw/5tcagTYVsBgBAgQIECBAgAABAgQIEFiIBf7ywGOzTL/lJuvHicceGN876JuxzlqrzLLfAvEgsU2WaqqjUFkZ3Xr3jvo/+Wdrwx56MH49aPc4fd114pfrrxc3/eD78fl//lPuUjNtWvn6yv32jakTJpTv5S/5uLt+fmqct+VXY/S77+a3yi2/f8eJP4v6/m8+8kictfFG8Z/nnosHzj2nPP/1hx4S06dMicevvSYuGbhTTBw9ujz2z6ecHBdtv12M//TT+PvFF5f3k4/9ZNiw8vN87tnttdypiZd8nbM33aS8h5fvvrs8b571zbq9zdg9z/rEtdfGuVtsXu5z0Q7bx2sP3B/5ujP2mz51anl/9f3yY77f/P6M/WZ1Pm3y5Hjokovjgm22Lq+T7+W3e34j8mwzrpW75D6P1znl70f+vuTvT97/6gP2jw+GDp1piXwP+V7yPeX98mN+nd+v7zzjvKOHD4/rDj6ovI987vy9mzp+fH1XRwIECBAgQIAAAQIECCwcAlISIECAAAECBAgQIECAAAEC6QtISIAAAQIECBAgQIAAAQIECKQvICEBAgQIECBAgAABAgQIECCQvoCEBAgQIECAAAECBAgQIECAQPoCrZiwMLu5838ELsuyyLKs3C2/zlv5wgsBAgQIECBAgAABAgQILLACxcmfxbQPn11g95/qxuUiQIAAAQIECBAgQIAAgZYVKJVKUd/qf89Zf8yyL34H2rIrmo3AnAX0IECAAAECBAgQIECAAAECC7PAmLETGsXv2aNb7LLDFnHWyd+Lb++1cyy/zFKNni+oFyntu2rSpHjuj7fEMv37x5JrrFGOln/G9uS118ZtP/lJ9Ftr7Rh8wQWx+5Ah8fl778U1B34nRr3zTlR26RKrb7V1jB4+PMZ+9FF5XP4yddy4+PjVV2Pq+PHx6bBh+a1yy++PeOONWPWrW0a33r3L9/KXf1x2aSy5+hpx2tCX4pDrro/O3bvntxu1Tb717Rh0+unRtVevWG+33WLfSy6Jvc+/IPosu2w0Z6+NJpvhYs3tto+9zjk3llh55Vhxo43K8+ZzL7322g29aqZNi/t+dWZ8MPTFskG+j0KhIv588snxwYsvNvTLHW855ph45uabYouDDirPle/7qRtviNt/enxUV1U19G3qZNynn8Y1B+wfT99wQ6y7yy7l8Xv88owoVHaKW487LvL3I88649ixH3xYN/dPY7Hll499Lroodjn5lBj38cdx8w++X34P6vvO7d4+eP75+OOxx8RaO+xY3seAb3wjXr3vvjqHX0WppqZ+WkcCBAgQIECAAAECBAgkLyAgAQIECBAgQIAAAQIECBAgkL6AhAQIECBAgAABAgQIECBAgED6AhISIECAAAECBAgQIECAAAEC6QtISIAAAQIECBAgQIAAAQIECKQv0JoJC3OaPP9H4PI2p36eEyBAgAABAgQIECBAgMCCIzDqthOi8PLvF5wNLxw7lZIAAQIECBAgQIAAAQIEWlgg/z1nfSuVSuXZsywrH70QaCcByxIgQIAAAQIECBAgQIAAgYVa4LOx48v5l+3XN/bbc6c459QfxG4Dt4xFevcs30/kZYGOMfLNN2PYQw/Ga/f/Ne4/5+y4YtddYsKokfGNX50VXXt+8T59+u9/xyO/+23s8KMfxd7nnx/r7rJrbDR4nzjommujS48e8cJtt5YNlhswoHz85PXXysf8ZcSbb0TVxImxxMorx7tPPxX553f5/c/eey/GffxxrLzZpvlluVVXVcXSa/ePDffaKwoVFeV7Tb0st/76sca220WXuv0tteaa0X/gzrHWDjtEt0UWiebutal5+66ySqy1447Rc4klYtFlly3Pm8/de6mlGrpPHjMmFum3dOx7yaUNDnudd175+bAH/1Y+5i/P3/qn+PDll+Lga6+Lbb//g/JcO9b5ffPcc2P4E0/Ehy8Nzbs12Uo1NfHY//0uJowcGYf9/g+xy8mnlMd/Ze+948hbbinb/+vqq2L0O+80Gv/KvffEbkOGNPTf7IAD4rAbfx+dunYtv38106aV+8/t3j4YOjT2Pu/82OLgg8v72P0Xp8c6O38thj/5RHz+wQflOb0QIECAAAECBAgQIEBgIRAQkQABAgQIECBAgAABAgQIEEhfQEICBAgQIECAAAECBAgQIEAgfQEJCRAgQIAAAQIECBAgQIAAgfQFJCRAgAABAgQIECBAgAABAgTSF2jVhIXmzp7/w3r1rblj9CNAgAABAgQIECBAgACBjicw5a1/xRKLT42strbjba6ZO8r/+/Sa354aBw1eK95955U5jvrwP2/GYd9aN/7vsp9GsVgzx/7t08GqBAgQIECAAAECBAgQINCaAlmWlb9MLP9vytZcx9wEZi/gKQECBAgQIECAAAECBAgQWLgFunfrEkd+Z884+UcHx9abDYgsyxIEWbAjvXrffXHrccfF7SecEM/efHNssMce8b077oy+q6zSEOzfDz0UXXr2jHW/vkuj93CRpZeO5TbYIEa+9VZMnzIlFlthhVhqjTXi3SefilLNF/97jfeeeTaW32BArD9oUHz86qsxddy48rwfvDQ08vFLrr5G+br+ZeXNNm20Rv395h6bu9fmzvflfp26do2vDB4cFZWVDY+WXH31cu6qiRPL96ZOmBDD/va3WH3rbWKZ/v3L9+pfVthww+ix+OLxybBh9bdmOo4fMSLeevTRWH/3QbHMuus2ep6vu9G++0axujqGP/lko2dNrZe/J/133jlGvvlmTBk3NuZlb6tvU5djhn3ke1h5i82jZtq08vveaBMuCBAgQIAAAQIECBAgkKyAYAQIECBAgAABAgQIECBAgED6AhISIECAAAECBAgQIECAAAEC6QtISIAAAQIECBAgQIAAAQIECKQvICEBAgQIECBAgAABAgQIECCQvkDrJizM7fS+EGNuxfQnQIAAAQIECBAgQIBAxxKY8OTVUShkEaXaFt2zJCNTAAAQAElEQVTYM0/eH7tt2zvyY4tO3MRkpVIxqqunNfGk6VvVNdOi5r//kHzTPTrAXVsgQIAAAQIECBAgQIAAgRYXmPF3mzOet/hCJiTQXAH9CBAgQIAAAQIECBAgQIDAQi5w9KGDY4N1VktbYQFPt9NPfhKnv/Z6nPLc87HZAQfEUzfcEC/f/ZdGqSaMHBGTPvssLvv61+L0dddpaL9cb9149b77YuxHH8W0yZOja8+esfJmm8cnr70akz7/PKZOmBDDn3wi1tpxx1hp401i4qhR8dl770XNtGnx/vPPx3IbbBA9FlusYa1OXbtG735LN1zPy0lz9zovc+djui2ySPTqu0R+2tAqKiujc/fuMf7TT2P6lCnlfJPHjIlhDz0YZwzYoMErt7u4zmLCyJEx+p13GsZ/+SR3mzZpUtkny7IvP65bv29079MnRr87vNGzpfuvHYW6vTS6WXfRa6mlYur48XXvyZh52ttSa64ZWdZ4H736LhnVVVWR10XdEv4SIECAAAECBAgQIEAgfQEJCRAgQIAAAQIECBAgQIAAgfQFJCRAgAABAgQIECBAgAABAgTSF5CQAAECBAgQIECAAAECBAgQSF9AQgIECBAgQIAAAQIECBAgQCB9gVZOWGjl+U1PgAABAgQIECBAgAABAh1I4PN/XhW9u0+J8r/BXartQDubu61UVFTG9350Ydx4+xuxymrrNwwe/vbLcdpP94x333ml4V5+kvfJ++Zj8rH5vY7W7IcAAQIECBAgQIAAAQIEWl6gtrY28tbyM5uRwLwJGEWAAAECBAgQIECAAAECBFpa4N0PPo1PRnwexVJt1P1ttdbS+055vlSyde7WLXb88XGx+jbbxD8uuyxGvfNOo2iLLb98fPOcc2PfSy6Zqe0+5BfRtVevcv+VN9s0Jo4eHZ+9926M/eijqJo4MZbu3z+WWHnl6LXkkvHBS0NjyrixMfLNN2OVzbeILMvK4+pfssL8/395aO5e69ecm2O+v6xQ0awh6+z8tZms6v02+da3mzXH3HTKKma9r8ouXaJT164N07X13hoWdkKAAAECBAgQIECAAIEFVMC2CRAgQIAAAQIECBAgQIAAgfQFJCRAgAABAgQIECBAgAABAgTSF5CQAAECBAgQIECAAAECBAgQSF9AQgIECBAgQIAAAQIECBAgQCB9gdZOOP//Gl5r79D8BAgQIECAAAECBAgQINBiAp1HPB7l/xCsjSjUVLbYvB1los9GfxJvvfFilEqljrKl5u5DPwIECBAgQIAAAQIECBAgQCB9AQkJECBAgAABAgQIECBAgECLCpx12e/jiuv+HJOqqqOmlEV1MVqtlWpbdOspT5ZUtk5du8b2xx4bpZqaePL666JYd8wDdu3VK6ZPnRorbLhh9B+480xt9a23jnxs3rffmmvFYiuuGO8982y8+/RTsfhKK0WfZZeN7n36xCqbbx7vP/98jHjjzcgKhVh+wIBo6T9zs9eWXrt+vorKyujcvXvU1tbGWtvvMJNXbrjc+uvXd5/p2K137+jSs2d89PLL5Tm+3GHi6NExZezYWGbddRs9+uzdd2fqn7+Xn7z6WvRcYonoUfcezO/eGi3oggABAgQIECBAgAABAguPgKQECBAgQIAAAQIECBAgQIBA+gISEiBAgAABAgQIECBAgAABAukLSEiAAAECBAgQIECAAAECBAikLyAhAQIECBAgQIAAAQIECBAgkL5AqycstPoKFiBAgAABAgQIECBAgACBDiHwyc0/j84xJQr5P8pfiigWO8S2bKIs4IUAAQIECBAgQIAAAQIECBBIX0BCAgQIECBAgAABAgQIECDQcgJ33PtwfPDxyNh7t+1jxeX6tdzEZppPgfSG91tzrdh0/wPi5bvvjnf+9a9ywNW33iYmf/55vPbA/VFbm/8PUcq3m3zptuiisex668V7zz4Tbz/6aKy+1dZR2aVLue8qm28Ro95+O169795YcvXVo1ffvuX78/My5v33Gw2fm702Gvili4kjR8X0qVO/dLd5l7nByptuFm//67H4ZNiw5g2aodci/frFSptsGq/ce0988tprMzyJKNbUxAu33hqdunWLFTb8SqNnw594Ij7/z38a3fvw5ZfjzUcejlW32CLyfeVtfvbWaHIXBAgQIECAAAECBAgQWGgEBCVAgAABAgQIECBAgAABAgTSF5CQAAECBAgQIECAAAECBAgQSF9AQgIECBAgQIAAAQIECBAgQCB9AQkJECBAgAABAgQIECBAgACB9AVaP2Gh9ZewAgECBAgQIECAAAECBAi0t8C0j/8dS05/MyqmRxSqsohptZFF2/wn4ZTJE+O6//eLOGDPVWO3bXvHQYPXigfuuT5u/cNFsd/uK8Q7b70U+Z+pUyfHKccNiovP+V6MHvVRnHfGYfHNnZeKPXZYLE49bo8Y+ekHebeGdvvNl8YR+28QYz4fUW75+Rkn7xeTJo6LHx25TXmtU+rmy+fN++TP8zENE9SdTJ82Ne6588o48oABMWj7PuWWn9/75yujpqa6rscXf/M58rmau7cvRs3Fq64ECBAgQIAAAQIECBAgQIBA+gISEiBAgAABAgQIECBAgACBFhIY+upb8fATL8SuO341NhmwdgvNapoWEUhwkizLYuN994nFV1wx/nHZpTF5zJhYefPN4yt7D45/XHpp/OG7R8Yr994bwx56MJ675Y9x/aGHxNuPPdYgkWVZrL3jTvHRyy/HJ6+/HssNGNDwbMnVVy+fD3vwwVhx442jskuX8vW8vHTp0SP6LLdc5HM9+8eb45mbboqRb701V3ttat1O3brFossuG+8992w8/fsbI5/7gxdfbKrrLO9lWRZfPeyw6L3UUnHdQQfG/eecHblX3v5x2WXx+yOPiImjR89yfKGyMnb6yU+ix2KLxbUHfqdh/It33BFXfetb8eKdd8TuQ4bEkqut1miO7n36xHUHHxRP3XBDeb18rRsPPywWXWaZ2PzgQyLLsnKbn701WtAFAQIECBAgQIAAAQIEFhYBOQkQIECAAAECBAgQIECAAIH0BSQkQIAAAQIECBAgQIAAAQIE0heQkAABAgQIECBAgAABAgQIEEhfQEICBAgQIECAAAECBAgQIEAgfYE2SFhogzUsQYAAAQIECBAgQIAAAQLtLDD14RuiMC2+aNPrNlNVGzGhKmqeuTlKL/wxap/7U9SO/6zuQcv+nTxpQpw95Dtx311XxTY77h0n//LG2Ofbx8Udt1waf7njd00u9slHw+Ps074TSy+zUhx/yv+Lvb/9oxj2+jNxwa8Oj3y+pgb17LlIfO9HF8bg/Y+Lrl27x6FHnVFe69sH/yw6d+7S1JDyXGcPOTCu+vVJsfY6m8UJp10dP6lbr98yK8f/u/zE+N2lP42amupGY+dlb40mmMWF2wQIECBAgAABAgQIECBAgED6AhISIECAAAECBAgQIECAAIGWEJgwcXJcc/PdsfEGa8WuO321JaY0RwsKpDpV76X6xTbfPSpGvfNOPHPTTVGoqIivn3RS7HLyKTFq+PC486QT49bjjovHrrwylu7fP5Zdb71GFEuuvnr0XGKJ8v0lVlqp4Vmvvn0jf1aorIxVNt+i4f68nHTu3j2+fuKJ5XX+etZZ8dQN10dl585RUTf33Oz1y2tnWRY7HHtsrLDhhvHPyy+Phy66KGpra7/cbY7Xiy69dBx87bWxwZ57xvN/+lPZ67bjj4+3Hn0k1t/jG9G9T5/ZzpGPP/wPN8VG++wbQ++8szz+nl+eHr2W7BtH/vGW6D9w55nGr7fbbrHnWWfHc7f8sdz/yeu+WP/QG26MfL76Afn5/Oytfh5HAgQIECBAgAABAgQILCwCchIgQIAAAQIECBAgQIAAAQLpC0hIgAABAgQIECBAgAABAgQIpC8gIQECBAgQIECAAAECBAgQIJC+gIQECBAgQIAAAQIECBAgQIBA+gJtkbDQFotYgwABAgQIECBAgAABAgTaT2DCc3+Nnp+/G6Wq7Is2JaI0vm4/tWMje+kvUfviXVHzwl+jdvzYupst+/f+u6+N1199Oo476Xdx1LHnx1bb7RmD9j4qzrronujde7EmFxv+9isxeP/j4qAjhpT758e99js23n5zaF17IZr607lLt9h4s4HRf73No7JT5xiw8XblsesN2DoqKiqbGhL53l4e+q848RfXxU9O+X+xzQ57x/YD940zzr8zDvnu6fHPB2+Jl198tNHYedlbowmavnCXAAECBAgQIECAAAECBAgQSF9AQgIECBAgQIAAAQIECBAg0CICp19wVayw7FIxeNCOLTKfSVpUYIGebJn+/ePU51+IrQ47vMkc6w8aFKe/9nrscOyxkWVZdOraNTY74IA4/p8Pl+/nz/Lzr53ws+jep0+jOfost1z89JFH45Drro/O3bs3PKvs0iUO+O3vyuvm6zc8qDtZc7vtmrxf96i8x+Me+nv06ts3v2xo/dZaO465597yfn784EOx+EorlZ/NzV7LA7700nupfnHoDTeW582NVtxoo3KP3KqpfeQZ86x5y8/Lnete8nn2OP2XcdpLL5fn+sUrr8b37/xzbFBnW1HZ9P++pW5Yw9/cdddTT41Tnnu+YXzut8w66zT0aXRS9z6tvvXW8cP7Hyj3z9fN1++5xBKNuuUXzdlb7p3nzXPnY2Zs+fuV10B+nPG+cwIECBAgQIAAAQIECCQoIBIBAgQIECBAgAABAgQIECCQvoCEBAgQIECAAAECBAgQIECAQPoCEhIgQIAAAQIECBAgQIAAAQLpC0hIgAABAgQIECBAgAABAgQIpC/QJgkLbbKKRQgQIECAAAECBAgQIECg3QS6PHtv1E6Nxm1ibdSOrY1S3j6vjWKPTaKwwuotusepUyfHi8/9I9YfsFVssvnOjeZest/ysd1O+za6V3+x5lobxVc2+d8XFWRZFusN2LL8eMrkieXj/L5Mmjgunnzs7ib3lmVZ3d72iSX6Lh1PPPqXRku1zt4aLeGCAAECBAgQIECAAAECBAgQSFJAKAIECBAgQIAAAQIECBAgMP8Cl175p/IXrw8etEP07NFt/ic0QwsLmI4AAQIECBAgQIAAAQIECBBIX0BCAgQIECBAgAABAgQIECBAIH0BCQkQIECAAAECBAgQIECAAIH0BSQkQIAAAQIECBAgQIAAAQIE0heQkAABAgQIECBAgAABAgQIEEhfoG0SFtpmGasQIECAAAECBAgQIECAQHsJvDd2Sgyf1iU+LSwRU4vdo7YqGrXqqr7R5RsHtvj2pk6ZGKNGfhCrrrFBdO4y8xcPVFRUNrnmkkuvEN2692z0rGevPtG1a/f45KN3G92f14vp06tiwoTPZ7m37j0Xib5LLh+jRnwQVVVTGpZplb01zO6EAAECBAgQIECAAAECBAgQSFZAMAIECBAgQIAAAQIECBAgMJ8C9/ztX/HOex/G4EE7xCorLjufmH9qMQAAEABJREFUsxneKgImJUCAAAECBAgQIECAAAECBNIXkJAAAQIECBAgQIAAAQIECBBIX0BCAgQIECBAgAABAgQIECBAIH0BCQkQIECAAAECBAgQIECAAIH0BSQkQIAAAQIECBAgQIAAAQIE0hdoo4SFNlrHMgQIECBAgAABAgQIECDQTgJr/fz6WOsXv48VfvbbmNRriShVRUMrVnWKip32j6z3Iq22uy5durfa3ClMLAMBAgQIECBAgAABAgQIECCQvoCEBAgQIECAAAECBAgQIEBgfgRef+Pd+Nsjz8TAbTeNLTZeb36mMrYVBUxNgAABAgQIECBAgAABAgQIpC8gIQECBAgQIECAAAECBAgQIJC+gIQECBAgQIAAAQIECBAgQIBA+gISEiBAgAABAgQIECBAgAABAukLSEiAAAECBAgQIECAAAECBAikL9BWCQtttZB1CBAgQIAAAQIECBAgQKD9BWqra6N2ajS0UpfVostWW7bKxgpZIQqFinj3nVejWKyZaY0pUybMdK+tbnTu3DV69148hr/1ckyfVgfypYWnTBofo0d9GMuvtGZ07dr9S09b9NJkBAgQIECAAAECBAgQIECAQPoCEhIgQIAAAQIECBAgQIAAgXkWmFo1LX53w52xwTqrxze+vs08z2NgqwtYgAABAgQIECBAgAABAgQIEEhfQEICBAgQIECAAAECBAgQIEAgfQEJCRAgQIAAAQIECBAgQIAAgfQFJCRAgAABAgQIECBAgAABAgTSF5CQAAECBAgQIECAAAECBAgQSF+gzRIW2mwlCxEgQIAAAQIECBAgQIBA+wuUsqitinIrTl8kuh7+vVbbU69FFovV19wwXnrh4XjnrZdixj8fvf9W/PPBW2a81WLnUyZPjHFjR892vp69Fo2NNh8Yr7z0eDz39ION+tbW1sYjf78txnw2IjbdYpdGz1r+wowECBAgQIAAAQIECBAgQIBA+gISEiBAgAABAgQIECBAgACBeRc4/cKrY+kll4jBu+8w75MY2QYCliDQcQR69e0bxz3099jqsMM7zqbshAABAgQIECBAgAABAkkICEGAAAECBAgQIECAAAECBAikLyAhAQIECBAgQIAAAQIECBAgkL6AhAQIECBAgAABAgQIECBAgED6AhISIECAAAECBAgQIECAAAEC6Qu0XcJC2y1lJQIECBAgQIAAAQIECBBob4GslEWpKotiVUVk628fFSss3WpbqqiojL2+9cOorOwUQ07YK/54/bnx+CN3xS03nh+/GnJArLLa+i2+9uJLLB3de/SKW/9wUTz2zzvirlt/E1OnTm5ynT0HHx3rrLd5nPfLQ+Pis48q93/4oVtjyM/2ihuvPiP2P+TkGLDRdk2ObbGbJiJAgAABAgQIECBAgAABAgTSF5CQAAECBAgQIECAAAECBAjMo8Dvrr8zJk+eGoP32CH6LNprHmcxrE0ELEKAAAECBAgQIECAAAECBAikLyAhAQIECBAgQIAAAQIECBAgkL6AhAQIECBAgAABAgQIECBAgED6AhISIECAAAECBAgQIECAAAEC6QtISIAAAQIECBAgQIAAAQIECKQv0IYJC224lqUIECBAgAABAgQIECBAoJ0FSjURtVMjsh5LRveD947W/rPq6hvE+Vf8Lfqvu3ncevMlcf4Zh8ULz/w9jv3p5eV7Lb1+vt5BRwyJ/7z7elxw5hHx9psvRkVFRZPL9OjZO0791c1xwCEnx8tDH4vzfnloXHLO96JqyuQYcs6fYq9v/TCyLGtybEvdNA8BAgQIECBAgAABAgQIECCQvoCEBAgQIECAAAECBAgQIEBgXgT+9vDT8fqb78Z+e+4Ua666wrxMYUwbCliKAAECBAgQIECAAAECBAgQSF9AQgIECBAgQIAAAQIECBAgQCB9AQkJECBAgAABAgQIECBAgACB9AUkJECAAAECBAgQIECAAAECBNIXkJAAAQIECBAgQIAAAQIECBBIX6AtExbacjFrESBAgAABAgQIECBAgED7CmTVEcXabtHpgMMj696lRTez2Vd3ifsenRD5ccaJl11+tfjFubfGnx8cGXf/c0xc8JsHY531tohisSYKhYq6Vih379atR5x9yT3xk5P/r3w948tqawyIP937QQze/8cNt/Pzq29+ORZbvF/DvSzLYrc9j4hb7/sw7nl4bJxw2jXRuXPXcp+8bz6moXPdSb7mfgedEDfc9u/y3uv3t9GmO0WWZXU9vvib95ubvX0xao6vOhAgQIAAAQIECBAgQIAAAQLpC0hIgAABAgQIECBAgAABAgTmWuCd9+p+5/3g47HdV78SW282YK7HG9DmAhYkQIAAAQIECBAgQIAAAQIE0heQkAABAgQIECBAgAABAgQIEEhfQEICBAgQIECAAAECBAgQIEAgfQEJCRAgQIAAAQIECBAgQIAAgfQFJCRAgAABAgQIECBAgAABAgTSF2jThIU2Xc1iBAgQIECAAAECBAgQINCuApVTi1FYvX902XL9dt3H9GlTY9irT8Xiiy8dS/Rdtl330n6LW5kAAQIECBAgQIAAAQIECBBIX0BCAgQIECBAgAABAgQIECAwdwLFUikuvfJP0X/NlWPwoB3mbrDe7SRgWQIECBAgQIAAAQIECBAgQCB9AQkJECBAgAABAgQIECBAgACB9AUkJECAAAECBAgQIECAAAECBNIXkJAAAQIECBAgQIAAAQIECBBIX0BCAgQIECBAgAABAgQIECBAIH2Btk1YaNvlrEaAAAECBAgQIECAAAEC7SmwyE67RY8fHdGeWyiv/dzTD8YrLz0e62+0TfTqvVj53kL3IjABAgQIECBAgAABAgQIECCQvoCEBAgQIECAAAECBAgQIEBgLgVOv+CqWGKxRWOfQTvM5Ujd203AwgQIECBAgAABAgQIECBAgED6AhISIECAAAECBAgQIECAAAEC6QtISIAAAQIECBAgQIAAAQIECKQvICEBAgQIECBAgAABAgQIECCQvoCEBAgQIECAAAECBAgQIECAQPoCbZyw0MbrWY4AAQIECBAgQIAAAQIE2lGg68Ado2KpxdpsBy8++4849SffiDv+eFk8/shd8fBDt8a5px8S5/3y0FhltfVi8Ld/HFmWtdl+OtJC9kKAAAECBAgQIECAAAECBAikLyAhAQIECBAgQIAAAQIECBCYG4Frb74nxo6bGIMH7RB9F+8zN0P1bUcBSxMgQIAAAQIECBAgQIAAAQLpC0hIgAABAgQIECBAgAABAgQIpC8gIQECBAgQIECAAAECBAgQIJC+gIQECBAgQIAAAQIECBAgQIBA+gISEiBAgAABAgQIECBAgAABAukLtHXCQlsvaD0CBAgQIECAAAECBAgQWHgE+i65XFRWVsZtf7wkzvnFQXHx2UfF8LdfioOP/EWcecGfY7HF+y08GI2TuiJAgAABAgQIECBAgAABAgTSF5CQAAECBAgQIECAAAECBAg0W+CRJ16MF199M/bafftYd61Vmj1Ox3YXsAECBAgQIECAAAECBAgQIEAgfQEJCRAgQIAAAQIECBAgQIAAgfQFJCRAgAABAgQIECBAgAABAgTSF5CQAAECBAgQIECAAAECBAgQSF9AQgIECBAgQIAAAQIECBAgQCB9gTZPWGjzFS1IgAABAgQIECBAgAABAguNwPIrrRm/PP+OuOXu/8R9j06Iex4eG1fd9FLs/e0fRfcevRYah5mDukOAAAECBAgQIECAAAECBAikLyAhAQIECBAgQIAAAQIECBBonsD7H4+I2+/9Z2y12YDYYcuNmjdIrw4iYBsECBAgQIAAAQIECBAgQIBA+gISEiBAgAABAgQIECBAgAABAukLSEiAAAECBAgQIECAAAECBAikLyAhAQIECBAgQIAAAQIECBAgkL6AhAQIECBAgAABAgQIECBAgED6Am2fsND2S1qRAAECBAgQIECAAAECBAgs5ALiEyBAgAABAgQIECBAgAABAukLSEiAAAECBAgQIECAAAECBJopcNFvb47VV1k+Bu++fTNH6NZhBGyEAAECBAgQIECAAAECBAgQSF9AQgIECBAgQIAAAQIECBAgQCB9AQkJECBAgAABAgQIECBAgACB9AUkJECAAAECBAgQIECAAAECBNIXkJAAAQIECBAgQIAAAQIECBBIX6AdEhbaYU1LEiBAgAABAgQIECBAgACBhVpAeAIECBAgQIAAAQIECBAgQCB9AQkJECBAgAABAgQIECBAgEBzBM686Nro2bNb7DNox6isrGjOEH3aWODNRx6JszbeKD4ZNmymlWe88cLtt5X75f3r7z9+7TVxycCdYuLo0eVb06dMiesPPST+fMrJ5et5ecnnyufM556X8S09piUytfSe5me+/P1rzvs9P2u0x9i2rJtUDdvjfbMmAQIECBAgQIAAAQIdQ8AuCBAgQIAAAQIECBAgQIAAgfQFJCRAgAABAgQIECBAgAABAgTSF5CQAAECBAgQIECAAAECBAgQSF9AQgIECBAgQIAAAQIECBAgQCB9gfZIWGiPRa1JgAABAgQIECBAgAABAgQWYgHRCRAgQIAAAQIECBAgQIAAgfQFJCRAgAABAgQIECBAgAABAnMU+P1tD8TIz8bEvoN2jGX6LTHH/jp0OIFGG6qeWtXo2gUBAgQIECBAgAABAgQIECCQhIAQBAgQIECAAAECBAgQIECAQPoCEhIgQIAAAQIECBAgQIAAAQLpC0hIgAABAgQIECBAgAABAgQIpC8gIQECBAgQIECAAAECBAgQIJC+QLskLLTLqhYlQIAAAQIECBAgQIAAAQILrYDgBAgQIECAAAECBAgQIECAQPoCEhIgQIAAAQIECBAgQIAAgdkLPPn8q/HMi6/FHl/bOgasu8bsO3vaQQUab2vzAw+MU59/IdbcbrvGD+bxqmrixPjLkNPimZtumscZDFsYBUa88e+48YgjYsSbbyyM8Vsts/97bDVaExMgQIAAAQIECBBYAARskQABAgQIECBAgAABAgQIEEhfQEICBAgQIECAAAECBAgQIEAgfQEJCRAgQIAAAQIECBAgQIAAgfQFJCRAgAABAgQIECBAgAABAgTSF2ifhIX2WdaqBAgQIECAAAECBAgQIEBgIRUQmwABAgQIECBAgAABAgQIEEhfQEICBAgQIECAAAECBAgQIDAbgRGjP4+b7/hbbPaVdWPn7TabTU+POrRAK2+uuqoq3n3qqaieVtXKK5k+JYHxI0bGhy8NjVKxlFKsds/i/x7b/S2wAQIECBAgQIAAAQLtJ2BlAgQIECBAgAABAgQIECBAIH0BCQkQIECAAAECBAgQIECAAIH0BSQkQIAAAQIECBAgQIAAAQIE0heQkAABAgQIECBAgAABAgQIEEhfoJ0SFtppXcsSIECAAAECBAgQIECAAIGFUkBoAgQIECBAgAABAgQIECBAIH0BCQkQIECAACmugh0AABAASURBVAECBAgQIECAwOwELvzNTbHyisvG4EHbz66bZx1cwPYIECBAgAABAgQIECBAgACB9AUkJECAAAECBAgQIECAAAECBNIXkJAAAQIECBAgQIAAAQIECBBIX0BCAgQIECBAgAABAgQIECBAIH0BCQkQIECAAAECBAgQIECAAIH0BdorYaG9FrYuAQIECBAgQIAAAQIECBBYCAVEJkCAAAECBAgQIECAAAECBNIXkJAAAQIECBAgQIAAAQIECMxS4LwrbozIIgbvvn1069ol/FkwBcZ9+mlcsduucclOO8WIN/5dDvHmI4/EWRtvFJ8MG1a+np+XP59ycly0/XYx/tNP4+8XXxynr7tOk3OPHj48rjv4oPLzX66/Xtx2/PEx6bPPZlr6g6FD4+oD9i/3y+fKz/N7M3WcxY18nZt/8P04c8AG5Tny40MXXxQ106bNYkREbW1tDHvowfj1oN3LY/L93VQ3x+f/+U95zIcvvRRnbjggHvntb8vXM75UTZoUV+//7fjDUd+N6qqq8qPpU6eWLc7dYvPyfPkxt8nvlzvUvUwcPTouGbhTPH7N1fHaA/fHBdts3aRbXde5+juu7n348vudT5Bb3336L+LM/7pctMP28ezNN0expiZ/3NDyPeZ7zfec++fH/Dq/X99p+pQpcf2hh0T+3n953twwt6ytM63v/+VjffY/HnN02ezKffeJfK18znzuGfvn7+ec6iZfK18zXzuf58vv34zzzeq8tliMV//618hd8jny3E9ef/1MPvla7z//fFx74HciXyfve/YmG0dum1vMOP/j115Tfo/HfvRRPHHttZHPmffP13jr0UfLdTdj/9w4t67vlx/z6/z+jP3yupyxxvN+T91Y9/O6rlP+njT1f49ffp/ruvpLgAABAgQIECBAgEB6AhIRIECAAAECBAgQIECAAAEC6QtISIAAAQIECBAgQIAAAQIECKQvICEBAgQIECBAgAABAgQIECCQvoCEBAgQIECAAAECBAgQIECAQPoC7Zaw0G4rW5gAAQIECBAgQIAAAQIECCx0AgITIECAAAECBAgQIECAAAEC6QtISIAAAQIECBAgQIAAAQIEmha49e5/xIefjIr99hgYKy7Xr+lO7nZ4gfwLyf980okxdcKE2O+yy6LfWmu3+J43+da3Y9Dpp0fXXr1ivd12i30vuST2Pv+C6LPssg1rffD88/HHY4+JtXbYsfx8wDe+Ea//7YG4/+yzo1hT09Bv2EMPxnUHHxSdunSNvc49r9xqi8XyveFPPdXQb1Yn+fjffnPPGPn227HzCT8rr5Ufp44fH6W6eZoaV1tbG09ee23c9pOflH0GX3BB7D5kSHz+3ntxzYHfiVHvvFN3f61YedNN461HHylbzjjPqLfeik///e8YsOee0alr16iaNCluOeaYeObmm2KLgw4q7yE3eurGG+L2nx4f1VVVMw6PNx9+OIY/8UT88P4H4tTnX4hl+vdv9HxuLmb1fo/79NOy4VuPPBK5R/4erb7NNvHXs8+Khy68IHKDfJ253fvUcePiz6ecHMVp0+Kb55wTe/zyjP/P3n0A2FWViQP/7ptJZiaToKBIE4QIBBEDDKIGlJICDM1gAFEsWLK7wu5/dV12V9y1YMGyNnANdrB3SQIptChRQGKAhBZRg6KA9N7evPJ/577MTCIBUibJzJ2fO+fe8+475ft+984LMyebE6WWlvjxe98bN118URpytSU9K0d+4IOx/zveEaXW1pjcsE8xHXTyydE6cmRfn1vX4LlJsT/b/esb8BkqC7/6lfjNd74dU/7tvflz99ztXhgXNmxumDu3r1ea64pzz41vnvTWKD/+RBz1wQ/l93fv170ulpx3Xm6crPs6NCqVhs0FH/1I3HrN1flzlb5XSqWW+OG7/zX+umRJo0Xza03t72o8j+m5fPS+++K1H/1YpOd13MEHxz3Ll+cDpWctzZGMV/5+LJX8v+PkQA4ECBAgQIAAAQIECBAgMBACxiBAgAABAgQIECBAgAABAgSKLyBDAgQIECBAgAABAgQIECBAoPgCMiRAgAABAgQIECBAgAABAgSKLyBDAgQIECBAgAABAgQIEBiGAv7FsWF30yVMgAABAgQIECBAgAABAgQIFF9AhgQIECBAgAABAgQIECBAgEDxBWRIgAABAgQIECBAgMBQEvjtkmVx2RXXxOGTJsS+e79kKIU+qGOt1WobNb60ofjP/vM/486bb44TvzQjtn3pSzfI/C8cPz52PfCgaBs9OrYaNy52n3JI7DZxYnQ85zl98916zTUx7ZOfiglvfWv+/pEf/FC89JBDY/lvroz7br01b/fg3+6Iiz/3udjz6KPjTV/5Sow/8si8vPlrX48d9t47rvz2tyJtpp43Xs0hbYx+/umnx077viLe9fPz4pUnnpjPlc5Hf/j0GDlq1Gp6Rdxx003xixlfion/+q8x7VOfij26D499jj0u3vL1b0RbZ2cs/vGPYkR7e+w2eXLcceONjXLDKuPcMH9ejHn+82OHrn3y67/90Q/jL0uujbd+45tx4LtOzmOY1Bj7mE98Iv7461/HX669Jm/Xe3j8wQdj0rvfk8/Ve21dzk93v2uVSlx29oyoVavxzu99v88lbV4/6d3vjiWzZ8c9t9yST7m2sf9+4cJIm98fc8YncreuadPipHPOjW133z0WfPGL8dj99+fj/v0hee7ymtc07mtXtLS2xthXTciddmzcu1LjdW/7NXlu1uT+9Y73dOeeJ56I8qOPNZ67r+bPXHr2jv/sZ2PMllvGdXPn9D13aa4FXzwrfz6m/+AH0TVtWh539/tOi7d/+zvx6H33xeXf+EbU6/W+qdK152y9TRz/uc/nRunZet0nP5m/f31j7LzSOKypfXqGeh5/PA7/7//JY03P6zEfPyO63/e+xigRT/f9mJVK+fsOBAgQIECAAAECBAgQIEBg/QWMQIAAAQIECBAgQIAAAQIECBRfQIYECBAgQIAAAQIECBAgQIBA8QVkSIAAAQIECBAgQIAAAQIECBRfQIYECBAgQIAAAQIECBAgMBwF/Itjw+2uy5cAAQIECBAgQIAAAQIECBAovoAMCRAgQIAAAQIECBAgQIAAgeILyJAAAQIECBAgQIAAgSEjcP8DD8c5Pzg/Xr7nbnH45P2HTNybMtBHHnksbr3tzlhywx/il1dcHTPn/TLO/eEFcdbXfhRnnPWt+MhnvhGfPfv7cd8DD220MMuPPhpzPvbRuP3GG+LEGWfHdi972Uabe3UT7XLAAbHtHnv0vZU2fR83cWK+sXrafD298effLo4Hbr89ul43Ld8UPl1LpX306Nj51a+Ou37/+3j8oac3vPmyX0atUonD/uu/IvVJfdek3HTRRdHWmGOPw7ojy7K+Ls/ZZpt44Z57xp033xzlxx6LF++3f4x5wQti2SWX9m3w/si998YfL788dj3o4Py9FN+N8+fHLq9p5Lv77n1jpcoOe+8dnc97XuOe3Jhe9pVtGu06t9ii7/W6VJ7pfj/4t7/Fzb/8Zb75/HO33bZv+CzL8o33K08+Gffdemtuuy6xJ5e+QRuVUc99buw9bVo8cNttcX+jNC6t89eaPDdrev+eLYh933DCKs9Nstp+r72j5/HHo1at5t3TXC0jRsQrTzwx0jOcX1xx2LbxfO82aVL8fuFl8eh99624GjGivT26jj12lfZbjh0bW+ywQzz2wAP5s7Q2z82YF2yZf98sv/KKvrjSZK1tbemkECBAgAABAgQIECBAgACBDS9gBgIECBAgQIAAAQIECBAgQKD4AjIkQIAAAQIECBAgQIAAAQIEii8gQwIECBAgQIAAAQIECBAgQKD4AjIkQIAAAQIECBAgQIAAgWEpUBqWWQ/jpKVOgAABAgQIECBAgAABAgQIFF9AhgQIECBAgAABAgQIECBAgEDxBWRIgAABAgQIECBAgMDQEfjUl74TL9zmBTHtiIOHTtAbKNLHHn8ibvvb3XH9suXx66uWxAUX/zq++9P58aVv/jQ+/vlz4j8/8sX45/f9b/zXx74Un/rit+NHsy6Oq66+Me68+/5ob2uLXcZuHwdN6Ipjj5oYr586OTZ/7mYbKNJVh61WKnHBR06PG+bNi9d94pOx/V57rdpgE7x6wc47R5Zlq8zcNnp09DzxRDx811359YfuujNqjdi/8ZY3x4f2eOkq5ZIvfCEeu//+ePjuu/O2qzvc/Yc/5Juqj9lqq9W9/bTXHrrzb/HIPffEFw47dJU5P/yyPeK6Cy6I+//613jy0UcjbQg/dsKESBuv927wftvSpfHgHXfEy444Is+v8uST+ebvN150YZy+156rjPfZSZPioTvvjBTnysGszmbl95+t/mz3O20u/+Qjj8TCr35llXiS8VdPeH1+D+5e/sd8U/mU19rE/rwdd4z2MWP6QuytjNnyBfm4ybX32rqcV2fzlOdmDe/fM80/or09Ntt6m1WalFpbY0RHe9/9T28+1Jhrix12iNU9Y1mWxfPHjs2f00fu6X9OR22+eWz2d89ka1tbdG6xRTzcePZ7Hn98rex3fs0B8dJDD4tLPv/5+MzBB8Wvv/71eOyBB1J4CgECBAgQIECAAAECBAgQ2CgCJiFAgAABAgQIECBAgAABAgSKLyBDAgQIECBAgAABAgQIECBAoPgCMiRAgAABAgQIECBAgAABAgSKLyBDAgQIECBAgAABAgQIEBieAqXhmfawzVriBAgQIECAAAECBAgQIECAQPEFZEiAAAECBAgQIECAAAECBAgUX0CGBAgQIECAAAECBAgMEYHPnv39ePTRx+K4oyfGmDGdQyTqNQ+zXq/Hw488Fn+7+95Y/qfbYumNf4grfntdXHTZVfGzC34R3/z++fHZL38/Pvipr8a7//tz8R+nfzHO+MK5jeuz45KFv40/3nJbVKrV2G6bLWO/V4yP44+eHO/+h9fH//zb2+NTH/iX+Nj7/ilOPeVN8Q9vnhqvnzo5Dps4ISa8fI94ya47xnZbbxktpY3z1+FbWltj6912i5TvnxZdFdVKZc2RNlDLrKVljUZu6+yMIz/wgTj+c597Spn2qU/H5ttt94zjtLa1RallzeZaeaAttt8+jjnjE0+ZM8Vx5Ac+GO1jxkSWZbHHYd1x/1/+En+76aaoNVyvmzMnXrTPPrn3yuO99JBDVztWGm/fE96wctNYU5tVOq30Yk3v94S3vOVpYxp30MF9I65N7KWWltxlRedVTlmWxYj2tlWure2LNbVZk/v3bHNnG+n785niWBP79tGjY9qnPx3v+tnPYsd9XxEXf+Hz8ZmDDoybLr7omYb2HgECBAgQIECAAAECBAgQGCgB4xAgQIAAAQIECBAgQIAAAQLFF5AhAQIECBAgQIAAAQIECBAgUHwBGRIgQIAAAQIECBAgQIAAAQLFF5AhAQIECBAgQIAAAQIECAxTgY3zLx4OU9zBl7aCRq6EAAAQAElEQVSICBAgQIAAAQIECBAgQIAAgeILyJAAAQIECBAgQIAAAQIECBAovoAMCRAgQIAAAQIECBAYCgLnzf1lLP/zbfGGYw6JF+/4wkEfcqVSjQcfeiRu+9vdcfPyW+Oa626OX1+1JOYtuDJ+dsGC+NaP58bZ5/4sPv2l78aH//dr8R+nfzH+5bTPxPs+9qX46Ge/GZ/98vfjOz+ZG/MX/CaWNPrefe/90dHRFrvvsmN0T5oQ//jWY+K0d58Un/zvU+IzH/7X+MB73xH/b/rx8dbjD4/XHnZAHLRfV+yz526x807bx1ZbbhGjGn0HE9qEt54Uk/7l/8UV554bl5/zzahVq4MpvNXG0j5mTPQ8+WS8YOddYvcphzyl7DZxYnQ85zmr7Zsupv53//GP8dCdd6aXa1xSv/Ljj8cOe+/9lDlTHLu85jUxor09H2+78eNjq3Hj4vp5c+OB22+PP/92Uew1dWrf+y2trTFy1Kio1+ux28ETVzveCxtj5IMN4OGZ7neKvbWtLVrb2lcbT8pxy7FjY11if/COO6L82GMrMuk//XXJkmjfbLMY84Kt+i9uoNra3L/1DWGzrbaO+269NR5ezTOW7vk9y5fHZltvHZutZd5ra59lWWy167g47jOfifdcdFFss/vuMf+Tn1zrZ399PfQnQIAAAQIECBAgQIAAgeEoIGcCBAgQIECAAAECBAgQIECg+AIyJECAAAECBAgQIECAAAECBIovIEMCBAgQIECAAAECBAgQIECg+AIyJECAAAECBAgQIECAAIHhKlAarokPy7wlTYAAAQIECBAgQIAAAQIECBRfQIYECBAgQIAAAQIECBAgQIBA8QVkSIAAAQIECBAgQIDAoBdYeuMf4uLLFsWUA14RE17+sgGJt1qtxZNP9sRjjz0eDz70SNxz3wPxt7vvjb/ecVf8+S93xB+W/yVu+v2f4rqb/hjXXHdzLLr2prjit9fFwiuvjUt/tTgu/OVVMefiX8ePZ10S5/zw/Pi/b/wkPvXFb8cHPvWVeO+HvhDv/p/PxfvPODvO+MK5cdZXfxQ/mHlR3u/G390Sd9/7QJSyLLZ+wfNir5fuElMOfEWcOO3QeM8/nhD//Z63xRmnvSu+8LF/i0994F/iQ6e+M/79lDfFP77lmDhh6pQ4bOKEeNU+e8RLdtkxtt3q+dHZ2TEgHht9kEb+r3rrW2Of446PS7/whbjinHMibVC+oeO4789/Xucpdthr7xjZ0RFX/+ynUa1U1nqc3Q85NMqPPRZXfutba9V/l9ccEI/ee29cP2/usxp1bLZZ7HrgQfGn3/wmrj3vvEgbt+/QtU9frB3PfW7s9IpXxu8XXha333hjbLT/PcP9fu6228Z2e+wR18+dEw/cfvvThrQusf/l2mvjtuuva4654njfrbc2bH4e2++1V6S5V1x+2lPPE0/k/k/b4FneWJv79yxDPevbux54YKR4f/Pd7z7lGbv9+utj2SWXxIsnTIhk+ayDrdQgtV/T56ba07PKc7rZVlvHuIMPjicbz/6Tjz660qgR6/P9uMpAXhAgQIAAAQIECBAgQIAAgV4BZwIECBAgQIAAAQIECBAgQKD4AjIkQIAAAQIECBAgQIAAAQIEii8gQwIECBAgQIAAAQIECBAgQKD4AjIkQIAAAQIECBAgQIAAgWErUBq2mQ/DxKVMgAABAgQIECBAgAABAgQIFF9AhgQIECBAgAABAgQIECBAgEDxBWRIgAABAgSGo0ClWo377n8o/nTr7bHkhj/Ewt9cGxdc9Ov43s8ujLPP/Xl84as/VBh4BjwDg+YZ+NzZ34+vfPu8GN3ZEX/66x1rFNdnv/z9+PT/fSfO+MK5cfr/fj0+8KmvxGkfnxH/cfoX498++IX4l9M+E//635+N937oC/EfH/m/eP8ZZ8eHPv21+OhnvxmfOPNb8ekvfTc+33gGvtz4TDz3hxfED2ZeFDPnXRbzF/wmfnnFNbHomhviuhv/EL+/5a/x4MOPRtuIkbH9dlvFy/d6SRwxaf942+uPjPe+643xwX9/R3zyf/45zjrj3+OT/31K/M+/vT3+7Z/eEP/4lmPiTcceFlO7D4wpB74i9tt3fOz50l3ixTu+MLZ+wfNizJjOaCkV/6+mt7S2Rvdpp0XXtGPjos99Ni7/xjdW2Th8IP+MbuvsjM1f+MK48cIL46rvfy/SBul33nzzWk2x5c47x2veOT2uPe+8+OoJJ8TVP/1p3HjRhfn5h+9+d1z57W8/43g7dHXFxH/+l1j8kx+v0n/hV78Ssz74gSg/9thq++/0qlflRpd8/vPxnX+YHkvPPz+fd9EPvh/nvO2k+P1ll63Sb/cpU6LnyScb8Xwrdj3o4Bjzghf0vZ9lWez39rfHZlttFd98y5tj7hkfz8dKeVzyhS/Et6e/Mx6+++6+9k9XWX7lFfGxl+8Tt1599dM1ecr1p7vfI9rb4+CGy+MPPhgzjpkal3357Dym6+fOyeP78Xvfm9tk2drHPub5z4+fv+99kXJLOV5x7rnx5eOOjZ4nnogD/+ldkeZ+SqArXUh2qU2KKcWT+j/dfVqp2yrVtb1/q3Reyxcv3HPP1T5j6T5/481vim13f2kc1LDOsmytRs6yNbdP3wdfe0P/90cy+9XXvhZjX/mq2GKHHfJ5V/f9WKtU8vccCBAgQIAAAQIECBAgQIDA+gjoS4AAAQIECBAgQIAAAQIECBRfQIYECBAgQIAAAQIECBAgQIBA8QVkSIAAAQIECBAgQIAAAQIECBRfQIYECBAgQIAAAQIECBAgMHwFiv+vLA7fe/v3mXtNgAABAgQIECBAgAABAgQIFF9AhgQIECBAgAABAgQIECBAgEDxBWRIgAABAgSGjcATT5bj8kVL48yv/Sje/d+fiw986ivxvzO+F9/+8ZxY8KvF8Yc//TXK5XJsteXmsctOL1QYeAY8A4PmGbj9znuic1R77LvX7msc0+677BR7v2xc7PeK8THpwH3jiEn7x+uOODhOnHZovPONR8e/vOO4+Ld/ekOc+s9vivf961vjg//+jvjIf/5DnHHau+JTH/iX+NxH3hNnnfHv8fmPvif+90P/Lz7536fER//rH+NDp74z/vs9b4v//Je3xHvf9cb41+mvj3eeeHS84XWHxNGHviYmvvrl8cp9Xhp7vOTFsdMO28aWz9s8j33Y/GGzDom2tLbGlH//99j51a+Oiz732Uibhdfr9XUY6Zm7jBw1Kg77z/+M0c9/fsz52Mca85wTrSNHPnOnv3s3y7KYcNJJcdxnPhOVJ5+IWR/8QPzoPe+Jiz7zv9E2ujN2Peigv+ux6sss6+9fq/T09V/8ox/FNrvv/rTxJKPD/uu/ovt9p8Vdf/xj/Oy//jOf97KvfCXvt93LXrbKRJtvv31s85KXRLVSiZcdcURk2aqbvT93m23ird/4Ruw5dWr89oc/zMf68XvfGzf/8hcx/ujXxqjNN19lvNW9uP3GG+O5220Xz99pp9W9/bTXUi6ru98ph3d857uxwz77xIL/+788pp+/731xx003xd7HHBMjOjryMdc29hftu2+8oTHe8isuz8e8sHGv0hzTv/+DSHPmgz7DITkecuqp8bdly+InjfNt118fpZaWZ+jx1LdSzmtz/546wppfybIs9nv72+ONX5qRd+p9Rm+86KKY+P/+NU744hejffTo/L21Payp/bZ7vDR6nuj//vjV178W+7/jHfHaxvddskjzru77Mcuy9JZCgAABAgQIECBAgAABAgTWR0BfAgQIECBAgAABAgQIECBAoPgCMiRAgAABAgQIECBAgAABAgSKLyBDAgQIECBAgAABAgQIECBAoPgCMiRAgAABAgQIECBAgACBYSxQGsa5D7PUpUuAAAECBAgQIECAAAECBAgUX0CGBAgQIECAAAECBAgQIECAQPEFZEiAAAECBIotUKvVYtE1N8bXvzcr/uP0L8aPZ10az3nO6PjX6a+PD7z3HfG/H/p/eUn1dO2kE46MYw4/KA6fvL/CwDPgGRgUz8DyW2+Px594Mt7W+HyaduTBaxzTYRNfFZMP2DcOnLB37L/v+HjlPi+Nl++5W+z50l1i93E7xa4v3iHGvmi7eNF2W8d2W28ZWz5v89j8uZvFmDGdMaqjLUa0toStqDfMn5HjDjoo3v/bxbHt7rv3TZA2JH/T2V+OD11/Q+x30kmRZVmsrt2r3/6OeM9FF8eYLbfM+6ZNxE/65jlxzMfPyF8/22Hr3V4S/zz7/Hyed194UTxvxx3zsdKYaey/759iSDGlc+97pZaWeOmhh/WNk97/z8uviKkf/Vhssf32vc2e9lxqafY/+byZeRyp/7sbOe37+hOi1NoaT5fTiPb2eOWJJ8Z7L13Q1y/VDz31P2LU5puvMl9q+6YvfyX+55prY/u99lrlvd4Xm221dRz9oQ/H/1y7JB/vg0uvi3f97Oex51FHRe8m7cl5dTa1SiVuv+76GPuqVz1l7t7xe8/j1vB+p/ZbvvjFceKXZkSKJbmk2N7+rW/Hzq9+df5MpDaprEnsqV1v2aZx36f/4Id9eaY50r3vff+ZzlmWRbo36ZlNMR376U9Ha1vbWj836Z6s6f37+3hWZ9jbJj376R6le9V7Lcuy2PWAA+KffvKTPOcUd3pW9n/722NkR0dvs/ycnvu/75/e6H0O0/dXqqdrqayJ/U6veGWs/HyfetnCOOAf/vEpc//992PW+N5IcygECBAgQIAAAQIECBAgQGDdBfQkQIAAAQIECBAgQIAAAQIEii8gQwIECBAgQIAAAQIECBAgQKD4AjIkQIAAAQIECBAgQIAAAQIEii8gQwIECBAgQIAAAQIECBAYzgKl4Zz8sMpdsgQIECBAgAABAgQIECBAgEDxBWRIgAABAgQIECBAgAABAgQIFF9AhgQIECBAoKAC99z3QPx41iXxgU99Nc790Zx44olyHP/aSfG/H/p/8dbjDo9dxm4fL3j+5tHeNrKgAtIiQKAIAnMuuTyW/f7P+efXbrvsWISU5ECgEAJPPPxw3HPL8hj7qglDJx+REiBAgAABAgQIECBAgAABAsUXkCEBAgQIECBAgAABAgQIECBQfAEZEiBAgAABAgQIECBAgAABAsUXkCEBAgQIECBAgAABAgQIECBQfAEZEiBAgAABAgQIECBAgMCwFigN6+yHUfJSJUCAAAECBAgQIECAAAECBIovIEMCBAgQIECAAAECBAgQIECg+AIyJECAAAECRRT41W+WxOe+8oNY/ufbY/9XjI/T3n1SnPL2Y+PVr9gzWlr8Ncci3nM5ESiiwO/+8OeYc/HlcdB+XXHAq/YuYopyIjBkBe6/7bYotbTGNrvvPmRyECgBAgQIECBAgAABAgQIECBQfAEZEiBAgAABAgQIECBAgAABAsUXkCEBAgQIECBAgAABAgQIECBQfAEZEiBAgAABAgQIECBAgAABAsUXkCEBYHccvwAAEABJREFUAgQIECBAgAABAgQIDG8B/zLu8Lj/siRAgAABAgQIECBAgAABAgSKLyBDAgQIECBAgAABAgQIECBAoPgCMiRAgAABAoUS+Mvtd8ZXvzMzfnDeRfHKvV8a7/7HE6J74oTYdqvnFypPyRAgUHyBck8lZpz7s9h9153i2KMmFj9hGRIYYgLb7bFH/NNPfxqbbbXVUIlcnAQIECBAgAABAgQIECBAgEDxBWRIgAABAgQIECBAgAABAgQIFF9AhgQIECBAgAABAgQIECBAgEDxBWRIgAABAgQIECBAgAABAgQIFF9AhgQIECBAgAABAgQIECAwzAVKwzz/YZK+NAkQIECAAAECBAgQIECAAIHiC8iQAAECBAgQIECAAAECBAgQKL6ADAkQIECAQHEELvzFb+LzX/lh9FQq8Z5/PCGOPvQ10TZyRHESlAkBAsNK4NP/953o7OyIY4+aOKzyliwBAhtKwLgECBAgQIAAAQIECBAgQIBA8QVkSIAAAQIECBAgQIAAAQIECBRfQIYECBAgQIAAAQIECBAgQIBA8QVkSIAAAQIECBAgQIAAAQIECBRfQIYECBAgQIAAAQIECBAgMNwFSsMdYFjkL0kCBAgQIECAAAECBAgQIECg+AIyJECAAAECBAgQIECAAAECBIovIEMCBAgQIFAAgTvvvi/O/NqPYsHlV8fRh74mTj5pWrx4xxcWIDMpECAwXAW++p3z4o4774k3TD0kXvD8zYcrg7wJEFhPgZGjRsVJ3zwnjvn4GRHrOZbuBAgQIECAAAECBAgQIECAwBAQECIBAgQIECBAgAABAgQIECBQfAEZEiBAgAABAgQIECBAgAABAsUXkCEBAgQIECBAgAABAgQIECBQfAEZEiBAgAABAgQIECBAgMCwFygNe4FhACBFAgQIECBAgAABAgQIECBAoPgCMiRAgAABAgQIECBAgAABAgSKLyBDAgQIECAw1AXue+Ch+Ob3z4/OUe3xb//0hjhwwt5DPSXxEyAwzAUuXrgoltzwhzjm8ANjj93GDnMN6RMgMFACxiFAgAABAgQIECBAgAABAgSKLyBDAgQIECBAgAABAgQIECBAoPgCMiRAgAABAgQIECBAgAABAgSKLyBDAgQIECBAgAABAgQIECBAoPgCMiRAgAABAgQIECBAgAABAiUEhReQIAECBAgQIECAAAECBAgQIFB8ARkSIECAAAECBAgQIECAAAECxReQIQECBAgQGNICDz30SHztOzPjOc8ZHW874cjYcovnDul8BE+AAIFbbr09zpvzy9h/3/Ex6TX7AiFAgMBACRiHAAECBAgQIECAAAECBAgQKL6ADAkQIECAAAECBAgQIECAAIHiC8iQAAECBAgQIECAAAECBAgQKL6ADAkQIECAAAECBAgQIECAAIHiC8iQAAECBAgQIECAAAECBAhEiUHRBeRHgAABAgQIECBAgAABAgQIFF9AhgQIECBAgAABAgQIECBAgEDxBWRIgAABAgSGrsBjjz8RZ3/r5zGqoz3edsKRUSr5q4tD926KnACBXoEZ5/wsXrzjC+PYoyf2XnImQIDAAAgYggABAgQIECBAgAABAgQIECi+gAwJECBAgAABAgQIECBAgACB4gvIkAABAgQIECBAgAABAgQIECi+gAwJECBAgAABAgQIECBAgACB4gvIkAABAgQIECBAgAABAgQIRPhXdIv+FMiPAAECBAgQIECAAAECBAgQKL6ADAkQIECAAAECBAgQIECAAIHiC8iQAAECBAgMUYFyuSe++PUfR+uI1jjphCOivW3kEM1E2AQIEOgX+PT/fafxoh7Hv3ZSjGhtbdR9ESBAYIAEDEOAAAECBAgQIECAAAECBAgUX0CGBAgQIECAAAECBAgQIECAQPEFZEiAAAECBAgQIECAAAECBAgUX0CGBAgQIECAAAECBAgQIECAQPEFZEiAAAECBAgQIECAAAECBBoCpUbxVWABqREgQIAAAQIECBAgQIAAAQLFF5AhAQIECBAgQIAAAQIECBAgUHwBGRIgQIAAgaEoUK/X4/Nf+UFkWRZve/2RMbpz1FBMQ8wECBBYReDcH10Qf/7r3+INxxwa22295SrveUGAAIH1FdCfAAECBAgQIECAAAECBAgQKL6ADAkQIECAAAECBAgQIECAAIHiC8iQAAECBAgQIECAAAECBAgQKL6ADAkQIECAAAECBAgQIECAAIHiC8iQAAECBAgQIECAAAECBAgkgVI6KIUVkBgBAgQIECBAgAABAgQIECBQfAEZEiBAgAABAgQIECBAgAABAsUXkCEBAgQIEBiSAl/8xk+iUq3GSSccEZs/d8yQzEHQBAgQWFlg4W+ujUXX3BRHHfqa2Ptlu678ljoBAgQGQsAYBAgQIECAAAECBAgQIECAQPEFZEiAAAECBAgQIECAAAECBAgUX0CGBAgQIECAAAECBAgQIECAQPEFZEiAAAECBAgQIECAAAECBAgUX0CGBAgQIECAAAECBAgQIEAgFyjlR4eCCkiLAAECBAgQIECAAAECBAgQKL6ADAkQIECAAAECBAgQIECAAIHiC8iQAAECBAgMPYHz5vwy/nLb3+KNxxwSWz5v86GXgIgJECDwdwK3/e3u+OF5F8crul4ahx70yr9710sCBAgMhIAxCBAgQIAAAQIECBAgQIAAgeILyJAAAQIECBAgQIAAAQIECBAovoAMCRAgQIAAAQIECBAgQIAAgeILyJAAAQIECBAgQIAAAQIECBAovoAMCRAgQIAAAQIECBAgQIBAU6DUPDkWUkBSBAgQIECAAAECBAgQIECAQPEFZEiAAAECBAgQIECAAAECBAgUX0CGBAgQIEBgiAksuuamuHjhoph2xMTYcYdth1j0wiVAgMDqBb50zk9j+223imOPnLj6Bq4SIEBgfQX0J0CAAAECBAgQIECAAAECBIovIEMCBAgQIECAAAECBAgQIECg+AIyJECAAAECBAgQIECAAAECBIovIEMCBAgQIECAAAECBAgQIECg+AIyJECAAAECBAgQIECAAAECKwRKK85OBRSQEgECBAgQIECAAAECBAgQIFB8ARkSIECAAAECBAgQIECAAAECxReQIQECBAgQGEoCd9x1T5z7owvikANfEa/c56VDKXSxEiBA4GkFPv+VH8YjjzwWrz9mcozqaHvadt4gQIDA+gjoS4AAAQIECBAgQIAAAQIECBRfQIYECBAgQIAAAQIECBAgQIBA8QVkSIAAAQIECBAgQIAAAQIECBRfQIYECBAgQIAAAQIECBAgQIBA8QVkSIAAAQIECBAgQIAAAQIEegVKvRXnwglIiAABAgQIECBAgAABAgQIECi+gAwJECBAgAABAgQIECBAgACB4gvIkAABAgQIDCmBr3xrZuz50l3i6MMOGFJxC5YAAQJPJ/D9n18Uf7jlL/GmaYfFji/c5umauU6AAIH1FdCfAAECBAgQIECAAAECBAgQKL6ADAkQIECAAAECBAgQIECAAIHiC8iQAAECBAgQIECAAAECBAgQKL6ADAkQIECAAAECBAgQIECAAIHiC8iQAAECBAgQIECAAAECBAj0CZT6aioFE5AOAQIECBAgQIAAAQIECBAgUHwBGRIgQIAAAQIECBAgQIAAAQLFF5AhAQIECBAYOgLf+N7saG0pxbFHThw6QYuUAAECzyBw1dU3xK+vWhLdEyfEvnvv/gwtvUWAAIH1FdCfAAECBAgQIECAAAECBAgQKL6ADAkQIECAAAECBAgQIECAAIHiC8iQAAECBAgQIECAAAECBAgQKL6ADAkQIECAAAECBAgQIECAAIHiC8iQAAECBAgQIECAAAECBAj0C5T6q2qFEpAMAQIECBAgQIAAAQIECBAgUHwBGRIgQIAAAQIECBAgQIAAAQLFF5AhAQIECBAYIgLzF1wZV1/3u3jdkQfH5s8dM0SiFiYBAgSeXuCe+x6Ib/9kXnS9bFwcMWX/p2/oHQIECAyEgDEIECBAgAABAgQIECBAgACB4gvIkAABAgQIECBAgAABAgQIECi+gAwJECBAgAABAgQIECBAgACB4gvIkAABAgQIECBAgAABAgQIECi+gAwJECBAgAABAgQIECBAgMBKAqWV6qoFEpAKAQIECBAgQIAAAQIECBAgUHwBGRIgQIAAAQIECBAgQIAAAQLFF5AhAQIECBAYCgI3/G55zL7wV3Hc0ZPiJbvsOBRCFiMBAgSeVeBL3/hpbPX8zePYoyY+a1sNCBAgsL4C+hMgQIAAAQIECBAgQIAAAQLFF5AhAQIECBAgQIAAAQIECBAgUHwBGRIgQIAAAQIECBAgQIAAAQLFF5AhAQIECBAgQIAAAQIECBAgUHwBGRIgQIAAAQIECBAgQIAAgZUFSiu/UC+MgEQIECBAgAABAgQIECCwRgL1en2N2mlEgMCgFBAUAQIECBAgQIAAAQIECBAgUHwBGRIgQIAAgUEv8OBDj8TXvzsrXvOqveLACXsP+ngFSIAAgTUR+NI5P4277r0/TjjmkNhsTOeadNGGAAEC6yOgLwECBAgQIECAAAECBAgQIFB8ARkSIECAAAECBAgQIECAAAECxReQIQECBAgQIECAAAECBAgQIFB8ARkSIECAAAECBAgQIECAAAECxReQIQECBAgQIECAAAECBAgQWEWgtMorLwoiIA0CBAgQIECAAAECBAj0C9Tr9Vhd6W8R+fsrv1YnQGAoCIiRAAECBAgQIECAAAECBAgQKL6ADAkQIECAwOAX+Oq3z4udXrRdHHvkxMEfrAgJECCwBgI/PX9B3Pi7W+KN0w6NnXd64Rr00IQAAQLrK6A/gacK1J96yRUCBAgQIECAAAECBAgQGNICgidAgAABAgQIECBAgAABAgSKLyBDAgQIECBAgAABAgQIECBAoPgCMiRAgAABAgQIECBAgAABAgSKLyBDAgQIECBAgAABAgQIECCwqkBp1ZdeFUJAEgQIECBAgAABAgQIDGuBer35zz+ncyoJI517S61Wi95673vpnEq6ns4KAQJDQECIBAgQIECAAAECBAgQIECAQPEFZEiAAAECBAa5wPd/dmHc//AjMe3Ig6OlxV9HHOS3S3gECKyBwLXX3xwLfr04Jh+wb+z38petQQ9NNpWAv9+wqeTNu0EEDErgaQSyLHuad1wmQIAAAQIECBAgQIAAgSEnIGACBAgQIECAAAECBAgQIECg+AIyJECAAAECBAgQIECAAAECBIovIEMCBAgQIECAAAECBAgQIECg+AIyJECAAAECBAgQIECAAAECfyfgX9z9O5AivJQDAQIECBAgQIAAAQLDWyDLsuj9h+7TuVkifnt+LWq1euO9yEuznl7Xc7DULsv6++YXHQgQGLQCAiNAgAABAgQIECBAgAABAgSKLyBDAgQIECAwmAUW/uba+PWipXHsERNj262eP5hDFRsBAgTWSODhh5RpUcwAABAASURBVB+Nb/94brx03NiY2n3gGvXRaOMLZFkW6W85ZNlTN8V+eN68UBgMxWdAzJ7b3meg/MflfR+sWZZFljVL38VGJf0dr8bJFwECBAgQIECAAAECBAgMMQHhEiBAgAABAgQIECBAgAABAsUXkCEBAgQIECBAgAABAgQIECBQfAEZEiBAgAABAgQIECBAgAABAsUXkCEBAgQIECBAgAABAgQIEPh7gdLfX/B6yAtIgAABAgQIECBAgACBYSyQ/oHnVBJBOtfrEdVqLeZ8oRaz/7cevz2/GpVKJS/VajVqtXqkNqlt6pNKlmWNa42O6YVCgMBgFRAXAQIECBAgQIAAAQIECBAgUHwBGRIgQIAAgUEr8Ke/3BE/PO/iOPKQV8feL9t10MYpMAIECKyNwP998ycxalR7HP/aSWvTTduNLLDy329IU2dZlk7x+NWL467/+W+FwVB8BsTsuV3lGcg/1FYcsiyLLOsvKy47ESBAgAABAgQIECBAgMDQExAxAQIECBAgQIAAAQIECBAgUHwBGRIgQIAAAQIECBAgQIAAAQLFF5AhAQIECBAgQIAAAQIECBAgUHwBGRIgQIAAAQIECBAgQIAAgacIlJ5yxYUhLiB8AgQIECBAgAABAgSGq8DK/8h9qtfrEdVqNeaeWY+rzmu8aMBc8Nksrp5Tj0qlmpf0fq1Wi9S22afZLsuyxrVmvdHNFwECg05AQAQIECBAgAABAgQIECBAgEDxBWRIgAABAgQGp0BPY53py98+L/bde/c47OBXDc4gRUWAAIG1FPjad2fFX++4O974ukPjeZs/Zy17a74xBbIs65suK/mr8H0YKkNYQOgEVi9QanzGNT/nssiy/rL61q4SIECAAAECBAgQIECAwOAWEB0BAgQIECBAgAABAgQIECBQfAEZEiBAgAABAgQIECBAgAABAsUXkCEBAgQIECBAgAABAgQIECBQfAEZEiBAgAABAgQIECBAgACBpwr4Vw+fajK0r4ieAAECBAgQIECAAIFhKVCv1/O80zmVarUWlUol5p0VsWhm/lbfYe7nW+LqufWoVKtRqVSj2mhbq9WiVqs3Si1S/9Q4y7K+enqtECAwiASEQoAAAQIECBAgQIAAAQIECBRfQIYECBAgQGCQCnzlWz+PLZ4zJo478uBBGqGwCBAgsHYC51/4q7j2+pvjuKMnxUt22XHtOmu90QSyLFtlriwa/9e4NvLU/4iWGV+OyufPjCf+9zPxyCc+GQ997OPxwEc+Gvd9+PS490Mfzs+prpzOovFMDLrnQEzD/rlc+XPqwY9+LB4+4xPx2Kc+HaUdd4yWlpYolUqRZc3PvCzrP/f+Ha9VPhy9IECAAAECBAgQIECAAIHBKSAqAgQIECBAgAABAgQIECBAoPgCMiRAgAABAgQIECBAgAABAgSKLyBDAgQIECBAgAABAgQIECBAoPgCMiRAgAABAgQIECBAgAABAqsRKK3mmktDWEDoBAgQIECAAAECBAgMP4Hef8w5nev1iFqt3ii1mHtmPRbN7PfYc0pb34sLzxwRV8+pRU+l0ig9Ua3W8j4RWTTHaQwUEVnWfB3+R4DAoBIQDAECBAgQIECAAAECBAgQIFB8ARkSIECAAIHBKDBr/sL4459ui2lHHhyjRnUMxhDFRIAAgbUSuOF3t8S8BVfGgRP2zstaddZ4kwmsvBl267jdoqVRRrzkJZHqpV12jWzXXaO0orSMG9dX773m3O/DYtNbuAfuQfqcSqV1t92an1eNz7HWxuday67joqWlJS9ZqRRZ4/+af6Nrk338mpgAAQIECBAgQIAAAQIE1lFANwIECBAgQIAAAQIECBAgQKD4AjIkQIAAAQIECBAgQIAAAQIEii8gQwIECBAgQIAAAQIECBAgQKD4AjIkQIAAAQIECBAgQIAAAQKrEyit7qJrQ1ZA4AQIECBAgAABAgQIDDOBer35zzqnc6rWarWoVqsx98x6LJ7d/yPfIf/QGYe9qzP2nNLWJ3TJ/7XHNXMjenoq0VPpafRr9q3V6tEcrzl2lmX5676OKgQIbGoB8xMgQIAAAQIECBAgQIAAAQLFF5AhAQIECBAYdAKLl/4uLvzFb+K4106MsS/abtDFJyACBAisrcDjTzwZ3/7x3Nh5p+3juKMnrW137TeiQJZlT5mtVCrlm2K3tLbGiBEjorV1RIwYOTLa2tujva1R2juio2NUXtobdaUjGAxKA/fF92f+DLQ1PrdSaX6ftuefZyMbn2nps6218TnX0tISWZY9pTzlw9EFAgQIECBAgAABAgQIEBiMAmIiQIAAAQIECBAgQIAAAQIEii8gQwIECBAgQIAAAQIECBAgQKD4AjIkQIAAAQIECBAgQIAAAQIEii8gQwIECBAgQIAAAQIECBAgsFqB/t0gV/u2i0NLQLQECBAgQIAAAQIECAwngXq9nqebzqlaq9Uilbln1mPx7P4f9w75h87Y+7C2vO1h7+qMPac06+nCpV9qj2vnZdHTU4meSk9Uq7V8jFqtHs1xm3NkWZa/Tn0UAgQ2tYD5CRAgQIAAAQIECBAgQIAAgeILyJAAAQIECAwugTvvuS/O/eH5MfmAfWPCPi8bXMGJhgABAuso8KVv/rSxDl6LNxwzZR1H0G1jCqS/w5Bl/ZtfR6NeykqRNsVuaW2NtFF2vnl2W3u0d3TkpWPUqL5zqiujgsFgMxCPZ3LVZyB9frW1t0db47NsxIiRMWLEiCi1tERLqSVKpVLjoy/LP3rTZ2JecSBAgAABAgQIECBAgACBISAgRAIECBAgQIAAAQIECBAgQKD4AjIkQIAAAQIECBAgQIAAAQIEii8gQwIECBAgQIAAAQIECBAgQKD4AjIkQIAAAQIECBAgQIAAAQKrFyit/rKrQ1JA0AQIECBAgAABAgQIDBuB3n/EOZ3r9YharZaXuWfWY/Hs/h/1DvmHztj7sLZVXA57V2fsOaX/2oIZHXHtvCx6eipRqVaiWm2OVavVozl+Y4LGCFmW5a8bVV8ECGxKAXMTIECAAAECBAgQIECAAAECxReQIQECBAgQGGQCX/32zHjpbmNjaveBgywy4RAgQGDdBL714zlxy623x4nTDoutttxi3QbRa6MKZFlz0+veSbMsi6xUitaW1mhtbY0RI0dGW1tbpI2z29s7GvX2SGelg0PjeRi0z4HYPJ8rPQNtbe3R1lfaYmTjM611xIgY0ToiSo3Pu/SZF43/ZVnWOPoiQIAAAQIECBAgQIAAgSEjIFACBAgQIECAAAECBAgQIECg+AIyJECAAAECBAgQIECAAAECBIovIEMCBAgQIECAAAECBAgQIECg+AIyJECAAAECBAgQIECAAAECTyPQvyvk0zRweegIiJQAAQIECBAgQIAAgeEhUK/X80TTOVVrtVqkMvfMeiye3f9j3iH/0Bl7H9aWt/37w2Hv6ow9p/S/t2BGRyyZX4pyuScq1UpUq80xa7V6NOdpzpllWf7678fzmgCBjSdgJgIECBAgQIAAAQIECBAgQKD4AjIkQIAAAQKDSeCcH14Qtcba0bFHThxMYYmFAAEC6yww/xe/iauuvjGmHn5gjN9953UeR8eNL5D+/kKWZZFl/aXU0hKtLa3NkjbKHjkyRowcGW3t7fnm2WkD7VRX2nMTDoPLwf1wP3qfgd7PqnROZcTIxmdZ4zMtfb61ND7nslKp77MvffpmWZZOCgECBAgQIECAAAECBAgMAQEhEiBAgAABAgQIECBAgAABAsUXkCEBAgQIECBAgAABAgQIECBQfAEZEiBAgAABAgQIECBAgAABAsUXkCEBAgQIECBAgAABAgQIEHg6gdLTveH6kBMQMAECBAgQIECAAAECw0Ag/WP2Kc10rtcjarVaXuaeWY/Fs/t/xJsyfVTsfVhbavq05bB3dcaeU9r73l8woyOWzC9FudwTlWolqtXm2LVaPZrzNSZstM6yLH/dqPoiQGDjC5iRAAECBAgQIECAAAECBAgQKL6ADAkQIECAwKARuOiyq+K3194Uxx41MZ63+XMGTVwCIUCAwLoK/OGWv8bs+QvjVfvsEZNfs++6DqPfJhLIsuaG11mW5Rthl0qlyEtLS7S0tsaI1hF5GTliZKSSXreNbMvr6bXSdOEwaBw8myu+Vz2TzWcyfWYli3ROpbWlNf9sa3zg5Z916aM3y5qff6muECBAgAABAgQIECBAgMCQEBAkAQIECBAgQIAAAQIECBAgUHwBGRIgQIAAAQIECBAgQIAAAQLFF5AhAQIECBAgQIAAAQIECBAgUHwBGRIgQIAAAQIECBAgQIAAgacVKD3tO94YYgLCJUCAAAECBAgQIECg6AL1ej1PMZ1TtVarRSpzzqzH4tn9P95NmT4qurrb87bPdjjsXaNizyn9bRfM6Igl80tRLvdEpVqJarU5R61Wj+a8zRiyLMtfP9v43idAYKAFjEeAAAECBAgQIECAAAECBAgUX0CGBAgQIEBgcAjc9Ps/xcy5l8W0Iw+O3cftNDiCEgUBAgTWQ6DWWGP/1o/nxIu22zpe/9rJ6zGSroNBIMv6N8EulUrR0tISWTq3NjfMLrW0REujXmppiVKLUmphUGoZbAbiKbUwKLU0DdLnVeuIEfnnVaqnz7NU+j7fsuZnXpZlg+EjWAwECBAgQIAAAQIECBAgsMYCGhIgQIAAAQIECBAgQIAAAQLFF5AhAQIECBAgQIAAAQIECBAgUHwBGRIgQIAAAQIECBAgQIAAAQLFF5AhAQIECBAgQIAAAQIECBB4eoHS07/lnSElIFgCBAgQIECAAAECBAotUK/X8/zSOVXTxgSpzDmzHlfP7v/Rbsr0UdHV3Z63XdPDYe8aFXtO6e+zYEZHLJlfinK5JyrVSlSrtUhz1Wr1aM7fjCXLsvz1ms6jHQECAyBgCAIECBAgQIAAAQIECBAgQKD4AjIkQIAAAQKDQOCRRx6Lc35wfuz/ij3j4P33GQQRCYEAAQLrL/B/3/xJPPTwo/HGYw+NESNa139AI2xygSzLIm2OnWVZZFl/PV1TSrkNh0HsUBKb53PVZyDLsmhpaen73s2y5mdbNP6XZf31xktfBAgQIECAAAECBAgQIDBUBMRJgAABAgQIECBAgAABAgQIFF9AhgQIECBAgAABAgQIECBAgEDxBWRIgAABAgQIECBAgAABAgQIFF9AhgQIECBAgAABAgQIECBA4BkESs/wnreGkIBQCRAgQIAAAQIECBAorkC9Xs+TS+dUrdVqkcqcM+tx9ez+H+umTB8VXd3tedu1PRz2rlGx55T+vgtmdMSS+aUol3uiUq1Etdqcs1arRzOOZkxZluWv13Y+7QkQWDcBvQgQIECAAAECBAgQIECAAIHiC8iQAAECBAgMBoEvf+e82HbrLePYow4eDOGIgQABAust8IOfXxS/+8Ot8ZbjDo/tGp9v6z2gAQaVQJZleTxZlkWWZavUsyzLr2WbcR/SAAAQAElEQVSZc5YxyLLBY5BlYskyBlm2qkH+AdY4lEql/LOrUe07p7pCgAABAgQIECBAgAABAkNLQLQECBAgQIAAAQIECBAgQIBA8QVkSIAAAQIECBAgQIAAAQIECBRfQIYECBAgQIAAAQIECBAgQIBA8QVkSIAAAQIECBAgQIAAAQIEnkmg9Exvem/ICAiUAAECBAgQIECAAIGCCtTr9TyzdE7VWq0Wqcw5sx5Xz+7/kW7K9FHR1d2et13Xw2HvGhXjJ7f1dV8woyOWzC9FudwTlWolqtXm3LVaPZrxNGPLsix/3ddRhQCBDSVgXAIECBAgQIAAAQIECBAgQKD4AjIkQIAAAQKbXOCHMy+Ou+65P449amKMaG3d5PEIgAABAusr8IvLr45fXbUkjpyyf3SNH7e+w+k/SAWyLMsjy7Is3yw7y5yzjEGWDVoDz6l784zPQPpAy7Lm85vqCgECBAgQIECAAAECBAgMSQFBEyBAgAABAgQIECBAgAABAsUXkCEBAgQIECBAgAABAgQIECBQfAEZEiBAgAABAgQIECBAgAABAsUXkCEBAgQIECBAgAABAgQIEHhGgf7dIp+xmTcHt4DoCBAgQIAAAQIECBAookC9Xs/TSudUrdVqkcqcM+tx9ez+H+emTB8VXd3tedv1PXSf3BnjJ7f1DbNgRkcsmV+KcrknKtVKVKvNGGq1ejTjasaYZVn+uq+jCgECG0DAkAQIECBAgAABAgQIECBAgEDxBWRIgAABAgQ2rcDli5bGwiuvjeOPnhTbbb3lpg3G7AQIEBgAgVtvuzN+PucXsc+eu8VhEycMwIiGIECAwEAIGIMAAQIECBAgQIAAAQIECBAovoAMCRAgQIAAAQIECBAgQIAAgeILyJAAAQIECBAgQIAAAQIECBAovoAMCRAgQIAAAQIECBAgQIAAgeILyJAAAQIECBAgQIAAAQIECDyzQP+Okc/czruDWUBsBAgQIECAAAECBAgUTqBer+c5pXOq1mq1SGXOmfW4enb/j3JTpo+Kru72vO1AHbpP7ozxk9v6hlswoyOWzC9FudwTlWolqtVmLLVaPZrxNWPNsix/3ddRhQCBgRUwGgECBAgQIECAAAECBAgQIFB8ARkSIECAAIFNKPDnv/4tvvezC+OIyfvHPuN324SRmJoAAQIDJ/CtH86JLbd4brz+tZMHblAjESBAYH0F9CdAgAABAgQIECBAgAABAgSKLyBDAgQIECBAgAABAgQIECBAoPgCMiRAgAABAgQIECBAgAABAgSKLyBDAgQIECBAgAABAgQIECBAoPgCMiRAgAABAgQIECBAgAABAs8i0L9r5LM09PbgFRAZAQIECBAgQIAAAQLFEqjX63lC6ZyqtVotUplzZj2unt3/Y9yU6aOiq7s9bzvQh+6TO2P85La+YRfM6Igl80tRLvdEpVqJarUZU61Wj2aczZizLMtf93VUIUBgwAQMRIAAAQIECBAgQIAAAQIECBRfQIYECBAgQGBTCaS1n29+b3a8fM/donvShE0VhnkJECAwoAJf/tbP42933xtvPq47RnVsmLX1AQ3YYAQIDBsBiRIgQIAAAQIECBAgQIAAAQLFF5AhAQIECBAgQIAAAQIECBAgUHwBGRIgQIAAAQIECBAgQIAAAQLFF5AhAQIECBAgQIAAAQIECBAgUHwBGRIgQIAAAQIECBAgQIAAgWcT6N858tlaen+wCoiLAAECBAgQIECAAIECCdTr9TybdE7VWq0Wqcw5sxZXz+7/EW7K9FHR1b1hNyjoPrkzxk9uy+NJhwUzOmLJ/FKUyz1RqVaiWm3GVqvVoxlvM/Ysy/LXqY9CgMCACRiIAAECBAgQIECAAAECBAgQKL6ADAkQIECAwCYT+Op3zov29rY49siJmywGExMgQGAgBX52wYK47qY/xluPPzxetP02Azm0sQgQILC+AvoTIECAAAECBAgQIECAAAECxReQIQECBAgQIECAAAECBAgQIFB8ARkSIECAAAECBAgQIECAAAECxReQIQECBAgQIECAAAECBAgQIFB8ARkSIECAAAECBAgQIECAAIFnFejfPfJZm2owOAVERYAAAQIECBAgQIBAUQTq9XqeSjqnaq1Wi1TmnFmLq2e35O+lw5Tpo6Kruz1VN3jpPrkzxk9u65tnwYyOWDK/FOVyT1SqlahWmzHWavVoxt3MIcuy/HVfRxUCBNZTQHcCBAgQIECAAAECBAgQIECg+AIyJECAAAECm0bg/At/FTcsWx7HHjUxRo8etWmCMCsBAgQGUOCK314Xl/5qcRx60Ctj3713H8CRDUWAAIGBEDAGAQIECBAgQIAAAQIECBAgUHwBGRIgQIAAAQIECBAgQIAAAQLFF5AhAQIECBAgQIAAAQIECBAgUHwBGRIgQIAAAQIECBAgQIAAAQLFF5AhAQIECBAgQIAAAQIECBB4doHSszfRYlALCI4AAQIECBAgQIAAgUII1Ov1PI90TtVarRapzDmzFlfPbsnfS4cp00dFV3d7qm600n1yZ4yf3NY334IZHbFkXinK5Z6oVCtRrTZjrdXq0Yy/mUuWZfnrvo4qBAisu4CeBAgQIECAAAECBAgQIECAQPEFZEiAAAECBDaBwDXX3RzzFlwZb3jdIbHzTi/cBBGYkgABAgMrcOfd98XPLvhF7PGSF8dRh75mYAc3GgECBAZCwBgECBAgQIAAAQIECBAgQIBA8QVkSIAAAQIECBAgQIAAAQIECBRfQIYECBAgQIAAAQIECBAgQIBA8QVkSIAAAQIECBAgQIAAAQIECBRfQIYECBAgQIAAAQIECBAgQGANBEpr0EaTQSwgNAIECBAgQIAAAQIEhr5AvV7Pk0jnVK3VapHKnDNrcfXslvy9dJgyfVR0dben6kYv3Sd3xvjJbX3zLji7I5bMK0W53BOVaiWq1WbMtVo9mnk0c8qyLH/d11GFAIF1EtCJAAECBAgQIECAAAECBAgQKL6ADAkQIECAwMYWuPve++O7P50XE1/98thv3/Ebe3rzESBAYIMInPvDC6Kjoy3eOPWQDTK+QQkQILC+AvoTIECAAAECBAgQIECAAAECxReQIQECBAgQIECAAAECBAgQIFB8ARkSIECAAAECBAgQIECAAAECxReQIQECBAgQIECAAAECBAgQIFB8ARkSIECAAAECBAgQIECAAIE1ESitSSNtBq2AwAgQIECAAAECBAgQGOIC9Xo9zyCdU7VWq0Uqc86sxdWzW/L30mHK9FHR1d2eqpusdJ/cGeMnt/XNv+DsjlgyrxTlck9UqpWoVpux12r1aObTzC3Lsvx1X0cVAgTWVkB7AgQIECBAgAABAgQIECBAoPgCMiRAgAABAhtd4JvfOz923umF8bojDtroc5uQwFAUSGugK8f9969Xfk990wh88/vnx6233RlvOa47Ntusc9MEYVYCBAg8s4B3CRAgQIAAAQIECBAgQIAAgeILyJAAAQIECBAgQIAAAQIECBAovoAMCRAgQIAAAQIECBAgQIAAgeILyJAAAQIECBAgQIAAAQIECBAovoAMCRAgQIAAAQIECBAgQIDAGgmU1qiVRoNUQFgECBAgQIAAAQIECAxlgd4NIdK5Xo+o1Wp5mXNmLa6e3dKX2pTpo6Kru73v9aasdJ/cGeMnt/WFsODsjlgyrxTlck9UqpWoVps51Gr1aObVSKzROsuy/HWj6osAgbUW0IEAAQIECBAgQIAAAQIECBAovoAMCRAgQIDAxhU490dz4uHHH49pR03cuBObjcAQEuhd73y6c28q6f3euvOmEzj/wl/F4qXL4o2vOyR23mn7TReImQkQIPCMAt4kQIAAAQIECBAgQIAAAQIEii8gQwIECBAgQIAAAQIECBAgQKD4AjIkQIAAAQIECBAgQIAAAQIEii8gQwIECBAgQIAAAQIECBAgQKD4AjIkQIAAAQIECBAgQIAAAQJrJlBas2ZaDUoBQREgQIAAAQIECBAgMGQFejeBSOd6PaJWq+Vlzpm1uHp2S19eU6aPiq7u9r7Xg6HSfXJnjJ/c1hfKgrM7Ysm8UpTLPVGpVqJabeZSq9WjmV8jwUbrLMvy142qLwIE1kZAWwIECBAgQIAAAQIECBAgQKD4AjIkQIAAAQIbUeCShYti0TU3xuuPmhRbbvHcjTizqQgMboG0tpkiTOdUVq7XGuu56XU6p7Ly++l6Kr3XUl3ZuAKLlyyLeQuujIP264r99h2/cSc3GwECBNZGQFsCBAgQIECAAAECBAgQIECg+AIyJECAAAECBAgQIECAAAECBIovIEMCBAgQIECAAAECBAgQIECg+AIyJECAAAECBAgQIECAAAECBIovIEMCBAgQIECAAAECBAgQILCGAqU1bKfZIBQQEgECBAgQIECAAAECQ1Ogd+OHdK7XI9IGEanMObMWV89u6UtqyvRR0dXd3vd6MFW6T+6M8ZPb+kJacHZHLJlXinK5JyrVSlSrtRV51aOZZyPRRussy/LXjaovAgTWUEAzAgQIECBAgAABAgQIECBAoPgCMiRAgAABAhtL4OY/3ho/n/PLOObwg2KPl7x4Y01rHgKDXiCtaWZZ/1pmet1blv2yHMuv6mmsgVbzNdB0Pa3vpnMqKbl0zrL+/umasnEE7n/g4fjpnAWx69gd4tijJm6cSc1CgACBdRTQjQABAgQIECBAgAABAgQIECi+gAwJECBAgAABAgQIECBAgACB4gvIkAABAgQIECBAgAABAgQIECi+gAwJECBAgAABAgQIECBAgACB4gvIkAABAgQIECBAgAABAgQIrKlAaU0bajfoBAREgAABAgQIECBAgMAQFEgbP6Sw07lej3yDiLQ5xJwza3H17Jb0Vl6mTB8VXd3teX2wHrpP7ozxk9v6wltwdkcsmVeKcrknKtVKVKu1FfnVo5lvI+FG6yyz8UWDwReBNRXQjgABAoNKIP2ZPqgCEgwBAgQIECBAgACBYgjIggABAgQIbBSBRx97Ir7147mx38tfFpNe8/KNMqdJCAwFgfR7zyxrrmGmem+pVqux7LJy/OxDj8WPT3sslv+mJ2qNa6k0FkDztdDetinPVM+y5jjptbJxBM754QX52vSJxx66cSY0CwECBNZdQE8CBAgQIECAAAECBAgQIECg+AIyJECAAAECBAgQIECAAAECBIovIEMCBAgQIECAAAECBAgQIECg+AIyJECAAAECBAgQIECAAAECBIovIEMCBAgQIECAAAECBAgQILDGAqU1bqnhIBMQDgECBAgQIECAAAECQ00gbfiQYk7nej3yDSFqtVrMObMWV89uSW/lZcr0UdHV3Z7XB/uh++TOGD+5rS/MBWd3xJJ5pSiXe6JSreQbLaQca7V6NPNuJN5onWU2vmgw+CKwBgLr3iR9z6Xe6az0fwaxYOEZWLdnoPfzJMuyVM3/XM8rDgQIECBAgAABAgQIDICAIQgQs/Q0pgAAEABJREFUIECAwMYR+Np3Z8bmzx0T046auHEmNAuBISCQfmecZc21y1RPIadzvbGO+7uFPfHzDz2eLjXWdiN+8t+Px++vfDJ6Ks210Fq12rhey39fmvrkDRuHLGuO16j62sAC3/nJvPjjn/4aJx1/RDxv8+ds4NkMT4AAgfUV0J8AAQIECBAgQIAAAQIECBAovoAMCRAgQIAAAQIECBAgQIAAgeILyJAAAQIECBAgQIAAAQIECBAovoAMCRAgQIAAAQIECBAgQIAAgeILyJAAAQIECBAgQIAAAQIECKy5QGnNm2o5qAQEQ4AAAQIECBAgQIDAkBLo3fAhnev1yDeCqNVqMefMWlw9u6UvlynTR0VXd3vf66FQ6T65M8ZPbusLdcHZHbFkXinK5ebGF9VqbUW+/RsOp8ZZZuOL5KAQeEaBtXgzfb6k5umcysr19HrlUqvVG9+XCgfPgGfgqc9A72dFrfHfKb31dE6vV/5cyTJ/jicPhQABAgQIECBAgMCACBiEAAECBAhsBIGfzL40bv3r3+L4oydF28gRG2FGUxAY/ALpd59Z1vxdZ6qniNPvQmvVatx0WTnO+/AT6VJfqdezmPXhavzxNz2NtdByVKqVqFYqUW/8PjX1S2OkkjpkWXPcVFc2jMD8BVfGlYuvj2OPmhgv2XXHDTOJUQkQIDCQAsYiQIAAAQIECBAgQIAAAQIEii8gQwIECBAgQIAAAQIECBAgQKD4AjIkQIAAAQIECBAgQIAAAQIEii8gQwIECBAgQIAAAQIECBAgQKD4AjIkQIAAAQIECBAgQIAAAQJrIVBai7aaDiIBoRAgQIAAAQIECBAgMHQEejd5SOd6PSJt/pDKnDNrcfXslr5EpkwfFV3d7X2vh1Kl++TOGD+5rS/kBWd3xJJ5pSiXe5obX1RrK/KuR9OhAdFonWU2vmgw+CLwtAJr+kb6vsqy/u+n9DqVWq3e+N6rR7XxPdhbKpVq41pNWbEZT83Zs+AZWOUZ6P2s6D3XVnyOpP+GSZ8rqaTPpr8/p2sKAQIECBAgQIAAAQLrJqAXAQIECBDY0AJXLr4+fnH51XHCMYfE9ttutaGnMz6BISGQfseZZc21lVRPQdfS74ur1Vi2sCdmnv5kupSXcRNGxov3HpnXG03i/I/U4w9XlqPS0xPVWrWxDlONeuON1D+NlUpqnGXN8VNdGViBpTf+IWZf+KuY8PKXxUH7dQ3s4EYjQIDABhIwLAECBAgQIECAAAECBAgQIFB8ARkSIECAAAECBAgQIECAAAECxReQIQECBAgQIECAAAECBAgQIFB8ARkSIECAAAECBAgQIECAAAECxReQIQECBAgQIECAAAECBAgQWBuB0to01nbQCAiEAAECBAgQIECAAIEhItC7uUM6p41z06YPqcw5sxZXz27py2LK9FHR1d3e93ooVrpP7ozxk9v6Ql9wdkcsmVeKcrknKtVKVKu9G47Xo+lRz9tmmY0vcggHAk8VWKMr6fspy/q/j9Lrx5dcF73lsWuXxsolXV/5tfqqPjx4eAaaz0DvZ8UjV1+bf55Uq2kTq1rjz/BolOaf4elDKsuydFIIECBAgAABAgQIEFh3AT0JECBAgMAGFfjL7XfFD867KA6ftF/su9dLNuhcBicwVATSWkqWNddWUj3FndZw67VaLFtYjpmnP5ku5WXchJEx9dTRMe39o+PFXSPza41mMe+MlvjDleWo9KxYC61VI/XPx2ksDPeOm2XNefKODgMi8OhjT8TPLvhF7PjCbeINxxwyIGMahAABAhtBwBQECBAgQIAAAQIECBAgQIBA8QVkSIAAAQIECBAgQIAAAQIECBRfQIYECBAgQIAAAQIECBAgQIBA8QVkSIAAAQIECBAgQIAAAQIECBRfQIYECBAgQIAAAQIECBAgQGCtBEpr1VrjQSIgDAIECBAgQIAAAQIEhoJA76YO6VyvR6TNHlKZc2Ytrp7d0pfClOmd0dXd3vd6KFe6T+6M8ZPb+lJYcHZHLJlXinJ5xcYX1doKh3o0XRowjdZZZuOLBoMvAn8nsOYv0/dTlmV5h/R5U7373vjbie+IO9/0jrj7LdPjnrf+g8LAM+AZWKdn4N6T/jHuOeU9UalU8z/Dq9V07v9zPH3+pJJ/ADkQIECAAAECBAgQILAOAroQIECAAIENJ5BWYb79ozkxfved4/DJ+224iYxMYAgJpN9nZllzbTLVU+hpDbdeq8WyheWY9ZGedCkv4yaMjKmnjs7rWSli2mmj48VdI/PXjeYx7xOt8Ycry9FTLjd+h1qJaq0aaZx8vMaCTe/4WdacL+/osN4C5/zw/Hjo4UfiTccfFqVStt7jGYAAAQIbR8AsBAgQIECAAAECBAgQIECAQPEFZEiAAAECBAgQIECAAAECBAgUX0CGBAgQIECAAAECBAgQIECAQPEFZEiAAAECBAgQIECAAAECBAgUX0CGBAgQIECAAAECBAgQIEBg7QRKa9dc60EhIAgCBAgQIECAAAECBAa9QO9mDulcr0e+YW7a6GHOmbW4enZLX/xTpndGV3db3+siVLpP7ozxk/tzWnB2RyyZV4pyuScq1UpUq7UVHv2bB6e8s8zGF8lBIdAnsIaVLMsiy5rfP7VaPf/+qlara9hbMwIECDy7QPrvmZ5KJVJJf46n1+m/b7IsyztnWfOcv3AgQIAAAQIECBAgQGDtBLQmQIAAAQIbUOBr35mZr8sce8TEDTiLoQkMHYH0u80sa66ppHqKvFarRb1Rli0sx8zTy+lSXsZNGBlTTx2d13sPWSli2mmjY2zXiPxSo1vM/+SIWH5VJSo9jbXQxu9Rq7VqPl4+buMXqb3zZFlz3ryjwzoL/GjmJXHTzX+Kk044Mrbe8nnrPI6OBAgQ2OgCJiRAgAABAgQIECBAgAABAgSKLyBDAgQIECBAgAABAgQIECBAoPgCMiRAgAABAgQIECBAgAABAgSKLyBDAgQIECBAgAABAgQIECBAoPgCMiRAgAABAgQIECBAgAABAmspUFrL9poPAgEhECBAgAABAgQIECAwuAV6N3FI53o98s240wYPc86sxdWzW/qCnzK9M7q62/peF6nSfXJnjJ/cn9uCsztiybxSlMs9UalW8s1mkkmtVo+mUwOqAZBlNr5oMPgikAusyaH3+2d1597+W33iE6Ew8Ax4BtblGdjsta/NP0qyLGv+GV6p5v9dU602z7W0u1WjRe9nUKPqiwABAgQIECBAgACBtRTQnAABAgQIbCiBORdfHktu+H28furk2Gyzzg01jXEJDBmB9HvMLGuuRaZ6Cjz9jrPe+D3nsoXlmHl6OV3Ky7gJI2PqqaPz+t8fslLEsaeNibFdI/K3Gt1j3idaY/lVlaj0NNZCK5Wo1qqRxs3HbywY986XZc35844Oay2w4NeL47Irr4mjD31NjN9957XurwMBAgQ2pYC5CRAgQIAAAQIECBAgQIAAgeILyJAAAQIECBAgQIAAAQIECBAovoAMCRAgQIAAAQIECBAgQIAAgeILyJAAAQIECBAgQIAAAQIECBAovoAMCRAgQIAAAQIECBAgQIDA2gqU1raD9ptcQAAECBAgQIAAAQIECAxigd7NG9K5Xo98k9y0scPcs+px9eyWvsinTO+Mru62vtdFrHSf3BnjJ/fnuODsjlgyr9TcQLhaiWq1tsKnHk2vBlgDIstsfNFg8EVgrQTS91DqkM7pM6dWa34/pWutz98yRk+arDDwDHgG1voZSJ8hqaTPlnK5J3p6KlGpVht/fvf+2R35n+FZlkWWZampQoAAAQIECBAgQIDA2gloTYAAAQIENojAkhv+EHMuuTxOmDoldn3xDhtkDoMSGEoC6XecWdZcg0z1FHutVot6oyxbWI6Zp5fTpbyMmzAypp46Oq8/3SErRRz7/jExtmtE3qQxTMz7RGssv6oSlZ6eqFQqUa1V8/HzeRoLx73zZlkzjryjwxoL/O4Pf45Z8xfGPnvuFocc9Mo17qchAQIEBomAMAgQIECAAAECBAgQIECAAIHiC8iQAAECBAgQIECAAAECBAgQKL6ADAkQIECAAAECBAgQIECAAIHiC8iQAAECBAgQIECAAAECBAgQKL6ADAkQIECAAAECBAgQIECAwFoLlNa6hw6bWMD0BAgQIECAAAECBAgMVoHeTRvSuV6PSJs5pDL3rHosntX/49eU6Z3R1d02WNMY0Li6T+6M8ZP7c11wdkcsmVeKtIlwpVqJarW2wql3I+EGXCOCLLPxRYPB17AWWPPksyyLLEvfM80+tVo9/75qvnIkQIDA+guk/67p6alEpVJt/NldjVq9Fum/d9LIWZY+f5p/fqfXCgECBAgQIECAAAECayOgLQECBAgQGHiB+x54ML5/3oVx8P77xKtfuefAT2BEAkNMIP0uM8uav8dM9RR+rdb4HWejLFtYjpmnl9OlvIybMDKmnjo6rz/boTFkHPv+MTG2a0TetDFczPtEayy/qhKVnp7G71MrUa1Vo954I5+v8YvW3vmzrBlP3tHhWQXS76d/ev6CeP7mz4k3vu7QZ22vAQECBAafgIgIECBAgAABAgQIECBAgACB4gvIkAABAgQIECBAgAABAgQIECi+gAwJECBAgAABAgQIECBAgACB4gvIkAABAgQIECBAgAABAgQIECi+gAwJECBAgAABAgQIECBAgMDaC/TvQLn2ffXYFALmJECAAAECBAgQIEBgUAr0btaQzvV6RNrEIZW5Z9Vj8az+H72mTO+Mru62QZnDhgqq++TOGD+5P+cFZ3fEknmlKJd7olKtRLVaW+FVj6ZfA7ARTJbZ+KLB4Gu4Cqxl3ul7J3VJ596SXisECBAYKIFKtdr4MzuVWt+f1+nzJv33zkDNYRwCBAgQIECAAAECw05AwgQIECBAYAMInPODObHd1lvGtCMP3gCjG5LA0BJIv8PMsuaaY6qn6NPvNOu1WixbWI6Zp5fTpbyMmzAypp46Oq+v6aExdBz7/jExtmtE3qUxbMz7RGssv6oSlZ7GWmilEtVaNdJ8+byNheTeOLKsGVfe0eEZBc754QVx+533xFtef0S0jWxaP2MHbxIgQGCwCYiHAAECBAgQIECAAAECBAgQKL6ADAkQIECAAAECBAgQIECAAIHiC8iQAAECBAgQIECAAAECBAgQKL6ADAkQIECAAAECBAgQIECAAIHiC8iQAAECBAgQIECAAAECBAisg0D/LpTr0FmXjS9gRgIECBAgQIAAAQIEBp9A7yYN6VyvR6TNG1KZe1Y9Fs/q/7FryvTO6OpuG3wJbISIuk/ujPGT+3NfcHZHLJlXinK5JyrVSlSrtRVu9Wg6NiAbcWWZjS8aDL6GocDapJy+Z7Ks+b2S6o3vorXpri0BAgTWSKBarTb+rG58wjT+Y6dWS+dmtyzLmhVHAgQIECBAgAABAgTWWkAHAgQIECAw0ALf+cm8uOve++P411JZPqIAABAASURBVE4a6KGNR2DICaQ1kyzrXz9JCdRqtag3yrKF5Zh5ejldysu4CSNj6qmj8/raHhpTxLHvHxNju0bkXRvDx9xPtMbyqxrroD2NUqlEtVbN583nb/yONcWWGmdZM75UV1YvcN7cX8aSG34fb3vDkbH9ti9YfSNXCRAgMMgFhEeAAAECBAgQIECAAAECBAgUX0CGBAgQIECAAAECBAgQIECAQPEFZEiAAAECBAgQIECAAAECBAgUX0CGBAgQIECAAAECBAgQIECAQPEFZEiAAAECBAgQIECAAAECBNZFoH8nynXprc/GFjAfAQIECBAgQIAAAQKDTKB3c4Z0rtcj0qYNqcw9qx6LZ/X/yDVlemd0dbcNsug3bjjdJ3fG+Mn9BgvO7ogl80pRLvdEpVqJarW2wi9tKtwsKcIss/FFclCGlcBaJ5s+g3o7pXrj46j3pTMBAgTWWyB9rtRq9fzP6VTvHTDL/Bnda+FMgAABAgQIECBAYB0EdCFAgAABAgMq8ItfL44rF18fbzzmkNjq+VsM6NgGIzDUBNLvMbOs+fvLVE/x12q1qDfKsoXlmHl6OV3Ky7gJI2PqqaPz+roeGlPFse8fE2O7RuRD1GsRcz8xIpZf1VgH7WmUSmMttFbN58/jaCws98aVZc04844Oqwj8+qqlcfFli+Kwg18V+4zfbZX3vCBAgMAQEhAqAQIECBAgQIAAAQIECBAgUHwBGRIgQIAAAQIECBAgQIAAAQLFF5AhAQIECBAgQIAAAQIECBAgUHwBGRIgQIAAAQIECBAgQIAAAQLFF5AhAQIECBAgQIAAAQIECBBYJ4H+3SjXqbtOG1fAbAQIECBAgAABAgQIDCaB3k0Z0rlej3xT3LRhw9yz6rF4Vv+PW1Omd0ZXd9tgCn2TxdJ9cmeMn9xvseDsjlg6vyXK5Z6oVCtRrdZWONaj6dqAbUSbZVn+ulH1RWAYCEiRAAECg0+g98/ldO6NbuV67zVnAgQIECBAgAABAgTWVEA7AgQIECAwcAJ/uOUv8dMLfhGv7T4gxu++88ANbCQCQ1Ag/d4yy5pri6meUkhruPVaLZYtLMfM08vpUl7GTRgZU08dndfX99CYMo59/5gY2zUiH6pei5j7iRFxy6JKVHoaa6GVSlRr1Uhx5PE0Fph748uyZrx5R4dc4E+33h4z5y/MP9OOPOTV+TUHAgQIDE0BURMgQIAAAQIECBAgQIAAAQLFF5AhAQIECBAgQIAAAQIECBAgUHwBGRIgQIAAAQIECBAgQIAAAQLFF5AhAQIECBAgQIAAAQIECBAgUHwBGRIgQIAAAQIECBAgQIAAgXUT6N+Rct3667UxBcxFgAABAgQIECBAgMCgEejdjCGd6/WItElDKnPPqsfiWf0/ak2Z3hld3W2DJu7BEEj3yZ0xfnK/yaUz2mPp/JYol3uiUq1EtVpb4VmPpm8DuBF4lmX560bVF4FiC6xHdul7JnXvPae6QoAAgfUVyLJV/wz2GbO+ovoTIECAAAECBAgQiAgIBAgQIEBggAQef+LJ+N7PLoxX7L17TDngFQM0qmEIDE2B9LvLLGv+PjPVUxZpDbdeq8WyheWYeXo5XcrLuAkjY+qpo/P6QB0aU8ex7x8TY7tG5EPWaxFzzmiNWxZVotLTWAutVKJaq0aKJ4+rsdDcG2eWNePOOzrEj89fEO0jR8SJrzuUBgECBIa2gOgJECBAgAABAgQIECBAgACB4gvIkAABAgQIECBAgAABAgQIECi+gAwJECBAgAABAgQIECBAgACB4gvIkAABAgQIECBAgAABAgQIECi+gAwJECBAgAABAgQIECBAgMA6CvTvSrmOA+i28QTMRIAAAQIECBAgQIDA4BDo3YQhnev1iLQ5Qypzz6rH4ln9P2ZNmd4ZXd1tgyPoQRZF98mdMX5yv82lM9pj6fxSlMs9UalWolqtrXCtR9O5Ad3IIctsfNFg8FVwgYFIL33fDMQ4xiBAgMDKAr2fLVmWrXxZnQABAgQIECBAgACBdRDQhQABAgQIDJTAuT+8INpGjohjj5o0UEMah8CQFEi/v8yy5lpiqqck0hpuvVaLZQvLMfP0crqUl10njIipp47O6wN9aIQQx75/TIztGpEPXa9FzDmjNW5ZVIlKT2MttFKJaq0aKa48vsaCc2+8WdaMP+84jA/n/uiC+PNf7oi3veHI6OzsGMYSUidAoAgCciBAgAABAgQIECBAgAABAgSKLyBDAgQIECBAgAABAgQIECBAoPgCMiRAgAABAgQIECBAgAABAgSKLyBDAgQIECBAgAABAgQIECBAoPgCMiRAgAABAgQIECBAgAABAusq0L8z5bqOoN/GEjAPAQIECBAgQIAAAQKDQKB384V0rtcj0qYMqcw9qx6LZ/X/iDVlemd0dbcNgogHbwjdJ3fGnpP7jS6d0RFL55eiXO6JSrUS1WpthW89mt4N8EY6WWbjiwaDr+IKyIwAAQIECBAgQIAAAQIECBAovoAMCRAgQIDAgAj87IIFccPvbokTjjkkOtpHDsiYBiEwFAXSWmKWNdcQUz3lkNZw67VaLFtYjpmnl9OlvOw6YUQcc+qYvL6hDo1Q4tj3j4mxXSPyKeq1iDlntMYtiypR6WmshVYqUa1VI8WXx9lYeO6NO8uaeeQdh+FhzsWXx6JrbooTpx0aO+2w7TAUkDIBAgUTkA4BAgQIECBAgAABAgQIECBQfAEZEiBAgAABAgQIECBAgAABAsUXkCEBAgQIECBAgAABAgQIECBQfAEZEiBAgAABAgQIECBAgAABAsUXkCEBAgQIECBAgAABAgQIEFhngf7dKdd5CB03joBZCBAgQIAAAQIECBDY1AK9my6kc70ekTZjSGXuWfVYPKv/x6sp0zujq7ttU4c7JOY/7OTO2HNyv9WlMzpi6fxSlMs9UalWolqtrXCuR9O9Ad/ILMuG98YXDQJfhRWQGAECBAgQIECAAAECBAgQIFB8ARkSIECAAIH1F7jq6hvi0l8tjjcf2x0veuHW6z+gEQgMUYG0hphlzbXDVE9ppDXceq0WyxaWY+bp5XQpL7tOGBHHnDomr2/oQyOkOPb9Y2Js14h8qnotYs4ZrXHLokpUehproZVKVGvVSHHm8TYWoHvjz7JmPnnHYXRYdM2NMeeSy+Pg/feJCS9/2TDKXKoECBRXQGYECBAgQIAAAQIECBAgQIBA8QVkSIAAAQIECBAgQIAAAQIECBRfQIYECBAgQIAAAQIECBAgQIBA8QVkSIAAAQIECBAgQIAAAQIECBRfQIYECBAgQIAAAQIECBAgQGDdBfp3qFz3MfTcGALmIECAAAECBAgQIEBgkwr0braQzvV6RNqEIZW5Z9Vj8az+H62mTO+Mru62TRrrUJv8sJM7Y8/J/WaXzuiIpfNLUS73RKVaiWq1tsK7Hk3/xg1oJJllw3Pji0bqvoosIDcCBAgQIECAAAECBAgQIECg+AIyJECAAAEC6ylw29/ujp+cf2kcdvCr4hVdu6/naLoTGLoCae0wy5prhqmeMklruPVaLZYtLMfM08vpUl52nTAijjl1TF7fWIdGaHHs+8fE2K4R+ZT1WsScM1rjlkWVqPQ01kIrlajWqpHizeNuLET35pFlzbzyjsPgcPvf7olZFy6McTu/KKYdefAwyFiKBAgMCwFJEiBAgAABAgQIECBAgAABAsUXkCEBAgQIECBAgAABAgQIECBQfAEZEiBAgAABAgQIECBAgAABAsUXkCEBAgQIECBAgAABAgQIECBQfAEZEiBAgAABAgQIECBAgACB9RDo36VyPQbRdcMLmIEAAQIECBAgQIAAgU0n0LvJQjrX6xFp84VU5p5Vj8Wz+n+smjK9M7q62zZdoEN45sNO7ow9J/fbXTqjI5bOL0W53BOVaiWq1doK93o070PjRjTyzbLhtfFFI2VfBReQHgECBAgQIECAAAECBAgQIFB8ARkSIECAAIH1Ffj+zy6MnXfaPo485NXrO5T+BIasQFozzLLmWmGqp0TSGm69VotlC8sx8/RyupSXXSeMjGNOHZPXN/ahEWIc+/4xMbZrRD51vRYx54zWuGVRJSo9jbXQSiWqtWqkuPP4GwvSvflkWTO/vGPBDz+efUlUKtV4y3HdBc9UegQIDCcBuRIgQIAAAQIECBAgQIAAAQLFF5AhAQIECBAgQIAAAQIECBAgUHwBGRIgQIAAAQIECBAgQIAAAQLFF5AhAQIECBAgQIAAAQIECBAgUHwBGRIgQIAAAQIECBAgQIAAgfUR6N+pcn1G0XdDCxifAAECBAgQIECAAIFNJNC7uUI61+sRadOFVOaeVY/Fs/p/pJoyvTO6uts2UZTFmPawkztjz8n9hpfO6Iil80tRLvdEpVqJarW2wr8ezfvRuCGN1LNs+Gx80UjXV7EFZEeAAAECBAgQIECAAAECBAgUX0CGBAgQIEBgvQTO/dGcePDhR+L4oyet1zg6ExjKAmmtMMuaa4SpnnJJa7j1Wi2WLSzHzNPL6VJedp0wMo45dXRe31SHRqhx7PvHxNiuEXkI9VrEnDNa45ZFlaj0NNZCK5Wo1qqR4s/zaCxM9+aVZc08844FPXzvZxfG75f/Jd7+hqPiOZtt2ntVUGJpESCwaQTMSoAAAQIECBAgQIAAAQIECBRfQIYECBAgQIAAAQIECBAgQIBA8QVkSIAAAQIECBAgQIAAAQIECBRfQIYECBAgQIAAAQIECBAgQIBA8QVkSIAAAQIECBAgQIAAAQIE1kugf7fK9RpG5w0rYHQCBAgQIECAAAECBDaFQO+mCulcr0ekzRZSmXtWPRbP6v9xavI7R0VXd9umCLFwcx52cmfsObnf8tIZHbF0finK5Z6oVCtRrdZW3Id6NO9L48Y0FLKs+BtfNNL0VXgBCRIgQIAAAQIECBAgQIAAAQLFF5AhAQIECBBYd4G5l14Ri665MU6cdlg89zlj1n0gPQkMYYG0RphlzbXBVE+ppDXceq0WyxaWY+bp5XQpL7tOGBnHnDo6r2/qQyPkOPb9Y2Js14g8lHotYs4ZrXHLokpUehproZVKVGvVSHnk+TQWqHvzy7JmvnnHgh0uuuyquHzR0jjuqImxy9jtC5addAgQGN4CsidAgAABAgQIECBAgAABAgSKLyBDAgQIECBAgAABAgQIECBAoPgCMiRAgAABAgQIECBAgAABAgSKLyBDAgQIECBAgAABAgQIECBAoPgCMiRAgAABAgQIECBAgAABAusn0L9j5fqNo/eGFDA2AQIECBAgQIAAAQIbXaB3M4V0rtcj0iYLqcw9qx6LZ/X/KDX5naNin8PbN3p8RZ7wsJM7Y8/JbX0pXjqjI5bOL0W53BOVaiWq1dqK+1GP5v1p3KBG6ywr7sYXjfR8DQcBORIgQIAAAQIECBAgQIAAAQLFF5AhAQIECBBYR4Hrly2PCy76dRz/2kmx284vWsdRdCMLb+/CAAAQAElEQVQwtAXS2mCWNdcEUz1lk9Zw67VaLFtYjpmnl9OlvOw6YWQcc+rovD5YDo3QY9ppo2Ns14g8pHotYs4ZrXHLokpUehproZVKVGvVSPnkeTUWqnvzzLJm3nnHghyuvf73MXv+wthv3/Fx4H5dBclKGgQIEFgh4ESAAAECBAgQIECAAAECBAgUX0CGBAgQIECAAAECBAgQIECAQPEFZEiAAAECBAgQIECAAAECBAgUX0CGBAgQIECAAAECBAgQIECAQPEFZEiAAAECBAgQIECAAAECBNZToH/XyvUcSPcNJ2BkAgQIECBAgAABAgQ2rkDvJgrpXK9HpM0VUpl7Vj0Wz+r/MWryO0fFPoe3b9zghslsh53cGXtObuvL9tIZHbF0finK5Z6oVCtRrdZW3Jd6NO9T40Y1WmdZ8Ta+aKTla5gISJMAAQIECBAgQIAAAQIECBAovoAMCRAgQIDAugg88ODD8aOZl8RrXrVXHPCqvddlCH0IDHmBtCaYZc21wFRPCaU13HqtFssWlmPm6eV0KS/jJoyMY04dndcH26FUymLaaaNjbNeIPLR6LWLOGa1xy6JKVHoaa6GVSlRr1Uh55fk1Fqx7882yZv55xyF+uOf+B2P2/IWxwwu3iTe+7pAhno3wCRAg8FQBVwgQIECAAAECBAgQIECAAIHiC8iQAAECBAgQIECAAAECBAgQKL6ADAkQIECAAAECBAgQIECAAIHiC8iQAAECBAgQIECAAAECBAgQKL6ADAkQIECAAAECBAgQIECAwPoK9O9cub4j6b+hBIxLgAABAgQIECBAgMBGFOjdPCGd6/WItKlCKnPPqsfiWf0/Qk1+56jY5/D2jRjZ8JvqsJM7Y8/J/caXzuiIpfNLUS73RKVaiWq1tuL+1KN5vxo3rMGUZcXZ+KKRjq/hIyBTAgQIECBAgAABAgQIECBAoPgCMiRAgAABAusk8J2fzovnPmd0HHfUpHXqrxOBoS6Q1gKzrLkGmOopn7SGW6/VYtnCcsw8vZwu5WXchJEx9dTReX2wHkqlLKadNjrGdo3IQ6zXIuac0Rq3LKpEpaexFlqpRLVWjZRfnmdj4bo37yxrOuQdh/Dhx7MuiQceejhOOuGIIZyF0AkQIPC0At4gQIAAAQIECBAgQIAAAQIEii8gQwIECBAgQIAAAQIECBAgQKD4AjIkQIAAAQIECBAgQIAAAQIEii8gQwIECBAgQIAAAQIECBAgQKD4AjIkQIAAAQIECBAgQIAAAQLrLdC/e+V6D2WADSNgVAIECBAgQIAAAQIENpZA76YJ6VyvR6TNFFKZe1Y9Fs/q//Fp8jtHxT6Ht2+ssIb1PIedPCrGT2rrM7h0RkcsnV+KcrknKtVKVKu1FfepHs371rhxjdZZVoyNLxqp+Bo2AhIlQIAAAQIECBAgQIAAAQIEii8gQwIECBAgsPYCP5x5cdxy6x3xxtcdEqVStvYD6EFgiAukNcAsa679pXpKJ63h1mu1WLawHDNPL6dLeRk3YWRMPXV0Xh/sh/T9PO200TG2a0Qear0WMeeM1rhlUSUqPY210EolqrVqpDzzfBsL2L35Z1nTI+84BA8/mX1p3LBsebz9jUfF8zd/zhDMQMgECBB4NgHvEyBAgAABAgQIECBAgAABAsUXkCEBAgQIECBAgAABAgQIECBQfAEZEiBAgAABAgQIECBAgAABAsUXkCEBAgQIECBAgAABAgQIECBQfAEZEiBAgAABAgQIECBAgACB9Rfo38Fy/ccywoYQMCYBAgQIECBAgAABAhtFoHezhHSu1yPSJgqpzD2rHotn9f/oNPmdo2Kfw9s3SkwmaQp0n9IZ4ye1NV80jpfO6Iil80tRLvdEpVqJarW24n7Vo3n/Gjew0S7LhvbGF40UfA0nAbkSIECAAAECBAgQIECAAAECxReQIQECBAgQWEuBy668JhZeeW28+dju2PoFz1vL3poTGPoCae0vy5prfqmeMkpruPVaLZYtLMfM08vpUl7GTRgZU08dndeHyqFUymLaaaNjbNeIPOR6LWLOGa1xy6JKVHoaa6GVSlRr1Uj55nk3FrJ7HbKs6ZJ3HEKHX15xTfzi8qvjtYcdEC8dN3YIRS5UAgQIrIWApgQIECBAgAABAgQIECBAgEDxBWRIgAABAgQIECBAgAABAgQIFF9AhgQIECBAgAABAgQIECBAgEDxBWRIgAABAgQIECBAgAABAgQIFF9AhgQIECBAgAABAgQIECBAYAAE+nexHIDBDDHwAkYkQIAAAQIECBAgQGDDC/RukpDO9XpE2jwhlbln1WPxrP4fmya/c1Tsc3j7hg/IDE8R6D6lM8ZPauu7fumMjlg6vxTlck9UqpWoVmsr7ls9mvexcSMbrbNsaG580Qjd1zATkC4BAgQIECBAgAABAgQIECBQfAEZEiBAgACBtRFY/ufb4rw5v4yjD31N7LXHLmvTVVsChRBIa35Z1lzrS/WUVFrDrddqsWxhOWaeXk6X8jJuwsiYeurovD7UDqVSFtNOGx1ju0bkoddrEXPOaI1bFlWi0tNYC61UolqrRso7z7+xoN3rkWVNn7zjEDjcePMtMXv+wth3r5fElANfMQQiFiIBAgTWTUAvAgQIECBAgAABAgQIECBAoPgCMiRAgAABAgQIECBAgAABAgSKLyBDAgQIECBAgAABAgQIECBAoPgCMiRAgAABAgQIECBAgAABAgSKLyBDAgQIECBAgAABAgQIECAwEAL9O1kOxGjGGGgB4xEgQIAAAQIECBAgsIEFejdHSOd6PSJtmpDK3LPqsXhW/49Mk985KvY5vH0DR2P4ZxLoPqUzxk9q62ty6YyOWDq/FOVyT1SqlahWayvuXz2a97NxQxuts2xobXzRCNnX8BOQMQECBAgQIECAAAECBAgQIFB8ARkSIECAAIE1Fniysfbxo5mXxMte8uI45KBXhv8RGG4Caa0vy5prfKme8k9ruPVaLZYtLMfM08vpUl7GTRgZU08dndeH6qFUymLaaaNjbNeIPIV6LWLOGa1xy6JKVHoaa6GVSlRr1Uj55w6Nhe1elyxrOuUdB/Hh4Ucei9nzF8YWz90s3nxc9yCOVGgECBBYbwEDECBAgAABAgQIECBAgAABAsUXkCEBAgQIECBAgAABAgQIECBQfAEZEiBAgAABAgQIECBAgAABAsUXkCEBAgQIECBAgAABAgQIECBQfAEZEiBAgAABAgQIECBAgACBARHo381yQIYzyMAKGI0AAQIECBAgQIAAgQ0p0LspQjrX6xFps4RU5p5Vj8Wz+n9cmjx9VOxzePuGDMXYayjQfUpnjJ/U1tf60hkdsXR+KcrlnqhUK1Gt1lbcx3o072vjxjZaZ9nQ2PiiEaqvYSkgaQIECBAgQIAAAQIECBAgQKD4AjIkQIAAAQJrLvDdn8yLnkolXj91ypp30pJAQQTSGl+WNdf2Uj2lldZw67VaLFtYjpmnl9OlvIybMDKmnjo6rw/1Q6mUxbTTRsfYrhF5KvVaxJwzWuOWRZWo9DTWQhufCdVaNZJD7tFY4O71ybKmV95xkB5+POuS+Mvtd8Xb33hUlEr9a/GDNFxhESBAYD0EdCVAgAABAgQIECBAgAABAgSKLyBDAgQIECBAgAABAgQIECBAoPgCMiRAgAABAgQIECBAgAABAgSKLyBDAgQIECBAgAABAgQIECBAoPgCMiRAgAABAgQIECBAgAABAgMj4F/RHBjHDTOKUQkQIECAAAECBAgQ2GACvZshpHO9HpE2SUhl7ln1WDyr/0elydNHxT7d7RssDgOvvUD3KZ0xflJbX8dLZ3TE0vmlKJd7olKtRLVaW3E/69G8v40b3GidZYN/44tGmL6Go4CcCRAgQIAAAQIECBAgQIAAgeILyJAAAQIECKyhwOwLfxVXX/e7ePNx3TGqwxrVGrJpVhCBtLaXZc01vVRPaaU13HqtFssWlmPm6eV0KS/jJoyMqaeOzutFOZRKWUw7bUyM7RqRp1SvRcw5ozVuWVSJSk9jLbRSiWqtGskjd2ksdPc6ZVnTLe84yA6z5i/MP9fe/sajYusXPG+QRSccAgQIDLCA4QgQIECAAAECBAgQIECAAIHiC8iQAAECBAgQIECAAAECBAgQKL6ADAkQIECAAAECBAgQIECAAIHiC8iQAAECBAgQIECAAAECBAgQKL6ADAkQIECAAAECBAgQIECAwAAJ9O9qOUADGmbgBIxEgAABAgQIECBAgMCGEejdBCGd6/WItDlCKnPPqsfiWf0/Jk2ePir26baxyoa5C+s3avcpnTF+UlvfIJfO6Iil80tRLvdEpVqJarW24r7Wo3mfGze60TrLBu/GF43wfA1TAWkTWBOBu5cvj89MPDjmfOxjUatU1qTLkGnzq298PT43ZXI8fPfdeczlxx6Lc952Uvz8tPflrx0IECBAgAABAgQIECBQBAE5ECBAgACBNRFYdO1NMX/BlfHm4w6LHbffZk26aEOgMAJpTS/Lmmt5qZ4SS2u49Votli0sx8zTy+lSXsZNGBlTTx2d14t2KDWWq6edNibGdo3IU6vXIuac0Rq3LKpEpaexFtpYI6jWqpFccp/GgnevV5Y1/fKOg+RwxW+viwt/8Zvonjghul42bpBEJQwCBAhsOAEjEyBAgAABAgQIECBAgAABAsUXkCEBAgQIECBAgAABAgQIECBQfAEZEiBAgAABAgQIECBAgAABAsUXkCEBAgQIECBAgAABAgQIECBQfAEZEiBAgAABAgQIECBAgACBgRIoDdRAxhlwAQMSIECAAAECBAgQILABBHo3P0jnej0ibYqQytyz6rF4Vv+PSJOnj4p9uts3QASGHCiB7lM6Y/yktr7hLp3REUvnl6Jc7olKtRLVam3F/a1H8343bnijdZYNvo0vGmH5Gr4CMn8agd/94hfxoT1e+pTy6QNeEz/593+Pvy5dmn9vP033wl2u9pSjVqkULi8JESBAgAABAgQIECBAYJgISJMAAQIECDyrwB133Rvnzf1lTH7NvvHKrj2etb0GBIokkNbysqy5hpfqKbe0hluv1WLZwnLMPL2cLuVl3ISRMfXU0Xm9qIdSY9l62mljYmzXiDzFei1izhmtccuiSlR6eqLSWC+o1qqRfHKnxsJ3r1uWNR3zjpv48Idb/hqz5i+M8bvvHEdM2X8TR2N6AgQIbBQBkxAgQIAAAQIECBAgQIAAAQLFF5AhAQIECBAgQIAAAQIECBAgUHwBGRIgQIAAAQIECBAgQIAAAQLFF5AhAQIECBAgQIAAAQIECBAgUHwBGRIgQIAAAQIECBAgQIAAgQETKA3YSAYaYAHDESBAgAABAgQIECAw0AK9mx6kc70ekTZDSGXuWfVYPKv/x6PJ00fFPt3tAz298TaAQPcpnTF+UlvfyJfO6Iil80tRLvdEpVqJarW24j7Xo3nfGze+0TrLBs/GF41wfA1rXYelYgAAEABJREFUAck/m8D+73hHHP+5z8XrPvHJeOWJJ8ZWu+waN118UXztjW+IH73nPfH4gw8+2xBD6v0nHn44Zn7gf+I33/3uKnFvPW63OPWyhXH4+98fpdbWVd7zggABAgQIECBAgAABAgQGu4D4CBAgQIDAswv88LyLY5utnh9TDz/w2RtrQaBAAmkNL8uaa3epnlJLa7j1Wi2WLSzHzNPL6VJexk0YGVNPHZ3Xi34oNZavp502JsZ2jchTrdci5pzRGrcsqkSlp7EWWqlEtVaN5JR7NRbAe/2yrOmZd9xEhyeeLMes+QujbcSIeOvxh2+iKExLgACBjS1gPgIECBAgQIAAAQIECBAgQKD4AjIkQIAAAQIECBAgQIAAAQIEii8gQwIECBAgQIAAAQIECBAgQKD4AjIkQIAAAQIECBAgQIAAAQIEii8gQwIECBAgQIAAAQIECBAgMHACpYEbykgDKmAwAgQIECBAgAABAgQGVKB3s4N0rtcj0iYIqcw9qx6LZ/X/aDR5+qjYp7t9QOc22IYV6D6lM8ZPauub5NIZHbF0finK5Z6oVCtRrdZW3O96NO9/4wFotM6yTb/xRSMMX8NdQP7PKrDD3l2x+5RDYvyRR0b3+06Lt3z96/GfV1wZB/zjP8VNF18U53/4w1GtVJ51nKHSoOeJJ2L5FVdEz5NPDJWQxUmAAAECBAgQIECAAAECzybgfQIECBAg8CwC3/vp/Ljz7nvjjccc8iwtvU2gWAJp7S7Lmmt2qZ6yS2u49Votli0sx8zTy+lSXsZNGBlTTx2d14fLodRYxp522pgY2zUiT7lei5hzRmssX1SJSk9jLbSxPlKtVSN55W6NhfBexyxruuYdN8Hhx7MvieV/vi3efuLR0dY2chNEYEoCBAhsAgFTEiBAgAABAgQIECBAgAABAsUXkCEBAgQIECBAgAABAgQIECBQfAEZEiBAgAABAgQIECBAgAABAsUXkCEBAgQIECBAgAABAgQIECBQfAEZEiBAgAABAgQIECBAgACBARQoDeBYhhpAAUMRIECAAAECBAgQIDBwAr2bHKRzvR6RNj9IZe5Z9Vg8q//HosnTR8U+3e0DN7GRNppA9ymdMX5SW998l87oiKXzS1Eu90SlWolqtbbivtej+Rw0HoRG6yzbtBtfNELwNcwFpL9uAiM7OuLgf/7neNWb3hQ3XnRh3HLlles2kF4ECBAgQIAAAQIECBAgQGAjCJiCAAECBAg8k8BFv7wqLv/tdfGW47pji803e6am3iNQKIG0ZpdlzbW6VE/JpTXceq0Wv/tVT8w8vZwu5WXchJEx9dTReX24HUqN5expp42JsV0j8tTrtYi5Z7TG8kWVqPQ01kIrlajWqpHccr/GgnivZ5Y1ffOOG/Ew99Ir4jeLb4g3H3dY7LDdVhtxZlMRIEBg0wqYnQABAgQIECBAgAABAgQIECi+gAwJECBAgAABAgQIECBAgACB4gvIkAABAgQIECBAgAABAgQIECi+gAwJECBAgAABAgQIECBAgACB4gvIkAABAgQIECBAgAABAgQIDKRAaSAHM9aACRiIAAECBAgQIECAAIEBEujd3CCd6/WItOlBKnPPqsfiWf0/Ek2ePir26W4foFkNsykEuk/pjPGT2vqmvnRGRyydX4pyuScq1UpUq7UV978ezeeh8UA0WmfZptn4ojG1LwIE1kMgy7LomnZstI0eHb9feNkqIz1yzz0x60MfjI/stWd8aI+XxmcmHhxXfe97Ua1UVmlXq1bjhvnz4ktTX5u362277JJL+trVG394/Pm3v41vvPlN8eHxL8vbfXzfl+fjp3n6GjYqv/rG1+NzUybHHTfdFD/+t3/L2/78tPc13ol48tFH46LPfTY+fcBr8utprB+/972x8hip7WcOPigevOOOuPizn83bfezl+8TtN94YD999dz52miMNeP3cOfHhl+0R6Zxer1zuv+22+OykiTHnYx/LP+/Se7dec0187cQ35mOmPFM9XUvvPV1ZfuUV+RxLzz9/lSYpnhTX3DM+vsr1266/PtL13var803Wf1q0aJV+a/Ji5fzv/dOf4rsnv6vvfqwul9Xdt/QcXD9vbp9Jmvd3v/hFHvPtN9wQN150YXzxqCNzo/TspGdo5fuT2qeS3NKcyTGVVE/X0nu9pXfclOu8T5yRx3rO206K8mOP9TZxJkCAAAECBAgQIEBg+AjIlAABAgQIPK3Ajb+7Jc6/6Fcx7ciD4yW77vS07bxBoGgC6Xe4WdZco0v1lF9aw63XavG7X/XEeR9+Ml3Ky7gJI2PqqaPz+nA9lBrL2tNOGxNju0bkBPVaxNwzWmL5okpUenqi0lj/qNaqkfxyx8baRq9rljWd844b4fDbJcvigot+HRNf/fJ4ZdceG2FGUxAgQGDQCAiEAAECBAgQIECAAAECBAgQKL6ADAkQIECAAAECBAgQIECAAIHiC8iQAAECBAgQIECAAAECBAgQKL6ADAkQIECAAAECBAgQIECAAIHiC8iQAAECBAgQIECAAAECBAgMqEBpQEcz2AAJGIYAAQIECBAgQIAAgYEQ6N3UIJ3r9Yi02UEqc8+qx+JZ/T8OTZ4+Kvbpbh+IKY2xiQW6T+mM8ZPa+qK4dEZHLJ1finK5JyrVSlSrtRXPQT2az0XjwWi0zrKNu/FFY0pfG1Mga4nYmCXW9H/ara/Ac7fbLrbebbe48+abo/zYY/lwD9xxR3zzrW+Jm3/xizjk1P+I4z/3udjlgANizsc/Fhf976fz7/3UsFqpxAUf+Uj8+L3vjTFbbhmv+8Qn87YvPeSQePieu1OTvO0V554b3zzprVF+/Ik46oMfytvs/brXxZLzzsvnSfPljVccnnzkkZj/qU/F3tOmxQevuz6O+fgZ+TtzPvbR+O0PfhCvPPHEfIz93/b2uPGiC+Pn7/uv6I193xPeEEd96EPRPmZMvOyII/J20z716di8kWc+yEqHHV/xynjejjvGjRdeFLVGLiu9FX+55pp49L778jGyLIs0TzIZ0dae55lyrVerefx/vOKKlbuuUn/BLrvmcyy/8orcovfN22+4PnqeeCL+cu218fhDD/VejjtuujHaRo+O7ffaK7/2+4ULc99tXvKSOPbTn85ze/KRR+MH/+9f4o5lN+Vt1vZw/61/iZ/8+7/HFttvH8d95jPR/b7T4oHbbovvnfyuuO266/qGu+Omm+J7p5wcI9rb83uQcu7c4nnx0//4j/zZ6Gu4onL9vLlxyec/H+kepGdmn+OPj2t+9rP42X/+ZzzRuKcrmq215SVf+Hwkx/+55to46ZvnxMhRo3qHciZAgAABAgQIECBAYNgISJQAAQIECKxe4KGHHomfz/lF7LvX7nHw/vusvpGrBAookNbosqy5NpfqKcW0hluv1eJ3v+qJ8z78ZLqUl3ETRsbUU0fn9eF+KJUipp02JsZ2jcgp6rUs5p7REssXVaLS01gLbawVVGvVSI65Z2OBvNc3y5reeccNePjzX/8Ws+cvjN122TFed8RBG3AmQxMgQGAwCoiJAAECBAgQIECAAAECBAgQKL6ADAkQIECAAAECBAgQIECAAIHiC8iQAAECBAgQIECAAAECBAgQKL6ADAkQIECAAAECBAgQIECAAIHiC8iQAAECBAgQIECAAAECBAgMrEBpYIcz2oAIGIQAAQIECBAgQIAAgfUW6N3MIJ3r9Yi0yUEqc8+qx+JZ/T8KTZk+Kvbpbl/v+QwweAS6T+mM8ZPa+gK6dEZHLJ1finK5JyrVSlSrtRXPQz2az0fjAWm0zrKNs/FFYypfG1sgGxFRGrVxStay5tlpud4CIzo6YswLXtA3Tq1SicvOnhG1ajXe+b3vxytPPDF2n3JIHPXBD8Wkd787lsyeHffcckve/pqf/TSu/ulPYsp7/i3e9JWvxvgjj8zbHvZf74t9X39C3uaOm26KBV88K/Y59riY/oMfRNe0aXmb7vedFm//9nfi0fvui8u/8Y38syTv0Dg88fDDjTZTYuf9948syxpXml8vHD8+/uWCOXHAP/5T4/1D8nj2e9vb4tZrrom7ly/PG6U2ux54ULSNHh1bjRuXt9tt4sToeM5z8vdXPox+3vPixfvtF7dc9Zu499Zb+96qPPlkXDfngth+r71iq113jQf/dkdc/LnPxZ5HH93I8yt5ninXN3/t67HD3nvHld/+VqQ+fQOsVOncYot44Z57xm3XXRePP/BA/k5q+7sFC/K+9//lL3H/X/+aX0/2yy+/IrbZffcYs+WW+bWOzTaLt3zta3HMGZ+IPboPzx2nfvxjUX788fjDwoV5m7U9LD1/dhzxgQ9Eugfp3qZ7/PZvfTtGtLfHL2Z8qS+XltbWeO1HP9rIuXlvU87HfeYzMeq5z43r581d5Z71PPFE3LZ0aUz/4Y/6npnDT3t/HPOxj8fy31wZ18+dk4e5tpZp3G1esnvs/brXRanFZ0OO6ECAAAECBAgQIEBgOArImQABAgQIPI3AD2ZeHK2N32OdcMyUp2nhMoHiCaS1uSxrrsmlesowreHWa7X43a964rwPP5ku5WXchJEx9dTRed2hKVAqRUw7bUyM7RqRX6jXsph7RkssX1SJSk9jLbSxTlKtVSN55q6NhfJe5yxruucdN8AhzTN7/sIoN+J42+uP2AAzGJIAAQKDXEB4BAgQIECAAAECBAgQIECAQPEFZEiAAAECBAgQIECAAAECBAgUX0CGBAgQIECAAAECBAgQIECAQPEFZEiAAAECBAgQIECAAAECBAgUX0CGBAgQIECAAAECBAgQIEBggAVKAzye4QZAwBAECBAgQIAAAQIECKyfQNpcII2QzvV6RNrcIJW5Z9Vj8az+H4OmTB8VXd3tqalSMIHuUzpj/KS2vqwundERS+eXolzuiUq1EtVqbcVzUY/mc9J4UBqts2zDbnzRmMIXgT4BlfUXqJbL8cTDD/cN9ODf/hY3//KXsUf34fHcbbftu55lWYx91YSoPPlk3HfrrVF+7LG4fu7cePF++8UrTjwxsizra7ty5aaLLoqWESPilY02La2tK78V2+6xR+w2aVL8fuFl8eh99/W9N6K9PbYbP77vdW9l3xPeEKOf//zel/mcO+zdFT1PPBGP3HNP3/W1qaQ8Uy63XHllX7eU31+uuSZ2n3JIjBw1Kv7828XxwO23R9frpsXKObSPHh07v/rVcdfvfx+PP/RQX/+VK1mWxc7775+b3XPLLflbD999d9zbqL/ijW+Mts7OuP2G6/Prj9x7b9x+/XWxy6tfE61tzc/fHbq6cve8wYrD83caG2O23DJ6x1txeY1Pu7zmgNh2991Xab/FDjvE7occEnf+7nfx2AP35+9tteuuuUGW9d/bNO+WL35xPHzXXdHz+ON5u97DPscdH8mk93U6J5/U/s+//W3+Z8Wf18Fyp1e+Ir/XaTyFAAECBAgQIECAAIHhKSBrAgQIEMiVnm8AABAASURBVCCwOoHz5vwyrl/2x3jz8d3R2tKyuiauESicQFqTy7LmWlyqpwTTGm69Vovf/aonzvvwk+lSXsZNGBlTTx2d1x1WFSg1lrunnTYmxnaNyN+o17KYe0ZLLF9UiUpPT1QqlajWqpFcc9/Ggnmvd5Y1/fOOA3z40cxLYtkf/hzveOPR0dnZMcCjG44AAQKDX0CEBAgQIECAAAECBAgQIECAQPEFZEiAAAECBAgQIECAAAECBAgUX0CGBAgQIECAAAECBAgQIECAQPEFZEiAAAECBAgQIECAAAECBAgUX0CGBAgQIECAAAECBAgQIEBgoAVKAz2g8dZbwAAECBAgQIAAAQIECKyHQO/mBelcr0ekTQ1SmXtWLRbP6v8RaMr0UdHV3b4eM+k62AW6T+mM8ZOam1CnWC+d0RFL55eiXO6JSrUS1WptxfNRj+bz0nhgGg2zbMNtfNEY3heBXgHnARDoefLJePTee2PUczeP1pEj4/GHHoonH3kkFn71K/GhPV66SvnqCa+PnieeiLuX/zGefPTRuP+vf41tdn9pjGh/+j8LHrrzb7HFDjvEmK22ekq0WZbF88eOjcfuvz8euefuvvc7nvOcGLPl8/te91aqlUr88fLLY+4ZH4+vvfEN8ZmDD4rv//MpvW+v03mrXXeN7ffaK27+5S/y3NIgNy+8LEaOGhW7HHhgehkP3XVn1Bpzf+Mtb17FI/lc8oUv5PE/fHd//HmnlQ7bvWx8pJxuvfaa/Opfrr022jfbLHZ65ati2z1eFssvvyIf/55blueuL2zEkzdsHNJn671/+lMs+L//ix/8v3+Jz02eHJ+fMjkevOOOxrvr9rXN7i+JUmvrUzqne/T4gw/GI/fe1/feg3+7Iy4/55z48XvfG1847ND43wMPiD8tWtT3fm8lPQPP23HH3pd959a2tujcYot4+K67oufxx9faMo272dbb9I2nQoAAAQIECBAgQIDAsBSQNAECBAgQeIrAr69aGhcvXBQnnXBkbLvVU3+X+JQOLhAogED6fXGWNdfgUj2llNZw67Va/O5XPXHeh59Ml/IybsLImHrq6LzusHqBUili2mljYmzXiLxBvZY11h9aYvmiSlR6eqLSWBeo1qqRfHPnxsJ5r3uWNe9D3nGADpf+6rex8DfXxvGvnRQ77/TCARrVMAQIEBhSAoIlQIAAAQIECBAgQIAAAQIEii8gQwIECBAgQIAAAQIECBAgQKD4AjIkQIAAAQIECBAgQIAAAQIEii8gQwIECBAgQIAAAQIECBAgQKD4AjIkQIAAAQIECBAgQIAAAQIDLlAa8BENuJ4CuhMgQIAAAQIECBAgsK4CvZsWpHO9HpE2M0hl7lm1WDyrpW/YKdNHRVf302/43NdQZcgLdJ/SGeMntfXlcemMjlg6vxTlck9UqpWoVmsrnpN6NJ+bxoPTaJ1lA7/xRWNYXwRWElAdCIF7li+PO2++OXbcd98otbb2DTnhLW+J4z/3udWWcQcd3Ndu5KiOvvpAVbJSKbJS/585adwH7rgjvnzstPjOP/1j3PX7P8SLXv7yOPQ//iMO/ud/Tm+vcxk5alTsPuWQ+OvSpXH/X/4STzzySCy7+OLYbeKkeO622/aN29bZGUd+4AOr9Zj2qU/H5ttt19f27ytjttwyttl99/jzb38bPU88EcuvvCK232uv6Nxiixi734S4/frr4pF7743brrsuNt9++9j8hS/Mh6hWKnHBRz4SXzzqyLhh3txG++fFge96Vxx9+kca9S3yNutyyFpanrZba1tbjGhvzz/PLz/nnPjc5MlxxbfOjda2kbHfSSc15j49tt7tJavtn5VKq72eLo7o6IhSS3PetbV8pnHT2AoBAgQIECBAgAABAkUXkB8BAgQIEFhV4E+33h6zLlwYh0+aEF0vG7fqm14RKKhAWoPLsubaW6qnNNMabr1Wi98t7InzPvxkupSXcRNGxtRTR+d1h2cWSL/WnnbamBjbNSJvWK9lMfeMlli+qBKVnsZaaOP39NVaNZJz7t1YQO/1z7Lm/cg7rudh6Y1/iFnzF8arX7FnHPCqvddzNN0JECAwVAXETYAAAQIECBAgQIAAAQIECBRfQIYECBAgQIAAAQIECBAgQIBA8QVkSIAAAQIECBAgQIAAAQIECBRfQIYECBAgQIAAAQIECBAgQIBA8QVkSIAAAQIECBAgQIAAAQIEBl7g6Xe2Gvi5jLgmAtoQIECAAAECBAgQILBOAr2bFaRzvR6RNjFIZe5ZtVg8q7lpbxp4yvRR0dXdnqrKMBHoPqUzxk9q68v20hkdsXR+KcrlnqhUK1Gt1lY8L/VoPj+NB6jROssGbuOLxnC+CKwq4NV6CzzxyCOx4Kyz4jnbbBPjJh6cjzeivT1a29oapT12n3LIasuWY8dGS2trjBw1Km695pqoPNm/sVA+yEqHzbbaOu679dZ4+M47V7rarKbPi3uWL4/Ntt46NnvBVs2LT3O8fu6cuP+vf413fOe78dZvfCOm/Nt7Y4/uw+MFO+/8ND3W/PIuBxzQyLctbl54Wdx1881x75//HC874ojIsiwfpH3MmOhp5PiCnXdZrcduEydGx3Oek7dd3aG1rS3GHXxw3HHjjXH7DTfEXxpm6XVq+6J9Xh7VSiX+tmxZbvni/faPjs02S2/FnY1YlsyaGRP/9V/jlFmz46gPfSi6pk2LnV75imgZMSJvsy6HZJ7sV+5ba8Rw+3XXx+jnPz86N988Hr7rrrjqu9+JvaZOjXdfeFEc8/EzYt8T3hC7HHBgjBzVsXLXvN7zxBOrvceP3ndf3HPLLbHF9tvnxutrmU/mQIAAAQIECBAgQIDA8BKQLQECBAgQWEmgUqnGTy/4Rbz4RdvF4ZP3X+kdVQLFFUi/z82y5ppbqqdM0xpuvVaL3y3sifNO7/8d/bgJI2PqqaNTE2UNBUqliGmnjYmxXc3fu9drWcw9oyWWL6pEpaexFtr4/Xm1Vo3knbs3FtJ770OWNe/LGk612mZ33HVvzJ6/MLbfbqs44Zgpq23jIgECBIaFgCQJECBAgAABAgQIECBAgACB4gvIkAABAgQIECBAgAABAgQIECi+gAwJECBAgAABAv+fvfsAkKK8+zj+e/YqVwClSLGBAoKCAqLYEAVUzoqANYkNU0SNFSPEAkaxJ1EMb9RYEzVWUEMRFRWsgIoVFCkqSu91d3b2nf8su3cHR5Vy7H2RZ+aZZ5555vl/5pnZMrKDAAIIIIAAAggggAACCCCAAAIIZL4AESKAAAIIIIAAAggggAACCCCAQOYLECECCCCAAALbQCCyDdqkSQQQQAABBBBAAIFfIMCmCCCw+QKphxTYPJGQ7OEFlobf72vCy1npBrtcXKA2XfPTy2SqjkDX3oVq1SkvHfCbg6vps5ERRaMxeXFP8bi/ZtwklBxHwUAKajv3yx98ETTDXwQ2SWDpkFc3qR6VpCWzZ+ml6/+kaeM+Uucrr1SNevVDlpoNGqjhAQfoi+HDtOinn8KyiibVatZU885dNGXsWH3zztsVVQnLmh59tGKrVunD//xHcc8Ly1KTn774QpPeeEP7HHaYrL1UeUXzBTNmqFqNGqq+W930amvvi2HD08trZ2ybtcsqWq5Rr572bneIpowZo49feF67NW0aplTdPQ9qrdxq1fTxiy+sE0OqzsbmDfY/QLGVK/XlyBHKzstX3SZNw01s37X23ltfjhiuOd9+q0aHHhKW22T5/PmhXe1gvXPOisI0/aNxwfGbHea3ZPLdu+9q/vTp5Tb9YeJETX5rdPpYrFi0UCuXLFGtvfZSVnZ2uu6sSZM08/PP08tlMxNffjnsb6rMXgs+eeklLV+wQE07HhMW77kVLMOGmCCAAAJrBJghgAACCCCAAAIIIIAAAghULYGnXnpNi5cu07mnH1+1Aq/i0Vbl8O17VueS99osbxZ2Dzfh+5o8JqYhA1ZbUZiaHZar064tCvNMNk8gEpG69y1W4zY54YYJ32n4wCxNHefJiwX3QoP7G3E/LnMP/YMb6qnj4Vzy+IQbbsHklZFjtHDxUl109slbsDWbIIAAAggggAACCCCAAAKZI0AkCCCAAAIIIIAAAggggAACCCCQ+QJEiAACCCCAAAIIIIAAAggggAACmS9AhAgggAACCCCAAAIIIIAAAgggkPkCRIgAAggggAACCCCAAAIIIIAAApkvQIQIIIAAAghsC4HItmiUNhFAAAEEEEAAAQS2WIANEUBgMwVSDyeweSIh2UMLLA2/39eEl7PSrXW5uFBtuuanl8lUPYGuvQvVqlNeOvA3B1fTZyMjikZj8uKe4nF/zfhJKDmeggEV1Hbulz34ImiCvwhskkDshx/1028v0+qvJm1S/apS6ftPPtZXo17TZ6++quEDb9ODZ56hezt10vSPPtLZ9w9S885d0hQ5+fk65tLLtHLxYg3udpre+ef/hdt+MXxYuO1zV1+t6IoVcs7p8AsuUKN2h+jZK6/US9f/SVbH0qv9+2vcf58J29z9wAN1bNDehOef00NnnaWPX3ghbM/68civf6UGLfZXx2C9cy6sv75J4/bttWT27GA/fcM4LJZHf/NrLV+4YJ1N8goLtcvuu+ur117TR08/pQ//8x/N/uabdeqlCiLZ2Tro1FP148SJ+nLkSLXocpxyCwpSq1Vn3311VK+L9emQIeVisFj+e8UV+uDJJ9N115epvffeqt+ihT566qlg3lyFu+4aVrX97HFQ68BuuLJzc1W7UeOw3Ca1GzdW9d120//+8pcwBjuGL998k957/HHlFxdblS1KBbvsokfP+43eD9qxNt/4+9/1xEUXqmaDBmp/3vnhsa3ZcHfV2Wef4Pj/U28P/odS9V4J9m99WnvHZjj3uyl67PzzwuNj4+CZyy8Ltv8/tTm9u/Zu1y7cZGtYhg0xQQABBJICTBFAAAEEEEAAAQQQQAABBKqQwIjRH+ijj7/U+WeeqMLCalUo8iofapUFSAQ3bp1L3mOzvEHYPdyE72vymKiGDFhtRWFqdliuTru2KMwz2TKBSETq3rdYjdvkhA0kfBfcF8nS1HGevFhwL9TzFPfjMv/wOATHJ3VcnEsep3DDzZi8NOwtffbVFF14zsmqWaN4M7akKgIIIIAAAggggAACCCCQcQIEhAACCCCAAAIIIIAAAggggAACmS9AhAgggAACCCCAAAIIIIAAAgggkPkCRIgAAggggAACCCCAAAIIIIAAApkvQIQIIIAAAggggAACCCCAAAIIIJD5AkSIAAIIIIDANhGIbJNWaRQBBBBAAAEEEEBgCwXYDAEENkcg9VACmycSkj2swNLw+31NeDkr3VSXiwvVpmteeplM1RXo2rtQrTqVjoU3B1fTZyMjikZj8uKe4nF/zThKKDmugoEVcDm3ZQ++CDblLwKbJbBy7Pv6scevtOCvg5SIxzdr20yt/O6//qVnr7xSL/7pOn309NMdOP6ZAAAQAElEQVSKx2I67pprddWbo9X06KPlnCsXesOWLXXRv/+jPdu21egHHgi3fen66/Xz11+rdbduyqmWfLhWflGRzrzvPh1x0UWa8u67ev7aa/XCdddpzpRvVb95i7BN55wOv/BCnfOPweHyyzfdGLb31ahROvbyP+qsQYNk7YQrNzBp3uW4sM8/f/1VGMfIO+9Q69NPV/tf/XqdrXILCnRC0I+i2rU17NZb9f7jjyk7N3edemUL6jVvrpoNG6pajRpqEpiUXeec02Hnn6+e99wjb/UqpWIYdc/dyisqVNOOHctWrzBvfdrjoNbhuuadOpczb3ToIfLjce3RurWK69YN69hkl6A/p99+hwpq1tTwgbfpuauvlgv+O/3224P9bvmDnFqeeKJOu/U2jXvm6fBYvPfoIzrwtNN0weNPqGb9+rbr8Jh0u22gGuy/f3oMzP5mcmBwr2qsqRNWXDPJys7Wyf0HqEmHDnrl5pvCsfDTl1+qpG8/lfz5z7L1VtW5X25p7ZAQQACBpABTBBBAAAEEEEAAAQQQQACBqiLw8WeT9eprY3XO6cep8V4Nq0rYxBkKVM1JIrhx61zy3prlTcHu4SZ8X5PGRDVkQNSKwtTssFyddm1RmGfyywQiEal732I1bpMTNpTwXfD9fJamjvPkBfdWPM9T3I/LjkN4PILjlDo+ziWPV7jhJkzGfvip3hgzXqee0EEtmjbahC2oggACCCCAAAIIIIAAAghksgCxIYAAAggggAACCCCAAAIIIIBA5gsQIQIIIIAAAggggAACCCCAAAIIZL4AESKAAAIIIIAAAggggAACCCCAQOYLECECCCCAAAIIIIAAAggggAACCGS+ABEigAACCCCwbQQi26ZZWkUAAQQQQAABBBDYIgE2QgCBTRZIPYzA5omEZA8psDT8fl8TXs5Kt9Pl4kK16ZqXXiaDQNfehWrVuXRMvDm4mj4bGVE0GpMX9xSP+2vGU0LJ8RUMsIDNuc178EWwCX8rmcB5550n55yOO+44LVu2rMLe/fzzz9prr71kdSussJ0KFz70mH44sbuWDRu5nfZY+XbTrGNH3fzFl+XSTZ99rj+8+JIOP/985RUWan1/6uyzj879x2BZfWvjhk8n6sInntS+Rx4ZjoHUdtZGlyuv0rXvjAn3Y/UvfPLf2r1Vq1SVsH7TDh30++efD+tYe1e/OVpHXHihcqtVS9ezzJEXXqQrR72u4jp1bDGdsrKzwz7/6f0PwjZsf2179NR+nTqFyxZrunKQqbdfc136yqvhuiteG6Vae+8dtmlt2z6CKuX+FtWqFda/6o03tUvDdR8gFsnK0v7HnxDWsf5buu6993XaX27VrnvsUa6t9S10+uMfw/40O+aYclUatz9MN33+RdiWc67cur3btdMlQ4aG25ntyTffrLr77hsadbttoFJ/LCaLLeWWW1Cg8x99TGXrpOoGB0RNjjpKlw8fEbZ7Q3BsT7m5v4pq105XsYyZXfD4E2Edi/ecB/6h3Zo2Ddu1tm0fVi+VsvPy1PGS3uo3fkK4jR3jQ845R3bsUnVsHsnK2iRLO6bWVoMWLWwzEgIIILCuACUIIIAAAggggAACCCCAAAJVQmDOvIV65bUx6tC+tQ5vV/q9Y5UIniClKmhg99acc+Xusdk93ITva9KYqIYOiKZVmh2Wq9OuLUovk/nlApGI1L1vsRq3yQkbS/hOwwdmaeo4T14suBfqeYr7cdnxCI9LcKPdjplVdi553Cy/oTR5ygy9PHKs2rVuoS5HH7KhqqxDAAEEEEAAAQQQQAABBKqGAFEigAACCCCAAAIIIIAAAggggEDmCxAhAggggAACCCCAAAIIIIAAAghkvgARIoAAAggggAACCCCAAAIIIIBA5gsQIQIIIIAAAggggAACCCCAAAIIZL4AESKAAAIIILCNBCLbqF2aRQABBBBAAAEEENgCATZBAIFNE0g9hMDmiYRkDyewNPx+XxNezko30uXiQrXpmpdeJoNASqDrJYVq1bl0bLw5uJo+GxlRNBqTF/cUj/trxlVCyXEWDLRgY+c27cEXQVX+VmKBUaNG6d///ncl7mGya7Hvf9Tsa/pp1h/7KDZ1erKQKQIIIIAAAghkhABBIIAAAggggAACCCCAAAIIVA2B5199U9WLC3XGqZ2qRsBEWU6gqi3YPTXnkvfSLG/x2z3chO9r0piohg6IWlGYmh2Wq9OuLQrzTLauQCQide9brMZtcsKGE77T8IFZmjrOkxcL7oV6nuJ+XHZcwuMT3HBPHS/nkscv3LCCyfyFi/XyyDHatWaxzjujpIIaFCGAAAIIIIAAAggggAACVU+AiBFAAAEEEEAAAQQQQAABBBBAIPMFiBABBBBAAAEEEEAAAQQQQAABBDJfgAgRQAABBBBAAAEEEEAAAQQQQCDzBYgQAQQQQAABBBBAAAEEEEAAAQQyX4AIEUAAAQQQ2FYCkW3VMO0igAACCCCAAAIIbLYAGyCAwCYIpB4+YPNEQrKHElgafr+vCS9npVvocnGh2nTNSy+TQWBtga6XFKpV59Ix8ubgavpsZETRaExe3FM87q8ZXwklx1sw4IJGnNvwgy+CKvytxAI1a9ZUy5YtNWDAAE2ZMqUS97S0a8tHvanvT+qhBf94qLSQHAIIIIAAAgjszAL0HQEEEEAAAQQQQAABBBBAoAoIPP/Km5o6faZ+3ZOHZFeBw11RiFWqzO6lOZe8h2Z5C97u4SZ8X5PGRDV0QNSKwtTssFyddm1RmGeybQQiEal732I1bpMT7iDhOw0fmKWp4zx5seBeqOcp7sdlxyc8TsGN99Rxcy55HMMN15q8MnKMvp85Wxeec8paa1hEAAEEEEAAAQQQQAABBKqsAIEjgAACCCCAAAIIIIAAAggggEDmCxAhAggggAACCCCAAAIIIIAAAghkvgARIoAAAggggAACCCCAAAIIIIBA5gsQIQIIIIAAAggggAACCCCAAAIIZL4AESKAAAIIILDNBCLbrGUaRgABBBBAAAEEENhMAaojgMDGBFIPHbB5IiHZwwgsDb/f14SXs9Kbd7m4UG265qWXySCwPoGulxSqVefSsfLm4GqaODKiaDQmL+4pHvfXjLOEkuMuGHhBY86t/8EXwWr+VmKB6tWra+DAgVq5cqX69u2rWCxWiXtbvmsLB/1TP5xyppaPfqf8CpYQQAABBBBAYCcToLsIIIAAAggggAACCCCAAAKZLvD2+5/orfc+1gVnnaTau9bI9HCJr0KBqlNo99CcS947s7xFbvdwE76vSWOiGjogakVhanZYrk67tijMM9m2ApGI1KNvsRq3yQl3lPCdhg/M0tRxnrzg/pjneYr7cdlxCo9XcAM+dfycSx7PcMM1k/+NelfjJ07SReecrLq1d1lTygwBBBBAAAEEEEAAAQQQqOoCxI8AAggggAACCCCAAAIIIIAAApkvQIQIIIAAAggggAACCCCAAAIIIJD5AkSIAAIIIIAAAggggAACCCCAAAKZL0CECCCAAAIIIIAAAggggAACCCCQ+QJEiAACCCCAwLYTiGy7pmkZAQQQQAABBBBAYLMEqIwAAhsUSD1swOaJhGQPIbA0/H5fE17OSm/b5eJCtemal14mg8DGBLpeUqhWnUvHzOjB1TRxZETRaExe3FM87q8Zbwklx18wAINGnVv3wRdBMX93AoGDDjpI119/vV544QW9+OKLm9RjO/bvvPOOjjzySGVlZck5p6KiIl188cWaNWvWJrWxNSpFp3ynWb2v0pzrbpD30/bb79boO20ggAACCCCAwBoBZggggAACCCCAAAIIIIAAAhktMOnbGXpl5BidekIH7b9f44yOleA2IFBFVtn9E+eS98wsb2HbPdyE72vSmKiGDohaUZiaHZar064tCvNMto+Ai0g9+harcZvccIcJ32n4wCxNHefJiwX3Qj1PcT8uO17hcQtuxKeOo3PJ42obfvTxlxr+5vsq6XS4DjqgqRWREEAAAQQQQAABBBBAAAEETICEAAIIIIAAAggggAACCCCAAAKZL0CECCCAAAIIIIAAAggggAACCCCQ+QJEiAACCCCAAAIIIIAAAggggAACmS9AhAgggAACCCCAAAIIIIAAAgggkPkCRIgAAggggMA2FIhsw7ZpGgEEEEAAAQQQQGAzBKiKAALrF0g9ZMDmiYRkDx+wNPx+XxNezkpv2OXiQrXpmpdeJoPApgp0vaRQrTqXjp3Rg6tp4siIotGYvLineNxfM+4SSo7DYCAGjTtX+uCLYJG/O4lAJBLR7373Ox1xxBHq27evpk+fvsGe2zG/9957dfTRR2v58uV68MEH9dxzz+nCCy/U448/rg4dOmjGjBlhG8tHj9GcG/+i2Vf+ST9ffKl+PPM8/XBid03vcLymtj5CCx54MKy39uSn836nhYMfXrt4vctLXxmuGV276fsTuum7lodq5fiP11uXFQhkgkBxnTq6ctTrOvLCi7ZqOM06dlS/8RPUoEWLrdpupjUW8z09NXW0bvvsv/rde/fpxFE36JBXLlezF3ppr2d/o4bPnKt6T5+t3Z4+a4Op6QsXqs3LvXX0sGt18qibdM5bt4ftXTPuIfX/9N964OtXNOzHcZq0+IdMIyQeBMoJsIAAAggggAACCCCAAAIIIJC5AsuWr9TLI9/R/vs1VpejDxF/qq5AVYjc7p84l7xXZnmL2e7hJnxfk8ZENXRA1IrC1OywXJ12bVGYZ7J9BVxE6tG3SI3b5IY7TvhOwwdmaeo4T14suBfqeYr7cdlxC49fcEM+dTydc5o6/UcNfW2MDty/iUo6Hy7+IIAAAggggAACCCCAAAIIlAqQQwABBBBAAAEEEEAAAQQQQACBzBcgQgQQQAABBBBAAAEEEEAAAQQQyHwBIkQAAQQQQAABBBBAAAEEEEAAgcwXIEIEEEAAAQQQQAABBBBAAAEEEMh8ASJEAAEEEEBgWwpEtmXjtI0AAggggAACCCCwyQJURACB9QikHi5g80RCsocOWBp+v68JL2elt+pycaHadM1LL5NBYHMFul5SqFadS8fQ6MHVNHFkRNFoTF7cUzzurxl/CSXHYzAgg504l3ywSZDl704kUKNGDd11112aNWuW7rjjDnmet97ef/zxx7rxxht18cUX66OPPtJFF12kHj166L777tPYsWM1d+7csC0bF6vGTdDS54do2cjXteLdD7T68y8VnTZD8XnzlVi9Wlv1Tyym2A8/ygWNrp70TTDlLwIIIFC5BRZHV2jm8vmatPgHfTRvst74+VMNmfGenpzyhv7x9asa8Ol/dMGYe3T0sGu129NnqfXQS9XjzVt1zbiHwvWvzZygWSsXVu4g6R0CGxegBgIIIIAAAggggAACCCCAQAYLPP/qm8F9BU/ndj8hg6MktE0QyPgqdk/EOVfunpndw034viaNiWrogGjaoGn7HJ12bVF6mcz2F3ARqUffIjVqLM6lIwAAEABJREFUnRPuPOE7DR+Ypanjgvugwf0mu08W9+Oy4xcex+DGvB3jpctW6OXXxio3K0sXnn1yuC0TBBBAAAEEEEAAAQQQQACBtAAZBBBAAAEEEEAAAQQQQAABBBDIfAEiRAABBBBAAAEEEEAAAQQQQACBzBcgQgQQQAABBBBAAAEEEEAAAQQQyHwBIkQAAQQQQAABBBBAAAEEEEAAgcwXIEIEEEAAAQS2qUBkm7ZO4wgggAACCCCAAAKbKEA1BBCoSMAeKmDlNk8kJHvYgKURgxKa8HKWrQpTl4sL1aZrXphngsAvEeh6SaFadS4dS6MHV9PEkRFFozF5cU/xuL9mHCaUHJfBwAx26FzyASdBlr87kcAhhxyiP//5z3rwwQc1bNiw9fb8xRdfVG5uri6//HLl5CQfjJKq3K5dO5122mkaPny45syZkyrebvOs6tVlozBvv6bbbZ/sCAEEENheAj+tmKcxsz/Xk1PeUP9P/61fv3OXDhzyBx38ymXq/f6gsPzbxTO3V3fYDwJbSYBmEEAAAQQQQAABBBBAAAEEMlVg2OvvavynX+v8s09Ubk52poZJXJskkNmV7B6Zc8l7Y5a3aO0ebsL3NWlMVEMHRK0oTE3b56hbn+Iwz2THCriI1LNfsRq1Tt7rSvhOwwdma9p4T14suBfqeYr7cdlxDI9ncIP+lZFj9N30mbrw3FMVibgdGwB7RwABBBBAAAEEEEAAAQQqnQAdQgABBBBAAAEEEEAAAQQQQACBzBcgQgQQQAABBBBAAAEEEEAAAQQQyHwBIkQAAQQQQAABBBBAAAEEEEAAgcwXIEIEEEAAAQQQQAABBBBAAAEEEMh8ASJEAAEEEEBg2wpEtm3ztI4AAggggAACCCCwSQJUQgCBdQRSD4uweSIh2UMGLI0YlND4oaUfZbpcXKg2XfPW2Z4CBLZUoOslhWrVuXRMjR5cTRNHRhSNxuTFPcXj/prxmFByfAYDNNiZc8kHnQRZ/u4kAs45/fa3v1Xbtm3Vt29fzZkzp8Ke//jjj9p3333VsGHDddY757Tffvtp7ty5mjVrlgqOPEy1+1yp2jdcp7p/uVF177hFu/31dtV/4F7Vf/B+VWvXZp02rGCX3her+JQSy25Syq5dS3VuuUG7/f0ONXjkH5u0DZUQQACBLRXIjmSpc/3W+tU+x+jqA7rr9oMv1P8dfpmePPpa/feYvnr+2D/rxU436KVON643vRisf+TIq/S3Q3+vW9qcp2sP6KHf7Veicxofo5P2OFQd6rXUvtUbbFIXf1g2V89PH6trxj2kI4ddraYvXKjzxtytB75+RePnfbtJbVAJgR0mwI4RQAABBBBAAAEEEEAAAQQyUmDcJ19p2Bvv67wzTtTu9etmZIwEtRkCGVzV7o05l7wnZnkL1e7hJnxfk8ZENXRA1IrC1LR9jrr1KQ7zTCqHgAtus/fsV6xGrXPCDiV8p2G3ZWnaeE9eLCbP8xT347Lj+frbH+mDj7/Qr3ucoD0a1JVzyeMebsgEAQQQQAABBBBAAAEEEEBAwgABBBBAAAEEEEAAAQQQQAABBDJfgAgRQAABBBBAAAEEEEAAAQQQQCDzBYgQAQQQQAABBBBAAAEEEEAAAQQyX4AIEUAAAQQQQAABBBBAAAEEEEAg8wWIEAEEEEAAgW0sENnG7dM8AggggAACCCCAwCYIUAUBBMoLpB4WYfNEQrKHRlgaMSih8UNLP8Z0ubhQbbrmld+YJQS2gkDXSwrVqnPp2Bo9uJomjowoGo3Ji3uKx/014zKh5DgNBmqwX+d48EXAsFP9rVWrlu655x59++23uu2228Lj+ksCqHb4oapx/rmqcXZPFZ9+iopP7qqi4zur4JgOKjjyMFU75OAKm7fy7IYNKly3dmGNX52pPYe/pOrdTw3bq9auraod3GbtaiwjgAACW03AyalutZras7CumlZvqJa7NFKbWk10SO1mal9nPx1Wt7kOr9tig+mIuvvrxD0O0dmNO+q3zbrqmpY9NKD1b/TXQ3+nfx15pZ47pp/ePfFe/XzW0/ro5Pv0dMfr9Zc25+vCpsfr6HottXth7aAXrsKYFkdXaMSP4zXg0//oxFE3qOkLF+qacQ9p3LxvKqxPIQI7UoB9I4AAAggggAACCCCAAAIIZJ7AjJmz9PJrY9W5Qzu1a9088wIkos0WyNQN7J6Yc8l7YZa3OO0ebsL3NWlMVEMHRK0oTE3b56hbn+Iwz6RyCbjgdnvPfsVq1Don7FjCdxp2W5amjffkxYJ7oZ6nz76aopGjP9CxR7TVwQc1D++HWmXnksff8iQEEEAAAQQQQAABBBBAoKoLED8CCCCAAAIIIIAAAggggAACCGS+ABEigAACCCCAAAIIIIAAAggggEDmCxAhAggggAACCCCAAAIIIIAAAghkvgARIoAAAggggAACCCCAAAIIIIBA5gsQIQIIIIAAAttaILKtd0D7CCCAAAIIIIAAAhsVoAICCJQRSD0swuaJhGQPjbA0YlBC44eWfoTpcnGh2nTNK7MlWQS2rkDXSwrVqnPpGBs9uJomjowoGo3Ji3uKx/014zMRPvTCxqz1wDkefGEOlSV5P81SdNqMDXbnyCOP1B/+8AcNHjxYY8aMWafu7rvvrilTpmjmzJnrrLPjPmnSJO2xxx5q2LDhOuu3ZkG1g9uowZMPqXbfa+UKC7Zm07SFAAIIVBqBSPA6uldRXR1b/0Bd3OwEDWx7gZ49pp8mnDJI3/V8NMxf07KHOtRrqaKc/Ar7vTi6Qk9OeUMnjbpRh776R93zxQv6cfm8CutubuEzU9/e3E2oj0BZAfIIIIAAAggggAACCCCAAAIZJmD3sF4e/o7q1dlVp3U9OsOiI5wtFMjIzex+iHPJe2CWtyBt/Cd8X5PGRDV0QNSKwtS0fY669SkO80wqp4ALbrv37FesRq1zwg4mfKdht2Vp2nhPP8+aq7feHa9mTfbUiZ0PD++H2jG3ZJWdS44Dy5MQQAABBBBAAAEEEEAAgSosQOgIIIAAAggggAACCCCAAAIIIJD5AkSIAAIIIIAAAggggAACCCCAAAKZL0CECCCAAAIIVCkB+/dBZVOVCp5gEUAAAQQQQKAqCxA7AggggAACCCCAAAIIIIAAAghkvgARIoAAAgggsF6Bjd0nt/Xr3bjMikiZPFkEEEAAAQQQQACBHSLAThFAICWQ+iBj80RC4cME7MERIwYlNH5o6ceXzr0K1KZrXmoz5ghsM4GulxSqVefSsTZ6cDVNHBlRNBqTF/cUj/trxmlCyXEbDNygN87x4IuAoVL8nX319Vr96Wcb7ItzTn379lWTJk102223qbi4/ENpTjrpJK1YsUL33XefYrFYubbGjRunIUOGqEuXLqpVq1a5dVtrIVJUqNr9+qjBEw+qWtvWW6tZ2kEAAQR2OoHC7HwdXa+lrj2gh547pp++6/GYRp1wu25te4FO2+twNShY9zo8fels3fn5c2r78qU69fWb9fTUt7TcW7VFsZ8wsp+uHfewJi/5YYu2ZyMEJAwQQAABBBBAAAEEEEAAAQQyTeDZl9/QzNnz9JueXTMtNOLZYoHM29DugTmXvPdleYvQ7uEmfF+TxkQ1dEDUisLUtH2OuvUpf58lXMGk0gm44PZ7z37FatQ6J+xbwncadluW3h76Y3Df01ePEzsq7sdlxzk83sEN/NTxdy45HsINmSCAAAIIIIAAAggggAACVVKAoBFAAAEEEEAAAQQQQAABBBBAIPMFiBABBBBAAAEEEEAAAQQQQAABBDJfgAgRQAABBBDIXIHUvwOyedlUNuKy5eQTwgADxgBjgDHAGGAMZOoYIC7GNmOAMcAYYAwwBhgDjAHGAGOAMcAYYAwwBjJ/DHCMOcaMAcYAY4AxsP4xkLpPvj4j51xYxdaHmfVMIusppxgBBBBAAAEEEEBgewmwHwQQCAVSH15snkhI9hABSyMGJTR+aOlHl869CtS2JD/chgkC20Og6yWFatU5L72r0YOraeLIiKLRmLy4p3jcXzNeSz/EW2XnePCFOWyv5P08q8Jd5ezbuMLytQvr1q2r2267TV9++WWYyq5v3769brnlFj300EM65JBD9K9//UvPP/+8Lr/8ch155JFq27at+vfvL+eSX8aU3faX5qv3OE17Dn9JNc4945c2xfYIIIBARgq02mVv9Wp6vP55+OX65NQHNLbkHl3W4hQ1KKi9TrwfzJ2kKz78P7V86fe6ZtxD+nrx9+vU2VDBJwu+U9SP6dqP/rWhaqxDYP0CrEEAAQQQQAABBBBAAAEEEMgogTfHjtfYDyeq19knq7i4MKNiI5hfIJBhm9q9W+eS97wsb+HZPdyE72vSmKiGDohaUZiats9Rtz7FYZ7JziHggtvwPfsVq1HrnLDDCd9p1ist1KbeUYoEt708L7gX6sdlxzs87sGN/NQ4cC45LsINmSCAAAIIIIAAAggggAACVU2AeBFAAAEEEEAAAQQQQAABBBBAIPMFiBABBBBAAAEEEEAAAQQQQAABBDJfgAgRQAABBBDIQAH7tz+WLDSbr53s3wiR/DW/HcmcscAYYAwwBhgDjIEqMQZ8jjPHmTHAGGAMMAYYA4wBxgBjgDHAGGAMMAYYAxk/Bvj8z70PxgBjgDHAGNiEMZC6f556XVz7vrpzG/6NzYhtQEIAAQQQQAABBBDYcQLsGQEEJPtgYw42TySU/jA4YlBC44eWfmzp3KtAbUvyrSoJge0q0PWSQrXqnJfe5+jB1TRxZETRaExe3FM8nvrCPhGOZxvLVtm5DX8otzqkXyawfPQ7mtP3Zs277e4KG9rlvHPl8kqPXYWV1hSWlJTot7/97Zql0plzTtdee61effXVsLBXr17q2bOnXnjhBd16660aOnSoatSoEa7bWpO8/Zur/kODVGfAn5VVa9et1SztIIAAAhkv0KRGQ/35wHP08an3a0jnm/SrfTqpZm75B/At91bpySlvqOOwPjphZD89PfUtrYqXPqisIqQrP/pnuvjDuZN0w8ePp5fJILCpAtRDAAEEEEAAAQQQQAABBBDIHIHPv/5Or4wcox4nH6t9G++ROYERyS8WyKQG7H6Xc8l7XZa32Ox/VE34viaNiWrogNLv1Jq2z1W3PsVWhbSTCbjgdnzPfsVq1Don2fNERO8/UFPTxnvyYsG9UM9T3I/Ljnt4/IMb+qnx4FxyfCQ3ZIoAAggggAACCCCAAAIIVB0BIkUAAQQQQAABBBBAAAEEEEAAgcwXIEIEEEAAAQQQQAABBBBAAAEEEMh8ASJEAAEEEEAg0wRS/+bH5pbs3wKlkud54W98xuNxkTBgDDAGGAOMAcYAY6AqjQFiZbwzBhgDjAHGAGOAMcAYYAwwBhgDjAHGAGMg88cAx5hjzBhgDDAGGAObMgbs/rnVs3nqnrrNLaX+/wHn1v8bm5FUJeYIIIAAAggggAACO0SAnSJQ5QVSH15snoPGUtMAABAASURBVEgo/B+D7QPOiEEJjR9a+pGlc68CtS3Jr/JeAOw4ga6XFKpV57x0B0YPrqaJIyOKRmPy4p7icX/N+E0oOZ6DAR3Udm79H8qD1fzdAoHolO+08B8P6YdTztSs3ldp6ZBXtfyNtypsKWffxioqOS5c9/jjj2vGjBmqX79+uLz2JDs7W4MHDw6Pn9Utu945pxNPPFGffPJJuN6O8cyZM3XttdeqsLCwbNVflHdBH2pdfbl2f+5JFRzR/he1VVk3NruRd92puzocpVmTJ220m0vnztVfu3TW2Ef+tdG6VFhXYHO9121hwyUTnn9Otx7cVpPfemvDFVkbCtg4tvFs4zosYLLNBJycDqvTXPcccrEmd/+XHj3qanXdvd06+/tkwXe64sP/U4sXf6vrxj+ibxfPXKeOFfx36ts2S6cHJw/XizPeTS+TQWATBKiCAAIIIIAAAggggAACCCCQIQLzFizSq6+N1cEHtlDHw9tkSFSEsZUEMqYZ+27ZueQ9LstbYHYPN+H7mjQmqqEDolYUpqbtc9WtT1GYZ7JzCrjgtnzPfsVq1DonDCDhOw27LUvTxnvyYsG9UM9T3I/Ljn84DoIb+6lx4VxynIQbMkEAAQQQQAABBBBAAAEEqoYAUSKAAAIIIIAAAggggAACCCCAQOYLECECCCCAAAIIIIAAAggggAACCGS+ABEigAACCCCQMQL273wsOefCmCz//guL9MGLi8P03vML9eFLS2RlpEU4BGODccA4YAwwBhgDjIEqNAZ47ee1nzHAGGAMMAYYA4wBxgBjgDHAGGAMMAYYA5k/BjjGHGPGAGOAMcAY2OgYsPvnqe/GLT9x1FLF4/HweYN2j71sci557z28AV9mEimTJ4sAAggggAACCCCw3QXYIQJVW8A+tJiAzRMJhR9m7IEBIwYlNH5o6ceVzr0K1LYk36qSENihAl0vKVTLTrnpPoweXE0TR0YUjcbkxb3gQ7m/ZhwnlBzXwcAOajvHgy8Chl/011+1SktfekU/9eqtH045UwsG/VPRKd+Va3PJsy+WW94ZF/Yc/pJqXvSbnbHrm9znRPDlVTw4ZzZ5Ayr+IoFt7R1bueoX9Y+NEdheAiW7t9NjR12tr09/SP0OPFt7FtUpt+vl3io99u1rOnLY1Tr19Zv14ox3FfO9dJ14wk/nU5lrxz2kqUtnpRaZI7ARAVYjgAACCCCAAAIIIIAAAghkisDQ4e8oKyuic3scnykhEcdWE8iMhuwel3PJe1uWt6jsHm7C9zVpTFRDB0StKExN2+eqW5+iMM9k5xZwwe35nv2K1ah1ThhIwncadluWpo335MWCe6Gep7gfl42DcDwEN/hT48O55HgJN2SCAAIIIIAAAggggAACCGS8AAEigAACCCCAAAIIIIAAAggggEDmCxAhAggggAACCCCAAAIIIIAAAghkvgARIoAAAgggkBkC9u97nHNyLvnve1L/7ue/N86TpWdvmq/n+y/UczcvCOcvDFgkEgaMAcYAY4AxwBhgDFSdMcCx5lgzBhgDjAHGAGOAMcAYYAwwBhgDjAHGAGMg88cAx5hjzBhgDDAGGAMbHwN23zyV7P65Z7+vGY+Hzxq0++6WNvZ/EUQ2VoH1CCCAAAIIIIAAAttQgKYRqMICqQ8sNk8kFH6Qsf9heMSghMYPLf2o0rlXgdqW5FdhKUKvbAIlvYvUslNuulujB1fTxJERRaMxeXFP8bi/ZjwnlBzfwQAPajuX/B/jgyx/t0BgxetvaU6//lr53oflto5UL1Zxj9PU4NHBqn7G6eXW7WwLu172e2U3rL+zdXuz+xvJzlZJv3669p0xqtdsv/T2syZ9rSd69dKsyZPSZWR+ucD6vH95y8kW2v/61+o3foKadeyYLAimq5Yu1dAbb9CH//lPsMRfBCqXwK55xbq8xan66OT79EzHvuq6eztl2ZOtynTzg7mT9If37lerIX/QgE//ow7/u6bM2tLsstgqXTvu4dICcghsSIB1CCCAAAIIIIAAAggggAACGSHw8sgx+uyrKbrg7JMyIh6C2MoCGdCc3dtyLnlPy/IWkt3DTfi+Jo2JauiAqBWFqWn7XHXrUxTmmWSGgH1V2rNfsRq1zgkDSvhOw27L0rTxnrxYcC/U/idlPy4bD+G4CG70p8aJc8lxE27IBAEEEEAAAQQQQAABBBDIZAFiQwABBBBAAAEEEEAAAQQQQACBzBcgQgQQQAABBBBAAAEEEEAAAQQQyHwBIkQAAQQQQCCDBOzf95RN8Xg8Hd0+hxSIhAFjgDHAGGAMMAYYA1V2DPBeiPeCjAHGAGOAMcAYYAwwBhgDjAHGAGOAMcAYyPwxwDHmGDMGGAOMAcbAZoyBhvsln4Vp99VjsZhsbsnuudtvbNrNdstbsnzZVPpUzbKl5BFAAAEEEEAAAQS2iwA7QaCqCqQ+nNg8kZDsg4ulEYMSGj+09GNK514FaluS/MBTVa2Iu3IKlPQuUstOeenOjR5cTRNHOkWjMXlxL/hg7q8Z1wklx3kw0IPazvHgi4Bho3/j8xesU6fopBOUu+8+6fK8A1po1yt6a48XnlLdAX9WtUPbpdeR2TkFFs+arR8+/UR+3N85A6DXaYHYqlWa+v77iq1elS4jg0BlE3ByOqZ+Kz121NX69NR/qE/LnqqTX6NcNxesXqoHvn5Fk5f8WK687MLY2V/ololPlS0ij0CFAhQigAACCCCAAAIIIIAAAgjs/ALvT/hcr731oS4852TVqbXLzh8QEWx1gZ29Qbun5Zwrd2/L7uEmfF+TxkQ1dEA0HWLT9rnq1qcovUwmcwRccLu+Z79iNWqdEwaV8J2G3ZalaeM9ebHgXqjnKe7HZeMiHB/BDX8bO1bZueT4sTwJAQQQQAABBBBAAAEEEMhUAeJCAAEEEEAAAQQQQAABBBBAAIHMFyBCBBBAAAEEEEAAAQQQQAABBBDIfAEiRAABBBBAIFMEnHNyLvlveuzf+Ni/97GUiq/nDbvp4gd2J2HAGGAMMAYYA4wBxkCVHAO8D+J9IGOAMcAYYAwwBhgDjAHGAGOAMcAYYAwwBjJ/DHCMOcaMAcYAY4AxsDljIHUvPRaLyZLneeFzBuPxuOyeuyWr45yzWbkUKbfEAgIIIIAAAggggMD2FGBfCFRJgdQHFJsnEgo/vNj/JDxiUELjh5Z+ROncq0BtS/KrpBFB7xwCJb0L1bJTXrqzowcXaOJIp2g0Ji/uKR7314zvxDofzm38pzckkxZYPvodzbnuBi3738h0WdlM0UknqOjE47XbvQO1+7NPaJffXqDshvXLViGPAAIIIIDAZgvUrVZTVx/QXRNPG6zHj7pGx9Y/UJEKvkxfX8ODvnpZr/zwwfpWU46ACZAQQAABBBBAAAEEEEAAAQR2coHvpv+oV0aOVUmnw3Xg/k128mjo/jYS2KmbtXtXzpX+0JMFY/dwE76vSWOiGjogakVhato+V936FIV5Jpkp4ILb9j37FatR65wwwITvNOL2HE0b78mLBfdCPU9xPy4bH+E4CW782xiyys4lx5HlSQgggAACCCCAAAIIIIBABgoQEgIIIIAAAggggAACCCCAAAIIZL4AESKAAAIIIIAAAggggAACCCCAQOYLECECCCCAAAIZIWD/nieVLKBU3v69jy2TEEAAAQQQQACBKi5A+AgggAACCCCAAAIIIIAAAgggkPkCRIgAAggggMAWCcTjccXW/Lam53lK3W9PNWbLqXxqHkllmCOAAAIIIIAAAghsbwH2h0DVE0h9KLF5IiHZ/xxsacSghMYPLf140rlXgdqW5Fc9ICLe6QRKeheqZae8dL9HDy7QxJFO0WhMXtxTPO6vGeeJch/SnePBFym0+IKFWvL0c/rpN7/VrN5Xaekrw7Xs1eGp1eXm1U8/RbvddauKTuhSrpyF7S+wYtEi3XHE4Xrj738vt/Mls2frb1066z+X/EHe6tXpdUtmz9K9nY5N1x/7yL/016De0rlzZcnyT1/aW7FVq/TgGT118wH767ELzld0xYp0G5aZ+913evS834Tr+7dqqeeuvlrL5s2zVRtM9rozY/x4PfLrX8m2s/bvOfYYfTFieHhubnDjYOX86dP1VBDTLQcdGO779sPa6/0nngjWJP++1Pf6Cvubis3iTdaUJr/1lm49uK1++vJLfTXqNQ06+aSwTWv75ZtvqjCe7z/5RA+fe05Yz/pueStLtWnzVLvTx43TiNsHhnGmDG3/Zmz9sbqpZJ5l47I+2LLFm6pjc9vOth/7r4dDs7s6HJWM4auvSuMJ8lbXLO45pqMW//yzXr/33rDPFu8nQ17SLa0P0vCBt1m1cskPvsh8/tprQ4tl8+eXW7f2go0lc7qt3cFh23Y8n7vqKq1aujRddfXy5Rr113tl/TQvS/847dTQO2FvQNbUTMcVjEdzszpW17b75u23w7FRttzieO+xxxQP+rumifT4NWNzs7FvfbJ2KjpOqe3Wnts4trjsGNi2Nj4/euqp9L6+e//98Ji+ef/9Yb9S2/886WvZeLRjXja21HrmmyeQ5SI6YfeD9XTH6zXhlPv1x/1P2+QGrh33L/2wbO4m16diVRMgXgQQQAABBBBAAAEEEEAAgZ1ZYMXK1Xp55FjtvUd9lXQ+fGcOhb5vU4Gdt3H7btG55L0ry1skdg834fuaNCaqoQOiVhSmpu1z1a1PUZhnktkCwdel6tmvWI1a54SBxr1EcP8hR9PGe/LW/I/KcT8uGyfheAm+f0+NH+eS4ynckAkCCCCAAAIIIIAAAgggkFECBIMAAggggAACCCCAAAIIIIAAApkvQIQIIIAAAggggAACCCCAAAIIIJD5AkSIAAIIIIBA5grYv++xf+uTuRESGQIIIIAAAgggsKkC1EMAAQQQQAABBBBAAAEEEEAAgcwXIEIEEEAAAQS2TMDzPMViMcXj8fD5gnav3VqyuSXLr51Kn7C59hqWEUAAAQQQQAABBLatAK0jUMUEUh9KbJ5IKPzQYv9z8IhBCY0fWvrRpHOvArUtya9iOoS7MwuU9C5Uy0556RBGDy7QxJFO0WhMXtwLPqT7a8Z7QsnxH5wAQW3nqvaDL1Z/NUnz77hX35/UQ3NvuUMrx38cqCT/rvriKy177Y3kQplpVu1aZZbI7kiB/KIiNTzgAP3w6SeKrliR7sq8aVO1eNYs/fzVV1o6d26Z8mlauXixmhx1VLoslckvLtZJN96kIy66SJHsbHW+6iqd8de/quMllyg7NzdVTd+PH6+nL7tU+x3bKVx/0Kmn6suRIzT8ttsUD74US1esIPPz11/rqd6XKCc/X91uG6jTb79DhbvW0gt9+uibt96qYIvSojlTpuhfv/6Vli9YoFP/cqt63HWXmh1zjOZNnVpaaQtyX4wYrjf+9je1O+vsMJ62Z5yhT158US9ed51WLVuWbvGrUa/p0fN+o5y8/LDf1vdE8OWflX33/vvpeqleoI4GAAAQAElEQVTMG3//m+o2aaobPvlU5z/6mHILClKrys2/fn2U/q/76Zr97bc67to+YR+O/sMfNGPCBD109lma+fnn5erbwuTRo/Xdu+/q8uEj1G/8BDVo0cKKyyWL5+Sbb5Yd15Ynnhi22/3Ou7TP4Ueo0SGHaOoHH2jFwoXltpn//ff67r13dUDXEhXVWv95bn36x2mn6cvhw3Vkr15h2yffdHN4bfWiyQdQLfr5Z/3r3HP0weOPB+11Deuc0n+AItk5evbKK/XeI4+E9ct24PtgbL3+13t16K9+Jet7XmGhnrv6Ko175mkN6ddXB53WLTzuewf9f+3uu4Lj9ELZzcP8wu9/0PPXXKNd99hDPe+5R12v76tFM2fqqUv+UKFluNGaifXZjqeNxdSxaNKhg4bddqtGBfuz145G7dqpbY+eGv/sfzX3u+/CLW3cj33wIVXfbTcd9dvfyTkXljPZOgINCmqrb6uz1tuYU/n/Fq1epmvHPxSOLztmqbTeBlhRtQSIFoEMFUhd68rO1w7V1q1dxjICCCCAAAIIbL4Ar6mbb8YWCGxNgRf/N1oLFy3ReWeUbM1maSvTBHbSeOw1xrnkPSvLWxh2Dzfh+5o0JqqhA5LfvVp50/a56tanyLKkKiLgIlLPfsVq1DonjDjuJTTi9hxNG+/Ji8XkBfdn4n5cNl7CcZNIKDWOnEuOq3BDJggggAACCCCAAAIIIIBApggQBwIIIIAAAggggAACCCCAAAIIZL4AESKAAAIIIIAAAggggAACCCCAQOYLECECCCCAAAIZJOCcS0dj/67H/o2PpXQhGQQQQAABBBBAoKoKEDcCCCCAAAIIIIAAAggggAACCGS+ABEigAACCCCwhQLhb2nG44oHye61p5I151zpfXhbTqVIKsMcAQQQQAABBBBAYPsKsDcEqpKAfTixeG2eSEj2PwVbGjEoofFDSz+WdO5VoLYl+VaVhMBOJVDSu1AtO+Wl+zx6cIEmjnSKRmPy4l7wQd1fM+6TD72wc8EqO1c1H3yx6LH/6Mcev9Kix5+Sv2ixUaRT/sFtVKd/PxUcdUS6bKtkEjFpe6St0tnK30gkO1t7H3qoZn/zjRbPmpXu8OTRo1W3SRPFYzHN+fbbdPm0Dz9SzYYNVbtRo3RZKpOTn68mRx2lPVu3UVbQbuP2h6lFl+O0d7tDZPtJ1fv+k0/U/Y47ddh554XrT7rpZu1/3PGa+uEHWvD996lqFc6t3VP/8hf96sGH1Oqkk8LU8557VFCzpr4YMTz9MJqKNv7u3XcVW7lSJX++IdzugK4l6nbbQHW9/vqKqm9SWWzVKs387DNd/N9ndei554bxlPTtp2633hbG88XwYWE7i2f9rNf/+lcdeMopQd8fDPdv/f/1w/8KvFrrgyefkLd6dVjXJtZu/eYt1Pr00xXJyrKiCpO1O+ree7VX24P1h5eGpPvQ4Xe/1x+GDFXhrrtq9KD7Ze2pzJ+Vixer0xVXKq+wsExp+ezurVqp6dEdlVdUpN2aNQtj2+/YY1W9bl0ddNppmjdtmn768styG0374APZw4FadOlSrrzswvIFCzT0hj+HfbM+Wl9tnLTp3l1nBEZFtWrJ9zy983+DtWT2bF345L+DY9Q33L/VufiZZ9S2R0+NefghzZ0ypWzT+vnrr3X67XeE661Oj3vuDdcPHzhQx117rQ4//3zZcT/1lr+EY3jyW2+Vc7fKn736ik688cb0Pu24XvjEk7Lx/dbgf6xT37axlOqzH3yh2+upp9PH4uRgfHe64gpNfOWV0MzOhSMvvljVqlcPj7tt981bozU5SMdf96fQxdojbV2Bo4Zds06DTsn/pISCl3G5oEYkmFp65+cvdOcXzwclpX/tNZ+UUFU3IH7GQKaOgdKrXTK3dpzJ0uTU1iVzTBEoL5AaGzYncb1kDDAGGAPrjgG7apqLc/bpI/gkYl+wWyEJAQS2m8Brb32oDyZ8oYvOPUV5ebnbbb/saOcT2Bl7nHqNsbkli8Hu4dr3tZPGRDV0QNSKwtS0fa669SkK80yqloCLSD37FatR65ww8LiX0IjbczRtvCcvuB/kBd/Nx/24bNyE4yd4v5IaT845pfLhxkwQQAABBBBAAAEEEEAAgZ1cgO4jgAACCCCAAAIIIIAAAggggEDmCxAhAggggAACCCCAAAIIIIAAAghkvgARIoAAAgggkIkCZf8NT9l8JsZKTAgggAACCCCAwKYIUAcBBBBAIIME5i9U5IlnlPXEfxT58qsMCoxQEEAAAQQQQAABBH6pANsjgAACCCCwpQJ2X91+P9OS5S2l2rK8c8nfA0+V2TxiExICCCCAAAIIIIDAdhdghwhUGQH7MGLB2jyRkOwDi6URgxIaP7T0I0nnXgVqW5JvVUkI7JQCJb0L1bJTXrrvowcXaOJIp2g0Ji/uKR7314z/0gd5WWXnqt6DLwqPPVout/RBSblN9lWN88/V7i/8Ww2feFDVe3ZTpNpWvB74q4KLz/ZKpQ/DseObyWmvNm0VXbFCP3+V/J9eVi5Zoh8+/VQHn3mmdmvaVFM/eD8M3+r88OknanTIoapWs2ZYtiWTJh06qMEBB6Q3zcrOVrNjj5W3erViq4Ljm16zbsb606LLcXLOpVcW16mjOvvso6Vz5ii2cmW6fO1Mcd064T4sHj8eT6/Ozis939OFm5Fp2/MM5ReVf1jSvkceGfZpxvjx4QNxZoyfoEU//aQ2p3eXxZtq3razunO+/Vbmniq3eaNDDykXp5WtnazdhT/8oMMvuGCdPtSsX1+tu3cPj+X8GdPLbVq/RQsV7rprubLNWdgzGDM1dttN37z9dhifbWvj46tRr2nfI49S7UaNrKjC9OPEiZo7daq6Xt9X1seKKi2eNStsu9VJJ5cbK1bX/NqecYbisZi+e+89K0qnvQ85RLvssUd6eZfddw+PQ/3mzdXo0PbpcovdDBbNnBmO/fSKINPkqGB8Bj5BNv131z33VIvjjtPsyZO1YtHCdHnZTKrPB3QtUc0GDdKrnHNq3P6wcOwt+P77sNziPuayy/TliBH6+s03NHrQIB0cxNS4fWkfw4pMtprAN4t/LNeWkwuWE+E0ojX/uWAepKw16YEvX9bIHyYEr/kJko+BnzRgLOBQZcaAfea3z/6+74ev9ZYPLpxh3uaWUmWWJ1VNgdQYsLklU7D52snGEckPrh8kxgFjoCqNgdS10GJO5W1e9lrpXNX7LtHiJyGwowQ+/fJbvTrqXZ1z+nHaa/d6O6ob7HfnENjpemmvMc4lX1csbwGEr0HBZ7pJY6IaOiBqRWFq2j5X3foUhXkmVVMg+PpTPfoWqVHrnBAg7iU04vYcTRvvyQu+d/c8T3E/rkQwfsJxFHxJkBpXziXHWbghEwQQQAABBBBAAAEEEEBg5xag9wgggAACCCCAAAIIIIAAAgggkPkCRIgAAggggAACCCCAAAIIIIAAApkvQIQIIIAAAghknEDq3/HYPJUyLkgCQgABBBBAAAEENk+A2ggggAACO7lAwo9rydxZWvDPR+WdfKHiDzwh98Tzyr/rH8r+38idPDq6jwACCCCAAAIIILCVBGgGAQQQQACBLRawe+u+74fbWz7MbGRS+rTNjVRkNQIIIIAAAggggMDWFKAtBKqGQOqDic0TCaUfWjZiUELjh5Z+HOncq0BtS/KrBgpRZrRASe9CteyUl45x9OACTRzpFI3G5MU9xeP+mvMgoeR5EZwYQW3nMu/BF7Eff9KiR/+tFWPeCyIs/zdnz91V0OEIVe9xmna7d6D2GPqMave5UnnN9ytfkaVKLVC7cWPt1rSppn7wfjie506ZolVLlmjfI47UHge11g+ffqqVwfLiWbM0J1i3z+GHyzm3xTHV3XffdbbPKypSbNUqLZ0zZ6PtLp71s9577DE9d/XV+vsJx+vuozto+rhxG91u36M6aP/jT9Abf/ub7jmmo97917+0YtGijW63oQo5+fmqtffe61TJzstT4a67hvHEVq7Ukjmz5XueHvnNr3XzAfuXS2/8/e9asXChls6dm27H2q1er356eX0Za7ewVq0K+2Db1Gm8j1YvX66lc0rbtvKKjoGVb2oqrltXTTseo2/eGh20PSfcbPY332jm55+rZUmJItnZYVlFk7nTpoY2Fbml6tt4W71smXY/8MB1xorVKa5TRwW77KK5U7+zxXTarVmzcvWzgn7kFhTIkuVTFZ1zimRlKbpiheLBcVGZP/VbNK+w/8W77aaVixdr2fwFZWqXZlN9HvPQg+WOrx3vh846MxzfZfvbvHOX8Bx7PhjH1spRv/1dub5bGWnrCPzuvfvKNeTkguWEIsF/LshHXERZQT4nmOa6LNk8z+Uo12XrL58+pXg8TsJgzRhgLHA+VLUx4AfvDe3zfyL47JMI8snPPMFFNMw75yxLqsICzrlwLKQI7LOx3eBOpdQ1I3xoZPBa4pOEQRwDzoMqNQbs82bqmpia27XSkl07be5c+WuplZMQQGDrC/w0e55eGTlGRx16oA5v12rr74AWM0xg5wqn7OuJ5a339rpj78MnjYlq6ICoFYWpaftcdetTFOaZVG2BSJZTj75FatQ6J4SIewmNuD1H08Z78mIxecH35nE/LhtH4XhKlH4v4BzvX0I0JggggAACCCCAAAIIILCTC9B9BBBAAAEEEEAAAQQQQAABBBDIfAEiRAABBBBAAAEEEEAAAQQQQACBzBcgQgQQQAABBDJbwDl+1yOzjzDRIYAAAggggMCmCVALAQQQQGBnFlg0Z6Z+/OYrzfvhRy095CDNb9NYflaesnerJ+XkyM34fquHN3/+Mp15xv166j/vbbTthQuX6+JeD6vPNU9rxcrS32jZ6IZUQAABBBBAAAEEENjKAjSHAAIIIIDAlguU/S1Wa8WWU8mWK0qRigopQwABBBBAAAEEENjGAjSPQBUQsA8jFqbNEwl7+J8v+6H/EYMSGj+09KNI514FaluSb1VJCGSEQEnvQrXslJeOZfTgAk0c6RSNxuTFPcXjyXPB95MPvbBzxCo7lxkPvlj54TjN+8udmnnWeZp/19+0Ysy7Ft46qfafrladAX9W0Qld1llHwc4hUK16de1x0EGa+fnnWrlokb7/9BPVatRIxXXqqNGhh2jhDz9o4Y8/at7U7xTJylLdJk30S/64oI0t2d7Osfcee0x/7dxZ7z/xuLLzcnX4+efrlAEDVG+/5httMr+oSN3vukt/ePFF7d3uEL3+97/pno5H6+vXR2102w1VcJHS18K16+VUqxaaWXleYaFOuvFGnfHXv66Tut95l3Zp2NCqpdOG2k1X2sLMlh6D1O6cc2p54olavnChvv94Qlj8zdtvq0b9+mrYqlW4vKFJJCtLWTnZG6qyw9ZtyCY7L085+fkb7Nthv/nNOsc3dcybdTwmva3906pqNWvKxnW1GjWUlZubXkdm6woMmfFeaYPBe1kpoYiLyDmnsm/LGwAAEABJREFUvIRTyaKf9asVS3WFH9FfcnbRP6vvredqt9TohkdqSN3WWvLxMyQMkmMABxyq0BhYPOFppVJs2dzwOwD73GPJXrvswmpzS5YnVU2Bssf/h7lL9enU+en08ZS5Yf6T7+bp4yB9EqyzOSnpgQMOjIHMHgN2zZsQXAdtbtdBS3aN9OPx8DXVrp+W7NXD5s45y5IQQGAbCrwycoyKCgvU85RO23AvNJ0xAjtRIKnXEZtbsq77vq9EkCaNiWrogNJ/WNq0fa669SmyKiQEQoFIllOPvkVq1DonXI57CY24PUfTxnvyYjF5nqe4Hw/HUziuEsn7oVbZucy4F2qxkBBAAAEEEEAAAQQQQKCKChA2AggggAACCCCAAAIIIIAAAghkvgARIoAAAggggAACCCCAAAIIIIBA5gsQIQIIIIAAAlVAIPXvxqpAqISIAAIIIIAAAghULEApAggggMBOKbBk4Rz9PH2SFs+do9iK1cpyWcrLr6aCPpdrYdu9lfATWjVjprw2rbU5f+bMXqJ77x2u07v9TUceMSCd+l7/rFauim1OU2HdWCyueNCXcGEbT158YZzO6HGffvp5UYV7WrEyqssvfzJMlq+wEoUIIIAAAggggECmChAXAggggAACv1AgdW/d5s658HlEG2oysqGVrEMAAQQQQAABBBDYNgK0ikCmC9gHEovR5omEwgcU2Q/8jxiU0PihpR9DOvcqUNuSfKtKQiCjBEp6F6plp7x0TKMHF2jiSKdoNCYv7ike99ecF8mHXti5YpWd2zkffOEvWaqlzw/RT+f9Tj9d8ActfupZxRcstJC0Ysx7is+bH+bLTrIb1Cu7SH4nFWh2zDFaNHOmZn7xhaaMGSNbzs7LU71m+6moTh399OUXmj5unPZs3UY16u2YY750zhx99J9/66DTTtMVr41St9sGqt1ZZ6tJh6OVW1Btk+Sdc9qtaTP1vOceXTlqlOq3aKGRd9yhJbNnp7df/PPPiq5cmV62zNK5c7ViYfJcsOVUiq1apaVltk2VL1+wQPOmTdOue+yh7Lw85RcXK7Z6teru20Qtuhy3Ttrv2GNVrUaN1OabPK9edzctnz9f86dPr3CbuVO/C9ut2bBhhet/SWG9/fbTXm3batKbowO/Wfr69VE6oGuJimrV2mCzZmHH0nzWV7Fa9erKKyrSjxMnKnVdLVs3dTwaHHBA2eKtkp83deo6+/Q9Tz99/oWKatdW4S67VLifnPz88Fhn5+Wvc3xTx7xO48bpbSeNflMTXx6q4665VnODfY575ul19iv+bF2B4L1skxoN1XWPQ3RZi1P1t3a/14udbtQ1P0zU+d+NVcmXr+rgCf/WXu8+oMI3b9PK4ddpwStXkjBIjwHGA+dDVRoDC1+9Khz781++QrGYJ8+Lr/nc4wevV0r/cc6l82SqjoC9P7NkEdvcviey+cUPvKff/uN9/W7wB/rDPz/S7//vw3BueUuXPDhOJAwYA4yBqjAGUtc8m1uy6+F/3pkqz75LDD5f+vF48Hqa/C4xdS2166jlSQggsPUFXvzfW5oy7UddePZJW79xWsxIgZ0lKHvtcM6t+5ri+5o0JqqhA6LpUJq2z1W3PkXpZTIIpAQiWU49+hapUeucsCjuJTTi9hxNG+/JiwX3QoP3LnE/rkQwrlKf/WzsWWXnkuPP8iQEEEAAAQQQQAABBBBAYGcToL8IIIAAAggggAACCCCAAAIIIJD5AkSIAAIIIIAAAggggAACCCCAAAKZL0CECCCAAAIIVAUB5/hdj6pwnIkRAQQQQAABBNYvwBoEEEAAgZ1PYP7sGVq+eL6iy1Zo+ZIVmvr9D/rg0y804+fvlVctX3UG3qgf6xUpGs9Sov3BmxzgV1/P1EUXPaTXRn6ug1rvpT9df7IuuKCDOnfeX9nZEaV+D2OTGwwq1q1bXY88crHuvPtsFVTLDUq2zd/ly1dr1KgvdNgRTVS/Xs1tsxNaRQABBBBAAAEEdmIBuo4AAggggMAvEUh9J+Cck3Nuk5qKbFItKiGAAAIIIIAAAghsTQHaQiCjBVIfTGyeSCj9sL8RgxIaP7T0I0jnXgVqW5Kf0RYEV7UFSnoXqmWnvDTC6MEFmjjSKRqNJR/cFffXnB/JB3fZOWOVndu5Hnwxb8DtmtHpRM258S9aOW6ChZBOWXVqq7BTR8UXLEiXkcksgdqNGqtwl1305YjhWjZvnvY8qHUYYLWaNdWwZUt9PWqUvp/wsRoffpgi2dnhug1NYqtWafn8+RuqstnrVixaqJVLlqjWXnspq0wfZk2apJmff77R9uKxWLn/Eaf6bvXU7JhjtHrFCq1evjzc3sqWzJ6t+dOnh8s2sXN60htvyGKy5bXTxJdfLrfO6n/y0ktaHpwvTTseE1bfM/DMrVZNH7/4guKeF5ZtjckerVuruG5dvffoo1q1bFm5Jhf9/LM+eeEF7XHQQarZoEG5dZu7sGDGjHU2ycnPV9OjO2r6uI/0xbDhYbwtunRZp97aBY0Pba+i2rU19qGH1+lzqm6NevW0d7tD9Nmrr+inL75IFYdz85vw7LPKCTz3bN0mLNuak+/efbfc8be2f5g4UZPfGq19DjtMdk5Y2drJjBsecIC+GD5Mi376ae3V5Zbt2Lzxt7/pwFNO1aG/+pUOO+88vfN//7dJ47hcQyxsVODOz5/TPw+/XG92vUPfn/mkxpTcrUeOuFLXHdBT3fY6XM2Ld99oG1RAYI0AMwSqrIDnxct97rH3OvbQP+dclTUh8FIBGw+WgjfapYXkEEAAAQTWEbDXTi/4PiB8gG7wZbst2/XTklV2jtdVcyAhsLUFxn44UW+OHa8Lzz5ZNaoXbe3maS8zBXaKqOz1w7nkPSjLW6fttcWPxzV5bExDB0StKExN2+eqWx/Gf4jBpEKBSJZTj75FatQ6J1wf9xIacXuOpo335AX3VbzUexjfD++H2pizZJWdS45Dy5MQQAABBBBAAAEEEEAAgZ1IgK4igAACCCCAAAIIIIAAAggggEDmCxAhAggggAACCCCAAAIIIIAAAghkvgARIoAAAggggAACCCCAAAIIIIBA5gsQIQIIIIDATiawYM73iq5aqejyVYpHfU3+7nuN/KGF3s7qrv9NrK6vp0xS3EuoZr8/afUfztnk6KKrPT32yBjVqFGgxx7/nW68sZtOOqm1LurVUTf3764Bt/RQQbVcVdY/X3z+g77/fr66dGkpx8+NVdbDRL8QQAABBBBAYMcJsGcEEEAAAQS2u0Dp0ze3+67ZIQIIIIAAAgggUFUFiBuBzBVI/Wi/zRMJhT/mbw+OGDEoofFDSz9+dO5VoLYl+ZkLQWQIrBEo6V2olp3y1ixJowcXaOJIp2g0Vu5hmL6fUPK8CU6coLZzO8+DL/Latpa/fEXQ6+Rfl5WlgqOPVN3bB2jvt0eo1jV/VG7TJsmVTDNOoLhuXe196KH6dOhQFdWurZoNG4YxOufUuP1hmv7RR1r000w12P+AsHxDE2srJz9f7/zz//TF8GF6//HHFV1ROrY2tO2G1tVsuLvq7LNP0O4/9fbgf+irUa/pjb//Xa/cfJOq77bbhjYN133w5JN6+Oyz9PELL4TbWr/GPvywGh/aXrvuuWdYp8Xxx8n6/tQlfwj7bf1/oU8fTX3/PRXuumtYp+wkkp2tud9N0WPnn6fPXn01jPeZyy8L+vh/anN6d+3drl1Yvc6+++qoXhfr0yFD9NBZpX2wvvz3iitkfQsrbuZkl+A4nfCnP2nauI80uNtp+vA//wljM/vBp50atlby5xvCmMKFzZzkFRZql91311evvaaPnn4qbH/2N9+kW2ly9NHKys7RmIce1D6HH6HajRql160vY9Zd+/Zdp8/jnnlaz/zxci2bP1/m2vmqq0LzR379Kw0feJvseJtX6PfiCzrpxhtVN3Bd3362tLxgl1306Hm/CY+/7dPG2BMXXaiaDRqo/Xnny7mK/y8pGzfHXHqZVi5eHB4LOwa2vY0h6/9zV18dngdxz9NbDwySPYzryF69Ar9ste3RM4xl1D13a9WyZVvadbarQKBPy546ba/DtX/NvZSXlRMev0Tw5jb4G76/tXlqs1pHXaq9/jCKhMF6xgBjg/Ojao2B2l36pi6Pyc88Xjz83GPXTbuOOhdJf+6x5XRlMlVCwDkn51w61oTvKx6Pp5efvraLXhtwMgkDxgBjgDEQjIFu7RuH10f7DBiLRmWfCb24J7t2pl5DnUteU1PL4QZMEEDgFwtMnjJDr7w2Rqee0EHNm+79i9ujgaoiUPnjtNcL55L3nixvPfaD9+T22jJ5bExD+q+2ojA1bZ+rbn2KwjwTBDYkEMly6tG3SI1a54TV7B9Lj7g9R9PGe/Jiwb3Q4HvtuB8P38OE4y34giA1/pxLjsdwQyYIIIAAAggggAACCCCAwE4hQCcRQAABBBBAAAEEEEAAAQQQQCDzBYgQAQQQQAABBBBAAAEEEEAAAQQyX4AIEUAAAQQQQAABBBBAAAEEEEAg8wWIEAEEEEBgZxJYsmC2YqtXKbZ8leKr48pyWfppSZ78ls1U2KhAyw9sr28m/SAvGg/WJ1R4+kmbHN7SZas0Y8ZcNW/RQPXq1djk7SpDxXjc14iRn4V9b9KkXmXoEn1AAAEEEEAAAQQqmQDdQQABBBBAYPsLlD6Bc/vvmz0igAACCCCAAAJVU4CoEchQgdSP9ds8kZDsR/wtjRiU0PihpR89OvcqUNuS/AxVICwE1hUo6V2olp3y0itGDy7QxJEu+UDMuCe7kW7niu8nlDx/ghMoqO1c5Xnwhb9ylZYNG6n4wkVBz8r/LT7xeOUd0EL5LffXrpdcrN1f+LfqD/6bik8pKV+RpYwUcM6pcfvDwtj2Peoo5RYUhHmb1G/RQrmFhdqtWTPV3ntvbexP/ebNddy112rWpEl6PpjP/OILRbKyNrbZRtfnFxWp220D1WD//TX6gQf07JVXavY3k9XznntVo379jW7f4ID9FVu1Si/fdGO47dh/PawjLrpIp956q7Kys8Pt6+/XXGfdd3/Y3si77tQL112nolq7qtvA25WdV3r+h5WDiW13cv8BatKhg165+aYw3p++/FIlffup5M9/TrfrnNNh558f9PUeeatL+zDqnruVV1Soph07Bq1t2d8WXY7TxU8/o5oNG2rEHbeHsb332GNq06OHLvr3f1RzE2zWt2cbByeYQe3aGhY4vf/4Y8rOzU1Xr9mggZodc4xWLlmi/Y49RpE1jukK68k079xF5z/yqGrUq5fu81v/+IfqNN5HecFYs82s39b/tj3P0CcvvhjG9Ur/m1Vct04Yr8Vt9bZ2anniiTrt1ts07pmnw32+9+gjOvC003TB409s1LJhy5ah+Z5t26bH6EvXX6+fv/5arbt1U061avpy+HBNHDpUx/S+VOZn/S+oWVMdfvd7ff/JJ+F+E/YGzFaQtpqAmaaSNZrK20OrbA6LdO4AABAASURBVDmV8nZrJhIGFY4BxgbnRhUbA6nros1jMS/5mceLB5954uU+69h655zNSFVEIPUaWnbu+74slSXIyY6IhAFjgDHAGIgo9ceuk7FoVJ49PDcel5/wFbyoBn8TsnV2XXWO19SUF3MEfqnAwkVL9PJrY9W8yd7qcvQhv7Q5tq9KApU81tTrhc0tWXfD15HgPfnksTEN6b/aisLUtH2uuvUpCvNMENgUgUiWU4++RWrUOiesHvcSGnF7jqaN9+TFYsn3MX5ciWC8heMu+B47NQ6dqzz3QsPOM0EAAQQQQAABBBBAAAEENiTAOgQQQAABBBBAAAEEEEAAAQQQyHwBIkQAAQQQQAABBBBAAAEEEEAAgcwXIEIEEEAAAQQQQAABBBBAAAEEEMh8ASJEAAEEENhpBLzoaq1etVTRFavkrfKU5bIUiWSres4qVYssUU6xVGP1DNXfrba81Qm5/AIp4jY5vvz8HO26a5G+nzFfSxav3OTtpk+fq8sufUJHd/iLOh17m26+6QUtmL8svf2KlVFdfvmTuvXWoemy+cH6M8+4X0/95z19/8N89bn2mXBba+OS3z+qzz77Pl13UzIzZszTxxOm64QTDlReXvI30Ddluw3VsRjuvONVHdfldh15xAD17H6fXnxhnDzPT2+WSEiffjpDl/Z+POx/qt4bb3wpW5eq+O6736jrCXfqk09m6L77RoZ1zcRsUuu++nqmRo36ItyPtXPySfeE+/P9YCephpgjgAACCCCAAAJbKsB2CCCAAAII7ACByA7YJ7tEAAEEEEAAAQSqtADBI5CJAqkf6be53YDz1/yA/4hBCY0fWvqxo3OvArUtyc9EAmJCYIMCJb0L1bJTXrrO6MEFmjjSJR+IGfcUjycffOgHN56T51HyBrRzO/bBF6u/nqQFDzyon37VS7Ov6aelQ/+XjqFsZpffX6SG/31cu1z6O+U2bVJ2FfkqINDqpJN08xdf6sgLLyoXbZ3GjXXdu+/p/EcfU25BQbl1VvfKUa+ruE6ddLlzTu3OPEv9xk8I2+tx113KzssL61hd2yZdeU2mWceOYV2bawN/au29ty54/ImwrvX1nAf+od2aNg37VlH/yjbV6JBDdcmQoeltr31njDr8Nhjr1aqVraa927VL17vps891wp+uV6299tL6+p6dl6eOl/ROx3v1m6N1yDnnKCu7/P9QE8nK0v7Hn6BLX3k13Yfr3ntfp/3lVu26xx5K/TEDs2vQokWqKD03O+tHWW9b2WD//XXBY4/L+msuf3r/Ax1/bR8V7LKLrU4n2862t3bShWsy69tvvf2ap/t8xWujZMdgzSbpWe1GjbR34Jsu2EjGOae9Dj5YFz7573Sf7Xh0+uMflZNf+v7C+l/Sr5/6jhsfmll85/5jsCzesrtYX1w2Xm1cWLJ82W263TYwPKa2bdlyBX1rctRRunz4iHCfN3w6Uafc3F9FtWuXq2aGZrn29nX22UfWR+urHQvb/sInntS+Rx4ZNO3U6uSTddPnX4Tzsg02O+YY2TZH9bo4rFd2HfltI5B8r5t8nd42e6DVTBIgFgSqskDM8+R5cdlnHD+R/LxT9rNOVbYhdikcC0oEn4XjcCCAAAIIbEDAD75n94LvDr3gddWP2+uqH15DN7AJqxBA4BcIvPzaWEVXR3XemSf+glbYtCoKVOaY7b23cy58/bC89dVeXxLBa8zksTEN6b/aisLUtH2uuvUpCvNMENgcgUiWU4++RWrUOifcLO4lNOL2HE0b78mLxYLvBzzF/bhs3IXjL/iSNTUenUuOz3BDJggggAACCCCAAAIIIIBAJRagawgggAACCCCAAAIIIIAAAgggkPkCRIgAAggggAACCCCAAAIIIIAAApkvQIQIIIAAAggggAACCCCAAAIIIJD5AkSIAAIIILDzCCz6capWLFqqFYuXKRH3FYlkKyuSpSPaHKAW3w3X7p//T+2Wfqz9mx0gPxZRbs2CzQqusDBPZ57VXlOmzNKllz6uzz7/QYnEhpv47LMf1K/fczryyKa6uf/p6tz5AL355lf6+99HyvP8DW8crP1x5gLd0v8lNWxYU3++4TRddvlxmjVnsfr1fU5ffT0zqLFpf98a/bVq1ChQmzZ7b9oGG6k1a9ZiXX75k/rgwyn67e+O1S1/6aF2hzQO4/rHP0alXb6Z/HPY19y8bF133cm68cZuqrFLgW67dajefXdyub2Y5cMPjVbjxnU16vXrdd99v1ZBtdywjq379xPv6sUXxuni3x4TtrNbvRr6299GhJ5hJSYIIIAAAggggMAvEGBTBBBAAAEEdoRAZEfslH0igAACCCCAAAJVWIDQEcg4gdSP89vcbqjZj/ZbGj4oofFDSz9ydO5VoLYl+RkXPwEhsKkCJb0L1bJTXrr66MEFmjjSKRqNyR7kFY/7snPH9xPBze5kssrOuXDZ8tsj+StXadmwkfq591X6sfuvtPCBB7X660myP0uH/k+JaNSy5VLhsUeXW2YBAQQQ2JDAop9+0qQ339ABXUtUVKvWhqqyDoEdLuCcS/fB3u/6fvL1Ol1IBoH1C7AGgSot4Hlx2WeceDwefM6x/8s5+bnGrqUGk5pbnlQ1BJwrHQP26mpjwFLViJ4oEUAAgS0TsM8fsVgseC2111M//I4wde10zq6mW9YuWyGAwLoCw954T+M++UoXnnuynOP8WleIkg0IVNpV9prhXOn7cOuovbYkgu+3Jo+NaUj/1VYUpqbtc9WtT1GYZ4LAlghEspx69C1So9Y54eZxL6ERt2dr2nhPXvB+xvM8xf24bPyF4zCx4+6Fhh1kggACCCCAAAIIIIAAAghsngC1EUAAAQQQQAABBBBAAAEEEEAg8wWIEAEEEEAAAQQQQAABBBBAAAEEMl+ACBFAAAEEEEAAAQQQQAABBBBAIPMFiBABBBBAoLILTPha+utTWvTXh7RkxXItXbRYsehq2e9WOucUiWSrZnF1lXQ4XOce0VpHtD1MOS5fuTWqyWVt/u8CHX10c93ylx5asGCZLr3kMfX+w6P66quZSthPZGrdP19++aP6/flUnXlWex1zTAtd2+ekcP7ppzM088cF626wVsnoN7/SlVd11R+vOCHcrkePQ3Tffb9Rbl62HntkjKKrvbW2WHdxwYLleuutr9WxY3PtumvhuhU2s8R+F/Txx96RH/f1wD/Ol/UpFdvFvz1Gb7z+pb6fMS9sNScnK4j5RN1zz7k67viWYbrp5tNVvXo1vRnEVtZt2bJV2rfJbjrxxNbBcSt/bGzdylVR3X3POWEb1tbNQTt16lbXayM/3ySHsENMEEAAAQQQQACBigUoRQABBBBAYIcIlD6Nc4fsnp0igAACCCCAAAJVTYB4EcgsAXtwhEVkc7vpZj/Wb2n4oIQmDC39uNG5V4HaluRbVRICVVqgpHehWnbKSxuMHlygiSOdotGYvLineHAD3M4h308+9MLOLavsnFMqb8vbKs0dcLtmHNNVs6/ppxWj31HZP1m77qJq7Q9WbNr0ssXkEUAAgc0W+PbttxVdsUItunTZ7G3ZAIEdIWCvwfZeN7VvW07lmSOwfgHWIFC1BXzflyW7ZlqyvIk4V/5/zLUyUtURcC55/G1MpFLViZ5IEUAAgc0XCL4hlD0k1/5hUuq6WXa++S2yBQIIVCQwYeIkDXv9PZ135omqX7d2RVUoQ2ADApVzlb1eOJe8t2R566V9LrPXlcljYxrSf7UVhalp+1x161MU5pkg8EsEIllOPfoWqVHrnLCZ4NanRtyerWnjPXmx4F6o5ynux8P3N+F4DL50TY1P55LjNdyQCQIIIIAAAggggAACCCBQ6QToEAIIIIAAAggggAACCCCAAAIIZL4AESKAAAIIIIAAAggggAACCCCAQOYLECECCCCAAAIIIIAAAggggAACCGS+ABEigAACCFRWAX/s58q/92llPfiyYv8drtmt99TShQu1asVyFX85Tbv97y1lL16qrEi2EgmnhB+RS0QUcdmKZGcpd9cCbckf56TDD2+qF168Qn/84wn6/of5+v3vHtHAgS9rxcroOk22O6Sxmu/XMF2enR3REUc0VTTqadWqWLp8fZl27RqrWbP65Vbvvvuu6nBUM02fNkeLFq8ot66ihY8/nq7FQb2OxzSvaPVml82evVgffvSdrL369Wqmtzebtm0bafVqTz/OXBCWN96nrjp2bC5bFxYEk1q1irTHnrU1b94yrVxV3qxNm73L1Q2qp/+edlpbFRaWPo+hbp3q2qfxblq5crW8uJ+uRwYBBBBAAAEEENh8AbZAAAEEEEBgxwhEdsxu2SsCCCCAAAIIIFBFBQgbgQwSSP0Yv80TCYUP9rMf6h8+KKEJQ0s/anTuVaC2JfkZFDmhIPDLBEp6F6plp9KbzqMHF2jiSBfcwI8FN509xYMbz3Yu+X5CyfMrOMGCXTrnwuUgu83+ZtXaVf6SpeXar9aurerc+Cft9forqn3dVcpt1rTcehYQQACBTRFYNn++3n3kEb3x979r5J136IiLLlKdfffdlE2pg0ClEUi9Ltu80nSKjlReAXqGQBUXiMfja74nSH6eMQ67ftr3Bza3ZRICCCCAAAIIbFzA95P/SMVePy1tfAtqIIDA5gh8P3O2XnltrLp0OETtDmq+OZtSF4GkQCWc2uuFc8l7Spa3LtrrSSJ4TZk8NqYh/VdbUZiats9Vtz5FYZ4JAltDIJLl1KNvkRq3zgmbi3vSiNuzNW28Jy8W3Av1PMX9uGw8huMy+KIgNU6dS47bcEMmCCCAAAIIIIAAAggggEBlEqAvCCCAAAIIIIAAAggggAACCCCQ+QJEiAACCCCAAAIIIIAAAggggAACmS9AhAgggAACCCCAAAIIIIAAAgggkPkCRIgAAgggUHkFahZpxntfKfr1VP141pHK/3Gx9nntKx320Ntq/sIHqv/xdO363ieKRLKClK0sm7tsOeeUt1uxgox+yZ+8vGx179FOzz5/uc6/oINGjvhMt/R/SatXe+Wa3XvvOuvsqrAoT0uXrtK8+eV/u7/chmsW9m1ST1lZkTVLpbM6dapr6bJVWrhgeWlhBTnrz4gRE9Wm7d7aa6/aFdTY/KKlS1Zp5YqonnhirI48YkC5dHGvh7Us6NeM6fPSDc+ZvUTPPPOBbr7pBZ1z1gPq0f3v+njCtPT6VKaoKF9169ZILZabFxfnq95uNcuV5QbHoEbNapozZ4lWroyWW8cCAggggAACCCCwWQJURgABBBBAYAcJrPuJfwd1hN0igAACCCCAAAJVQYAYEcgUgdSP8Ns8kdCah/r5Gj4ooQlDSz9mdO5VoLYl+ZkSNnEgsNUESnoXqmWnvHR7owcXaOJIp2g0Ji/uKR7315xXCSXPs+BEC2o758LlILvlf+NxLR8xSolYbJ02ik/qGpZl19tNNc7qoQaPDlaDx/+p6kHe5XMuhzhMEEBgiwXGP/tfjf1bz92YAAAQAElEQVTXwzrsvPN1+PkXyDm3xW2xIQI7UsBem3fk/tn3ziFALxFAoPSzS+q66Ryv/YyLpICNCUvBB9xkAVMEEEAAgQoF7FpZNlVYiUIEENhigZWronrltTGqU3sXndq1wxa3w4ZVW6CyRW+vG84lP49Z3vrn+74SQZo8NqYh/VdbUZiats9Vtz5FYZ4JAltTIJLl1L1vkRq3zgmbDW59asTt2Zo23pMX3J/0PE9xPx6Oy3B8JhJKjVfnkuM33JAJAggggAACCCCAAAIIIFBJBOgGAggggAACCCCAAAIIIIAAAghkvgARIoAAAggggAACCCCAAAIIIIBA5gsQIQIIIIAAAggggAACCCCAAAIIZL4AESKAAAIIVF6ByAGNtOsVPbW0QUPttzxfzd/7SXXH/aScaLZUf3cpK1+rDmylSCRbWZEsRVy2nHPKq1usrLzsrRZYQbVcXXDB0br4t8fogw+m6PPPvi/XdnZWpNzy5i5saPvc3Gzl5+doQ3++/XaWvv7qJ51wfCtl/cK+rL2fs85qr1v+0qPCdMQRTZVISM8884F69rxPLzz3kXKC/vY441BddVWJ9mveYO3mguOj4Di5dcopQAABBBBAAAEEtrUA7SOAAAIIILCjBH7ZtwY7qtdl9pv64c8yRWQRQACBKiXAdbBKHW6C3fkFiACBjBBIvfbY3G7G2Y/yWxo+KKEJQ0s/YnTuVaC2JfkZETNBILAtBEp6F6plp7x006MHF2jiSKdoNCYv7ike92Xnlu8nH3ph55xVdm7LHnwRm/GDFj38uH48+wLNuup6rRjznjVXLuXstYdq9+ujhk89oto3/knVDm1Xbj0LCCDwywWadeyofuMnqEGLFr+8sZ2ohaJatfTHESN102efq/OVVyore+v9j1M7kqG4Th1dOep1HXnhRTuyG+x7Owo4x/9Yth25d+Zd0XcEEFhLwD7PWFqrmMUqKuCck3Nb9tm2ipIRNgIIVFEB55LXSnsNdc5VUQXCRmDzBe4a9O9N2ujV18box5/m6MKzT9qk+lRCoAKBSlWUer2wuSXrnO/7SgRp8tiYhvRfbUVhato+V936FIV5JghsC4FIllP3vsVq3Dr5D4+DW58acXu2po335MWCe6Gep7gfD8dnOE4Tyfuh1hfnku+BLE9CAAEEEEAAAQQQQAABBCqBAF1AAAEEEEAAAQQQQAABBBBAAIHMFyBCBBBAAAEEEEAAAQQQQAABBBDIfAEiRAABBBBAAAEEEEAAAQQQQACBzBcgQgQQQACBSi6Qc2QrrT7pMM0bN0UaN0uqWUNq3FDynaJZuYrv00hZkSxFXLYiedmq1rCmsgtztbX/OCcddNBeysnJ1uqot1Wbnz5jnhKJ8k3aswYmTfpJNXcpDFJB+ZVllmy7UaM+15571tIBLfcos+aXZfPzc5Sbmx2mY45poYrSXnvX1rx5SzXkpfE6/oRWevq/l6pfv1N1+ukH6/DDm6ha0MYv6wVbI4AAAggggAACW02AhhBAAAEEENhhApEdtuettGPnSn/s0364lpT8IVQccGAMZP4YsMuoHWfngm+HgwXLBzP+IoBApRagcwjs/AKp1xub241A+zF+S8MHJTRhaOnHi869CtS2JH/nD5gIENjGAiW9C9WyU156L6MHF2jiSKdoNCYv7ike92XnmO+Xvr+1ys6Vfha25Q2lFe9+oDl/HqAfTjlD8++9X6u/+CqsvmLMe+F87UmNc89Qdr3d1i5mGQEEEEAAAQTSAsnvYtKLZBBYR4ACBBCw7w1SCs5x3UxZMEcAAQQQQGBzBZxLvo7aa6ulzd2e+ghURYH5i5fo0uvv3mDob733sd5+/xNddM4pqpZf+h39BjdiJQLrCFSeAnuNcC5578jy1jPf95UI0uSxMQ3pv9qKwtS0fa669SkK80wQ2JYCkSype99iNW6dE+4muPWpEbdna9p4T14suBfqeYr78XCchuM1kbwfapWdS45ny5MQQAABBBBAAAEEEEAAgR0rwN4RQAABBBBAAAEEEEAAAQQQQCDzBYgQAQQQQAABBBBAAAEEEEAAAQQyX4AIEUAAAQQQQAABBBBAAAEEEEAg8wWIEAEEEECgsgtElszQ1OyZerBaRMv23kXas5a0dLU0c7FWHnmwsiJZylrpKX/uPBU0rKlIbtYvCmnBguV65pkPtGJltFw7iYT06aczwrIaNQrC+daaTJgwTT98P69cc1988aM++OA7tW27t6pXX//+fp61SO+/+626dDlAhYVb7zeR6tWvqSZN6+mt0V/L9lGuc2UWFi1arqVLV2n33XdVdnYkvebbb2dp8uRZ6WUyCCCAAAIIIIDAjhVg7wgggAACCOw4gdJPyzuuD5u159QP1No8layBsj8AmipnnhAGGDAGMnsM2PUvdYwtb8mWbU5CAIFKKECXENjJBVKvMTa3m5P2HtzS8EEJTRha+tGic68CtS3J38mjpfsIbD+Bkt6Fatmp9Gb66MEFmjjSKRqNyYt7isd92bnm+6Xvba13zq3/wRfxefO16NF/68fTz9XPF1+qpS++rEQsZpulU3z+Ank/z04vk0EAAQQQQAABBBDYSgI0gwACCCCAAAIIIIAAAgggsEMEYjFPy5atCPd96fV3679DXg/zZSdfTZ6mV0aOUc+Tj9W+jXYvu4o8ApsnUElq271b55L3jCxv3fJ9X4kgTR4b05D+q60oTE3b56pbn6IwzwSB7SEQyZK69y1W49Y54e6CW58acXu2po335AX3Lj3PU9yPh+M1HLeJ5P1Qq+xcclxbnoQAAggggAACCCCAAAII7DABdowAAggggAACCCCAAAIIIIAAApkvQIQIIIAAAggggAACCCCAAAIIIJD5AkSIAAIIIIAAAggggAACCCCAAAKZL0CECCCAAAKVWiCy9Adlj+mvg368V0p8oT8vW6GVP6+QvlssLY1rdYfWKhgzSdWv+z9lH9h4q8Riv8Py0ovjdNop96rv9c/qxRfH66mn3tPllz2uB//5pjp32V/77ddgq+wr1UiN6tV0xRX/1n+f+UCjR38V7ufaa55S3brVdcYZ7eVcqua68w/e+zYsbH94k3C+OZOFC5Zp7DuTw33aflNpxvR5ysvL1oUXHa2ly1bp4ose1uOPjQnrvfHGl7rv7yN1800vaMXKqBo02EV77llLTwdGjz76TljHnO6+63+qXYvfq9mc40FdBBBAAAEEENiGAjSNAAIIIIDADhQofUrnDuzEpu7avhhxrvRHPW3Zku/bj35KNiclcAjGA+OAcZCpYyD58Nfyx9eug5bsWmpz50qvk1ZGQgCByiNATxDYmQXsNcb6b/NEwt57+8H7Tl/DByU0YWjpx4rOvQrVtiTfqpIQQGAzBEp6F6plp7z0FqMHF2jiSKdoNCYv7ikeT55z9j43eR4GJ2JQ27mK3/tl1a6l6KTJWh2koFr6b26TfbVL799qzxFDVO++u5Rdf7f0OjIIIIAAAggggAACW0eAVhBAAAEEEEAAAQQQQAABBHaMwILFS8rteMyHn+pvDz6TLps7f6FeeW2M2rTaT0cf3iZdTgaBLRGoDNvYPSPnkveKLG998n1fiSBNHhvTkP6rrShMTdvnqlsf/jFliMFkuwpEsqTufYvVuHVOuN/g1qdG3J6taeM9ebHgXqjnKe7Hw3Ebjt9EQqnx7FxyfIcbMkEAAQQQQAABBBBAAAEEdoAAu0QAAQQQQAABBBBAAAEEEEAAgcwXIEIEEEAAAQQQQAABBBBAAAEEEMh8ASJEAAEEEEAAAQQQQAABBBBAAIHMFyBCBBBAAIHKLZDzzQuK/fC1En5Cv2n6iWrX/k5XLY1r3sqIlu25h2o9+Z6Knn9fOvwAKT93qwSz665Fuunm03XEEU316cQZuveeYfrXw28pFotrwC09dM01Jyo7u/QZG1tjp5067a8+fU7S0Jc/1g1/fl7PP/+ROnc+QPfd92vVq1djvbtYvny1Ro36Qocd0UT169Vcb731rZg2ba4GDHgp3KftN5XeffebcJMWzRvq/kG/UYsWu+uJJ8aE9e64/RV9++0sde16oKoF5oWFebq+3ynad996euzRd3TzTS/K2u3fv7tq160etsMEAQQQQAABBBDY0QLsHwEEEEAAgR0psHW/RdiGkdgPejrnwj1Y3lLcWyFLXmyZYtHSFF29VKtXLVFqbnnSktAEBxwYAzv3GLBrnV3bbG7JfvTYD76gTiQkuy7aRdLmziWvl7ZMQgCBSiNARxDYaQXstcU6b3N7zfF9X5aGD0powtDSjxSdexWqbUmeVSUhgMAWCJT0LlTLTqXn0OjBBZo40ikajcmLe4rHk+eeH77/K33wxeqJn6ffC5bdbXG3k8PFrNq1VHzaSap3313aY+gz2rX3b5Wz5+7hOiYIIIAAAggggAACW12ABhFAAAEEEEAAAQQQQAABBHaQwMKFS9fZ85RpP+q6WwaF5a+8NlYRF9G53Y8Pl5kg8AsEdvimdu/WORfeI7K8dcgP7uMmgjR5bExD+q+2ojA1bZ+rbn2KwjwTBHaEQCRL6t63WI1b54S7D259asTt2Zo23pMXi8nzPMX9uGz8huM4UXov1LnkOA83ZIIAAggggAACCCCAAAIIbF8B9oYAAggggAACCCCAAAIIIIAAApkvQIQIIIAAAggggAACCCCAAAIIIJD5AkSIAAIIIIAAAggggAACCCCAAAKZL0CECCCAAAKVXMDNmqysSJayc3JUraCafrv/J2pzbEP957hDVVBcpMicpUqs9JXocvBWi8Q5qUWLhrrp5tM1bNi1GvvujXrjzb76v39eqI4dmysSCSqs2VutWkX677OX6ZxzD19TUjo74oim4bY2t9KCarm6775fq1+/U22xXHLOqf1h++qppy4Jt3lt1J/U57qTtGvQfrmKay188fkP+v77+erSpaWCJtZau/7FVF8stopS2Xj23ruO7rzrrNDA6lrf7h90ng5tv296n3vuUUv3D/qN3n7nz2EaePuZarxP3TBei9n2Z70xi+Ej+qjZfvVtsVza0DozM2fzLrcRCwgggAACCCCAwKYJUAsBBBBAAIEdKlD6tM4d2o1N27n9UK0lq51ISD9/8GtNGdpAU1/ZXdNe3V3T/7dHmGYM21PfD99LqbnlSXuFJjjgwBjYuceAXdcs2fVu5phT5Xnx8AHMyR8+lkqvkaU/gmzXTBICCFQGAfqAwM4pUP61RenXneGDEpowtPTjROdehWpbkrdzBkmvEahEAiW9C9WyU+m5NHpwgSaOdIpGY/LinuJxf815mNDS197UrKuu18xf9VL859np94KpcKq1P0S1r79GDf/9L9W97WYVdj4mtYo5AggggAACCCCAwDYToGEEEEAAAQQQQAABBBBAAIEdJbBw8ZIKd718xSpdev3dmvjlt7rw3JMrrEMhApsnsGNr2z1c51x4b8jy1pvw/x3yfU0eG9WQ/qutwyvrTQAAEABJREFUKExN2+eqW5+iMM8EgR0pEMmSuvctVuPWOWE3glufGnF7tqaN9+TFYvI8T3E/rkQwjsPxnCj9/9+cS473cEMmCCCAAAIIIIAAAggggMB2E2BHCCCAAAIIIIAAAggggAACCCCQ+QJEiAACCCCAAAIIIIAAAggggAACmS9AhAgggAACCCCAAAIIIIAAAgggkPkCRIgAAgggUOkF4jHl5OWqWkE1FVUvVtGhZ+ncy8/WxTefoGjv4+Un8uXtWkv+IftW+lC2dgftuQMjRn6m5i0aqEmTelu7edpDAAEEEEAAAQQySIBQEEAAAQQQ2LECkR27+03bu/1IrXMurGz5RCL54FHLh4VMEEAAgSooYNfAmOfJ8+KyHz22ZNdHK3fOyTlXBVUIGYFKLEDXENgJBew1xbptc3uNsdcaS8MHJTRhaOlHic69CtW2JM+qkhBAYCsIlPQuVMtOpefU6MEFmjjSKRqNafXsOVr03BD9eMHvNfv6m7TsjbfCPS4bMSp8/2fna1iwZlLj12cpZ8/d1ywxQwABBBBAAAEEENjmAuwAAQQQQAABBBBAAAEEEEBghwksWLhkg/u2f+z28sgxG6zDSgQ2SWAHVrJ7Qc452dySdcXu4SZ8X5PHRjWkf9SKwtS0fa669SkK80wQqAwCkSype99iNW6dE3Yn7kkjbs/WtPGevFhMnucp7sdl4zkc14mEUuPcueS4DzdkggACCCCAAAIIIIAAAghsDwH2gQACCCCAAAIIIIAAAggggAACmS9AhAgggAACCCCAAAIIIIAAAgggkPkCRIgAAggggAACCCCAAAIIIIAAApkvQIQIIIAAApVeIHbgr7W669+lU+5T9vEDpGNuSPfZb7eXVg3oJu+GU9NlVSmTlRXRTTedrrvvPkd5edlVKXRiRQABBBBAAAEENk+A2ggggAACCOxggdKndu7gjmxs96kf8bR69sOelsqWWTkJAQQQqEoCfsJXLOYp5nnyvLhS18Wy18ay+apkQ6wIVEYB+oTAziaQeg2xeSKh8HXGXmuGD/I1YWjpx4jOvQrVtiRvZwuP/iJQ6QVKeheqZafSc2v04AJ9eNunmnndjZr/xFNaPeMHJXJylMjKCtPSEaOUiMXkHA++qPQHlw4igAACCCCAQEYLEBwCCCCAAAIIIIAAAggggMCOE1i4eOlGdz5h4iQN/PvjG61HBQQ2JLCj1tm9W+eS94Isb/2we7gJ39fksVEN6R+1ojA1bZ+rbn2KwjwTBCqTQCRL6t63WI1b54TdinvSiNuzNW28Jy+43+l5nuJ+XDauw/GdSCg13p1Ljv9wQyYIIIAAAggggAACCCCAwDYWoHkEEEAAAQQQQAABBBBAAAEEEMh8ASJEAAEEEEAAAQQQQAABBBBAAIHMFyBCBBBAAAEEEEAAAQQQQAABBBDIfAEiRAABBBCo/ALxvY6WX7el4vXbytvnuHU67JrVlmtVf51yChBAAAEEEEAAAQQQSAkwRwABBBBAYEcLlD65c0f3ZD37tx/udM6lH2KYSCQr+v6aTHJR+TWaqXbT35EwYAwwBjJ6DBTWPnjNVS85i0Zj8ry44r4vuy7aNVNK/tCx5Z1z4g8CCFQKATqBwE4lYK8h1mGb2/tvP3yd8TV8kK8JQ7NsVZg69ypU25K8MM8EAQS2vkBJ70K17FR6jr3/0RH6NtpBXkGB/GrVlAhSfocjVWdgfzV85jEpOzvshHPJ94PhAhMEEEAAAQQQQACB7SnAvhBAAAEEEEAAAQQQQAABBHagwMLFSzdp7zNnzdVlfe/epLpUQqACgR1SZPdunUveA7K8dcLu4yaCe7mTx0Y1pH/UisLUtH2uuvUpCvNMEKiMApEsqXvfYjVunRN2L+5Jw2/P1vQJcXkx+//hPMX9uGx8h+M8kVBq3DuXPA/CDZkggAACCCCAAAIIIIAAAttOgJYRQAABBBBAAAEEEEAAAQQQQCDzBYgQAQQQQAABBBBAAAEEEEAAAQQyX4AIEUAAAQQQQAABBBBAAAEEEEAg8wWIEAEEEEAAAQQQQAABBBBAAAEEMl+ACBFAAAEEENjhApEd3oNN7EDqxzttbj/oGY/HZfOym9dpdrFIGDAGGAOZPAbKXvN8P6FodM0PHq+5Jto1MpWcc2Wrk0cAgR0qwM4R2HkE7HXEemvzRELhe27f9zV8kK8JQ7NsVZg69ypU25K8MM8EAQS2nUBJ70K17FR6rk2Y/ytNr32mqp3VU3UfGqTaA/urWudjgnM1+dALO3etN87x4AtzICGAAAIIIIAAAttXgL0hgAACCCCAAAIIIIAAAgjsSIGFC5ds8u7tPtil19+tl4a9vcnbUBGBpMD2n9r9H+eS934sbz2we7iJ4D7u5LFRDekftaIwNTk0R936FIV5JghUZoFIltS9b7Eat84Ju+l70rCBWZo+IS4vFpPneYr7cdk4D8d7cOFOjX/nkudDuCETBBBAAAEEEEAAAQQQQGCbCNAoAggggAACCCCAAAIIIIAAAghkvgARIoAAAggggAACCCCAAAIIIIBA5gsQIQIIIIAAAggggAACCCCAAAIIZL4AESKAAAIIILDjBWrVKtJ/n71M55x7+I7vDD1AAAEEEEAAAQQyUoCgEEAAAQQQ2PECkR3fhY33IPWjnVYzlU8oYYskBBBAoMoK2PUwHo/L8+KyvF0X7ceOUyBWlsozRwCBHSzA7hHYSQRSrx02TwRvt+11xdLwQb4mDM1KR9G5V6HaluSll8kggMC2FSjpXaiWnUrPuY8md9XU/BPl19pVXtxTPO7LzlXfD94RBievncPWI+d48IU5kBBAAAEEEEAAge0mwI4QQAABBBBAAAEEEEAAAQR2qMCCxUs2e/9vjBmnBx59frO3Y4MqLLCdQ7f7Ps4l7/lY3nbv+74SQZo8Nqoh/aNWFKYmh+bo9OuKwzwTBHYGgUiW1L1vsRq3zgm763vSsIFZmj4hLi8Wk+cF90L9eDjew3HPvdDQiQkCCCCAAAIIIIAAAghsBwF2gQACCCCAAAIIIIAAAggggAACmS9AhAgggAACCCCAAAIIIIAAAgggkPkCRIgAAggggAACCCCAAAIIIIAAApkvQIQIIIAAAggggAACCCCAAAIIIJD5AkSIAAIIIIBAJRCIVII+bHYXEgkplTZ7YzZAAAEEMkjAi8fDh73G1zz01UJL/di35UkIIFA5BOgFAjuDQOr1w+b2Xtt+PN/S8EG+JgzNSofQuVeh2pbkpZfJIIDA9hEo6V2oVp1Kz73Rgws0caRTNBqTF/cUX/N+0PcTweflZLKeOZd8IIzlSQgggAACCCCAAALbVoDWEUAAAQQQQAABBBBAAAEEdpzAkiXL5Hnxze5A8yZ76+BWzcPv2Td7YzaokgLbM2i7d+tc8l6P5W3fvu8rEaTJY6Ma0j9qRWFqcmiOTr+uOMwzQWBnEohkSd37Fqtx65yw274nDRuYpekT4vJiwb1QL7gX6sfDcR+O/wT3QkMoJggggAACCCCAAAIIILBNBWgcAQQQQAABBBBAAAEEEEAAAQQyX4AIEUAAAQQQQAABBBBAAAEEEEAg8wWIEAEEEEAAAQQQQAABBBBAAAEEMl+ACBFAAAEEEEAAAQQQQAABBBBAIPMFiBABBBBAAIHKIBCpDJ3Y1D6kfsTW5pY2dTvqIYAAApkoYNdB+1Fjf81DXiUnBcm55A9/iz8IIFBZBOgHApVewF5TrJM2TyQk3/fDNHyQrwlDs2xVmDr3KlTbkrwwzwQBBLa/QNfehWrVqfQcHD24QBNHOkWjMXlxL3w4UfL8TT70ws5p66VzvD80BxICCCCAAAIIILCNBWgeAQQQQAABBBBAAAEEEEBgBwosWLJsk/e+W+1dVdL5CN10TS/1vrCHDm27v7Kydqr/jW6TY6XiVhfYbg3afR7nkvd4LG87tvtAieBe7uSxUQ3pH7WiMDU5NEenX1cc5pkgsDMKRLKk7n2L1bh1Tth935OGDczS9AmevFhwL9TzFPfjsvEfngeJ5P1Qq+xc8jyxPAkBBBBAAAEEEEAAAQQQ2EoCNIMAAggggAACCCCAAAIIIIAAApkvQIQIIIAAAggggAACCCCAAAIIIJD5AkSIAAIIIIAAAggggAACCCCAAAKZL0CECCCAAAIIIIAAAggggAACCCCQ+QJEiAACCCCAQKUQ2Kl+udg5Vw4t9cO25QpZQAABBKqIgF0DEwnJ5qmQLW/JufLXy9R65gggsCME2CcClVvAXjeshza31xX7sXxLwwf5mjA0y1aFqdNFBWpbkhfmmSCAwI4T6Nq7UK06lZ6LowcXaOJIp2g0Ji/uKR73Zeew7ycfemHntvXWOR58YQ4kBBBAAAEEEEBg2wnQMgIIIIAAAggggAACCCCAwI4UWLhwyQZ3n5OdpfZtD9BlF/XUDVdfqJJOh6lOrZob3IaVCKwrsH1K7P6Oc8l7O5a3vfq+r0SQJo+Nakj/qBWFqcmhOTr9uuIwzwSBnVkgkiV171usxq1zwjB8Txo2MFvTJ3jyYsG9UM9T3I+H50F4PiSS90OtsnPJ88XyJAQQQAABBBBAAAEEEEDglwvQAgIIIIAAAggggAACCCCAAAIIZL4AESKAAAIIIIAAAggggAACCCCAQOYLECECCCCAAAIIIIAAAggggAACCGS+ABEigAACCCCAAAIIIIAAAggggEDmCxAhAggggAAClUMgUjm6sfm9SP2w7eZvyRYIIIBA5gikroWpeeZERiQIZJAAoSBQiQVSrx82TyQk+5F8S8MH+ZowNCvd804XFejgE/PTy2QQQGDHCnTtXahWnfLSnRg9uEATRzpFozF5cU/xuL/mfE4+9MLOcavsHA++MAcSAggggAACCCCwTQRoFAEEEEAAAQQQQAABBBBAYIcKLFy8pML9N9tnT53b/XjdedNl+lWPE9Rs370qrEchApsksB0q2X0d55L3dCxvu7R7uAnf1+SxUQ3pH7WiMDU5NEenX1cc5pkgkAkCkSype99iNW6dE4bje9KwgdmaPsGTFwvuhXqe4n5cdj6E50UieT/UKjuXPG8sT0IAAQQQQAABBBBAAAEEfpEAGyOAAAIIIIAAAggggAACCCCAQOYLECECCCCAAAIIIIAAAggggAACCGS+ABEigAACCCCAAAIIIIAAAggggEDmCxAhAggggAACCCCAAAIIIIAAAghkvgARIoAAAgggUEkEIpWkH5vdDeecnHObvR0bIIAAApkqkPrR70yNj7gQ2FkF6HdSgGtU0qEyTVPHxOaJhGQ/jm9p+CBfE4Zmpbva6aICHXxifnqZDAIIVA6Brr0L1apTXrozowcXaOJIp2g0Ji/uKR7315zXyYde2LlulZ3jwRfmQEIAAQQQQAABBLa2AO0hgAACCCCAAAIIIIAAAgjsWIEFC5ekO1C31i7qeuxhuuHqC3VZrzN02MEtlZOdnV5PBoEtFdjW20vTWmwAABAASURBVNn9HOeS93Isb/uze7gJ39fksVEN6R+1ojA1aZ+j068rDvNMEMgkgUiW1L1vsRq3zgnD8j1p2MBsTZ/gyYsF90I9T3E/LjsvwvMjkbwfapWdS54/lichgAACCCCAAAIIIIAAAlsqwHYIIIAAAggggAACCCCAAAIIIJD5AkSIAAIIIIAAAggggAACCCCAAAKZL0CECCCAAAIIIIAAAggggAACCCCQ+QJEiAACCCCAAAIIIIAAAggggAACmS9AhAgggAACCFQWgUhl6Qj9QAABBBBAYGsKpH4I3dq0PCn5Y9c4bHcHVXVzOwcrSuZSUTll20cg5W/zREKyH8W3NHyQrwlDs9Kd6HRRgQ4+MT+9TAYBBCqXQNfehWrVKS/dqdGDCzRxpFM0GpMX9xSP+2vO79LXP6vsHA++MIdMTs45OecyOURiQwABBBCowgL2OeazN4dp4OkddH2HZhr77GOaM+M73XnGsXr577fID94H7QCe9e7ynacf1t1nd9HS+XPWW2dnXJFJcY175Vn1L2mnr98dvTMeCvqMAAIIbJaAvY7e/vf/U/uu3TXp2+82a9ttVXnuvAXqeOo5evDJZ7bVLnZIuytWrtSvLrlKfQbcsUP2vyk7NXOzt2OwsfpWx+raNhury3oEtreAXdtSaWP7TtWz+ebU3Vh9W182bajtsvUsv6G6ts7qlE1Wtr5Utp7l11fPym192WRlG0pbWte229R2N1bX2rE6qWTLZdPCxUt1aJsD1PvCHrrxmotU0vlw1a21S/p+bdm6a+dTbabma68vu5yqk5qXXVdRPlUvNa+oTqosVSc1T5VXNE/VSc0rqlO2LFXP5mXLLV9RmZWT1hHYpgV2HJxL3sOxvO3M7uEmfF+Tx0Y1pH/UisLUpH2OTu9THOaZIJCJApEsqXvfYjVunROG53vSsIHZmj7BkxcL7oV6nuJ+XHZ+hOdJInk/1Co7lzyPLE9CAAEEEEAAAQQQQAABBLZAgE0QQAABBBBAAAEEEEAAAQQQQCDzBYgQAQQQQAABBBBAAAEEEEAAAQQyX4AIEUAAAQQQQAABBBBAAAEEEEAg8wWIEAEEEEAAAQQQQAABBBBAAAEEMl+ACBFAAAEEEKg0ApFK0xM6ggACCCCAwC8QsB8/ryiV/ZHnitZTlvwBbBy2lQPtVjS2yp7qtr7sMvltL5Ayt3kiIdl10tKIBxKaMDQr3YFOFxXo4BPz08tkEECgcgp07V2oVp3y0p0bPbhAE0c6RaMxeXFP8bi/5jwvfU2yys7x4AtzyMTknAvDci45DxeCSSIeFwkDxgBjYHPHQHD5CP/ae0fnnCKR0q+TrUz8QWAtAXuA+vUdmqls6texhQae3kHPDLhaP3w1Ub907EwZ/56eH/gnNWjaQj373qHau++leCyquOdpx/1hzzuzQHTVqp25+/QdAQR2MoE3x76vpu076+DOp+mryVPW2/s+A+5Qx1PP0dx5C9ZbZ0tWxH1fq2OxLdmUbRBAAIFKIZD6PGHzssk6V3Z5fXmrl0rrq1O2vDLUtf5Uhn6k+mBz69PGktWztLF6tt7qWbL8xpLVS6W16/Y69xT9qsfx2m/fvcLPnrZ+fXVt3dppW9e19tfeZ0XLVs9SRevWLrN6ltYur2jZ6llae52VlU22vuwy+bIC2y5v7s4l791Y3vZk93ATwfu3yWOjGtI/akVhatI+R6f3KQ7zTBDIZIFIltS9b7Eat84Jw/SDr/+GDczW9AmevOBzjRd8Hxj347LzJDxfEsn7oVbZueT5ZHkSAggggAACCCCAAAIIILB5AtRGAAEEEEAAAQQQQAABBBBAAIHMFyBCBBBAAAEEEEAAAQQQQAABBBDIfAEiRAABBBBAAAEEEEAAAQQQQACBzBcgQgQQQAABBBBAAAEEEEAAAQQQyHwBIkQAAQQQQKDyCEQqT1foCQIIIIAAApsvYD98bsm2tHlpsoda2w87S4nwAdcJ+T4Jg+08BqrwmLPzzlJqzCXzfnA+JsKUOmfLzi1P2rYCdo20Pdg8dUx839eIBxIaP6T0o0Gniwp08In5VpWEAAI7gUDX3oVqeWxuuqejBxdo4kinaDQmL+4pHveD90GWktdguwZYZed48IU5ZGKyY2wpFdvMXhdpavtDSRgwBhgDmz0GlgwdmrqUpOfOuTDvnJNzyRQWMEGgjMDR51yscwfcpzNvuEvtTz9XuzXaV5PeG61//P4MPXXTH7Vi6eIytTcv+/no4apep566XdNfbU44Tfsdfozq79tc17/4jk754w2KZGVvXoNbobYXXa1R/7pP/xs0cCu0RhO/ROCnb7/SI1dfpJ+nfL3JzRzR8ze6adg4NT/imE3ehooIIIDALxVYsmyZ/v7gY1q9avUvbWq9249+9wNddMX1mrdgYbpOdlaWbrrmMn0w/AXt12SfdPn2yHz9zXc6//I+mvTtd9tjd+wDAQQyTMC+67JkYdnckt3fsLml9eVtnSVbX1FKrbO5Jauz9jxVVrbc8qmUWm9zS2uXp5Ztnlpvc0tlyyyfSmuvs2VLa69PLds8td7mlqzMUtm8LVtKldncUtkyy5dNtr6iZHWs3OaWUvmy81S+7HrLp1Jqvc0trV2eWra5ra8opdbZ3JLVWXueKitbbvlUSq23uaW1y1PLNk+tt7mlsmWWT6Wy6yyfSmuvTy3b3Oqk5ql8atnmZVNqvc0tpdaVzZcts/JUqqg8dW7ZPJWsXirPfI3ANpqZtXPJezaWt93Y8UoE93Enj41qSP+oFYWpSfscnd6nOMwzQaAqCESypO59i9XooOR3fr4nDRuYrekTPHmx4F6o5ynux2XnS3jeJJL3Q83GueR5ZXkSAggggAACCCCAAAIIILDJAlREAAEEEEAAAQQQQAABBBBAAIHMFyBCBBBAAAEEEEAAAQQQQAABBBDIfAEiRAABBBBAAAEEEEAAAQQQQACBzBcgQgQQQAABBBBAAAEEEEAAAQQQyHwBIkQAAQQQQKASCZQ+5bMSdYquIIAAAgggsCkCqR8+t7qWTyQk30+ED7mNx+PBPJk8+7HnYNn3/WA9CYftNwaqsrWdd5ZS52LSIhGcgwnZuWrnrJ27qbT2cqqc+dYTSBnb3I5B8pj4GvFAQuOHlH4s6HRRgQ4+MX/r7ZiWEEBguwiUXFqklsfmpvc1enCBJo50ikZj8uJe8L4o9fpn1+FkssrO8eALc8iE5JyTcy4MxTmnSJDEHwQQQGArCTjnlJUVUSQSCa81ziWvN/beUvxBoAKBvVq21QEdj9dBXU7RyZf304X3PKK+L47Vsb+5RF+987qG3nOz4l6sgi03XORFV2vpgnmqWbe+8gsqz8PufC+uGZ9P0IolizYcAGu3ucDiObP149efBd8/+Nt8X+wAAQQQ+CUCh7Rppbfe+1Aj3xrzS5rZ4LbfTp2u76bNUCK4b7LBittp5c9z5ujjiV8G31PEt9Me2Q0CCGSKQOqzp80tpe5vWD4e3AdO2D3g4F5wap5an5rbvSpbZ8kP6q2TbPuyaU2dsvXT+bL1gnxFbW9O3bJ9sbZSfQ7nQT/SbQV5q5teDvYd1lkzt21tnSWrZymdX1MnVX+DdYP92PoN1bW202lz2t7KddN9CPqc6m96bmVBShuUzW/DfpS1C/tSdr9BfkN9tm2tv5ZS9dL5zeyztRXuP9jO8taOpYratfPIktVPze3aYXnnuH9gFmXTtsiXtba87SM8HsHxmzw2qiH9o1YUpqbtc3V6n8rzfUjYKSYIbAeBSJbUo191NTooO9yb70nDBmZr+gRPXiy4Fxq8H4j78eCzT/J+qJ1Llqyyc1zLzIGEAAIIIIAAAggggAACmy5ATQQQQAABBBBAAAEEEEAAAQQQyHwBIkQAAQQQQAABBBBAAAEEEEAAgcwXIEIEEEAAAQQQQAABBBBAAAEEEMh8ASJEAAEEEEAAAQQQQAABBBBAAIHMFyBCBBBAAAEEKpNApDJ1hr4ggAACCCCwKQL2I82WUnUtf9+wqRr44rdhuv2lKbJkyzZPJVsmfRsa4bBdHKq0ddnzzvI25p4Z+6PsIROWEgnJzl1Ldi4752xG2kYCKWebm709NMLSiAcSGj+k9CNBp4sKdPCJ+duoFzSLAALbWqDk0iK1PDY3vZvRgws0caRTNBqTF/eCa3DyoRe+n1jnGmzXh/SGZHY6AedKH17inFPEJa/tOeeepchZZ8jvcbqi3U7V6tNO0cpTTtbyk04M04qTTwrnqWXmSRcccKjqY8CuDalk1wy7dnjHdVFWVpYikeAaE4kouNSEeed4Hy/+bLJAbkGBOl90uQ7r/it9OWaUvpvw/iZvm6poD9qPrVqZWqwsc/qBAAIIIIDAZgucedpJOrxdG90x6EHN+HHmZm/PBggggEBVELDvLC2lYrX8u++P06jX3w7Ta6Pe0qg33tHIYP5aUGbzhYsWyfOC70PXpEmTvpXVt3WWrF4qfTNlqux7U9+Py7aZM2eurE2rl2rX8lb/vQ8nKBa0GQ++Z7W6ll4P9l227VRdm69ctSps0+pZ+uTTz9fbjx9+/Ell+/HDDzPXqWttWj8+Dtop248VK1Zo5Gujw37beqtnyfKvBf0rW9f68X4QR9k+h/XW2M2bv6BcjN98O3W9/fh68rdhn1MeCxYuSvahzLEYuSY/5t0Py7Vr/Xjr7ffKtZ2qa/PFS5fK6qTSF19+Xa5uqs82nzrte5W1+/nnWWE/rJ21j+GH4z5Zpx9mV9bDtrN2bb623YSPJ663Hz/9PLtc29Omf79OXWvT2v48iMf6nLJbEsRr/bCxZ+utniXLj3773XLtmol5lu2z1bNk2yxYuFBWJ9X25MlT1ulHqq6Nfz8el6W458n3/fR9AzvX7LyzuXOl3z1bWRVPWz38ssaWtx2ExyI4HpPHRjWkf9SKwtS0fa669SkK80wQqIoCkSypR7/qanRQThi+70nDBmZr+gRPXsxe+z3Fg9f0RHD+hOdRInk/1Co7x7XMHEgIIIAAAggggAACCCCwSQJUQgABBBBAAAEEEEAAAQQQQACBzBcgQgQQQAABBBBAAAEEEEAAAQQQyHwBIkQAAQQQQAABBBBAAAEEEEAAgcwXIEIEEEAAAQQQQAABBBBAAAEEEMh8ASJEAAEEEECgUglEKlVv6AwCCCCAAAKbIOCck3MurGk/gu6veYjtM+/O1H/f+ylMz77/s577YJZSc8uTZoUmOGwvB/aTGmt2HlqK+748L654PJns3A1P5GBi57KlIMvfrSyQcrV5IqHwAR5+cCxGPJDQ+CGlHwc6XVSgg0/M38p7pzkEENjeAiWXFqnlsbnp3Y4eXKDPR2UpGo0p+VAhf811IJF+mI9Vds6Fy5Yn7ZwCziXfH6d6n39MB+X/9kJlX/gbufN/rcSvz1X83LPlnXNWmGJnn6nVZ56h2NlnKXrWmSQMGAOMgbXGwBnhtcKuG3b90HnnKjsrS1kkG0IPAAAQAElEQVRBikScIi4i/iCwJQLOObU7saeqFVbX5A/HlGti6YK5evGuG3TzCW10fYdmuvOMY/X+i/9R3IuF9d55+mHddEJrfffxB2Gy/ICSdpr5zZdaOn+O7j67i6xOWDmYfP3uaNn6H77+TBNffzVsz9q99ZTDw3Z9Px7UKv1rn5m+eHuk/nbeierXsYVu7NJKj//p95r3w7TSShXk3nm6tF8fjxgS9t32Y/svWz22erXGPPMv2f5tvcX32ZvD1nkPtjGHsm2WzUdXrNDDV5yn5267TtM+Hae/nX9S2Jey/Zj+2QT9X+9z1O+Y/cNkeSsr2465fDZ6uO678NSwjllY3tosW29T87Z/Ow7ff/mJxj77aBi/tfnQH3+thbNmhsc3VW4u1u+K9mXxjfznPeH2Vs8cbdnKrS+pMfDE9b/XymVLNKjX6WH8ZmJ1Uv2wtl+9/7bw+K69zsaStZVKdszef+Hfuvuc49QvGBOW/haMD6vnxz0Nvbe/Bp5+lH6e8nVqE+YIIIDAJgsUFlTTFb+/QKtXRTX40acU87xN2nbKtBn67dX9tP+RJ6hp+87h3Janff9jevsvJn2jVkefqLsfeFg/zZ6jI046I6zbZ8AdYZ0Hn3xGHU89R3PnLQiXU5PVq1bryeeGqONp54b1rf0TzrxA1l6qzrz5C/TngfeG+7X1R558pv79/JAN9t/2Y/v7/TU3aFXwenj6+ZeE7f/qkqu0YuXKVNPh3OI75/dXhuv3O7yLrvjzLbJ9hivLTD7+7Ev17HVZWM/6YXkrK1OlwmyqLw8+8Yz+N+otte/aPbRKxbhy1arQ7eDOp4Vt29wcrbxsg7PmzA0dDux4UljPjsdtfxusteuV3WZ9eTMwCzs+FmtZX/MfOXpMufcLG4uhouNox3RDxykWvN+y9XY8zXN9cVcUg8VsRrbN+rYtG6ON1dQxbtnxRNl+43FfZcvt2N/613+U8/xq8hS169JN/e++P/iOq/z7uIr6RVlmCDjn0oHY+3VL7773kUa9OUavjx6rN956N0xvvv2eUmnRosXyg/tQqTQ5GDtWL7W+7Hz6tO/DunHPUyK4bzI/uMal1qe2Gf3O+2Hb4yZ8Gta1dq2uza0fqXq2Xaqu5VcG1zerk0qfff71On21epZm/jwrbDvVD1su267VSbX9+ZeTwrrWrvVjVXDdsvWWUtuk6r4RGFk9S1bX5h+N/2S9/Zg3b366bas7LXjNSbVp7VtKtT158nfBe3kvrG9tL12yOHSyOqltUnXf+2B8WM/atLo2f/f9j8r1I1XXtl+2bFm6vtX96utvy9W1Oqn0/Q8/hnVTdnPmzl1vPz797IuwrrWZ6oe1k+qv5cv2Y9XKVWH9VN2PP/1ivf2YNWt2WNfatjQjeF0u227Ztr+a9G05uxXLlq+3z++8+2G63VQ/NnQMFyxclK5v/fh2ynfr7fOU76bJC67/8eCzTZiC88Ac7R6inWuW7AS0uXOl56KVVd20dSNP2drckrUe+gfXo8ljoxrSP2pFYWraPlfd+hSFeSYIVGWBSJbUo1+xGh2UEzL4wceoYQOzNX2CJy8WC65rnuLBd37hNTM4l+zcsmSVnXNK5W2ZhAACCCCAAAIIIIAAAghULEApAggggAACCCCAAAIIIIAAAghkvgARIoAAAggggAACCCCAAAIIIIBA5gsQIQIIIIAAAggggAACCCCAAAIIZL4AESKAAAIIIIAAAggggAACCCCAQOYLECECCCCAAAKVS4AnNVWu40FvEEAAAQQ2ImA/xlw2+X4ifIitPdTaNm2zTx0duX99EgY7fgxwDNLHYI86yYcRxOPx8EFQnhdfc94mZOeundN2/jrHwyPMYWumlK3Nzdr3/dB+xAMJjR9S+lGg00UFOvjE/K25a9pCAIEdKFByaZFaHpuX7sEbD+Tr81FZikZj8sKH+SSvBX7wPip5fUiEdZ1zwXU5mQ8LmOxUAnYsg0Mo55wikWTKzs5STk62cnNylJcbpLxc5efnqlq1/DUpb81yXrBMqlYNAwwYAzYGUteJ/Py88BqRa9eP3NzwemLXlKysrDXXmkg4d86Fc/EHgU0U2KVeQ+3WuIlmT/1G9mB222zRrJ/08BXn65sP39FxF1+pcwfcp33bHSF7UPvwwXeF71H2O/wYnfHnO7Vbo33DZPke19+uXervbk1UmOydzdv/flDvv/ifoN0rdOYNd6nmbvX16n236vPRI9Lb2OvomGce0TP9r1b9fZrrzBvv1kmX9dP8mTP00B9/o9nTpqTrrp3Zr0y/Grc+JOy79b9hsxbpqrHVq/Xy32/R9M8+1slX/FndrhkgF4noxbtu0IzPP07X2xSHdOX1ZGZ+86U+eOk/uuDOhzXwnclqfsQxYc0v3h6pR66+QDl5eerZd2CYEsHndCv7dty7YR2bTH7/Hf13wDWBw36h16lX3aTVK5brqRv/qJ++/cqqbHay4zDmmUfT8R997sWaOflLPT/wT3rj0Qc08fX/6cTL/hS6xFat0jMDripnvmrZUv37hkv14dBn1P70c0Ljdif31PtBnP+99RqZb35RDZ38xxt09DkXK7daNXX9w7VhvWPP663s4D2Qddr68drDf1W9xk1188hP1Otvjyu3oMBWrZNsn0/2/YNeHTRQe+3fOhwTNi4aNjtAyxctWKc+BQgggMCWCLRq3kwX//pMvTTsNb02eqw29ue1t8bq1F//Tt9MmabrLv+d7rvtRvW+8Nca/+nn6nnhpZr41aSwid0b1Ndfb+mnk487VtWLinTL9VeFdc/tfkq4vqLJ0mXL9dtr/6xb7hmkdq1b6a8D+oWp1f77aeHiJeEmP82arXN+f6XeHPtBev8dDz9UA+4epDvvfzB8vQ4rrjWpXlSoAX+6Iow1O3gveU3vXmF/Lut1nnKD95mp6hbHH669UZ2PPiJc363keA17/W3dcu8D4ffKqXojR48J+nGFquXl6e7+14cpEffDsnc/mpCqtsH562Pe09gPx+v155/UZ2//Twfs11Rm8Ptrb9ATz76k88/uHvbhnB6n6NGnn9cV/f6i1atWh22uWLlS19w8UGM/GK+rL7korHfKCZ312DMvaOB9/5QXvL6GFTdzsihw7tP/Tq0Ovr+588brdGvfqxXJytIf+w3Qa8GxX7u59cVwyZ9uLncczajRnruHx2nAXfeVs7Q24wlfD//7Ob346mv648Xnh8f9qMPb6cEnn9Ftf/3HOvVtm1TaVLNU/WkzftR1t9wZHmPrV7NGewd9fSCwe16X9x2gNq32Dz3t2D/+3xd17+BH1juuUm0yz1wBe49uySK0uaVgQKhHtxPV9bgO6nzMERWmXXepEXwXlq0c+14sSPvtt0+F9Wz7fffdK10vOyuiurV3XW/dw9q1Trdrda394449cr31C4Pv33KD7+WsnqWDWjVfb909G9Yv1489GtRbb92DWjYv1w/bj8VSUbL+pfqQ6rPFUVFdK7P4U/Wtz00CHyuvKDXfb99y/dilZo319vmIww4uV9faPuqIQ9Zbv0ZxUbq+1T2geZP11m289x7l7OrvVme9ddu2bpluN+VRUWypsqLCamHbqbptD9p/vW3v3nC3dNvW53322n29dVs2b5qua23XqF603rodjzy0XF1r+7BD2qy3fu1da6brW91mTRqvt27TffcO664KPoNNn/69Zs2eE7yGeSr70Gzxp7zAVlyya5pzyXsylrem/eA+rvlPHhvVkP5RKwpT0/a56tanKMwzQQABBe+RpR79itXooJyQw/ekYQOzNX2CJy8W3Av1PMX9eLnrWeo8cy553oUbMkEAAQQQQAABBBBAAAEEKhKgDAEEEEAAAQQQQAABBBBAAAEEMl+ACBFAAAEEEEAAAQQQQAABBBBAIPMFiBABBBBAAAEEEEAAAQQQQAABBDJfgAgRQAABBBBAAAEEEEAAAQQQQCDzBYgQAQQQQACBSiYQqWT9oTsIIIAAAghsVMA5l65jP9JsP4RuKVV4y7mHiITBjh4D7L90DKbOzXjcVyzmKe77srydt3YOp9Yz37oCKVubJxKSeVsa8UBC44eUfgzodFGBDj4xf+vunNYQQGCHC5RcWqiWx+al+/HGA/n6fFSWotFY+BCf1HXY9xNKXieCC0VQ2zkXLgdZ/u4kAs4lj5lzyffIkUhElrIiWcrOzlZOTo7y8nKUn5+n/LxUylW1YJmUhwPjgDFQwRgoqJZfxiWZz8vLDa4lucF1JUtZkYiysiJyzgUpebG015JkjikCGxfIqVZN1Wvvlq7oxz29+cQ/5Mfj+t2gp3R491/rgI7Hhw+D79Lrj/rszeGa+/1U1d1rH+1/ZBcV7VI7TJZvcVQnFRTXSLe1dmbVsiWKrlqh8+98UAd1OSVMZ910r6rXqatPR70iL5p8kK892P6tJ/9PnS+6XGfccJdaHVuiQ045Uxfc9bByqxXqo1f+u3bT6eWy/aq5W4Ow7wcE/S8b45J5s1WjTj2dM+Bv6bZ79r0jbOPzt0aEc38THcLKG5gsX7BAx57XWzXq1kvXWjxnlkY9/He16nSiylpccPfD2qPFgXrvhSfTFtWKqwdxP6Se/e5QyqH7dbcqunqFJn/wTrrNzcnYcYhkZensm+8N2zzu4iuDPl6iqZ98pC/HjNK5A+4Lj42Zn3rljVq+eKGmfzY+vQvz//Hrz2X97XT+paGxtXF6n7/ouwkfaMbnE5QTvM9p1r6D9mrZNrhG5WiftoeF9Rq3PkSRrOywLetH/SbN1bakuyKRrLCsoold015/9P6wD9bnlIV52HFreshRsjZPveomXf/iGNXft3lFzVCGAAIIbFTAOadzup+itgceoPsfflyz5sxd7zY/z56ruwY9pINbt9Qr/3lIvzmjm044toMuufBcvRos77pLDd33z8e0etVq1axerE4dDlezJo1VVFigY49oH9Y9cP/mFbZv1737HnpcH074VPcPvEl33XSdTjzumDDdeeN1OurQg4PvEuJ64JF/h9/rPvfwfen93/KnK3X1Hy7S0OGjNHXGDxW2nxe85+xw2CFhnPY59fB2bcL+HNrmQGUHrw+pjT6e+KXuHnC9Ljy7R7h+wJ+uUNdOR+v9cR/r+x9/CquZw90PPKzTuh6nf/39dp1yfKcwPXr/nWrT6gA99syLwWtW6QNzw40qmCxZslRXX3JR6JNa/fRLr+iTz77Sk/+4W5de9OuwD1f9/kLdedOfNPbD8Zrw2Zepqio5tqOG//eRtIP1tfPRR2j02Pc1b/6CdL3Nybz93kfqfvIJSvn3PKWrnhp8rw5o1lR/f/AxLVy0uFxz64vh3Y/GlzuOZvRIYHVt74v13CvD9cH4T8q1M3vOPK1YuVL/DY6r7dOO/b39+4Zjy+p/XCbuchsGC5tjFlTX1998qz5BP+wYW7/uv/1m7dmwge64/8HwONpYsnF98zWXhePu3Y8maNHiJbapWjTbV+NGvaSb1J7LXgAAEABJREFUgnVlx024kkmVELBrlR/cX2rYsJ46HHmoOh9zRIWpenFROY+m+zaqsJ5t33jvPcvV3XXXmuut265tq3J1beHYjoevt35ubo5VSadWB+y33roN6tdN17OMLVv/KkrWjtVJJdtPRfWszPqXqpeaWxy2rqJk8afq2bzRXnust8/NmjSyKulUXFS43rpHtG+brpfKHHV4u/XWLyyolqoWzpvvt+966+65R4OwTmpSp3at9dZte9ABqWrpeUUOqbJ0pTWZ1gfuv96269apvaZWcrb77vXXW7dF8ybJSmum9r1tap9rz22sr6mWnh12SOv1tl0jeA+Qrhhk9t1n7/XW3afRXkENacrUGXr48Wf19pgPFD44O/hsmgjONTvfLFklO/8sWb4qp60Vu1k658J7MZa3ds3a3CePjWpI/9L3Mk3b56pbn/LXNatPQqCqC9jXOj36FavRQcnXW9+Thg3M1vQJXvJa5nmK+3HZeRWeX4nk/VBzcy55/lmehAACCCCAAAIIIIAAAgisLcAyAggggAACCCCAAAIIIIAAAghkvgARIoAAAggggAACCCCAAAIIIIBA5gsQIQIIIIAAAggggAACCCCAAAIIZL4AESKAAAIIIIAAAggggAACCCCAQOYLECECCCCAAAKVTSBS2TpEfxBAAAEEEFifgP34uXMuXG35REKyue+X/lBzuJIJAjtegB5UIBCLefK8eJjCH1tfcw6nqtr5nMoz/2UCKUub27XSX/OgjhEPJDR+SOlHgE4XFejgE/N/2c7YGgEEKq1AyaWFanlsXrp/bzyQr89HZSkajcmLe+FD+5LXh+R7KbtmWGXnXPgey/KknUPAOSfnksl67JxTVlYkfJBiTk627EFgeXm5ys/PVUFBfpiqVcsL56ll5kkXHHBgDOTLrg+pZNcNu37k5eUoJ7ie2IM27aGtzpVecxT8cc4FU/4isGkC8VhUK5clH+RqWyya/bO++WiMWnY8XrvUa2hFYXLOad+2hym2epXm//h9WLYlk0NPPUv5RcXpTWvUrad6++yn1SuWKe55YfmXb7+m3IICtTqma/iaGhYGE3ug/x7NW2n21G8UXbEiKFnn7yYV5BdVV7uTeiorO/lQMttot8ZNVHevfbRqjcXWcqizd2PVrNfAdpFO0yZ+pEVzftLBJT3K9cFc9j34CM2d8Z1WLl0c1t+7VVvte/DhYT41qbNnIxXvWkfzfpiWKtrseatju5bb9577t1ZutWra/6jO5fq7W+Nmql57N80J+mQ7sbHyRXB8rE8Nm+1vRem0V8u2Kqixi3769qt02cYy+7Q+tNwxrqj+0vlzNOn9t3RwcMz273BcRVUoQwABBLaawP+zdx+ATVR/HMC/L0l3C4Wy994gyAZBlrIEQRAFXExBkSVDhiwZMh2IoCLydwAKCA6GspdslCl77w0ddCTp/34vJB200EILJX5r3927d29+LndN7mEuwN8P/d/pjLPnL+LzmbOMz+u2BOve+s8unDxzFh3btoKUiZ0pR7asaNm0IXbs3odjp07H3pWk+MVLV7BszQa0fqEpnq31VIJlzl24iFUbNqPxs7WRM3s2Vx6lFKpWehK3IiNx4vQZV/r9RJ6uVgllihd1FfWwWFC3ZjWERxjvHcLDdbo4nDl3Hi8a45X9OtFYiEnNKhVx6Mgx3AgOMVLu/luyaGEEZQh0ZboRHIw/VqyF9KFksSKudImUf6IkMmYMxJ4DB2UTvsbfrzYtm8LHO+a+qvSlbKniuHEjGJevXtP5krsoZfTpqSrl4xQLTJ8OLYyxnjLGLCH2zsTGUL1iedSqWil2Vv23r2n9usiWJQuWrlwbZ5+8x4/vqZRCk2frIp2/P/7etTdOfudGcsycZUqXKIbiRQo6N5E5U0YUK1wAmYIyokHdmrqfstPL2wsVy5XB5StXcfW64z2KpDP8NwXknqUzyL1Mq/EeXrb/mxocNQVST8BmsyEqKkp/TpZ5XGOSwPg1JnNvN6kU7/3cpniglVy/lHLMwUhcKpNrW7Qxl3tgfSQWDo+UJB2KVPFE837+Os4FBShwp4DJDLQcFID8ZR332+xWYPEYC45vt8JqXM/kPYNcz+T80udZdLTruqaU4zy8s1amUCD1BFgzBShAAQpQgAIUoAAFKEABClCAAu4vwBFSgAIUoAAFKEABClCAAhSgAAUo4P4CHCEFKEABClCAAhSgAAUoQAEKUIAC7i/AEVKAAhSgAAUoQAEKUIACFKAABSjg/gIcIQUoQAEKUIACFKAABShAAQpQgALuL5AaIzSlRqWskwIUoAAFKJBaAvIl6BKUcnwZs8QlyJc1p1abrJcCFEgZAceDI6yQtd0eDbvdrr9gPToaeq0UHxyREtJyTZR6ZC224ixh6ZRobFsY8/a/bgdfVGgc85AqKcNAAQqkGYEU60ijbn4oXcfLVd+KKd7YvcyMyMgoWG1yTbbr67HduC47rhvGRdnIrZTS12Yjyt/HQECOnXRTKQWTSYIJZrPZCCbIQwg9PTzg5SXB01h7wtvbCz4+3notcQYvWhivCb4O+DqI/xrw8nJeMzzh6emhrycWi9l1nTHexbse0An+UCAZAlGREQi9fhW+6QJhMV5nt0JuIjIsDKu+m4YBNYvGCVM6t0S4sf/SySPJaCEmq49/OgRmyxmTYMQsnl5G2+lx89IFRN4KNVKAG5fO48bF8xj/cr047Q98uhj+/vMXXL9wFhG37v0wYV1ZAgufgHQICMoSZ4/ZZIGnt49uV8afUg6BWXLA08c3Tls3L180xnoLX3RrE2d84v3nVx8h7MZ13LxySZeR9xWXTx3D8hmT8f2gbtpkYtsGuHLmpN5/P4uEjoOHt7fxXsUD3v4Bcap0vpeR4y47rBHhRv+uYffqpRhUu2Sc/n/YoiaunTuNC8cOSdZ7Bm/j9ZA+S/Z75gu+ehlh168hT4kneJ27pxYzUIACDyigi5cpUQzt27bETwt/x+bt/+i0+IvzFy8hKGMG5MuTK/4uvV0of16EGn9PL16+oreTs7h09SquXruOcqVLJHrdu3EzGCEhoZg2cxaKVKkXJ7Rs9zYiwiNw+NiJ5DR7R97CBfLd0b6/ny/CIyLgHJc4WG02tH6zZ5w+SJ8mTZuBq9dv4MLly3fUHT8hfluREVG4Yhj8sWodSlSvH6fumk1b48LFy3HGdys8HEtWrMGQDz9C01ffRJWGLTBhyvT4zSRrO59xbNP5+99RJmvmIO17+crVOPsSG0PJ4kXgZXzGi5PZ2AgI8EOuHFlx+tx5SP+NJP0bFJQBObNn1fHYC+mLr48Pjp48FTvZFU+umRTMnTM7/Hxj3qdYjHsXcn/C02KBt/EeDbF+TGaTcewj4/Q11m5G/yMCSqmY64Ix4REN496lsf6PDJ/DpMDDFTDOLWtUFKxW6+25XLueI7Ab87nSEfmsKEHiDPcnIH5KKe0qcalFfKMN4wPrI7FweKQk6VCkiiea97vzfYHeyQUFKOASMJmBloMCkL+sh06zW4HFYyw4vt0K1zXNboOcZ/p8M651zvNPKcf5qAtyQYHUF2ALFKAABShAAQpQgAIUoAAFKEABCri/AEdIAQpQgAIUoAAFKEABClCAAhSggPsLcIQUoAAFKEABClCAAhSgAAUoQAEKuL8AR0gBClCAAhSgAAUoQAEKUIACFKCA+wtwhBSgAAUoQAEKUIACFKAABShAAQq4v0CqjNCUKrWyUgpQgAIUoEAqCzi/kFmasUfbZcVAAQqkcQG7PVo/MMJms0POYQnOLiulnFGuH0DAaSrr6Gjcfqi3HUunRGPbwpi3/nU7+KJCY+8HaIlFKUCB1BVI2dobdfND6TperkpXTPHG7mVmREZGwWqzGtdm++3rRXSc67NSSm+7CjKSZgWUivt3VDZNJhPMZrMRTPDwsMDDYoGXpyc8PTx0XNYMHtqDDnTga+DO14DzeiE2cv2QYLHINcURTCblegijUgr8oUByBC6dOIKLRshfthJMZour6FOt2qHtiE8TDMWq1XblS61I5rwF0GrQ2ATbb9LjfXj7p7/vpuXvspw3SangQR1UrPMzdnt+gRnR7N1hCY6v5YAPkSF7LtisUfj1oxH4+PUm2LNmKfwzBqH2q13QtNcQpMt054OBY9ef2vEydRol2Hd5zVRp1iZJzcvVSplMScormTy8+LlZHBgoQIHUFHDUrZTCGy+1QKmiRTDq46m4cu26Y8dDXnp7ed2zxXYvt8Cno4ckGOrWqHbP8nfLYDIn7Rrt7+eLEf16JNiHjz4YhFw5st+tGb0vsbYa1n06wXplzG1bNNVld+8/iFrN2qLP0DG4dPUa6tWshmF9e+Cl5xvp/fe7MBvvt5WSv1Z31qCUgrdn3OOT2BjuLH33FLMy7h+YzIlmCvDzS3Sf7EiKmeRjoEBKCMjcx6Ytf2PFqg24FR6RElWyDgr85wWcf3lsdtvt+QIb7DYjyL/BkMlGQ0jOPWPluhckcYbkCYihUo45F4lLabvdjmgjHFgfiYXDIyVJhyJVPNG8n7+Oc0EBCtxbQN7KthwUgPxlPXRmuxVYPMaC49utsEYZc6FWK+QaJ+ebPu+Ma5vzPFTKcV7qglxQIFUFWDkFKEABClCAAhSgAAUoQAEKUIAC7i/AEVKAAhSgAAUoQAEKUIACFKAABSjg/gIcIQUoQAEKUIACFKAABShAAQpQgALuL8ARUoACFKAABShAAQpQgAIUoAAFKOD+AhwhBShAAQpQgAIUoAAFKEABClCAAu4vkDojTNq36KdO26yVAhSgAAUo8EAC8oXMMeGBqmJhClDgIQjIl6nbo6P1Q6bl3I3dpGxLiJ3GePIEnH6yNpi1s5gvnRKNbQtj3vbX7eCLCo35EMPk6TI3BR6yQCo016ibH0rXiXlQ3Iop3ti9zIzIyKjbD/Wx375uRMNxHYnWvVBK6W29wcVjIaCUuv0gpmiYTApms9lYm2CxWIy4rM3w8LAY2461xBks2oQOdOBrIOY1YDab9HlhsZiNa4cjmEwmI24yrjEwgnIF8IcCyRAIDwnG8hmTkT5TVpR4qq4u6eHlDYsRPLy8UKpW/QRDlrwFdd7UWnj7p0PkrTDkLV0+wfaLVqkJ6V9qtS/1pqaDl68/oiJuIWv+IgmOr0SNuvANSI/zRw9i5/LfUa9Dd/SY+TuavTvc+PzYEgWfrAqzh4d086EHk8UDHt4+kIe0ST8Teo3kLvFEivbLeSyO/rM1RetlZRSgAAXuEIiVEJg+HXp1bY+jx0/gu7kLIPf3Yu1GtiyZceXqNRw/eTp2sit++NgJBKYLQM7s2ZDcHx9vb3h7eWLz9n8SLerM4+XthQZ1aiYYCubLk2j5lNoR4O+P8PAIFC6YP8E+1K1ZTTsktz153+vr66PvjdR7unqCdT9RsrhxXKLxw9xf4O/riz/nzsTUcSPQvdPrOv/92Mfu59nzFxB261bsJB3/Z8+/SKii5IwAABAASURBVB/gj6xZMuntxBaeXh4IyhCIvf8eRIRhFD9fcHAoTp+9gEL58kKOp3P/1es3cOHyZeema33yzFlcvHwFhQrkc6XFjiTVLHYZxilwPwLOe5XO9dYdO7Fi9UbcCrvzfLmf+lmGAv91gejbANH2aFitVtiMIPOLznPu9m59H8gZ5zp5AmKplGOuReJSWhvb7TiwPhILh0dKkg5FqniieT9/HeeCAhRIuoDJDLQcFID8ZT10IbsVWDzGguPbrbBGRTmub3Yboo3zTp9/xgcu5/molOP81AW5oEBqCbBeClCAAhSgAAUoQAEKUIACFKAABdxfgCOkAAUoQAEKUIACFKAABShAAQpQwP0FOEIKUIACFKAABShAAQpQgAIUoAAF3F+AI6QABShAAQpQgAIUoAAFKEABClDA/QU4QgpQgAIUoAAFKEABClCAAhSgAAXcXyCVRmhKpXpZLQUoQAEKUCDVBZRSRhuO4PxiZiOBvxSgQBoVkPPU+WXqdns09H+xvlg9jXb7seiW2EpHZW2Q6gdV2e12LJ0SjW0LY97y1+3giwqNvSUrAwUokIYFUqtrjbr5oXQdL1f1K6Z4Y/cyMyIjo2C1WWGz2W9fP4wrtHExkWuKZFZKwRmXbYa0L6CU0g9kUkrBZFIwm01x1pImQdIZTNqHDnTga+DO10Ds64TEJSgVc31RSoE/FEiOwI2L5zF39Hs4vmsbnunYA+mzOB5QnCFbLuQoXAy7V/+Ba+fPJKfKFMtbtHINhFy7gl2rljzQ+57gK5cQmcCDe5PS0dR0yFe6PDy9fLFt8TzYrFGJdifk6hVEhIUic+58+r2EM+PRvzfhxoVzzs2HuvZNF4j8ZSvi8La/cObAXiTlR8YgY0lK3oTyBOXMg/xPVMCu5Ytw6t9dCWVhGgUoQIEUEYhfSbWKT+LVF5tjxg/zcO36jTi7nyxdElkyB2H6Dz8hOCQ0zr6z5y9g3q9LUM7Ikytb1jj7bgSH4Mq1a3HS4m/kyZUDVY22f1myHDv37Y+/W29LvaWLF8WiP1fhzLnzOu1+FuEREbh67fr9FNVlKpQpBV8fH8w1xhtlteq0lFgEpk+HyuXLYs1fW7B3/8FEq5T+n7t4UR8LKePMeP3GTSxfs8G5eV/rf3bvw869cf1PnD6D+b8vTfDYxm8kfUAAaj1VBRu2bsfqjVvi7Jb7Or/+sQIXL11GnRpV4+yTMS1duRZyX8i5Q2y//WkBAgL8UfGJUs7kOGsZf1LM4hTiBgWSIaBUzD1Jpfj5Mxl0zEqB+xKQecVoY27RmB3Q5eVvh47cXsTfvp3M1T0ExE0px/VM4pLdaX1gfSQWDo+UJB2KVPFE837+Os4FBSiQfAGTGWg5KMC4j+ShC9uNjwuLx1hwfLsV1ihjLtT4/GCz2yDXOn0eci5UO3HxcATYCgUoQAEKUIACFKAABShAAQpQgALuL8ARUoACFKAABShAAQpQgAIUoAAFKOD+AhwhBShAAQpQgAIUoAAFKEABClCAAu4vwBFSgAIUoAAFKEABClCAAhSgAAUo4P4CHCEFKEABClCAAhSgAAUoQAEKUIAC7i+QWiM0pVbFrJcCqSlwsudKXJl7IDWbYN0UoMBjIuD8knSl+OCHx+SQsZv/cQE5ZyUIg3OtFM9f8bjf4HSUdXQ0bj+8246lU6KxbWHM2/26HXxRobH3/TbDchSgwMMTSNWWGnXzQ+k6Xq42Vkzxxu5lZkRGRsFqs+qHvclDL+z2aDiuK8aFxcitlNLbRpS/j4mAUo6/r0rFrJVSMJlMrqCUglIMStFAKRooRQOlYgyc1wqlYtKUiomDPxS4h8CJ3duxZ/Uf+GfZr/jt01H4vEsrjHupLk7s2YE2wz9ByZrPumrw8PJC3XbvIDz4JqZ0bomV336uy+5auRi/Tx6FOcN7IzIszJU/NSIFy1dF+YYvYNlXH2Nm306639L/TQtmYXrP13Fg45q7Nuvh44PAbDlwfNc2bJg3Ext//sGIb79rmfg7U9MhS/5CqNG6A/5e+gumdX0Z2xbN08ay/mFId2yY+63uTpa8BZA+a3Z9zP6a/53O8/P49/GXsd83XaDO87AXSinUfKkDAjJlwde92+m+ybGR8OdXH+GbPh0RfOWiq1vpMmeBl68fVn8/DfIaWv/TzGS/fswWDzTs0he+gRnwda83XG3K61lejwe3rIPdeO/8y6ThGPNCDZw7/K+rfUYoQAEKJEPgjqxKKXRo+yJyZMuCtRu3xNmfK0c2DO71NjZv/wdN2nbCtz8twNKVa/H5jB/wnLEtmYf2fQde3jGf+Qvmy4NQ42/olBnfY9Gfq/Dd3IWS7Y7gYbGg/zudkTFDerTp3BMfTPxM1/3rHyvQc/AHWLd5m663+5tv4MbNYDR5pbNuV9qXekdOmqLzhd26dUfdsROyZAqCt/F3/7Pb/Zkxex7uVSZ2eYkXKpAXb77eGj8v+gMt27+Nub8u0X2Vdbf3hmHmnPmSLdlBKYVOr7RCtiyZ0ObNXi4DGeOkaTPQrnt/XLp8FT7e3qjwRGls37kHgz/8SLvOWbgIbbr0gsliTna7sQtkCgpCvxFjIe1Ju+LT/PWuiAiPxFsdXtHHIHb+hOJvvNwClcuXxTsDhqPv8LG6f3Ic2/d4DxM+n45eXdqjWsUn4xSVY/LnqnUQPzmekr91px5YsmINOrZthYL588bJ79xQSiXJzJn/Qdf7DhxGxWeaY/iEybDabA9aHcs/ZgJ2u13fm4x/v/IxGwa7S4E0KRDg74u8ubMjMDDgjvNMOiznnVJKogzJFHDayVqCFNfXM+OadnBDFBYOj5QkHYpU8UTzfv46zgUFKHD/AibjLXnLQQHIX9ZDV2K3AovHWHB8uxXWqChYrVbY7DZEG+ehPh+jHfOhklkpzoWKA0OqCLBSClCAAhSgAAUoQAEKUIACFKAABdxfgCOkAAUoQAEKUIACFKAABShAAQpQwP0FOEIKUIACFKAABShAAQpQgAIUoAAF3F+AI6QABShAAQpQgAIUoAAFKEABClDA/QU4QgpQgAIUoAAFKEABClCAAhSgAAXcXyDVRmhKtZpZMQVSUcC7WCZce3cjzozddkcr1hOhd6QxgQIUcF8BpRxfNu/8wnT3HSlHRoHHXyDa8QzpOA8afvxH9WhH4Lz2yVp85UvqJSydEo1tC2Pe6tft4IsKjb0fbWfZOgUokESB1M/WqJsfSteJeSDgiine2L3MhMjIKFhtVthsdsi1xG53PPRCrjHSK6X44AtxeJyCUo73ykop19/fx6n/7CsFKJA2BJTiNSRtHInHqxdrZn2FH4Z0x48f9MXW336ELSoKDbv2Qd/Zy1CsWm39dyn2iHIXL4NOn36L3CWewOrvpumyP48bjLOH/sWTDZrBw8cndvYUj5stHnjunUFGGIhLJ4/qfs8e1gtrZ09HjsIlkKtEmbu2qZTCMx166v4v/3oy/pz+8V3zJ7YztRyUUnjqpTfw0tCJiIoMx4LxQ7TxH19+BC9fP+OY1NJdypA9F14c8CF80wVi0eQx+GlUX5hMJrQcOBZefn46z6NYBGbLgfYTvkaZuo2xffF83Xfp24FNa1H2mefgmz6Dq1tyvJ7t3Avnjx7CjyP64Mz+PbifBzLHbvOfP3/VbS6cOAyREbeQKVc+V3uMUIACFLh/gYRLZsuSGX27dTKuv+qODPVr18DcGVOQM0c2jP74c3QfOAIzZs1Fq6aN8ONXnyJHtqxxytSsWgmdX3sZy9asR68ho3DpytU4+2NvSNlvp0xA88bPYt5vS3XdAz4Yj7Bb4ciXO6fO+kSJYpjz1Sco/0RpfDp9ps7Tb8RY7D1wCC2eawAf77vffyxZtDAGdO+Cfw8d0f3Z/e8BWExmXXdSF0optG/zIj4e+T4iIiIxaPRE3Y9xk7+Ev/G3qk6Nqkmt6o58sQ3mLPhd19tz8AdYuX4jmjWsh8DAdLpMx1da4Y2XW+DPlev0OKZ/9yPe6/4m6tWopvff76LSk2XwxfiR+Gvzdt32uMlfaOu5Mz6D2Cel3gB/P0wb/wF6vdkO6zdt1f3rM3QMQsLCMP2j0ZC+K6XiVJUxMD0+HzscmYMy4N1ho+HMP3nM0ATzxy6cVLPYZRinQFIE5H6khNh5Zdtut7s+S8h27P2MU4AC9ydQMH9etGnVFGVKFkZi51Vi6ffX4n+jlJgppbSpxGXUcg2LNq5jBzdEYcGwCEnSoUgVTzTv56/jXFCAAg8uIB8xWg4KQP6yHroyuxVYPMaC49utsBr3KK1WK2x2G+R81OdldDSc56lSjvNWF+SCAikmwIooQAEKUIACFKAABShAAQpQgAIUcH8BjpACFKAABShAAQpQgAIUoAAFKEAB9xfgCClAAQpQgAIUoAAFKEABClCAAhRwfwGOkAIUoAAFKEABClCAAhSgAAUoQAH3F+AIKUABClCAAhSgAAUoQAEKUIACFHB/gdQboSn1qmbNFEg9gSxdysAXGWEedQln39wUp6HDzX9H5MGbcdLcdWPzprV4qUUdHD70r7sOkeOiAAUoQAE3FJAvT5fghkN7qENyGso6Ohq3H9Ztx9Ip0di2MOZtft0OvqjQ2Puh9o2N3b/A3KlL8VrV/rh68QbSws+S2evwfNG3sHn5zkfanfDQCPRtNR4Tes94pP14KI0/pEYadfND6TpertZWTPHB7mUmREZGwWqzwmaz376uOB56IdcayawUH3whDo9zUErpB6UpxbVSNFCKBkrRQKm7GzzO1zz2/eELFK9eG2PWHogTRizbhXe+XoCnWrWDl1/iD7TLkq8QXv9wGiS/1DFs6Q50/vR7FKlcU//tktF4+vqi48f/00HikiYhICgL+sxehpqtO8qmDtKXIYu3ImeRkno79uLFgWN1finnTPfw8kLVFq+g308rdf9Hrd6n443e7g+/9Bmc2RJdp8+cFZ0++Q5SbqjRbr4y5XVe6ZP0LXZbskP6n9BYkuIg5eMHZ30ytvj7ZNtkMqNM7Ybo+b9Fuo9iPOiXDWj53hgE5cwjWXTIX7Yius/4ReeRY9Hs3eHImr+Q9opdd2Lj0pXEWiR2HOS4yPGRemJlhziJV+y2ZH/6LNnwQt8PIK8L6bv0TV5X5eo3g9nieKCb5FNKoUqzNpBjIMfipSETYPH0QmL9kDKJ7XO2+f7vm/VrQtp+bfRUZMyRGyazBc/3HooBP69D9kLFpRoGClCAAkkSqPNUVRzctBx1jHViBerWqIb9fy3D6l9mIXOmjHGylS5WBD9MnaT3Sz3bli/Eez26IENg+jj5ZMPDYkGftzq68vbu0l6S0fnVlxOsO1uWzBg5oDd2rv5d93Hv+qX4cuIo5M6RXZeTRaH8efHVpFGuOiXP7C8+Ro0qFV1/ryVfQkEphdYtmmD36kW6/o9GDIKnl6ceo4xV+hW/XEJeZrMJjeo9jaU/fqPrEYetyxbgw/f7Ik/OHPGriLMtnom1JRlNhiQWAAAQAElEQVSdBjIuqVeOw+/ff4XnGz4D8ZQ8Pt7eGNizK5x5ls//FjWrVkLn117GrjWLUMo4RpLP18cH338+CeOG9JfNJIUSRQth3jdT9LikbbHOnydXnLL3GoP0r2u7tti4ZJ6uR8Yxd/rkBI+RmItHoQL5MOK9Xq7jKrb1a9eIc0wTazcpZnezEB/pg9Qfe6DSt9ieYiPHeWifd2Axm2NnZdzNBeS+pFIKMH5h/Mi2seIvBSiQggJyXimloFRMkOqVUrJiSKaA01PWEqS43W5HtBEObojCgmERkqRDkSqeaN7PX8e5oAAFUk7AZLxdbDkoAPnLeuhK7VZg8RgLjm23whplzIVarbDZbfq81OdntGM+VDIrxblQcWBIQQFWRQEKUIACFKAABShAAQpQgAIUoID7C3CEFKAABShAAQpQgAIUoAAFKEABCri/AEdIAQpQgAIUoAAFKEABClCAAhSggPsLcIQUoAAFKEABClCAAhSgAAUoQAEKuL8AR0gBClCAAhSgAAUoQAEKUIACFKCA+wuk4ghNqVg3q6ZA6go0CIJ8RavX7Ku4WG81oi9E4OIbfyHzYV/YTobGaTts8zmceefPOGnJ2bh06QKmfjYOr7/SCI3rV3CFkcP7IDz8VnKqYl4KUIACFKAABSjwwALOh0XIOjoatx/SbcfSKdHYtjDmLX69Dr6o0Nj7gdtjBcCh3SfQrNjbmDt16X+KIzws5iEk/6mBP8LBPsymG3XzQ+k6Xq4mV0zxwe5lJkRGRsFqs8Jms9++vjgeeiHXHMmsFB98IQ4MFKAABShAAQpQgAIUoAAFKECB+xVgOQpQgAIUSL6ASn4RlqAABZIgoJSCUo7gzK6U0lGlHGu9wcU9BWQeRSnHHIrEpYDdbke0EQ5uiMKCYTHzbkWqeKJ5P3/JwkABCqSCgMkMtBwUgPxl5V+YAnYrsGSMBce2W2GNMuZCrVbY7DZ9furzNNoxHypdUcpxHkucgQIPKsDyFKAABShAAQpQgAIUoAAFKEABCri/AEdIAQpQgAIUoAAFKEABClCAAhSggPsLcIQUoAAFKEABClCAAhSgAAUoQAEKuL8AR0gBClCAAhSgAAUoQAEKUIACFKCA+wtwhBSgAAUoQAEKUIACFLiXgPM7BO+Vj/spQAEKUCDtCqRmz0ypWTnrpkBqCgS2zI9oFaGDaes1XK34J0wLzhnbkbCfCkPUjmu41H8jjlf8DjdfmA+PPPf3pckH9+9Fz26vYtXKJShdpgJ69HofrV/phJq1noXZbEG08V9qjpN1U4ACFKAABShAgdgCzhs9so6Oxu2Hc9uxdEo0ti00ubLW6+CL8o29XduMpB2ByIgofDvpF3wx4se006lEetK8Qz38cuBzVK73RCI5mJzCAg+9ukbd/FC6jper3RVTfLB7mQmRkVGw2qyw2ey3rzPGJx/joiPXHsmsFB98IQ4MFKAABShAAQpQgAIUoAAFKECB+xBgEQpQgAIUuE+B8mVLo87TVeDj63OfNbAYBSiQkIAx5aiTFYz/jPv/euP2Qqk7027v4iqWgMyfKOWYO5G47LLb7Yg2wsENUVgwLEKSdChSxRPN+/nrOBcUoEDqCZjMQMtBAchf1kM3YrcCS8ZYcGy7FdYoYy7UaoXNbtPnqT5fOReqnbhIUQFWRgEKUIACFKAABShAAQpQgAIUoID7C3CEFKAABShAAQpQgAIUoAAFKEABCri/AEdIAQpQgAIUoAAFKEABClCAAhSggPsLcIQUoAAFKEABClCAAhSgAAUoQAEKuL8AR0gBClCAAhSgwH0KOL9XTdYMMc/toYX7WcQ+ReT4xt5mnAIUoAAFHhuBVO2oKVVrZ+UUSEUB32dzQGWMBlQkPMvvA+xXEZLtAnyf34JbvTbhRp3FUF8egf9hAK+XRpa+1YxI8n4jIyMxe9Z0pEsXiM+mzkKffiPwbIPn8cqrb6L/gNEYMPhD+Hj7Jq9S5qYABShAAQpQgAL3KeC8uSPraONtkHwJvYSlU6KxbWHMW/t6HXxRvrH3fbbCYqktYLfasXvTQQRfD03tplj/YyfwaDrcqJsfStfxcjW+YooPdi8zITIyClabFTabHXKtsdtjbqBLZqUcD7KROAMFKEABClCAAhSgAAUoQAEKUIACSRVgPgpQgAIUSKqAUiomqxEvX64U6tauDh/vmPuZMRkYowAFkivwz+5/MWbiF1izbhtgnGNI5EfmJhPZxWRDQHyUcsyZSNxI0vMq0XY7Dm6IwoJhEZKkQ5Eqnmjez1/HuaAABVJfwGQGWgz0R/6yHroxuxVYMsaCY9utsEYZc6FWK2x2G+R8tRvnrJzDEiSzUo7zWuIMFLg/AZaiAAUoQAEKUIACFKAABShAAQpQwP0FOEIKUIACFKAABShAAQpQgAIUoAAF3F+AI6QABShAAQpQgAIUoAAFKEABClDA/QU4QgpQgAIUoAAFKEABClCAAhSgAAXcX4AjpAAFKEABClAgKQLO71+Kv479/UyyjyHm2T20cC8LOU/kmMpaQuy4bDNQgAIUoEBaF0jd/plSt3rWToHUFbDUyAioCAQHXED6qVuQruMmRHl7GGmRgCnCWEcgulU2ZBv9NO7nJyTkJk6dPIbCRUsgS9bs91MFy1CAAhSgAAUoQIEUEXDe0JF1dDT0QyPkBufSKdHYtjDmbX29Dr4o39g7RdpkJRSgwEMWeITNNermh9J1Yh6atWKKD3YvMyEyMgpWmxU2m/32dScajuuQcSEy+qsUH3xhMPCXAhSgAAUoQAEKUIACFKAABSiQdAHmpAAFKECBuwoope7Yr6B0mlK8H6khuKBAKgg4zjLoOYCEqpe5gYTS/+tp4qKU49okcfGQOdxoux0HN0RhwbAISdKhSBVPNO/nr+NcUIACD0/AbFFoMdAf+ct66EbtVmDJGAuObbfCGmXMhVqtsNltkPNWn7/RjvlQyayU4/yWOAMFki3AAhSgAAUoQAEKUIACFKAABShAAQq4vwBHSAEKUIACFKAABShAAQpQgAIUoID7C3CEFKAABShAAQpQgAIUoAAFKEABCri/AEdIAQpQgAIUoAAFKEABClCAAhSggPsLcIQUoAAFKEABCtxTQL5HTamY71ySbQn6e5kg38tkR3Q0Aw3c6zVgl+8fu/261q/1WN9BJieNUjHnhGwzUIACFKBAGhdI5e6ZUrl+Vk+BFBWwXrmF0x2X4nyjhbhaYjaifj8Eq7qF/RcDYEl/AxkrG2/snjyHgA+2AioC5mL+yPzFM7jfHy8vbwRmyIgzp08g+OYN3O3n6tXL6PhGM8z76VucOXMSw4f0QvOm1dG0UWX07dUBe/f+E6d4tPEmbc/uHejfp7PO17h+BbR/vSnWrvnT+JDieJimFNi8aS1ealEHu428X06bpPMO7N8Vt8LDZPcd4eKFc+jaqRU6vPE8jhw+cMd+JlCAAhSgAAUo8PgJyPsG6bWsjbcQtx/CbcfSKdHYtjDmLX29Dr4o39hbsjI8JIF92w6jd4uxaJS/Mxrk7YS2lfpi4x9/J9r63KlL0axEN+zefBDL52/UZaTc5uU745SJDI/EvC/+QIsyPXQeqXfNb1vjvE+UAhFhEfj6w/mufJJftiVd9icUQm/eQo/nR+sg8fh5vv/4V13f8QNnIP1qVuxtHNp9wpXNGmXDr/9bidervaf7Jv3v++J4XDh9ReeRvFJGyuqEWAsZ/2tV++PqxZj31mHBt/D1mPl4+cneuj6xHP32F7h2KSYP/iM/j3qYjbr5oXQdL1c3Vkzxwe5lJkRGRsFqs8Jms9++/sjkiiNIZqV4w1kcGChAAQpQgAIUoAAFKEABClCAAkkRYB4KxBbw9fHB959Pwrgh/WMnM06B/7yAUsplIHMjsqGUglKOINsMFKBAKgioO+uMfQ7eufe/nSI2SjnmSCQuGvof7tvtOLghCguGRUiSDkWqeKJ5P38d54ICFHj4AmaLQouB/shf1kM3brcCS8ZYcGy7FdYoYy7UaoVN/icc4/zV53E050I1FBcPJMDCFKAABShAAQpQgAIUoAAFKEABCri/AEdIAQpQgAIUoAAFKEABClCAAhSggPsLcIQUoAAFKEABClCAAhSgAAUoQAEKuL8AR0gBClCAAhSgAAUoQAEKUIACFKCA+wtwhBSgAAUoQAEK3F1AvkdNKcd3qklO2b4VfgvhEeGQdVhYGEJv3Q5hoQgJDUHo7bXEGUK0CR0eLwd5DcvrOsR4LYcZr3e7fA9ZtB3R8t/t7yGTc0GpBL6kUU4UBgpQgAIUSHMCqd0hU2o3wPopkJICliAfBLUqBmWxw37hGm5YQnGzyd+o9cEJOH8CS0TAqm5B5bwK68FzuNl1KeznQ527k7X28/NH8xav4OjRg+jftzP27dsJeTN1t0rOnTuNCWMHI1v2nHi37wh0erM3Ll06j9Ej+uHg/r2uokcO78coI83Tywvdew5Gn/4fIF26QHw0cTi2bFrnyicRafO7mVORL19BzF+4DqPHToWPt6/sihOuXbuCSROGGW/kg/HewDEoWKhonP3coAAFKEABClDg8ROQ9wHSa1kb93ZuP3zbjqVTorFtYczb+XodfFG+sbdkZXhIAjvW7UPfl8YjXQY/9PukE/p93BH5i+fC2ROXEu1B5WeeQN+POyBXgWwoVbEwBk3tokPBUnldZSLCo/DZ+7OwZ+shvDPyFfQY8ypMJhMm9JqBvdsOu/KF3ryFoR2n4LeZK/FC+3q6niav1sKC6cswqtuXkHpcmWNF/NL5oO4LVXB4zwkcP3Am1h4g5EYYtqzYjYpPl0Tugtnj7JMNeR1OHz0XX37wE2o3r6zb7DLsZURGROLmtRDJkuzw+dDZWPTDGjz/Rl1dX8suDbB+8XaMN8YbHhqR7Poe4wJpouuNuvmhdB0vV19WTPHB7mUmREZGwWqzwmYzPovpB19E689G8pqQzEopvS1xBgpQgAIUoAAFKEABClCAAhSgAAUSFeAOClCAAhRIpoBSMf/Y9dz5izh2/BSirNZk1sLsFKBAQgKus8uIyP1+CbHzxd+Ove+/HhcbpRxzIxIXD7sxfxJthIMborBgWMwcV5Eqnmjez1+yMFCAAo9QwGxRaDHQH/nLeuhe2I23E0vGmHFsuxXWqChYjfcXNvmfb4zzWJ/P0Y75UMmslON8lzgDBZIowGwUoAAFKEABClCAAhSgAAUoQAEKuL8AR0gBClCAAhSgAAUoQAEKUIACFKCA+wtwhBSgAAUoQAEKUIACFKAABShAAQq4vwBHSAEKUIACFKAABShAAQpQgAIUoID7C3CEFKAABShAAQokQUC+T00ppXNGIxozZ83Bcy+9gqatX8PzbV5HszZvOELbdmj+Sns0u72WOEN7bUKHx8tBv4bldWyEl97oDPkOMpvNBrsR5ByQc0JOCFlLkDgDBShAAQqkaYFU75wp1VtgAxRIYQGfZ/Mh668vwG98J9ZrTgAAEABJREFUdaSz24FleXD5qHecViyBCoH9jyJ9vxPAnkW48sQUhI1dB4RFxcmXlI1q1WtjwKAPcf3aVfR/txP69e6IA/v3JPpwy/Vrl6PLW/3wZtc+eKpGXTR5/iWMHjcNHp6emD1rOiIjI3WzFosHuvUYiBEjP0XtOg116DdgJAIC0mPduuVx6g8NDUaBAoXxTP2mMJkSPm1DQ0MwcdwQnDp5DO8PmYDCRUrodrigAAUoQAEKUODxFXDevJF1dDQgXzIvYemUaGxbGPOeoF4HX5Rv7P34DvQx7fma37YiQ6Z0eHtkW9RqWhF1mlfGBzO7o2m7OomOKE+h7Kj+bDlkyJwO2fJkQo1G5XXIlC3QVebG1WBkzp4Bg6d21fU2bFMT/Sd31PvX/b5Nr2Wx+Ic12L/jCMbO6YO2PZvoet7o2xx9P+qAHWv3Yt+2w5ItwVC2enH4+vtg7e9b4+w/tPsEDu85YbRbGWaLKc4+2bh+JRiblu9CjcYV8HqfZpD+N2tXF5N+HoACxXNLlmSHYuUK4OtVH6B198a6vnb9mqNF5/rYu/UQThw+l+z6Ht8Caafnjbr5oXQdL1eHVkzxwe5lJuOzTBSsNitsNvvt65Fxy9m4OMk1SjIrxQdfiAMDBShAAQpQgAIUoAAFKEABClAgcQHuoQAFKECBpAg47znGz/vr4uWYPvMnBN8Mib+L2xSgwH0IGNOPupSccxJkQ9bOoJTjf8KQdIYYAfFRyjEnInHZI3O40XY7Dm6IwoJhEZKkQ5Eqnmjez1/HuaAABR69gNmi0GKgP/KX9dCdsVsVlowx49h2K6xRxlyo1ar/Bxw5n/V5zblQ7cTF/QiwDAUoQAEKUIACFKAABShAAQpQgALuL8ARUoACFKAABShAAQpQgAIUoAAFKOD+AhwhBShAAQpQgAIUoAAFKEABClCAAu4vwBFSgAIUoAAFKEABClCAAhSgAAUo4P4CHCEFKEABClCAAncTkO9SU0pBKcd3q8l3LyHa+S11dyvJfRRwLwH5HjKbzaqfxyTfQxYN47/b54JSyr0Gy9FQgAIUcEuB1B+UKfWbYAsUSHmBiE2nETpqJWymcAQUP4Mrv3lj05cZdEMhpzwQ9kMmXO2VDzcmZETEgcxAdDhCJ67EpYof49aXG3W+pC6UUqhUuQZmfvc7OnftgzNnTqJPr/b45KMPcCs87I5qyparhEKFi8dJz5EjN6pWq4UTJ47g5o3rel++/IVQ/ak6+kOLTjAWGTJmQq5ceXH1yiWER9wyUmJ+y5StECdvzB4Y/biFaVPG4djRQxg8dAKKFCsZezfjFKAABShAAQo8hgJyg1O6LWu5lyM3OCUsnRKNbQtj3sbX6+CL8o29JSvDQxbInCMDrl68gX1bDxv3nh03n5VS8PCwPFBPvLw90KB1TVg8zK568hXJifzFcyE02PEeMeRGGNYt3o4KtUuhUKm8rnwSKVGxEAKDAnB49wnZTDDkzJcV5WuWwI51+3Dt8k2dR15rf/3xN3Lmz4qi5fLrtPgLT08PpM/ojwM7j+HciUuu3WaLCRJcCcmIPPdqLWTInN5VQimFUsYYIsKjcP3SDVe620fS2AAbdfND6Tperl6tmOKD3ctMiIyMgtW44Wyz2fVNZ7vdccNZXj+SWSnlOh9km4ECFKAABShAAQpQgAIUoAAFKECBWAKMUoACFKBAkgSUUknKx0wUoEDKCCjluLdvt9v1PX7nPX9ZK8XzMbay00TWEmSfdjPsDm6IwoJhEZKkQ5Eqnmjez1/HuaAABdKOgNmi0GKgP/KX9dCdslsVlowx49h2K+R/vrFarbDZbZD/+Uaf39GO+VDJrJTjeilxBgrcVYA7KUABClCAAhSgAAUoQAEKUIACFHB/AY6QAhSgAAUoQAEKUIACFKAABShAAfcX4AgpQAEKUIACFKAABShAAQpQgAIUcH8BjpACFKAABShAAQpQgAIUoAAFKEAB9xfgCClAAQpQgAIUuKeA8zvVHOvo28+isd+zHDNQwJ0EoqIiEWWNMl7/NiPY9feQOc4JQNYS3Gm8HAsFKEABtxN4CAMyPYQ22AQFUlTg+mfrcbX514gODoYZkbDszoLMmzPB/2o0oi75IfTd3LAftUBl8oDPwKfhObY+vL9qBp/5ryJg4evw6Vz1vvrj6eWFJk1b4etvf0HrNh2xcvkiTBj7PiIjYr64GcZPgYJFYDabjVjc36CgLAgNCcH161dcOy5duoAF83/A2DED0bn9C2j3ahPs/Gera78z4ucXgEyZsjk346ytxpu9aVPGYdPGNejR+30UL1Emzn5uUIACFKAABSjw+Ak4b9jIOjoa+qaOfLH80inR2LYw5i18vQ6+KN/Y+/EboJv0uP7LNVC0bAGM6fYl2j89CMvm/YWIsLjvDe9nqAGBfsiYNX2cohaLGV4+nrhw+grCQyOM96BRuH75JtYv3oHGBd9Eg7ydXOHVyv1w+fx1nDh0Fon9mC0m1GpaGWeOXcCRPSd1tisXbmDLil14umlFZMiUTqfFX/il88ErvZoabQfrMQ9+/RPs234Edtv933i3Rtmwfe1eTB06Gz2eH402FftgaIfP4jft9ttpcYCNuvmhdB0vV9dWTPHB7mUmREZGwWqzwmYcd7k22e3RcW42K6X0tqsgIxSgAAUoQAEKUIACFKAABShAAQpoAS4oQAEKUCD5AjJXIqWca4kzUIACKSvgPL+UUilbsZvVJk5KOeZAJC7Ds9sd/zj/4IYoLBgWM09YpIonmvfzlywMFKBAGhQwWxRaDPRH/rIeund2q8KSMWYc226FNcqYC7VaYbPbEG2c4/o8j3bMh0pmpRzXAYkzUCAxAaZTgAIUoAAFKEABClCAAhSgAAUo4P4CHCEFKEABClCAAhSgAAUoQAEKUIAC7i/AEVKAAhSgAAUoQAEKUIACFKAABSjg/gIcIQUoQAEKUIACFKAABShAAQpQgALuL8ARUoACFKAABSiQuIB8n5pSCko5vldJtiXo719CtKtgy+cbYsHsLxlo4FavgZlfTHC9xiUSFRUJm9UKqxH0ORBtnANK9jiCUrE2HElcUoACFKBAGhJ4GF0xPYxG2AYFUkrg1OtzcHXyKtgrZoPngBoI/KMDMixuD6goBN2wIfJPE0yIgv16NKLDQuDXvhLSt6uMgOfLwL9GAXgXzoIH/fHx9kXrVzrh1de7YtvWv7Bv3844VZrNljjbsTc8PT3h5eUN+YCyYP4P6PB6U/z264/w8PDE8y+0xltv90fhIiViF9FxpRRMpoTfuEl7+fMXhnzR7O5dO/QbP/CHAhSgAAUoQIHHVkDeJ0jnZS33ceRvvISlU6KxbWHM2/d6HXxRvrG3ZGV4RAKZs2XAxHn98OHsd5EtdyZMfPcbvFrtPRzcdfyBemQymWA2xRzru1VWo3EFDJraJcHQ5LXadyuKouXyI2f+rNi8Ypd+f7pnyyGEhYbjqYbl71quYq1SmL1lPN4a0Rpnjl1A7xc+xJD2kxF689ZdyyW088KZK3i70Qi8//onOH7gLEpXLoLO77+E13o/n1B2d05Ls2Nr1M0Ppet4ufq3YooPdi8zITIyClabFTabXX8WsduNz2DGRUuuXZJZKccEjcQZKEABClCAAhSgAAUoQAEKUIACFNACXFCAAhSgQBIE5B6jhNhZZVtC7DTGKUCBBxcoW7o43uvdGU9Xj5kbUkrp/wnjwWt3rxrkGqSUY+5D4jI6u92OaCMc3BCFBcMiJEmHIlU80byfv45zQQEKpF0Bs0WhxUB/5C/roTtptyosGWPGse1WWKOMuVDn/4BjnOf6fOdcqHbiIkkCzEQBClCAAhSgAAUoQAEKUIACFKCA+wtwhBSgAAUoQAEKUIACFKAABShAAQq4vwBHSAEKUIACFKAABShAAQpQgAIUoID7C3CEFKAABShAAQpQgAIUoAAFKEABCri/AEdIAQpQgAIUoEASBOS71SRAQT9/Rr5fDdHRcUoG+PuBgQbu9BqI/QKX139UVKR+DpPdbkO03Q5JMxbGbzSUMk6O2AUYpwAFKECBtCbwUPpjeiitsBEKpJBA0EtlUeDA+8j565tI36s2PMrlgqVUdlhNkTAf9cOtlV7w6VYdnn1qIToiDOEL/06hluNWo5RC6dJPwtPDExER4XF2nj59XL/Zip1os9lw6OA+pE+fAekDM+DqlUtY/Ps81KnXGF9+/TN69xmGxs+9iIqVn4K3l3fsoveMK6XwfPPWaPNKJ/y6cDYWzP9efwC6Z0FmoAAFKEABClAgzQnoGzdGr2Qt9zHlS+QlLJ0SjW0LY9661+vgh/KNk/eewaiWv6kgYDKbULZaMYz5oTc+XzIE3j6e+GrkXISHxjzkIxWahcXDDG8/b+N9px3Vni2HGo3K3xGKls1/16YzZEqH6g2fxJYVu3Dx7FWsX7IN5WuWQO6C2e9aTnZ6+Xqh6et18PWqkegx5lVsX7MXi39YI7tc4fSxi664ROR1ffLwOYm6wtpft+LCqcv4aMEAjJ3zLjoObIlaTSsib5Ecrjz/jUjaHmWjbn4oXcfL1ckVU3ywe5kJkZFR+uazzWbXn0Hs9mjjNekIklkpx4NwJM5AAQpQgAIUoAAFKEABClCAAhSgAAUoQAEKUCC5AnJfWSkFyK+xlm3whwIUSFEBpRSUignxK+d5Bz33oZRjzsPpYZd/lG+EAxuisGBYzLxgkSqeaN7PPz4jtylAgTQqYLYotBjoj/xlPXQP7VaFJWPMOLbdCmuUMRdqtcJ2+3/E0ed9NOdCNRQX9xDgbgpQgAIUoAAFKEABClCAAhSgAAXcX4AjpAAFKEABClCAAhSgAAUoQAEKUMD9BThCClCAAhSgAAUoQAEKUIACFKAABdxfgCOkAAUoQAEKUIACFKAABShAAQpQwP0FOEIKUIACFKAABe4l4PxuNaWUfOmazi5pEvQGFxT4jwhYbVbYjOD8vrHYw+b5EFuDcQpQgAJpUeDh9Mn0cJphKxRIGQHfRsXurMjbgqjcAUZ6FOwhdvh2qoH0feoj/e89cHPjQSP9/n+vX7uKBfN/wK3wsDiVyBup3bt36LT06QL12rn45+8tOHP6hHNTr/f/uws7tm9EmbIVERCQHjduXEdISDCyZ88Fi8Wi88ji6JEDOGIEiScnKKXwfPM2qN+gGb7/dprR5+/1l08npw7mpQAFKEABClDg0QrI+wvpgayjo3H7Ydp2LJ0SjW0LTbJLh3od/FC+ccyDuHUiF49EIDIiKk67+YvnQslKhXHjaoh+MHqcnQlsXD5/HRFhMQ8ESSBLokkBgX54ompRbFu1B4f3xH3vmWihBHZUrlsG16/cxMqfN2GX8d65VtPKMFtiXm/xi9htdlijbK5kk9mECnVKIyhrelw+f02nB6T3hY+/D/b/fTRO3nMnLmH72r06j3Nx+tgF+Bv5M2aLeU8t9a/+baszy39j/RiMslE3P5SuE2Jz8D8AABAASURBVHPtWTHFB7uXmfRr3XET2n77uhWtP4vItUyGpZTjgTgSZ6AABShAAQpQgAIUoAAFKEABCvynBTh4ClCAAhR4MAGZPHmwGliaAhRIREApBaVUInv/28ky36GUY65D4qKh/1G+3Y4DG6KwcFjMXF+RKp5o3s9fsjBQgAKPkYDZotBioD/yl/XQvbZbFZaMMePYdqsx3x0Fq9UKm92GaOO81+e/8Z7EeT1QynF90AW5oIBTgGsKUIACFKAABShAAQpQgAIUoAAF3F+AI6QABShAAQpQgAIUoAAFKEABClDA/QU4QgpQgAIUoAAFKEABClCAAhSgAAXcX4AjpAAFKEABClCAAhSgAAUoQAEKUMD9BThCClCAAhSgAAWSLOD8XiVZO79rKcmFmZECbiBgt9v0c5eiYfwX67vG3GBoHAIFKEAB9xd4SCM0PaR22AwFUlXAmtUfUJHweq4UTFnTQ368yudF1qmvS/S+gz3ajkW/zcWrLzfAyBF9sej3uZg/91sM6Psmvp35OWrWqo9CRUrEqT9duvQYNOAtLPx5FtavW6HzDR3cA5kyZUWz5q31F2ZnzZYDOXPlwc/zvsfs779y5Zvy6RhkyBAUp76kblgsFnTu2gf1nm2KmTM+M+r+DvJBKKnlmY8Cj0Jg0codj6JZtkkBClDgvgW+X7ge12+G3nf5xAo6/2bL2rh/o2/myM3MpVOisW1hzFv2eh38UL5xzAO4E6uP6Q9H4LNBP2Dw659g5YLNWLd4O/43YSHWLdqG6g3LISDQL9FOePl6IlvuTNi1cT9+/no5fvt2FfZuPZxo/oR2KKXQskt9ZMwWiHdbjsXUobN1H6QfM8cvwMBXPsLVizcSKhonrUCJPChduQjmf/UnAjOlQ9Fy+ePsj79x/Uow3mkyEtOGz9Htrf51K6YM/gHB10NR47kKOnvmHEGoVr+sthjZdSokz8JvVmDwG58gT+EcOo9zUe6pErh8/jom9JyhHcVSxnP98k1nlv/E+nEZZKNufihdJ+YatGKKD3YvMyEyMgpWmxU2m/329SvuzWil+OCLx+UYs58UoAAFKEABClCAAhSgAAXuJfDVkjAcPW+7VzbuT0CASRSgAAX+iwJ/7zmIw8dOp9jQs2fNgvx5c8Hi4ZFidbIiClDAIaCUgv5P1kZwpD4+yyPHT2PfgWMp2mGZu1XKMcchcalc5nCj7XYc2BCFhcMiJEmHIlU80byfv45zQQEKPH4CZotCi4H+yF/W8R7DblVYMsaMY9utsEYZc6FWK2x2G+T819eBaMd8qIxUKcd1QuIMFBABBgpQgAIUoAAFKEABClCAAhSgAAXcX4AjpAAFKEABClCAAhSgAAUoQAEKUMD9BThCClCAAhSgAAUoQAEKUIACFKAABdxfgCOkAAUoQAEKUIACFKAABShAAQpQwP0FOEIKUIACFKAABZInIN+3JkEpfq9S8uSY2x0EHN8vdvu5S9F2RMt/sb5vzB3GyDFQgAIUcFeBhzUu08NqiO1QIDUFVKAfoi0KPm2qpWgzGTIEoe97I1Gpcg3s2b0Dn08ei++/+wJRNiveG/Qh3n7nPVgsljht1nz6WbzTYzCWLP4ZY0b2x68L5+Dp2vUxetxUZMmaXef18/NHrz7DkL9AYcyeNR3jxgzEiRNH0G/AaGTKnFXnuZ+F9KV9x+4oX6Eq/vfNFCz8eRbkw9D91MUyFHgYAn/tOIARn8zHrv0nHkZzbIMCFKBAiggMnjAHKzbsSZG6pBLn32pZG/dsbj88246lU6KxbWHM2/V6HfxQvnHMg7elLMOjFShdtQhOHTqHcT2nY1TXaVi1YDN6fPga2nZvAqVUop1TSuG1vs1Qonwh/G/CQkwfNVdu2SWaP7EdWXMGYeycPqjXohoW/bBG92HM219g8/KdqPtCFaTLcO+HjHh5e6BS3TIIuRGGms+VR4ZM6RJrTqf7+nmjZIVCWDJnvW5vXI+vEHrjFsbP7YdSFQvrPGaLCZ0HvYjmHeph2+o9+PCdL7Hou9XoNfZ1lK9RQudxLp5q+CQ6GXkP7zupHb8Y8SMavFwDLxhl8d/5eaxG2qibH0rXibkWrZjig93LTIiMjILV+Jxks9lvX8eMW9HGRU2ubTJApThBIw4MFKAABShAAQpQgAIUoAAF3EHg+WHX8PnvYe4wlIc5BrZFAQpQ4D8r8PGXczD31xUID498MAPjHmPTxvXQsd1LSBfg92B1sTQFKKAFjhw7gdlzf8M/uw/obVko5ZjjUkrp+S6llCQ/FuHzmfPx/byluHEz5IH7G23McSjlmNuQuFSo/1G+3Y4DGyKxcFiEJOlQpIonmve797yczswFBSiQZgXMFoUWA/2Rv6yH7qPdqrBkjBnHtlthjTLmQq1W2Ow2RBvXAX09MK4TzuuDUo7rhS7IxX9dgOOnAAUoQAEKUIACFKAABShAAQpQwP0FOEIKUIACFKAABShAAQpQgAIUoAAF3F+AI6QABShAAQpQgAIUoAAFKEABClDA/QU4QgpQgAIUoAAFKEABClCAAhSgAAXcX4AjpAAFKEABClAgmQJKKf39c87vVkpmcWanwGMtEP+7xWQwci4opSTKQAEKUIACaVfgofXM9NBaYkMUSEUBj+xBCA/KBM/apVK0FaUUihYrhX4DRmHO3BVY9Mc2LPh1AyZ+NAPVn6oDkymhU0ihQsVq+GL6PJ1/3sK1eKfHIGTIEBSnbzlz5sGH47/Ar4s36/D+0InIl78QRo+dqoOPt6/OX7lKTfw4fyUKFS6ut2MvEtrn5+ePYR98outs3qKt/jAUuwzjFEhrAqfOXcbkmUsx46dVuHo9JK11z237Ix8MP/xkGqo0bIH9h46kuXGG3bqFV97qjX4jxqa5vj2OHVq5fiPKPN0Ye/YffBy7n+b6HBFpxZzfNmDs1F9w4OjZB+qfnItSgayjo3H7odl2LJ0SjW0LY95n1Ovgh/KNYx64LWUYHq5A4dJ5sXD/FLzYtYGr4WdaVMP//voQS098pYPEn2lZDRYPsytPYpHM2TJgwrx+utwvBz5HqYqFdVap/9uNY5ExS3q97Vx4+3lh/E99dZC4M13q6Tn2Nfx+eJqua/GxLzH1j2Go+0LVJPVD6mn6eh1d9pWeTWUzTqhc7wk9bhm/7JC2u41si1/+/UyXkfbGz+2LImXyyW5X8PL1wptDXnL166uVH6B05SLaL/b4xKpF52cxf9cnur4f/56Ehq1roGr9cnpb2pdKpV0Zf59J7WXTzcLjN5xG3fxQuk7MNWnFFB/sXmZCZGQUrDYrbDb77etZNBzXN+MCZwxTKT74wmDgLwUoQAEKUOCxFThzcC9GNKqIATWLYkLrZxB85eJdx2KzRmHptAkYVLskJr3aEOePPJzPpDcuXcAX3dpgUK0S+HFEH0SGhd21n9z5aASS+3p6NL10tBoVEYGN87/HuFZ19OtfzoF/N6xy7DSWEaEh+rU+qmk1vV/OExmfsYu/FHBrgam/h6H58GtYtfMBH+bs1kqxB/fo43J/WO4Tf/ndnEffmf9wD+ReyaOen0kLfUjKSyChuaIjx0/iqSYvYfiEycZ9KFtSqmGeNCKwZuPfGD7pa2zctjtZPVJK6XuMcNxi1GXlNawjbrq4fPU6Bo/+BHWeb4fWnfriirGdlob63Y+/4OUO7+LSlWsp1q34Yz5y7CQ6dh+MPu+Pxy1j3jjFGmJFdwgEh4Th+MmzuH49+I598RMel3Nv0/Y9GDHxa6z+a0f8ISR5W8aqlOP6I3EpqP9Bvt2OAxsisXBYzHvgwpU90Lyfv2RhSGWBuVOX4rWq/XH14g2k9s/DbOtuY5GxypilP3fLl9C+8NAI9G01HhN6z0ho90NJc/b/UfYhuQM1WxRaDPRH/rIeuqjdqrBkjBnHtlthjTLmQq1W2Ow2RBvXA31diI6ZD1XKcd3QBbn4Dwtw6BSgAAUoQAEKUIACFKAABShAAQq4vwBHSAEKUIACFKAABShAAQpQgAIUoID7C3CEFKAABShAAQpQgAIUoAAFKEABCri/AEdIAQpQgAIUoAAFKEABClCAAhSggPsLcIQUoAAFKEABClCAAhRInoDzuwellMSVUhJloAAFKECBNC3w8DpnenhNsSUKpJ5Auifzwqd6idRrgDVTgAKpLrBxx0G8P/FHLFu3K9XbSokGTp89j2ETPkXVhi1RpEo9HSQuD225dPlqSjSRqnXY7HZEREWlahusnALuLnD4xHlM+PI3/PDLeoTdinnIQ1LHLTdpJK+so6Nx+2HZdiydEo1tC2Peptfr4IfyjWMetC1lGChAATcSeEyH0qibH0rXibk2rZjig93LTIiMjILVZoXNZr99XYt56IUMVSk++EIcGChAAQpQgAL/BYGwG9ewZ80fsBvvDS6dOIqDW9Y+lGGfPbgPx3dtN96L2HBg0xpcOn3sobTLRtxTwGaNwu+TR+HXTz7AtfNn7hhkeEgwfhjSHWtmfYWQ61fu2M8ECri7wOFzNnSfehPvzQjG2Ss2dx/ug42PpSlwWyAtzM+khT7c5kj2KsqY27JarckuxwJpQyA4OBQ/zP8Dn82YhxNnzierU0o5/tGrUgpKqWSVTW7mtRu3oVaT1+OEOk3fQPNX38GQMZOxd/8hyNxOcutNSv6IiEiM/3Q6/t75Lzq+2gIvNKkHi8WSlKKPbZ6ExgwoyLUK/HloAkrFnFcJvb6VUlBKPbT+PGhDEcZcxbzfVmLStNk4dPRUsqqT8SvlmMuQuBS22+2INsKBDZFYOCxmXrhwZQ+80D9AsqSJMKH3DDTI2ylOaJS/M9o/PQj/m7AQVy/eSBP9ZCf+2wIHdx3HkHaT8VyhLvq12qJMD3z/0W+ICI9KMzBmi0KLgf7IX9ZD98luVVgyxoxj262w3n4/arPb9HVBXx/kH3wYOeWaodTjc600uszf1BBgnRSgAAUoQAEKUIACFKAABShAAQq4vwBHSAEKUIACFKAABShAAQpQgAIUoID7C3CEFKAABShAAQpQgAIUoAAFKEABCri/AEdIAQpQgAIUoAAFKEABClCAAhSggPsLcIQUoAAFKEABCty3gHyf0n0XZkEKPKYCfN0/pgeO3aYABSjwEAVMD7EtNkWBVBNI93JFZPns5VSrnxVTgAIPRyAyyoqfFm3EmM8XYP+RMw+n0WS2Ih+yZs37FfVbvYE5P/+GsqVKoO/bnXQomD8PZsyeh7otXsXqDZuTWXPqZI+MiMQnX87E6I+nxmnAYjZjaJ93sGnJfBQrXDDOvoe5cTMkBANHTcB3cxc+zGbZFgVSVGD1xr0YPHEO1m7el6R65ToiwZlZvgtevhRewtIp0di2MOYter0OfijfOOYB284yXFOAAu4j8DiPpFE3P5SuE3ONWjHFB7uXmRBlvKeLskbBarVBrm3O65xc+yQoxQdfPM7HnX2nAAUoQAEKJFXALzAjytRpBJPZgsx5C6BIpZpN/ihcAAAQAElEQVRJLfpA+XIVK4n8T1SAyWRG0SpPI3Ou/Lo+u92GiyeOYOm0CZjSqQXOHkraZzhdmIv/rMD5owexe+USPX7/wCB0+Xw2xqw9gOLVa+u0Y/9sxZHtm3Q8S75C6DPrTwxZvBU5i5TUaSm9CLl2GdsWzcPUri9jw9xvU7p61keB+xZYtCUCjYdcwzd/3rrvOty94P2OL7F7/PdbH8slXWDVhk3o0HMALl+9lvRCsXImduzSwvxMWuhDLKpkRWVOS+a2ZI5LxiGFE7OWfQxpU2D/oeMY/9n3+GXJWths9js6qZSCUsqVrpTS20o51q4dqRx58fn6GNK3K97r0RHPNaiFPLlyYMuO3Xi770gMGvkxbgaHpHgPjp86i30HjuDlFxqiTcvn8GLT+kifzh/BIWEYPelL/LRwaYq3+agrTGjMBfPnxjefjcaED/rCx8cnRbr4uBmu27gd774/DleuXk+R8d+rErl3rwOiXVllWzZkLUHij1s4euIMPvnqR/z4y3KE3YpIUveVUjqfc8x6nsNux4ENkVg4LFLvk0Xhyh54oX+ARNNU8Evvix4fvoZBU7ug28i2qNeyOjw8LZg9eRFeqdwXC2esgD2Ba29aGsSWFbsw+PVPcO3yzbTULfYlhQR+/3Y1vLw90Ht8O7w3uTNKVyqM7z/+FV9+8CNsxtxiCjXzwNWYLQotBvojf1kPXZfdqrBkjBnHtlthjYoy5kGtsBn3G2FMhOrrhLGWjHLtkCBxhv+mAEdNAQpQgAIUoAAFKEABClCAAhSggPsLcIQUoAAFKEABClCAAhSgAAUoQAEKuL8AR0gBClCAAhSgAAUoQAEKUIACFKCA+wtwhBSgAAUoQAEKUIACFKAABShAAQq4vwBHSAEKUIACFKAABShAgeQIKOX4HsLklGFeClCAAhR49AIPswemh9kY26IABShAAQokReDoyYuY+NXv+G7BOoSGJe1L2JNSb0rk+XP1eoyYNBlPlCqO1QtnYer4Eej06ks6fP/5JKxa8D0K58+LPkPHYOe+/SnR5APVYbXbsPWfXbh+M21+MXpEeCT+2rIDt8LDH2icLEyBRy0QHHJLX7MmTV+EY6cvJdod+aJ3pWJu1si2fBm8hKVTorFtYczb83od/FC+ccyDtROtlDsoQIHHWeCx73ujbn4oXSfmWrViig92/algtdr0Qy/kAV5yjZNnXsg1TwYsawkSZ6AABShAAQpQwH0FTGYLnu3UC6NW7UXv75YgW8EiD2WwAUFZ0HnyDxi1eh9eGjIBnr6+ut3Qa1fw7XtdsGbWV7hy5iT4fkSzcHEPgZuXLuJWiOO+WtYChZG9QLE4JS6dOgq7cf9NEnMVK4WgXHklmmphydTxmD92EE7u/Rs2a8yDJ1OtQVZMgWQIGB8DMennULT+8Ab+2sfXZzy6+95M6/f473tgj0HBQ0eP48ixE4i2R99Xb3ns7ovtvgrR+r7Y0kShZWu3YPiE6cZc5r939Cf++3Xn9rSvf8CgYRNx9er1O8qkdELpkkVQp2YVNKhXA73fegOfjBmABd99ipdbNMamrTsxbvLXiLJaU7TZ6zeCjXnTCOTNkzNOveEREdi19wAijHWcHW6wkdiYU3poj5vh8ZOncebsBdjl5npKYyRSn+NefjTkfJMg2ZxriT/OYd2mfzBi0tfYsGXnPYchY5YgGbWJ3Y4DGyKxcFikJOlQuLIHXugfoONpbeHn543KdcugRqPyeO7VWug9/nV8sWw4/rd+DEqUL4Rpw+dg1a9b0lq34/TnxMGzOGmE+30fFqcybqQ5gW6j2mLQ1C6o07wyajWtiMFTu6Jq/XLYunI3bl4PTVP9NVsUWgwMQP6yHrpfdqvCkjFmHNtuhTUqClbjfYDNZkO0cZ1wXjd0RmMRf9tI4u9/Q4CjpAAFKEABClCAAhSgAAUoQAEKUMD9BThCClCAAhSgAAUoQAEKUIACFKAABdxfgCOkAAUoQAEKUIACFKAABShAAQpQwP0FOEIKUIACFKAABShAAQpQgAIUoAAF3F+AI6QABShAAQpQgAIUoAAFKEABClDA/QUe6ghND7U1NkYBClCAAhRIhsDazfswaMJsrNm0LxmlUi/r5avX8NG0GciTMwcmDHsP2bJkvqOxnNmzYeyQfjBbzPj0i5mICI+4Iw8TKEAB9xX49/BpjP7sZ8xdtBFWeepZvKEqpXSKfNm7PDDCbo+G3W7H0inR2LYw5q153fa+KN/YS+flggIUcGcB9xhbo25+KF0n5pq1YooPdi8zITIyClabFXI9lOte/OcUSZp7CHAUFKAABShAAQpQgAIPW+DfDaswrMGTmDuqP6Lc8CGoD9uT7VEgJQX2HI/Cm5/exNDvQnDlpj0lq36M62LXKUABClAgMYGr12/ifz8uwlff/4JzFy+7sinlmE9xJaSRiI+3N958/UU0bVgHm7buxLYde1K0ZxGREfp+aopWmsYr+y+OOU0ekninXOz790rF25kmB3DvToWEhGH2gmWY/PVcHD99/o4CMmYJskPWMocbbczjHtgQiYXDIiVZh8KVPfBC/wAdf5wWWXNnwuAvuiJvkRyYM3kRrl2++Th1n311IwFPL484o7F4mJG3cPY4aWlpw2wBWgwMQP6yjn7brQpLxphxbLsV1ijHXKjzeqHXtydElXKPa2daOhaPR1/YSwpQgAIUoAAFKEABClCAAhSgAAXcX4AjpAAFKEABClCAAhSgAAUoQAEKUMD9BThCClCAAhSgAAUoQAEKUIACFKAABdxfgCOkAAUoQAEKUIACFKAABShAAQpQwP0FOEIKUIACFKAABShAAQpQgAIUoAAF3F/g4Y7Q9HCbY2sUcF+BjBkzYfrMhWjZ6jX3HSRHRoFHIBAaFoHvF67DhC9/w5GTFx5BD2Ka3LztHxw9cQqvvdQcObJljdkRL1Ywf140qlcLW//ZjUPHT+i9X343B7Web4NLl6/qbeci7NYtvPJWb/QbMdaZpNfyhfJ/rFqHBi+1Q5Eq9VCs2jPo1HsQjp08rfc7F7fCwzFhynRUbdjSla/HoA9wMyQE0mbZ2k2wZccuLFy8TO+Xulau36iLy/6E+nT42Al0fncQSj7VQJeRtWzHb1vqKfN0Y+zctx+/L1uJp5q8pPNXqNcM389bCJvt7g93kjFXf64Vzl64qMcgfZP69uw/qPvnXJy/eAk9B3+gDSRPmy697nCQvDt27cWLHd/RfZB8Epc02Xe3IMdEHMRDxijO4p1YHc5xi+uojz7X/ZJjKMdS2gkJDcP4KV+5jonU06hNR8jxlOMqef7ZvQ+lajTA5OnfymacEBwSihc7vIMOPd5DRHiE3nf5ylUMHjPJdUzEWoyjrFa9XxaucXw7B4uWrUaVhi0Q3zPayCj9cL6u5NhKvVK/sYu/KSjw57pdGDRhDjb9fchVqxx/Cc4E+d53+QL4Pz4Hti00OZNRt70vKjzn7dpmhAIUcGMBNxpao25+KF3HyzWi5Z95Y9efClFRVtjsNuN9gQ1yzbPb5a+RI5tSyhHhkgIUoAAFKECB+xK4dPIYFk4chgmtn8Gg2iUxoGZRfNiiJv74YiIiw8Jcdf67YZXeJ/un93wdBzatxbS32+gyUm72sF4IvnoJF48fxlc9XnWlT+/1Bm5cSvxezKWTx/G/97pgyDNlMKhWCXz8emNdt/Nzj/RB2pN2JUg/nJ2KiojAujlfY1TTarpvwxo8iUWfjcH3g9/R25J/7ezpOruUk20JUp/UKztkLduSLkHySfqZg3sxolFFXY/YBF+5iLmj+2N08xq4cuakZMGtkJv4rOMLOs/W3+di3Et1dXyQMY5/16/UeZyLP7/6SO+TNjb+/IMzOc46fl/2rPkDq76bqm2kbWfmGxfP4+fx7+OD5yrrOmXcs4f2dPVL8sk4pC0J0x/weMmxOLVvJ74d2BXSltQpx/zT9s9j16olxvszmzSJw9v+wuC6pXSfJrR5Fjcvxxx3iUualB3WsDxO7v1bl4kIDcHSaRP0a072yevgqx6v4fSBOx+AGue1ZRhL+0e2b9L13O9iz5qliAgLxYk9OxAeciPZ1dzrWMjrRl4/3w7o4qr7yI5NGNqgnD7nDm1Zp19nS6aOd+3fsXShNpTjJq8J2SH1LJ4y1uUkVnKeip0YSh4Jkl/KyX4Je+K9hpyvC2lD8kuQtiVv7NeYpDNQIK0I/LwhHE2GXsPs1bfSSpfu2Q/nvV+5f/v1rLmQe91yf1fuSZ85dx5yPzZ2utxnlfvE8SuW+7rfzV2IWs3aOu5XG/f4Jf79vIW6jtj5H+Qef+x6Ysfl3vzi5WvizC8M+fAjXL95M3Y2Vzwp97RdmY1IQnMI4z77EpERkXoOxHm/3cga59fpG3sOQO7LS/7jp85g9MdTXffAew0ZZfQ3GOITO13u+8t9/DgVGxtyj1vudcs9bzlmCd1Dd7Z/rzkN6Z/cW5e5F5m/kHkMqVPmNIymIH9ft/69Cy937qHnB2SftCf35WWf5JFxpeX5GWcfxV7mFmRbgtjKfJDTUc6Bb+bMl12JBikv9ciYpfy95likouS+5qSMM8RuT9Kk3btZS56kvD4kH8OjFdi59xBGfTQTi5f/pc8z5/nkXEvvJC5B4o8yKKXwXIPa8PXxwcZt/+iu3DLmfN/pPwofjJ+K7Tv34tUu76FWk9exduM2vT807BamTJ+FF17rrtOffaEjhoyejMtXr+v9l65cw8sd3tVpkiD7pLzUJ+HFN3ri/MXL+Pr7n3X5xi91wf6DRyVrgkHKSH+kX7EzONv57sdfYifD2b+mbd7W9Td/9R0sXLwCM2ctwN3a2r3vIBq++CYmfT4zTn2yYbXaMPTDz7TFldvjlHRncPZFxippsnaOWfot/ZdxyD4JsdMSMt65Zz/e6jsCYiv1vNiuF9Zs2CpF9XFJrqEYyTE5f/4S5v7yB6Q+qVeMPv96tv4bpSuPtTh6/DT6DR2PBi921o6ylu0Tp87GygX9fkDqfLnju6jT9A3Ueb4duvUbiXPnL+rjKuZyrOWYS7+l3W/nxD1mcSpMgY3Y55Yz7lynQPVpqooDh09gwpTvsWDxasjr1Nk5pRSUUjHXIGMy98CGSCwcFunMgsKVPfBC/wDX9uMWCQwKQONXnsbpoxdwfP+ZON0/eegshrSbjOcKdUGDvJ30WrbPGHnjZDQ2IsIi8PWH89GiTA+dV9ayLenGbtfvvm2H0bvFWDTK31nna1upLzb+4biv4MoUK3Jo9wk0K/a2rvvi2atoU7GPLjeh94xYuYDI8EjM++IPV/tS75rftupjFzuj9Ef6Jf2TMclatiU9dr67xZPcVngUfpm5Eq9Xe0/3WdqT+K//WwlrlO2OJpLjHb+w1PfJe99qV6k/uefqpfPX8HH/b/F88W66r3LMvxjxo3GfxfHvU6S9qxdv4LWq/TF36lJIX/u0HKfzyrEc22M6gq+HSjZXkD7s3nIQPZuNZ/msfwAAEABJREFU0flk/EPaT8b5U5ddeRKLXDh9Bat/3YqKdUojXaBfYtkeabrZArQYGID8ZT10P+xWhSVjzDi+w2Yc36g4c6GSQTycQbYZ/kMCHCoFKEABClCAAhSgAAUoQAEKUIAC7i/AEVKAAhSgAAUoQAEKUIACFKAABSjg/gIcIQUoQAEKUIACFKAABShAAQpQgALuL8ARUoACFKAABShAAQpQgAIUoAAFKOD+AhwhBShAAQpQgAIUoAAFKEABClCAAu4v8JBHaHrI7bE5ClCAAhRIIQGr1Y7zF6/j+OmL2H/4DHbuO45tu45g09+H8Nf2g9iw7QDWb92fpkN4eFSSNQ4cPYuxUxdi7uJNiIy0JrlcSmbcsXsv/Hx9UeGJ0netVimFqhXKITwiAkdPnLpr3oR2ypdAT//+J3QfOALFixbCRyMGYVi/njhm1CUPlDl89LguFhEegZ6DRmLWz7+i02sv49PRQ9C94xs4e/4iIsIjUbdGNUwY9h4K5M2NCmVL6/2Sp2SRwrp8Qos/V6/H86++iYOHj6F/9zd1mbfbv4pt/+zGi+27Ga+z/XGKRStg2sxZ+N+cBejXrTMmDB+AnDmyYsSEz7B0xZo4eeNvtG3RFB8M6I10/v5o8mwd3dZHHwxCrhzZXVmPnTiNLn3fR55cOfHxyPfR+bWXsWPXHvQdOgbXb8Q8rOiPVevQpktP+Hh56T5IP6Jtdp22Yct2V313i5w6fRa93h+JPDmz67YG934bZ85dQOfegxIc94Sp01GkYH7sXfcHvv98kn7Ix9nzF9CqU3fMnD0fjerV0mMaNfBdeFjMeGfAcMhxleNbvHBBVH6yLFav34QbwcFxunXwyDH8e/AQXmhcH17eXsbxvGCMoxdWGnmdx6RWtcoQ43GTv7zjS+yXr/sL6zdvw/J532HXmkUoVayIq/7Fy1Zj4ufT0cawl9fCS82ew7zfluDdYWMQHBL3C9pdhVIwEhoWjjPnr+LwiQvYe/AU/t5zDFt2HsbGHY5r1uNw3Tp/8VqSRa5eD8HXP67ElG//wOlzl/UDI5RyPjQC+tj98TmwdYFxIt2utW574xrznPftLa4oQAF3F3C38TXq5ofSdbxcw1r5uS92/akQFWWFPHzQbrfra5+slXJc++TvoqsAIxSgAAUoQAEKJEtg9ffTsPmX2bhy5iTsNqsue+PSBaz+4Uv8OKoPooz7Ejox1uL47u34btBbOGGspYyEXSsXY2rXlzHtrdY4+vcWXZekH9m+Eb9+PDzBeq6dO4MZ77bH/r9W6f12uw0Xjh3GD+93w/4Nq3C3n/CQYPww5B0s/nwcQq5f0VkjwkKx/qeZ2Lv2T739MBd+gUEoVq2WblLGcXjHRh2XRWRYGE7u/UeiCAjKgoLlq+j4vRZ71yzDiplTtI0z7+kDe/B5lxex9befEHbzuk6Wce9atQTTDP9T/+7SabEXD3K85H3WhrkzMe3tNvh3/UpIW1K3HNtzh/dj9tCe+HH4u5DjkbNYKeQoXEJ24/qFs7h4/IiOy0LikibxfKWfRPZCJXD9/Fl88U5brJn1FeQ1J/vk9Xb07834slsb7FnzhyTpIMf08y6tYl5bxmtF2l8ydRxuhdzUee5nUeKpuvD2D0Dhik/BN32GZFVxP8ciWQ3cziztfNapBdb9OMPlJLvETOw+7dAMZw/tk6Q7wt4EXkN3ZErjCYu32TD5dxv6zoi6a0+LvBmB2GHzQXui+T/9zRon76sTE69b6mmy9DieX34JLb+sgUYfBiZar+wo0vEyYofNBxKv+9XxN+Lk/fSXxO+ryb7Y9UpZaS+hIG3GzivxhPI506QuyeMM0pZzX/z1Z7/dQpluISjfKwLDZ2eFNaJU/Cyu7a0Ho1C6y+U4wbUzmZHgW9EYPScU7SbewN+Hrcks/Wiyyz3vr374Cdt37sHwfj3Q5Y022LnnX/QdPhafff0dfvtjBYb0fQcj3uulH/z7zsDhcN6zlx7Lfda33huGDyZ+horlyuj7+3K/On+eXBgx4TOMGP8poqwOi9S4xy/X/xmz5up73dmzZtH3y8cNfQ+nzp5H9wEjEBEZKd10hbNJvKftLCD34p9r2zHOHILct75xMxhW4xrvzJecdXhkBEZ99DnCbt3CxBED0er5Rlj05yqdNnz8ZBw7eRrjhvTXcxYHDh3F24bvlWuOv6XSjoyhTZek3UOX4zvtHnMaMkchcxUybyHzFzKPIffTZU5D2tt74BA6vzsYPt7eEFs5vkEZAvHu0FHGffyNkiXNz8/oTsZbyOtY5qCuXr2OMe/31a/dOjWr4uixE/FyJryZ1DkWOV6tkjCPknArd6beay5M2kvq6+PO2h99SpRxX+38pSs4fuocDhw5gd37DmPH7v3Y+s8+bN6xB5u278HGbbvTdDh45GSyIBev+AujP/oGO/ce0uWUctxH1BvGQinHtlKOtZH0SH5zZsuEvLlzGPO3Z3DLuH45O3HQOE4//74cEz7oi9W//Q81q1bQuyZNmYmlK9bjufq1jL8jXdH8uXrYtG0nRk2Ypsun8/dD986v4MXn6+v8sh7StyteaFJPh55dX0O6AH/UfqqSLt+vewfkyJ5F533QRUhoGAZ+8LHxN241aj1VUdf/8guNMOfnxViwaPldqy9SMB9KFC2InXsO4FqsuVspdOrMeSN9P2pWq4CgjIGSFCfcbcxxMsbbSMh48/Zd6D9sEgL8/NDnnfZ4r0dHY345u57rleLieD+G9mg7fvh5Ef5YuR6vtmqKgb3fRLkyxTHvlz/wyRffw/k3XdpYtX4L3uo7AidPn0e7Ns21Y6tmDYx532N4p/8o7N1/WLLpe+RTvpqFr7+fj1rVKmJwny54841Wxn30KNy4GaKPqxzf2saxlmPe0zj28lqocfu1pCtJwUWhAnnxcotGyJcnhzEvfQlHjp/G/sMnsEtfbw5g6997sdm41jwO15s9+48mS2bFum0YPvFrbNmxVx8XeR8lQSqReYwDGyKxcFikbOpQuLIHXugfoOOP86L4kwXh5e2Bw7tPuIaxYckOvNVwBI7vP42Og17EoKld0LZ7E+zZegjdm43GgX+OufKG3ryFoR2n4LeZK/FC+3o6b5NXa2HB9GUY1e1LRNz+d0A71u1D35fGI10GP/T7pBP6fdwR+YvnwtkTl1x1xY9ky50J/T/thNrNKsMvvS96fPiao/7XaruySv2fvT9L9+2dka+gx5hXYTKZMKHXDOzd5jjPJHNS+yl5EwvJaeuDNz/H1KGzUapyEbw3ubMeb84CWfH5kNmY8v4PsEbZXM0kx9tV6HZE6pkzZRGWzlmPDgNaoolho1TS/yaGh0ZgXPfp2LF2L9r1a6596zSrggVfL8eXo+bCZrXfbsmx2r3lEIYZx7tq/XI6b70W1bBq4WY9pth5Nyz5G/1fmoCoyCj0Gve6NghI74fBr3+Cy+evOSpLYHnt0g2M7/k1MmUNxCs9m8BsMSeQK20kmS1Ai4EByF/WQ3fIblVYMsaMYztshpsV8jfDuJgYv9F6vyyUSvqxkfwMj78AR0ABClCAAhSgAAUoQAEKUIACFKCA+wtwhBSgAAUoQAEKUIACFKAABShAAQq4vwBHSAEKUIACFKAABShAAQpQgAIUoID7C3CEFKAABShAAQpQgAIUoAAFKEABCri/AEdIAQpQgAIUoAAFKEABClCAAhSggPsLPOwRmh52g2yPAhSgAAVSRiAyyooDx85i2+6jWLVpHxat/BvzlmzG7F834PsF6/Dtz2t0+N/8NUir4WbIrWRjLFu3C3OXbEp2uZQoEBwaivQB/gjKkOGe1QVlCITFbMb5i4l/eXlilcjDYyZP/xa9u7THpOED0fjZ2ni5WWP877Nx8Pf1xewFv+uix06dxpa/d6Hzqy+jfeuWaFCnJt5q3xazvvgIGY32C+bLg3pPV0emoAzIlSOb3i95smbJpMvHX5y7cAnjP/sKFcqVxm8/fIXXWjXXZaTO343tjBnS49MvZkIeSuQsK3F5KM+MTz5E0/p1dZAH4WTOlBELly5HZETMF+I7yzjXT5QsjjrVq8DfzxdFCxfQbdWtWQ2B6WK+NH/3v/vR9Y222kL6/m7XDvqBS7v3H8S+A4d1VdLvCVOmo1nDZ/F1rH58M3kcnixTCjPn/HzXfuhKjMUvS1dAHuj0/rvddF9k/LMNSy9vT3w2/bs4dci4SxYtjJZNGsBsdrydstpsmDLje1y8eBmzvvwYznpebNoQ82ZMwUvPN8IX/5uNw0dPwMvbC/VqPYU9Bw5h77+HjNZjfhcvX20csyBUKFsazjptNjvmTv/UdUw+eK8XxOKXJctw9MSpmMJG7ObNYLz7Vgftamy6fsMjIrBz77+Y/83nrnqG9OkGeXDSpm3/YOnKta68qRW5eiMEew6ewqa/D2L5+t34Zfk2zF20CbN+Wf/YXLcOHD2XbJ5/9h3HT4s24tS5y/rL3uXBERL2rwe2/BxTXZEqnqjwnHdMAmMUoIC7C7jl+Co97430WRx/G2WAO37xwtUzdtjsdtjt0fo6qJRJr+VaqBQffCFODBSgAAUoQIH7EfDPEIQW/Udh8G+bMGbtAQz69S8UqlBNV3V42184c2CPjsdemEwmtBo0DqNW7cUzHXu4dl07dxqlatXHiD93ovWwj+Dh5aX3ndi1A5dPHdXx2Au73YYydRph2JLtGL70b1Ro3FLvjjI+e26Y9z9EhoXp7YQWO1f8jkObjQ9Exs5MufOjxze/YtTqfXosznaNXSn6++LAsRho3C8LyplH1+vjnw7dpv+s3Uo8VQclqteF2cND7zu1byduhdzU8Wvnz+DCUcfn9oLlKiNTrrw6/V6Lf5b/BltUlCtbeEgwfv9kFG5evqhtXx4yUR+DNz+bBf/AIIRcv4K/5n4Lu83qKiORBzleJ3bvwPJvPtN1ShvtJkzH6DX70e/HFShQrpJUjz1r/oQcD/EoUrmmTpN+H/17s47L4t+/VrnGUrRKLciD2P74chLOHd4Pk8mMZzv1wsiVe9D7+6XIkq8Q5DWw/seZkDHLuFbMnIKIsFCdt+4b3TBi2S68N2+Nqw/Sxv2EkjWfxdDF2/B876EwWzySXIX0KynHwi8wI/rMXobXxkxz1V3wySr69S7phSvVwJDFW9Gwa1/X/icbNNOvqY4f/w9WayR+++gDfczFqe7tscv5Uue1t7TH1bOnsGLmZ9rMVcntSPzXUPHqtXXd0sbtLLptOffl9e1M45oCaVVg++EojJ8Xgg37ItNqF139knu/cm//k1Hv63vzcp++x5tvYNs/u7HEuHf7+djh+j74y8Y9+5EDeuP6jZvYujPmb+7sBb9hw5ZtmDxmKMYP7S916PxyD73v250w97cl2LTtb91eSt/jl0r3GvecZX6hlXFf+stJo3Tbcu9++kdj9D306OhoyaaDNRn3tKXA4aPHMWTsx6hcvmycOQS5lz5q4Lvw9fGRbJlZetIAABAASURBVMkOV6/dQMlihSD3vWUeYFi/HpD76nL/+9zFi5g0wjFP0qHNi+j3TiccOXYCBw4d1e04x2BL4j10Ob73mtOQOQqZq5B5C39j/kLmMaRfMqchjXoaf3c+fL8v5JiKrYRPRg1BYPp0WLxstb7nkdbnZ2Qc8cPazdsQFh6OIf2669eNzE3J/MH7vbvFz5rgdlLmWKzJfM0l2FC8xLtZO9uzJfH1Ea/qNLF5KzwCB4+cxI5d+7F249/GXM4mLFi8FnN/XWHMFy7DrJ//0OGH+X8grYa1m/5JtuW5S1eMca7B9l0H9DkV+9rljDvXya48hQp4e3sjU8bAO2q7YczTtWvzArJmDoqzr3jRgvhmymi0b/sC6tSsgi7tXsLzjergwOHjOHbiLLy8PFGtcjmULllEl5O15CtZrLBxjSyM6pWfNK6z3iiQL5cu/3T1ikgX4K/zPuhiwe/L8O+BI+jXvQN6v/WGrv+l5g3x8cj3EOB/9zak3/XrVse585ew/4Dj2uzsz7Z/9uh7wrVrVHYmxVlL2WqJjDlOxngbCRmvXLsZ6dL54d232+HZ2tXQoF4NTBjRFy2fr69Li2P1+zC8eOkqwm9FYOrEoWjasLaue1j/t9HqhUZYvvov7Nj5r67/vDE/PP3beShaKD+mf/oBxE+Onxzvrz4aro/VjO9/RoQxdy5/9zbv2I2qFZ7Am8brQPJJ/s8nDEHhgnl1Xjm+cqx9fbz1sZc8+fPm1G2l9EL+1uXKmR1Xrt/EvoPHseXvf7Fy3TYsWrYB8xetwo+/rDCuM38aIe1fb5at2ZJsnmvGuH9evBobt+2GUsp1zYkMi8aWn2I+13v7KVR+/v7e6yS7U6lcIDBzOvin93W1cuncVXz94XyUqlQEU/8Yhmbt6qJGo/Jo3b2xsT0U6TP647tJvyAi3OGx+Ic12L/jCMbO6YO2PZvovG/0bY6+H3XAjrV7sW/bYcjPmt+2IkOmdHh7ZFvUaloRdZpXxgczjfcZ7erI7gRDQKAfqj5bFgWK5YKfnzcq1y2j6y9aNr8r/42rwcicPQMGT+2q623Ypib6T+6o96/7fZteyyKp/ZS8iYXktCVjlz71/ai97peMd9R3PdFhQAv88eN6/LPBcb1IrnfsvsnfvgVfL8MPH/+O9u+9gBc6PaNft7HzJCX+dJOK+GrFCDiPdfcxr6Jq/XLYvHwnrl6+EaeKvdsPo/8nHdHCaEteF5K3RuMK2L52H84cv6DzyphmjJ2PMlWLYdycvqj/0lPaoM+kdnijbzP9t0BnjLe4dP4ahrb/zLivY8bQ6W8jQ+b08XKkvU2zBajUzMfos6NvNuO0+GcBjPPDCpvxXteu50Ptjp3GUo6ZseLvf0eAI6UABShAAQpQgAIUoAAFKEABClDA/QU4QgpQgAIUoAAFKEABClCAAhSgAAXcX4AjpAAFKEABClCAAhSgAAUoQAEKUMD9BThCClCAAhSgAAUoQAEKUIACFKAABdxfgCOkAAUoQAEKUIACFKAABShAAQpQwP0FHvoITQ+9RTZIAQpQgAIpIuDr44kaFYuhef1K6Ny6Lvp1aYqRfVphwqBX8MmwN/DZiPaY8kEHfD4y7YbMQemQnJ8CubOid8fGaPv8U8kp9tjl/XP1evj7+6HRM7XifFl3jmxZUbZUcRw4chTygBp/Pz8jny/+2roD128Gu8bpYbHAbE7+n/it/+zCyTNn0bFtKwQY7bsqNCLSdsumDbFj9z7IQ4mMJNdv2xbPx8mfPXNmlChSGCGhoYiK9+A6JPOnXOmSeKpyeVcppRRqVK4Is8mE8MgInS79PnPuvH4gkIxdJxoLGUPNKhVx6Mgx3AgOMVLu/vt0tUooWczxUA1nzry5cqJB7ZrYf/gIrt6I+0XnVSuUi3N8zl24iFUbNqNJg7ooU7yoswq9ln691Pw5REZFYd0Wx5fO16hcAVkyB2HZ2g36QQKS8fLVa9iwZTtqP1VF73PWKQ/ayZk9m2TRQSmFqpWexK3ISJw4fUanORclixZGUIZA52ac9ctGH8QldmINw6hgvjz6oVOp/eXjubIH4ZmnSqN10+p4+/X6GNztBYzp3xqT3n8Nnw5/PK5bNSoVi813z3iAnzdee6EmenV4DrmyBen84iyhcFUbmg+26TRZHNwUiQXj7v1albwMFKCAOwi43xgun7Jh3qhg3LjoeLBFuuxRqN/nBvwz2+B84IVz7X6j54goQAEKUIACD1+gYdd+qNC4JfzSZ0B4yE2EB99EukxZdEcib93ChWOHdDz2IlfxMiha5WmYzBa99vFPp3cHBGXBUy+1g4e3NwpXegrZCjo++4SHhSD0+jWdJ/YifZZsqNf+HXj5+cPT1xc1Xm4PqUPyXDxxFNcvnZPoHcFqfJbfv3GN8d7A8Vmo7htvGW0VhclkxpMNmqFY1dp3lHkYCbmKlUauoqV1U5dPHsPVs6d0/Pju7Qi5fkX3r1j12hA3veMei0y586PHN79i9Jr9eL7XMJzevxunD+zWpWSMpWs30HXlKlYKuUqU0ekn9v6N4KtXdNy5eJDjtXv1UkSEOj5jVmzyIopUqqHvY2TIngtPvdgOYm6327B71VJEhoUZ+6vr4yltH/17i/GaCsYt43V1at9OSYIc86JVauLy6RM48vdmnZbT6H+V5m1gtnggc578KFShmk6/cPywke84zh8+gIsnjug0yVu91evw8PLSdT3ToSc8fZL+8MQzB/diRKOKGFCz6F3D2tnTcbef+z0Wd6szoX1nD+7DmUN79a7YY5fzpXKzl5EhRy6979jfWw0jx8MRdcLtRfzX0O3kx2oVFKCQM0ihYHZ1135XLmJC7HDXzMbO5OQtnXETSmfYgJLZb6BMHqtROvHfykU9EDskntOx52HklTYcrSW+lDzOkHgux56Khc2oUMiEfFkiHQl3WVYs4oHY4S5Z77nLw6LQ+wU/zHovENVLeN4zf1rI0PiZ2pB7us6+lC9TChazGQ3qPo0cxn16Z3rhAvn0fVx5ML6k3QgOxh8r1qJ6xfKoVbWSJAFwrJRSaFq/LrJlyYKlK9fqRP8Uvscvla7ftA2eHh54rdULccZgNpvQrPEz8PL2kmw6OO8/J/We9soNm2Cz2jC459tx5gR0ZQ+wkD7VqVFN/52SasS6cvmyEkWL5xrEaatMyeLw9PLECWMuQzI4x5Cce+gPOqdRpFB+1K/t+LsqfZCQJVNGFMqfFxcuX8at8HAk90fmOR71/EzWoCBERkRi45YdsNkc93ZkHOIt63uFpMyxOI9XUl9z92rzXvud7SXn9XGvOh/2/nT+fsY82RN4vuHTaN+mCXp1bY0hfdpj9KCuGD/0HUwc3gOTRvTERx+k3dCudeNks9WrUQlD3m2P8mWKuspGIxrGhJpr+1FHIiOjjLnQW3d0I3fObMbfikx3pLds+iwyZQx0pSulULpkET3ne/nanZ+5XBlTOXLL+Oy4ZccelC5RBNUrlYvTWrZsmVGvVtU4aQltlCtdHBkzpjfmrP82DpFxnIxMUu/av7ahXJniyJc7h5GScr8JGWcKyoDr14Oxc+9+Vx+UUvpv4oO07G18fmn8bM04f1OVUsbfgerw9/PFvwcdn3f+2fUvLly6jJebN9TpsdsUx/p1quGgMWd9/NRZeBl/x9IH+OHQ0ZM4c+6CK6vZeK8hwZXwECMWixnlShVFnRoV8NLz9dDljRfQ/53XMLxfJ3w4+C2MH/Z4XG/e6fhistVqVClrXG86olrFMq7XjszjevoAzYZbkL24o8rw0Gg9/3Fm/90/Vzhyp+3lrZBwRIRHuTq5e9MhnDtxCS07Pwu/dMbAXXuArDmD0PClGti7/QjOHD2PkBthWLd4OyrULoVCpfLGygmUqFgIgUEBOLz7hE7PnCMDrl68gX1bD7tslVLw8LDo/fe78PL2QIPWNWHxMLuqyFckJ/IXz4XQYMd1OTn9dFWSQCQ5bT1ZowQq1nHcW3JWpZRC7WZVkDl7Ru0m6cnxlvzOIK/L5fM3Yub4BXijbzO06PSs6/2zM09S1t5+Xnju1Vrw8o35XCCWJcoV0Mf3+qWbcaqpVLs0ijyRz5UmectVL4bI8EjcCnX8m52D/xxP8DWklELV+uWQKVvM3z9nRTKe+V/8gZDgMPSe+AYCAv2cu9L0+viuKMwbeRPOfwqVvWQU6rwbBigbou122KON99HR0ZD5UBmjUgqyBn/+IwIcJgUoQAEKUIACFKAABShAAQpQgALuL8ARUoACFKAABShAAQpQgAIUoAAFKOD+AhwhBShAAQpQgAIUoAAFKEABClCAAu4vwBFSgAIUoAAFKEABClCAAhSgAAUo4P4CHCEFKEABClCAAhSgAAUoQAEKUIAC7i/w8EdoevhNskUKUIACFEgpAZPJBLPJCGYTLBYzLGYL5KE0HkbcsXZup821UkjSj3wBeKvG1fDeW81QrGDOJJVJjUxieiM4BFeS8BCGK9euw2qz6Qe+JLcv5y9ewuUrV1H3hVdRpEo9Vyha9Rn89udKnD5zHqGht5Aze1Z0fa0Ntu/cgyoNXkC/EWNx+NiJ+/7yaGk3KGMG5MuTK8Euy8NrQsPCcPFyzMPovL28kCNbljj5Pb08kSEwHc6dv4iwsOQ/6CZ2ZTmyZoFvvIfByUMRLBaLHqvklX6Ldes3e7qsnG6Tps3A1es39EN3JO/dQsmihY1zyHxHlqxZMuHGjWBcvnrNtc/L2wvZsmZ2bUvkxs1ghISEolzpEgl+0XrWTJmQMTA9jhjHSPLL8ZMHQW3cusN4TV2XJOzc+y/OXLiI5+vX1XU465w2c9YdY2vZ7m1EhEe4HHQFxkIeOqWUMmJxf6XPCR1b8cyYIb02iopK3QcWKCiY5JplBIvZfPu6Zb593bI8FmvpP5L4U7taKYzs0xo1KjmeDKGU88vdla4hOhooVNWGxv1jzpODmyKxYJzjAY06ExcUoID7CrjZyK6ctmPeqGDcuGjXI/PPGoFa71yCb8Yo2O23H3QhD+nSe+VZXcZF8HacKwpQgAIUoAAF7k/g+K7tmPZ2GwyqXRLDG1XExLYNsGPpQldlEWF3frYwmczGJzPHZxJXRiPi6e0NH/8AIwbjXpMFnt4+Om6LikJUhONhXjrh9iJjjtzwC8x4ewu6rKdRhyRYI8KNMjGfcyTNGcJDg3H51HG96eOfDpnzFtRxWZjkvtbtOmT7YQZvY+xP1HtON3kr5CZO7vkHdpsVR7Zv1GmZ8xVAwScr63hSFnXfeAvZChaFUgqexn2N80cPQiyl7O7VS/UxG1CzKN6vVwb7/1olyQgPvomQa5d13Lm43+MVeesWLp1wPIhS6spdoqysXCFdlqzw8vXT29cvnEXErRBky18UuYqW0mkXjx/GlbMncfXsKVw+eUyn5S9TEYFZs+PauTMIvXZFp53atxMjjNeejEXCX/O+1enhhmHwlcuIPe7MefIbr5N0er8sPIzFkuM3AAAQAElEQVRjbTZ7SPShhth9Ss6xSG4nY7cTf+zevgEIzJJdVymvt5uXLup47EX811DsfY9LvHJRE16oakKXhpa7dvm7dz0QO1QuYko0f/cmljh5pVximaWe0ZVexsjyzTC8yS582ObOa2Lsst/1TY/YoXJRj9i748Rj55N49+f94uyPvSH7JE/sEHt/7Li0GTufxGPvjx+X/bGDtBU/j3O7WxMffN3DB1+87YHX616DxWuPc9cd64pFPDCjd/o44Y5MSUx4rrIXFg3PgDeecfxdSWKxR5otoXvecg9V7knLg35jd85s/F01KxOCQ0N1cmRElL7XW7J4Ecj9WJ0YaxEQ4IdcObLi9LnzuBUenuL3+KWpoydPIW+uHMiSJUg24wST8XdJxfo47rz/nNR72jL/kFjdcRpK5kZQ+vTInjlznFJOa+faudM5huAQxzntHENS76EndHw972NO49yFS/h61lz0HPyBnsup2vBFbNmxy9nNZK9lnuNRz8/UrFYJjeo9jYlTv0b1517EV9/9iOs3biZ5LEmZY3Eer6S+5pLceCIZne0l9fWRSDWPNlkBJuM6YzaZYDauOTK34mG2GPNZlsdiTsXDmM+TficVsXiRfOj79it4vmFNmEyO9wRKqaQWf6j5Io3PSjdu3oRc2z08PF1tZ8mUET7Ge11Xwu1IlNWKTdt2YdLnM9Gl9zC0fL0Hhn045fbeR7cKMeZyL12+isIF8sDLuB7G74nZdG//TEEZULFcKWz9e48xx+2YTz187JQxJ3oKdWtW0fOB8et9kO2EjJ9vWAcFjTGMmvgF2nbuh9//WKP/1j5IO1I2XTo/Yy48q0TjBH9/X8jflFOnz+n0S8bcfvp0AciT2/E+XyfGWuTNk1PP71+5cg3yt+21l57HDWNu+bWuA/Du++OMOeIDxn10x731WMUeWlQpBbPZZFxbzK61/PsTT4uHcfws+nrj6eGh13Jep9Ug10gk8adA3pzo2fllvPR8PeOc9bzj31hEGxO5nr5A40F2ZC3qODbhodF6HuTMfmsSW0mb2YKvhSIs5BaCsmXQHbxy/hoCM6VDrgJ3vtZh/OQpnB23QsJx5eINyPvd65dvYv3iHWhc8E00yNvJFV6t3A+Xz1/HiUNnIT/1X66BomULYEy3L9H+6UFYNu8vRITdeY9J8iYnBAT6IWPW9HGKyOvVy8cTF05fQXhoRLL6GaeieBvJaatQ6bzw8vaIVwPgH+CDLLmCdN9k/Mnxjl3Zql8246O+M9H09Tpo0bk+TMY5G3t/cuLSj3WLtuGTAd/hrYYj8FK53vj6w/kJVlGgWC59fyv2zqCsgYgIj8L1Szd08tnjFxN9DZlNJpiMoDPGWkSEReLI3lMo8WRBZM0ZFGtP2o0e3xWFeSODYdwy1J3MUjwcNd65DmWy62u43W7X6bEXci1R6t5/S2OXYfwxFmDXKUABClCAAhSgAAUoQAEKUIACFHB/AY6QAhSgAAUoQAEKUIACFKAABShAAfcX4AgpQAEKUIACFKAABShAAQpQgAIUcH8BjpACFKAABShAAQpQgAIUoAAFKEAB9xfgCClAAQpQgAIUoAAFKEABClCAAhRwf4FHMELTI2iTTVKAAhSgAAWSLFD1ySIY1eclPFOjdJLLpFbGUsWLIjQsDAePOh5Ul1g78gXOG7f9jcB0AcibK2di2e6anidnDowf2h+fjh5yRxjxXk+k8/fTX7LdpmVTbFj0E95q9wrWbtyCRq07YOj4TyEPkbhrA4/JTrPFrMd5r+7KgxJG9Otxh5X4ffTBIOTKkfDDFmLXe7cvSPf28kTsh3XIQ5JMD/gl3UopNH6mFk6dOYd/Dx6G1WbD78tWodITpVG8cMHYXUO7l1skODYZX90a1eLkTWwc9+qzj7cPlIlfPB4H8z43CuXNhr5vNkGbptXh6+N5z1oKVrai/ruhrnwHN0ViwbgQ1zYjFKCAewq406iunLZj7sibuHHR8WAL/6yRqPHWRfhlsulhynsjHeGCAhSgAAUoQIEUEzh7aB9+GPwOTuzeDrvNCv8MmZC31JPIXbxMirVxt4pMJuPzOpL/GTLabke03fEe4W71P4p9BcpWgn+g44FjB7esw7XzZ3H28L+6KwXKVYbf7X064R4LL9+AODnkGMVJSO2N6GjjdZE8Z09fX5Ss+azu2a2Qmzj9724dJG728EC5+k1hMlt0vfYkHsOUHHfOIiUxZPFWjFl74K6hZuuOegyJLVKyT4m1IekP2k7815DUyUCBx0mgcA4LPumaDmPaBSB7kOlx6nqK9/VuFSqlkBr3+D2N+9kWs/luTd/3vtSs+747ZRRMzj10I/t9/8o9jq9nzcXTz7fGN7PnwdPTEx3avIjRA99F8SJx7+vfdyOPqGCAMe80acQg/Pb9l6hSviwmTp2O6o1b4c/V65PUI5M58XM9/hxLkipMwUwP6/WRgl3+z1UV4O+Lti3q4+12LY251Wxxxi/nnVJKp0Uby87tWmPUsHeRMWOgsfXofo+fPGPM8V1AudLFYTHmM509MZlMUMrRX2fa+fOX0Kn7EAwZ/SlOnDyL0sWLoPMbL6Hti02cWR752tvH+777oJTCs7Wr4+bNUPy92/EZasOmHQgyjlHJYoXuu97ECiZknCVzRkwZNxjjR/RBlsxBmPT5TLTp2Bf/HjiSWDVJSjcp43jeZf7Uz88nSfXEz1Stcjn89M0kdG3/Ms4Zr48e741G36ETEBIaFj9rqm+fv3gZ6//ahhOnzunXroLxn3FMlVK6baUUlFKQc1EnPOYLL+N9UovnaqN3l9YolD/XPUfj5adQv38EMhex6rzhodGYNyoYZ/Y7tnXiY7b4e8M+ePt5o0CJe48/saHVaFwBg6Z2STA0ea22LpY5WwZMnNcPH85+F9lyZ8LEd7/Bq9Xew8Fdd//3NrrwXRZyDTCbTHfJEbMrKf2MyX1nLDlt3Vk6ZVOy58uCoKwZsHfrYVy7cvO+Kxd/OQ5je0zH9cs3UfXZsug2qi0atq5x33VKQbNZwexpQVJ/TBYTfHy9EH4rAjarY34xqWUfRb7ju6Iwb2Sw0VdH65mLhqFy5wswmaPjXB/d5VrpGCWXyRVgfgpQgAIUoAAFKEABClCAAhSgAAXcX4AjpAAFKEABClCAAhSgAAUoQAEKUMD9BThCClCAAhSgAAUoQAEKUIACFKAABdxfgCOkAAUoQAEKUIACFKAABShAAQpQwP0FOEIKUIACFKAABShAAQpQgAIUoAAF3F/gUYwwad+G+ih6xjYpQAEKUOA/LZA7exC6v9EQ7VvVRob0/mnCokblCsiaJROm/W82rly7nmifjhw7gcXLV6NqxSeRJ1cOV74bwSFGuWuubYkEB4fi9NkLEnWFAD8/hIWH48knSqFBnZp3hJpVK8HL28uVPzB9OnTv9DrWLJiFru3aYs7Pv2Htxi2u/UmNZMuSGVeuXsPxk6cTLHLYGFdgugDkzB73wRt4xD8B/v4ID49A4YL577ASv7o1q0H6fa9uHj1+Ks4Xc0t+q82G3fsOIFNQRmQMTC9JiYb0ho2/vx/+3r3vjnqk0IXLl3H1+g2UKl5UNnUoU7IYihUqgEXLVuPMufPYsmMnXmhc33V8fby94e3lqbdlLAmFgvny6LrutQiPiMCFS5fvyCav5aMnTiNPzuzwsCT9C9nvqIgJ8PLywEvPVUP/rs+jSP4ciYoo5dil1O2IsZmvQgRqvxNzXTm4KRILxoUYe/hLAQq4qYDbDOvKaTvmjryJGxcdD+fwyxKBKp1Owy+TFSaT0g8Gcq6NLb2tlHKb8XMgFKAABShAgUclcGDTWoRcv6Kbb9F/FAYuXI8un89G8afq6rTUXlw9dxq3QoNdzVw7f8boz1W97ZchCOkzZ9Xx+AtPHz+ku70vIiwUNy/G3BOJDAsz3lOcj18k0e1oRMNutyW6P7k7MufNj0IVquli5w7/i8PbNuD6hbPw9PFBmdqN9PsYvfM+FlnzFzHeGzkexFy6VgOMWrUXY9YeiBOGLN6KnEVK3kftdxbx9PVFxhy5XTvOHNzriktE3MVf4pnzFoRPgOOeR4GyleAfGCTJOLh5nQ6ykSl3PuQoUkKiCMyaDX7pM+h47hJPQPodfyyyXbx6bQTlzKPzyeLGxfOQYyxxCbH7INsPKzysYxG7nSunTyI8JOZ8CQ8LxvWL5/SQA4KyIChXjJNO5IICj7nAW0188fOQQNR5wvMxH0nyu+9p3B8MyhCIvf8eRIRxzxpAnEqc8wGF8uWF3Pt17kype/xSn8wvnDh9Vt+Llu3YISIiElar1ZWU3HvaUrfMf5y/eOd9ZleltyMnTp25HYtZyRxDzFbKxMQxpe6hJ6VHFy9dwXc/LdT38Vct+AHjhvRHm5ZNUeupyvA13jMkpY6E8qSV+RmlFIoacxYfj3wfqxfOQomihTH646m4kIRjnpQ5luS+5hKySk7aw359JKdvzBsj8HS1JzHk3Y6oWqF0TGKsmFLKMe8WDf2eXKnb23h0PyGhYZj+3XxkzJAeNaqWv2dHlq35C5euXMVHo/vjkw8H4u1ObfBs7WookC/XPcs+SIbLV68j7FZEnCquXLmG4JBQV5rJ8FQmEw4eOW78jbjz81Vo6C1X3rtFihTMh+JFCmDD5r9x8dJVbNjyD2pWq4CgjIF3K5ai+0zGOCqWK42PR7+HqROHGvN2nvh8xhzcupW0MSTUGbESs/j7zpw9j+s3gpE/r+MYZjbmkm/cDMbJU473+fHznzh5BunS+SN7tixw/sg16sXn6+P7L8aiR5fXsHPPfiz4fZlz90Nbn79wCes2bsex43H/dkdHGyfdQ+vFw2moSvlSGNK7PWpXLx+nQaWUvr7ESTQ2lFLGZ3kTvPxMqNc7FJkKR0F+wkOjMW9UMM7sj3lfJemPQzjwzzEsmLECTzV4ErkLZtddDsqWAdcv38TpozH3aPSO24uTh84hINAPWXMFweJhhreft3FdtqPas+VQo1H5O0LRsvnh/DGZTShbrRjG/NAbny8ZAm8fT3w1ci7CQ+Nem5z5U2qd3H4+SLvyGSAwUzoc3n3C+AzgeI3Eri8k+BYunr6CvIWzw8vXC8nxjl1P8bIFMHhaF5w5cRETes5A8PWYa3nsfHeLy3n92/9WwTfAB1+vHoWhX72NV3s11ccwa65Mdyt6131+6XxwzXgNXTzluFcZO3NkeCSiou78+yJuI2Z2x+CpXWG2pO1/wnx8VxTmjQyG7fYpn7loGCp2Og8PT5O+dpjNZr02GX+HlFJ6+Eo51nqDi/+KAMdJAQpQgAIUoAAFKEABClCAAhSggPsLcIQUoAAFKEABClCAAhSgAAUoQAEKuL8AR0gBClCAAhSgAAUoQAEKUIACFKCA+wtwhBSgAAUoQAEKUIACFKAABShAAQq4vwBHSAEKUIACFKAABShAAQpQgAIUoID7CzySEZoeSatslAIUoAAFKHAXwJhUHQAAEABJREFUgWbPVsSQHi1Rulieu+R6+Lty5ciGt99oi8NHj6Pv0A9x/WbMg7ucvTlx+gy6Dx4Jm9WG9m1fhIfFonfJw1tCw8Jw8Mgxve1cbN7xD86ej/tF6rWqV8aVq9eweNlqyBdwO/PGX1ttNkhwpnt5e6FuzWqQ9cXLV53Jen3h0mXcCg/X8cQWT5YuiSyZgzD9h5/iPPhB8ksf5/26BOWMPLmyJfwQP8l3vyGhhwElta4KZUrB18cHc43+RcV6eFFSyzvzrdu8FcdOnnZu6vU/u/dh1fqNqF6pPOQhTDoxkUX2rFlQufwT+G3pCuz690CcXNKvHxf8Dh8fb1R8opRrX/qAANR6qgo2bf8HPy/603i9eKBC2dKu/WJdunhRLPpzFc6cS/pDEF0VxIssXLwMsR88Ja+v+b8vxdVr11CnRtV4ubmZHIHqFYpi5Lsvod5TMccvfnnxVsrxRe9KKRi/MJkULBYz5EvhC1SKwtNvx5y7BzdFYsG4kPjVcJsCFHALAfcYxJXTNswdeRM3Ltr1gPyzRKByx9Pwz2zT1zaL8T7IbDbpa5zJZDKue0rnk4VSMXHZZqAABShAAQpQIHkCIddiHqh188pF4/6BHeePHMCOpQuTV9F95r527jRWfDMZURERCLl+Bcu+/hQRoY7PL4UrVYdfYFCCNXv5+iFXUcfnJrvdhqVfTsSlk8eM+yhR2DD/Wxz7Z+sd5QKCMsHbP51OP3twH84c2ge7zYr9f63C6X936fSkLEwWD3h4++isEWGhhtdBwy1ab8vCZLagXP2mMHt4QHx3LFkIW1QUshcsjmwFikiW+w5SPlPufLr8/o2rsPX3ebBGOh52F3LtMlbM/AyHt/2l96fUonTthvDw8tLVbV4wC8d3bdfjvXz6uG5P/E0mM8rUaQiLpyNfUK48yFWijC5z5sBunNz7j46XqF4X/hky6XhQjrzIVrCojp/Zvwfr53yD8BDHPTJZb1s0D1t+/VHvz5KvMNJndtxHOr57Ozb/NkcfaznmcuylDzrjfSz2rv0TwxtVwK+ffKBfD0mt4mEdi5zFSiJrgcK6W6f27cTGBT/osUca9wfXzJqOK6dP6H35n6iAoJx5dDwpC+e5IHlP/7tbn4MSZ6BAWhCoW9YTvwzLgK6NfdNCdx5JH5z3ezds3Y7VG7cAiOmG3Bv89Y8VuGjcq3fei5X7+xKcueTe/oPc45d6qlV6EpevXL1jfkHuC8+cMz/OnEJy72k3rPs0wm7dwszZ8yD3vKW9+MHTywNBGQJx4NBRXL9x07Vb4n+uXOfaTqlISt9Dj9+vG8EhuGLcP3emX7txAzeMuaF8uXMa9/MtzmT8e/AIdu/b79qOHUnr8zPOvkZGWfV7Bee2zGvVNeYNwoy/XSFGcKYntk7KHEtyX3OJtZVYenzr1H59JNYPpidNoGC+XOj15st4sUkd+Hh7JlpIrp+yU6m0cT/xwqUr+GD8VPx74Ag6vNoC2bI43idLHxMLp89ehJ+fDzIHBbmyyHV0xdqNru2kRqSupOTNHJQB16/fxMkz51zZxXL1X9sQGnbLlZY+XQCKFMyLnbv348Dho650iRw/eQbL1yStj15enqhS8Qns+fcQlq3eYMw1h6B2jcpSzUMJERGRcdqRMRUvUgA3jet4eGRUnH1JNZRCYrVq/RbY7Y574JImx27eb38ar1svlCnp+GxUplRRZMyQHnMWLEFIaJhkc4Xz5y/hj5V/oWihfMiRLbOuS+pwZjAZ986rVyqny1+6cs2ZrNehxvX36rUbOp7aC6XSxjmWGuPMkyMr3nqjBV5p2QDp0/kn2IScH7F3KKX0nIYcH7PZDJ90FtTuEYygQpE6W3hoNOaNCsaZ/Va9ndYXMr5//tqPkV2mIX1Gf7Tp8RzMFpPudskKBRGUNT3mffknQm/GXB9k54UzV7Dkx3UoXr4gsubKhIBAPzxRtSi2rdqDw3scn2slX0IhMiLuuZe/eC6UrFQYN66GIDLeeZlQ+eCbYbh+Oeb9ZEJ5EktLTj8TqyOp6f7pfVGpbmnsWLcPW1fujlNM3Fct3ITLF66hcr0n9L7keOsCsRZFy+ZH77GvY++2Qxj11hd3HK9YWROMRt6KxKVz1/TxTmccS2emm9dDsPHPv52byV4XLpMPHh4WLJ2zDtYom6u83WbH4tnrcO3Sw7mOuRpOwcjxXVGYNzLYuKfjqDSocAgqdDgLD08TLBYP4zyy6HlQs3GdUMb13KSM88q4fsD4UUoZS/7+dwQ4UgpQgAIUoAAFKEABClCAAhSgAAXcX4AjpAAFKEABClCAAhSgAAUoQAEKUMD9BThCClCAAhSgAAUoQAEKUIACFKAABdxfgCOkAAUoQAEKUIACFKAABShAAQpQwP0FOEIKUIACFKAABShAAQpQgAIUoAAF3F/g0YzQ9GiaZasUoAAFKECBOwUqlCmIke++jMZ1nrxzZxpJefH5xuj7dies37INVRq8gG7vDcPcX5fgq+9+xCtv9cYzLV/HxYuX8enoIXiiRDFXryuVK4MCeXNjwMgJmDRtBpauXIsREz7Dl9//qNNdGY1IlQrl0KppQ0yc+jXa93gP8lAgyT9r3q+6jTV/bTZyAfsPHcFzbTri8xk/6Pok34hxnyKdvx+qVSyn8/h4eyNX9uzYvP0fzJw9Hz/M+wXbd+7R++IvcuXIhsG93tZ5m7TthG9/WqDrlfqfM7Yl/9C+70AeQiTxlAjysItcObPhj5XrdN++m7sQBw8fS1bVhQrkxZuvt8bPi/5Ay/Zv6+MhXnJc5PjIQ42SUmGGwPRo26UXZsyep8ctx+n1bn2RI1tWtGvdQn/B/93qsZjN6PtWR/1whjade+KDiZ/peqQful+/LcGI/j1RqEC+ONU0qF0TERERkONT+6kqyJI55uEfYt39zTf0A4WavNLZdawX/bkKIydNQc/BH+gHLsWpMJEN6d/hYyfQtmtv/ZqSOt7qN1TX+WKThqj05BOJlGTy3QTy5MiEHu0a4Y2WtRCYzi/RrEqpO15DSinIF8DLgyMsFrP+Uvz8FSNRo+tlOH8OborEgnEhzk2uKUABdxFwg3FcOW3D3JHBuHHR8eAj/ywRqNDhJAKy2PX1TB704WGx6Lhc48xmEySYTCbjeugGABwCBShAAQpQ4BELFKtaCx5eXroXy6Z/gkG1SmByh+YIDwnWaQ9jsfX3uRjyTBmMaloNh7f9pZvMkq8Qar7Uwfh7r/R2QotqLV6F5JN9F48fxqRXGmBwnVJY/vWnUMZ7BUmPHbLkKYg8JRyfWW+F3MSX77TFoNol8dPIfpAHicXOe7e4b7pAFHyyis5it9swb8x7GPh0Mfy7YZVOk0WOIiWQKXc+2KKicHLfP5KEQhWrw9s/QMfvd5E+SzY807GHPmZRxj2AhROH4v16ZTCgZlGMer46ls+YDEm/3/oTKleoQjXUa98DJpMZIdev4ItubfR4J7apjzMH9+r0Sk1fQpk6jVzFLZ5eeKKuY/vGpQsIuXYZXn7+KFatliuPp68v6r/5LvwDgyCOK7/9HMMbVdBjkfX8sYMQHup4HYplNeNemfRBTBdPGauPtRzzK6dP6D64Kk5mZN/6FZDX+8FNaxF6/WqSSz+sYyE+zft+4HL686uP9NiHNiiHv+Z9q/ubvVAxNOzSF2aLh95OyiL2ub979VJ9Ds4d3T8pRZmHAqkmkCuTGWPbB+DjLulQIJs51dp5XCp+4+UWqFy+LN4ZMBx9h4+F3IeVe/dyr3/C59PRq0t74/69Yw4kpe/xi1HVCuVQvVJ5Pb/Qe+ho3b7co25t3Pu22mxx7u/LPePk3NMu/0Qp9OjcDj/+shj6nrcxNyL34qfNnIVBoyfqe9XpAwLQ6Nna2PXvAXTsOUDfi5b2X3n7XQRlzCBdTNGQkvfQ43esYL48CA0Lw5QZ32vH7+YuRM7s2VAof158/s0P+Ozr7/QcgMwlDB4zCVkzZ45TRVqfn4nTWWPj2x9/xovtu7nmWGSu5Mvv5qBqxSeRJ1cOI8fdf5Myx5Lc19zdW4zZm5h1ar4+YlpnLLkCPt5eeLFJHfR682UUzJcrweJKKddnCqUccaUca5PxmUEplWC5lE7cvfcgVq7dhKXL12HS5zPRuecQtO7YB/sOHMH7fbui9lOVktRk+bIlcPnyNYyaOE3XJfW9028kbtxI+vyPv683MmfKiI1b/zHO0z/w08KlOHz0ZKLt16pRWd+bHTJ6MmbPW4Q/V/2FYWOn4J9d+5AhMJ2rnNy7bd2isXHv1ox+Qydi+vfz9Zhn/PAzBo38BAUSOUauCmJFqlcuBznPpW9PlCqGfLnvfe2IVfyBohOnfIN33x+nfeWYffHNj9i4bSeqViqHwHSOz3PJNZQO+fn6YMPmvzFgxEfaUI5dN+N9/l+b/kaLJs8Y8/yO13CObFnQpd3L+Nd4bXTs/j5+XLDE5dip11CpCr26vA4vL09cuXZDv5Y+nvqtziPHRvofEnILtY3jpjMbi7y5cyI09Bb+N2ehbnvV+i1Gaur9RkdHQwKM00uvYzUl20opx/5Y6Wk9qpRC0wY10e+dV1GiaP57dlcpBaWU8VnVBLk/oedxzWZYjLkOi/G5zS/QA7V7BCNjwQjIT3hoNOaNCsaZ/VbZTDMhNDQcm1fswrrF2/H7d6sxofcMvFK5H95rPRGZsmfAmO97I2vOmH+TkDV3JnQZ2hq7Nu5H1/rDsPCbFbrs7E8XGdvD9bje/qANvLw9tE/LLvWRMVsg3m05FlOHztZ5pa2Z4xdg4Csf4erFG7rMZ4N+wODXP8HKBZt1nv9NWIh1i7ahesNyCAhMfF5dCuculB23QsIxa/LvWP3rVvwyc6UkJzkopZDUfia50rtkbN7+GZSpWgwju07F+F4zdJ9l3INe/RgzPvwZb/RtjnJPFdc1JMdbF4i3qN7wSbz3aWd9vD7oMhWhN2/Fy5H4ppevF0pVKoS9Ww/jkwHf6n4umbUWfVqOh8l8/5/lChTPjbotqmLZvL8gY5axS5Djf3TfKaTP6LgOx+6ZzWrH5EHfo3WFPjh5+FzsXWkmfnxXFOYZc6G226d4UOEQVOx4Dp7eFnh4ehp/Zz10kOuDxbhOyHsUCUopfa4o5VinmQGxI6krwNopQAEKUIACFKAABShAAQpQgAIUcH8BjpACFKAABShAAQpQgAIUoAAFKEAB9xfgCClAAQpQgAIUoAAFKEABClCAAhRwfwGOkAIUoAAFKEABClCAAhSgAAUoQAH3F+AIKUABClCAAhSgAAUoQAEKUIACFHB/gUc0QtMjapfNUoACFKAABVwCWTKlx5tt6+HNNvWQNXN6V3pajJjNJnR69SUs/fEbNGv4LNZt2qYfbDN+ylc4fuoM/P18cTMkBP/s+RdR1tvfAm0MJFuWzJg6/gM8Uao4ps2che4DR+DKtWv4bMwwZArKYOSI+ZWH5Q7u9Tbef7cbDh07jj5Dx9BtaXQAABAASURBVOj8n//vB5QqWgRlShTTmbNmyoSC+fNiyozv9P4BH4xHjuxZMfuLj5E3V06dRymFnm++gSfLlMJHX3yDDz/78q5fzF+/dg3MnTEFOXNkw+iPP9f1zpg1F62aNsKPX32KHNmy6npTauHr44NBPd/WBsMnTMaMWfPg4emRrOqVUmjf5kV8PPJ9RERE6uMhvuMmf2kcDz/UqVE1SfU1fbYuxg7ph1nzftXj/vr7n9C88bOYNe2jJI9bfMSpVbPGmPfbUl3P+x9OQhbjWImr+MbvTJ6c2VGiSCHYbFY8X7+u/iLw2HmeMI73nK8+QfknSuPT6TN1nf1GjMXeA4fQ4rkGkAfbxM6fWFy+cHzUwHfxdPXKGDRmEnoNGYXd+w9gSJ9uGNK3O+R1l1hZpt8poJTCCw0q4/3uLYzzMvedGRJIcT4cQykFk0mCCXJNkYehyANW5GHZnsbrv0BlK57qchnOn4ObIrFgXIhzk2sKUMANBB73IVw5bcPckcG4cdGuh+KfJQIVOpxEeuNtglzHvLw89d8Vua55eHjoa53ZZNZ/45RSei0FlVKyYqAABShAAQpQ4D4EClWohpYDPkS6TMYfYKO8rJ/rPghVW7Q1tlL/N0P2XGjcbQAyZHPcf/Dw8sITdRuj/YSvEZjt7g95lP2ST/JLOZPxPiEoV168NGSCriN+7z19fdFy4Bi9z5k/T4myeO3DachXpnz87IluK6XwbIeeeKrVG/Dy9Uswn3+GTCj1dAPXPv/AIJR+ur5r+0EipYx6un31M4o/VcfVvoxdDGu81B55SpV9kOrvKKuUQo2X26PjJ9+iaJWarjbFMP8TFfDqmM/RpOdgmC0eccrmLfUk5Pg6E3MVLYVs+Ys6N/U6d/Ey6Db9Z1Rs0gq+6QJ1mizEr3yjF1Cy5rOyqd/3PfXSG2g1eBxknJIo7cuxbzPiY1efJD25oVD5qvD2D0ARY2x+gRmTVfxhHQunU9UX2iJ95qy6j3LM5fXesGs/vDn5h3ueL7pQrIXz3Hd6xtrFKAUeiUCH+j74fXggGlXyeiTtp8VGA/z9MM2YC+j1Zjus37RV34eVe/whYWGY/tFodHyllb4+St9T4x6/3HP/fNxwdH71Zaz7y9H+J1/NxAvPPYs3jTQVLS3HhOTc01ZKue7FR1ltGDR6or5fPWfhIpQqWgSenp664tdaNUf/7m9C5kxk7BOnTkfX19uiVbNGen9KL1LqHnr8ftWsWgmdX3sZy9as18fx0pWrkOM7bmh/lCpeBJ9+9T89/gOHjuLTUUOQPVvmOFUopZCW52fidNbYKFmsMMIiIlzH9atv56DTKy/hw/f76vs8Rpa7/iZ1jiU5r7m7Nhhrp1KJW6fW6yNW84wmQ6BqhdJ4v3d7PF3tyXuWkjmV2Jmc278uWo7p3/yIm8GhsXenSnzuL39gxPip+PCT6Vi6fD0io6zo+GoLzPl6ImpULe+6nt+r8do1KqPjay1x7OQZXdcX//sJDerVQMumjvfN9yov+32MOdVunYz3lekCMOWrWfjZcPDwsMiuBEOxwvkxtP9bCMoQiK++nYsJk2cgQ/p0GPTum/C6fb12FpS8k8cOQomihfDTz0swcuIX2LJjN/p1b4/SJYo4s91znT1rZlQqXxrBxrGpXrkcLBbzPcukVIYnShbDmXMXMO7TrzFywjSs/msrunVsiw6vvOA6Tsk1lL7JdX/4gG7IaDiKodQfGhaOwX27om2rJq66JW8d4zh/MmaAnvf++rv5+rWzcNEKPFOrGiaPG4Rst/9O+Pt6o2SxQli+ZqPOI/WGht3CxA/6olzp4lKVDlUrlcWLzRpg2449+PDjr7Sr3pHCC+dd+mgY/0UnHKRJOQeVcuaWlLQdypcpiqF9OuDZpyslqaNKxR2bUsqY2zA7gsUCD2Ouw8PiAd/0FtTqfhMZC0ZAfsJDozFvVDDO7LfKZpoIoTfC8Ml732JU12n4bPAPWLdkB/IXy4kR37yDifP6IWuuoDv6+VSjJ/HxLwONfZnw5Ygfddl50/9Ew5efwscLBiBrzpgyEh87pw/qtaiGRT+s0XnHvP0FNi/fibovVEG6DP66/tJVi+DUoXMY13O6zrNqwWb0+PA1tO0e99zRmeMtKtQqhVZvNcRfS//Gh+98iWuXbsTLce/NpPbz3jXdO4dfOh8Mn/42Xu/TDNvXGOes0WcZd1hIOD6Y2R0t36wf53qRHO+EWq/esBw6DGiJfzb8izFGW6E3byGpPy92ro/mHephvfG6ENufpi1Fp8EvouozTyS1ijvymS0mdB3WGm+NaI3TR8/rYz5l6CwULJUHbxnpXt4ed5RJ6wnHd0VhnjEXart9agcVDkHFjufg6W2BxbgeeHp4wsPTExbjuiDXB7NxnZC5UONAG79KB7lupvVxsn8pJ8CaKEABClCAAhSgAAUoQAEKUIACFHB/AY6QAhSgAAUoQAEKUIACFKAABShAAfcX4AgpQAEKUIACFKAABShAAQpQgAIUcH8BjpACFKAABShAAQpQgAIUoAAFKEAB9xfgCClAAQpQgAIUoAAFKEABClCAAhRwf4FHNULTo2qY7d5d4Pr1q+jV/TUMG9ITt8LD7p75MdorX2z69Zcf47W2jXD0yMHHqOfJ7+q8n75Fxzea4erVy8kvzBIPXUCOkxyvSROGPfS2/+sNNqpdDqP6vIwKpQs+VhQF8ubWDz3Zufp3HNy0XIf1v/2IBf+bikIF8uHjL79Br8Ejcf1msGtc+fPkwqxpH+m8UuaTUe8jX+6c+P7zSRg3pL8rn0S8vL3w6ovNIHVKXgkSf69HF2QITC9ZkDlTRkz5cBj2rl+q65T1p6OHIE/OHHq/c5EtS2ZXu7tXL0KFsqX1LnkA0OpfZul6dMLtReliRfDD1EnY/9cyXe+25QsRu93b2VDnqarYtWYRShn5nWnOtYwnobqd+2OvixcpiKU/fqPbWrXge4iTr49Pgi5STtqTdqX/si3BbDahUb2nXfWI19ZlCyAPponvIfkTDAqQB/osn/+t7ot4jhzQG5mC4j5E7m7jlnrl+Azt8w6crw1x/GrSKJROwEnyy7H++pMPsWfdUpQtXUKS7giF8ueF1CF1ydikb7O/+Bg1qlTUXxwuBeT1IOaxXSRdgrPPT5YpiXc6vgZ5HUg98pp6pWUzeFgsko0hiQIVyxTS162GtcomsYQjm1LGi8wR1cdNKQWTyQR5/Xp4WCBBHprt5emBApWjUKPrFTh/Dm6KxM/jYq4nznSuky5w9eINvFa1P+ZOXeoqlFCaa6cbRU4ePoe2lfpiyvuzYLPaH8nIrl8JRrfGH+D91z9BeKjjoSiPpCNpo9HHuhdXTtswd2Qwblx0vJb8s0SgQoeTSJ8V8DSuX56eFv0AKbmeeRrbcm2zmC36Wmc2m42xx3vSoJHCXwpQgAIUoAAFki+glEKZOo0w4Oe1GLP2gF5XfaEt6rz2lt6WtJqtO+qKi1ev7Urr+PH/4Onrq9NzFimJIYu36n19Zi9DQFAWnS77JZ/UIUHKy47Y+fv9uAJPtXoD/X5aqcuPWLYLLw+dhPRZsklWHRKrR3ZKPskv5Uat3oc+s/5EiafqIiw45oFumfPE3CsKyJhZ1+/M33XajyhapSbu1c/Y45J2pU+Nuw3AsKU7dL9jj0/2SyhSqTq8/PwlipzFSiJjzjw6freF1JtQX+KXyZKvEF4bPdXVvoxdDBu93R9+6TPo7OIt/ZIgdUrdsiO2f+xxyX7JJ/klSHnJL0EphfxPVMAb475ytSmGnSf/gGJVaxmfSeX9meSMCRmy54IcX6lLgtQtbcTkcMTkGL7Q9wO8//tml+WgXzag5XtjEBTLzGQy44l6z93xWinxVL0EX3+O2u+9LFe/GYYu3oamPd6HyXi/ee8ScXNkScKxkBLiKQ4SErKQ80z2SXhx4FgpEieIU9OeQ/DefMe5KsdcXu81W3dwvc6kgBhL/VKPBGlX0uMHpZQ+9+V1I/kkJNRu/HLcpkBKCzxV0hNzBgaiZ3M/4/NezD2vlG7nYdfnvI9aKt69XNmOf09a+ua8Jyv3w2XbGXy8vdG1XVtsXDJP32uWe7Fzp0+Ocz9X8kr5B7nHL3UkFKT9Pm93hNzbl7ad94Hl/nNC48hgzDkk9Z622WzS9+IXz5ruGtvqhT+gdYsmsOjP/YDcb+7Q5kVX+5uWzEfjZ2qhbo1qd8wpyP1sua8tFrHHUseYf5C+yzp2emLHIin30KUuGb/UEbtOicsxjN8PGUeftzq65kp6d2kvWSFzGLHner6YOBJFCuXXcxoy3yPzGzqjsciWhudn4ttXrVAOsY+rvH67tmsLeT0ZQ7n3r3EpSMoci1SU1NecWIqpHB8pJ0FeK3KspP+y7QyJWcv+pLw+JB9D6gnkyZkVb7dribYt6iNdgF+SGlLKeFElkPPs+Qs4duI0rFFRCexNmaSaVStg9W//ixP+/Hk6Zk4ZjTYtn4Ofr88dDfkYc5uTxw7C+3273rFPridS7tdZU3SdC76bjGaN6uLp6hX1trTnLCRxaVvWzjTnumihfPhu2oe6zJyvJiBv7rhzws58znX5J0pi5uejsfLXmZD+9+z6GnLnzI45X0/Eqy8978ym11LX+BF9dL6Vv3yDaROH4olSxWCzR8NkUlAmk84nCykrdWQOyiCbd4ScObJB2r5jRyIJMtb4Y07IM6E0Z5WN6z+NOdMn6rHKeCX+nJEm9s48sk6uoZRJF+CP/j06OGwMy++/GIs6NSrruT7ZHzsUL1oQn40brPPKmOSYd3/zFWRIn86VTcbRp1t7/D5nqj6WcmykjJR1ZTIi0veu7V/WdckxadqwtpGa8r/OO/ZKKci/6bLb7XotcWlNKSWrxyZkzZwRHdo2RbvWTZApY2Cy+h17zEoZ4zaC2WSGxZhLt3h4wMPTE55G8M/gido9gpGxoGO+Kzw0GvNGBePM/tS7LiV1IH0mtcfSE1/FCb/8+xlGftsTleqUgcl4L5dYXUXK5MP4uX2x+NiXuvz8XZ+g0+BWSJfBcY8kdrnM2TKg59jX8PvhaTqvlJn6xzDUfaEqLB6Oew3PtKiG//31od4vfZL4My2rufbHri9+XOpo3/8FV1/e6NtcZ3mxawN8u3EsMmZx/JsZnWgsvP28MP6nvjpI3EjSv0npp86YwCK5bXn5eqH1O40xZ8ck15g/XjgAFWqVSvB6kVRvGauMWfrj7KZSCi06P6vbGfm/HvBL5+PcFWctFuIirwvnDunnm0Nech27b9aORkWjj63eaoiF+6egcOm8OmtC7eodxqJyvSd027I2NvWvHLOmr9fBD1vG633y+unwXgvkyJ9FH7PYfZACZosJ74x6BbO3TUCeQtklKc2E47uiMH9UiDGv7uhSUOEQVOp4Dp7eFn0N8PL0gqeXEWRtXBPMxjXCbDYbn43NMJlMruOtlHJUwOV/QYBjpAAFKEABClCAAhSgAAU/wKgwAAAQAElEQVQoQAEKUMD9BThCClCAAhSgAAUoQAEKUIACFKAABdxfgCOkAAUoQAEKUIACFKAABShAAQpQwP0FOEIKUIACFKAABShAAQpQgAIUoAAF3F+AI6QABShAAQpQgAIUoAAFKEABClDA/QUe2QhNj6zlx7Rhm82GMSPfQ5OGlbB549pUG4U1ygqbzZ5q9T+qiuWLoqOiIh9V8491u5EREZj+5Uf4eNKIJI/jzJmTGD6kF5o3ra5fs+/2bIe9e/+5o7zVasXvv/2E9q83ReP6FdDqhdqYOeMz3AoPuyOvpMm+ti89q/O+1raRLit13JHZzRPE4ud536FTu+bat2mjyujbqwOOHD7g5iNPueF1afsMmtevlHIVpoGa8ubKiW8nj0PViuXw5+r1eLlTdxw5fhL8oQAF3EOgeKEc6NymLjIHxTyoI7kjU8rxRe+yki+Aly+Dt5gtkIdkS/D09NAPzy5QOQrV37zkqv7Qpij8PC7Ytc0IBZIqYI20whplS2r2VMkX5aafb+4P6+6lbl4LwVcjf8LLT/ZGg7yd0Ch/Zwzr+BkunL5y94IPYe+V0zbMHRmMGxcdn1X9s0SgQoeTSJ8V+hrm6WnR1y9PuY55eeo0i9kMi8V8+4EX4EMvwB8KUIACFKAABRITuHL6JE7v26V3Z8ieC9kKFNbxh704uGUDIkJDjPcvZpSr3wweXl4PuwtsjwIUoECaFsgRZMbUd9KhZB5Lmu7no+8ce0ABClCAAiLgbdwn7NftVRQvkk82kxSio6MhIX5mSZMQP53bqSMQERGJ3XsPImOGQGTJnPGejZy7cAmbt+9CzWoVEJQx8J75mSHtC8j5JkEplfY7a/TQw8MD7/duj3Klihhbyf9VSuk5DKUca5nHVSYTzCazMc9hgYenJzw9veBl3CfwC/RAre43kbFghG4oPDQa80aF4Mz+KL3NBQUo8HgKHN8ZhfnGuWyNitYDyFgoGJU6noOHt8U4/z2NuU/jOmBcAzw8JO4Bi3HdsVgs+jphXECMX6WDLszFf0iAQ6UABShAAQpQgAIUoAAFKEABClDA/QU4QgpQgAIUoAAFKEABClCAAhSgAAXcX4AjpAAFKEABClCAAhSgAAUoQAEKUMD9BThCClCAAhSgAAUoQAEKUIACFKAABdxfgCOkAAUoQAEKUIACFKAABShAAQpQwP0FHt0ITY+u6cez5dOnjuPEiSPInSc/1q75EzabLVUGkilzFnw65XsMG/ExfLx9k9XGls3rMOz9Hrh+7Wqyyj2MzGazGV3e7odvf1iMAgXv7wuXH0Y/k9NGanvb7Xb8vWMz3nm7LRbM/wGynZT+Hdy/F/16d8SlSxfQ9a1+eKfHIERERGD0iH6Qfc46rFYrpk4Zh6+/+gSVKtfAgMFjUadeI/yycDamf/ExZL8zb2hoCEYN74sli37Gc01eRP+Bo1G69JP4atok/LJgVoJfwu8s647rM6dOYM3qP/FM/aaGxRi079gDZ86cxJBB7+DI4QPuOOQUH1Pu7JlSvM60UGGmoIz43+TxOLhpOZb++A0K5suTFrrFPlCAAikgUL5UgQeuxfmgDP3QCAX9BfBmswkWswXykGwPDwu8vDzg5emJQlVtqP7mJTh/Dm2Kws/jgp2bj/36yN5TGNB2Eo7uO/XYjyUtD6BAidz48e9JePuDNjBbHs1HwMzZMmDq0qH44H894O3n5eLasmIXBr/+Ca5dvulKc/vIPQb47/Yj2LZmL17p1RSDpnZBq7caYtvqPRj82se4dP7aPUqn3u4rp22YOzIYNy7adSP+WSJQocNJpM8KeMS6bnl5eUKCxWKGh8UCWZtMJuNap4sZa6WDY4tLClCAAhSgAAX+iwIh1y7j108+wPkjB417nTYdTh/Yg9kjeiHk+hVNUuKpugjMllPHH+bixJ4d2Lxglm4yV7HSKFyxuo5zQQEKUIACMQKNK8V8ro9JZewOASZQgAIUoIAWKF44n16n1EIplVJVsZ57CGzY8jd27zuIcqWLIzBdwD1yAxs2/43w8EjUrlH5nnmZIe0IZMuaGTWqlkfe3Nnv+Dc/Sj1e51uenMaERQrSKqWg5zeMOQ6zyWzMdxhzHh4e8PDwhKcxj+ufwRO1ut9ExoIRkJ/w0GjMGxWCswessslAAQo8ZgLHd0Zh/ugQWKOidc8zFgpG5U7n4eFt0ee8Pve9vFzXAA9PT31dkOuDyWx2XC+M64ZSinOhWvA/tOBQKUABClCAAhSgAAUoQAEKUIACFHB/AY6QAhSgAAUoQAEKUIACFKAABShAAfcX4AgpQAEKUIACFKAABShAAQpQgAIUcH8BjpACFKAABShAAQpQgAIUoAAFKEAB9xfgCClAAQpQgAIUoMBtgdk//owipapi+Yq1t1P+W6tde/5F0dJVMfWLb/5bA+doKUABClDgvyHwCEdpeoRtP5ZNr1+/AhkzZsKLL72BXTu34fSp42luHCdPHDP6dQL2aMeDGdNcB92sQ6npfWD/Hrzx6nMYMugdpE+fAf7+6ZKkFxkRgR9/nIEMGYLwwejJeLbB8zq8P3QC/Pz88cP3X0DySGW7d23H6pVL0KFTD7zZtQ+eqlFXr9u07YTly37Dzn+2SDYd1qz6A//u24V+A0ai9SudUPPpZ9GrzzDUrtsIP8/7HidPHNX5/iuL/AWKYNInM9Hq5XbardkLbfDeoDEID7+Fv3ds/q8wcJwUoAAFKJBMAaWULhEdHa2/+N1kUnptNptgMcuXx3vA09MDHh5meHl6olBVG6q/eQnOn0ObovDzuGDn5mO9vnzuKuRh5zYb37c+1gfyATp/4uBZnDRCtD36AWp5vIreq7flny6FqUuH4rlXa6FGo/J4o29z9PjwNZw6ch5H95y8V/FU2X/ltA1zRwbjxkXHueqfJQIVOpxE+qwwrlUWeHl5QK5Xnsa1S4LFYoaHxQJZm0wmmIzrnKyVUvp6lyqdZKUUoAAFKEABCjw2AtF2Ow5uWotP2jXBoFoldJjSqQUuHD2kx1CmdkPUa/fOQ33fMHd0fwyoWRTT3mqNkOtX4B8YhOd6DIJvukDdJy4oQAEKUIACyRVgfgpQgAIUSBkBmUuRkDK1sZaEBDZt3Yke743G9z/+ipVrN2Hp8nUYNOoTjJwwDQXy5ULbVk0S/Xx25ep1fP/Tb5g2Yw6+/n4+WjR5BgWNMgm1w7S0KZAtSyZUr1oe+fLk0MdZKcd9fKWUq8P/xXNQKcf4lVIwm81QJhPMJjM8PDxgMYKnp5cxn+sJ/wyeqNX9JjIWjID8hIdGQ+ZTzh6wyiYDBSjwmAgc3xmF+aNDYI2K1j3OWCgYlTudh4e3RZ/rHh6e8PSS816CJzw8PWE2rg3y7zvk+qCUcl1DdQVc/KcEOFgKUIACFKAABShAAQpQgAIUoAAF3F+AI6QABShAAQpQgAIUoAAFKEABClDA/QU4QgpQgAIUoAAFKEABClCAAhSgAAXcX4AjpAAFKEABClCAAhSgAAUoQAEKUMD9BThCClCAAhSgAAUeT4GwsDC0atMReQqVixMKFq+IBk1ewpdff4eQkJBkDS701q1k5WdmClCAAhSgAAUeH4FH2VPTo2z8cWs7NDQEf2/fhCfLV0WZMuXh7e2D3bu3P27DYH8fI4GbN64jc+asGDNuGvoPGIWAgHRJ6v3Jk0exZ9ffaNC4OTJkCHKVyZotB56qWQ9HjxzEhQtnIV/SvWb1H9DpT9XTX0QrmZVSqFHzGWQIzIhtW/+SJNwKD8P6dctRqnQ5lC5dXqfJwmKx4Jn6TREefgv79u6UpP9MkC/ylRB7wFmyZE/ycYpdjnEKUIACFPjvCSil9KCVUvrh2EopyMOyHQ+PsMDLyxMeHmZ4eXqiUFUbqr95Cc6fQ5ui8PPYYOcm1xSgwOMjcM+eWozz3mSO+1E9R94sMFvipt2zohTKcOW0TT+s5sZFu67RP0sEKnQ4ifRZYVyj5Frloa9Tnp7GWl+3LPAwPiPI9cxkMrmub1JYKcd1T+IMFKAABShAAQr8dwU8vLyRv2wl+GfI5ELw8vVD0So18frYL/DS0Inw9g9w7XuYEZPZggLlKqHTp98id/EyD7NptkUBClCAAu4lwNFQgAIUoEAKCiilEC3/RRtLI6Rg1azKEMiaJRPk333MWbAEI8ZPxbhPv8aRYyfRvk1zTBzZH5mDMhi5Ev9dtGwtfv59OZ5vWAdtXnzO9e9OEi/BPWlNQCnHvXulVJzjp5RKa119qP1RyjF+pRTMZjOUMedhNpnh4eEBixE8Pb3gaczj+mfwRK3uN5GxYATkJzw0Ws+rnD1glU0GClAgjQsc3xmF+aNCYI2K1j3NWCgElTudh4e3RZ/jHh6e8PSS890LXsbaw9NTXxMsxn1EuS7IfKguyMV/VYDjpgAFKEABClCAAhSgAAUoQAEKUMD9BThCClCAAhSgAAUoQAEKUIACFKAABdxfgCOkAAUoQAEKUIACFKAABShAAQpQwP0FOEIKUIACFKAABShAgf+zdx+AURRtGIDf2b3dS4OQBEKRTkBQqtJBQEVFrNixSxFsoP527IIK2HvB3iliw4KKgCjNRpESEKmhhpYAKXfJP98ceySQQEBKON4z383u7MzszHM7m8st3lKAAhSgAAUoQAEKUIACFKAABShQygVq16qJZ54ciFdeGIp77uiPc848HZs3Z2DgY0/h+Dan4PsfJph7bpZkGL2uvgypsyej88kdSlI8csqU0pFkZ2fjyWdexsMDnyilPWS3KEABClCAAiUTsEpWjKVEYN7cmVi7dhVatGyHxKQKOL55G4wf9y22bMmUzXuMkcPfRa+rz8Wa1Svx1ZfD0eOqs3HGac1x2cWn4u03X8C2rK3hNmT5njuvw1NPPBjO8xaWLl2Ehx+8FRec28HUl/StN57D3DkzcfH5J0GWV65cjiu6dzHbvTa8/a9fv85ryqRF7UvKSF9HDn8HEyeMxZWXdTVtL1wwN1xH+ix9L24MpmART0X1Q/og7V11eVfT525nt8PgR+/Rthko6rFs6b9mfO++/VKhzenr1qD3Nd3w0P23ICcnJ7xt3do1xrtg+a1bt2ir5+Ht8+yurXDjdZfil0njCr1JL87ip3FfG5PivL2d5+g3jp+OfM+8zmIlr7uY5pfgi+lbtGqv33S+hYaNjjNfJO21uad02bLFCARyUat2vV2KHl2/IWRMaWnLjO/SJYtQrVotlCkbX6hsfEICqhxVHUsW/2OOzU0bNiBtxVLUSalvvtS2YOHKlasiISEJc/UcKZjvLctrIa/Jrf2vRmbmZi/bOD/z1MPmtZTX1NsgNk8MuR8Fy4vjl18MN6/vWae3hIS81jKXAoHCX5rtHWP/LJxnjiN5bb15IG3PnvUHbr+lJyRf4pGH/ofVq9K83RdK//77L9x527WQY9J7/Sb/Or5QGW9F2v554vfIzc1Fs+NaedlMKUCBEgocqmIVyidiNCmWxwAAEABJREFU/Ocf4torLjlUXeB+j2ABpZQZvVIKlqXMTTV8Phu2uXmED36/C8ex4XddpLQJol2ftfAeC6bm4tPBGd7qQUvXrtqAZ+58F+c0uBFdavTGmSl98erDnyB7a/YufVi6IA33X/O8KeOVHfboSKxevg5XtrkTD/R8AVnbcnDTmQNNW7dfNBRZW7Ix4uVvzfb1azYValO2SZknbn2zUP7e9KlQxQIrwUAeHr/pNVzY5GYsXbiywJbQ4tw//sFZKdfhi3fGhTKKeRaHNx4fhfMb9zdjklTWJb9glZL0WcYvTsNf+gYTvpyOi5vdinPr34AFs5bA2yZW4nzbBUPM/rrWuhaD+w9DxsYt4d0VLOtlFszbU32pkxfMw8SvfkOvE+8L7+fZu9/D7xP/Nn2Sfki54mLn107GIGMRmzVp63Fpi9tMu95rG8gNGuur2t5l8uX4uf3CofrYSS9uFyZfnKXNS4671dQTj0HXv4otm0J/a039YYbpb+rMxZj09R/h8chxLMf1hrWFjzlv3H1OecC0J/2Q5VlTU83+Cj5lZ+Xi87fHoWCfxUvG6pXz+ifHhbQlqfRX8r0yO6di8e3HP6NKjWTUblh9580HdD19edDcpGbTmjyzn7jkbDTvuRTxFaHPTT74/Q7k/OS6OjXnKx8cnw9yHpObXVjbz2tSWSklCYMCFKAABShAAQogKq4szr9zEAZ8/gsemzjfxIPf/oGrh7yO+m066b+N7IOudOE9g00/Bv30N3o/+x6Sa6Yc9D5whxSgAAUoQAEKUOBwFKjAayyH48t22PaZnzAemJeuVo2j8OTAO/DVxy9j/JfvYNwXb+PjYU/i8ovPRmxM9G53mpRYDh+9PhRjPx2G63pcYj4f3m2Fw2jjFRefg4/feBIVkhIOo17ve1eVUuY6pbSg1I5lWZdQSkmyVxEJhZUKjVspBdu2oSwLtmXDcRz4dLiuH66+jhuX4KJTv81IrJMNeWRtyTfXV9LmB2SVQQEKlFKBxTNyMWpQJgKBfNPDxJRMtOq9Ek6Uz8xtx3Hh+mWe++HXqW2ug+probbPnA/keqhUVEqFz6GyzqAABShAAQpQgAIUoMCRJMCxUoACFKAABShAAQpQgAIUoAAFKBD5AhwhBShAAQpQgAIUoAAFKEABClCAApEvwBFSgAIUoAAFKEABClCAAhSgAAUoEPkCHCEFKEABClCAAhSgAAUoQAEKUKC0CyRXSEKXU05E1y6d0ffaq/HU0Ifxy/gx+ObLj1GhQnlcd9PtmP77n6V9GIe0f6V158FgEFOn/Y6NmzaX1i6yXxSgAAUoQIESCVglKsVCyM/Px88Tf0DNmimoXLmq+cLOFq3aY/G/C7EgdU6JhfLy8/DpqPfx4w9jcEn3nrjznkfRtFlLjBrxLoa9+gwCgd1/8e8vk8ah/41XYOniRbjqmhtw972DTZqRsRnlKyTjlv89gBNP7opy5RJxU/8BZvsZZ15Q4v7tXHDa1En48/cpeOX1Efhk1Dik1G2ALVsyMeih2/HNmE9x5lkXmn2cdvq5+OqL4Xhi8H3IyQ59mTFK+JDyUm/st5+j23mXm/YuvqQH1q5dhexi2qpYsQpq16mHeXNnYVtW6GaesrtlyxZjja7376JUrE/fcYPc5csXY0tmJo5v0VaKYc3qlbjjf70x5ssRaNvuJLPPG/vdA5/Ph8cH3YVPR75nXnNTePvTzhbNW7Tfo3dObg5eeWkI5vw9A32uv02/JveYY+f5ZwbpvL+2t7z/k/R1a1GmTFkkJVbYpfGkpAqIiyuLlWnLkZOTg82bNuKoqtVh23ahstFRMfqYqoh1a1cje1sWMjM3Y9u2bahWvRZ2fkTHxCC5YmVjnpW1befNcF1X27fBiuVLsWrlivD2jIxNWJg6F+vXr8PChfMK5S9etMDMDemrHHOPDrwDr7/yJBoc0xi33zUQt97+ECpVqYpXX3oCL784ZJe5s23bVrz5+nM45dSz8PmYKbj1tgdN+7/+8hPuG3ATcgO5kNf8tjsfQWxMHB558H9IX7/jmJHCf/4xFfffc5OxlLklZavr8Rccg5STkHPEj99/hZHD38U1PW8yx6fkMyhAgRILsCAFjlgBpZQZu1IKlqXMewXbtmBbNhzHB7/f1akNv/59mtImiHZ9dvy+WjA1F58OzsDBemRtycaQfsPwx8S/cc0d3TDg5b446dzWGP3GD3ht0AgEA3nhrkz6+g/0PfVBLJ63HL0GXGjKSpqxcQuio6Nw02NX4MK+XWD7LPS863yz/Ypbz4bjd8JtlGRhb/q0u/akH53Pb4vMTVsxe2rqLkXHfz4N8UlxaHVS4122eRlbNm/DA71exJdvj8N5PTqbMZ11RSeMHvY9Bt34GrKzck3Rve3z5O9n4PcJf+OtiYPw2bwXUbdRDdOOPM2atgAP6n22Oa2Z2Z+M4afPpuLF+z4o9HpI2aKiJPXlfc6o18fiMT2G5KMSccczvXDbUz2xetk6DLr+1fC4imq/uLxK1crjzud648RzWyE2Pgb9H7/S9P+sK08078OHPToCrz0yHCd2a2Xy+z54if47IwebN2QW16TphziPeX8CLrzudFPvilvOwZoV6cjODtl7lSd+9RveHDIKZ17ZyZTremlHjB0+CYP7vwF5Hb1y03+ahUdveBUpDWvgruevRX993G7NyMKDvV/EwtlLvWKmzgM9nsfLD3yEhq3qmbJSvn6zWti0PtRnabckx0e4Ub0QyA3i4xfHYPL3f+H6hy9FhUoH70ZD6cuDGDkoE5vWhOZ1XHI2mvdciviK0OckOTc55rzkujo15ykfHP33lM9n63OZpUOZ85keRjiVZQYFKEABClCAAke8AAEoQAEKUIACFKAABShAAQrsm4C+jnLW6Sej51UXokzZuH1rg7UoQIFCAplbtmLZ8jRs3BS63qg/2TfblVLhVCllrt2YjJI/RUxJpXZY2LYNZVnbr+M68DkOXNevw0VcgotO/TYjsU425JG1JR8jBmYgbf7u/y2glGVQgAIHX2DxjFyM0tdCA4F8s/PElEy06r0STpTPzGnHceH6ZX774depra+DOnrO25ZtzgOWZZl6SileCzUSfKIABShAAQpQgAIUOEIFOGwKUIACFKAABShAAQpQgAIUoAAFIl+AI6QABShAAQpQgAIUoAAFKEABClAg8gU4QgpQgAIUoAAFKEABClCAAhSgAAUiX4AjpAAFKEABClCAAhSgAAUoQAEKHJYCSikc2+BovPnqs4iLi8XzLw5DVlbWYTmWg9Bp7oICFKAABShAgQMsEPoWygO8k0hofs3qlZg54ze0aNXefLGnjKlOnfpIrlgZU34dX+IvOl69Kk2/+duGoU++gVO7nIMOHU/FbXc+gosuuQY/fP8lZs/6Q5ouMpYsWYRXXhqKY49timdffB9nnXMx2p9wskn73XwvKlSohNZtO6JmzRRER8egZesTzPaj6zcssr2SZGZmbsZV19yImJjYcPFvxnyKBalz8fCg59D98t5mH1defT363XIvZvw5HXPmzAiXLcnC8uVLMGf2DJzTrTvOPe9S094ll/bE40NfQ7lyiUU2IV+u2qhxcyxb+i/WrVkdLjN1ykTUqFEbwWAQSxb/E86X165ChYqoVq2m2fbxR29gw/p1ePTxl9HnutvMPuX1eOLpN/Xrci4+Hfk+lmrvcAN6YWeLMmXK7tE7fd0aJJWviLsGPG5e6y5dz8Ottz2oWwMm/fyjSQ/E09Kli+DzOeFjtah9BAIBrE9fi4yMzfr1Lf7L8fPy8pCXn4d0XVYMCh4LO7crZfMR+lLcnbfVr9/IZMmxYxb006J/UrF12xbUqFkHM/6aHp5Hy5Ytxtq1q9G4SXNdCpBjboaef3fe8xhuvf0hY3niSafj4YHP4eoeN2Lcj2N0/WmmrPe0ceN6tGnfCcc1bxP+kl1p8713XjZzaNDjL+nX+hzT1i36Nbn0it4I5OZ61U3688TvEV8uAX2vv8OUk30+8PAzOOvsi8x270luijvmqxF4/dWncUO/u3DyKWeG9+mVYUoBCuxJgNspcGQLKKUMgFIKlqVg27YOC7Zlw3F88Ptdndrwuy5S2gTRrs9aeI8FU3Px6eDQTTm8vAOZdjyrBV7/8WGce83JOKHr8ej32BVoc1ozTP1hBtav22R2vSQ1Dc/d8x4at6mPl797MFxW6twy5CqUTYpDi04N0bBFih6XD03bNzBtNW59NGyfZdrYm6eOJehTSdprcFwd1GtSE79+9yeys3a8L9iwbjP++HkO2pzaDMlVk4pt6usPJmDeH/9g8Me34bKbz4L4XH17N9z+dE/8MfFvzPltYbhux73oc+amLbjmrvMQUyY6XN9b+Pv3hbjz2V44v/cpkP3J63HCGc3x+8Q5WLF4x/tkr/zOaUnqL5y9FB888yW6XNIeD7/VDyd1a2VCljue2Tz8Hm7ntne3XqZcrPZsitr1qyI2NgqtTm5s+n9001rYmJ6BKT/MhIzjqtvOhYxLjp2nPr0btRtUK7bZFYtWYdbUVFzUt0vYo3u/M/DkyDtRLqlMuF7Wthz9Oi3C81/cC2lX2r/+4e7431M98NcvczHhy2nhsnHxsXjsg1v1a9gDnc5ugdMv7YDbnr4GWVuy8Nv42aacvBd87+nPMXPyPNz78nXhsp10+dt0m807HmvK7c3xIRUCuUG8NeRTfPbmj8a9mZ4nkn8wIn15ECMHZWLj6qDZXVxyNpr3XIr4ijBz1u93zPnIdXVqzk8+OD4ffD5bn8MsHSr8flgpZdrgEwUoQAEKUIACFAgJ8JkCFKAABShAAQpQgAIUoEDJBZTa8fmifBZbpXJF1K5V3XweWfJWWJICFChOYOGiJXj/ky/x18z5hT7Xl/lWXJ2S5UdWKaVC5yKlFGx9HVdZFmzLhuM48OlwXT9cfR03LsFFp36bkVgnG/LI2pKPEQMzkDY/IKsMClCglAgsnpGLUfpaaCAQ+neOiSmZaNV7JZwon5nLjuPC9cu89sOvU1tfB5X5LvNe5r9lWWYkSqnwudNk8IkCFKAABShAAQpQgAJHnAAHTAEKUIACFKAABShAAQpQgAIUoEDkC3CEFKAABShAAQpQgAIUoAAFKEABCkS+AEdIAQpQgAIUoAAFKEABClCAAhSgQOQLcIQUoAAFKEABClCAAhSgAAUoQIHDW6BuSi2cdcZpmDHzbyxfkWYG88OPE3F0ozaYMu13PDRwKGrWOx4XXdoLW7duhbdt5uy5yMjIxNkXXGlClk3lAk9PP/cqGjbrgPmp/5hc+R6+b777EZ1O6YbqKc1Mu1f3ugn/Ll5itu/uydtvUX2SemvXpuOOAQ+jToMWpu0W7U7F2+99gtzcwt9Vt3LValPu6MZtTTkp//DAJ7Bt6zZpJhxyr9avvh67va+hvt517yPYuHFjuEzBBan/2NDnzHhlbDJuWZd8r9yaNevQpsPpeOmVN/HlmJ2Fu5cAABAASURBVO/QrOVJxlkspZ/S37Ydu5p+SRsXdu+F5ctDr4nXRsH05VffQv3G7czrNHL0l+F6YuWVW7DwH1zdu1/YRcYr6yUx99pgSgEKUIACFDgYAtbB2Ekk7OOP36cgOysLjRodHx5OuYRENGnaAtOmTcKa1SvD+btbiIqKximnnQ2fzxcuppRCpxO7oGyZeMyfNzucv/PC9KmTkBcMonefWxEbG7fz5gOyXrvO0YgvlxBuOzNzM379ZRyaNmuJlLoNwvmycMwxTVE2vhwWLpgnqyUOGUt0TAxmzvhNv9HdHK4nRt6XpYYzCyw0bNgUWVnbsHBhaH/SN/E77fRuqFa9Fv76K3Tjzm1ZWzFv7iw0bNQMZbTx2jWr8Mdvk3FCh86oe/QxBVqEeV1O79oNgUAAf/4xtdC2nS0KbSxmJTa2DE7rcq5p1ytSo2Yd078tWzK9rCMirVylmh53Tfz15zTIm34ZtLzmdeseg44dT8PCVPlDZ5NkY+7fM5FUvgJq1kyBvK5yzDVufDxatGhntntPSoXmTvmkZPwyaZyXbVKxr1evoVn2nhak/o2VK5ej2/mXFZpDSim0bt0JFZIreUVNmlQ+GRs2pGPOnL/CN7ZVSsHnOGa797R06b8Y8cnbuOiSq/VxdQq/2NeDYUqBvRFgWQpQIPz7Qyn5knjAtm0dFmzLhuP44Pe7OrXhd12ktAmiXZ+18B4Lpubi08EZ3uoBS6Ni/Tjzik7wx/jD+/A5No5pVhuZm7Zi49rQe7lpP85EMC8PfR+4GLFlo8NlD8RCSftUkn1LX9t3OQ5z//oXK5esCVeZ/+e/WLMiHSd1axV+ncIbty/I+H/++nc0P7EhUhrW2J4bSo5pkYJySWWwcFbow9i97XNKoxqmfqi1ws8tT2yEek1qhjPl9WjWrj5ysnKwbUvo5iLhjUUslKT+X5PmwnZ9OOeak/X7IDvciuyrS/cO8EcVfm8ULrCPC67rID4xDvNnyOuw4zi3fRYkims2tkw0YuOi8Kfub8bGLeFi0k/LtsLrstD1so67HJstOjVE9bpVMGvagvB7v2P1a9esfQOpEo5qdSojKbkcli9aZfLSV2/C5O/+whmXd0K705uZvJ2f9ub48OrOnDIfY94bj5sfvwrHHF/Hyz7gafryIEYOysTG1UGzr7jkbDTvuRTxFaHPQT74/Q78+jzk6tfJb85LPjj671ufz4ZlWTpUeJ4opUwbfKIABShAAQpQgAJhAS5QgAIUoAAFKEABClCAAhTYg4BSu36uqKD/254v/yB6D01wMwUosA8C3tzy0n1oYkeVCFxSSplRKaVg2zaUviZiWzYcx4FPh+v64errJ3EJLjr124zEOqHrdFlb8jFiYAbS5hf+HyvABwUocEgEFs/IxSh9LTQQyDf7T0zJRKveK+FE+cwcdhwXrl/msx9+ndr6OqjMc5nvMu/leqhUVEpBKSWLDApQgAIUoAAFKEABChy5Ahw5BShAAQpQgAIUoAAFKEABClCAApEvwBFSgAIUoAAFKEABClCAAhSgAAUoEPkCHCEFKEABClCAAhSgAAUoQAEKUIACkS/AEVKAAhSgAAUoQAEKUIACFKAABQ5zAaUUOp7QFhs3bcbixcvDo8nPBx5/4jnUr5eCf+ZOw/APhyEmJia8XRbKlInDeeecgdmz52Be6gLJCsemzRkY99NEdOrYDnVq1zT3Knr19XfQ98bb0fDY+njhmcfw6MMD8M+iJeh24dVIXbAoXLe4heL6tHzFSlzQvQd+HDcRA+66Fa+8MBQndmqP+x96HI8OftrsW9rcunUr+t86AD//PBl3/u8mU66b7v+wtz/AI48/hUAgdC8h+c7A1994Dzf0vwtHHVUJzz41CE8/8QiWLU/T/b8DWVmh78KTNiUyMjLRs+8tePvdj9Crx2Wm3SuvuAjD3nwP1998py6fJcXCMXbcBEzQffh53BeYP2syGmkP6ecjjz6Bc8/pauo/eJ/eT3YW1m/cFK6388IpnTvimScHonatmmjZ/DhTT8besGF9U/SbsePQ5axLMH/+grBL/xuvxbTpf+KsbldgxozZphyfKEABClCAAqVBwCoNnSjtfcjJzsaUyeORUrc+KleuWqi7rVp3QHr6WsyZM6NQfnEr8eUSUDG5yi6bY+PKwO+PwooVS3fZ5mUsXboIFStVQVL5Cl7WAU+rVatZ6ItKc3JysHnTRkz6+Qec3bUVzjiteTiuurwrVq9Kg/RzbzqWXLEyzr/wCsyfNxtXXnY6nnriQdOGvDncXTtVq9dEteq1MOOv6eaN55Ili7BlSyaOP74N6jdoZNrLzNyMdWtWY9myxWh2XGszFsnbtm0bjtZllNr1S1gTkyqgTJmypg8F97+zRcFtxS3HlSmDxMTyhTbLl8JGRUVj3drV2Ja1tdC2/bVSvnwy8vLzkBfMK7bJ2Ng4xMWVRXR0NILBQLHlpK8+nw9x2kSWd1dWjmHb8hXZluyvcZPmWPTPfGzckA55Hf76cxpat+2Ihk2OwwadJ6+THGN/z/4T9Y4+FjJfZF2OuTop9c2X6+7ceExcHCokV8Ka1Sv1HwDbwpuLsk9bsRwJ5RJx1FE1wuW8Bcu2YCnLWzXpaaedi7p1j8HgR+9B394X4oexXxb5mq1auRxZ27LQpGkLc4yZynyiAAX2SoCFKUCBkIBSofcmSin9OwXm5hG2/h0lXybvOD74/S4cx4bfdZHSJoh2fdbCeyyYmotPB2d4qwcszd6ajZ/H/IZn734P15/+MC5udiveeHxUof0tWZCGo2oko3ylhEL5B2qlJH0q6b5bnNTIFJ0+bpZJg4E8jP9iKuo1qYVaR1c1eUU95WTnYuO6zZj09R84o04fdKnROxxXtLoD61ZthLhg+2Nv+lyjbhV9PKjtNQsntetX3WVbUsVyyM7S/Vm7qXDhItZKUl/6XdzraVlql/0XsZu9yootG43Lbzlbe2agR8cBuPeqZzHn9392+95WdpBcNQmX3HgG/v5tgT4ub8ETt76JpfpY3PnvCn+Ug6NqV5QqhcJ1HcQnxmHdyg3I3ppjtkndFYtW472nv8BDvV/EFa3vxJVt78SatPVmuzxt0M6b1megwXF1irXY2+ND2v1n9lKUTYjDMc3ryOpBifTlQYwclImNq0Mf2MclZ6N5z2WI11yhc5Bjzj9iFTof+eDovxV8PhuWpd9PFzgelFIHpc/cCQUoQAEKUIACh5cAe0sBClCAAhSgAAUoQAEKUKAkAkoV/nxRqdC6UqrYz2FL0i7LUIACexBQu26XayVKKfNvs3bdWnROpOYqFQJSSpnruEpfG7EtG47jwKfDdf1w9XXcuAQXnfptRmKd0P/4kLUlHyMGZiBtfvH/Pgt8UIACB1xg8YxcjNLXQgOBfLOvxJRMtOq9Ek6Uz8xdx3Hh+mUe++HXqfw7T5nfMs9lvsv1UKmolOL7EYFgUIACFKAABShAAQoc8QIEoAAFKEABClCAAhSgAAUoQAEKUCDyBThCClCAAhSgAAUoQAEKUIACFKAABSJfgCOkAAUoQAEKUIACFKAABShAAQpQIPIFOEIKUIACFKAABShAAQpQgAIUoEAkCFSokISoqKhCQ8nKykKjYxrgogvPNd8NV2hjgZX2bVsgLjYWX40ZWyAXmDXrb8z6ex7OObML5L47svz086/ijltvxPNPP4qzdf6ll5yHj959BXFl4vDBRyMK1S9qpag+BQJBPPvi6wjm5eHzEe+ix1Xd0bVLZwweeB/u/N9NGDX6K/yz6F94jzPPOBXjvv00XO6xR+7FaaeciB9+nIi169aZYl5fL7moG95+/Xl0O7srJN594wVc0O2MXb478P0PR+D3P2fgk/dew8039TH7l3E+88RATPx5Mn77/S/Trve0aWMG7rqtH+Li4kxWevoGfD9uIs44/RTcfssNpr6MY/Twd3BM/XqmTFFPKXVqo4vue7J+/apXO8rUk7FXqpiMtJWr8NjgZ9CqxfEYO2ZEeLz9buit14cjKSkBTzzzEsS0qLaZRwEKUIACFDjYAtbB3uHhuL9F/8zHnL9n4Lfpv+o3J+1wxmnNwzHgrusRyM3F+HHfICc79KW9uxujpSxYdvHssbGhNyrFteE6rn6T6Ctu837Pt+2i99Wh46m4+97BRcYZZ16wV/1QSuGMMy/EW+9+ifMvvBJ//TkNN/S5BC+/MBiBQPFffBwXVxZH12+IhalzkZGxCXP/nokqVaohMakCGjdpjtWr07Bq5QosW/YvbMtCjZr/7caZdjEWuxvsnl7v3dX9L9vKli2HzIwMrF8feqNdsK2NGzcgJzcblatU1X+MRMN1/dpo8S5vtrOytmF9+lpUSK6ky8UgOiomVHbp4oLNmeXsbVlYt3Y1KlU+SpdxTV5RT/K6bNiQbvYnr83WrVuQklIf1arVREJCknkNN2/aiCVL/kGTpi3+0xflFmdv2bb+Q8kpqnu75JWvkIzHh76KRwe/jGTt8NwzA3Ftj/OxIHVOobJ+f+iPuuycPZ8DClXkCgUo4AkwpQAFCggopcyaUkr/LgRs/bvL1u8fbcuG4/jg97s6teF3XaS0CaJdn7XwHgum5mL0kExvdb+nqTMX44q2d2Fw/2HYuG4z2pzaFDcOugyndz9hl305fp/uu7VL/v7O2Js+lWTf1epURouOx2LSt39gy+ZtWJuWjhmTU3HCGccjKta/xyZOOKM5Brzct8g468oTTf297bOtX39T8RA+HazX0xtii04N8dG0obj+4e5Y8e9q3Hre47i/x/PmNfHK7JwqpXDmFZ3w4W9PoHu/MzH9p9m4tvMDeOHeD/TfbMFwcaUULEuhuEd0jB+WzzJ1pG6vk+7DhC+mo1z5srj8lrNw8+CrEJ9YZpfq/ihnl7ydM0pyfHh1YstGIzc3iJysHC/rgKbpy4MYOSgTG1eHrOKSs9G85zLEV8zX5xwf/H4Hct5xXZ2a85APjs+n31vb2tPSofQ5S5k+KhVKzQqfKEABClCAAhSgwA4BLlGAAhSgAAUoQAEKUIACFCiRQH5+fqFysq6Uwm9/zMK48b9iWxavzRcC4goF9lHA+zQ/H/o/Pe9krklTRaVKeaWlxG4jojcqFXJQSulroTaUZcG2bDiOA58O+XdYrr6OG5fgolO/zUisE7rOk7UlHyMGZiBtfvH/Fg58UIACB0xg8YxcjNLXQgOB0HuMxJRMtOq9Ek6Uz/x7R8dx4fr9cF0//Dq19XVQmdcyv2WeW5Zl+qaUCl8TNRl8ogAFKEABClCAAhSgwJErwJFTgAIUoAAFKEABClCAAhSgAAUoEPkCHCEFKEABClCAAhSgAAUoQAEKUIACkS/AEVKAAhSgAAUoQAEKUIACFKAABSgQ+QIcIQUoQAEKUIACFKAABShAAQpQICIEMjIykF3EfWLbtm25x++FqlmjBjqc0BYTJ03FunXrIQ/5vr3vvh+PWjVroFnTRpKFb8eFXwFRAAAQAElEQVT+iLi4WJx1xqmF2jzqqMo4TpeZO28Btm7dij09du5TWtpKjPtpIs4+8zRUrVolXF0phfbtWiErOweLFy83+TExMbjysosQHRNt1uXJcXxm/5s2b8ba7f2fOPFXOD4HPa66FI7jk2ImbNvG+d3OQlRUlFmXp02bM/D1tz+gU4d2aNjwGMkKR/PjmyIpMRGzZs8N58lCo4b1kZSUIIsm/H4XiYkJmDHzbyxZGuqrbPD5bEjI8t7G1Ol/mLau7XUlypSJK1S9qja/5MJz8dsfM7Ho36WFtnGFAhSgAAUocKgEQt9Keaj2fpjsd9q0SbAsG31vuAN33zt4l+h86lmY8/cMLPpn/h5HlJGxGevTd9yk1auwcuVybNiQjurVa3tZu6SxsXFYsWIp1q1dvcu2kmZs2ZKJjRtCbx69OlszM7F2zSpvdbepz+fTb8qikZeXhzZtO6H9CSfvEkfXb4h9eZQpG4/Lr+iDYW+OxoWXXI1vvv4Uv0//dbdNtWrdAWu1R+r8Ofjj98lo2eoEuK6L2nXqIaFcEhakzsWsmX/g6PqNUCG5kmkrLq4soqOjMX/uLMgbaJNZ4EleH3md6tYt/CazQJFSv1j36GMQDAb08bJkl77O+fsvJCQkoXLlqhDzWrXrIU0fV1u2ZBQqK8fJ8mWLkVKvgTFNrlgJlatU1cd5qm47WKjsirSl5vht0KBxofydV+R1qVTpKMyc8Rv++nO66UNFvV62bDk0anI8/p79JxYtmg9LWfDaktezbHw5/LNwHnKK+OPJO36rVa9ljs2d91lwXebQpo0bsHpNWsFssyxtBwK5Zrngk2VZaNK0BR559AU88/x78Lt+vPXG89iWteOPqKbNWuKTUeNw7LFNC1blMgUoUGIBFqQABXYWUEqZLKWU/kAPsPWHY7bt3TzCB/lQy3Fs+PX7npQ2QbTrs+P9ZeqUHIwekon9/ZD3TV++8xNiykTjjfGD8MDrN+CKW87GCV2PR8Wq5QvtLlaXWbpgJdau2lAof29WMjZvxcZ1mwtVyczYhjXL08N5e9OncKU9LNg+C53Pb4ulC1fqSMO0n2Zpf4VWJ+3+fY5Pvx5RsVH6/WUe2p7azLiITcE4umktvT0fJXXcQ1cP2mZbf1iatngtNq0v/H5ROpCTlYvc3ANzoxJ/jB9nX3US3vhpIPo/dgV+n/A3vv5ggux2t1G2XJw5Nt+dPBjdbzoDY96fgN/Gzw7XydqWg/RVG8Pr3sLG9M1Yvmg1KteoANfv4N95y/HjqMm4+vZz8fq4h00fTru4PZq0qw/Htb1q8Ee7cHT5mVOK/3uwpMdHuFG90PWyjvjotydQqXoFvXZgf9KXBzFyUCY2rg69z49LzkbznssQXzHffFDv1+Pz6/ON6zrw6w/VHccHR/9t6NPHhqXfL1uW0ucqZTqpVCg1K3yiAAUoQAEKUIAChQS4QgEKUIACFKAABShAAQpQoGQCShX9OePvf83Cj+MnY9vWbSVriKUoQIHdCoRug43wZ/xy7U3+TZikEkoVPRex20fkb1Qq5KKU0tcRbSjLgm3ZcBwHPh2u64err6vEJbjo1G8TkurkQB5ZW/IxYmAG0uYfmGtrsg8GBSiwq8DiGbkYpa+FBgKhs15iSiZa9kqDE+Uzc9VxXLh+mbd+fS3UD1tfB5X5LPNa5rdcD5VWlVLh86WsMyhAAQpQgAIUoAAFKHBkC3D0FKAABShAAQpQgAIUoAAFKEABCkS+AEdIAQpQgAIUoAAFKEABClCAAhSgQOQLcIQUoAAFKEABClCAAhSgAAUoQAEKRL4AR0gBClCAAhSgAAUoQAEKUIACFIgMgbXp62HbFuLLlQkPSG5yX6VSxfB6cQtyb51zzuyCfxcvwew580yx1WvW4sefJuLsM09D+fKJJm/VyjVYuzYd7U86C9VTmoWjRt3j8NkX32DZ8hXIzNxx70pTaaenovq0cXOGrrcFL7z0RrhNr/2zzrscWVlZWLDwn3BL8n2bY775Hnfd+wi6nHUxmrU8CY8NfS68XRYW/bsEtWpWQ6VKyQAkZ0fId2cptWM9Oysb67TfN9/9iNr1mxfqQ6v2XbBq9Rq9/393VNBL9VLqFPrOrTJl4nDLTX2wdt16dDj5bFzZ4wb8/scMBINBXXrfflatXG3sa9esXmQDdXUftmzZAnmtiizATApQgAIUoMBBFrAO8v4Ou91t3LAeUyZPwDHHNsFpXc5F+xNO3iVOP72bGdfvf0wx6e6eMjM345dJ4yBfluyVCwQC+Orz4YiJjcMxDZt62buksu+srG34bPRHkDq7FCiQsWVLJqTvBbKQVL6CfgO3GUsWLyyYjZkzfsOqVSsK5RW3UqZMPBo2aoa//pyGhQvmFldsr/LlzZeEV0m+TLV1606Ijo7F+vXrvOwi02rVaqJs2Xj8PPF7bNy43rxOUlD6mVKvASb/Oh7z5s5E02Yt9RtvWzahQnIlHNuwma7zAxbMn2PyvCdx/ebr0eYLXXf3WnjlvbQob2/boUhr1kxBrdp18dUXw5GxeVO4C6tXpWHSxB/QsmV7JFesbEzatT8J/yych+lTJ4XLyZd4i2lubi7atz/Z5MfFlcXxLdrij98nG1OTqZ/E7PvvvjCujZs01znF/3ivy6wZv+O36b/o9trAdV1ToWnTlli29F9MHD8W1arXQmJS6Ean3n5nzvwd03UdU3j7k/Rz/E/fmuOkZasTtucWn9TVx4TP50D6K/32Ssp8/O7bz/QfTqu9LJPm5IS+gNus6CcxrX9MY2zetBG5O23Tm/lDAQrsqwDrUYACRQooFfokTCmlP9CC+b0tHyTKl8w7jg9+vwvHseHXv0tT2gTRrs9aeI/UKTkYPSTTW90vaW5OAGtXbkBSxXiULRcbbnPzxkxMHvtneF0WTjizObK2ZGP0sO8RyN39B21Z23KwMT1DqoUjqVICtmVm4d/5K8J5sjBj8jysXpEuiyZydN2S9slUKOFTnYbVUb5iOYwbPRU/j/kdbU5thuSqSbutXUabNGlzNH77aTYWzl5SbNkD1edid7gfNjRrfww2rN2ECV9Oh7z/8prMzsrF6De/RzCQ52XtU5qxeSs2rtscrpsXzCt03Fj6A/TmJzUyx966VRvC5XZekH5IePn+KAetT2kKSdev2ehlm/SHT3+F9N+s6CcZ13cjfsGm9M1o1bmJzgHkuJTjs2rtSnoOKpMnTzMnz8e6VTvaq1IjGU3bNcAPo6dg/l+FP5CW8hIlPT6k7MGO9OVBjByk/35cHZqrcRWz0bznMsRXzNfnGDnXOOY847o6NecdHxyfDz6fDcuydKiwj1LqYHef+6MABShAAQpQ4HASYF8pQAEKUIACFKAABShAAQpQgAIUKJUCcp1EQjqnVOizflmXUCq0LttKFEdIIaVCLkopcx1X/kcH27LhOA58OlzXb/5NVFyCi479NiGpTujfIGVtyceIgRlImx8AHxSgwIEXWDwjF6P0tdBAIN/sLDElEy17pcGNdswcdRwX8u9VXT1n/X4/bH0dVOaxzGeZ13I9VCoqpcLXRGWdQQEKUIACFKAABShAgSNegAAUoAAFKEABClCAAhSgAAUoQAEKRL4AR0gBClCAAhSgAAUoQAEKUIACFKBA5AtwhBSgAAUoQAEKUIACFKAABShAAQpEvgBHSAEKUIACFKAABShAAQpQgAIUiACBQCCIH8f9jBrVq6NWjRrhESkFyHdFoQSPZk0boVbNGrqdiebeS9Om/4HMzC3o2qVzodo1qlfD0088gldeGLpLPPrIvShbNq5Q+Z1X1G761Ouay3dp09vPKZ07mqZmzJqDNh27ot+t95ib9p/a+UQMevgedL/4PLO94JN8d5bPtoCCmbtZPuP0U4rd/5WXXViopl1Euyd2bIfffx2Lhx+4C/8uXoZuF12Na3r3Q0bG/r1HWqGOcIUCFKAABShQigSsUtSXUtmVmTN+w7Kl/6JDp1Phum6RfaxROwV16x2DX37+ERs3rC+yjJcZF1cWU36dgEcfuQMTJ4zFT+O+wZ239cakn3/Aud26o3r1Wl7RXdJjjm2KSy7tibHffobbbumh0891vR8x/OO38NwzA7Eta6upU61aTf2mcDM++ehNs48vvxhu8hs1Oh7VdPsvPv843n37JVP3lZeGYvSnH0DqmEJ7eFJK4bwLrkBiYnkMuOt6vPryE6adSXrs0uZ9A27C+vXr9tBK4c3/LkrFTdd1x8cfvmHaEpNXXx6KmNhYNGnWonDhndYSkyrg2EbN8MPYL1GuXCKSK1WGPJRSaNK0Beb8/RfWrFmFuvUaSLYJ27Zx1TU36DfB5XDPXdeFxzD228+N67gfx6Dv9bejRo3apvyensQuM3NX7z3V25/b5XW4tf/V5nWXdmNj43DhRVdjkbaV10TG9u3Xn+L+e/vBtn3mNVRKv8vXhVu0bo/G2kqOC2lHXssXnnsU77/3qi53OaoXcDjttHNRIbmSfjN/h3m95Bh+fNBd+HnC97jsij4ol5CoWyz+RymFNm06Yd68Wfh30QLUr98oXLhGzTpmecrkCTi2YbNC8+3cbpfi2GObYvCjd+OpoQ+Y41qOExmPHHeXXt4bTZu1NPV391Srdj101HP5++++wAPaQtqQeOC+/ro/qUgqn4yCj5dfeBwP6m1SRlzee+dlPX/Ho1WbDihTJj5c9J+F83HZJafijdeeMX+YhTdwgQIUKJEAC1GAAsULKBX6fa2Ugv6BvI+x9Qdc8mXzjuOD3+/CcWz49fvUlDZBtOuzFt4jdUoORg/J9Fb/c+r6HTRsmYK/py/Es3e/i/FfTMc3H07EbRcMhWXbhdo/tnkKrrztHHzz0c/of84gfPfJJPz89e/4+IWv8fQd7yBrS7Ypn1ixHKKiXXz47FemvVGvf2+2NWpTD9XqVMLTt7+Nt4eONnVfuv8jjHzlW1StXcnUlSd/jL/EfZLyJY2E8mXR8ewW+H7EL1g0bzlO6tZK+6vdVldK4YK+pyGxUjn874LBePmBj0y/Zdwyhnsufxrr12zCgerzbjv3Hze2PrkxjjvhGLw1ZDQG93vdvFbymt6mxxkM5MEf5ezzHqqlVMa2zCx8+HzoGPj87XHYmJ6Bm84aiFce+tgYyrH24r0fIGPjFpxwZvNi97Vo7jL0OeUBfPTcGFNv3OipeOm+DxBbNgZN2zUI17N9FpamrsQdFw2BlJH2H+r9oql32sXt0bj10aZsdX0Mltev5wv3fYjP3vrRtPnMne/i09fHIjY+xpSRJ5+eg70GXID4xLhCr720/egNr+K3CX+b46ckx4e058WU72fgzJS+Zh55efs7TV8exMhBmdi4OmiajquYjeY9liG+Yr4+t8g5xjHnF9fVqTnf+OD4fPD5bFiWpUOZsUllpZQkDApQgAIUoAAFKFCsADdQgAIUoAAFKEABClCAAhT4LwL5+fn/pTrrUoACJRCQeSahlAp/o18SogAAEABJREFU/l+CaoWKHEkrSikzXKWUuY4r/wOIbdlwHAc+Ha7rN//+KS7BRcd+m5BUJwfyyNqSjxEDM5A2PyCrDApQ4AAJLJ6Ri1H6WmggEHoPkZiSiZa90uBGO2ZuOo4L1y/z1A+/Tm19HVTmr8xjmc9yPVS6ppTiOVEgGBSgAAUoQAEKUIACFCggwEUKUIACFKAABShAAQpQgAIUoAAFIl+AI6QABShAAQpQgAIUoAAFKEABClAg8gU4QgpQgAIUoAAFKEABClCAAhSgAAUiX4AjpAAFKEABClCAAhSgAAUoQAEKRILA9z+Ox1dfj8VF55+F8uUT92lIUu/0Lifhx58mYkXaKoz55gd0OKEt6tSuGW6vTJlYbN22FS2Oa4quXTrvEid2bIeoqKhw+ZIuxET74XddROm0qHYlL6VObXP/y3ff/wRxZeIw4fvPMezlp3Fr/76mH9WOqlJod9LXxUuXIj19Awpt0CvZ2VnIzc3VS6Efn+NDTEws8vLycGrnE017ss+C0bRpo1DhPTxHx0Tj6isuxvjvR+Pxgfdhws+T8f6HI/ZQq+jNlSpXxLp167Fo8dIiCyxY+A/KxZdFtaqVwQcFKEABClCgNAhYpaETpbUP8oXGU6dMRFJSBTRo0LjYbkZHxaBt+xOxbOm/mD9vdrHlZEOZMmVx172Po1xCIp5+8iE8NfQBbNu6BXcNeBznXXDFbr8oVCmFbudfjjvuHoRAIIAXnnsUgx+9G99/9wXqpNSH6/hlFzi+RVtccNFVmDbtZzwx+D5sWL/O5JevkIwB9w9FSt0GGDn8HQx57B5s2rgBd97zmO5PkilTkqfkipXx8KPPo+OJp5l9PzbwTjw59H78Nv0XnHjS6ShbtlxJmgmXSdS+VavVNH2Stl587jFUqFAJjw15BVWqVAuXK2pBKYUmTVuYTccd3wbyWpgV/ZSiTaKjY1CjRh0cVa2GztnxI2MY/ORr6HzKmfhp3DeQ/b780hAkJCRhyBOvo137k3YU3sNScd57qLbfNm/L2ooli//B0fUbIi6ubLjdVm064OFBz5tj5flnB+HVV55E7Tr1zGsn4/cKitk99w3GaaefG349//xjKm697UFzvCmlvKKQY2jQ4y+hSbMW+OTjNzH08XuxalUa7n/oKbRtd2K43O4WatSsY+ZUnZSjC70uchxUq14Ltu1DU91+wTZiY+Mw4IGhuOzyPpgxY7o+7u/B0088iKytW82+9zR3vLZs28a1192G6268AytXLjfzY9irT6NOnaN1/v/0HHK9oiZt2Og4rFi+1MxTmWs/T/gefa+/Hd0v673buWoq84kCFCipAMtRgAJ7EFAq9LtYKaV//wDy+8y2LciXzjv6AzK/34Xj2OaDupQ2QbTrsxbeI3VKDkYPyfRW/3N64bWnoVvPzpj0zR94/KbXMPyVb9H73gvR5pQmhdpWSuH83qfinhf7IJAbxNN3vINB172Cbz6ciLqNasDxO6Z8SsPq6DXgQiyas9S0t2Dmv7B8FipUSsCDw25E/aa18fELX5u6G9Ztxn2vXI+ECmVNXe+ppH3yypc0bX/68bBdH6rWqojqKVVKVK3iUUkY/PFt6Hx+W4z5YILp92M3vIqpP8zAyee1RtmEONPOgeqzafwAPEXF+vHAa9fjwuu6YPqEv81r9e6Tn+OUC9viIp2nlNrnvTbv1BAXXX86fv32T9PuhrWbEBMbhWObp+CbjydBjpsh/V/Hlk3bMHTEHWjYom6x+0qqWA7V61XGB899aeo9dftbSNavyZMj70SVmsnheo6eNzcPvhItTmyMZ+96x+x3wcwluP7h7rjhkcvg0/NJClesVh53Ptdbv26xeOXBjyGvpbIU7nimF2J1H6WMFwVf+2+H/xLef9bWHH0MhfZdsMzujg+vzQOdpi8PYuSgTGxcHTS7iquYjeY9liG+Yr4+p/jg9zuQCwCuq1NznvHB8fng89mwLEuH0uckZeoqFUrNCp8oQAEKUIACFKBA0QLMpQAFKEABClCAAhSgAAUoUCIB+bc6El7hgsteHlMKUGD/CDRt1AB33XotOrY7PtygUv/pM/9wO0fKglIhL6UUbNuG0tdQbMuG4zjw6XBdP1zXRVyCi479NiGxdjbkkbUlHyP0dZq0+QFZZVCAAvtZYPGMXIzScywQyDctJ6ZkomWvNLjRjpmTjuPC9cv89MOvU1tfB5V5K/NX5rFcD5WKSqnwNVFZZ1CAAhSgAAUoQAEKUIACRoBPFKAABShAAQpQgAIUoAAFKEABCkS+AEdIAQpQgAIUoAAFKEABClCAAhSgQOQLcIQUoAAFKEABClCAAhSgAAUoQAEKRL4AR0gBClCAAhSgAAUoQAEKUIACFDisBYLBID774hvcfNu9aNu6BS6/9ML/NJ7OnTpgXfoGjP58DKZO+x3nnNkFcg8er9ETO50AuSH9l2PGYn9+D2bVo6qgSeNj8cVX32H58jRvd7ukWduysHLlalSsUAEJCfHh7Rs2bsJ3P/wUXpeF9m1bY+3adHw5ZmyhvmZlZWHYmx8gEAhKMRMJ5eK1X3OMn/gLZs+eY/L29klei9zcHd+bZ9s2TuzUDhWTK2DV6jUlak7Kbdu6LVy2ebMmpv5rw95FRkZmOF8Wlq9YiY9HfIbjj28C8ZM8BgUoQAEKUOBQC1iHugOlef9KKdx+10C8/f4YVKp81G67euZZF+HLb6ahVZsOuy0nG8uUKYsb+92D0V/8Yuq89NpwtGt/UqEvCo2OisGjg1/Grbc9KFXCIV8sekKHU/DCyx/ii6+nmvqvvzUaZ5x5gfkSYSno8/lw1TU3mPalzJVXXy/ZJo46qjoeH/qqqSvb7rznUUjezvtKTCyPYW9/hgsuutLU2/mpQoWKuKn/AIz8bCLGfPeb2ddzL36Ak07uqt+M+nYuXmhd2pS2ZR+yQdJ77hsSbkvavGvAY6hcuaps3mOceNLppg/SbsHC1arXwnsffWscxbPgNlkuW7Yc+t5wh36D9qOpL6/HAw8/jbr1jpHN4ZD+SX93bt8rUJy3lJd6Ut8rK6n0RbwlZFnyShLSjrS38zGxacMGrFm9Eq1a73rsNWp0nDlW5NiU8d1596OQ127n/Uk/eve5NfwavPnOF+jY6TTI8bZz2YSEJEg70p60K8dik6YtCh2/O9cpuC5zSebUzuN3XRfi/8mocUip26BgFbMsfbz40h545/2vzeslx+/Qp9/A8c3b7rLv4uylIXm9ZL7KGOXY/eCTsbi6x42oUqW6OeYL+p58ypmQ+SXjlJDlzqeetcsxXiflaHzw8Vj0vPbmXfoi+2RQgAK7E+A2ClCgJAJKKVNMKaV/18C877NtC/Ll847jg9/vwnFs+PXv05Q2QbTrsxbeI3VKDkYPKfwhlbdtb1N/jB997r8YXy18Bd8ueR1vTXwULTo1xEXXn47P5r2Iuo1qhJu0dP86nNkcr37/kCkr5d/59XGceUUn2L7QnyFKKbP++fyXTJm7nr8Wrt8xbRxVuyKeGHmHyZe6A17qgyq1kjF0+O247akepow8lbRPicnxeHfyYFx4XRepZqKoPLOhwNPJ57VGbNnoAjm7X6xQKQE3D74ybPT1v6/h5e8exMnntYFPv0ZS+7/0WepL7K7vrTo3MW6SFld2b+pLG9Lnnnedj1EznzVtfzBtKM6+6iRYtm0+yLV8thQrNqJi/bu8dlJYTHrceR7ESV7nq2/vBil748DL8PncF8y+ZNvQEbejXuOaUqXYkDHd/+r1YXs5Tge83BeVa1TYpY6jj7PLbzkL3rHnjUf6U7Bwo1b1wsew9KP/Y1egRr0q5lgqeBxKHe+19/ot+3/4rZtQqXoF2WzCKyPbZLzS5s7Hhymon1qf0sSM5fTuJ+i1/fuTvjyIkYMysXF16AP3uIrZaN5zGeIr5utziQ9+7SPnE9d19LJr8hz9d6ZPv86WZcGylD4XKdMppUKpWeETBShAAQpQgAIUKFaAGyhAAQpQgAIUoMChF5B/PDnm+/Foffr5qNe6M978aOR+7ZS0//izr5j25y34Z7+2zcYocKQKyLySsedD/5cfCllnUIAC+09AKbXbz/y9eViyPR6ZpZRSZuBKKdj62pmyLNiWra+vOPr6oAPX9etwEZfgolP/zUisnQ15ZGXmYYS+XpM2PyCrDApQYD8JLJ6Ri1F6bgUC+abFxJRMtOyVBjda5qOr56YL1+/X10GjdPhh6+ugjuOYeSvzV66HSkWlVPj8KOsMClCAAhSgAAUoQAEKUMATYEoBClCAAhSgAAUoQAEKUIACFKBA5AtwhBSgAAUoQAEKUIACFKAABShAAQpEvgBHSAEKUIACFKAABShAAQpQgAIUoEDkC3CEFKAABShAAQpQgAIUoAAFKHCkCfzwyzT8PmvuYTnsNWvT8e33P+Hrb3/AK6+9jev73YkmzU9Ev1vvwUmdTsBLzw9BmTJx/2lsxxxTD61aNIPccD4pKQnNmjYq1F67Ni1xyUXdMPjJ53H5Nddj9Bdfm/68+8FwXHRpL4wbP6lQ+ZKuREVF4babr8fGDZtw6pkX47kXXzftfvHVt3jwkSFmrFu3bkV0TDRaNG+G6b//iTsHDIRs//DjT3HBJT1h++xCu2vXtgVOaN8ag598Hjfdco8p+8nw0bpsDwTzgpB9ehWUUujT+ypUqpiM87v3wAMPDzb7F+shT72Ay66+DmvWrPOKF5mmp2/Amd0uxUMDh5q60rd7H3wMGzdtxhldTymyjpcZHR2NatWOwq9TpmPY2x/gnfc/MWOUvIfuv8Pkn3rGhXjznY9M2+Jz6hkXmeqPPHB3obGYTD5RgAIUoAAFDpFA6M6bh2jn3C0FKPDfBVatWmG+lLZatd3fEPW/74ktUIACFDgAAmySAhQosYBSypRVSkH/wLZtHRZCN4/wwe939XsCG37XRUqbINr1WQvvkTolB6OHZHqrTEsgMOmb3xEd7aLVSY1LUPrILTL/r0XIyQ6gdoOqRy7CYTby9OVBjByUiY2rg6bncRWz0bznMsQn5+tziJxLHHMecV2dmvOKD47PB5/+MF9udmFZcg5Spq5SodSs8IkCFKAABShAAQrsToDbKEABClCAAhSgQCkQ+HX6H/jfA4PQqEF9DL7/DtSqvn8/0wrm5SE7N7cUjJRdoEBkCvDTyMh8XTmq0iGglIJcA1DqP840HLkPpUJ2SinIdVxleddxHfgcB67r1+EiLsFFp/6bkVg7G/LIyszDCH3dJm1+QFYZFKDAfxRYPCMXo/ScCgTyTUuJKZlo2SsNbrTMQxeO48L1++HqOenouWnr66AmtWzIvJVzoVRUSkEpJYsMClCAAhSgAAUoQAEKUGBnAa5TgAIUoAAFKEABClCAAhSgAAUoEPkCHCEFKEABClCAAhSgAAUoQAEKUIACkS/AEVKAAhSgAAUoQAEKUIACFKAABSgQ+QIcIQUoQAEKUIACFKAABShAAYtfiR4AABAASURBVAockQLvfjoGb3zyOVatTT+sxr/o38W4+X/3ou+Nt+PRIc/i50mT0bFDW3wx8l289NxglIsv+5/HIzfFP/mkjti0OQNndj0F5csnFmrTcXx46L7b8dD9dyJ1wT/of+sA05/nXxqGRg2PQdMmDQuV35uVJrru6BFvoWXzpnjq2VdMu7fcfh9mzZ6Hiy44B3KTfGmvb68r0evqy/DNdz/gxpvvxsuvvY17774Fp+p+o8AjJiYGw156Ctf1uQbjJ/xiyj7x7Mu44PxzcH3va7DzV2hVPaoyPn7/NZx/3ll4/6ORZv/X97sTP/w4AeedewYSEsoVaH3Xxbi4GLQ4vhk+HD7a1O2nbTZvysSIj97QYzpu1woFcpRSuO2W69H8uKYY+tSLGPT4M8jPD31P2OmnnYzPR72HqkcdhYcHPWHafm3Ye+h+UTeMHvGOzq9coCUuUoACFKAABQ6tgHVod8+9U4AC/1Vg/rzZOLpBQyQmVfivTbE+BShAgYMuwB1SgAJ7J6CUMhWUUuaDMtu2YdsWbMuGfAjo97s6teF3XaS0CaJdn7XwHqlTcjB6SKa3ynQ3AhvWbcaEL6ajzanNkFw1aTclj+xNq1ek47O3fkT1upVRq8H+vVnakS174EafvjyIkYMysXF10OwkrmI2mvdchvjkfH3u8MHvdyDnD9fVqTmf+OD4fPD5bHPjH8tS+tyjTF2lQqlZ4RMFKEABClCAAhTYgwA3H14CeXlBrFnyD7595Qm82Pt8pC2Yc3gNgL2lAAUoQAEKFCPw9Q/jUSk5GQPvugXdup6KE9u1LqbkvmX79Oe1D9x2E6Z8Mwr169bZt0ZYiwIUKCSgVOHPIStXTEatGlXhc5xC5bhCAQr8dwGlFMx/kurYlxaP9DpKKUOglIKt3xcoy7uO65jzluv64erruHEJLjr134zE2tmQR1ZmHkbo6zdp8wOyyqAABfZRYPGMXIzScykQCP1PPYkpmWjZKw1utGPmnuO4cP0yDyVcMy8d/Z7CtmzIfLUsy+xZKQWllFnmEwUoQAEKUIACFKAABSiwqwBzKEABClCAAhSgAAUoQAEKUIACFIh8AY6QAhSgAAUoQAEKUIACFKAABShAgcgX4AgpQAEKUIACFKAABShAAQpQgAIUiHwBjpACFKAABShAAQpQgAIUoAAFjlyBmfMW4LGX3sK3E34t9QgxMTEY/uEwLF34Z6GY9cdEvPjs42jatFGR3wnV+eQOmD9rMho3bLDLGHe37eorLjb7uaVfn13qSUZUVBSuufISTP9lrCkn/ZLl++65FYl7uEn+7vYrbddNqYO3hz2Pxam/m7b/mTsdoz55E506tA2PMTomGvffextkm+z753Ff4MSO7XB93x67jFfK3n17P8z+c6JpT/op4zvuuMam7HV9rpHdhqNypYoYMuj+cNvSj7FjRuD8c8+E4/hMueTk8pg88RvsXFdep4EP3Y35M381+5K6Iz4ahiaNjjH19vQk+x758RumbursyWjZ/LhwFWlD2pI2ZcwynpJ4hxvgAgUoQAEKUOAgCYS+sfIg7Yy7oQAF9r/Axd174OZb7w+/+d7/e2CLFKAABQ6YABumAAX2QUCp0BfNK6X073+Ym0fYtgXbss2HYX6/q1MbftdFSpsg2vVZC++ROiUHo4dkeqtMdxIY/8V0fPPhRDzY43nk5gZxQZ/TtLHaqdSRt7ph3Wbce9WzeO2R4RCjn7/+HW88NgrXnfYQ1q/aiN73XoRySWWOPJjDbMTpy4MYOSgTG1cHTc/jKmajec9liE/O1+cMH/x+B3LecF2dmvOID47PB5/PhmVZOlR4PiilTBt8ogAFKEABClCAAiUUYLHDTGDLhnS8e1dfTPjwdaSvWIr8/NBN0w6zYbC7FKAABShAgUICOdk5WLNuPapWqYgyZWILbeMKBShQegXkvahSoc8j5V3pWV1PRq9rLkZZzuPS+6KxZ4eVwD//LsFHI77EX7Pmm34rpQpdC1Bqx7opsPsnbtUCSin9DONo2zaUvsZiWzYcx4FPh+v64erruHEJLjr134zE2tmQR1ZmHkbo6zhp8wOyyqAABfZSYPGMXIzScygQkHcMQGJKJlr2SoMb7Zg55zguXL/MPwnXzEeZlzI/ZZ7K9VDZpVLKzF9ZZlCAAhSgAAUoQAEKUIACRQowkwIUoAAFKEABClCAAhSgAAUoQIHIF+AIKUABClCAAhSgAAUoQAEKUIACFIh8AY6QAhSgAAUoQAEKUIACFKAABShAgcgX4AgpQAEKUIACFKAABShAAQpQgAL4ZvyveOyltzFr/kJqRKYAR0UBClCAAhSgwEEUsA7ivrgrClCAAhSgAAUoUECAixSgwL4KKKVMVaUU9A9s29ZhQb6c3nF88PtdOI4Nv+sipU0Q7fqshfdInZKD0UMyvVWmBQTSV2/Es3e/h62ZWbjvletQsWpSga1H7mJ0tB/VUypjwpfT8fhNr2HQda/gi3d/QrvTmuGFr+9D847HHrk4h8nI05cHMXJQJjauDpoex1XMRvOeyxCfnK/PFXLOcMz5wnV1as4fPjg+H3w+G3KzC8uSc40ydZUKpWaFTxSgAAUoQAEKUKBEAixEAQpQgAIUoAAFDr1AIC+IbVnbDn1H2AMKUGCvBJRSyM/PB/SPUkpfE9m+vletsDAFKFCcQEbmVixemoZNm/Z87dDMxeIaMvl88gSUUmZRKQW5jqss7zquA5/jwHX9OlzEJbjo1H8zEmtnQx5ZmXkYoa/npM0PyCqDAhQoocDiGbkYpedOIKDfMOg6iSmZaNkrDW60zDcXjuPC9fvhbp97Pj0PHR22ZUPmp1wP1dXM+wylQvNX1hkUoAAFKEABClCAAhSgQFECzKMABShAAQpQgAIUoAAFKEABClAg8gU4QgpQgAIUoAAFKEABClCAAhSgAAUiX4AjpAAFKEABClCAAhSgAAUoQAEKUCDyBThCClCAAhSgAAUoQAEKUIACFKBASGDV2nUY9vFnePfTMVi/aVMok88RIsBhUIACFKAABShwMAWsg7mzI31fF1x0JYa9/RkSE8sf6RQcPwUoQAEKUACgAQUo8J8ElAp98bxSCvrH3DzCti3Il9Q7jg9+vwvHseF3XaS0CaJdn7XwHqlTcjB6yJ5v5OGVP1LS83ufgm+XvI7Xxz2COsdWO1KGvcdxRsX6ce19F+GDaUONjxh9PvcF/O/Ja1C1dqU91i9NBVp1boLP5r2Iuo1qlKZuHdC+pC8PYuSgTGxcHTT7iauYjeY9lyE+OV+fI+Rc4ZjzhOvq1Jw3fHB8Pvh8NizL0iHnGGXqKhVKzQqfKEABClCAAhSgQEkFWA55eUHMnvAdXr7uEtx/SmPc3eFokw675WpsWLXCCI149E6TL9vGvfsSJn/6AYZcdJLJe7DLcfjq+UeRvaXw33HS7syfvsFzPc7BgBOPxYBOx+CJS0/F79+MRjCQa9qVp4Jtj3//VUz/cnihtse88Bhytm6VopCyj3Y7Aekrlpr1bZmb8UKv80w/5v7yk8njEwUoQAEKUOC/CCz8dwmu/d8AHNu+C+q17mzSIS+8hpzsHNNsfn4+pv85E5dc2x/1255iyjTpdCbufewprEtfb8p4T6+99zE6nXMplqWtxLD3h6N553NN+fZnXYyffpkCaUvKSrmmJ56FaX/MNCHLjTuegdnzUk3I8rhJk6VooZB60v7adTv2++/S5YX6L/t86+NR4XpF1ZGNRY1bHKQ92e6F7Ev2Ke1InUv73mLGJBb/u/9RbNyc4RVlSoEjSkCp0GeTSil9TUQdUWPnYClwMATkd6YXRe1PKbXnuVdUxSM4TyllRq+Ugm3bUPqai23ZcBwHPh2u64err+PGJbjo1H8zEmtnQx5ZmXkYoa/rpM0PyCqDAhTYg8DiGbkYpedMIJBvSialZKJlrzS40Y6ZY47jwvXLfJNwzfyTeSjzUealXA+VikopnucEgkEBClCAAhSgAAUoQIE9CXA7BShAAQpQgAIUoAAFKEABClCAApEvwBFSgAIUoAAFKEABClCAAhSgAAUoEPkCHCEFKEABClCAAhSgAAUoQAEKUIACkS/AEVKAAhSgAAUoQAEKUIACFKAABXYS+H3WXAx8/g2M+3X6Tlu4etgKsOMUoAAFKEABChxUAeug7o07owAFKEABCuxnAfkS+v3cJJs7SALczZEpoFToS9OVUkcmwH4etVIhR6UU9I+5eYRtW5Avq3ccH/x+F45jw++6SGkTRLs+a+E9UqfkYPSQwjeP9LYxpQAFIkMgfXkQIwdlYOPqoBlQXMVsNO+5DPHJ+frcIOcIx5wfXFen5nzhg+PzweezYVmWDjm3KFNXqVBqVvhEAQpQgAIUoAAF9kLgSC8qn11N+uRtfPTALVj695/IzQ7d0E/StPl/Y+vmjdj5Me6dl/DFMw9jw6oVZlP21i34ZcQ7+PCBm5GzdavJCwZy8eUzA/HJQ//DyoXzkBcMIC8viPTlSzDysbt0/UcgZbDT45cR7+KzJx8s1Pak4W9j4idv7lSSqxSgAAUoQIH9L/DdTz/jzMt6IXXhv7izXx889+j9Jt20OQMB/XtMfm+++dFIXHbdrdiWlYVH7rrVlLngrC4YPWYsLu17C9JWrS7UsaycbDw45Dn8PmM2HrqjPx6+6xb9+aiFm+56EDNmzzVlTz6hLZ548C7UrlHNhCw//cgAVK1S2Wwv6dPCRYtxybX9sX79Rjx23+14+uEBOKlDGyz6d8lumxg7fhLOuaJPoXHf0OMK/PbXLFzY40bMmDNvl/qy7brb70fnju2MQbeup+HLsePw0BPPIRAM7lKeGRSIJAGllL7mocJDUiq0rJTCqtVr9ZxbitwAb4wdBuICBf6DQGh26Qb0glLyBMjvY50T/pF1iXBGMQvM3lVAKW2qs5VSsG0bSl97sS0bjuPAp8N1/XD1ddy4BBed+m9GYu1syCMrMw8jBmUibT7PdeLBoEBxAotn5GKUniuBQL4pkpSSiRa90uBGO2ZuOY4L1y/zTMI1807mn8xDmY9yPVQqKqUKvfeQPAYFKEABClCAAhSgAAUoULQAcylAAQpQgAIUoAAFKEABClCAAhSIfAGOkAIUoAAFKEABClCAAhSgAAUoQIHIF+AIKUABClCAAhSgAAUoQAEKUIACFIh8AY6QAhSgAAUoQAEKUIACFKAABShQlEAwmIfPv5+AJ15/D/P+WVxUEeYdRgLsKgUoQAEKUIACB1fAOri7494oQAEKUIAC+1dAKbVLgzm5QTBKvQFfoyPoON0xSUNfur5jPbTEG0aEHPb1WanQeVApBf1jbh5h2xbkS+sdxwe/34Xj2PC7LlLaBNGuz1p4j9QpORg9JNNbZUoBCkSQQPryIEYMysDG1XlmVLHJWTi+x1LEJ+frc4KcGxxzXnBdnZrzhA+Ozwefz4ZlWTrknKJMXaVCqVnhEwUoQAEKUIACFNjlVvngAAAQAElEQVQ7gSO+9JaN6Zj+1Qjk5QXhRkfjmqGv49EJ83DfV1Nx8jU3wnH9uxhFx5bFNU8Mw6Dxc9DnhQ8RVy7JlFn426/4548pZnn2hLGY9sUnpt2U5m0x4Itf8dC3f6L5GReY7TN+HIMV82eb5YJP/pgY3DhsFAaOm41TevYLb0qdOhHbMjfjwnsG457RPyPpqOpmW3RcWV3+Uzw2cT4atDvR5PGJAhSgAAUosC8CCxctxv2Dn0Gr45viyw9ex5UXdUOXkzqYdNA9/0OM/j359/wFePbVt3HxOV0x8s0XceHZp5sy9/3vRnz42jNYv2ETXn9/OAp+pix5VSpWwHOP3Y8zTj0Rl5x7Bp586B7TxS/HjjNpnZrV0bljO5RPSjAhyyd3aItyZcuY7SV9mjj1N2zNysL9d/TD2aedbPY35P47cd+tNxbbxMrVazH0hdfRvFmjQuO+vsdl+Eo7JCbE4zk95uys0A1/vYb+mPE3nnj4bvTofoExePium3H6yR3xy5TfsGTZCq8YUwpErEDBeV5wkJ+P+R5vvDMCGZt5baOgC5cpsK8C4au3ekHmnRdee7LuLe8h5eZiBJRSZotSCrZtQ+lrMLZlw3Ec+HS4+nMB13URl+CiU//NSKwdek+QlZmnr/NkIm1+AHxQgAK7CiyekYtRgzIRCOgTmN6clJKJFr3S9OdvDmROOY4L1++Hu32O+fR8k3kn80/moVwP1dWglDIhywwKUIACFKAABShAAQpQYI8CLEABClCAAhSgAAUoQAEKUIACFKBA5AtwhBSgAAUoQAEKUIACFKAABShAAQpEvgBHSAEKUIACFKAABShAAQpQgAIUoEDkC3CEFKAABShAAQpQgAIUoAAFKECB3QosS1uNl98fiY+/HIuMzC27LcuNpVaAHaMABShAAQpQ4CALWAd5f9wdBShAAQpQYL8JhL5sPh9KQYd+AvDHP2tx2gNfMUq9AV+jI+k4XbY2dBMWW25ooCesUjJf8/WMRXjugo//JKCUmMJ4yqJY27YF+fJ6x/HB73fhODb8rouUNkG067MW3iN1Sg5GDwm9Rl4eUwpQ4PAWSF8exIhBGdi0Os8MJDY5Cy16LUe5itDnAjknOOZ84Lo6NecHHxyfDz6fDcuydChzPpHKSilJGBEqIO+nJSJ0eBwWBSiwDwLFnROKy9+HXbDKESfAAefn5SE/L2ggAtk5mPvrT9iyMR0xZcuh3YVXIblmitlW8On4ruehbov2+n2ZjZqNj0eLsy40m/N0Owv/mIxATjb++v5LyLobHY2Tr74RceWS4MbEoMnJZ8B2HGRvycQ/f0w19Qo+Hd/1fFROaQDb56BBu5MQG59gNm/dtAGB7CyzzCcKUIACFKDAgRAY98sUBANB3HvzDSgTF1vkLsaOnwRX/x678qLzzGcVBQs1bnA0Ondsh4m/TkP6ho3hTf4oPy4894xC5evUrI7qVY/Cxk2bsT/fy1ZMSkKO/n0+edofCAZDn7tIR1z9+YqkRcX0v2Zi6Yo09Lrsol3GXaVSRVxw9un4Y9Yc/LtseaHqHdu2hIzZy5TPblo3b4ZtOTnYsm2bl82UAkeMgFKFP6cc8sxruOv+ISbuefCJXRxeeO09s80rUzBNXbi4UPkfx/9abNkvxvxQqGzayjXFlh389KuFysrKo0NfLLb8mrXpUiQcn37xbbFlJ06aFi4nC3PmLiy27GtvfiRFwpGXl19sWXHJ0eeVcGG98Oa7w4stP3P2PF1ix8+vU/8otuwno8bsKKiXNmzYVGzZhx59Vpco/PPU828WW37JshWFCn89dnyxZb/9YWKhsv8uWVZs2WdffKtQWVm5f+AzxZbfuClDioTjoxFfFlt26rS/wuVk4c8Zfxdb9u33R0qRcGRlZRdbVl7DcMHtCy8P+6DY8vNSF20vFUo26tdFlpTSc0yHgv5Pp5K3d8HSuxNQSpnNSinYcs1cX4uxLRuOft/j0+G6frj6Om5cgotO/TcjsXY25JGVmaev92QibX5AVhkUoMB2gcUzcjFKXwsNBEL/7iQpJVNfC02DG+2YueQ4Lly/zCsJFz49z2S+ybxTllwLtUxLSikopcwynyhAAQpQgAIUoAAFKECBkgiwDAUoQAEKUIACFKAABShAAQpQgAKRL8ARUoACFKAABShAAQpQgAIUoAAFKBD5AhwhBShAAQpQgAIUoAAFKEABClCAApEvwBFSgAIUoAAFKEABClCAAhSgwJ4EAsEgMrdsxdr1G7B85WosWLwUM+ctwPQZf2PitD8wduJkfDP+l8Mu5v+zZE9DL7R9yp8zMejFt/Dz9MLflVeoEFdKqQC7RQEKUIACFKDAwRYIfZPlwd4r90cBClCAAhTYDwJK8UuY9wPjoWmCez1iBSw9b63tX6iuoI5YhwMxcKVCnkop6B9z8wjbtmBbNhzHB7/f1akNv+sipU0Q7fqshfdInZKD0UMyvVWmFKDAYSyQvjyIEYMysGl1nhlFbHI2WvRajvjkfH0OkHOBY84DrqtTc17wQW4g5/PZsCxLh9LnEGXqKhVKzQqfDnsB74aHkhYMGVjBdS7nm5tD0oEOR+oxUNw5QanQ7wRxkTIMCpRYgAURWy4RdVu0hzzy8oKYMvpDDDqnHZ664nTMnvCd+b0j2wpGtWMah9+TSX5UXBlJTGRlbkbWlgysW7bYrOds24ZXb7wUd3c42sQbt16DYG6u2bZu2b8mLfhk+3zh1biEJBRsO7yBCxSgAAUoQIEDILDw3yWoUbUKkpOTim191Zq1xZZRSqF2zWpYv3ET1qWvD7eRFB+PyhUqhNdlQT4LTUyIx+p167AtK0uy9kt0aNsSXTt3xJMvv4F2Z16I19/7BBs3bd5t2zKmpMQE1KxetchyKbVqYMvWrVizLr3Q9qPr1i70fkA2VqyQhOys7ELjl3wGBSJZQCkVngtKqSKHKn+rzps7B3P+nh2OLP0+ucjCOnPx4kX4e/ascKxes1rnFv2Tnr4Os2fNDJf9558FRRfUubk5OYXKyj4CgeJv2r1gQWq4XSm7aeNG3UrRP6tWrSxUdtnypUUX1LlbtmTu0g+dXezP3DlzCpXPzCz+etGyZUsL9WPlyrRi2924cUOhdlNT5xdbNhgMmnYLWmdnF3/+XrToH1Ne3CTW69epuMbXrV1TqB///ruouKLYpo+bgn2QtvPzQ5+1F1Vp/vy5hfqxaVPxr+GKtOWFyi5fvqyoJk1eZkZGoT7PnfO3yS/uSfpZsN/btm0trigWL/nX9EPmy/x5c7FO/66Uwkop2NtvTI/tj/z80I21t6/uPuHWPQooFTqHKaXC1rZlw3Ec+HS4rh+uvo4bl+CiU//NSKydDXlkZeaZ6z5p84s/n0g5BgWOFIHFM3IxSl8L9X7FJqVk6muhaXCjHTOHHMeF65f5JOGa+SXzTOabsix9LdQyVEqp8HsMk8EnClCAAhSgAAUoQAEKUGDPAixBAQpQgAIUoAAFKEABClCAAhSgQOQLcIQUoAAFKEABClCAAhSgAAUoQAEKRL4AR0gBClCAAhSgAAUoQAEKUIACFKBA5AtwhBSgAAUoQAEKUIACFKAABSiADZsyMGv+Qnw9/he89uGneHLY+xj0whu494mXcPujz+B/A5/GAL088Pk3MPS19/DCO8PxxiefY/R34/HztL8wd+FiLFyy/LCL9I2b9vrVz8rORtqqNcjYzfcQ7nWjrHDgBbgHClCAAhSgAAUOukDo2ywP+m65QwpQgAIUoMB/E1BKmQaUUuYLmdvWLYdnLq+DoRfXwKBuVfDgmcm4t0siBpyWiHtOS8Ddp5bDXafEM0qJAV+LI+NYlLk3QM/B+05PwkNnJaNOcrS5mYFlheatUqrQPFYqtG4y+bRPAkqFDJVS+twI423bFmzLhuP4IDe+chwbftdFSpsg2vVZC++ROiUHo4cUf1MXrxxTClCg9AqkLw+am8BsWh26IVFscjZa9FqG+OT87ecAx8x/19Wp3zV5js8Hn882N7uwtp+fZYRKKUkYESAgN2mSkKFIWjiAvLx8Bg14DPAYKOIYyNN5eeEbk3vnDqVUOE/OKwwK7EmA2wHL9uHMfvfggrsfR0Klo8Ika5cswkcP3IJfRrwdzvMWLNvxFotM8/P0/MwLFrmNmRSgAAUoQIHSLODqzyN8tl2au7jbvpWJi8VTDw/Al++/htbHN8WTLw9DuzMuwtjxk3ZbjxspQIF9E1Aq9Deo/E2qlIJlWbjh2itx5619cMuNV+OG3t1x7dUXoMfl50AuishNfb3oeko7XHFx10Jx+UWnQ6JKpQrwyknatGE9XHnJGSZke8FocdyxsGw7XD4psZwp57VdsGy3M08Ml5N2JS44p3OhPkg9r0582bhC5Vs1bxQuK2UKlj2mfu1CY6x2VMVi+3HKia0LtWvrz3+98RVsU/YhIdst2w7X6dypVbH9qFm9SqF+NKhXy/RD2pe2Cka7Vk0K2ZUpE2vKSh8kCpa9qNsphdoVu3O6dgz3Q8pLeHUqJCWE+ytlj2vSwLRdVD+aNjq6UNlKyeVNWWlPwmtT0jO7nFCorLTd/fzTwv2QMgUjNia6UPkObY8rVLZg+0fXrVlojHVqVSu2H51OaF6oXX+U35SV8RVs0+vLzsd/l5Pbhvsh5SW8stWqVDRtW7Zt+tOsSX307XERTuvcHrbOU0qFU6WUbjoU2MODm0smoJQyBZVSIWd9XrMtW1+vceBzHLiuX4eLuAQXnfpvRmLtbMgjKzPfXP9Jmx+QVQYFjliBxTNyMWpQBgLbp0JSSqa+FroSbrTMH1fPJReu3w9vLsm8cvTcknkm53R5LyF4SilzfpNlBgUoQAEKUIACFKAABShQcgGWpAAFKEABClCAAhSgAAUoQAEKUCDyBThCClCAAhSgAAUoQAEKUIACFKAABSJfgCOkAAUoQAEKUIACFKAABShAAQpQIPIFOEIKUIACFKAABShAAQpQgAJHmsC6DRvx15xUfDVuEl79cBTuf/oVPPjMqxj28Wf4bsJkrEnfgLiYGNSoWgXNGx+D0zq0wSVnnYqeF5+DftdcgntuuAaDbr8BzzxwGx694wYMuLEH+vfojpuuuviwi7bHN8bePI6qVBF9Lj0PF2uPMnFxe1OVZQ+xAHdPAQpQgAIUoMDBF7AO/i65RwpQgAIUoMC+CyilTGXvRg9KKVjKQuOaZdC4Rhk0rBaLhtXjdITSY/V6gyrROOaoGBxbNTacyjIj1pgcAgfuVx+LkeruzbWG1eJC803PwdCc1PNSL/t8trmZgXyxulKKX6qO/f9QSplGlVLaF8bbti3Il9o7jg9+vwvHseF3XaS0CaJdn7XwHqlTcjB6SKa3ypQCFDiMBNKXB83NXzatzjO9jk3ORoteyxCfnK/nvMx9x8x719WpOQ/44Ph88OnzsmVZsCylzxnK1FUqlJoVPh3WAvKeWQYgqUReXj68CASCejkPwWCQHMkV0QAAEABJREFUQQMeAzwGCh0DeXl5+vyQj/x8mJB1OYfI+URCKf6eEAdGiQRYaLuA7XNw/OndcMfwcbhr5AQ0OfkMsyUvL4jUqT8jZ9s2s+49rVo031tEXjCAlQvmhdcrpzSAP6YMEqtUM3ludDT6vPAhHps4f5e48J7BpgyfKEABClCAAqVBoExsLP75dwlWrVlXbHcqJVfAkuVpWLMmfZcy8p500eJlqFyxAipWKL/L9v+asXjZikJNePsrlKlXlFI4OqU2nhl4H8Z/9iGOObouHn3mZawuZlwypvT1G7B46XJde9efhdqkXNkyOKpyJfBBAQrsKqCUCn9uKVuVZcG2bf25pv5s03Hg6JCb/Pr9UYiKioZfpxKyHKXfK/ujJD8Kfr9fbw8t78iP1nmh8Ot6ri4TretIRG2vJ8vShmyP0u2HQ5eL2l5GUiknqWlbtxW1U1lpI0qXl35IWQlT1uRJv0L9iNL1CpaN0tslwuULtG36VEQ/pKy0Ybbr9qK2h8nT7cn2qO2pWdZtmG0F2pa+mdDlpM9SXkLKhfIL9FfX29lO2pWQ8jv3Q+pLvmyXNiWVkHwJr7xJt/dNyhXshyln+rbDTsrv3A+p57Ut26O2W5hUtx2l2/BCykmYtvWYonYqW1yfJX/ntiUvSrddsM8mT++zYFmzrPOkrNm3riOphJQ32wv0w+RtL+PVkbLSZ4lC5XW7Ul7K7dIP3aaUlZD5I24+PZdsW88rfd1A5plSKjz35HeizL/dBDfthYBSypRWSkHOZ+JtW7Y5n8nrYF4TfR03LsFFp/6bkVg7G/LIysw314HS5gdklUGBI05g8YxcjBqUgcD2KZCUkqmvha6EG+2Dq+eM47iQ85nr+uHqdZ8+r8n7BJlfMs/keqigKaXC5zdZZ1CAAhSgAAUoQAEKUIACJRZgQQpQgAIUoAAFKEABClCAAhSgAAUiX4AjpAAFKEABClCAAhSgAAUoQAEKUCDyBThCClCAAhSgAAUoQAEKUIACFKAABSJfgCOkAAUoQAEKUIACFKAABSgQ0QLbsrIxc94CfD3+Fwz7+DM89MzreOS5YXhrxBf4/ucpWLNuA2pUqYwzTz4B119+IR6/8ybce1NP9Ln0PFx+7uk499RO6Ny+Fdoc1xiN69dFnepVUbF8EuJioqEiWq7w4CxL4SxtdPu1V6BBSq3CG7l2OAiwjxSgAAUoQAEKHAIB6xDsk7ukAAUoQAEK7JOAUqGPOZQKpdKIUgpKKdi2BbmBreP44Orwuy6iouRGDi5iYqJMREf7wSgNBuzDkXAcRkW5Zr5J6ve7kDkpqc9nm/lq6Xmrf8z89VLwsd8ElFKmLaWUNoY2D7nblg05T8pr4Ti2eV1S2gTRrs9aeI/UKTkYPSTTW2VKAQocBgLpy4Pmpi+bVueZ3sYmZ6NFr2WIT87fPucdM99dV6f6nCznAcfnM++dLMuCZSl9rlCmrlKh1Kzw6bAVkBsySXgDkOW3Ur/HW6lj8faC7/Hm/O/C6VuyrvPf1CHLjO9BAxocaceAzH+J8LjlfKDj93ULEAwGkZeXj/x86JB0R3jnGKYUKF6AW0Qgc8M6fPHsI1j1T6qeT0HEJSahaoPGssmE7biwbMsse0+/jngXS2b/YcrP+ulb/P3zWLMprlwS6jZvBzc6GinN25q8nG3b8P0bzyB9+RIzT4OBXCye+Tu+fnEwcrZuNWX29snyOXCiok217K1bTN/l/YTJ4BMFKEABClBgHwVOP7kjturfW29/NBK53l07d2rrpHatkZWdhXeHf7pLmZlz5+OHCb+gXcvjUS6+7E419301vmwZxMXFYsbsuYX2uXRFGn6eOr1Qwzm5AfP71suslFwBJ5/QBlv179xMHV5+wfS4RsciuUIShn0wHBmZWwpuQtqq1Rj5xTdopstUrVSx0DauUIACIQF5H6qUgrlxr5LPMi1zzcPnc8zNff1RUZCI0u+RJY2OiYEsm1S/p42J1us6jdZpOPR6lISuI+XCocuYfL0tXHZ7nlcmStcxoctI2Wi9XUKWw+GV8VJdtmA/vHKSJ3Wl7ShdNpxubzN6p1TqSZmCYfIKlPP7oxDO0xZSNkq3bUL3I1qHt11SiSL7octJ2egCbcuylJU6UbpNaTscupzJl3p62euH5HllpI4JKaPDbNNlvTS8P91vKWfq6e3ePqP1cji8+gXL6mXZLu1JyLIXZl2264jSfZeILtieXpYyXph9Fygr+QX7IesSkmfa2V5W6kXp9qN1ezuHlJU6UqZgmDxd3ks9O1Nftytlo3SbJvS4xckr66WSF63b8MqaVJcN71O2bQ+Tt709U04v+/1ys2wJF7a+dmBZFiw93/SFA/2j559SoQlZ7DM37K2AUiFTpZQ5pyltblu2vqbjwOfI+S30esQluOjUfzMSa2dDHlmZ+eZ6UNr8gKwyKHDECCyekYtRgzLg/RmRlJKpr4Wu1J+R+cz7AUd/vuYWOJf59DxydMi8kvkl5zXBUkqZ85osMyhAAQpQgAIUoAAFKECBvRVgeQpQgAIUoAAFKEABClCAAhSgAAUiX4AjpAAFKEABClCAAhSgAAUoQAEKUCDyBThCClCAAhSgAAUoQAEKUIACFKAABSJfgCOkAAUoQAEKUIACFKAABSgQeQLynYSz5i/ER198h0Evvok3Pvkc302YjJVr1qFq5WR06dgGPS8+Bw/d0gf39etllk9p3wpH16mB6Ch/5IH8xxEd17A+BtzUC5210X9sitUPmQB3TAEKUIACFKDAoRAofFeZQ9ED7pMCFKAABSiwFwLygYqEUvKlzDBfzGzbFny2Dz6fD67rwO93TcgHKKGIQpTfj5joaBPRUVH6wxXGIXOgf0Qff7ExMWaeyXyTYywmWuaa38xJmZ8SPp9tbmRg2za8h8xrb5np/hFQSpmGlFL6XInt5hbkS+4dx2deE8ex4XddpLQJon2fdfAeqVNyMHpIprfKlAIUKMUC6cuD5mYvm1bnmV7GJmejRa9liE/OR2iu6/dGep67298jSZ6j3zP59LnYsixYltLnCGXqKhVKzQqfDmsBpZR5XeX3ayiAvzcuxoC/3jZx38x3IXH/rPdwv15+QKcSssx415jQgQ5H0jEg81/CG7OcHyQCgQCCwTzk5YUiPx/hm50qpQ7r8yQ7f5AEuBsjkK/nUOqUiXj2mrMwoNMxuPekhhjzwmNmmz8mFi3Puhg+12/WvafMjel45frupvzHD/8PudnZ+n2bjRO690RyrRRTTOrVbdHOLC/6cxqeuPRU3NOxvmn/1RsvRdqCOWbbvjzFlC2HOse1NlXz8oIY+dhdpu25v/xk8vhEAQpQgAIU2BeB45s0RP9rr8Enn3+NC3rcgBFffINvx03EK29/iAGPPomt27ahScMGRZZ55MkXcOm1N+PYBnXRr/dV5m/efelDUXUqV0xG547t8M2PE9Dv7ocxZuxPeHf4aPS+5R6k1KpRqMq7n3yKC3vcGO77mx+NxGvvfYw2LY5D9apVCpX1VqpWqYR7b7kBU3//C2dd1tu0LeN+6c0PcKZel3IP3H4T/PxHwULBoEAhAflcSyll/hZVSun3xJa5HuxzHP3Zp/7c0x8Fv46oqGhIREfHFJ/q68TR+hqWCV1OykpIPS9ivHyvnE5lm5cvy14dSU3oMtJmlLQv9XVfoiXdHl4dyYvSZSSkvIRsk4jeqWx4f7q8lJMw5ba3LcteROs8WZYy4ZD2tuebbXrdS2VfUbpdCSlv0p2367rRBfKidHkpK1GoHV1O1iW8PkuZcOg2vHwpE63XvVSWvXJRun3J9yJal/NC8sLLupxXx8vzUiknsXL1Bijbh3A5/fpIflH9kHwJr2yUtC/7LjCuaL1uyujULOsyUTrCdbaXjfa263VZDu9vp7Lyesl2adMLyZNlr02T6vakDcmX8OpIakKPS8pF6faL2r5znpST8hKyTSJa70Pmjxeuvo4gc0v+zYVt2eZ3rVIK3kOpHcteXjjlwj4JKBUyVUrBtrW5ZcG2bHN+k9fC1Z8VuPp1iUtw0an/ZiTWzoY8sjLzzXWhtPkBWWVQIOIFFs/IxahBGdAfV5uxJqVk6muhK+FG+yBzxHFcuH4/3O1zxrf9fYLMJ2VZ5v2DVFRKmXObLDMoQAEKUIACFKAABShAgX0QYBUKUIACFKAABShAAQpQgAIUoAAFIl+AI6QABShAAQpQgAIUoAAFKEABClAg8gU4QgpQgAIUoAAFKEABClCAAhSgAAUiX4AjpAAFKEABClCAAhSgAAUoEEECCxcvw2djf8KgF97AsI8/w28z56BO9aNw+bldcV+/XiZ6XnwOTu/UDo3r10W5smUiaPT7fygVKyShx0Xn4Krzz0T5cvH7fwds8eAJcE8UoAAFKEABChwSAeuQ7JU7pQAFKEABCuyjgFKhL2RWqnBqWQo+24bc1NbvdxEd7UdUlF+nUTr8iInZkcoyI8qYHAoH7jOy7WXuFQyZh6Fw4bqOmaOOz4HMWaVUOAUfB0RAKWXaVUpB/8DW50nbtmBbtnkt5HzpODb8ros6bQJo32cdvEfqlByMHpLprTKlAAVKoUD68qC5ycum1Xmmd7HJ2WjRaxnik/O3z3HHzG9Xn39D890Hx+eDz2fr86+lQ+lzgzJ1lQqlZoVPh7WA3BhNwhtEfj6Ql5dnbpTm5TGlAAUoUBKBQCCI3EAAwWBe+Dwi55eCUZJ2WObIFeDIQwKOPwq1mrZEXEL5UIZ+jilbDk06n4nrXxmOBu1O1DmFf9pecCWanHwGHL9fv2ezUbFWCro/9DROuKRH+P1bVFwZXPHoyzi7/31IqlrDlJNW/DGxen8t0KF7TzjR0ZK116GUwqk9b0b7i66GtLfXDbACBShAAQpQoAgBpRR6XHohnhl4n36fGcSAR59Ev3sexsefjUHDo+vpz49d83uu1+UX4bUnB0EeXpnvxv+MW/r2wCtDH0GZuFjZtN/Cpz8zvbtfH1x9yfmYOHkabrl/ED4c9QUG3v0/tGt5fKH9HFu/LrZmZ4f7/vq7H6P35Rfj8ftuN5+5FCpcYOW0E0/AiDdfxFFVKuHRZ14y437zwxG46Oyu+OT151ClUsUCpblIAQqIgFLKnBNk2bKs0LLOs5SlP9/0wec4Jvz6PbNEVFSUvjZcROj3xH6zLRp+/d7chF6Plnxd16tn1nW+lDVltpeN0uVM6G0Fy8pywbJRUdEw5XR5aStqe3lvWcpGSRkd0r5Z3l525/5LWQkpI2UlvLajtrcrqWlbtyHbpIxElG5f1qNjYvQ1ct2n7eVNWb3stSvlpHx0dAwkT7b7C3hE6bJRum3ZFqXblLImdP7OZc26zpeypoy2kzpS34TeFrU9pKwsl6SslJMwZU390GsYpfsj7UpbO/f5rzn/4J3h32Li1FlYu34z/NIXPQ4pH2XaCB0jUlfWTdu6jCmn25V1KettlzKyLOEaHzHdcz+kHYkoaRZiJ08AABAASURBVNNrv7h+bM+XPkhIHemDhOw3anu/vWVpV8pJROn2pZzkyfadPbxtUq5g+SjdppSVejIux3XNfHJkXtk+2Pp3o9w0G/qhlNLPu//h1n0XUCrkq5QKu9uWDfNa6NfDdf3mPVJcgotO/TcjsXY25JGVmW+uD6XND8gqgwIRK7B4Ri5GDcqA/pjajDEpJVNfC10JN9pn5objuJDzmLt9rvj0vJH5I/NIzmPyHkIqKqVC7yVkhUEBClCAAhSgAAUoQAEK7JMAK1GAAhSgAAUoQAEKUIACFKAABSgQ+QIcIQUoQAEKUIACFKAABShAAQpQgAKRL8ARUoACFKAABShAAQpQgAIUoAAFKBD5AhwhBShAAQpQgAIUoAAFKECBw11gadoqfD3+Fzzx2nt4/p1P8NPk3xFftgzO63IS7rmxB6658Gy0aHIMyieUO9yHelD736VjG9xz/TVo0qDuQd0vd3ZgBNgqBShAAQpQgAKHRsA6NLvlXilAAQpQgAL7LiA3G5TaSilYloRlvgxdbmYrN7WVcB0Hfn/BcPU6w+8/5AZ8HY6o12DHHJQ5KSE3U5J5a9u2mb9KKchDqVAqy4z9K6BUyFYpBf1jzpe2rc+blg3H8Zk56Tg2/K6LOm0CaN9nHbxH6pQcjB6S6a0ypQAFSpFA+vKgubnLptV5plexydlo0WsZ4pPzt89tfQ7W89p1dap/98h8l/dIPp+cfy2eg41a5D4ppeC9Z87Ly9u+rMyA45xojD37RQYNeAzwGCjyGHi6/a3mXCFPubkB5ObmIqjPI3l5+eFziVKh84lSoVTKMihQhACztgtExZXF+XcOwoDPf8FjE+ebuO+rqbjk/ieRXDNle6nCSXyFirjkgafw8PczMWj8HNz8zhg07Hia/puu8Lxz/H60Of9y3PbhWFNO2n/w2z9w7XPvo16rDuHyF94z2OxXtnfo3iu8szJJybjto+/NNkll3dvoxsTgjBvvhrQn9SQatDvR28yUAhSgAAUosE8Ctv5csmvnjvj6w2FInfKDifGffYDu558Fn/7MWBpVSqFTu1b4/N1XzXYpN+nLT9Dr8osQHRUlRcJx7RWXYPznH6JC+cRwnizEREfj/ZeeMiHLxeVJvoS0e8/N1+HvSd+afX77yVtoeVxj7Nx+m+bNCvV98jcjcd01lxXq1851pH2JRvXr4YOXn8K8X783+/jth89wV/++SCgXL5vDIWORMUk74cztCye1b2PqSro9iwkFIlpAPt9Sasd7YMuyYNk2bMuG43NCoT8DdVwXjuuaGwA7buHU1e+Zdw6/Ppc4rgsvddwd9b2yjuuG23Pc0HbH3ZFKOakvIcsSjrtju+OGliW/qHDcHe1LG45bdHnH3VHOa8dxQ2UdN7RN8qUNSSUc14VPXyt3XNe4OG7R5byyjhsqJ204bmhZthUVXhkvddxdyztuaH+OG9rmuDtSr02pL+GtO26oTHHrXr6kjrujfWnDcXfUTUiIx7asXPwxKxUffPo93vz4a0z5cy62bMsOWzjujvJSX0La9cJxQ9sdN5RKvuO65niRZS8cN7TdcUPbHDe07m33Usd1w8dSwTzHLVy+YD8cN7TNcXekXl0pJ+GtO+6OMpLvuKF1b3vB1HFDfQnnybqjy2+fTz7bB7lhtv5jEjLflFLmHKNUKDUruz4x5z8KKBXyVUrB1uc4eQ3MeU7PYzOX9Wvk6tcqLsFFp/6bkVg7G/LIysw314nS5gdklUGBiBNYPCMXowZlILD9EE9KydTXQlfCjfZB5oTjbD+nuX6z7tNzxtEh80fmkZzHBEUppU9rShYZFKAABShAAQpQgAIUoMC+C7AmBShAAQpQgAIUoAAFKEABClCAApEvwBFSgAIUoAAFKEABClCAAhSgAAUoEPkCHCEFKEABClCAAhSgAAUoQAEKUIACkS/AEVKAAhSgAAUoQAEKUIACFDgsBdakb8BPv/6G59/+BE++/j6+mzAZefl5OK1DG/yv9+W46aqL0bHVcUja6fs7wcceBRrWq4O7rrsap3dqt8eyLHDYCJT6jq5Zsw49+96M6inNTPS79R5kZGSW+n6zgxSgAAUoQIE9CVh7KsDtFKAABShAgdImoFToi5nlpg/SN8tSkJAvQ/f5fJAb20o4elnC77pwHR+jVBjwdTiyjkVHzzsHMg8dffzZtqXnpy9044LQNIY8lCqwIhmM/S6gVMhYKQX9Y14DeT1sy4a8Nn6/q1Mbcr6s0yaA9n3WwXukTsnB6CH8EMzzYEqB0iCwfkWeuanLptV5pjvR5bfh6EtSYcdu1e+JLPj9DmQ+u65Ozfz2Qc7FPp9ttlv6vZNSytRVKpSaFT4d9gLy/lip0Gsqy3l5+ZA0GMxDXl7oeJFBVo1LBoMGPAZ4DBR1DMg5wouc3Fzk5gZ05CKYF0QwGDTnFDmveGWYUqB4AW6hAAUoQAEKUIACFKAABSjw3wSUCn3OJa0opfT1je1hWbBsGz7Hgc+Wzz4d/fmnE1728iSVcHyO2e6lXp6XSr4sS7iOvl6iy++cShkvpJyErHupLEsdiYJ5suyFlCkYki/rXuotF1yX9iTfi4LbZFlCtnmpLEsdCVn2QrZ74eUVTHfetvO6V1byZdlLvWVZ9/a5cyplvJByRS1LHQnZLlGwTMH1gvmyXHCbLFetnIycQBA5uaFYsWodvh8/HU+8/BHeHfEtZs1dZI4TKSuxcxvSBwnJ90LKeeHlFUx33rbzelHtefULlpVlL3/nOpIv2wuG5ElIWQlvm+RJ7LwueRJevqS2nj+2T1+71WHZNrwbZlt6jimlwnNO5mDxwS37Q0ApZZpRSsHe/lrYlg3H0ecv+fcurh+uTuMSXHTqn4HE2tmQR1ZmvrlelDY/IKsMCkSMwJKZAYwalIHA9kM7KSUTLXqthBvtM3PBcVy4fpkXEq55TyDzReaNdy4TDKWUOZfJMoMCFKAABShAAQpQgAIU+C8CrEsBClCAAhSgAAUoQAEKUIACFKBA5AtwhBSgAAUoQAEKUIACFKAABShAAQpEvgBHSAEKUIACFKAABShAAQpQgAIUoEDkC3CEFKAABShAAQpQgAIUoAAFDi+BNevWY+TXP2DQC2/gs+/HI33jRpzQohmuu/wC3NHnKnQ9sR2qV6l0eA2qlPQ2sVxZXNGtK3p374bKyeVLSa/Yjf0jUPpbWbNuHWrVqI4JP3yOt157DuN+moQvvvqu9HecPaQABShAAQrsQcDaw3ZupgAFKEABCpRaAaVUob7JqmUp84Xotm2b1OfzhVNZZvhwSA3068H9H5mvgTcnZY6GwuIXrePgPpQKnTOVUtoe5txo2xZsy4bj+OD3uzq14Xdd1GkTQPu+6+A9UqfkYPSQTG+VKQUocAgF1q/Iw/CBm7FpdZ7pRUyFLNS9aD62IB3/LF2D2anLMX/RSqxcu1HPdUvPax8c8/vXhmVZOpTOV5CHUqFUlhmRI5Cfnw8JpUKvryzn5eWZvMgZJUdCAQocDIFgMA+BQBCS5uXl6/MIdOQfjF1zH5EgwDFQgAIUoAAFKEABClCAAhTYTwJKKfOZplKhNPQ5pxXK0595yo1+JSzbhmXbKLhs689GLTuUb9k70oJlLHtHvmUXXpZyEpZdON+yd12XchKWHdomyxKWbWNv+rE3ZS3bNmO27B2p7FPCsgvnWbZdbD8s296lnQPVj537Ztmh16xgvixLWLZdbJ+97ZZth/uekBBvPseQzzK8CASD+vONPMxJXYwPPh2Lewe/hk+/noAly1eF61l2qA1pU8Kyd10vzsOyQ2Ute0daXNmCbVv2jvKWXXhZyklY9o58b33ntiVfwrJ3lLXs0PLOZS07lG/ZodSWVM+hgnNKlpUKzTWl1J5nMUvsNwGlQt5KKchrI6+rbdlwHAc+Ha7rh6uv48YlOOjUPwOJtbMhj6zMfIwYlIG0+QFZZVDgsBdYMjOAEfpaaGD7IZ2UkokWvVbCjfaZOeA4Lly/zAcJ18wPmScyX2TeyHlMEJRS5r2CLDMoQAEKUIACFKAABShAgf8owOoUoAAFKEABClCAAhSgAAUoQAEKRL4AR0gBClCAAhSgAAUoQAEKUIACFKBA5AtwhBSgAAUoQAEKUIACFKAABShAAQpEvgBHSAEKUIACFKAABShAAQpQ4DAR2LQ5E1/9+DOeeP19/Dz9LzSsVwdXnX8m7rmhJy7oejLq16l5mIykdHbzpLYtMEBbNm98TOnsYIT3Su4P88ijT6FZy5MwZ26qGe3WrVtx0aW9cOvt95t1eVqzZh3adDgdL7/6lqyWPEpYcl36enQ9uzuu6nkjZP9Srah9/vDjRBzdqA1mzp4rRfZLNDi6LgbcdQtq1ayOqlWroFxCPKpXOwp8UIACFKAABQ53AetwHwD7TwEKUIACR7aAUqEvbJYvcFbKW1awLAXbtkwqywxVKiz4Ohx5r4OelubY25EqyEMpZb5sXSklq4yDJKBUyFsppf2hz5O2Dgu2ZcNxfPD7XZ3a8Lsu6rQOoH3fdfAeqVNyMHpIprfKlAIUOAQC61fkYfjAzdi0Os/sPTY5Gy17L0eterE4JqUaalarCKXfA82avxzfTJiBj778Fd//PBPz/lmB3GAeLL1NKWXqKhVKzQqfIlJALuzIwCTNh/4vP19WGRSgAAVKLBDUvzsk8vLyILGjooI5t/C8soOES7sIMIMCFKAABShAAQpQgAIUoMD+FlBK6c84LX19Q5mwLMuse6lSO/KV2lHW2y6pUqF8b1mpHXW8PEkllCp52aLKS54XSu1oS/KU2rGuVKgPSoXylAqlUk5CqR3rShUuW9R2yZNQavdlvTKSSihVuLxSO/brbZdUQqnCZb08SSWU2lFXqd2XLaq85Hmh1I62JE+pHetKFW47Ib4sgnn5yNOfWUgE9WcaQW9dUh1bt2Vj0rSZeHbYCAx+/j2Mm/Qb5H8CUWrXdmV/Xii1Y7vkKbVjXanC/VBqx7Y9lS1qu+RJKFW4XS9PUi+U2rEvpQqXV2rHNimv1I51pXaUVSq0LGWgH0op/VyyH5bavwJKheyVUrBtG0qf52zL1tdvHfgcB67r1+EiLsFBp/4ZSKydDXlkZeZjxKAMpM0PyCqDAoetwJKZAYzQ10KD2w/lpJRMtOi1Em60zxz7juPC9cs8kHDNvHD03JB5IvOl4HlMKXXYOrDjFKAABShAAQpQgAIUKG0C7A8FKEABClCAAhSgAAUoQAEKUIACkS/AEVKAAhSgAAUoQAEKUIACFKAABSgQ+QIcIQUoQAEKUIACFKAABShAAQpQgAKRL8ARUoACFKAABShAAQpQgAIUKO0C2Tk5+H7SVDz5xvsmrVuzGq699Dz07t4NxzWsD9fxlfYhlPr+NWlQD+ec0hE+n13q+7pzB+Xm9EOfehFtO3ZF9ZRmJo5u3BZ3DHgYy5at2Ln4QV2XG+hfdGkvSMhywZ0vX7ESHTufg/YnnYV+5+1SAAAQAElEQVSF/yyC3NshRx/rBcv81+Vbb78fbTqcDjEqqi3pk/RNQpalTG5uLoJ5QVncLyHtSvvea+OlLdqdildffwfbtm4L78e2bbzy2tvmNexy1sXocdWlaNO6BYpr47MvvjG2N958NwKBHX3+4qtv0aBJe8ycPTfcNhcoQAEKUIACh1LAOpQ7574pQAEKUIAC+1NAKWWaU0qZmz7IilKhZaWYKnXIDczrohT7odSRZVBwLnrLkjIOjYBSyuxYKaXnJMzNI2zbgnwpvuP44Pe7cBwbftdFndYBtO+7Dt4jdUoORg/J9FaZUoACB1Fg/Yo8DB+4GZtW55m9xiZno0WvZYhPzofrOoiJ8aN29Yo4qW0jXHPhiejcvjGio1xMnDYPwz75CU8PG4OR30zBX3MWIyd3xwfW4CPiBfLzAYmIHygHSAEK7HeBQCCgLxIHzTkkX59I8vJCv4Nkeb/vjA1GmgDHQwEKUIACFKAABShAAQpQ4IAJKKX09Q21T+0rVfJ6SpW8rHRGqZKXV+rQly0tfd6f/SgXX0Z/jpGPvLxQ6I8zzLp8llFUrFi1Fp9/+zPuH/I6Xnvvc/w2Y550p0ShVGS8hkopM5+UUmbcSoVSs7LnJ5Y4AAJKhV4DpRRs24ayLNiWra/fOvA5jr4m5NfhIi7BQaf+GUisnQ15ZGXmY8SgDKTND8gqgwKHncCSmQGM0NdCg9sP4aSUTH0tdCXcaJ855h3HheuX41/CNfPB0XNC5ofME8sK/VNopZQ5rx12AOwwBShAAQpQgAIUoAAFSq8Ae0YBClCAAhSgAAUoQAEKUIACFKBA5AtwhBSgAAUoQAEKUIACFKAABShAAQpEvgBHSAEKUIACFKAABShAAQpQgAIUoEDkC3CEFKAABShAAQpQgAIUoAAFSrXAz9P/whOvv4+vfvwZ1SpVxLWXnofe3bvh2Lq1S3W/D7fOVUgsd7h12fR33E8/44STz8LzLw1D1aOq4J47+pto37Ylho/4HJ1OPRcjR39pvlvQVCglTxkZmbjj7oeQnr4BLz79GFLq1IbPZ+ORB+/Cn9PG4ZgG9fZ3T0vcXmU9z777ajjeeeMFxMTElLjengrWrlUTzzw5EK+8MBQ339QH5RMTMWjwM+jZ9xaIh1f/qisuxm+/fo+3Xn8Ow958D2++86Hpx/APh2HezF/QuuXxePPVZ7F04Z84tXNHOK6DSb9MwcyZf5smtm7divc/HIm8PN5fyYDwiQIUoAAFSoVA6FsvS0VX2AkKUIACFNhXAaXUvlaNuHpKhSyUUuYLnZViqlRpMWA/lDqyDeSEo5SShHGIBZQKvQ5KKX2uBGzb1uHdPMIHv9+F49jwuy7qtA6gfd918B6pU3Iwekimt8qUAhQ4CALrV+Rh+MDN2LQ6z+wtNjkbLXotQ3xyPlz9IbTr6nmr56url2X+xsVFo0XjFPS65GQ8ekd3XN7tBMSXicYPk2bh5ffHYvDLn+OTr37Fn3//i5zcAPiITAHvhlbe6GTdW2ZKAQpQoKQCcu7Iy8sLX9CWdamrlJKEQYFiBJi9LwIX3jMYj02cb6JD91770gTrUIACFKAABShAAQpQ4IgSUErpaxwMpWigVMggJjoKcbFR+rjAXkffq7qhRdMGul6oLaWOjBT/6cHKB0pAKWWaVkrpa7g2lGXBtmx9/daBz3H0tSG/DhdxCQ469c9AYu1syCMrMx8jBmUgbT6v/YgH4/ARWDIzgBH6Wmhw+6GblJKpr4WuhBvtM8e647hw/XLcS7hmHjh6Lsi8kPlhWZYZrFLKnMfNCp8oQAEKUIACFKAABShAgf0kwGYoQAEKUIACFKAABShAAQpQgAIUiHwBjpACFKAABShAAQpQgAIUoAAFKECByBfgCClAAQpQgAIUoAAFKEABClCAAhSIfAGOkAIUoAAFKEABClCAAhSgQOkUmD7jbzw17AOM/PoHJCcm4NpLz0Pv7t1wbN3apbPD7NVBF5gxYzb63ToA9VJq49fxYyA3iO977dWQeOOVZ/DX9J/QplUL3Hbng/jhx4kHvX/F7TA3N4CBjz+NX6dMx9DHH0CTJg2LK7of8w99U8kVktDllBPRtUtn3Nq/L77+4iPcc0d//DJ5Gn6aMMl0MBAIIiYmBsnJ5dGpQ1u0btkc8+YtMNuKe4qOjsKFF5yDUZ99Bak/YdIUJCSUQ43qVYurwnwKUIACFKDAQRcIffPlQd/tf9+hd7Op/94SW6AABSgQGQJKqcgYCEcRuQIcGQUoUKoElAr93lBKQf/Atm0d3s0jfPD7XTiODb/rok7rANr3XQfvkTolB6OHZHqrTClAgQMosH5FEMMHbsam1XlmL7HJ2WjRaxnik/PhunKTFz1f9TyV5dC89cHx+eDz2ZCbXcRE+9HmuHq48aouePaBa9DjwpOQWC4WP0yahZfeG4vHX/ocn3z1K/78+1/zITb4iCgBpZQZDz9DMQx8ogAF9lJAzh35uo6kOgn/7Lwe3sAFCngCTClAAQpQgAIUoAAFKEABClCAAodIIL5MGeTrDzRKGvFly+D5R287RL09zHfL7h9QAaVCn+8rpfQ1XBvKsmBbNhzHgU+H6/r1dSIXcQkOOvXPQGLtbMgjKzMfIwZlIG1+QFYZFCj1AktmBjBCXwsNbj9kk1Iy9bXQlXCjfeYYdxwXrl+OdwnXHP8yD2Q+yLyQ66EySKUUlFKyyKAABShAAQpQgAIUoAAF9qcA26IABShAAQpQgAIUoAAFKEABClAg8gU4QgpQgAIUoAAFKEABClCAAhSgAAUiX4AjpAAFKEABClCAAhSgAAUoQAEKUCDyBThCClCAAhSgAAUoQAEKUIACpUxg5rwFePHd4Xj/s29QJjYG1156Hnp374Zj69YuZT1ldw6lQFZWFp545iWUS4jHy88PRdWqVXbpTrn4snjmyYFIqVMTz7/yBjIyDv39suReDW+89T5GjPpc93sITj/t5F36fUAySmGjSimcc/bpqJhcAb//McP08L0PR+ClV97EylWrMXnqb5j2+5+om1LLbNvdU8cT2mDpsuWYrst/9tkYXHrJ+ea+S7urw20UoAAFKECBgylgHcyd7a99yRsXpRQk9drMD+Zg0U8XMmjAY4DHQEQfA4GsdO+0Z1KldnxxsZwTldqxbgrwiQKlSIBdoQAFSp+AUqHfG0op6B/Ytq3Du3mED36/C8ex4Xdd1GkdQPu+6+A9UqfkYPSQQ/+hptcfphSIRIH1K4IYPjADm1bnmeHFJmejRa9liE/Oh+s6OvQ81fNT5qqE4/jg+Hzw+WzzIbRlydxWpq5SCtFRLlofVxc3XtUFzz3YA70uORlJCXH4YdIsvPTeWDz64mf45Ktf8decxQgEg6YenyhAAQpQgAJKqTCCfPYQXuECBYoRYDYFKEABClCAAhSgAAUoQAEKUOBQCSQmlC3xro+pVwsD7+pT4vIsWFiAawdeQKnQ53JKKX0N14ayLNiWDcdx4NPhun59rchFXIKDTv0zkFg7G/LIyszHiEEZWDE/IKsMCpRagSUzAxgxcDOC2w/VpJRMtOi1Em60zxzbjuPC9ctxLuGa416Of5kHMh8syzJjU0pBKWWW+UQBClCAAhSgAAUoQAEK7F8BtkYBClCAAhSgAAUoQAEKUIACFKBA5AtwhBSgAAUoQAEKUIACFKAABShAAQpEvgBHSAEKUIACFKAABShAAQpQgAIUoEDkC3CEFKAABShAAQpQgAIUoAAFSotA2uq1ePfTMXjjk8/hOg6uvfQ89O7eDcfWrV1aush+lCKBOXNSMXnKbzj/3DNRtWqVYntWPikRl196EWbPnoN5qQvwxx8zkdKgJZ5+7tVd6mRkZOLsC67EFddcj6ysLLN929ZteGzoc2jYrAOqpzQzqaxLvimgn9asWYc2HU43N67/csx3aNbyJBzdqA1mzp6rtxb++XbsOAx56gXcceuN6HLqSYU36rWXX33LtCVt6tX99rM3DW3duhUXXdoLt95+/95U26eytmXDti1szQp9F15K7Zp4672P0ap9F1zV8yb9+p6Ba67qvse2y5YtiwvPPxu33HYfjqpSGUfXq7PHOixAAQpQgAIUOJgC1sHc2f7al1KhL+tUKpRKu9mZ/4JBAx4DPAaOhGNAznleyGlQqdC5UCkFuRGfUqF1rwxTCpQSAXaDAhQopQJKhX5vKKWgf/QHYrYO7+YRPvj9LhzHht91Uad1AO37roP3SJ2Sg9FDMr1VphSgwH4UWL8iiOEDM7BpdZ5pNTY5Gy16LUN8cj5c19Gh56eelzJHQ+sOHJ8PPp8Ny7J0yJxWpq5SodSsbH+KjnLQqmkKbrjyNDz/UA9ce2lnVEgqix8mzcKL736HR1/4DJ989StmzF2CvLxQH7ZXZXKYCsjfCodp19ltClDgEAvw/HGIX4DDb/fsMQUoQAEKUIACFKAABShAAQpQ4JAJJMSXLdG+Tz6hOa6/5vwSlWWhIgWYeZAElFJmT0opfQ3XhtLXgGzLhuM48OlwXb++ZuQiLsFBp/4ZSKwd+h8fsjLzMXJQBlbMD4APCpRGgSUzAxgxcDOC2w/RpJQt+lroSrjRPnNMO44L1y/Ht4Rrjnc57uX4l3kg10NlXEopKKVkkUEBClCAAhSgAAUoQAEK7H8BtkgBClCAAhSgAAUoQAEKUIACFKBA5AtwhBSgAAUoQAEKUIACFKAABShAAQpEvgBHSAEKUIACFKAABShAAQpQgAIUoEDkC3CEFKAABShAAQpQgAIUoAAFDrmAfJf9D5Om4pm3PsL6DZvQ65Jz0bt7Nxxbt/Yh7xs7UHoF5s5fAMu2cVKn9nvsZLMmDeHzOfhrxmwcc0w9tGndHON+mohNmzMK1Z2XugBz/p5nbiQfFRWFjIxM9Ox7C95+9yP06nEZXnlhKK684iIMe/M9XH/zncjKyipUf+y4CZjw82T8PO4LzJ81GY0bNii0/auvv8cN/e/EJRd1Q89rLj+Y34FVqB+laWXOvFSkrVyNpo2ONd06oX1rTP9lLJYu/BOpsyfjln59Ia+F2biHpxPat8HR9ergYu1rKWsPpbmZAhSgAAUocHAFDrvfTErxyzoP7iHCvVGAAqVVQCkF+TJjpZT5I04nOgUfFCilAuwWBShQmgWUUqZ7Sinzu8TWH27atgX58nzH8cHvd+E4NvyuizqtA2jfdx28R+qUHIweUvjDTG8bUwpQYN8E1q8IYvjADGxanWcaiE3ORoteyxCfnA/XdXToeanno8zN0LoDn563Pp9t3h9alsxlZeoqFUrNSjFPUX4HLRrXwXWXn4IXHu6JPpd1RsUK8fjxl9l44Z1vMfD50fjkq18xc+4SyIWzYpphNgUoQAEKUIACFABABApQgAIUoAAFKEABClCAAhSgwKETSEgos9udK6XwwmO3oVvXTrstx417EuD2gymgVOhaj1IKtr4epCzvOq6+PuTIdSO/vnbkIi7BLnpphgAAEABJREFUQaf+GUisnQ15ZGXmY+SgDKSlBmSVQYFSI7BkZgAjBm5GcPuhmZSyRV8LTYMb7TPHsuO4cP1yXEu48Onj3NFhWzbk+Lcsy4xFKQWllFnmEwUoQAEKUIACFKAABShwIATYJgUoQAEKUIACFKAABShAAQpQgAKRL8ARUoACFKAABShAAQpQgAIUoAAFKBD5AhwhBShAAQpQgAIUoAAFKEABClCAApEvwBFSgAIUoAAFKEABClCAAhQ4tAKzU//Bs299hO8nTcUp7Vqi3zWXoNHRKYe2U9z7YSGwefNmlIsvi+Tk8nvsb0K5eJQpE4tAbsDcTL7LqSdj5uy5mDXr70J1vxoz1rTXssVxJv/9D0fg9z9n4JP3XsPNN/VB1y6dccetN+KZJwZi4s+T8dvvf5ly3tOmjRm467Z+iIuL87LC6Z9/zcJd9z6Cs8/ogofuuxOO4wtvO9ALK9JWoXnbU1A9pdkuUb9xO0yZ9vuB7sIu7WdnZ+Orr8fi5v8NQN2UWjjt1BN3KVNURkxMDIZ/OAydT+5gNsv6sJefRuOGDSCv8ztvvICj69Uxr+O3X35i8k1BPlGAAhSgAAUOsYB1iPe/T7uX7+y05IaGdhScpFOhyp2E/LKdEIzriEBsB+TGnICc6PYmZJlxgjGhAx14DBy+x0DBc5qc6/LKdIJyy+/TDV736cTLShT4rwKsTwEKlHoBpZTpo1IK+sfcPMK2LdiWbT4w9Ptdndrwuy7qtA6gfd918B6pU3IxekiGt8qUAhT4DwLrVwQxfGAGNq3OM63EJmejRa9liE/Oh+vKTVx8Zh7KnAytO/DZNnw+e7+8N/S7PjRvVAd9Lu2M5x/qgb6XnYLKyfH4afLfeP6db/HIc5/ik69+xaz5S5Gfn2/6yCcKUIACFKAABSgQFuACBShAAQpQgAIUoAAFKEABClDgEAokxpctdu9VKpbH84/+r9jt3LAXAix60AWUUmafSinY+rqQsrzruPo6kSPXj/z6OpKLuAQHnfpnILF2NuSRlZmPEfq6U1pqQFYZFDjkAktmBvQxuRnB7YdkUsoWfS00DW60zxzDjuPC9cvxLOHCp49vR4dt2ZDj3rIsMwalFJRSZplPFKAABShAAQpQgAIUoMABEmCzFKAABShAAQpQgAIUoAAFKEABCkS+AEdIAQpQgAIUoAAFKEABClCAAhSgQOQLcIQUoAAFKEABClCAAhSgAAUoQAEKRL4AR0gBClCAAhSgAAUoQAEKUOAQCaRv3IRPvhqL1z8ajcRy8eh/TXecckJrc9+UQ9Ql7vYIEujQvjUqJlfAd9+PD987Z9269Zg4aSpOPrGD2bZpcwa+/vYHdOrQDg0bHlNIp/nxTZGUmIhZs+cWym/UsD6SkhIK5XkrNWpUxTH16+GHcRMxZ848L/ugpGXLlMHgQffhlReG7hLPPDkQtWvVPCj9mDLtd9Rv3A7VU5qh7rGtcX2/O1GzVnW8/frzKJ+UeFD6wJ1QgAIUoAAFDpVA6NswD9XeS7hfpQp/UadSynx5Z7kmwxB7zCvw130Rdu3nkF/9KQSrPoncKkN1PIGcykORXWkIgwY8BngMHPbHgJzPcqs8oc9tQxE46glzvpPzXuhmrz7YtgVLWebcqFToHFnCUyyLUeCgCHAnFKDA4SGglDIdVUrp3ynQv19sHRZsy4bj+OD3uzq14Xdd1GkdQPu+6+A9UqfkYvSQDG+VKQUosA8C61cEMXxgBjatzjO1Y5Oz0aLXMsQn58N15eYteh7q+SdzMbTuIPR+0IZlWTqUnrvK1FUqlJqVfXzyuz4c36g2enfvjGcfuAbXXX4KjqqUgAlT5+K5t77BI899qi+o/YrZqcv2cQ+sRgEKUIACFKBApAlwPBSgAAUoQAEKUIACFKAABShAgUMpkJhQtsjdN2/aAPfcfDWys3Px3LDhmJu6uMhyzCyZAEsdGgGlQtd+lFKwbRtKXxuyLVtfv9XXixy5juTX15NcxCU46NQ/A4m1syGPrMx8jNDXn9JSA7LKoMAhE1gyM6CPxc0Ibj8Uk1K26GuhaXCjfebYdRwXrl+OYwkXPn1cOzrkOJfjXa6HSueVUuFrorLOoAAFKEABClCAAhSgAAUOjABbpQAFKEABClCAAhSgAAUoQAEKUCDyBThCClCAAhSgAAUoQAEKUIACFKAABSJfgCOkAAUoQAEKUIACFKAABShAAQpQIPIFOEIKUIACFKAABShAAQpQgAKHQmDi1D/w3FsfYcmKlbjyvDNMVKlY4VB0hfs8jAV8jg8bN23GmjU77n9V3HA2bNyEjIwtKFs29H2DVatWwQntW2PSr9OQnr7BVPvzr1lYkbYS3c7uar6nKjsrG+vS1+Ob735E7frNzU3rq6c0M2mr9l2wavUaLFj4r6nrPdVLqWPqeusF08SEBDw55BEkJSWgz4234++58wtuPqDLZcrE4uQTO6Brl867RJdTTkRyhaQDun+v8dq1auKZJwfilReGmpjww2cY/cnbkNfDK8OUAhSgAAUoEKkC1uEyMKWU6apSyryxsZRlvsjWti04+g2Y6ziIivLrcBEdHaXDbyIqyjV5TOnAY4DHwOF6DERHh85nkkbp85zf70Bu+ur45MuPHX0utHTY5twIPihQOgXYKwpQ4DASUEqZ3iql9O8WmN8x8p5bvlTf0e+7ze8gx4bfdVGndQDt++74EDR1Si5GD8kAHxSgwN4LrF8RxPCBGdi0Os9Ujk3ORoteyxCfnA/XdXT4zLyTORhad+Czbfh8NizL0qH0nFWmrlKh1Kzspye/68NxDWuj58Un4Zn7rsJ1l5+KalUS8fO0uXj2za/x8LOj8MlXv+Lv1OX7aY9shgIUoAAFKECBw1CAXaYABShAAQpQgAIUoAAFKEABChxSgXJly+yy/xceuw1XX3yGyZd/bxEbE4W3Pv4SmzZlmjw+7bUAKxxCAaVC14CUUuY6rtLXiGzLhuPo60Y6XNevrym5iEtw0Kl/BhJrZ0MeWZn5GKGvQ6WlBmSVQYGDLrBkZq4+BjcjuP0QTErZoq+FpsGN9plj1nFcuH45fiVc+PTxLMe1HN9ynMv1UOm0Uip8TVTWGRSgAAUoQAEKUIACFKDAARNgwxSgAAUoQAEKUIACFKAABShAAQpEvgBHSAEKUIACFKAABShAAQpQgAIUoEDkC3CEFKAABShAAQpQgAIUoAAFKEABCkS+AEdIAQpQgAIUoAAFdhHIz8/fJY8ZFKAABfaXwIJ/l+LlD0bi02/HoWWThuh/TXcc36jB/mqe7RxhAg2Orovs7Gz8OWP2HkcuZZQCGjU6xpRVSuGsM07D0mXLMHvOPAQCQXz+1bdo1aIZjjmmninjPZ1x+inwbli/c3rlZRd6xUxq25ZJi3uqVrUynntyEDIzt+D6m+7A8hUriyu6P/NLTVvJFZLQ5ZQT0bVLZxO1atbg94KVmleHHaEABShAgQMtsPt3CQd67yVoXyn9bml7OaVCy0opWJYFeZPjOPIFoA7kJohRfhdRfj+io3ZETEw0GDTgMcBj4HA+BqKjowqd16KjovS5zjXnPTkHSlj6vCjnRDk36kXwQYHSJcDeUIACh5uAUjved8uibdvmvbdt2ZDfO/Le23Fs+F0XdVoH0L7vOniP1Cm5GD0kw1tlSgEKlEBg/YogRgzKxKbVeaZ0bHI2WvRahvjkfLiuo8Nn5pvMvdC6A5+elz6fbf42tiwV/kBbKWXaOJBPruvDcQ1r4ZoLT8RT912F6684FTWOKo9ffpuPZ94cg4efHYXhYyZjzoIVB7IbbJsCFKAABShAgVInwA5RgAIUoAAFKEABClCAAhSgAAUOrUBCuTL6c/PQ5+SxMdF44bHbdunQFReejkrJ5bF63fpdtjGjJAIsc6gFlAod40opfQ3XhrIs2OY6rr5+5Dj6upJfh4u4BAed+mcgsXY25JGVmY8RAzOQlhqQVQYFDprAkpm55tgLbj/0kupu0ddC0+BG+8yx6jguXL8ctxIufPo4dnTIcS3Ht/x7OOmsUip8TVTWGRSgAAUoQAEKUIACFKDAgRRg2xSgAAUoQAEKUIACFKAABShAAQpEvgBHSAEKUIACFKAABShAAQpQgAIUoEDkC3CEFKAABShAAQpQgAIUoAAFKEABCkS+AEdIgSNLID8/3wxYUkY+aEADHgM8Boo6BsyJcvuTbN++yIQCFKDAfxbI3LIVn30/Hi+8Oxyuz8HNPS/DGSe1N/dR+c+Ns4EjVqBJ44Zo0qQhhr31PpYvTyvWYV36erz/4XC0bN4M9VJqhcs1a9oIx9Svhy/HfIflK9IwZdpvuPD8sxEVFWXK+BwfYmJikZeXh1M777hpvXfzekmb6jZM4b14kj4PffwBLFm6HHfc/RAyMjL3ova+FGUdClCAAhSgAAVKg4BVGjqxpz54HwYopaB/dCjzZc3yBZ+OfnPkug7kRogS0dF+REdHmYiJiUZ0lB8xep0RRQceBzwGDtNjwJzH5Hwm/Y+R85tf/4Ho1+c9B3L+8/ls2Latz4uWOT9i+0MptX2JCQUOsQB3TwEKHJYCSoV+jyil9O8XmN81tm3Bew8u770dx4bfdVGndQDt+66D90idkovRQzK8VaYUoMBuBNavCGLEoExsXBU0pWKTs9Gi1zLEJ+eb93qu6zPzTOacq//2lfDp937yHtCyLP0eUOk5qkxdpUKpWTlIT67jQ7Nja+GqCzriyXuvwPVXnIqa1Srgl9/m4ek3vsLDz47C8DGTMfefFQepR9wNBShAAQpQgAKHTIA7pgAFKEABClCAAhSgAAUoQAEKlAKBhPiySKlVFYPvu6HI3riOg1v7dke9OtWL3M7MPQhwc6kQUCp0TUgpBVtfN1L6mpFt2XD08e3T4bp+fZ3JRVyCg079M5BYOwfyyMrMx4iBGUhLDcgqgwIHXGDJzFxzzAW3H3JJdbegRc80uNE+c4w6jgvXL8erhAufPn7lOJbjWY5ruR4qnVRKha+JyjqDAhSgAAUoQAEKUIACFDjAAmyeAhSgAAUoQAEKUIACFKAABShAgcgX4AgpQAEKUIACFKAABShAAQpQgAIUiHwBjpACFKAABShAAQpQgAIUoAAFKECByBfgCCkQ4QLevaoklZDhSlpU5OXlgUEDHgM8Bo6kY6Coc6F3niyY7rws6wwKUIACeyswbcZsPPvWR5g9byG6n30ael58DmpWrby3zbA8BXYRKFMmDjf17Ynly9Nw8233YeWq1buUkbx+t9yDVavW4rabr0dUVFS4THzZMjjpxA6YPGU6Roz6AvI9gy1bHBfenlAuHm1bN8f4ib9g9uw54fz9sdDl1JNw1203YdKvU3Hfg49j29Zt+6PZottgLgUoQAEKUIACpULAKhW92EMnlFLhEkopc4ND+WJP27bgs31wfD74/Y4O10RUlKvfYIUiOtofXi6Yz+WQDx3owGOg9B8DBc9jcuNXL4aYRSQAABAASURBVFzXMec/uQGsnA+VUtA/OhT4oEBpEmBfKECBw1dAqdDvFKWU/v0Cc/MI+Z0jX7bvOD7z3ttxbPhdF3VaB9C+7zp4j9QpuRg9JMNbZUoBChQhkL4iiBGDMrFxVdBsjU3ORoteyxCfnA9Xv9dzXT3P9PyS93+uWXf038A2fD5b/11s6VB6bipTV6lQalYO0ZP8bd7s2Fq48rwOeHLAlbj+itNQu3oyfv19Pp56/Ss8/OwojPx6Cub9s+Lg9lDZwMEO8EEBClCAAhQ48gQ4YgpQgAIUoAAFKEABClCAAhSgQGkQOOboWrj52ktK1JXsnFwsWLSsRGVZKCTA59IjoFTo2pBSCrZtQ1kWbMuG4+jrSTpc16+vN7mIS3DQqf9mJNbOgTyyMvMxYmAG0lIDssqgwAETWDIz1xxrwe2HWlLdLWjRMw1utM8cm47jwvXLcSrhwqePWzl+5TiW49myLNM3pVT4mqjJ4BMFKEABClCAAhSgAAUocMAFuAMKUIACFKAABShAAQpQgAIUoAAFIl+AI6QABShAAQpQgAIUoAAFKEABClAg8gU4QgpQgAIUoAAFKEABClCAAhSgAAUiX4AjpEAkC+Tn55v/z1xSb5yynJefh/ztkZcXhBdeHtMdPrSgBY+ByD4GvPOfl8rrHVqWced7p059zszf5Xwa3sgFClCAAnsQWJa2Cm8O/wIffPYtjq1XB/2vuRStmzXaQy1upsDeCXQ+uQOeGPwg/pwxE206dEXPvjfj3Q+Gm5Blyfv9zxl47qlBaNKk4S6Nd+3SGVlZ2Rj29gc4+cQOqJhcIVxGKYU+va9CpYrJOL97Dzzw8GB8/e0PJoY89QIuu/o6rFmz415b4YolWFBKoec1l6P7xefh08/H4MFBTyA3d/sXbpWg/t4UYVkKUIACFKAABUqHQOgbMktHX0rcC6XkCz0B27Z1WJCbH/r0sus45uajBVNZZjigAQ14DBz+x4Bfbv66PeTmqhJy/gudC21zA1hsfyilti8xocAhF2AHKECBw1xAqdDvFKWUvjgH/f7b1uHdPMIHv9+F49iQ31N1WgfQvu+ODyZTp+Tis6GZ4IMCFNhVIH1FECMHZWLjqqDZGJucjRa9liE+OR+uq9+7unp+yXs/PcdC6w58+u9eef8nN7uwLKXnpDJ1lQqlZqWUPEk/mx1bE5d3OwFPDrgCN1x5GmpVT8avf6Tiyde/wsPPjsKob6Zi/qK0g9BjC7BiDm4chFFxFxSgAAUoUHKBef+sQHZOoOQVWHJfBFiHAhSgAAUoQAEKUIACFKAABShQKgQuPqdzifsx/pc/8NLbo5C2esf1rRJXPjILctSlTEApZXqklNLXcG0oy4Jt2fr6rb6u5Mj1Jr++7uQiLsFBp/6bkVg7B/LIyszHiIEZSEvlZ2biwdj/Aktm5pprocHth1hS3S36Wmga3GifOSYdx4Xrl+NTwoVPH6+ODjl+5TiW66HSK6VU+JqorDMoQAEKUIACFKAABShAgYMiwJ1QgAIUoAAFKEABClCAAhSgAAUoEPkCHCEFKEABClCAAhSgAAUoQAEKUIACkS/AEVKAAhSgAAUoQAEKUIACFKAABSgQ+QIcIQUiViA/P9/8f+aSyiAlXbhpFf7ZvBr/bFqNhTpN3bgSEpIvsUCvM1aCBjTgMXBkHQNy/pOQ86GEnB/z8/MgkZcnab6cRvV6vjmvmhU+UYACFCiBQG4ggG/G/4onXn8f2Tk5uPHKi3DuqZ1QJi6mBLVZhAJ7J6CUwgXdzsKkn77C5d0vwJ9/zsK9DzxmYuasOeh59WX4+ccvcdKJJxTZcI3qR+HYY45GMDeAbmd33eV3XtWjKuPj91/D+eedhfc/Gom+N96O6/vdiR9+nIDzzj0DCQnlimy3JJmO48ODA27DeeecgY8++RRvvPW++b1bkrp7UYZFKUABClCAAhQoJQJWKelHibqRv/1DVimslHyxJ2CbGyD6TCpvZHw+G17IOsMHGtCAx0DkHAPe+S2U+iBfdiyhT4nmD0ellEnlPMmgQOkQYC8oQIFIEFBKmWEopfTvGZj33rbt3TzCB7/f1e85bfhdF3VaB9C+746bpMyfnIPPhmaCDwpQYIdA+oqgueHFxlVBkxmbnI0WvZYhPjkfruvo0PNKzyeZW6F1Bz7zt6+9/f2f0nNRmbpKhVKzUkqfbN33psfUxBXdTsCQuy/DjVd1Qe0ayZj8RyqeeO1LPPzsKIz6dipS/11ZSkfAblGAAhSgwOEu8O34v3Dj/W/gkedG4f3Pfsavv8/HyjUbD/dhlbL+szsUoAAFKEABClCAAhSgAAUoQIHDT+C0E1uh+lGV8Mb7Xxx+nT8kPeZOS6OAUqFrRUopcx1XWd51XH19yZHrTn597clFXIKDTv03I7F2DuSRlZmPEQMzkJYakFUGBfabwJKZueZaaCA337SZVHeLvhaaBjfKZ45Fx3Hh+uW4lHDh08epo8O2bMjxa1mWqaeUCl8TNRl8ogAFKEABClCAAhSgAAUOkgB3QwEKUIACFKAABShAAQpQgAIUoEDkC3CEFKAABShAAQpQgAIUoAAFKEABCkS+AEdIAQpQgAIUoAAFKEABClCAAhSgQOQLcIQUiGyBgvenykc+/slYixZfPoKWXw1Eq68Goc3Xj6HtN4+jtU4l2uhlxuOgAQ14DBxZx4Cc/yTkfCjnxV9XLUAgEEBeXp7+JaHPnvmh0CvmR86tZoFPFKAABXYj8NecVDzz5of45be/cP7pJ+O6yy9A3VrVd1ODmyiwfwQqV6qIgQ/djT+m/oilC/80Mf2XsbjvnluRnFy+2J1ERUXhvbdewsK503DccY2LLCdtDxl0P/6ZO920uzj1d4wdMwLnn3smHMdn6sg+Jk/8Btf1ucasF3yKiYnB8A+HmZDlgtuiY6LxzJMDTbt9r73afG+WtCFtSZtSVupI/aeGPiyrJmSblJGyJqPYJ0DqSVmpU1Qxr33ZhyxLGUllXerKuoTUl3YK7rPzyR0wf9ZkNG7YQIoUG1570qYsF1uQGyhAAQpQgAIRLBD6pszDZIBKKdNTpZS56aFSSr9RgQnbtkxqWZb5IlvbtpnSgMcAj4GIOgZ2nN8sfQ5UJmw7tKyUnA9DAT4oUJoE2BcKUCBiBJRSZixKKfO+2zbvMyzYlm0+jPT7XZ3a8Lsu6rQOoH3fdfAe8yfn4LOhmd4qUwoc0QLpK4LmhhcbVwWNQ2xyNlr0Wo745Hy4rtyExWfmkcyp0LoDn55vPp+t3/9ZOpSeg8rUVSqUmpXD5EnG0qRBDVx+7gkYfNdluPGqLqhToyKm/rkQQ1/9Ag8/Owqjv5uGBYtXHiYjYjcpQAEKUOBwELi55xmmm0vT1mHClDl4a8R43P/UJ7j54Xfw3Fvf4Ksff8fs1GXYui3blOPTPgiwCgUoQAEKUIACFKAABShAAQpQ4DAV6NH9TPS64uzDtPcHudvcXakVUCp0zUgpBVtfV1KWBduy9fVbfZ3JketPfn0dykVcgoNO/TcjsXYO5JGVmY8RAzOQlhqQVQYF/rPAkpm55lpoIDfftJVUd4u+FpoGN8pnjkHHceH65XiUcOHTx6ejQ45XOW4tyzL1lFLha6Img08UoAAFKEABClCAAhSgwMET4J4oQAEKUIACFKAABShAAQpQgAIUiHwBjpACFKAABShAAQpQgAIUoAAFKECByBfgCClAAQpQgAIUoAAFKEABClCAAhSIfAGOkAIRLKBU6P83z8/PR15eHqDTfEkjeMwcGgUoQIH9IRAMBhEMBhDQYc6fyNen0B2hlNofu2EbFKBAhAqsWbceH37+Ld4a8QWqV66EW3pdhg4tm0XoaDksChxGAuwqBShAAQpQgAKlRiD0bZmlpjt71xGllPmST6VCqXz5p2Upc0NEpnTgMcBjIFKPAaXktbXM+Q/6oVToHKgX+UOBUifADlGAApEloJQyA1JK6d9DgG3bOrybR/jg97twHBt+10Wd1gG077sO3mP+5Bx8NjTTW2VKgSNSIH1F0NzwYuOqoBl/bHI2WvRajvjkPLiu3HxFzyM9f2QuhdYd+PQ88/ls/XeupUPpuadMXaVCqVk5TJ9s20KTBjVw2bnt8fid3XHjVV1Qp2ZFTP1rAYa88gUeeW4UPhs7HQuXrDpMR8huU4ACFKBAaRfYsjULs+Yvxeff/4Zn3/wa/R96Gw8+PQJvjxyPiVPnYvmq9NI+hFLTP3aEAhSgAAUoQAEKUIACFKAABShwuArEl41D5eTy4GPPAixRugWUCl07Ukrpa7g2lGXBtmx9/VZfb3LkOpRfX49yEZfgoFP/zUisnQN5ZGXmY8TADKSlBmSVQYF9FlgyM9dcCw3k5ps2kupu0ddC0+BG+cyx5zguXL8chxIufPq4dHTIcSrHq2VZpp5SKnxN1GTwiQIUoAAFKEABClCAAhQ4qALcGQUoQAEKUIACFKAABShAAQpQgAKRL8ARUoACFKAABShAAQpQgAIUoAAFKBD5AhwhBShAAQpQgAIUoAAFKEABClCAApEvwBFSINIF8vPzIQHkIxgM6ufQ/8cu4472OWDQgMcAjwEeAzuOATk3SgSDAQQCucjT582AXs7LywOU/lH6CXxQgAIUKF7gp19/w9DX3sWa9PW49tL/s3cnAFpVdR/Hf/97n3ufgWHRQUBzZVNzV0QgKNHMUivL3NNURHFJTLPFSl9LcAnTbHHJ0kzNFEg003JtUTETN9QEXECWQWWdBZiZZ2bec87DM7IKyAAzz3yvc55zz13OPedzzr3P89wjzz1Kx33pUHXZovOad2ANAggggAACCCCAAAJtUCD/i5mtvOJmJjNr5bWg+Agg0CwCbSgTM+Pa14bam6oigAACLUXAzEJRzMy9D0lxHLtQeHhERtlsqiSJlU1T9RqQ0+Cz5qowTZ5Qq/GjqwpJYgTalMC8WfXhgRcL59SHepd2q9EBw2aqc7cGpal/6Io7f9x548+hfDpRxp1fmUws/7CLKDJ3zlnY1ywfh0SRvPg67v3JHfX1Iwfriu+cqPNO+YJ67bi1nnt5qq6+8X6N/OU4jX/kv3r73feKpMZUAwEENliADBBYTwH/PrMuu8x6b76efn6y7rjvX/rJ9WM14rLb9IvfP7zCrkX4VrxC/UgggAACzSFgZk3fYZojP/JAAAEEEEAAgTYqQLUR2IQCS5bW6Lqb/6RX33h7Ex6VQyHQvAJmFjI0MzeGG8uiSHEUu/FbN+6U+PGorBuXStVhy0RDzq9QWc9a+WlpVaPGjKzU7Ck5nyQgsN4C01+pC2Ohubr8jyZ06VOtfsNmKy3JhD6XJKnSrO9/PqTKuP6YuOD7p++nfqzQH9TMuJ/gIQgIIIAAAgi0NQHqiwACCCCAAAIIIIAAAggggAACxS9ADRFAAAEEEEAAAQQQQAABBBBAoPgFqCECCCCAAAIIIIAAAggggAACCBS/ADVEAAEEEEAXFym5AAAQAElEQVRgEwg0NjbKB38oHxdCQ0ODXxTCTp266M2TLydgQB+gD9AHXB84oPtO4droX3L1OdXW1crHje666a+dPvbXUjPzmxAQQACBFQTeeHOafnHbn/TQP57S5z8zUN8aeqJ279NzhW1IIIAAAggggAACCCCAQF4gykfF8Wpm4cc/zYjNMDDDwKztGZi1nToXx5WbWiCAAAIItEYBMwvFNjP3+VuK49iFwsMjMspmUyVJrGyaqteAnAafNVeFafKEWo0fXVVIEiPQJgTmzaoPD7xYOKc+1Le0W40OGDZTnbo1KE39w1bceePOF3/u5NOJMu68ymRi+YddRJG5c83Cvmb5OCSK9MXXd69P7qgTjxykURedoPNOPUw9d+iu515+U1feMF6jfvVnPfDY83r73feKVODDak1+e/aHCeYQQGAFARIIrK/AN0/5wvruErbv3Km9Tjt6SJj3L/5/WPPBzxMQQAABBNZNwF83zYr/u8y6abBVQYB+UZAgRgABBNYs4K+Vy681y7+frrx8+W2KbZ76ILApBdqVZNW+XVa33f0XzZ7z4djWpiwDx0KgOQTM8u8XZubGcGNZFCmOYjd+68afEj8ulXXjU6k6bJloyPkVKutZKz8trWoM41mzp+R8koDAOgtMf6Uu9J1cXWPYp0ufavUbNltpSSb0tSRJlWZ9v/MhVcb1w8QF3y99//TjoX5HM2saE/VpAgIIIIAAAgi0HQFqigACCCCAAAIIIIAAAggggAACxS9ADRFAAAEEEEAAAQQQQAABBBBAoPgFqCECCCCAAAIIIIAAAggggAACCBS/ADVEAAEEEEBgUwmYWTiUmcn/1k5DY4MaGhrCMl4QQAABBNYsUJ/Lqb4+H/x1s1H53wIJ11J3HfXxmvdmDQIItCWBRRVVGvfw47rxrrHacotOunDYSTpkcP9AwAsCCCCAAAIIIIAAAgisXiBa/WKWIoAAAq1SgEIjgAACCCCAwCYSMPvwf4Dws3EcK44LD4/IKJtNlSSxsmmqXgNyGnzWhw9KmTyhVuNHV4kJgbYgMG9WfXjgxcI59aG6pd1qdMCwmerUrUFp6h+y4s4Xd574cyafTpRx51MmEyuKIhes6UEXZhbyaEsvZqa9dt1BJx45WFd85wSNOO0w9dyhm/7z0pu68obxuuJXf9YDjz2v/705U/X1xfc/YY3967O6a/xTql5c05aanboisC4CbIPAxxIwW7/3Uv/5duixB6ljh3ZNxzNbNY95T4wWAQP6AH2APjBajTWVTddLLfsffc0+vG6afTi/3IbMtlEBM9cffFhW/xffnquHJ75LwIA+QB+gD7g+sOzSGCIzC/cHzSyk/YvZh/M+XcSBqiGwyQVOOe4Ibb9t9zDmtckPzgERaEYBs/x7hZm5/hzL3JhTHMVu/NaNQyV+fCrrxqlSddgy0ZDzK1TWs1Z+WlLZEMa1Zk/J+SQBgbUKTH+lLvSZXF3+H/x26VOtfsNmKy3JhD6WJKnSrO9vPqTKuP6XuOD7o++XfjzUH8TMwmceP09AAAEEEEAAgTYnQIURQAABBBBAAAEEEEAAAQQQQKD4BaghAggggAACCCCAAAIIIIAAAggUvwA1RAABBBBAAAEEEEAAAQQQQACB4heghggggAACCGxygcZlv2enxkY1NNRv8uNzQAQQQKC1CdS7a2V9LueumQ1qaGxwl8/GEGT5mpgtm8kneUUAgTYq8PTElzX6N3/Q1GkzdMrXvqiTv3q4tum2VUGDGAEEEEAAAQQQQAABBNYgEK1hOYsRQACBVihAkRFAAAEEEEBgUwqY5QfpzEzuLzw8Io4j+R/rT5KMstlUSRIrm6bqNSCnwWfNVWGaPKFW40dXFZLECBSlwLxZ9eGBFwvn5P/noNJuNTpg2Ex16tagNPUPV3HniTs//LmSTyfKxLEymVhRFLlg7tyyYGOWj0OiDb/sucsOOuHLgzXy28fp/NMOV48duuu/r7yla3/7V110xR369R/+rkf+9bLemfl+0Sj949nX9MNr7tY///N60dSpNVdkzOP364DTDtGTE59a72r4ffqf9jm99vYb673vyjt8sGCuPjfiaP32/jtXXrVB6Q2p3wYdeL13Xv8dvJU383Zr2/utmdP02W9+VSNv/Zly9fVr23yV9YuXLtapPzlXF//6J03rNjTPpoyY2SCB/fbosV77Dz32IPXYrlvTPmb592P/Pl1YOO/fv9K8f/2SgAF9gD5AH1jWBwrXRzML32dcFOLCcmIEGhvzD4U0sxUwfjruRREwoA/QB+gD+T5w37Nvh2ukmYX3UTNrSoeZNvNCRRHY9AIlbmzrW2cer+5dyzb9wTkiAs0sYPbh+0fsxp/MjT3FUezGb914VOLHqbJuvCpVhy0TDTm/QmU9a+WnJZUNYXxr9pScTxIQWKPA9FfqQl/J1eW/53XpU61+w2YrLcmEvpUkqdKs72c+pMq4fpe44Puh74+F+6xmFj7zrPFArEAAAQQQQACBIhegeggggAACCCCAAAIIIIAAAgggUPwC1BABBBBAAAEEEEAAAQQQQAABBIpfgBoigAACCCCAAAIIIIAAAggggEDxC1BDBBBAAAEENp2A/60yHwpHXH6+sIwYAQQQQGBVgcaGBjU0NsjHhbD8VlxPl9dgHoG2J/D2jFm66a5xuvfBR/WpvnvrgmFf13577LoSBEkEEEAAAQQQQAABBBBYk0C0phUsRwABBFqdAAVGAAEEEEAAgU0uYGbhmGYm96c4jl2I5H+0P0kyymZTJUmsbJqq14CcBp81V4Vp8oRajR9dVUgSI1BUAvNm1YcHXiyck39wdGm3Gh0wbKY6dWtQmvqHqrjzw50X/hzJpxNl3PmTycTyD7uIIn9OWTAxy8chwUsQMDPtscv2OuHLg3T5hcfpB+d+VZ//zN6qb2jQ/Y/+V1f86j59/+q79Nt7ntD/3pyhY489VqWlpZo4cWLYf+WX1157TV27dtXVV1+98qoWka5eXKM77/u3rv3tX/X2u++1iDKtrhCFh57veuwALR/8g9Rv/ctd8utXt19rWrakZmlrKu56l7XV1G+9a7Z+O9TlapXLNe/DrTZGnutXK7Z+d/Zcde/aeZ0hjvrCAeq3V++wvRnvxQGCFwQQQGA9BPL3B2J3r8CaQn73xpDOz/Pa1gT8//BtZk3VNjN165xVt06punZMtFWHTAhdSmP5UNY+kg9+npA3wQEH+kBx9gF/rfPBt6+PC9dDf5/Qv6f62Ad/ATXLX0fN8rFfVrSBiiGwmQUWLqrUv559cTOXgsMjsGECZvn3CzOTf0+xKFIcxW781o1LJX68KuvGrVJ12DLRkPMrVNazVn5aUtkQxrlmT2ne+6Q+b0JxCEx/pS70kVxdY6hQlz7V6jdsttKSTOhTSZIqzfr+5UOqjOtviQu+//l+uPxnGzMLefCCAAIIIIAAAm1UgGojgAACCCCAAAIIIIAAAggggEDxC1BDBBBAAAEEEEAAAQQQQAABBBAofgFqiAACCCCAAAIIIIAAAggggAACxS9ADRFAAAEEENjEAmYmc8f0v13mIhViP09AAAEEEFizQENDgxoaG8IGZv5K6mYb878P4ub4QwCBNiiwtKZGDz7+b11/691KMrEuHPZ1HX7QIGWTZFUNliCAAAIIIIAAAggggMAaBaI1rmEFAggg0MoEKC4CCCCAAAIIbB4Bs/zgnZnJ/SmOYxcKD4/IKJtNlSSxsmmqXgNyGnzWXBWmyRNqNX50VSFJjEBRCMybVR8eeLFwTn2oT2m3Gh0wbKY6dWtQmvqHqbjzwp0P/tzIpxNl3HmTcQNe/mEXUeTPJQv7muXjkOBljQI9tu+mLxy4j0aceph+9qNTdPZJn9Neu+6kmbPn6ennp+i8884LD/O+8cYbQ7x8Rv4h39ddd5222GILnXjiicuvanHz/3tzpq68Ybzu/esE1eXqW1z5CgXqs30P/fS8y3T9hVfo3KNP15Ydt9DP7vq1zrvm+6pcXF3YbL3if7zwlM688kLNWzh/vfb7uBv/750pGjbyfL0xbcoKWXzj8OP03G2P6aC+g1dYXiyJ1dWvorpKP7rpCt35tzEtpprNVZA1tfOuO+2sf970F/1o6LfD9bk5jrcx8myOchVzHnV1Ob38+nTdNf4pfefKO3X5L8bpoSdelLn/1lbvz/TfTYcN2TdsVviffAtvyfn36khbnv+6Ss58UdFpz6nuxKe0+Jh/qOKrj2vRVx4LYeGRj2rBlx8hYEAfoA8UdR8oXOsK1z5/HfTXw9zXn1amfWf57zb566a7+i67kJpZuL6a5eOQ4KVNCPj3VLN8u5uZzEzbblWqO7/ZV787cw/ddOrO+sWJO+m647bTNUdvo58e1T2Eq7/aTVd9pSsBA/oAfaCo+0Dhmudjfw382TGf0PUn7qjvHra9ojhWFPkQhWunf9MwszbxDxJ9XQkIbE6Bf//nJd17/+N69Y23N2cxODYCGyxgZiEPM3NjuLEsihS795YkSZRxIU2zbvwqVYctEw05v0JlPWvlpyWVDWG8a/aUnE8SEGgSmP5KXegbubr8P+7t0qda/YbNVlqSCX0pSVKlWd+vfEhDP/P9zfc73/+iKAp5mVnT55uwgBcEEEAAAQQQaJMCVBoBBBBAAAEEEEAAAQQQQAABBIpfgBoigAACCCCAAAIIIIAAAggggEDxC1BDBBBAAAEEEEAAAQQQQAABBBAofgFqiAACCCCAwOYQ8L9d5o9biP08AQEEEEBgzQL+eumD38LHhWBmfhEBAQTaoMDESf/TT2/6gyZOekMnHvkFnX7cV7TjttusUYIVCCCAAAIIIIAAAgggsGaB/C9prnk9axBAAIHWIkA5EUAAAQQQQGAzCpjlB+7MTO5PcRy7UHh4REbZbKokiZVNU/UakNPgs+aqME2eUKvxo6sKSWIEWrXAvFn14YEXC+fUh3qUdqvRAcNmqlO3BqVp4oI7H9x54M+JfDoJD5fOZGL5h11EkT+HLOxrlo9Dgpd1FijJJtpvj55uEHGQLrvgGB1z+EANGDBARx55pO6++269/PLLK+T13//+V3fccYeGDRum7bfffoV1LTXx6L9f0Y+u+ZMmvDClRRaxS+cyHdLvM/r8gIN13rFnaMwVt+rCE8/Vc6+9oH+/9MzHKvObM6bpnfJ31dDY8LH2X9+d5sx/X5Peel31DZvmeOtbvk25fU3tUv3n9Re0tKZmUx72o47VbOto52ajbDEZLVxUrSeeeU3X3/aQzrnkd/rVH/6mfzz7mrp36ayjDx+gK797og7Yt/dHlne3Ptvp5K9+erXbmFn+s26SKk6ySrLtlKTtlJa0V7ZdqUral4bYp33wywh5ExxwoA8UZx/w17qS9h1Wex3010f/PSeOI7mrp9wl1AVb7fWVhW1LwMz1AxdMFr4Hx+EeUiY8EDK77AGR2WyJsiUlKlkW2rVrJwIG9AH6QDH3gcL1VlV6hQAAEABJREFUzsf++uevg6n73pFJEndfPXH32mNFcZyPo0h+MnNXUhf8fJEGqoXAZhf40qGf1o7bba3xD/1zs5eFAiCwoQJmFrIws/B+Yu79JI7i8D7j32/SNOvGsFJ12DLRkBGLVNazVn5aUtkQxr1mT8n5JAEBTX+lLvSJXF1j0OjSp1r9hs129wYyoQ8lSap02Xe71I2JZgqfZ1x/8/0uivgsE+B4QQABBBBAAIGCADECCCCAAAIIIIAAAggggAACCBS/ADVEAAEEEEAAAQQQQAABBBBAAIHiF6CGCCCAAAIIIIAAAggggAACCCBQ/ALUEAEEEEAAgc0m0NiY/7ftm60AHBgBBBBoRQKNcv+56ybXzlbUaBQVgY0kMPu9D3TrvQ/oD3/+q/barY++fcbX1X+fPdZ2NNYjgAACCCCAAAIIIIDARwjkf03zIzZgFQIIINA6BCglAggggAACCGxuATMLRTAzub/w8Ig4jhRHsZIko2w2dXGsbJqq14CcBp81V4Vp8oRajR9dVUgSI9AqBebNqg8PvFg4pz6Uv7RbjQ4YNlOdujUoTRMX3Hng+r8/F/LpRJk4ViYTK4oiF8ydOxb2NcvHIcHLBgl07tTeXXsSXXDBBcrlcrrmmmtC7DOtq6vTddddpx122EEnnniiX9RqwvyFVW7g9En98vcPa+aceS263GamIwZ9Tt27dNOLk19t0WWlcK1BgDIikBeoXlyj16bM1F+feEE33PGIvnfVXfrOlXfq7gee0rQZH2jAvn105omf1S8uG6qLzvySPv+ZvbVVWUcNO+7gfAaree22VWedvtx6M2t6b/abm+XTkUWK3Xu4/4zr39Oz7v29xH3WbdeuRO3aZUNo3/7D+cIy4rwNDjjQB4q3D5SUZOWvh9nw/cd938lkwvXSXzPN8tdQfz0ltD0Bs1XbP/89OFIUx+77sr9nlMo/JDJbUqKSdu3Uvl17lZS0c++r+djPE9oFExxwoA8Ufx/w18IQsll37zAJ97b8+6n/LuK+pKgwFfc/sCnUkhiBzStw+olf1jdPP3rzFoKjI9BMAmYWcjKz8F3N3NhUHMXhfSaT+HGsrFJ3n6tDWaohIxaprGet/LSksiGMf82ekvNJQhsWmP5KXegLubr8DyR06VOtfsNmKy3JhL6TJKn897o0zfeljOtXiQu+n/n+5r8Hej4zcx9pzM8SEEAAAQQQQKDNCwCAAAIIIIAAAggggAACCCCAAALFL0ANEUAAAQQQQAABBBBAAAEEEECg+AWoIQIIIIAAAggggAACCCCAAAIIFL8ANUQAAQQQQAABBBBAAIHWImDGb3q0lrainAhsDAH/+4SP/vtZXX3T7VpSs1TnnXKcvvK5IepQ2n4dDscmCCCAAAIIIIAAAggg8FEC0UetZB0CCCDQagQoKAIIIIAAAgi0CAGz/KCemcn9hYdHxHEk/6P+SZJRNpsqSWJl01S9BuQ0+Ky5KkyTJ9Rq/OiqQpIYgVYlMG9WfXjgxcI59aHc7bsu1QHDZqpTtwalqX9oiuv/rt/7cyCfTpSJY2UysaIocsHcOWNhX7N8HBK8NJtAv379dNRRR+nPf/6zJkyYEPL9xz/+oXHjxmnYsGHafvvtw7Lq6mp9//vf15ZbbhnaxMc+7ZeHDZa9PP300xo8eLBi145mpm233Vbjx49ftnbTRa+88a5+/POxuv/R5zfdQT/GkeIokn+4y9KaJU17vznzHZ3z0++o7ykHa9djB4TYp6fNfrdpm9fefkP9T/ucrrnrV5oxZ6Y+PfyLYduLf/2Tpm0WL12sa/94gz51xmFhnY992i8vbPTBgrn63Iij9dv775Q/7jcuO0d7nDBIe590oL77y8u0sKoibFrY7uyrL9Ki6kp97funhjxP/cm58vk9OfGpUB5frrCDe/GD2c+//qJOuuzskJ+vy2e/+VU99Myj8uvcJh/rz5fTeyzv4x1q62pWm58/1rqUo1CH/77+gq68/eehzGuqn3f25t7eH9vXzbfHn//xoPY/5bMaddt1q5QlV1+vi35xqb580Ymat3D+Kuv9Am/pj+nz9+1daI8DTjtEd/19rOobGrT8ct9Ovqx+P/kMXCi0lW9Tl1zhr1DH5dtp+Q0K+66pnQvrl8+7kOerb/1Pj/znSX3p2ydo9+M/FfrtJTdfqbkL5y1/iFXmV5en38i32/L5+bqeddVFof5+vQ++3gUv327edsDQQ/2qNhEWVSzWW9Pf07MvTtWDj0/UDXc8ou9ddZe+9ZPf6+e3/lXjH/mvXnztHZVkEx02ZF9976wjdd2lp+j04w5Wv716q11JsopTu5J0lWVmFvbp1KHdCut8G5lZeE9wkXvPjlyw8D6eJBn3Pp9RicuvpCTrjpUP7duVhHkfE0qEAQb0geLuA+1Wuv7562H+e4+/RibhehlFH15HzUxMbVNg+fdU/z3Yfz+ILHLfizOKMxlls1kXSkIoyZaopF07tWvfnoABfYA+0Kb6QLj2lbRTiQv5B+dm3XeOVFEcK45iheuney81y7+fmuVjFeNEnRBoIQJlW3bSFp07htIsXrL6+3JhJS8ItBIBs/x7h5kpdu8v/nO5f49JkkQZF/LvP6k6lKUaMmKRynrWyk9LKhvCONjsKTmfJLRBgemv1IU+kKtrDLXv0qda/YaVKy3JhM8rSZIqdd/r0jT/+SXj+pPvV75/+X7mP8f4Hc0s3Gv18wQEEEAAAQQQQEAQIIAAAggggAACCCCAAAIIIIBA8QtQQwQQQAABBBBAAAEEEEAAAQQQKH4BaogAAggggAACCCCAAAIIIIAAAsUvQA0RQAABBBBAAAEEEEAAAQQQQKDFC7w6+U1dfdPtenLCRB19+Gd17snHqvdO+edvrFPh2QgBBBBAAAEEEEAAAQQ+UiD6yLWsRAABBFqJAMVEAAEEEEAAgZYjYGahMGYm9xceHhHHkfyP+ydJRtlsqiSJlU1T9RqQ0+Cz5qowTZ5Qq/GjqwpJYgRahcC8WfXhgRcL59SH8rbvulT9z5ilTt0alKaJC67fu/7u+34+nSgTx8pk4vDQrmjZwzD9zmbmI8JGEMhkMhoxYkTI+Ze//KXmzZunUaNGaeedd9app54ali9atEhHHnmk/PoLLrhAY8aM0TnnnKNrr71Wxx9/vJYsWRK2e/TRRzVkyBB16dJFd911l+68807ttddeeuutt+QfavmnvzytBx57Xo8//aqemThFL/9vuqa8U65Z783X/IVVqqlt/gfk+IdiX/KzP2nipLdDGVvayxvT39R7c9/THr0/GYr2yHNP6rgfnq6pM9/RBcefpesvvELDvnyyXpwySSf+33C98ubrYbttu31CV5x7ib786S+orPOWunz4xWHb4w/9Wlhfubha513zfd3z6H36+uePDuuOOfjLuuvvY/WdX1zmrFd8KNcLk1/W+dderIP7fVo/O/9yfXHQofrr049o5K3XKFdfr06lHXXJ0G/rjCNPVrtsO1309W+GPM85+nSlSTYcc+WX19+ZrPN+9n2VJKlGnvUDjR7xY23ZcQtdfMNIPTnxqZU3X6e0fyD8175/6go+3mlRZUUo5+oyWZ9yNKpRP7/nN+qzfU+98Icn9ftLf632Je1XydY7e3Nv79vAt5Nvj0F7DdB+u+yl516fqAWVi1bYb3r5DP3ntRd0aP+D1WWLshXWrZyYNmemfnjzFaE9rjz3UvXcdiddffv1+sNf/6QLf3GJ9t1lz6Z2uvPhe3X9Pb+RP8dWzmd90x+nnQvHeHjCY/qFszvukK/q2m+N1FeHfFEP/Ptv+t6vfizfHwvbrUvs63LrX/6ob//8Eu2yY5/Qd3546gV6970Z+sZPztHUGe9o+em1d97QH//+Z938/ev07K2PLL+q1c1XVC7RnPcX6u1339erk2fouZfe0j+efU0PPfGi/nj/0/rFbQ/rkmvv0Tk/+p0uuuIOXXXjeP3unid0/6PP68XX3lFdrl577rKDvnxIX5136hd03aWn6McXHKujvnCAeu+09Vo9+u7Zc5VtTj/uYPXcvtsqy1deYGaKl72PJ+69xb+3+/f4kpJUPrRrV+LirNq3b0fAgD5AH2hTfSB//UvdNTCVvy7666P/3hO7+wFRFIXvPmb57ztm+VhMbVLAzNz9onyI4th9P864782pMkmiJPV9qEQl7dq5flQSQklJOxEwoA/QB9pCH8hm3fXPXfOyJT7OhyRNw7UxySThvdRdQN2fhVDsbyLUD4GWJlBdvURX/eIPmjBxUksrGuVBYL0FzCzsY2bhPpe572xxFLvx2yR8Lk/TbPiM3qEs1ZARi1TWs1Z+WlLZEMbDZk/J+SShDQlMf6UutH2urjHUukufavUbVq60JA59JUlSpVnfb3xIQz9K3Hc83698//L3BeQmM+NzjHPgDwEEEEAAAQQ+FGAOAQQQQAABBBBAAAEEEEAAAQSKX4AaIoAAAggggAACCCCAAAIIIIBA8QtQQwQQQAABBBBAAAEEEEAAAQQQKH4BaogAAggggAACCCCAAAIIIIAAAi1XYO6Chbrr/od1y5/Gq8f2n9BFZ56sT/fbd70LzA4IIIAAAggggAACCCDw0QLRR69mLQIIINAqBCgkAggggAACCLQwATMLJTIzub/w8Ig4juR/5D9JMvIPA0ySWNk0Va8BOQ0+a64K0+QJtRo/uqqQJEagRQvMm1WvsaMqtXBOfShn+65L1f+MWerUrUFpmrjg+rvr577P59OJMv4Bh5k4PLQrivw5YmFfs3wcErxsFIF+/frpqKOO0v33368f/vCH+uc//6lzzz1X3bt3D8e76aabNGHCBD3xxBO69NJLdfTRR2vUqFG644479Pe//11PP/102O6ee+4J+/z617/W8ccfr69//et66KGHdN5558lPb7w5W89MnKIHn5ioO+77l351+980+uYHdNl1Y/S9q+7SNy/9nc74/s1rDdNmfeCzW+fw3txFuvmPj+mWux9Xrr5hnffbmBvW1tXIPzD9hzeNVI/tdtLn+g1R+dz3dP2fbtY+ffbQn6+6XScddqw+P+Bgnf210zT2yttU1nEL/ereW1RTW6MtOnTSZ/f/jHbeobdK25VqyH6DwrZ799k9FPueR+/Tq2/9T7/5wc917tGnh3UXnHC2Lh9+sZ597XlNnPxK2K7w8tLUV3XlOZfq1CNOCNtedub3XPxZ/ee1FzS9fIZ7X8rqM/sM1H677q00k9HAPfd36w/WAbvtF87dQj7Lx/4hfD8+8/u65Qc/15cGfz6En434SSj73yY8Lv+Q9+W3X9u8f+j7yNt+pv1dGZb38U6Xn/UDtS9pv9os1qccFdVV+uSOffS1g77k3puj1ebnF3pnb+7tfRt83rWTb4/uZVvpK0MO1zRn5v39toXwrHOvb6jXof0PLixaYzz13bd04fFnhfbwdtd9a5S233pbXXPXr3TEpw7Vt9w6f8xLT79Ig/bqr2dffbxfXj4AABAASURBVF4LqyrWmN+6rsim2fVuZ5/3oupKTXrzf7p75G+b+u2PTrsw399efV4PPfOI32ydw+vvTNZv7vu9zjvuTI0+78c6/FOf07GHfEW3XPzz0M73PjZ+hbzmLlrgzpOh2mar7iss31iJ16bO1F+feEG/H/sP/eyWB3XJtffo26P+oG/+3+901g9v0ZkX/2at17E1Xet8Pj6/K2+4T9ff9pBu+dNjumv8U7rvkef09PNvaM7cherQrkR7fXIHHfyp3fXVzx+gU44+UOcPPVxXf//ruvZH39CI0w7Tlw7ZX3vtuqM6tC9ZL4ZTvnbgCtt/5dB+6r9P7xWWFRJm+fdnM3Ofa33QsvfwSBn3fp64a0WaJO76keZDNlFJiZt3cZYgDFzfoB/QD9pSH/DffVzw18XC957Yff+JoshdQ8XUxgXMbAUBM8u/p7o+EkexkkzivkOnStJ8SLNZZUtK5GNCFgfXH+gH9INi7wP+mpekaTjfkzQN18NMnHH3IzKK3bUyiuNw3dSyycyWzRVlRKUQaHEC7du3U/euW+qe8Y9p1pz1u2/b4ipDgRBwAmb59xEzC+8zFkWKo1iJu8+VcSF191BT937UoSzVkBGLVNazVn5aUtngxsWqNHtKzicJbUBg+it1oc1zdY2htl36VKvfsHKlJbF8H0mSVOFz2rI+k3H9x/cj3598v/L3BOQmM3P3BszN8YcAAggggAACCDQJMIMAAggggAACCCCAAAIIIIAAAsUvQA0RQAABBBBAAAEEEEAAAQQQQKD4BaghAggggAACCCCAAAIIIIAAAggUvwA1RAABBBBAAAEEEEAAAQQQQACBFirwz/+8oCt+favee3++hp94lI774qEq26LTxykt+yCAAAIIIIAAAggggMBaBKK1rGc1Aggg0AoEKCICCCCAAAIItEQBs/wP+JuZ3J/iOHah8PCIjLLZVEkSK5um6jUgp8FnzVVhmjyhVuNHVxWSxAi0SIF5s+o1dlSlFs5pCOVr33Wp+p8xS526NShNExdcP3f92/f1fDpRxp0H/mHB/mEXUeTPDQv7muXjkOBlowlkMhmNGDEi5H/zzTdr11131THHHBPSCxYs0NixY3XYYYepb9++YVnhZdCgQerWrZsmTpwYFm233XYqLy/X008/rcbG/ANPzMy1eequd6bLLjhGV33vRF13ySm6ceQw3TTqDF3/f6eFh1b/5IJj9YNvHqWLzvzSWsPWW20Rjrc+L4d+Zm+desyBrq9F67Nbs2777KsTtd83Dtauxw7QXl8/UBdc9yNt33073XDRT1XWeUs9/8ZLmjFnlk794onq2L50hWNv23UbfeXAIzTprdf1zuzpK6xbOeEfxv7oc09q4J4HaPeeu66wer9d9taWHbfQ629PXmH54L36a89en2xalsQZ9d9jP9XULtXipYublq/PzM479NKh/Q8Kba9lU9ctu6jHJ3bQ+ws+0JKaJcuWrlv0zxeeVq6+Xt/7xrdW8fmoHNa3HAe4ept9/GtP3133UfeybvLlLZwH3vDR/zypT+3ZTz233fGjihvWfbLHLtp1p53DvH/puuVW6rNdL3Ur66rP9x/SZJpNs+r7yX00v2Kh5i9a4DfdbOGYQ45cpV0+vc9A9d6+pyb+7+Wma8K6FPARZ9W+XXsdPvCzTXX1+32i69baq9dumjrjzRX6Za9te2hbt85vsynCTtt11YB9++gLB+6jY784UEOPPUjnnPR5nX/a4bpw2Bf17TO+uNbr2Oqudd8968v6obsOXvatYzTqouPDtfHaS76hX/54qG65arh+ffnpuuI7J+h7Zx+ps77+OZ3w5cE6/KB9NXj/XbXHzturbIsOzVL9jh3ahXwG99tVRxy8X5hf24uZhbby7+FxHLnPtnEI/r3dhyTJKPUPuHLvNwlBGGQw4DxoU30gXP/cdTCTiZUPmXCN9NdMd/kM108zC/HarresL34Bs3xfiKJIIbjvyrG7ZsTu83mSSdy5Q8CBPkAfaJt9IE3cPXN3Hcy466EP/troH5wbgrt2+ncIs/w11M8Xb6BmCLQ8AXfq6bQTvqheO22rEje+1fJKSIkQWH8BMws7mZli95ncv9/EUawkSZRxIXX3ZVM3ztWhLNWQEYtU1rNWflpS2eDGx6o0e0rOJwlFLDDtlbrQ1rm6/FhYlz7V6jesXGlJHMbEkiRVms0qXdZXMq7f+P7j+5HvT/77ntxkZtwPcA78IYAAAggggMDKAqQRQAABBBBAAAEEEEAAAQQQQKD4BaghAggggAACCCCAAAIIIIAAAggUvwA1RAABBBBAAAEEEEAAAQQQQACB4heghggggAACCCCAAAIIIIAAAggg0NIE3pw2Q9f+9i498Og/dcTBg3XhGV/Xbn16bkAx2RUBBBBAAAEEEEAAAQTWJhCtbQPWI4AAAi1egAIigAACCCCAQIsVMLNQNjOT+wsPj4jjSP5H/5Mko2w2VZLEyqapeg3IafBZc1WYJk+o1fjRVYUkMQItSmDerHqNHVWphXMaQrnad12q/mfMUqduDUrTxAXXv12/9n08n06UiWNlMnH+4YaRuXPCwr5m+TgkeNnoAv369dNRRx0VjnP++eere/fuYX7p0qV6//33NW7cOHddSkL7mFmIt99+e82aNUuvv/562HbYsGHq37+/jj/+ePXp00e///3vVV1dHdat7sVf99q3S8NDq7fpvqV6bNdVu/T8xFpDSTZZXXarXfbJXtvq4nO+qqMP668kk1ntNptqYZ/te+in512m6y+8IoS//fxe3XnZjdq22zahCO/N+0BdtihTj222D+mVX3ptt5Mqqiv1/sJ5K69aIV1bW6P5lYv0t2cf1x4nDNKuxw5oCkPO/rJmvj9bb818e4V9dt6hd2jT5Rd227KrO16V5i6av/zi9Zovn/uebnvwj7rw55foC986Vp8996t69tWJ65VHYWNf5u27fULdu3QtLFrneF3L0am0g7Ypy/d9fcyp25Zb6TP7DNC/XnpW7y/Iv39Pfvctvf7OZB3+qc+Fa97ast6u69Yqbde+aTN/nWyXzbprZeI+G2SblvsZ/9mh1rX50tqlPrlZgnfbaevtVzl2Nkm0ZcfOzuEDLalZssr6NS14f/4H8m12yHlfa+q7vh9/8riBeuDff9Ms16+qlyxu2n2bLt3UvqRdU3pjz5S2y6rLlh21ddcttP02Xdy1q5t67dhdfXbaRjv32Gat17A1Xef8/ju56+C2W5ep21adw7WxY2k7lazHNa856t53j57a1V07T/nageuVnZk1be9n/TU+iiLF7n2eEONAP6AP0AdCH/DXxch95/HBzMLnLzNrun4yg4AXMPuwT+T7TP79NIpjRTEhijGIYgyiGIMobuMGUaTCNbIQm314/fTX06IMVAqBFirQvl2Jzjv9WHe/pHMLLSHFQmD9Bczy7ytmFr7PmXvviaNYibvnmXEhTbNuzCtVh7JUQ0YsUlnPWvlpSWWDGyer0uwpOZ8kFKHAtFfqNG5UlXJ1jaF2XfpUq9+wcqUlcegTSZIqdffz02V9JOP6i+83vv/4fuQ/u8hNZhbuC7hZ/hBAAAEEEEAAgRUFSCGAAAIIIIAAAggggAACCCCAQPELUEMEEEAAAQQQQAABBBBAAAEEECh+AWqIAAIIIIAAAggggAACCCCAAALFL0ANEUAAAQQQQAABBBBAAAEEEECgxQhULV6iMQ89pl/efo+2KttC3z3rFH32UwdsePnIAQEEEEAAAQQQQAABBNYqEK11CzZAAAEEWrgAxUMAAQQQQACBli1gZqGAZib3Fx4eEceR/I//J0lG2WyqJImVTVP1GpDT4LPmqjBNnlCr8aOrCkliBFqEwLxZ9Ro7qlIL5zSE8rTvulT9z5ilTt0alKaJC65fu/7s+3Y+nSgTx8pk4mUP7DJ3LljY1ywfhwQvm0Qgk8lon332Ufv27dWvX79VjnnMMcdozJgxqw3nnHOO/LTddtvp3//+tx5//HH16NFDp512mnbaaSc9//zzfvUmDR1KS3TSVz+tC8/4onps322THntNB+vSuUyH9PuMPj/g4BB2+sQOTX1+TftsyPLDP/U5XX/hFasNxx/6tQ3Jeq37NjY26rYH/6jPnXeU7vzbGGWTRN84/DhdcvpF2qPXJ/VxpzTJKhPF67z7+pbDZOF6pA2YzExHDD5UCysXaOIbL4Wc/jHxKW3dpZv27r17SDf3y+bOz9biVpK2k7/er085e267o67+5v+ttv9eMvTb6lTasSm7OIpkZk1pZjZM4OtfGazTjzvoY2ViZuEcMrPQJlHk0x+G2H/WJQiHCAPOgzbVBwrXQndpdNfI/PVRbjL7cN4l+UNgBQEzc/0lkp/M8n3FzMKyKIqIMaAP0AfaZB8wy18HzT6MzUz+u7/ayEQ1EWgNAu9Mn61/PftiaygqZURgrQJmFrYxM/c9Npa5zyBxFLvxWze+lfhxr6wb+0rVoSzVkBGLVNazVn5aUtkQxstmT8n5JKGIBKa9Uqdxo6qUq2sMtSrrXaV+w8qVlsShLyRJqjTr+4UPqTKunyQu+H7j+4//Pic3mVm4f+pm+UMAAQQQQAABBFYRYAECCCCAAAIIIIAAAggggAACCBS/ADVEAAEEEEAAAQQQQAABBBBAAIHiF6CGCCCAAAIIIIAAAggggAACCCBQ/ALUEAEEEEAAAQQQQAABBBBAAAEEWobAsy9O0shf/lZT35mhU4/+kr5x1BHqvlVZsxSOTBBAAAEEEEAAAQQQQGDtAvknKqx9O7ZAAAEEWqoA5UIAAQQQQACBViBgZqGUZib3Fx4eEceR/EMAkiSjbDZVksTKpql6Dchp8FlzVZgmT6jV+NFVhSQxAptVYN6s+vAwk4VzGkI52netUf8zZqlTtwalqX8IiuvPrh/7Pp1PJ+Fh0JlMvOyBZf4csLCvWT4OCV42u0CSJOrQoYMaGhr0la98RUcfffQqoX///k3ljONYBx98sB599FG99NJLat++vS666CJVVW2669WQAbtr1EUn6MD+uzWVqzXMdO/SVfMWztc75TNWW9y3Zk5TWecybbvVNqtdX1iYySRqny0JbfbZfgfq8wMOXiXs3Wd3bczp/QVzdfcj9+nLnz5Mf7t+jK4891KdeOjXdOC+g9Qu2+5jHbpD+46aVv6u5sx7f5333xjlWJeD77bTztqnz5564vl/h/I+OfHfOrT/weqyRdm67L6+26x2++nOauUVvg+tvKw50lVLqvXe/A9WyWr+ogWaPmemtu++rdIku8r6NS3wbb2kZqn67rLXKn3X9+fP7DPQfTZa9/zWdByWr1lgi06la165DmvMVnwvN1sxvQ5ZsAkCCCBQVAJm5r7zW1OdzD6cb1rIDAKrETCzFfrOajZhEQIIINBmBMxshbqa5dNm+XiFlcWZoFYItAqB6bPmaMwDT2jq26u/x9kqKkEhEVhOwCz/PmNm8uN/+bZNAAAQAElEQVQfFkWKo9iN3ybKJH78K+vGwVJ1KEs1ZESFynrWyk9LKhvDuNnsKTmfJBSBwLRX6jRuVJVydY2hNmW9q3TAGXOUlsShDyRJqjTr+4MPaegffozN9xffb6Iokp/MjO95HoKAAAIIIIAAAmsSYDkCCCCAAAIIIIAAAggggAACCBS/ADVEAAEEEEAAAQQQQAABBBBAAIHiF6CGCCCAAAIIIIAAAggggAACCCBQ/ALUEAEEEEAAAQQQQAABBBBAAAEENrPAu7Pm6Nd3jNHdD/xdnz5gX31n+De07+67NGepyAsBBBBAAAEEEEAAAQTWQSD/a5vrsCGbIIAAAi1TgFIhgAACCCCAQGsRMLNQVDOT+1Mcxy4UHh6RUTabKkliZdNUvQbkNPisuSpMkyfUavzoqkKSGIHNIjBvVn14iMnCOQ3h+O271qj/GTPVqVuD0tQ//MT1Y9d/fV/OpxNlXD/PZGL5h11Eke/7FvY1y8chwUuLEOjSpYsOOuggPfzww5o4ceJHlmnp0qUrrN9rr700ePBgffDBB1p53QobNlOi5w7d9e0zv6ivf2Ww2rdLmynXTZfNvjvvqW5lXfX7B/+oysXVKxx41gflGv/Pv2qvXrtpu27brLCuqrpS8xbNb1q2RYdO6vfJfTVh0nN67e03mpY314x/2Pu8igUfmd0Ct76yukI7brO9kjjTtO0b06bof+9Mbkqvz8wXBhykJUuX6PaH/qS6+nV7aNLGKMfKZV7dg/azaVYH9h2kiW+8rIefeUwLKit0aP+DV961mdIrZpO6Y5d17KypM992x13UtHJB5SI99t9/NKXXNrMu7VzIo76hQQ/862+qqa0pLFJjY6PG/eNBza9YqCHOomnFOsx8Zt+Bmrdwvh6a8HjIZx12YZMWKGBm7rNtPvjimeXnzYjNMDDDwAwDs7ZjsPJ10KcJCKyPgFnbOV/MqKsZBmYYmGFg9tEG63MdLY5tqQUCrUNgyKf20z579NFfHn2qdRSYUiKwDgJmFrYyMzeGG8uiSHEUu/FbN96VJG4sLOtCqg5liYaMqFBZz1r5aUllYxg/mz1l3e5n+30ILVNg2it1GjeqSrm6xlDAst5Vbix0jtKSOLR9kqRKs74f+JAq4/pF4oLvJ76/+PFQucnMwj1TN8sfAggggAACCCCwBgEWI4AAAggggAACCCCAAAIIIIBA8QtQQwQQQAABBBBAAAEEEEAAAQQQKH4BaogAAggggAACCCCAAAIIIIAAAsUvQA0RQAABBBBAAAEEEEAAAQQQQGBzCdTV5XT/o//Uz357Z3gGwreHnaQjDhqsJBM3c5HIDgEEEEAAAQQQQAABBNZFIFqXjdgGAQQQaLECFAwBBBBAAAEEWpWAmYXympncn+I4diGSfyhAkmSUzaZKkljZNFWvATkNPmuuCtPkCbUaP7qqkCRGYJMKzJtVHx5esnBOQzhu+6416n/GTHXq1qA09Q89cf3X9Vvfh/PpRBnXvzNuAMw/7CKKfJ+3sK9ZPg4JXlqMgJnpO9/5jrbddlt9+tOf1ogRIzR27NgQfvjDH+rQQw9VeXl5KO8555yjww47THfddVdY/6Mf/UhjxozRUUcdpS5duoRtNsZLmmR03Bc/pYvP+Yp27bntxjjEJslzu26f0HdPPk/Pv/Gyjvr+Kbrz4Xv192ef0I3jbtPRF58WyvCD0y5w7wXZMO9fem67oyqqK3XTn2/XQ888qjv/Nsa9j5hO+9KJ6rrlVho68jyNuu06+Xx8uO7uGzVs1Pn6YMGH7yM+n3UN3VyeHdqV6ub78sf7/V/v1uKli1fZfdtu22qnT+yoWx+4U78e+7twfH/sy357tbba8uP1hf123Vtnf22oxj3xgE740Rka62JfJ1+WS266YpOVo1DZ0nbtte1W3fX4xH/rrr+PDfZT3n2rsFoH7vspxXFGv/3Lneq/+37ybdW0sjlnVsqrc2lHfWHgZzXpzdd19tXf1l+e+nuw8n2hS6eylbZefXJd27mwd7tsO709e5pO+cm54Xi+L553zff1G9dPjvzMYTrA1b+w7brEA/bcX18ZcoSu/9NNOuOKb4U8fVv/8ZFxOtUd418vPrMu2bANAggggAACCCCAAAIIIIAAAsUjQE0QaEUCJ33tMF04/IRWVGKKisDaBczyY1hmJj+Oa1GkOIrd+G2iTJK4MbGsC6k6lCUaMqJCZT1r5acllY0aO6pSs6fkfJLQCgWmvVKncaOqlKtrDKUv613lxkLnKCmJQ5snSao069vfhzT0h8T1Cd8/fD/x46Fyk5mF8Rs3yx8CCCCAAAIIILBmAdYggAACCCCAAAIIIIAAAggggEDxC1BDBBBAAAEEEEAAAQQQQAABBBAofgFqiAACCCCAAAIIIIAAAggggAACxS9ADRFAAAEEEEAAAQQQQAABBBBAYLMIvPDaZI381e/0wqtv6Otf+YLOPPGr2mHbrTdOWcgVAQQQQAABBBBAAAEE1kkgWqet2AgBBBBooQIUCwEEEEAAAQRan4CZhUKbmdyf4jh2ofDwiIyy2VRJEiubpuo1IKfBZ81TYZo8oVbjR1cVksQIbBKB+bMbwkNLFs5pCMdr37VG/c+YqU7dGpSm/mEnrt+6/ur7bj6dKOP6dSYTyz/sIop8X7ewr1k+DgleWpzAjjvuqCeeeEKnnHKKbrrpJh1zzDE67rjj9Je//EUnn3yyttpqq1DmAw88UP/73/900kknhW3uuusu/eY3v9Gll17qrmsbp40/1XdnjbroeB0yeM9Qhtb+cmj/g3TXj2/SJ7p01+i7fq3zr/2B7vjbvfrKgYfrDrd8267brFDFT+87UMOOPFlPvvCUvvvLy/TBgrlhvd/ulh/8XId/6nP68z/+EvL57q9+rH+9NEFf+vQXtEWnLcJ26/uyW49d9K0TztbUd9/Ud37xf3r1rf+F83rlfDq2L9WVZ/9Iu+zYRzeOu1Xfvv4SvTnjHf3s/JHauqzrypuvU9rMdOoXT9A15/9EdfU5XXbL1brw5z/SuCcf1G49d1WaZFfJZ2OUo3CQ9iXt9b2Tz9dWnbfU5b+7Rnc8fK/STFJYLd8GQ/b9lBZWLNTB+396tU5NG2/AzOp2PemwY3XRSd/Uu+/NCu30y3tv0Rmun3zt4C+tbvNVlq1rOxd2TDMZ/d+w72rw3gOcxWjXLpfof9On6AenXahLTr9ISZwpbLpOsd/+h6deoItdeKf83VCHC11b/+6BO/VJ1wf37L37OuXDRggggAACCCCAAAIIIIAAAggUiwD1QKA1CWSzH94jq168tDUVnbIi8JECZvlxDjNzY7ixLIoUR7Ebv02USfy4WNaNj6XqUJZoyIgKlfWslZ+WVDZq7KhKzZ6S80lCKxKY9kqdxo2qUq6uMZS6rHeVGwudo6QkDm2dJKnSrG93H9LQDxLXF3y/8P3Dj4fKTWa20cbJXPb8IYAAAggggEARCVAVBBBAAAEEEEAAAQQQQAABBBAofgFqiAACCCCAAAIIIIAAAggggAACxS9ADRFAAAEEEEAAAQQQQAABBBBAoPgFqCECCCCAAAIIIIAAAggggAACCGxagfc+mKdb7r5Pt4/9i/bZbWd9d/g3dMDee2zUQpA5AggggEBeoLGxMT/DKwIIIIAAAmsQiNawnMUIIIBAaxCgjAgggAACCCDQSgXMLJTczOT+FMexC4WHR2SUzaZKkljZNFWvAXUafNY8FabJE2o1fnRVIUmMwEYVmD+7QWNGVmjhnIZwnPZda9T/jJnq1K1BaeofcuL6q+unvs/m04kyrj9nMrH8wy6iyPdxC/ua5eOQ4GWzCnzve99TdXW1+vbtu0o5tttuO91yyy2qra2Vv8FeX1+vV155RSeffLK7LiVh+1NOOUXTpk0L6/02fv7UU09tWh82aqaX7bfZSuedephOO+YgbdG5tJly3TjZtC9pr99f+usQ/PzajrJHr0/q9v/7tV6+8596495n9cwtD+t7J4/Qlh07r7Krf1D6BSecHbZ99e6n5ecLG22zVXddPvxiTbz9iZCPz+++q/+gIz9zWNMD2btuuZUe/cVYDTvypMJuTfFBfQeH/XxcWGhmOuHQo/TcbY/ptT89o2tG/ERpkpXf5j+3Parde+5a2FQ7fWIH/eGyG+TL5cOvv/tT7bxDr+DgPQoWq9u3KZOVZuIo0mEDD9H9P70j5OvL8MgvxoQy+WvM6urTHOVYUxk/2WNnPXDNH4PT368fE+q8UpHVa7ud1H+3Vc+plbfzaW/iba4891KfXCH4Zb6tfB2XWxHabmV73y9O++KJoe/4PvTPm/6iwz/1OR28/6e18ra+7VfO12z17eyP7bf1+yxfBj9fkmb1zWOGhb7hj/n4r+7T1z9/dFNf89usrn5ryjPr8jvpC8fI5+Pz823t55c/F1aXnz8OAQEEEEAAAQQQQAABBBBAAIEiE6A6CLRKgYqKal1y1c16/qU3WmX5KTQCqxMws7DYzNwYbixz96zjKA7jIJnEj49l3ThZqg5liYaMqFBZz1r5aUllo8aOqtTsKTmfJLQCgWmv1GncqCrl6hpDact6V7mx0DlKSuLQxkmSKs369vYhVca1f+KC7w++X/jxULnJzNy4v7k5/hBAAAEEEEAAgbUKsAECCCCAAAIIIIAAAggggAACCBS/ADVEAAEEEEAAAQQQQAABBBBAAIHiF6CGCCCAAAIIIIAAAggggAACCCBQ/ALUEAEEEEAAAQQQQAABBBBAAAEENqHA3/81QVfccJuW1tTqvFOP11c/f5BK27fb2CUgfwRWEfDPXzHj96RWgWFB0QuYfdjvzYzfVSv6FqeCCCCAwPoLROu/C3sggAACLUWAciCAAAIIIIBAaxYws1B8M3M3rRQeHhHHkfzDApIko2w2VZLEyqapeg2o0+Cz5qkwTZ5Qq/GjqwpJYgQ2isD82Q0aM7JCC+c0hPzbd61R/zNmqlO3BqWpf7iJ66euf/q+mk8nysSxMplYURS5YK5vW9jXLB+HBC8IrKPAvnv00KXnf0177brDOu7BZghseoFZH5TrHy88rUP7H6wuW5RtpAKQLQIIIIAAAggggAACCCCAAAIIFL8ANUSgdQp06lSqTx2wp/74579rzgcfjmW1ztpQagQ+FDDLj22ZmWI3/mVu7CuOYjd+68bDEj9OlnXjZak6lCUaMqJCZT1r5acllY0aO6pSs6fkfJLQggWmvVKncaOqlKtrDKUs613lxkLnKCmJQ9smSao069vZh1QZ1+6JC74f+P7gx0PlJjNrGhN1Sf4QQAABBBBAAIG1CLAaAQQQQAABBBBAAAEEEEAAAQSKX4AaIoAAAggggAACCCCAAAIIIIBA8QtQQwQQQAABBBBAAAEEEEAAAQQQKH4BaogAAggggAACCCCAAAIIIIAAAptC4LWpb2nUr27VE888r68d9lmdd+px6r3jdpvi0JI4DAKrCpjZKgufe+EVZySqsQAAEABJREFUDT3nuwQMiqoPXDryuhX6upmt8HtqjY3532dbYSMSCCCAAAJtWiBq07Wn8ggg0LoFKD0CCCCAAAIItHoBMwt1MDN3E0vh4RFxHMk/NCBJMspmUyVJrGyaqteAOg0+68MHp0yeUKvxo6vEhMDGEJg/u0FjRlZo4ZyGkH37rjXqf8ZMderWoDT1DzVx/dP1S99H8+lEmThWJhMriiIXzPVpC/ua5eOQ4AWB9RA4/KB912NrNkVg8wj888VntLhmiQ7tf/DGKwA5I4AAAggggAACCCCAAAIIIIBA8QtQQwRascDRXzxYBw7cVx3atWvFtaDoCKwqYJYf4zIzxW4czNwYWBzFbvzWjYslfrws68bNUnUoSzRkRIXKetbKT0sqGzV2VKVmT8n5JKEFCkx7pU7jRlUpV5f/xyVlvavcWOgcJSVxaNMkSZVmffv6kCrj2jtxwbe/7wd+PFRuMrOmMVGX5A8BBBBAAAEEEFi7AFsggAACCCCAAAIIIIAAAggggEDxC1BDBBBAAAEEEEAAAQQQQAABBBAofgFqiAACCCCAAAIIIIAAAggggAACxS9ADRFAAAEEEEAAAQQQQAABBBBAYKMKLKyo1B/GPajf/PE+9dx+W33/7FP1mQM28bMpNmoNybw1CjQ25n+TauWyvztjlggYFGMfWL6vm5nCfy72y83MR1rTeRFW8oIAAggg0KYEojZVWyqLAAJFJUBlEEAAAQQQQKA4BMzyN6zMTO4vPDwijiP5hwckSUbZbKokiZVNU/UaUKfBZ81TYZo8oVbjR1cVksQINIvA/NkNGjOyQgvnNIT82net0QHDZqhj13qlqX+YieuXrj/6vplPJ8rEsTKZWFEUuWCuL1vY1ywfhwQvCCCAQJEIzFs4X7f+5S5dd/eNuvaPN+jUI05Qn+17bLTakTECCCCAAAIIIIAAAggggAACCBS/ADVEoLULHHnYZ9ShQ/vWXg3Kj8AqAmb5sS4zU+zGw8yNhcVR7MZv3fhY4sfNsm78LFWHskRDRlSorGet/LSkslFjR1Vq9pScTxJakMC0V+o0blSVcnX5f2hV1rta/c+Yo6QkDm2ZJKnSrG9XH1JlXDsnLvh29+3vx0PlJjNrGhN1Sf4QQAABBBBAAIF1EmAjBBBAAAEEEEAAAQQQQAABBBAofgFqiAACCCCAAAIIIIAAAggggAACxS9ADRFAAAEEEEAAAQQQQAABBBBAoLgF/AOtiruG1A4BBBBo2QJch1t2+1A6BBBAAAEEEECgOQSefOZ5Xfbzm/XevAUafuLXdMKRn9eWnTs2R9brlce6bMzn03VRKp5tzCxUxsz4fakgwUtbEvC/r+Z/Z83M9X8tC37ehbbkQF0RQAABBNYsEK15FWsQQACBFi1A4RBAAAEEEECgiATMLNTGzOT+wsMj4jiSf4hAkmSUzaZKkljZNFWvAXUafNY8FabJE2o1fnRVIUmMwAYJzJ/doDEjK7RwTkPIp33XGh0wbIY6d2+U74dp6vqj64f5ef9Qk0SZOFYmEyuKIhfM9WEL+5rl45DgBQEEECgygXsfv1+//+ufdNIXjtFpXzqx6dq3EapJlggggAACCCCAAAIIIIAAAgggUPwC1BCBohF4850Z+tezLxZNfagIAl7ALD/mZWaK3biY/8cJcRS78Vs3Tpb48bKsUjd+1qEs0ZARFSrrWSs/Lals1NhRlZo9JeeThBYgMO2VOo1zbZKrawylKetdrf5nlCspiUMbJkmqNOvb04dUGde+iQu+vX27+/FQucnMGBdwDvwhgAACCCCAwHoLsAMCCCCAAAIIIIAAAggggAACCBS/ADVEAAEEEEAAAQQQQAABBBBAAIHiF6CGCCCAAAIIIIAAAggggMA6C6zu4WCrW7bOGbIhAghsEgEz08rn6srpTVIQDrJeArTRenGxMQItWsDMVrkO+wJznnsFAgIIIIAAAusmsLr3zdUtW7fc2AqB5hOY+s67uuaWO/XA4//SFz/7aX3nzJO1W58ezXeA9ctpnbY2W/XzKefTOtG1uo3MLJTZzOR/a2q/vfbUDy88T989b7guPHuozj/zGzr39BN1ztATdM5px+usU44lYNAq+8DZpx6nEFw/9n16xBkn6+yhJyqOM4rjWJFF4TfWzFa9/okJAQQQQKBNC0RtuvZUHgEEWrEARUcAAQQQQACBYhMw+/Bmrp/1N7XiOJJ/mECSZJTNpkqSWNk0Va8BdRp81jwVpskTajV+dFUhSYzAxxKYP7tBY0ZWaOGchrB/adcaHTBshjp3b1Sa+oeXuH7o+p/vi/l0ooy7+ZrJxIqiyAULN2H9zmbmIwICCCBQlAJdtijT335+r16+85+64ISzlbjBqI1X0ZaR80F9B+s/tz2q3Xvu2jIKRCkQQAABBBBAAAEEEEAAAQQQKCoBKoNA8Qi8/e5s3Xv/43r5tanFUylqgoATMMuPfZmZYjc+Zm5sLI5iN37rxssSP46WdeNpqTqUJRoyokJlPWvlpyWVjRo7qlKzp+R8krAZBaa9Uqdxri1ydflClPWuVv8zypWUxKHtkiRVmvXt6EOqjGvXxAXfzr69/Xio3GRmTWOiLskfAggggAACCCCwHgJsigACCCCAAAIIIIAAAggggAACxS9ADRFAAAEEEEAAAQQQQAABBBBAoPgFqCECCCCAAAIIIIAAAgggsHaBwgPAzPIPx/FpQmN4kC8OOLSOPrBiOy1/1vvyL59mfvMIFNrBx4XgS1KYJ16xD+OBR7H0ATPzp3r4TBFmeEFgAwSmznpXA755mn50243K1ddvQE7s2loFbnxgjPYYeqxeeefN1lqFVcpdV5/Tb/76Z+1+2jHa8YQv6skXn19lGxYUv4B/3/e1NOOehLcgtJzPwouXLNE9Dz6iG+4co65bbqGLzzlFn/3UAeGz3eZrp4/n48+xQvBlL8wTt14Bs+W+a7h5M5d2Ye89d9fee+4Wwp6776o9dttFIf7kztpt1z4h7ZftvtvO2mP3XQgYtIo+4Pur77+7u368hw/L+vXee+ymOM4oimJFsQtRFH5rLVoWt94znJIjgAACCDSnQNScmZEXAgggsMkEOBACCCCAAAIIFKWAmbuR62pmZu5GlhS7m1pxHCmOYiVJRtls6uJY2TRVrwF1GjR8rgrT5Am1Gj+6qpAkRmC9BObPbtCYkRVaOKch7FfatUb9hs1Q5+6NSlP/0BLX/1y/830wn06Ucf0zk4kVRZEL5vqshX3N8nFI8IIAAgggsGEC7I0AAggggAACCCCAAAIIIIAAAsUvQA0RKCKBQw/srz1366UXJk0uolpRFQTyAmb5MTAzU+zGycyNkcVR7MZv3bhZ4sfTsm5cLVWHskRDRlSorGet/LSkslFjR1Vq9pScTxI2g8C0V+o0zrVBri5/8LLe1ep3+iwlJXFosyRJlWZ9+/mQKuPaM3HBt69vZz8eKjeZWdOYqEvyhwACCCCAAAIIrJ8AWyOAAAIIIIAAAggggAACCCCAQPELUEMEEEAAAQQQQAABBBBAAAEEECh+AWqIAAIIIIAAAggggAACCKxFwD/0y8yaHl7mN/fLlg8NjQ2qb6iXjwkNOLj+QD9oYf3AtYk/ZxsaGlY5lwvntI8Jm17At4sP/sg+9sG3Uwiu3TiXGrim0g9afR8ofEYqnN8+Xv6c92mz/Gctv5xQXAI1tbU69aeX6YBzvqF335uz2spd+vub1fPrR+qpSS+tdv13b/6F9ht+kqbOene16wsLa3M55errC0liBIpC4E9PPKIr7/q9Dus/SKNO/6a6bLFFUdSLSqy7wPLvk36+sKefLwT/mbnwfuvnCXyG3hR94JmJL2vkL36rd96dpZOPOkInHXWYumy5xeb/7Loe3x/8OeS/exZif375eR8TWreAmYUKmOVjNSr8xlRkkfzvTyWZRBkXkiRVNluibOqCi0tK2qkQ2pW0zy/36whYtPA+4Ptru3btm/pvmmSVpln5Pp4mqXyf933f//aamfv+LYV7pGbLzhGX5g8BBBBAoO0KRG236tQcAQRaswBlRwABBBBAAIHiFTDL37QyM3djV4rj2IVlN3eTjLJZd8MriZVNU/UemNOg4XNVmCZPqNV9o6sKSWIE1klg/ux6jRlZoYVzGsL2pV1r1G/YDHXu3uhutPqHlbh+5/qb73tp6tOJMq5fZjKx/MMuoshcX7Wwr1k+DgleWo5AY527K74JQ8upOSVBoNULUAEEEEAAAQQQQAABBBBAAAEEECh+AWqIQLEJfOOYI3Ta8V8stmpRHwSCgFl+LMzM3BhuLP8PFOIoVpK48TMX0jTrxtdSdShLNGREhbr0rJWfllQ2auyoSpVP5R+Ae49NGaa9Uqdxzj5Xlz9qWe9q9Tt9lrLt/bhn6touVZrNqtB2GdeOvj19u/r29eOhfk8zaxoT9WkCAggggAACCCCwvgJsjwACCCCAAAIIIIAAAggggAACxS9ADRFAAAEEEEAAAQQQQAABBBBAoPgFqCECCCCAAAIIIIAAAggg8FEC/qFfZta0iU/nHwzWoIaG+g9Dfb0aG9wyFzcQhEE9Bi3sPPB9srGxQYXQEOYbm85tP9PYuGLaLyNsXIHlzf18vl3y7dTgr7EtsB/5vkTgGkcfWL8+0LjsM1JjuPYuO8fdvL/CNC537TX78DOXX0coDoFsmqr/rrvrvQXz9caMaatUamF1lV6c+oZqc3V6+rWXV7v+f+++oz7bba9PdOm2yvrlF+y+Y089f+MfNPK0s8Nvrft1NbW1uubeO/Tj22/xyaIJxVqvommgZqrI4qU1eui5p3XAJ3fXj089Sycd8gXt1aN3M+VONq1BwL9Pmpn7HpP/ruLTPvjPzQ3+87ILje49tdG91/rAZ5R6votvgu9QM2aV65Y/jtMDj/1Dg/rto/OHHq89d+7ZYuzX5zwI548/h3xQY9O55q8Pje5zqg9+ntA6BXz7+WBm4TemzPJxFMeK44zSJFU2W6Js6oKLS0ray4dstp2yy4JPE/IuOLRsB99nfRsV4nbt2sv37TTNht9jizMZxa7vRxaF88Fd8kLsz5HWeYZTagQQQACB5hSImjMz8kIAAQQ2kQCHQQABBBBAAIEiFzCzUEMzczeyFG5uxXEk/5CBJMkom03dja9Y/n9I6D0wp0HD56owTZlQq/tGVxWSxAh8pMD82fUaM7JSC+c0hO1Ku9ao37AZ6ty9UWnqH3rh+luayve5fDpRxt1szWRiRVHkgrk+amFfs3wcEry0HIHGOqlh6aYNLaf2lASB1i5A+RFAAAEEEEAAAQQQQAABBBBAoPgFqCECRSfQriRtqtPb02c1zTODQLEImOXHxMxMsRs3MzdmFkexG79142hJ4sbYsi6k6lCW6MARFerSs1Z+WlLZ6MblKlQ+td4nCZtAYNordRo3qlK5uvzBynpXq9/ps5Rt79spdW2WKs1m5f/hSerGRDOu/RIXfHgAP7sAABAASURBVHv6dvXjoX5PM2saE/VpAgIIIIAAAggg8DEE2AUBBBBAAAEEEEAAAQQQQAABBIpfgBoigAACCCCAAAIIIIAAAggggEDxC1BDBBBAAAEEEEAAAQQQQOAjBczyD9rzD8JpaGjQC3On6epXHnLhYV09yQU3/9OV4vx6vw0BC/pAS+gDP530sPx5Wgj19fVqdOez1Ch/XhcuAmZWmCXeyAL+mupD4TB+PvSVlx/SVcuuq6Nf/Vtot7DcLSN+SBhg0Fr7gL/+Fsru5ye896b8g1kbl3vQauOyB6z6uHBtIC4egUF77quO7drrqVdfXqVS774/R3Pmz1OXTlvof+++o5ra/G85FDb0698pn6X9+uyq0pKSwuJ1jnPuPf+/k1/XwurKdd6nNWxYrPVqDfabsoxL62o0d9ECfaJL14/V/zdlWTnWxhEwy9+T8Ln798hplR/oqpf/qqvd5+bCPYnl32ML88R8btwYfeAq1+/OfPA3OvPBW/SPaIb0qW56sfM8/ey1v7ek7yrrVBb/mdSHglPhPkGj/3y67HOpP+/MzEeEVipgZuH3pczysWTyvz3lf4cqzmSUyST536pKsyrJtlM2W6KSknZq1679CrFfRmgXTHBo2Q6FPuzjbFqi1PVtH5IkDf09ivLPo5I7J6Iokp/MzEcEBBBAAIE2LpB/V2jjCFQfAQRamwDlRQABBBBAAIG2IGCWv3llZv6eVnh4RBxHiqPY3dzNKJtNXRwrm6bqPTCnQcPnqjBNmVCr+0ZXFZLECKxWYP7seo0ZWamFcxrC+tKuNeo3bIY6d290N1gTF1w/c/3L97U09elEmTh2N1zjMOAQReb6poV9zfJxSPCCAAIIINBMAmSDAAIIIIAAAggggAACCCCAAALFL0ANEShegfkLF+nam+7WQ489XbyVpGZtVsAsPzZmZord+JlFhXFcN56W+HG1rBtrS9WhLNGBIypU1iP/D8eXVDa68bkKlU+tF9PGFZg+KadxoyqVq8sfp6x3tfqdPkvZ9r59UjfWnirNZpWGf3iSKuPaLXEhjmL59oyiKOxoZk1jomEBLwgggAACCCCAwMcSYCcEEEAAAQQQQAABBBBAAAEEECh+AWqIAAIIIIAAAggggAACCCCAAALFL0ANEUAAAQQQQAABBBBAAIE1CzQue+CX2bIH7pnk/vTTVx8OwT+cevRrf5cP17z+SFPs5wmPCAMMWkofGP3a38P5+dNX/6aX589QQ0O9/MP9fJAaVTjXC7GYNrqAmcksf21taGhwbdCg2oa6pmurbysfCtfXltKXKMcjXNvd+z39YP37QeFc9rE/txvq65Wrz4VrsbsA+CuxixrDtcfMQsxLcQns0G1r9dhmW7049Q0trF7xN/ZfnPKGe0+QBnxyD70+7W29t2D+CpV/+a2pWlxTo0G7773CchIItAUBf61cvLSmLVSVOq5GoPD9xCz/3ui+ubjvMg3hM7O/L7H8PQn/HusDn1PW/3MKZutu9rP/PaL7ql7Xcx0+0N/q39LN059qgd8P1q0+/nwphAdnvKxcri58Ni18Py2cf4V4Nacoi1qJgG9DX1Qzc585XYii8EyeTJxRJpPkf68qzYY4m5YoTbIhFOZ9TCgRBq3DoCTbrqmt8r/Blg393Pf1fJ/PyJ0IcmeCmBBAAAEEEFheIP8LncsvYR4BBBBo6QKUDwEEEEAAAQTajICZhbqamdxfeHhEHEeKo9jd2M0om01dHCubpuo9MKdBw+eqME2ZUKv7Rq/4PygU1hEjMH92vcaMrNTCOQ0Bo7RrjfoNm6HO3RuVpokLrn+5fuX7mE8nSUaZOHY3XeMw0BBF5vqkhX3N8nFI8IIAAggg0HwC5IQAAggggAACCCCAAAIIIIAAAsUvQA0RKGKBsi06a3D/vfXQ4xM07d3yIq4pVWurAmb5MTIzU+zG0SwqjOMmyiSJG2/LupCqQ1miIedXqKxHrfy0pLLRjdNVqHxqvU8SNoLA9Ek5jR1ZoVxdPvOy3tXqd/osZdv7dkndGHuqNJtV/h+epKG9EtdmcRTLt2MURWFHM2saEw0LeEEAAQQQQAABBD6uAPshgAACCCCAAAIIIIAAAggggEDxC1BDBBBAAAEEEEAAAQQQQAABBBAofgFqiAACCCCAAAIIIIAAAgh8hIBZ/t8i+QdF+aDGxvCwvY/YhVUIINASBZYrU2NDg2rravMP92uod6d1o/x/Zha2MsvHIcHLRhHw19NCCAdw5P4hiz6ENC8IIFD0AnW5OuXq6lTvrsP19fVyF+NQ58K1wcdhAS9FI7BFaQft22dXvVM+S+++P6epXjW1tXry5ee12049dcyBh2h+ZaXemDGtaX3O9Y+nJ72oT2zVVb233S4sf3/hfA0acbpuuH+sHpjwL+1/9je0x9Bj9co7b6qw7sYHxoRtfbzLKUfp6Vdf1ph/Pqbtjjs8hEcn/ies9y8fLFyg7/3mF9r11K+FdQO+eZpu//uDqqvP+dVrDNVLl+q4yy/WBTdcq+Xz2PGEL+rgi87WQ/952nXtxhX2X1pbo9//7S8afP4w+e188POrO57P/8o/3qZ+rn6+3L1P/qrO+flVWrS4WutSrxUOvCwxe97cUNc9Tz8+1NXX+ce33yJ/rGWbNBmuztdvsz518DbeaPn8fR4rt5Nf5uvk2/Xd9+bo5r+M095nnBjK6NvjsYnPrWJZuXixrvjjrU3b+X5w1+N/c9eVFc193qsLvg/4fvPy21NDW/k28+3hTXx/8G26/H6F8k16563QDjud+KXQ9oVtpsx8V0NH/6SpH/l8fPpt1+cL2xRif4179n+TdPRl35NvV9++vk1WPq7322/4SZr+XnlT//VG5a4df/C7X6vvWSfrtelvF7IlLkIBMwu/j+L7jP+s7L/LNDTmnz9RhNWlSgg0j8DHyMWfY+HzqfuM6j+f+rT7gNqUk5k1zTPT+gTMPmw/M1Nkkbu2RvK/RRXHsZJMojjOKONiH5IkFQGD1toHCn14hdj1bd/XfZ+XbNk5YDLLBzEhgAACCCDgBCIX+EMAAQRalQCFRQABBBBAAIG2JWBmocJm5m5sSf6GVxxHiqPY3dDNKJv1NzVjZdNUvQfmNGj4XBWmKRNqdd/oykKSGIEgMH92vcaMrNTCOfnB19KuNeo3bIY6d29UmiYuuH7l+pPvWz6dJBklmYwbTIjDAEMUmeuLFvIyy8chwQsCCCCAQLMKkBkCCCCAAAIIIIAAAggggAACCBS/ADVEoNgFjv/K53T4IZ/STjtsU+xVpX5tVMAsP1ZmZorjWBZFiqNYSZIo40KaZt3YW6oOZYmGnF+hsh618tOSykY3Xleh8qk5nyQ0o8D0STmNHVmhXF0+07Le1dp/6Exl2yehLZIkVZr17eJDGtrJt5dvN99+URSFHc2saUw0LOAFAQQQQAABBBDYAAF2RQABBBBAAAEEEEAAAQQQQACB4heghggggAACCCCAAAIIIIAAAgggUPwC1BABBBBAAAEEEEAAAQQQWJOAf9jX8sFM8g+oXf5he93addQJO/cjYEAfaOF9wJ+nhXPdn8O5XJ38Q/0a6uvV0NAgNTbmY7dR4bx3s/xtRAEzd1Fdln+ja4OV3X2bEXh/oQ8UVx/YtsMWy856KVyH63Oqz7nQUB+uwY1qbPp34GYfXiOadmKm1QscvM/+WlxTo5ffmtpUl/cWzNfr095W/1131x49emrrsi566tWXm9ZXLK7WW+UztcdOPbVV5y2blvuZx194Tv96+QU9+bOb9Oqt92qvHr394hXCIX376xffvEg7b7+jBu62p26+8Ach7NmjV9hu1gfv67jLL9aTLz2v7x13Slh34F776v9uv1mj7rzVfURoDNt91Mui6ipdcOO1qqmr00+Hn6+rzjhPmTjSiF9do4efe6ZpV1+XM6+9Qpf94Tfaf+dP6pcjvqvrzv22duy+jS79/U265NYbVOfOC7/D0toanfer0frTk4/ozC99NZTrvK8ep9nz5qrGrVtbvXweK4fqpUt1wQ0/C74XHn1iyPOLAz6tW/92v0bd9Tvl3Oei5fdZne/61GH5vNZ13hv+6LYb9dzk13X50LOc5QhFkTmLn+qFqW80ZRPKcd0o/eGRv+rIQQeGupz75aN14wNj9duH7m/abl1m/vLMv3XNvXfo5M8ephu+9X0dM+RzGvfvJzXi19fIH2f5PKqWLNHIu36r4w76nN656wFdd86FYbVv5y//6AJNnjG9qR+d/eVjNHHK//TVS7+jF9+aHLbzL/4zzy0P3afjL/+BltQs1eWnnRXK/9VPH6T7n/ln6I++X/ptv3HoEbr6zBHq0mmLpv478rSz1bF9e7+aUOQCvq8sH9yXlvB+6S5MTTVP4wzfRVvBd1E+0/bbpP10fbybTiaT/OfTnHsfDp9PV3pPLJyLTdsz02oFzFxju9JHUeS+e0Tuc0Ys/9tUcRwrE57bkyHGoWj6QKFf+z5uFrmeb/J93wczExMCCCCAAALLC/h3iuXTzCOAAAItXYDyIYAAAggggEAbFDDL39QyM7k/+RtgcRwpjmIlSUbZbOriWNk0Ve+BOQ0aPleFacqEOt03urKQJG7jAvNn12vsqCotnNMQJEq71qjfsBnq3L1RaZq44PqT60e+T/m0719JuHkeL7vJaq4PWtjXLB+HBC8IIIAAAs0tQH4IIIAAAggggAACCCCAAAIIIFD8AtQQgTYhcPhnP9Um6kkl266AWX7MzMwUx7H8P2LIj+MmyiR+/C3rxuBSdShLNOT8CpX1qJWfllQ2aszISpVPzfkkoRkEpk/KaezICuXq8pmV9a7W/kNnqqQ0DW2QJC7O+vbwIQ3tk7g28u3l2y2KorCjmTWNiYYFvCCAAAIIIIAAAhsmwN4IIIAAAggggAACCCCAAAIIIFD8AtQQAQQQQAABBBBAAAEEEEAAAQSKX4AaIoAAAggggAACCCCAAALrLFB42Ff9Sg8Bu2bQ10TAgD7QovuA9ij7RNO57s/hurpa1dfn1NDQoIbGBvnzW9a0icyWS3y4mLlmEPDWZnlfP98o919jo+ob6kNbFA5Rkkm4tvL+Qh8osj5QOL997K/Bdbk6Nbhzv9Fdi8P1YFns1xOKU2DXHXbUJ7bqqpemTs6/97pqvjFjmiqXLFbfnXfTVp231B479dSLU9/Qwuoqt1Z6c9YMTX+vXIP23FeZOA7LCi8LF1fp+yecoo7t2xcWrRL32XYHfb7fp9S18xbarmt3HdF/cAhbl22lnPtcf/2f/xTiP/94tE477Mth3VVnnKfvHPcNPfDMv/Tm7Bmr5Lnygn+8NFHHDvmcfn7ut/XlgZ/RCQd/XvdccqV227GHrht3l+ZXVoRd7nrsIT3z2iu64fzvN2171OCDdOfFP9HFJ56qsf96Uk9Pejls+1b5LD3/xmsadvhXdMbhXw3lOv+o4zXmsqvUpdMW+qh6hQzW8HL4AYP1yE9SEoAEAAAQAElEQVR/3VTXK8/4pg7df4CefOl5fbBowQp7rc53feqwQmbrmJgzf64+0aWLbrrg4mB50iFf0HXnXBj2vt+1R5hxL74c/33jdV179oX6yanDg49vv/tcO3bdorPbYt3+Frp+9vJbkzX+8p81mVx+6ln66Znn6ZlXX9byx/Q5zqtYqMP7DdKBe/dt+rw4e95c/fRPf9C+fXbVw1f9oikf314PXXG9a69OunbMXVpaW+Oz0KRpb+kX4/6k4w/6nMaP/FnoL75f+nrcfckVmldRoRsfHBfOkX1776LP9T1AHdq1a+q/B+27v0u31xWnn6uJN92h3XfsGfLlpW0I+PdL/x1m+dryXbRlfxelfTZ5+6zzd4jDd9yj6VTy51XTfQJ3j8DfJ/DLfOzPOzNruu437cRMqxUwy7enWT6OLHLtSzAcZEVqkO/jpsLvsPnrmpgQQAABBBBYSSBaKU0SAQQQaOECFA8BBBBAAAEE2qqAmYWqm5ncX3h4RBxHiqNYSZJRNpu6OFY2TdV7YE6Dhs9VYZoyoU73ja4sJInbqMD82fUaO6pKC8rrg0Bp1xr1GzZDnbs3Kk39w0dcP3L9x/cln/b9KslklMnE4SZrFJnrexb2NcvHIcELAggggMBGECBLBBBAAAEEEEAAAQQQQAABBBAofgFqiEDbEnhh0mTdM/6xtlVpattmBMzyY2dmpjiOZVGkOIrd+G2iTJK4sbisC6k6lCUacn6FynrUyk9LKhs1ZmSlyqfmfJKwAQLTJ+U0dmSFcnX5TMp6V2v/oTNVUpoG+yRxcda3gw9paJfEtY1vJ99eURSFHc2saUw0LOAFAQQQQAABBBDYYAEyQAABBBBAAAEEEEAAAQQQQACB4heghggggAACCCCAAAIIIIAAAgggUPwC1BABBBBAAAEEEEAAAQQQWLuAfyCOD/7BX41qlBpdWPtubIEAAi1GYKWCuHM4V1enOhdy9Tk1NjTIn99yy/25vtLWJDeCgHf2wcw+vKbivxGkyRKBliuQy+VU767B/jrsr8H+4aott7SUrLkEtuq8pfbYqadeeWeKFlTlf1f/qVdf1nZdu6n3ttsrE8catOe+eqd8lt59f0447MQpryuNE+3dq09IL/+y+4491aXTFssvWq/52XM/0D9efl5HDBjsytC9aV8z06A99lZNbY2mzSlvWr6mmd1dnT6z134rrN6yQycdM+Rzmv3BB6EuC6ur9NB/ntHA3ffUwfvuv8K2ZqavDBqircu6uG2eDus6tStVabt2evq1l7WgOm/lVyRxRnGU/w0Fn16fUFpSolM+f4R8XNjP57dfn11UWV2tDxYtLCwO8cq+61uHkMl6vnRuX6rjD/6CfLkKu/bZdgfXPt200PUZ//mhaskSPfHi86u17LrFlvrywAMLu65TfMJnv6BO7rjLbzxkn/218/Y76L9vvOY+In74/c+Xb+/eOy+/qZ793yRNf69cw484apV8tnV9+5gDP6uX35yit1y/9js+/J+nFbt2PO3zX16hnn7dPj131iH7HaB/vfyC5lWs2B5+PaFtC/j+3+juSdQ35J9F0bY1qD0CaxL4eMv9+ZXL1anefUZtqK+Xv0/gl0XuPdrn6Od9TCguATN3T8JVyczC71KZfRj736wiRMueZUTc2vqC2Yd92XXx0I5m5meb+npI8IIAAggggMByAh/vbtNyGTCLAAIIbFIBDoYAAggggAACbVrAbPmbXVIcxy5EiqNYSZJRNpu6OFY2TdV7YE6Dhs9VYZoyoU73jf5wAL6wnLhtCMyfXa+xo6q0oDw/4FratUb9hs1Q5+6NSlP/0BHXf1y/8X3Ip31/SjIZZTJxuNEaRRZusnotM/MRAQEEEEBgYwqQNwIIIIAAAggggAACCCCAAAIIFL8ANUSgjQnMX1Chf//nJf33xdfbWM2pblsRMMuPoZmZYjeOa1FhHDdRJkncmFzWhVQdyhINOb9CZT1q5acllY0aM7JS5VNzPkn4GALTJ+U0dmSFcnX5nct6V2v/oTNVUpoG8yRxcdb7+5CG9khcm8RRLN9O/h/O+D3NrGlM1KcJCCCAAAIIIIBAswiQCQIIIIAAAggggAACCCCAAAIIFL8ANUQAAQQQQAABBBBAAAEEEEAAgeIXoIYIIIAAAggggAACCCCAwFoEzJb92yTLb+gf+MUDavMWvCLQagRWKmijGlXfUK/Gxga5FzU0uHilbUhuGoHGxsZwIB/74NsjLOAFAQSKXqDBXYf9A1br6+u18mcrfz3woegR2mAFM3GsQXvuq+nvlevNWTO0sLpKL059Q3v12FlbdugYRPbu1SfEL781VTW1tfrPG6+pxzbbaoduW4fly7/02Xb7DfodgYWLq7R46VL98r57tN1xh68QvviDb2nR4mpXzneXP+Rq5335OrcvXWXd1luWhTw+WLhAtXW1ml9ZoT126qWSNLvKth3bd9C2W3XVjLnvuTLVaLuu3XTWF4/WS29OVr+zvqELbrhWU2a+694q8++dq2SwjguqXX0ffPYpXXzLL3X490do/7O/oavuvn21e6/su751WG2ma1m4RcdO+kSXrVbYKpukKuvYWe8tmKfFNTUuLNHseXPXaJmJoxX2/6iEb7eern+tvM3Kxyys79Shg7q7di2kffze/LnaqnNnrS4fv773tjtokevr78+f75OaM3+e68/d1X2levqVZqbe226rhVWVes/1G7+M0LYFzCyc9/47jH9vLIS2rULtEfgIgY+5yp9buVwu3Cvw9wh82mdViP08oTgFzCxUzMzC50qzfBwW8oJAKxUwy/djs3zsq2H24bxPExBAAAEEEFhZYN3vpqy8J2kEEEBgMwhwSAQQQAABBBBAwMwCgpm5m7sKD4+I3UCxfzhBkmSUzaZKkljZNFXvgTkNGj5XhWnKhDqNH11VSBK3EYH5s+s1dlSVFpTXhxqXdq1Rv2Ez1Ll7o9LUP2zE9RvXX3zf8Wnfj5JMRplMrCiKXDDX1yzsa5aPQ4IXBBBAAIGNJkDGCCCAAAIIIIAAAggggAACCCBQ/ALUEIG2JnDIZ/rp0wP20QfzFrS1qlPfNiRglh9LM7MwjmturC2OYjd+myiTJG5sLutCqg5liYacX6GyHrXy05LKRo0ZWanyqTmfJKyHwPRJOY0dWaFcXX6nst7V2n/oTJWUpsE6SVyc9e4+pKEdEtcWvl18+/jxUL+nmTWNifo0AQEEEEAAAQQQaC4B8kEAAQQQQAABBBBAAAEEEEAAgeIXoIYIIIAAAggggAACCCCAAAIIIFD8AtQQAQQQQAABBBBAAAEEEFhvgWUPq17v/dgBAQQ2m8DKB/YP86uvr5ePCw/zK8Qrb0t60wh4/0LYNEfkKAggsLkFwnW4sUFa9tmqcA1oVOPmLhrH38gCB+z8SbVL22nilNc1ZcZ0vTl7hj7fb0DTbwLs0G1r9dhmWz096UV9sGiBJrtt9u2zq7Yo7bBKyTJxtMqyj7PgzCOO0s0X/mC14ZC+/deaZRxFTeVfeeM0k7j6ZldevNa0memUzx+hCb+6TWd/6Wv696SX9LnvnKMf3nqD6uo/3u9XvPz2VH3mW2foopuuc7aL9Nn9DtCPTz1TJxx86GrL01y+q828GRa2z5ZscC5mpsi1n9YwtctmlVlufWSR4ihaw9YsRmDjCJhZU8Z+zr9nNi1gBgEEVhD4uAl/XjW6z6bhPoH7PNroPqP6+Y+bH/shgAACCCCAAAIIINDaBLjb0dpajPIi0LYFqD0CCCCAAAIIIBAEzPzQmcJgvZ+N41hx7Ad0YyVJRtls6uJY2TRV74E5DRo+V4Vp8oRajR9dVUgSF7nA/Nn1GjuqSgvK60NNS7vWqN+wGercvVFp6h8y4vqL6ye+z/i07z9JJqNMJlYURS5Y6Gd+ZzPzEQEBBBBAYOMLcAQEEEAAAQQQQAABBBBAAAEEECh+AWqIQJsUOO7IQ3T4IYPaZN2pdNsRMMuPqZmZG8ONZW7MLY5iN36bKJMkbowu60KqDmWJhpxfobIetfLTkspGjRlZqfKpOZ8krIPA9Ek5jR1ZoVxdfuMuvau1/9CZKilNg3GSuDjrvX1Ig3/i2sC3h28XPx7q9zSzpjFRnyYggAACCCCAAALNKEBWCCCAAAIIIIAAAggggAACCCBQ/ALUEAEEEEAAAQQQQAABBBBAAAEEil+AGiKAAAIIIIAAAggggAAC6yTgH/rlN1w59ssICCDQ4gXWUMBG+XPavYbYb+TTPiZsHgH8N487R0VgcwkUrr/+3G9saJC7GDcVxcya5pkpPoHtum2tXXfYUf954zU99epL6tiuvXbdfqemim5R2kH79tlVr057WxNen6QFlRU6eJ/9m9Y350y7NFWapMqmiY7oP3i1oc+2O6z1kLPnfaDqpUtX2e6FqW9oiw4d1b2sLBynrGMnV6+3tLS2ZpVtKxdXadbcD+SP174k27R+yw6d9O1jT9JT19+ic488Vnc99rCefPH5pvXrOuPPtT/8/a8qLSnRY6Nv0G8v+lHI19d72626r1M23urj1KF83lwtqVmywjHmLJivRVWVKyxb10QmzsgbvTbtLeXq87/Pv/y+FYsXL5/8yPnKJYs1x5Vv5Y3mLVqod8pnaYdu27j+ka68eoV097KtNHfRIr3ttl9hxbLEm7PeVZdOW2i7bt3Ckq3Luujd99/Te6s5rm+nN2fNCn1mG5dv2IEXBJYT8H3ElksziwACKwhsUKLBfSb151ghyJ1sfn6DMmVnBBBAAAEEEEAAAQRaiUDUSspJMRFAAAFJICCAAAIIIIAAAh8KmLm7+S5pZnJ/4eERcRzJP6wgSTLKZlMlSaxsmqr3wJwGDZ+rwjR5Qq3Gj64qJImLVGD+7HqNHVWlBeX5/7mgtGuN+g2boc7dG5WmiQuun7j+4fuKT/t+k2QyymRiRVHkgu9bFnTM8nFI8IIAAgggsJEFyB4BBBBAAAEEEEAAAQQQQAABBIpfgBoigMCk/70FAgJFK2CWH1szM8VxLHNjb3EUu/HbRJkkceN0WRdSdShLNOT8CpX1qJWfllQ2aszISpVPzfkk4SMEpk/KaezICuXq8ht16V2tvkNnqqQ0DbZJ4uKsd/YhDe6Js/ft4NvDj4f6Pc3MjbebnyUggAACCCCAAAIbQYAsEUAAAQQQQAABBBBAAAEEEECg+AWoIQIIIIAAAggggAACCCCAAAIIFL8ANUQAAQQQQAABBBBAAAEE1kOgsTH8eyUe/LUeZmyKQIsQWH0h/LlcCIUtzPg3iQWLTR37ttjUx+R4CCCweQX8ee+DVrr0hmWbt2gcfSMLlJaUaL8+u+r1aW/ryRef12479VT3LctWOOrgPfbWvIqFGvPPx7RV5y216w47rrD+4ybmLJinxUtrmnbfvmt37d6jp/767FOa+cF7TcvXd+aVt6fqpTcnr7DbtDmz9ed/P6F9+uwif5wtSjvooH3214TXZvkibAAAEABJREFUJukJV+/lN/b9fvzT/9D7C+fpc/sdEFbl6uvlQ0i4l5I0q0P7DVCHknZ6b+ECt+TDv5Xr9eGaD+eW1NRq9vwPgvUWHTo1rVhQVaFHJ/6nKf1RM+tbB5/X1mVd9MGiBXqrfJZPhuDr+/fnntHC6o/3LIUtO3TUXj121lOTXtKkd94MeRZe3pw1I7gX0muL6xsawvZLaz/sF7589/zjEc2vrGxqj4/Kp9/Ou6l7WZlu/uufVbG4eoVNZ33wvuvHjzf1A7/yENfGtbla3fb3B1RXv+JvkLz09hQ99sJzGrT7PvL19NsTECgI+L5ZCIVlxAggsLzAhs3780vu/l+I3WdUM5OZbVim7I0AAggggAACCCCAQCsRiFpJOSkmAgggIGGAAAIIIIAAAgisJGCWv5lvZu7GvsLDI+I4kn9oQZJklM2mSpJY2TRV74E5DRo+V4Vp8oRajR9dVUgSF5nA/Nn1GjuqSgvK60PNSrvWqN+wGercvVFp6h8q4vqH6xe+j/i07y9JJqNMJlYURS6Y61MW9jXLxyHBCwIIIIDAxhfgCAgggAACCCCAAAIIIIAAAgggUPwC1BCBNi7w3gfzdfMf7tMj/1y3f9zZxrmofisVMMuPsZmZ4jiWuTG4OIrd+G2iTJK4MbusC6k6lCUacn6FynrUyk9LKhs1ZmSlyqfmfJKwGoHpk3IaO7JCubr8yi69q9V36EyVlKbBNElcnPW+PqTBO3Hm3t+3gx8P9XuaWdOYqE8TEEAAAQQQQACBZhcgQwQQQAABBBBAAAEEEEAAAQQQKH4BaogAAggggAACCCCAAAIIIIAAAsUvQA0RQAABBBBAAAEEEEAAgfUUCA8AW8992BwBBDazwBoOv/z5vPz8GjZn8UYWMLONfASyRwCBlijgr78+tMSyUaaNKzBo9701d9EivfjmZPXfdffwO/vLH/GTO/TQFh066pnXXtEeO/XUVp23XH71es+3z2a13Vbd9d83XtdvH75Pt//9QT33xmsqSbO68Jiva1F1tY74wbd0/Z//pL/+5yk9MOFf+r/bb9a511+t6qVL13q8Lp220EU3/1xX/+n2sP8tD92nIy/5tpbW1um8rx4bjuMzGXbEV9Rv1910zvVX6Vu//lk4zp+felInXXmprr77D7rw6K9r8J77+E31+rvv6NDvfbOpTH67S2+7SR3at9en99g7bLOmeoWVK720L8mq3867hXpffMsvw7HvfOxvOvYn31cSZ1baes3J9amDz+WIAYOVZlKd+bNR8i7edsQvR+vpV1/R1mVb+U3WO5iZTjvsS4pduU++4hJdN+6Pwd233xnuOLvv1Gud82zvXN6cPcs5XCxv7Ms37Gcj9avx9+rozxykAbvvuda8tu/WXZecNCz0r8O+P0K3PfxAU3kO/8H5Yf/LTxne1A/267Orzj/qeN39xCP6yo++7eK/h+0v/f3NOuHyH2i3nXrI90szC/uu7iVXX68f/O7X6nvWyXpt+tur24RlRShgZuG3VHjvLMLGpUrNI9AcudiHmXCufWjBHAIIIIAAAggggEDxC0TFX0VqiAACxSJAPRBAAAEEEEAAgdUJmOXv8JuZG1CT4jh2IZJ/eEGSZJTNpkqSWNk0Ve+BOQ0aPleFafKEWo0fXVVIEheJwPzZ9Ro7qkoLyutDjUq71qjfsBnq3L1RaZq44PqF6w++b/i07ydJJqNMJpZ/2EUUmetLFvY1y8chwQsCCCCAwCYR4CAIIIAAAggggAACCCCAAAIIIFD8AtQQgbYu0L1rmY46Yoge+Nu/NbP8g7bOQf2LWMAsP9ZmZvLjuBYVxnETZZLEjdtlXUjVoSzRgSMWqaxHrfy0pLJRY0ZWqnxqzicJywlMn5TT2JEVytXlF3bpXa2+Q2eqpDQNlkni4qx39SENzomzjqNY3t+Ph/o9zaxpTNSnCQgggAACCCCAwMYQIE8EEEAAAQQQQAABBBBAAAEEECh+AWqIAAIIIIAAAggggAACCCCAAALFL0ANEUAAAQQQQAABBBBAAAEEEECg+AVWV0P/ED8zW90qliGAAAIIbCKBwrXYjOvxJiJvUYfZdYcd1eMT26p9SVZ9d95tlbJt02Ur7d2zT1g+aM99lYnjMP9xX8xMFx13kvbtvbN+du+d+umfblej+8/nt2+vXTTm/67Svn120S/vu0fDr71C3735er0+7W0dc+Ahap/N+s0+MvTbZTfd8u0f6elXX9Y5P79KV9/9h5DffT8ZLZ9/YedO7Uv1229foguP+XrTthfecK0WL12i2777fxr+xa81/VbC1luWqfcnttOND4wJZfrBb3+lbbfqqnsvvUo7bf0J+clszfXy61cOw7/0NQ39wpF69IX/hHL+9qH79IMThuqz+x2w8qZrTK9PHXwme+zUSzddcLG6l5Vp5B2/04U3XKcunbfQdedcqGyS+E0+VvD5et/9d91Nvx4/Rudef7X+8dLzuvrM89Rvl0+uc55pnOiK08/RkH366pLf3RBcXnNt/5NTz9LlQ89REmfWKa/D+w/SuB//NLTRqD/eFtrs1ocf0NGf+azGXuaWd+3WlI+Zhba+9TuXhmUXu7b1/e6R55/VBV87MfQR7xxW8oIAAgggsM4CzbGh/4zaHPmQBwIIIIAAAggggAACrU0gam0FprwIINBmBag4AggggAACCCCwRgGz/P+AYmZu4F3h4RFxHMk/xCBJMspmUyVJrGyaqvfAnAYNn6vCNHlCrcaPriokiVu5wPzZ9Ro7qkoLyutDTUq71qjfsJnq3L1RaeofIuL6g+sHvk/4tO8fSSajTCZWFEUumOtDFvY1y8chwQsCCCCAwKYS4DgtRMD/TxQ+tJDiUAwEEEAAAQQQQAABBBBAAIHiEqA2CCDgBA4evL/OOuWr2m6brmJCoJgFzPJjbmamOI5lbkwujmI3fpsokyRuDC/rQqqOXVIdOGKRynrUyk9LKhvDuF/51JxPEpzA9Ek5jR1ZoVydS7i/Lr2r1XfoTJWUpsEwSVyc9Z4+pME3ccbe27v78VC3WxgPNTM/S0AAAQQQQAABBDamAHkjgAACCCCAAAIIIIAAAggggEDxC1BDBBBAAAEEEEAAAQQQQAABBBAofgFqiAACCCCAAAIIIIAAAggggAACxS9ADRFAAAEEEECgBQps1XlLPT76Bk25/T4dsOvuq5QwE8e66YIfaOY9D+nkQw5bZX23Lcr09C9+p7O/fMw6r9umbCuN+b+rNf3uB/XabWPUf9c9mvbdebsd9PvvXqY377gvHPON348L2w7Zp2/4DYOmDT9iZo+deumBkdeG/H0+Pr+e22y7yh6lJSUa8dXj9d8b/xCONe2Pf9F9P7lGKx/L1/E3F/5Qvizewcc3futi7dh9mxXy/Kh6rbChS/hj/98pZzTl+Y9rb9ZB++6vc448Wq/eeq/26tHbbSX5Y6/J12/g81mXOvhtfRi425565OpfN9lcdsqZ6rHNJ1ZpQ9+e/rj++H6/QvDHu+eSK+WDny8s977e2XsXHH1/8vksX5/C9muKS7JZXXj010O/8NbP/uo2nfL5LyqJMyvs4vNdXfkKG+3ds4/uvfSqpn708i1/1CUnD1NZx06FTZpiM9Nn9ztAf73yevmyF447/EtfC+3UtKGb8R7+uNedc6FL5f/8OXLF6edq4k13aPcde+YX8ooAAgi0bQFqjwACCCCAAAIIIIAAAhsgEG3AvuyKAAIIbEIBDoUAAggggAACCHy0gJmFDczMDfYrPDwijiP5hxkkSUbZbKokiZVNU/UemNOg4XNVmCZPqNX40VWFJHErFZg/u15jR1VpQXl9qEFp1xr1GzZTnbs3KE39w0NcP3Dt7/uCT/t+kWQyymRiRVHkgrm+Y2Ffs3wcErwggAACCGxCAQ7VUgTMLLwvmllLKRLlQAABBBBAAAEEEEAAAQQQKBoBKoIAAgWBPXbtVZglRqCoBczy9xnNTHEcy9zYXBzFbvw2USZJ3Fhe1oVUHbukOnDEIpX1qJWfFlc0hPG/8qk5n2zTYfqknMaOrFCuLs/QpXe1+g6dqZLSNNgliYuz3tGHNLgmztY7e28/Hur3NLNw79fPExBAAAEEEEAAgY0rQO4IIIAAAggggAACCCCAAAIIIFD8AtQQAQQQQAABBBBAAAEEEEAAAQSKX4AaIoAAAggggAACCCCAAAIIIIBA8QtQQwQQQAABBBBAAAEEEEAAAQQQKH4BaogAAggggAACCCCAAAIbIhBtyM7siwACCGwyAQ6EAAIIIIAAAgisg4CZha3MTO4vPDwijiP5hxokSUbZbKokiZVNU/UemNOg4XNVmCZPqNX40VWFJHErE5g/u15jR1VpQXl9KHlp1xr1GzZTnbs3KE39Q0Nc+7t2933Ap31/SDIZZTKxoihywfcZC/ua5eOQ4AWBVi5glu/PZvm4lVeH4rcFAerYogTMuHa0qAahMAgggAACCCCAAAIIIIBAsQhQDwQQWEXgocef0Z//+uQqy1mAQDEJmOXvN5qZ4jiWuTG6OIrd+G2iTJK4Mb2sC6k6dkl14IhFKutRKz8trmjQGDcOWD4155NtMkyflNPYkRXK1eWr36V3tfoOnamS0jSYJYmLs97PhzR4Js7U+3pnPx7q9zQzN45ufpaAAAIIIIAAAghsfAGOgAACCCCAAAIIIIAAAggggAACxS9ADRFAAAEEEEAAAQQQQAABBBBAoPgFqCECCCCAAAIIIIAAAggggAACCBS/ADVEAAEEEEAAAQQQQAABBBBAAIHiF6CGCCCAAAIIIIAAAgggsEEC0Qbtzc4IIIDAJhLgMAgggAACCCCAwLoKmOUfWGBmcn/h4RFxHMk/3CBJMspmUyVJrGyaqvfAnAYNn6vCNHlCrcaPriokiVuJwPzZ9Ro7qkoLyutDiUu71qjfsJnq3L1BaeofFuLa3bW3b3uf9v0gyWSUycSKosgF31cs7GuWj0OCFwRasYCZqbGxMQSzFfv1oQ98UwQMWmofoFybt2/+7KW7mq58Zu7a4a4jfoGZm3czZuY+X5mb4w8BBBBAAAEEEEAAAQQQQACBjy/AngggsKrANt220hNPTdSLk6asupIlCBSRgFn+/qKZKY5jmRuri6PYjd8myiSJG9vLupCqY5dUB45YpLIetfLTkooGjXHjgeVTcz7ZpsL0STmNHVmhXF2+2l16V6vv0JkqKU2DVZK4OOvdfEiDY+Isvav39eOhfk8z4/6uhyAggAACCCCAwCYT4EAIIIAAAggggAACCCCAAAIIIFD8AtQQAQQQQAABBBBAAAEEEEAAAQSKX4AaIoAAAggggAACCCCAAAIIIIBA8QtQQwQQQAABBBBAAAEEEEAAAQQQKH4BaogAAggggAACCCCAAAIbJhBt2O7sjQACCGwSAQ6CAAIIIIAAAgisl4CZhe3NTO4vPDwijiP5hxwkSUbZbKokiZVNU/UemNOg4XNVmK2DD+IAABAASURBVCZPqNX40VWFJHELF5g/u15jR1VpQXl9KGlp1xr1GzZTnbs3KE39Q0Jce7t29m3u0779k0xGmUysKIpc8H3Ewr5m+TgkeEGgCATMLFwDl69KVd0Szax6j4BBS+0DlKsF9M3CNcPM3Pukf6+M3LXEX09MhamxsbEwS4wAAggggAACCCCAAAIIIIDA+gqwPQIIrEZg3z131oED99P7cxesZi2LECguAbP8vUYzUxzHMjdmF0exG79NlEkSN8aXdSFVxy6pDhyxSGU9auWnJRUNGuPGBcun5nyyTYTpk+o0blSlcnX56nbpXa2+Q2eppDQNRkni4qz38iENfokz9J7e1Y+H+j3NLNzn9fMEBBBAAAEEEEBgEwlwGAQQQAABBBBAAAEEEEAAAQQQKH4BaogAAggggAACCCCAAAIIIIAAAsUvQA0RQAABBBBAAAEEEEAAAQQQQKD4BaghAggggAACCCCAAAIIIIAAAggUvwA1RAABBBBAAAEEEEAAgQ0UiDZwf3ZHAAEENoEAh0AAAQQQQAABBNZfwMzCTmYm9xceHhHHkfzDDpIko2w2VZLEyqapeg/MadDwuSpMkyfUavzoqkKSuIUKzJ9dr7GjqrSgvD6UsLRrjfoNm6nO3RuUpv7hIK6dXfv6tvZp3+5JJqNMJl72QGPfNyzsa5aPQ4IXBIpIwMzCNdDMdEjXfXRQl7104JZ76NOdd9egjp/UpzrsGsLA0l1CXEgT511w2NQOHG9z9Lnlz39/XRjcaTd9Zos95D83RVHUdA3xl0Yz85Fblo9DghcEEEAAAQQQQAABBBBAAAEE1kuAjRFAYE0Cx3z5YH3+oP5rWs1yBIpKwCx/j9HM3L3IWObuRcZR7MZvE2WSxI31ZV1I1bFLqgNHLFJZj1r5aUlFg8a48cHyqTmfLOowfVKdxrm61tU2hnp26V2tvkNnqaTU+6TOKlWazSpNfUiDW+LsvKP39Pd3/Y5mxj1dD0FAAAEEEEAAgU0swOEQQAABBBBAAAEEEEAAAQQQQKD4BaghAggggAACCCCAAAIIIIAAAggUvwA1RAABBBBAAAEEEEAAAQQQQACB4heghggggAACCCCAwMYVKC0p0T2XXKnrzrlw4x6I3DeKwOf69tert96rvXr03ij5kykCCCCAwKYS4DgIIIAAAggggAACCCCwoQLRhmbA/ggggMBGF+AACCCAAAIIIIDAxxQws7Cnmcn9hYdHxHEk/9CDJMkom02VJLGyaareA3MaNHyuCtPkCbUaP7qqkCRuYQLzZ9dr7KgqLSivDyUr7VqjfsNmqnP3BqWpf+iFa1/Xrr6Nfdq3d5LJKJOJFUWRC75PWNjXLB+HBC8ItHIBsw/7s1l+PrJIP9nzZP1szzN01S6n6vJeJ+nHPU7UpTscr0u2P04/2i4ffrjtsfrBJ44hYLD5+gD2m8Xen/s+/Gi7Y8M14f92PEE/6fl17dlpJ/nPTf5908zcZylbdoXMP2zKrJBetpgIAQQQQAABBBBAAAEEEEAAgXURYBsEEFgngYcen7BO27ERAq1ZwCx/j9HM3L3IWObG8OIoduO3iTJJ4sb8si6k6tgl1YEjFqmsR638tKSiQWPcOGH51JxPFmWYPqlO41wd62rz92O79K5W36GzVFLqXVJnlCrNZpWmPqTBK3Fm3s87+vu6HsbMlru365cQEEAAAQQQQACBTSTAYRBAAAEEEEAAAQQQQAABBBBAoPgFqCECCCCAAAIIIIAAAggggAACCBS/ADVEAAEEEEAAAQQQQAABBBBAAIHiF6CGCCCAAAIIIIAAAggggAACCCBQ/ALUEAEEEEAAAQQQQAABBDZYINrgHMgAAQQQ2MgCZI8AAggggAACCGyIgJmF3c1M7i88PCKOI/mHHyRJRtlsqiSJlU1T9R6Y06Dhc1WYJk+o1fjRVYUkcQsRmD+7XmNHVWlBeX0oUWnXGvUbNlOduzcoTf1DL1y7uvb0bevTvp2TTEaZTKwoilzwfcHCvmb5OCR4QaBIBMzMXe8s1MbMwnwcx4rjyF3vMkqTRP78KClJVVKSdcHHqVuWqF27LAGDzdYH6H+b/vwrcdeBgntJuB5kwzUhTdy1wr2n+vfQjHv/jKOo6f3TzMSEAAIIIIAAAggggAACCCCAwMcVYD8EEFi7wPRZc/TQY0/r9nsfWvvGbIFAKxcwy99vNDM3jhHL3L3IOIrdeEaijBvPSNOsG/9L1bFLqgNHLFJZj1r5aUlFg8a48cLyKTmfLKowfVKdxrm61dU2hnp16V2tvkNnqaQ0CRZJkirNehcf0uCUOCvv5v2iKAr7mVkYIwoJXhBAAAEEEEAAgU0swOEQQAABBBBAAAEEEEAAAQQQQKD4BaghAggggAACCCCAAAIIIIAAAggUvwA1RAABBBBAAAEEEEAAAQQQQACB4heghggggAACCCCAAAIIIIAAAgggUPwC1BABBBBAAAEEEEAAAQQ2XCD/S58bng85IIAAAhtLgHwRQAABBBBAAIENFjCzkIeZyf2Fh0fEcaQ4ipUkGWWzqYtjZdNUvQfmNGj4XBWmyRNqNX50VSFJvJkF5s+u19hRVVpQXh9KUtq1Rv2GzVTn7g1KU//QC9eerh19m/q0b98kk1EmEyuKIhfM9QEL+5rl45DgBYEiEDBbsU/7pJkpjl3fd7E/H/x54c+PrDtfSrJZtfMP/HbXwPbtSuRDOxcTSoTBZjHAfTOcf+G8X3YdKFwP/LWhxC3z1wp/3QjXEPcearbiNUZMCCCAAAIIIIAAAggggAACCKy/AHsggMA6COy47db60qGf1n9ffF2z3/twzGoddmUTBFqlgFn+3qOZuTGNWObuR8ZR7MZvE2WSxI0BZl1I1bFLqgNHLFJZj1r5aUlFg8ZcUaXyKTmfLIowfVKdxrmx0LraxlCfLr2r1XfoLJWUeofUmaRK3fhOmmaVujFR75M4I+/l3aIoCvuZWdOYaFjACwIIIIAAAgggsGkFOBoCCCCAAAIIIIAAAggggAACCBS/ADVEAAEEEEAAAQQQQAABBBBAAIHiF6CGCCCAAAIIIIAAAggggAACCCBQ/ALUEAEEEEAAAQQQQAABBBBAAAEEil+AGiKAAAIIIIAAAggggEAzCOR/7bMZMiILBBBAYOMIkCsCCCCAAAIIINA8AmYWMjIzub/w8Ig4jhRHsZIko/xDbmNl01S9B+Y0aPhcFabJE2o1fnRVIUm8mQTmz67X2FFVWlBeH0pQ2rVG/YbNVOfuDUpT/9AL146u/Xxb+rRv1ySTUSYTK4oiF8y1vYV9zfJxSPCCQBEJNDbmHwhTqFK+70eK4zicC/7cKClJVVKSVbt2+dC+fTs3XyIf+4eBE5xFO8Km7weYbxZzd/6Hc39Z3M5dF0rcNcK/l4b30SSjJJOE99D89cSa3ksL1xliBBBAAAEEEEAAAQQQQAABBNZdgC0RQGBdBT5/UH9dMPx4faL7Vuu6C9sh0KoFzCyU38zCmIa5sb04ipUkiTIupGnWjQem6tgl1YEjFqmsR638tKSiQWOuqFL5lJxPtuowfVKdxrmx0Lra/FhPl97V6jt0lkpKk1D3JEmVZr2DD2lw8T7eyXv5e7gewMy4j+shCAgggAACCCCwGQU4NAIIIIAAAggggAACCCCAAAIIFL8ANUQAAQQQQAABBBBAAAEEEEAAgeIXoIYIIIAAAggggAACCCCAAAIIIFD8AtQQAQQQQAABBBBAAAEEEEAAAQSKX4AaIoAAAggggAACCCCAQHMIRM2RCXkggAACG02AjBFAAAEEEEAAgWYUMLOQm5nJ/YWHR8RxJP9QhCTJKP+w21jZNFXvgTkNGj5XhWnyhFqNH11VSBJvYoH5s+s1ZlSVFpTXhyOXdq1Rv2Ez1bl7g9LUP/TCtZ9rN9+GPu3bM8lklMnEiqLIBd/mFvY1y8chwQsCRSZglu/fZuaucz4oxP5al4lj+eDPEX+ulJRk5UPhgd8lJalLE3DYTH2A/rfZz79sNnFlyF8X/HyaJO6akQnvobG7fphZuJ7ITWbmXvlDAAEEEEAAAQQQQAABBBBAYD0F2BwBBNZLoNdO2zVtv2RpTdM8MwgUq4BZ/r6jmSnck3RjfHEUK/H3Kl1I06wbF0zVsUuqA0dUqKxHrfy0pKJBY66oUvmUnE+2yjB9Up3GubHQutrGUP4uvavVd+gslZQmoc5JkirN+vr7kCrjPLyL97Eocvdxo7CfmTXdxw0LeEEAAQQQQAABBDaHAMdEAAEEEEAAAQQQQAABBBBAAIHiF6CGCCCAAAIIIIAAAggggAACCCBQ/ALUEAEEEEAAAQQQQAABBBBAAAEEil+AGiKAAAIIIIAAAggggAACCCCAQPELUEMEEEAAAQQQQAABBBBoFoH8r342S1ZkggACCDS/ADkigAACCCCAAALNLWBmIUszk/sLD4+I40hxFCtJMspmUxfHyqapeg/MadDwuSpMkyfUavzoqkKSeBMJzJ9drzGjKrWwvD4csbRrjfoNm6nO3RuUpv6hF67dXHv5tvNp345JJqPYtauZKYrMtbXJT2b52M8TEGgLAmbm+r/ceeCuc3Hsrm8ZZVzsH+y9fMi6c2j5NPOJMNi0BnhvXm9/DfDBt4N/D/Uhk4nDe2nsrhlmFq4lbeG6SR0RQAABBBBAAAEEEEAAAQQ2ngA5I4DAxxO4Y+zDuu3uBz/ezuyFQCsTMLNQYjNz9ydjWRQpjmI3vpEok7j7qGnWjQ+m6tgl0YEjKlTWo1Z+WlLR4MYTq1Q+JeeTrSpMn1SncaOqVFfbGMrdpXe1+g6dpZJSX9/U1T1Vms0qXVZ375A4C+/ifaIoCvuZmbuPa2GeFwQQQAABBBBAYHMKcGwEEEAAAQQQQAABBBBAAAEEECh+AWqIAAIIIIAAAggggAACCCCAAALFL0ANEUAAAQQQQAABBBBAAAEEEECg+AWoIQIIIIAAAggggAACCCCAAAIIFL8ANUQAAQQQQAABBBBAAIHmEcj/8mfz5EUuCCCAQHMLkB8CCCCAAAIIILBRBMzyDz4wM7k/xXHsQuHhERlls6mSJJZ/EG7vgTkNGj5XhWnyhFqNH11VSBJvZIH5s+s1ZlSlFpY3hCOVdq1Rv2Ez1bl7g9LUP/TCtVeayreZTydJRv6hxXEcKYqi0K5mFvY1y8chwQsCRS7Q2Njorm/5Pm9m7nzwIXJxpEwm40LcFPx5k8nE8jEhg0OyWQxwb0HuGXc98NeJOHw+it11w9z1RC74OB/EhAACCCCAAAIIIIAAAggggMD6C7AHAgh8TIHeO22n16e8o4cen/Axc2A3BFqXgJmFApuZG+uLZX7ML4rdfeREmSRxY4RZF1J17JLowBEVKutRKz8tqWxw44pVKp+S88lWEaZPqtO4UVWqq20M5e3Su1p9h85SSamvZ+rqnCrNZpWmPqSh/okziJ2Hd/HjoX5HMwv3cP08AQGahfoHAAAQAElEQVQEEEAAAQQQ2MwCHB4BBBBAAAEEEEAAAQQQQAABBIpfgBoigAACCCCAAAIIIIAAAggggEDxC1BDBBBAAAEEEEAAAQQQaMMC9Q35331swwRUHYG2IkA9N7HAzPL3N/ERORwCCCCw+QWqqhdv/kJQAgQQQAABBBBAoG0LUHsEEEAAAQQQQAABBBBoJoGomfIhGwQQQGAjCJAlAggggAACCCCw8QTMLGRuZnJ/4eERcRzJPywhSTLKZlMlSaxsmqr3wJwGDZ+rwjR5Qq3Gj64qJIk3ksD82fUaM6pSC8vz/xN4adca9Rs2U527NyhN/UMvXDu59vFt5dO+3ZJMRr4do8i1ZRy5trVQOrN8HBK8INAGBMzyfd7MFLnzwczc+aBl54eFeb88juOw3seE2PkQNk8/wH1zu/vrgQ9xnH//jCJ/7cgHM3/NyAcxIYAAAggggAACCCCAAAIIIPCxBdgRAQQ+rsDA/ffUp/rtpa27ln3cLNgPgVYnYGahzGYW7t1b5O5dRrEbv02USfw4YdaNF6bq2CXRgSMqVNajVn5aUtngxherVD4l55MtOkyfVKdxo6pUV9sYytmld7X6Dp2lklJfv9TVNVWazSpNfUhDvRNX99g5eI8oisJ+ZubGfSzM84IAAggggAACCGx+AUqAAAIIIIAAAggggAACCCCAAALFL0ANEUAAAQQQQAABBBBAAAEEEECg+AWoIQIIIIAAAggggAACCLRlgYrKKl1/6916c9qMtsxA3RFoAwJUcVMLTH1nuu598FFVL16yqQ/N8RBAAIHNJjB/UYVuvHOsZsx+b7OVgQMjgAACCLQegaU1tRr9mzv0vzffaT2FpqQItHgBCogAAggggAACCCCAAALNJZD/BdDmyo18EEAAgeYUIC8EEEAAAQQQQGAjC5jlH4RgZnJ/4eERcVx4eERG2WyqJImVTVP1HpjToOFzVZgmT6jV+NFVhSRxMwvMn12vMaMqtbC8IeRc2rVG/YbNVOfuDUpT/9AL1z6uXXwb+XSSZJRkMq4NI0VRFGIzC/ua5eOQ4AWBNipgZuHckJvMLMxHyz3gm3lvQths/YC+6M7JltH/zMx9JloxyE1m5l75QwABBBBAAAEEEEAAAQQQQGADBNgVAQQ2SODEow7VfnvtskF5sDMCrU3ALH9f0szc2F8siyLFUawkSZRxIU2zbtwwVccuiQ4cUaGyHrXy05LKBjfOWKXyKTmfbJFh+qQ6jRtVpbraxlC+Lr2r1XfoLJWUJqFOSZIqzfr6+ZCG+vp6+/p7Bz8e6nc0s3BP188TEEAAAQQQQACBFiFAIRBAAAEEEEAAAQQQQAABBBBAoPgFqCECCCCAAAIIIIAAAggggAACCBS/ADVEAAEEEEAAAQQQQACBNi/w9oxZ+uXt92jMQ49pydKaNu8BAAJFKUClNovA0xNf1shf/U5PPf/SZjk+B0UAAQQ2h8Abb03TNbfcofsf/afq6/O/Nb45ysExEUAAAQRah8DM8vd0013jdPcDf1dFJc8BaR2tRilbtACFQwABBBBAAAEEEEAAgWYTiJotJzJCAAEEmlmA7BBAAAEEEEAAgU0hYGbhMGYm96c4jl0oPDwio2w2VZLEyqapeg/MafDwuSpMkyfUavxoBv8KHs0VL5jtH8pRqYXlDSHL0q416jdspjp3b1Ca+odeuHZx7eHbxqeTJKMkkwnt5h92EceRa0sL+5rl45DgBQEEwrlhxnlBV2hZApSm5QmYWbhe+JKZmY8ICCCAAAIIIIAAAggggAACCGyQADsjgEDzCTz0+ITmy4ycEGjhAmb5+5Nm5sYCY1kUKY5iJUmijAtpmnXjh6k6dkl04IgKlfWolZ+WVObHG8un5HyyRYXpk+o0blSV6mobQ7m69K5W36GzVFKahLokSao06+vlQxrq6evr6+3rH0VR2M/Mmu7jhgW8IIAAAggggAACLUCAIiCAAAIIIIAAAggggAACCCCAQPELUEMEEEAAAQQQQAABBBBAAAEEECh+AWqIAAIIIIAAAggggAACCBQEnvrvS+FB1c9MfLmwiLgVCLzyzpvaY+ixuvGBMaG0jY2NuvyO32r/s7+h16a/HZa1xRccVmx1UptPYPGSpRrz18f0q9vv1TszZm2+gnDkzS7w/sL5GjTidF1ww7WbvSzFUoDqpUt13OUXY9pCG/SJZ/6rkb/8rSZO+l8LLWHxFctfX/x1xl9viq921AgBBIpd4NkXJ7n3jd/pn/95odirutr6+Wu3v4YXvtuvdqPlFj468T/hXoC/J+AXf9zvwP54/rj++D6f1hjmVSzUF3/wLZ1y9WXynw/Xtw5+n031mdI7e2//nr2+5VzX7dkOAQQQQAABBBBAAAEEmk8g/0ugzZcfOSGAAALNJUA+CCCAAAIIIIDAJhMws3AsM5P7UxzHLhQeHpFRNpsqSWJl01S9BuY0ePhcFabJE2o1fnRVIUm8gQILZjfo3lEVWljeEHIq7VqrfsNmqnP3BqWpf+iFaw/XDr5NfDpJMkoymdBe/mEXcRy5NrSwr1k+DgleEEBgBQEzC+eKGbEZBmab1YC+2AL9V7hgkEAAAQQQQAABBBBAAAEEEEBgwwXIAQEEmklg+oxyPfTY07rn/seaKUeyQaDlC5hZKKSZuTHBWBZFiqNYSZIo40KaZt04YqqOXRIdOKJCZT1q5acllY0aM6pS5VNyPtkiwvRJdRo3qkp1tY2hPF16V6vv0FkqKU1CHZIkVZr19fEhDfXz9fT19fWOoijsZ2bh3npI8IIAAggggAACCLQcAUqCAAIIIIAAAggggAACCCCAAALFL0ANEUAAAQQQQAABBBBAAAEEEECg+AWoIQIIIIAAAggggAACCCCwgkBV9WLd8+Cj+vUdYzR99pwV1rWUhH+43R5Dj9V2xx2+SvAPUfMPU2spZd0c5ahvaFBNrm5zHLpFHROHFZqDRAsQmDrtXf381rt139+fVG1dy/m3sMvTXHDDtatcVwvX2hsfGLP8pswjgAAC6yQwf1GF/vDnv+p399yvOe/PXad92AgBBBBAoO0K1NTV6c9/e0K/uO1uvTl9RouEWN09iZ1O/JK+eulF+sdLE9XYmP+NmU1d+GL9Dly9dKmOu/ziEPz86lxrcznVN9SvblWrWObrtbY6rkdF2BQBBBBAAAEEEEAAAQSaUSD/a6DNmCFZIYAAAs0jQC4IIIAAAggggMCmFTCzcEAzk/tTHMcuFB4ekVE2mypJYmXTVL0G5jR4+If/g8jkCbUaP7pKTBsmsGB2g+4dVaGF5Q0ho9Kuteo3bIY6d29QmvqHXrh2cP6+LXw6STJKMpnQTv5hF3EcubazsK9ZPg4JXhBAAAEEWrAARUMAAQQQQAABBBBAAAEEEEAAgeIXoIYIINBcAjtuv41OPOrzeu6F17RwUWVzZUs+CLR4AbP82J+ZubHBWBZFiqNYSZIo40KaZt14YqqOXRIdOKJCZT1q5acllY0aM6pS5VM2/w+fTJ9Up3GjqlRXm/+HmV16L1bfobNUUpqEsoc6ZH09fEhDvXz9fD19faMo8lUK46FmFuZ5QQABBBBAAAEEWpYApUEAAQQQQAABBBBAAAEEEEAAgeIXoIYIIIAAAggggAACCCCAAAIIIFD8AtQQAQQQQAABBBBAAAEEEFi9wJS3p+vaW+7U/Y/+U7lc/eo32sxLj/r0wbr5wh+sEEaedrY6tS/dzCVb++Framt1zb136Me337L2jddzi0wcyzs8f+MftPuOPddz7+LZHIfl25L5liTwj2cnauSvfqvnXnqtJRWrqSxdOm2hq88cscK11V9rD+nbv2mbljyzaHG1vnPz9fr93/7SkotJ2VqJwKvT3tKJV/xIr01/u5WUuOUW85U3purKG3+vh//xTMstJCVrEQIb83Py+lSwpZRjfcrcGrd9bOJz+sZV/6e5ixa0xuJT5o0o8Na7s/TL39+jsQ89rqU1NRvxSB8/68I9iV+c9x2dcNChmvHB+zrl6v/TzQ+OU2Nj48fP+GPuuTm/A2/uz0zblG2lh6/6pW7/3mUqLSn5mILFshv1QAABBBBAAAEEEEAAgeYUyP8iaHPmSF4IIIBAcwiQBwIIIIAAAgggsBkEzPIPSjAzuT/FcexC4eERGWWzqZIkVjZN1WtgToOHz1VhmjyhVuNHVxWSxOspsGB2g+4dVaGF5Q1hz9Kuteo3bIY6d29QmvqHXjh/5+7bwKeTJKMkkwnt4x92EceRazML+5rl45DgBQEEEECgZQtQOgQQQAABBBBAAAEEEEAAAQQQKH4BaogAAs0q8Kl+e+on3xuuLTp3bNZ8yQyBli5glh8DNDM3RhjLokhxFCtJEmVcSNOsG1dM1bFLogNHVKisR638tKSyUWNGVap8Ss4nN0uYPqlO40ZVqa42/w8yu/RerL5DZ6qkNAllDmXP+vL7kIb6+Hr5+vl6RlEUym1mTWOiYQEvCCCAAAIIIIBASxKgLAgggAACCCCAAAIIIIAAAgggUPwC1BABBBBAAAEEEEAAAQQQQAABBIpfgBoigAACCCCAAAIIIIAAAmsReOKZ/4YHVT//yutr2XLTr/7kDjvqiP6DVwgH7bu/StLspi/Meh4x19Cg/05+XQurK9dzTzZH4GMIsEuLE1hUUaW77n9YN/9xnGbNeb9Fla9Du3b6XN8DVri2+mttn213aFHlXFNhampr9Mxrr2hJ7dI1bcJyBNZZoHzeXL3y5hTVu/ftdd6JDT9S4G//fEZX3nCbXnlj6kdux8q2K9BSPie3lHIUe0+YOmu63po9Uw2N+d/mKPb6Ur/1F/j3f1/U5b/8nZ554ZX133kj71G4J3HU4IN05Rnn6Ymf3ahP7bG3bn/kr5r5Qcv6jL+RKcRnpo0tvB75sykCCCCAAAIIIIAAAgg0q0DUrLmRGQIIINBMAmSDAAIIIIAAAghsLgEzC4c2M7k/xXHsQuHhERlls6mSJFY2TdVrYE6Dh89TYZo8oVbjR1cVksTrKLBgdoPuHVWhheUNYY/SrrXqN2yGOndvUJr6h144d+ft7X06STJKMpnQLv5hF3EcubaysK9ZPg4JXhBAAAEEWrwABUQAAQQQQAABBBBAAAEEEEAAgeIXoIYIIND8AqXtS5oyXbK0tmmeGQSKXcAsPxZoZm6sMJZFkeIoVpIkyriQplk3vpiqY5dEB46oUFmP/PmxpLJRY0ZVqnxKTpt6mj6pTuNGVamuNv8PjMt6VKrv0JkqKU1CWUOZs1lXhzSkfT18fXy9fP2iKApFNrOmMdGwgBcEEEAAAQQQQKCFCVAcBBBAAAEEEEAAAQQQQAABBBAofgFqiAACCCCAAAIIIIAAAggggAACxS9ADRFAAAEEEEAAAQQQQACBdRFYsKhSd9z3kH77p/Eqf++DddmFbRBAoAUJUJSWK/D61Hf005v/oAefeEqNjfl/l9pyS0vJEEAAgeYRmPPB2EmvSgAAEABJREFUPP3unvv1h3EPau6Chc2TKbkggAACCBStQFX1Yt3zl0d0w51jNH1WeYutZ6f2pfrG547Qe/Pna/p7LbecLRaQgjWLAJkggAACCCCAAAIIIIBA8wrkfxm0efMkNwQQQGBDBdgfAQQQQAABBBDYrAJmFo5vZnJ/iuPYhcLDIzLKZlMlSaxsmqrXwDoNHj5PhWnyhFqNH11VSBKvRWDB7AbdO6pCC8sbwpalXWvVb9gMde7eoDT1D71w3s7Zm/t0kmSUZDKhPfzDLuI4cm1kYV+zfBwSvCCAAAIItAYByogAAggggAACCCCAAAIIIIAAAsUvQA0RQGAjCvzilnt159iHNuIRyBqBlidglh8TNDM3ZhjLokhxFCtJEmVcSNOsG2dM1bFLogNHVKhspxr5aUllo8aMqlT5lJxPbpIwfVKdxo2qUl1t/kdWyrabr32//JJKSpNQxlDWbNaVPQ1pX35fD18fX68oikI5zaxpTDQs4AUBBBBAAAEEEGh5ApQIAQQQQAABBBBAAAEEEEAAAQSKX4AaIoAAAggggAACCCCAAAIIIIBA8QtQQwQQQAABBBBAAAEEEEBgvQQmTX5TV910ux568un12m9zbPzvV15U75O/qtH3/GGFh2q/Ou0t7X3Gibrs9t+E5Y9O/I/2GHqsXn57qh76z9M6+KKzteMJX9Sup35N3/vNL/TBwgWrFL9y8WJd8cdb1e/sb2i74w7XTid+SYd+79yw//IP8H5/4XwNGnG6brh/rB6Y8C/t77b3x7r09zdpl1OO0tOvvqwx/3ws5OHz8WVZ5WDLLahvaNBfJvy7qYy+fhff8kstrKhYbqv87I0PjAnH9mXIL5EK+/uy+jL7evr5Ca9PKmzSFM+eNzfU3zv4sg25cLiefPF5fevXP1shX5//6ur4yjtvhrwK+ex5+vGhnj6/H99+i6qXLg3r/UshD19mXxZfJl827/XYxOdCOy2/fPfTjtFv/vpn1dWv/d8O+jx9+fwx/LH8cY+7/GJdcMO1ert8lo758fdC+/k8b//7g8Fo+eXe2PcVv5/fvxBW7gN+u3Ovv3qV/uL7w7P/m6SvXnpROI53H3rN5Xp+yuvB0ZejkKeP/fbL90Of76k/vSyU1a//mIHdWoHAo/9+Vlf88nd68bXJLbq0S2tr5Ptw/3NP0bQ5s5vKmquv1w9+92v1PetkTZkxPSwvnH+zPnhf/vwa8M3TwnXAX4Ov/ONtK1wH/A6+//vz5ejLvheu3/7a468dq7sW++ulv576a4M/R/254s/t8345WvsNP0nT3yvXqLtuC8fz2xWuSf44qwu+Xr//2180+Pxh4T3AX4P8+8Hy+61uG7+9r9vK16NCXVY+9999f87qDh+ucx/33PfH9mXwZfHl9teZY3/yfc384L0VjjVl5rsaOvon4f3N2/rrsTeqqa0NbeH9/DXJm372O+cEO+/sM/H1Wdfy+fdN32Y+f38c3+6+fL6cPi8ffL6+XV58a7LGP/1P+W38tr5v+G39+5XfrhCee+M1Ld8v/PZ//++Ewuqm2L/n+Gux7w/ewV/j/TW9aYNlMytfw/22/r3H19HX1W/m3zf8+8dpP/2xFlZX6fDvjwgmp4++3K8mNJPAxFff0Khf3arHn36umXLcuNlc+vubdcA539C77614LvvrXc+vH6mnJr20QgF+ed89K2zv+9e6Xud8nr4PTnrnLZ3z86vk+6k/RwsH8P19+XOt8FnNH6OwTSFe13OosP3Gjv3nKv8+UPgs7c9ZX8dFi6vl673LR3xO9utX51I4Z/36lcv/6LLP+8tf0/02S9172pqu/T6fNZVjfY/l81pdmX0ZfFiX66bfblMGf8321+PBy94Xff8rvLfc/8w/w3vlHY89vEqRKlwbfuWSi3TyVZfK+35UW/v28O8F/r3Iv2/792//XrB8Py/s798f/Dof+77jlxcOvnx7+Pcwfz3374fr+12ipZ0nhfoRrygw+a3puva3d2n8o/+U//y54tqWkcrEsfteWa+6XC4UqHAN8H01LFj24vtx4fPXskUrRP4zjP8u6K+R/hz0nyt9P11ho9UkVnc8n9fynwP9ufTbh8avsvfSmlrd/Jdx4Z6JP+f8Zy5/L2N17y2FnX29/DVu5c9Mvm6+jn47v/+6vv/57T9O8Mfyx1z+GlIomzfxn4X9Z0Nv6U1H/OoaLaiu/MhD+XLf9Jex6nHil3X5nb+Tvzb6Hfxy/7nRf1/w1xufn28r7+zXF4Lfztfbt91O7r6RD/671Jq+ExT2K8TL18m/7y//Ofe4kRev8nl/2X5ECCCAAAIIIIAAAggg0MwCUTPnR3YIIIBAMwiQBQIIIIAAAgggsPkFzCwUwszk/hS7QbI4Ljw8IvP/7N0HYBRF38fx3+ze7gVCJxCa1FAUFRUBBcSujw17fewCPjZsz2t97IoN9bE89t4VG3Z97AUfe1esgEDoPbTUd2aPOxIIkECA3PE9MztbZmfm/7nd2b0s5hSPhwoCX/EwVKdti9T/xBlKvn75pFAvXF+QXCRfgcCs/FI9fdVczZ5UGpXIblaoXoPGq2FuqcLQfemFdba+ztotB0FMQSxm3wtPnudFuTEm2teYRB4tMEEAAQQQQAABBBBAAAEEEECgZgSoBQEEEEAAAQQQQACBWi2wz+799d1Pf+itDz6v1f2kcwjUtIAxiWeDxhj7zNCXcc8OPV9BEChmUxjG7fPGUPWbBtr+9Hlq0n6x3GvhvDKNuGqeJv2a+B8j3bq1lcZ9X6RnrypQUWFZ1ESTNjPVY+ePFCyaE/Ut6mM8bvscRsuu367/vo3DxeOeh7odjTH2ebVxs6S1J0DNCCCAAAIIIIAAAggggAACCCCQ+QJEiAACCCCAAAIIIIAAAggggAACmS9AhAgggAACCCCAAAIIIIAAAgggkPkCRIhAWgr8/Ns4ffb1z3rrwy/13Gsf6oGnXtdN9zyj4Xc+tUbphruejvZ3+Y13j9C/731Wtz7wgu567FUt3vbjKD3wkl330FO6tRrpwWdfqrbzmx9+omG3P6BvR/9W7X3X1Q7bdt9ch+ywi55897/6bcJfUbPuy9puf2GEcps01mn7H1Lh/+N6adSHGv70Izpq5z10+xnn6eAddtWzH76rof8ZLvdFllEFdjJx2lQdeNn/6eE3X9EeffrprrMu0NWDTlXgxXTSv6/WXS8/K/clb7Zo6uftrz7TB99+pXdvuFM/3P+0jtp1T91y6j/VZaN22naTzaI6XD2bdeiU2mfZGVfnPa88p6G3Xq+WTXJ00yln67oTh+ov25/TbrteCxYvXnaX5Zbf+fpznXbrddqkbUfdctr/6aoTTlXBwoX6x01X64exf6TKuxiPHPYvvf75Jzpp4MFR//bvv6POufsWvfXlp6ly5WeWjXHzDnlyX1Z35u036KMfvtVZBx0R1bP3Ntvp/tdH6qrH7lvuCxs//+VnXfvEQzp6132ivtWrU0dnWH9nfc7dN+ugATvr1qHnqNfG3XXVo/fryXfeLN+Fas2PmZSv/7vzZu3WaxvdePJZ6tR6I1328D1yX4J4ys3XqGeXjfWf08/Vfv221wOvv6jrn3q4wvt68YN36il7bB1p30v33g3ac1+98cX/dMbtN0ZxJzvz2mejdOSwi1VYVBQdJ869QZ26OuH6KzRl1sxksSh377E7fk65+Vp1b9shivXSY07U2MmTdPBl5+m3ieOjcmtzMq9ggT78/Gu98Oa7uu+pF3TDPY/q0n/frfOuvVVnX3WTzrziBp1x+XCdfln10mX/vke1PVU3pqqUf+G/71Xr7Zo2e7YeevZlm17StJmzqrXvuiqcFcaj83lRYZEefOPl1Hnx5W8/a+RH7+mMAw+PxrZkf0rLSnWnHbueef9tnX7AYdH4OmCzLXSnvV5d8cjdFb5E855Xn9dhV1yghYsX6Yrj/hGNGftvt6PcFw0fesX5mmjHu2S9LnfnzPCnHlFXO5b+8tCzeuqiq3X8HgN17ZChatqgkQ7YbqeojhtPOlMbNc91u1Sa3Bh/3PWX69KH79bW9tx344xLPTp21qy5c6J9XJkhNw6rUMaNw+1yW8qNBxfdf3sqFrdDTZ77v44f56qsNDkDNx5e/cQD2mfb7SLfS44arEWFhZpZMC+1j/uC0j3PP12/2LrOPfSYyMXlc2yZ4tLE34h2hd2XMT/85st65LzLNeGpV7Vrzz7Re7yysal8/9x75N6rd7/5Qq5+Nz5uv/mWuuShu6Jx2/XXteOSm//P8yP04Osv6ZzDjpYbH9vkNIs8X/7fh65IlD787msdefW/1LBePTtenxmV69KmrcZNnRRtT07cuD7khivVNreFbj71bP1jnwP19e+/6oz/3KBZBXOTxaLj6MAqXMcb1M3WlcedpJP3PUh1s+K68O/HRW7/GHhgqq61NfPrn+P05of/0+MjX9dtDz+tYf95QP+64Xadc/XNOuvKG+04fIOWHYPW9hi7bHsrW3bXjurYlNpj8KW3P9AN9z4q98XO1dl3XZfdaYutNXPePI0ePzbV9GJ7vn06+kcVFhfp4x+/rbDejY1bde6mVvbYdsd8dce5AnufduVj9+rQHXfVmMde1E32nsU14M61qt6rVfUccvWubnL3fO6Liauy/6LCxXL3rk+++6aG7LN/dF6dtv+hyp8xXYvttl3suHPLKu6TV+RSlfaTZdy4vrKxvyr9SNZVlXxFfXbvZVXHzaq0s6Iyi+1x+teUySvaXGG9O1ZXdm3pZz9n5dlx+O2vPrXvWWGFfb/747foc4W7b3cbVvZeu2uzu0a767W7brvr9132s9XRu+3ldo0+gw264Qo99tZrOvZve0fHyhE7766H7HXK1bvIHi8q91qTzxIfVvFaU665WjX7V/5kvT3qMz318pu649FndM0dD+riG++0141bdPaVN1V6D1+brhvnXnNLtT3f++Rze328X1/9MLra+67NHdz58/53X0X3om2aN1/tpsZNmST32b9t85bRfY27v5s4faoG33CVvv7jl2rV6+7VDrafJ6fPma1h9ncXt9vfd+y05db6feJfFepZbD+z/uuBO/TZLz/piuP/oWsGD5XnGZ1rfw/w2S8/VihbfmFF90xnHHiE4kEQ3UtW9/pXvv6amP/8l591or2Xd5//k5/zR378ni6+747lfi+RbM+9lyPef0s3PvOYDrdjz3mHH6PAj0XxVPXeuDqfCZLtVpZXdp/75S+jdeot10djZWX7sA4BBBBAAAEEEKjFAnQNgbQT8NKux3QYAQQQQAABBBBAAAEEEFhHAsaYqCVjjOxP9OURvu/J93wFQUzxeGhzX/EwVKdti9T/xBlKvn75pFAvXF+QXCRfRmBWfqmevmquZk9K/MOu7GaF6jVovBrmlioMA5usr3V1xm7ZeQexmH0PPPuQz4tyY0xUqzGJPFpgggACCCCAAAIIIIAAAggggECNCVARAggggFitP+QAABAASURBVAACCCCAAAK1W6BD21Y6dL9d1NHmtbun9A6BmhcwJvGM0Bhjnx36Mp4n3/Pt89tAscA9b4zbZ46h6jcNtP3p89Sk/WK518J5ZRpx1TxN+rXYLa6VNO77Ij17VYGKCsui+pvmLVCPXT5WuGiu/BkzbL9s3+Jx29fQzodRfwPbZ9d/F4fnJf5przHGPqc2UR1M1qYAdSOAAAIIIIAAAggggAACCCCAQOYLECECCCCAAAIIIIAAAggggAACCGS+ABEigAACCCCAAAIIIIAAAggggEDmCxAhAuklMHb8ZN37+Cu68e4RusfmI15+T9/88JsWLlqstq2aq0vHNjWaOndorbz2rdSxbQt5M5pGqX1Lu65dG+VVkjq336jS9e1bt1wt6O6dO2iTTh1Wa9+a2umqxx5Qm0P3rJDueHFEVH3M93XKwIPVMDtb9746MvpSt7e+/EzvffulLvr7ILkvmYwK2sns+QX69o9f9MIVN+i4PQZqrz79dcWx/9B1Q07TqB++1chRH9hSiuq4+bknNWXmLD1x0TBdfuyJUdnDd9pdL1x5gw7faTfd8eJzcl+wF+2wZDJ7QYHcl8XVr1s3WtO5dVvt3quvmjVspDbNcqM6XJstmuRE2yubfD/2D932/NM6dMdd9OC5l+iA/jtG6eHzLtPAftursLiost0qrGuYXU+Pnn+F/n3K2Rq47QAducvfNPzEM7SwcKHe/fqLqGxxSYlcjDPmztWD512q0w84LOqfy+/+54Xy/VhUbtnJsjEmt+/Zu7/evO4/KderB5+q3bbeRu9+84WmzZmVLBblP9oY/33KWVG/XN9uOe3/ovVXPHqfzj/8OA3Z64Co38NPPF15bdrq7a8/W+5LR6MdqjD5ZcJYnXP40Rq85/6R451nXqB2uS017LH7ta/1PPewY6K4rzz+JA3osZU+/vEbzSqYl6p5i05d9db1t6d8XPnj99hH3/w2Wr8t+SLF/BnTdf1Tj6hXt02i4+Vwe5w495tOPksnDTxQRcu8Z8n3+J+HHiUXuyvrHB49/3JlZ2XpyXffTLW/tmc6t2+rzbt1Vq8e3dVv6x7avk9P7bhtL+3Ut3eUdu7XW9VJW27aVbU9VSeeqpZdnfepfr1sdcvroGZNGq/O7jWyj/vC0a1OPFLlx9d+Q0/Q1Nkzo/q7t+toj+ED9NyH78gdt/MXLdKNIx5Tn+6b6+Dtd47KJCfjp07RgoWL9NwV19sxcne549od36fud4iefu9tffrTD1FRV88tzz6pw3bcVS9E4+nu0Tnoxlk33rox6Y6Xn42+cDPawU7mLJivjdt3sPvsJt9L/H+6W+Z11a49e6tenTrauG27qI7dem2rxtn17R7L/7gv9nR9/3z0T7r99PNS46PrpztXt+/RM9rpsbde1agfv6tQxo3D7vw8/4hj9cwH7+rj77+Nyq7s3D/roL9X+9x/9O3Xo3orm8yYO1vvfP25HVe31TmHHh3F665jz112vTZpm7hGu2vSRQ/cGY1Fr11zi9x2d81x+XUnDo3Gl2Td02fP1hkHHK5WTXOSq6L32F1/VjQ2JfuXvH643LXv6nftXDP4NP2f7duL9lr6e/74VL3u/Zu/eKEePv+yaBx2nu4LWVs0aarnP3o3Nb6/9MmH0TXbjcfufXHlHjr3Uh27+z6putzMD/YacvK+B8uNx65dl5+49/76Ycwf+nHMn65Ita7jWWFcO265tXp17a7QD9Rvsy0j315dN4nqWpuTJo0aqEObVto4r6O22rSbttlqM23XayvtsM3W2qlvLzv+ulRxHF7bY2xVxz1Xzl07VsdnY3tf2bVTu9XZdZ3t082OK+4Y/cjeHyYb/WvaZI2bPFk9OnbWV/Y+wI2JbtuUWTP109g/o2PH3ZeuzjjnzvE9e/WTG4uMSfwNAneOrehezd27xe2x69pPpqqeQ8nyq5MvtOfyabdcp2///G2Vu/8xaaK+GP2jBu25X3Qf5s5Xd5854tJronO9KvfJlbmssuFyBaoy9lelH+WqXOVsZX1Ovpcur8q4ucpGVlKgpLRMlz1yj177bNRKSiU2ub6u7NqS07Cx9urdT1//9qvGTs5P7GSnzvX1Lz5RuxYt1c/eE6zqvXbXZneNdtdrd9121293PLhrua1O7tr7/R+/6ZELrtCZBx4ht82N7dfZzwKjfvhGX/zysyuWSj/a68DqfpZYF+dJqqNrYaaBvX9sZz/Xd7Pj6Bbdu6rPlpupf68ttP029h6+r7t29LbXj972+rE01abrhvussTosG+d1ULdO7Vdn17Wyz3T7+faaJx7Uo/99VQP7DlBeq41Wu52XP/lIV9jPou5e2B377r7q6YuvUVYY6PYXRqTuk6rSwPvff6VFixfp8uP+Ed1zufspd5972TH/qLD75JnT7T1gU9155vnRPbv7LOrKuUKv/O9jl1WaVnTPtO0mm2l1r3+VNrQGK7/8dbRuPOXM1HXH/V7CuX5s7+/HTJ5Yac1uvLzgvtsjs8vs736CJb8LcdfzqtwbV/czQaWdWLJyRfe539nr7nd2nFxSjAwBBBBAAAEEEEgTAbqJQPoJeOnXZXqMAAIIIIAAAggggAACCKw7AWMS/5jBGCP7I9/35fuefM9XEMQUj4c29xUPQ3Xatkj9hkxX8vXLJ4V64fqC5CL5EoFZ+aV6+qq5mj2pNFqT3axQvQaNV8PcUoX2gWEYWlfr6WxDu+ycg1hMvnX3PGvve/a9MNG+xiTyaIEJAggggAACCCCAAAIIIIAAAjUpQF0IIIAAAggggAACCKSBQP/ePdSxfes06CldRKDmBYxJPCs0xthnib6Me5bo+fb5baBYENhnj3GbQtVvGmj70+epSftCudfCeWUacdU8Tfq12C3WaBr3fZGevapARYVlUb1N8xao5/ETFPeK5RcUyJsyRWEsZvsYRn1z/QxsX33bb9d/z/Oi/YwxqWei0Qoma0+AmhFAAAEEEEAAAQQQQAABBBBAIPMFiBABBBBAAAEEEEAAAQQQQAABBDJfgAgRQAABBBBAAAEEEEAAAQQQQCDzBYgQgTQRmDVnnka8/J6uvu0x/fLHeO2z67a66IyjdesVQ3X5/x2vk4/ZVwfuNUADd+u3RmmfXftG+7t871221V47b6M9duytXbfbSsGv3aK049Z23Q79tEcl6W/b9610/Q7bbF0t6bz2G+n044/QvrvuoCCIVWvfmi58wHY76a6zLqiQdunZJ9VM62bNdcZBR+j1z0fZ9IluevYxHbLDruq/2RapMsmZw3f+mxrUzU4uRvkOW2ytLhu11eejf5T7Qsv86dP03rdfaJ++22mLjl2iMsmJ+zK4I3bZUyUlxfrgh6+Tq6O8e7uOatqgUTS/upP3v/lSvh/TcbsPVGDzZD2+5+lA69Bwmb4nt5fPe3frvlzsea3bqFnDJvpzUuJL79yXFo766btKY3Qxb99jq/JVpuYrizE7K0vH7L6XXJ4s6Pq+Veeumjd/vqbNmZ1cHeV9Nt5M7XJbRvNu0rZ5C3Vo2Vobt22vvpv2cKui5CxdexOnT9X8xYuiddWdbNq+k7q365TarXmjxupq3+vcxk20Z+/+qf/Xz32ZYe+u3TVjzly5L0NN7uDiamb3SS4bY9TLlpuzwMY1e1a0+ocxv2v8tCk6ca8DKhxbxhjt228HtcppFpVLTl779GPVtWb7bLNdqn23rXVOc22R11W/ThjnFtdqql+vrrbrtaW6d+mkXj26a0DvLbVr/z527OirvXfqr3123k4DdxlAqqLBfnacrM4b5uz/derx6tNj0+rsVuNlmzZopGuHDK0wtl553Emp49gYoyN23sOeM+1058hn9NS7b+jP/Ik679Cj5c6Z8h2qmxXXoTvuWmHcMsZov/47qFG9+vr691+i4u74r2yMcxvd2LPLVr31wbdfVTgP3bZ+3XtUOF/cuuqkKbNm6K2vPtNhO+2mPXr3rXTX2fML9Oqno7Rt982005ZbVyhjjI3Fns8tmjS1ZT6Otn37x68aN2VSpef+br22qfa5/8v4sZq/aFFU97KTMAjVpH5DufHGtZnc7r5s1SW3/PbXn8l9ufSlRw1OvYdufWWpS5uN1LpZboVNr61ibEr2L3mN3Gub/mpTrg5jjPrZMXxx4WKNnTypQt1H77pXhT61bJKjjdt10PyFC1VUUiL3crbTZs/W57/8FF2L3TpjjMJY4GZTacu8Lhqw+VapZWOMtu/RU7GYp4W2bbch2cfqXsfdvusy5TRprM4d2mrL7l3Ud6vNtdO2W2v3Adtozx372bF4OzsW1+5x2F07quO1qb3mnHPiMVF81dlvfZTNadhYW3bqoq9/Gy03Nrg+fD/mD7kvLz/a3vP8PnGC8mdMdas12p67xSWl6t1l42jZnUvVHeca1s1WD3tsRxUsmUybM0sf2nvNyo7jTdp2iM63JUWjrKrnUFR4NSfOZdBe++kfNw3T138kxvUVVdWgTray69TRxz9+q1nz56WKBfb+1ve81PLKZipzWVn5ZbdVZexfdp81Xa6sz8kxqTrj5ur2w12Phx5wmC5/5J7U9WpFdVXl2rLL1n2izz3/+/mHVDXO9T37mWWv3v3kjok1ea/d+fWqvfa6z22bdchLteFmenXdRI3rN9D3Y35zi6m0Jp8l1sV5kuroWphp1KC+8tptpB4bd9a2W26mHbfpqd2220Z7pa4btfse3l3fqsPSoU0rnXLUITp4z11Ut05WdXat8bJXPfaA2hy6Z5S2GPJ33fXycxq05/467/Bj1ugetbJjv32LVtq9V1/9MPYPzSyYW+VYmjdqogWLF+vjH75VSWniO0LczvEwdFkquXHqsJ3+VuG+vetG7ZXXaiPNs59zUwWrOfOavZes7vWvmk2ssvj29vcY7jNFsqD7vcS2S+5PK7vP/uj7b3T+vf/RAf131KXHnFjBxMWzss/tyXvj6n4mSPatsryy+9xtN9k8Kjpv4YIoZ4IAAggggAACCKSNAB1FIA0FqvYbqzQMjC4jgAACCCCAAAIIIIAAAjUlYIyJqjLG2Idkku/78n1PvudH/8g4Hg9t7ss9oMrrW6x+Q6Yr+frlk0K9cH1BcnGDz2fll+rpq+Zq9qTEg73sZoXqNWi8GuaWKgwDm2KRozN1y0EQUxCLybfenmfNfc++ByZyNCaRRwtMEEAAAQQQQAABBBBAAAEEEKhhAapDAAEEEEAAAQQQQCCdBObNW6AXXn0/nbpMXxGoEQFjEs8MjTH2maIv454per6CIFDMpjCM22eQoeo3DbT96XPVpH2h3GvhvDKNuGqeJv1W4hZrJI37vkjPXlWgosKyqL6meQvU8/gJysoOFLhnzHPnKmaTN3t21CfXP9dP3/bX9dvzvGg/Y0zqmWi0gslaFaByBBBAAAEEEEAAAQQQQAABBBDIfAEiRAABBBBAAAEEEEAAAQQQQACBzBcgQgQQQAABBBBAAAEEEEAAAQQWlkFrAAAQAElEQVQQyHwBIkQgHQSKiop12wMv6LOvR2uvnbfRv844SgN366e2rZvL/W3FdIihqn10X6x3yF676rRjDpX7wr2q7rc2y23ctp326tO/Qurcum2FJvfo3Vf9N91CQ2+9Plp/2v6HLPf/crkvuuvYsnW0vfwkHoRqUr+h3JdZui/Mm72gQAsWLdJWnbstV4fbr0XjJmpYr75+Gz/eLaZS59YbVVo+VaAKM39Omqi2zXOV2zRnudLu/1Mzxiy3ftkVZWVlcvXc8PSjGjT8SvUderwGnDFY46ZMShWdOme2Zs+bW2mMxhj5XuL/idMyrxXF6L5M7+X/faTz77lVe543VFufdLSueeKhZfZOLLr305ilcbgv5XNfrOeSm0+UUmTpe559LxaruKRYq/Nq0yxX9erUSe0a833ViWcpiAXKioep9W4m5nsqLCrUwsLE/6vo1hXZdj/49itd/OBd2u+if6rPKcdo8A1Xuk2p9Ef+eHv81Fdlx5bvefJMRcvJM2cof8b06H1Jfomkyzc6bC899+E7mjh9WqpuZjJLIK9dG51+3OE6cI+do7/Pu76jc+fGrj17Vxhbd9xya2WF8VTXGtTN1j8PPUrvf/ulrnz0frkvFe6yUbvU9uRM0waNtJEdu5LLybxhdj17zsWjMcmtc8f/isY4Y4zyWrfW7IJ5mjJ7liseJTd2t6xkTIw2VnGysjEvWYU7/2facXHT9p0qGCS3169bT61zmmn89CnRuDR28kTlNGxYY+f+hGlTNX9R5V/s2aButk4/4DDNmDtHO5x1oo6+5hJ9/stPFb7c9dcJ47Ui22QMybxl02bKzspKLka5e29WNjYl+5e8Rt76/FPRl+C68SuZ9r7gDM1ZMF+/T/wrqtNNGtljoHWz5m42leJhqMb1GkRj4YLFC6P1h++8u3p07KyT/32Ndjz7H3r6vf9aj0XRtvKTyvqeFY8r9INUu8k+Vvc6Xr4d5mtOoFHD+jpyvz01+PD91Sq3Wc1VvBZritn7hR236qUx9r7sr6mT7X1Iid78/BO5L2reduPN7X2S0fdj/oh68NEP36pzm43UpnmLaNmdS23teFjZvZwxptJxrkG9esq195dRBUsm0+bM1rz586t8r3Z4Fc+hJdVXyO54cYSS5/GqcncfNH7qFJ31n5s0aeb0CvWUX2jTrLn+sfdB+ub3X9TrH0frzNtv1K8T/pK7Ty1fbmXzlbmsrPyy26oy9i+7z5ouV9bn5JhU1XGzsj7898tPq/we7XX+6XLv0fn33pY6Tiurs0EVri1d7OebLbt006uffZwakz8d/aPmzi/QLlv3iapdk/c6ee11nyPaH7FPhRh72c8TLo5f7fUtamjJZE0+S6zJebKkebJ1IBAEMe23244644Qj1LlD23XQ4qqbOGC7nXTXWRdE6YFzLtHXdz+mfx15fKX3jKuubWmJ7va+011zlq5JzLVs0kTuGuCuBYk1q57uuMXW2mubfrruyYfs59ZjdedLz2hWwdzldqxsnHKfw93n8fwZ01Ln+nI7rmLF6lz/VlFltTcvOz64Ctzvb9z96bRyny/cencvfcot16lX1030r6NOWO69dPFU5d64up8JXNsrSm2W+f2FK+fer7r2Xte145ZJCCCAAAIIIIBAugjQTwTSUaDi07x0jIA+I4AAAggggAACCCCAAALrQMAYE7VijJGb9X1fvu/J93y5B33xeGhzP/rHcXl9i9VvyNJ/WPDLJ4V64foCbeivWfmlevqquZo9qTSiyG5WqF6Dxqthbmn0D9LDMBb5OcswDKxnTEEsJt86e5619j1rb6J9jUnk0QITBBBAAAEEEEAAAQQQQAABBGpegBoRQAABBBBAAAEEEEgrgfmLFuq9T77Sc6+8l1b9prMI1ISAMYlnh8YY+2zRl3HPFj1fQRAoZlMYxu3zyFD1mwba/vS5atI+8Yd1Fs4r04gr52rSbyVa09e474v07FUFKiosi6pqmrdAPY+foKzsIGo7nlVHsblz5c2ZI2/q1Khfrn++7afrr+d50X7GmNQz0WgFk7UtQP0IIIAAAggggAACCCCAAAIIIJD5AkSIAAIIIIAAAggggAACCCCAAAKZL0CECCCAAAIIIIAAAggggAACCCCQ+QJEiEBaCDz2/FvKnzJdpx6/vwbu1k8N62enRb+r28l+PXvootNOUL+te1R31/Ve3sioUf36KiwuUsO69RTEguX6ZIxR8v/3UiWvOvG4Ykv+f7BKNq9yVcxP/L9kqyy4igJZYWj74a+iVOWbi0qKdeH9t2vns0/SK599rGYNG+q0/Q7VlcefrBZNcpbbqU4YX27dylZUFuO3f/6mAWcM1j/vvEnT5szRzlv11mXHDtHhO+22sqpq/baJ06ZqrwtO1/HDr9CvE8apV7fuuvDIE3TGgUcs13ff9xUEseXWr2hFXuuNdPMp/4y+QDL5RZLJ/NKjBq9oN9anqUCWHVsO3GNnnXbsYerYtnXaRZHt/j/aJWNqw3r1Ku2/Zzz53orHwPp1V/+6aYyRt5K6VY1Xdce8VVVdk+f+lcedJPdlzCtqc8ctt9aoWx/QZcecqL+mTtb+F/9Tx113meYumJ/aparXD9/zZIxJ7ZecWdnYtGz/hux1QKVjmBvLdumZ+FLoZL1VyVvaa9TTl1yjpy66Wq1ymumcu2+Jri3uGlN+f9+rvO/lyzBfewR27NtL/zr1BPXqsUnt6VQVe7JZh04Kg1Df/vGbps+ZZe8F/lK/7j2U27iJNmnfUR9//210/v087k9t1bmbsrOyqljz8sVWNoZWddyq6jm0fOvSSQMP1oSnXq1Suufsf6lDy1b696lny7VZWX1unTFGx+y+lz657QGdtM+B+vD7b7Tr/50sd5/q7lddmVWllbmsat/y26tqWH6f1Z1fWZ+HrMG4uasdV6v6Hr1y9c3Re3TN4NPkjuOVxbKqa0uW/axw0ICd9cOfv2v0X2NUXFKi1z79WD3yuqiLvZ91dRuz5u/1wG0HrPCacvRue7lmaiS5Y7Yq15oaaYxKVkug9xbdo+vGjtv2XK3919ZOG7dtp7369I+SOx8b12tQI01V9vk6WbG7BtWxvxtILq8qd/eRt552jl6/5jb16dZdw59+TNueepxe+2xUhV1XNk5VKJjhCy2bNFXb5rn66a8/o3vrysKt6r1xdT8TVNYW6xBAAAEEEEAAgQwTIBwE0lLAS8te02kEEEAAAQQQQAABBBBAYD0IGOP+0ZGif3zkZt3DEt93/3jMj/4RZTwe2txX3D7syutbrH5Dpiv5+uWTQr1wfUFycYPLZ+WX6Omr5mr2pNIo9uxmheo1aLwa5pYqDAObYpGbM3TL7h+lBrGYnK/nWWPfi9zdzsYYl5EQQAABBBBAAAEEEEAAAQQQWIsCVI0AAggggAACCCCAQHoJtGjWVH8/YHeN+vw7zZ239H/AT68o6C0Cqy9gTOIZojHGPmP0ZdwzRs+3z28DxQL3PDJun0mGqtckpgFD56hJ+0K518J5ZRpx5VxN+q3ELa5WGvd9kZ69qkBFhWXR/k3zFqjn8ROUle3aDW27ccUbNJQ3Z478AvvMOD8/6pdv++f66XletJ8xJvVMNFrBZB0I0AQCCCCAAAIIIIAAAggggAACCGS+ABEigAACCCCAAAIIIIAAAggggEDmCxAhAggggAACCCCAAAIIIIAAAghkvgARIlD7BV5/73N9/PkPOvqg3dWudW7t7/Bq9LB9m1Y65aiDdcjeu6punTqrUcP63+XNL/6nFz9+XxcfPUh/TsrXI/99VWVlif8vLNm7eQsXaPKMpX9LNLl+xpzZGjNpoto2bxn97cxGdeupblaWvvpt9HJ1uH0mz5qpOQXztFmnzm6xRlP9utkaN2WSZs6ds1y9ixYvVmFJ0XLry6/4+a+xkcM/Dz1Kb19/u64efJoO32l39du0h4KYnyrqe57c///23Z+/pdYlZ9wXey5cvCi5uNLcGT/8xivKtl5v2fbu/ee/dPYhR0ZfjNg6J73Plxc/eV/506ZpxCXX6Ml/DdOFfz9O7stJu27UroJJLBbTjLmzNX7qlArr3cKixYUqKq74nrn3eMGiherVdZPIKflFksl8QI+t3K6kDBHYdqvN9a9Tj9eA3lumZURzF8zXVY/dry07d9HB2++s4U89ognTlj/W3ZjoxsZlgxw7eZKmzZmpzm3aRptaNGmqv+y5MqWSsdiNJ79PnKjcJk3kvqA32qGGJu7LU8Mg1Cc/fb/CGt32JvUb6Iexf2hR4eLlys1bUKCJ06epc+u29hoRVz17rajJc3/HLbeW+6Ll5Rout8KNtcfsvrfeHn6Hrhk8VB99/40ee+vVqIQbW/7In6hJM6dFy9WduP1XNjYl+5e0jIdBpWOYG8ucUXXbd+V9z4uuV49fcKXcF1hnhaGG2eNv/qKqXZNcHS6tz+u4a58kdenQVmcN+rv223V7e/8RS0uSts1aaPNOefr4+6/tPeEvitn7qE3ad4zuFXfeqo++G/Orfhr3p/LteLbjFlunYqypcS55rlXnXs33auYcSgWzzMzU2TN150vP6rah56pHx6rdB7svyXb3hh/dfI9O2fcQO2a9pne//mKZmqu/OGbSpOV2+n3iXxXWJQ1XNvZX2GEFC1VpawW7RquT/Vgb42bUQLmJGy9veuYxXXDE8dqjd99yW1Y8u7Jri9urX/fN1SKnmd7/9iv9MXG8Phv9kw4asPNy16zVea9jfiy6ppaWlWr3rbet9LqyZV5X140aS763ds+TGuvoBlZR6xbNdOIRB+jv++6hRg3qp2308+y987Q5syv0f96Se8gKK5csuHtfdw+8ZDHK3Ofxb//4TU0bNlDTBo2idVWdGGO0cbv2+s/p5+qDf9+jbht1iO7lJ89c/vcgVa2zquVq6vpX1fbWtFybZrm684zzlRWEGnrr9Ro7Ob9ClVW9N67uZ4IKjbCAAAIIIIAAAghkrACBIZCeAom/GpqefafXCCCAAAIIIIAAAggggMA6FzD2wZRr1Bgj+xN9eYTve/I9X0EQUzwe2txXPAyV17dY/YYsfWD1yyeFeuH6Am1or1n5JXr6qnmaPak0Cj27WaF6DRqvhrmlCkP3pRfWzXo5O7fsHINYTL519Txr63vW2kT7GpPIowUmCCCAAAIIIIAAAggggAACCKwtAepFAAEEEEAAAQQQQCANBXptuYkuO2eIGtTPTsPe02UE1lzAmMSzRGOMfdboy7hnjZ5vn98GigXuuWRc8Xhc9ZsGGjB0jpq0L5R7LZxXphFXztWk30rcYrXSuO+L9OxVBSoqTPyRp6Z5C9Tz+AnKynbthfZ5aFyhbbNO5y7KOeufanHTLWp02OHybb9c/zzPi9ozxqSeiUYrmKwbAVpBAAEEEEAAAQQQQAABBBBAAIHMFyBCBBBAAAEEEEAAAQQQQAABBBDIfAEiRAABBBBAAAEEEEAAAQQQQACB8UyLQgAAEABJREFUzBcgQgRqucAPo8fo2Vfe1+7b99K2PTep5b2tfvfc34bcb7cddOYJR6hLx3bVr6CW7DFx2lQNf/oRDey3vY7720Adv8dA3TFyhL7549cKPSwpLdVzH76jRYWLU+vdl+099d6bmjlvnnbdqne0vlVOM/XptqleGvWhvvmzYh1FJcV6/K1XFQ/j6tO16sfE5FkztGDR0najhiqZ9N+0h6bMmqmX/vehXN+SRVyf739t5CrrmDF7tuYtXKCOLVtX+P/aPvnxO+VPn5asThs1y7Vl2uiV/32kCdOmpNa7mU9//kHvf/eVm11lWri4UPkzpym3cRM1qtcgVX5WwVz998tPU8vpOOO+7LV+drZaNGma6r57/18a9UFq2c1sldct+v8Kn3r3v3Lb3TqX3PH2+DuvK3/G0r9d69bvtMXWmj5nznLvsdtGyhyBtq1a6KQjD9Jh++ym+vXS8/8Pd2PQ42+/pp/HjdU/DzlKp+1/aPQG3fTMExWOdbdy9vwCvWrHE3fcu2WX3Pnw4OsvqX6deqnxchc7zhYWF+qBN15crg433r711Wfq130LNa5X9S9+HVPJl0C79sun9i1aaZuNN9XIj9/X13/8Un5Tar5Rdj3taM/PT378Xu8s8+XUzuKFj9/T1NkzUteKHp06K/QDrYtz37k6z2Rnfc/TzlttrdwmTTRp5sxo9V7b9NPCwkW679UXlrONCqxiUtWxyV0/unfoWOn1YxVNrHTz4sLE/xueLLRJ2w7q2WVje32eo8VFFbcly6woX93ruLt+uuvoiupl/aoFsuvW0SF776pTjj5E7Vq3XPUOtbhEPAzt/WB3/TRuTDR29Lb3hsmxyZ3/BQsX6kV7T1A3K6681hulIqmpca5V0+bq3GajSs+1yu7VavIcSgWzzEx2Vl3dccb56tGx8zJbll90X2DtUnJLlr133q3XNqqXVUdTZs9Kro7yyVW8T3aFwyBUk/oNNHr8WLn7TbfOJTf/2mefuNlUqsrYnypsZ5btR3Xasruv8GdtjZuVNRiz14fLj/mH9ujdt7LNFdZV5dridmjaoJG23WQzvfvNF3rmw3fVuEEDe63e3G2KknufXYoW7GRl7/W8BfM1bc5sWyrx486pPhtvpo++/0bfj/k9sXItTtfFebIWu5+xVe+1U3+dc+Ix2qRzx7SOMbdJjubYe+Jf/hpbIY5R9rP4+KmTK6xLLnz0w9f6I39CcjHKv/zt5+jzeHXviQuLiyr8DqFV0xx7v9jL/g5hUfQ7gqjyGppUds9UU9e/Gupilapp3ay5bjrlbPu+zdfx11+uifZ3S8kdq3pv7O4JqvOZIFk/OQIIIIAAAgggkNECBIdAmgok/nJomnaebiOAAAIIIIAAAggggAAC61rAtWeMcVn0D1XdrO/78n1PvucrCGKKx0Ob+3L/ACOvb7H6DVn6Dyl/+aRQL1xfoA3lNSu/RCOGFWj2pNIo5Oxmheo1aLwa5pYqDAObrFcYypm5Zefn/oG3bz09z5r6XuTsdjbGuIyEAAIIIIAAAggggAACCCCAwFoXoAEEEEAAAQQQQAABBNJVILtuVtT1ufPma/rMOdE8EwQ2JAFjEs8UjTHy7XNc4545er59fhsoFrjnk3H7bDKu+k0DDRg6R03aJ/6Yw8J5ZRpx5VxN+q1EVX2N+75Iz15VoKLCsmiXpnkL1PP4CcrKdu2E9lloXGE8btsOFW/YUFkdOyls3ly+7Y/rl+d50X7GmNQz0WgFk3UmQEMIIIAAAggggAACCCCAAAIIIJD5AkSIAAIIIIAAAggggAACCCCAAAKZL0CECCCAAAIIIIAAAggggAACCCCQ+QJEiEBtF/ju5z/UvGkjHbT39rW9q9Xu39Y9NtGFp56gHbfdutr7rusdfv5rnF759KPl0uSZ01VUUqwbn3lc7ksnTx54kAI/piN23l0dW7XRsMfu19wF81PdrZsV1+/5E3XI5efruY/e1YuffKBBN1yp2154WgcN2FHbdN8sKhvzfZ13+LFq2qCBDr/iAl384F1R20+884b2+9fZeuaDd3XFcf9Ql43aReVXNqkbj6tNTq4+H/2T7n3teT30xsv6bPSPK9yl36ZbqP9mW+q6Jx/S0Fuvj/ro2j340vNsjKVqWDd7hfu6DXmtN1KrnGa65ME79cBrL0b9PvfuW3TfqyPVqF4DVyRKDWw9J+97kPJnTNcBl/xfqqyL9erHH1DXNu2jcquaONNeXTaJYjr/nluj/j761uvW+LzovVjV/rV5e7/Neih/+jSdefuN0fHijhn3PsyYV/H/8e3RqYv277+jnnrvTR119cWpskdfc4l+GjdGLZrkVAjT1XvIDjtH7/GRS8q74/uhN17RoVecr/e//bJCeRbSS8D3PQ3cZYDOHnykunWq2nm0viIsWLhQ//3ys2iccMdgMn3y0/d2vCnRN3/8qtuef1qD99pP3dt1VJtmuTrjwMM1ctT7eu2zURW63Si7nt784n8acuNV0TjgzpcDLzknqnvwXvuqc5u2UfmtOnfT6QccpifeeTMaT9345tp1Y48bbzdp30FnHfz3Kv2/udlZdW2fmusN2+5Ddmx98PWXNPqvMVE7y04Ce2248O/Ha9lx3fXzlJuvTZ13g2ysvbptopNvvkZn/OeGVCzuXL32iYd11kF/t2P0FlH1m7TtoIH9tq+xc/+drz+P6q1sMmPubA288Exd+tDdkam7fv3r/js0t6BAe23TL9qld9fuldq6a9w5d92i+YsWReVWNFnV2JTsX1YYl3uP5syfr70uOEM3P/dkqk+XPHSXnOeq2qqsDxfef7vcuOneE3dMXPfUw/aY+kS79dxGjevVr2yXFa5bnet4bpOmql+nbnRP4HwffvOVFdbPhsoF+m+9hf5l7y379exReYE0XNvP3pPNnDtHr38+SgPsvDEmiqJt8xbKadBIL436UJt36FLhGK2pcS47K0sn7LGvqnqvVpPnUBRkJRPXJ/eF0pVsWm7VT3Y83u3cU1NjhDu3L37gTtWrW1fbbZo4Rqp7n+wacdebffpup2/tNeqYay6N7rvcteTwKy5UTqPGrkgqBVUc+1fUj+q0lWq0kpm1NW5W0pTiYai2uS0q27TcuqpcW9xOxhjt328H/TV1ip54+zXt1bufchouta7Ke+3q6dRqI82ZX6Bb7XXDjbPuum2M0Ul7H6jmjZvo8CsvSH3ucteBa+3nob8Pu0hTZ890u9dIWhfnSY10dAOpZMtNuurCU4/XbtttkxERb7vJZspr01YX3PcfuePXHccX2c/ld7/8vDrZz+mVBdnYfkY//MoLdc+rz0f3U26/Y+znyJb2M+TgPfer0j1xsl73+X/fi86299lvRHW5Ou999QVts/Gmat+iVbLYGufL3jO5dty9X01d/1wHp82ZrTfstdcZlk+/TfzLba7R1KNjZ937f//SjLlzddQ1F2vitKlR/VW9N67uZ4KociYIIIAAAggggECGCxAeAukqkPjroenae/qNAAIIIIAAAggggAACCKxbgVRrxiT+IYUxxj7cknzft8mT7/kKgpji8dDmvtzD7Ly+xeo3ZLqSr18+KdQL1xckFzM2n5VfohHDCuRyF2R2s0L1GjReDXNLFYaBTdbJPux3Vm7ZuQWxmHzfk+d5UW6Mcbta40QeLTBBAAEEEEAAAQQQQAABBBBAYO0KUDsCCCCAAAIIIIAAAmkvcOu9I3TfYyPTPg4CQGB1BIxJPFs0xthnjr6Me/bo+fb5baBY4J5TxhWPx1W/aaABQ+eoSftCudfCeWUaceVcTfqtxC2uNI37vkjPXlWgosKyqFzTvAXqefwEZWW7+kP7LDSu0LYRBG4+jNoNbNu+7Yfrj3se6nY0xvAs1EGsn0SrCCCAAAIIIIAAAggggAACCCCQ+QJEiAACCCCAAAIIIIAAAggggAACmS9AhAgggAACCCCAAAIIIIAAAgggkPkCRIhArRYoKi7Wtz/9qU27dajV/axu51rlNtPgw/fXUfvtqcYN61d39/VS/rkP39GJNw5bLn0/5g+9NOoDue1nHHi42jTLjfrnvkTv1P0O0de//6pH/vuqysoS/69Y6AcadsLJ2mGLnrrovtt18r+v0Y9j/9Tlx/5DVxx/styXhEYV2EnrZs31zKXX6aDtd9HzH74btX3RA3eqWePGevay67Rnn3621Kp/jDH656FHasu8Lrrh6Ud13ZMPqcz+t6I9s7OydPdZF+of+xyoD77/Jurjzc89afuxs04aeOAq/5+1jZrn6saTzlKj+vV16cN36/TbbpBn+3DTyWepXp06FZrdbett9PiFV6p1TnNd9sg9Udm/pk7SLaf9nzq0bFWh7MoWTrR9Pf5v++q/X30a9ffeV5/XBYcfr5236r2y3Wr9NvceX3jk8fp53FgNvfV6DXvsAR28wy46/m8DK/Q95vu67NgTdZU9hsZOnhSVveyhe7Rp+4667JgTFQ+CCuXdcXapXe+2/ZE/ISrvjsU7XnrG7tNJm3fqXKE8C+kj0HOzjXXhqSdo537pcey7L/499+5bovGt/Bj772cf1+RZM3XJg3epY6s2OmLn3VNjz+69+qrPxptq+FOPaMK0Kak3p2G9+rrzjPPVvGEjnXX7TTrzPzeoYNFC3WHXnbj30rHLGCO3fP//XRzte/69t0Xtv/nF/3TmgUfo3rMvUoO62dG2VU3ceHnRUYOU06iR3Bf63vf6SIVBuMLd3Lj+6AVXat++26fG9Qts+wsLF6tDi9bRfq5t14ezDv67Pv7h22hMO+v2G7XAxvLAOZdEfTfGRGVr+tzfIq9rVG9lk+ysutqqy8Z69oN3Iq+zrPG8BfP1+EXD1KfbptEuxhgN3usA3Tb0XBWVFsvZurHlyXff1KYdOi03FkU7lZusamwq378tO3XViEuu0Zadu+rW55+K+nTOXTfrJ3tNPdheN92XaZerukqz7rj6c9LE6Nhx/X7pkw+j6/MZBx2ROv6qVNGSQu79fqYa1/HN2nfSOYcdo9F/jdFpt1ynn8b9saQmslUJdGjTSqcdc6gO3msX1a2TtariabW9bfMW6tCytTay+eYd81J9d18Mv2Xnbpq7oEC799qmwjFqTM2Nc9W5V6vpcygV7GrOtGjcRHn2GnLHiyOiMeKCe29T65xmevria9S+ReI+05jq3Sdryes4ey92ob1HGzdlcnQfdcOIx3TyfgfrsB12XVJiaebGglWN/casuB/VaWtpq8vPrY1xc/lWqremKteWZI3d7X3t5p3yVFJWqu17bJVcHeVVea9dwR233Np+njlIb331efS+TZk9U+5V/j16+r03o+PFfYZ59+svdED/HdW4fgNXrEZSbTtPaiSoNKykedMmOvbgfaLk5tMwhEq73LJJju6xn+U365CnO158RqfcfK1mzJ6t2884T83sPXJlOw2096XXDRmqx956PTr2H3j9Rbl71acuulru3KhsnzBjPhoAABAASURBVBWt29S2u6hocXQP6O7t737peZ2w5766/h9nVPhdx4r2r+r6zZa5Z/ru998U87zoWlhT9/m/jh+nobcNj0xcLMn01pefVrWb1SrnxuhrBp+q/BnTdNzwyzRx2tTI7NJjTtSKPrdvseTevbqfCarVMQojgAACCCCAAALpKUCvEUhbAS9te07HEUAAAQQQQAABBBBAAIF1LlCxQWMS/5jKGGMfGin68gjf9+R7voIgpng8tLmveBgqr2+x+g2ZruTrl08K9cL185KLGZfPyi/RiGEFcrkLLrtZoXoNGq+GuaUKw8Am62NdnJFbdl5BLCbf+nmeNfQ9a2rcrqk8WmCCAAIIIIAAAggggAACCCCAwFoXoAEEEEAAAQQQQAABBNJf4MC9d9T4/Kl67pX30j8YIkBgNQSMWfqs0fd9GfcM0vPt89tAscA9r4wrHo+rftNAA4bOUZP2hVErC+eVacSVczXpt+JoubLJuO+L9OxVBSoqLIs2N81boJ7HT1BWtqs3tM9C4wpt3UHg5sOovcC26dv2XT88z4v2M8bwLDSSWF8T2kUAAQQQQAABBBBAAAEEEEAAgcwXIEIEEEAAAQQQQAABBBBAAAEEEMh8ASJEAAEEEEAAAQQQQAABBBBAAIHMFyBCBGq3wHc//amZs+dqs24da3dHq9G7vXbsr3P/cYw27dKpGnutv6Kbd8jTD/c/rQlPvVpp2rVnHx2w3U4a8/iLUV6+p7ttvY1+f+R5nbLvwRX+X6+seFxnHfR3/fjAiKjO/932gI7Zfe/oy93K7+/mm9RvoCuPO0nf3/dkVNbV9+A5l6pHx84q/2reqIk+vuU+nTTw4PKrU/PuiwBHXHKtxj3xctRun26bprZVNpOdlaXzjzhO397zeNRuso89u2wceZRvx827tl0fknVtu8lmevPa/0TtuT5fPfg0ddmoXdTHm04+K1ksynt3667nLx+usY+/FHm5+Dq0aKWS0lL5nifPmKicq9+149qLVpSbuP5ecsxgjX7w2ai/7914l9wXfJ6870Fy7597H13xFdXh9ndfcOiSm3dlk8n117Xr9k2uqyx3/SpfztXj6nP7L1verStfNrnd1VG+v4Ef05C9Dki9D1/c8bD+vvPftHuvbaM43fGX3NeVdceRe6/c8ereO/ceZsVDlZaVLnd8ZYVxHfu3fZQs744NN3/RUYPUuF7Nfclpsn/ka1/ghEP309EH7KWmjRqu/cZqoAV3HrhjtbLkzp02Oc304pU3Rqn8MenOrccuuEIf/PsetWmWW6EnjerXlxtv3Ljjjul3ht+hPfv0qzAGux2MMdp5q9565eqbo7HH9cEd/yfuc2A0nrgyyeTOs/LnZXJ9Mt+0fSe9ff3t0Tn54b/vVceWrZObKs1bNc3RtUOGpsZ1N27d/38Xq21ui1R5F+PQ/Q/T5/acd31z46MbJ3fYoudysazo3O/QslWlY+7Kzn13zUl1YpkZ16erjj851W9n7L5Ee9nrke952mfb7aJrgOu3ex8+uvleHb3bXnJfTurqce+ve/+XaSJarE7/urRpK3fNcH1xTs7SXevKO63s/XN9KD8WH7z9LnJ9dX12yc0fssOuqfFzZX131xl3nLhxPApkycSZVuU67oobYyInd3/g2r9m8FC3mrQKgf1220FnnHCE8tpvtIqS6bm5UXY9vXTVTdGx2aJJToUgLj/2xOhey91zVthgF4yp+jjnjtvy54LdvcJPZfdqbqyr7jlUodJ1sODu3e4+68LU/eHoB5/VHWecr3a5LSu0vqL75JW5uLF32Xu0gdsOkHsv3FjgxoTyjVRl7F9RP6rT1sr67PpTlXHTlVtXyY2rVbm2lO/P1l03Uff2FT8fV/W9dpbnHX5s9JnDXaPOPeyYVNXJ98hdS9w1xV1bXr/2Vh04YKfUdcC1484V55za0c64ONy1zSU3b1elfmr7eZLq6AY0s9t22+jCU4/Xlpt0TYuo3XjixpVlj7sVdd6Nz+5+yB3jLt1+xnnR/ak7Pt3xmNwveTy7z8zus7P7DO2OfXcOuHvVZo0aJ4tGeWX3VK5P7pxwdblC/TbtkboHdHW5e1l3T1v+vFh2H7efS66M66NLbt6tW1EypuI9061Dz1E8DKPixlT9+hftsMzEte364PpfWXL9T5apzNNtX6ZKOTtXl8vdtsr2d+v36N03uma536W0btbcrVJV743d+FbZ7wMq+0yQbN/F6eZdQy53y+Vjcutdqu4x6PYhIYAAAggggAAC61eA1hFIX4HEXxFN3/7TcwQQQAABBBBAAAEEEEBg3QlU0pIxiX9oaoyR/ZHv+zZ58j1fQRBTPB7a3Jd7sJTXt1j9hkxX8vXLJ0UaObwguZgx+az8Eo0YViCXu6CymxWq16DxaphbqjAMbLIu9kGbs3HLzimIxeT7njzPi3JjjNvVmibyaIEJAggggAACCCCAAAIIIIAAAutCgDYQQAABBBBAAAEEEMgAgW6d2+mQfXfWDv22zIBoCAGB1RMwJvGs0Rhjn0H6Mu5ZpOfb57eBYoF7bhlXPB5X/aaBBgydoybtC+VeC+eVacSV8zTpt2K3WCGN+75Iz15VoKLCsmh907wF6nn8BGVlu/pC+yw0rtDWGQRuPozaCWxbvm3Xte+eh7odjTE8C3UQ6zPRNgIIIIAAAggggAACCCCAAAIIZL4AESKAAAIIIIAAAggggAACCCCAQOYLECECCCCAAAIIIIAAAggggAACCGS+ABEiUMsFvvv5DzVv2kibdutQy3tate41bthAuw3YpmqFKbVBC8yYO1s/jvtTHVu1Vv062Ru0xZoG/8tf4zRl5kxt1qnzmlbF/rVYYMe+vbR5t7xa3EO6hgACCNS8QNtWLbTjtlvXfMXUmJkCRJXWAj+O/VNf/fKzDhqws7LCeFrHQufXn0BWPNReO/Vffx2gZQQQQAABBBBAAAEEEFj7ArSAQBoLeGncd7qOAAIIIIAAAggggAACCKxTgRU1ZoyJNhljZH+iL4/wfU/uSxyCIKa4fWAYBL7iYai8vsXqN2S6kq/Rowo1cnhBcjHt85n5JRoxrECzbO6CyW5WqF6DxqthbqnCMLDJelgHZ+KWnU8Qi8l5eZ418z1raNyuqTxaYIIAAggggAACCCCAAAIIIIDAOhKgGQQQQAABBBBAAAEEMkVgwDZbqkmjhpkSDnEgsFoCxix99uj7vox7Jun5CoJAMZvCMK54PK76TQNtP3SOmrQvjNpZOK9MI66cp0m/FUfLbjLu+yI9e1WBigrL3KKadJqvnsdPUFa2ew4a2mehcYW2riBw82FUv2vHt+25dj3PU/HYMVr45hsq+u7bqA4m60+AlhFAAAEEEEAAAQQQQAABBBBAIPMFiBABBBBAAAEEEEAAAQQQQAABBDJfgAgRQAABBBBAAAEEEEAAAQQQQCDzBYgQgdossLiwSN/99Kc27dahNneTviFQ4wJlZWV65oO39efECdp5y96Kh2GNt7GhVDh3wXzd9cpzaly/gfp03WRDCZs4EUAAAQQQQACB5QRYkb4C7vPB8x+/pxY5zdSv++bpGwg9RwABBBBAAAEEEEAAAQQQWOsCNIBAOgt46dx5+o4AAggggAACCCCAAAIIrEOBlTZljIm2G2Nkf+T7vk2efM9XEMQUj4c29+X+YWpe32L1GzJdydfoUYUaObwguZi2+cz8Ej0zrECzbO6CyG5WqF6DxqthbqnCMLDJOoShnIVbdi5BLCbf9+R5XpQbY9yu1jCRRwtMEEAAAQQQQAABBBBAAAEEEFh3ArSEAAIIIIAAAggggEDGCcycNVf/vvtJLVi4OONiIyAEqiJgTOLZozHGPpP0ZdyzSc+3z28DxQL3HDNun2HGVa9poO2HzlGT9oVyr4XzyjTiynma9Fuxxn1fpGevKlBRYZnbpCad5ttnofnKynb7h/ZZaFxhPG7rDBXaZ6Ku3sDW7dt2XHvueeiijz7UlH331qx/nqkFL70Y1cNkvQnQMAIIIIAAAggggAACCCCAAAIIZL4AESKAAAIIIIAAAggggAACCCCAQOYLECECCCCAAAIIIIAAAggggAACCGS+ABEiUKsFJk6eroIFC9WuTYta3U86h8CaCDz4+ksaNPxKPfTGK3rl04/0xDtv6LCrLtDVjz+oPXr31QHb7bQm1W8w+85ftEin/2e4zr/nVj330buR5W0vPK09zhuqz0f/pNMPOExdNmq3wXgQKAIIIIAAAgggsIwAi2koMPqvMXKfF86z97hPvftmdE+b07BxGkZClxFAAAEEEEAAAQQQQAABBNaRAM0gkNYCXlr3ns4jgAACCCCAAAIIIIAAAutMYNUNGWOiQsYY2Z/oyyN835P7UocgiCkeDxUEvuJhqLy+xeo3ZLqSr9GjCjVyeEFyMe3ymfklemZYgWbZ3HU+u1mheg0ar4a5pQpD96UXNn4btzNwy84jiMXkfDzPGvmeNTNu11QeLTBBAAEEEEAAAQQQQAABBBBAYJ0K0BgCCCCAAAIIIIAAApknsHDxYo35K18PPPFS5gVHRAhUUcCYpc8ifd+Xcc8oPd8+vw0UC9zzzLji8bjqNQ20/dA5atK+MKp54bwyjbhynp69ap6KCsuidU3zFthnofmK143ZZ6GhrcMm+yw0CMJoOWbrC2zybf2uHc/zov2Cjh1lymwdNhWN+TNax2R9CdAuAggggAACCCCAAAIIIIAAAghkvgARIoAAAggggAACCCCAAAIIIIBA5gsQIQIIIIAAAggggAACCCCAAAIIZL4AESJQuwUmTZkRdbB1i5woZ4JAJgp0a9de0+fM1tVP3K8Tbxym8++9TbPmzdUNJ52pG08+U9lZWZkYdo3HFA8CbdK2gz75+QeddfuNkeVtLzylrhu104hLrtFRu+5Z421SIQIIIIAAAgggkD4C9DQdBUrKynTjM4/p5U8+1EVHDtI+22yXjmHQZwQQQAABBBBAAAEEEEAAgXUmQEMIpLdA4q+KpncM9B4BBBBAAAEEEEAAAQQQWPsCVWzBGBOVNMbI/sj3fZs8+Z6vIIgpHg9t7isehsrrW6x+Q6Yr+Ro9qlAjhxckF9Mmn5lfomeGFWiWzV2ns5sVqteg8WqYW6owdF+WYeO28brY3bJzCGIx+b4nz/Oi3BjjdrVmiTxaYIIAAggggAACCCCAAAIIIIDAuhagPQQQQAABBBBAAAEEMlCgdYtmOnTfXTR52kwVzF+QgRESEgJVEzAm8SzSGGOfUfoy7lml59vnt4FigXuuGVc8Hlf9nFDbD52jJh2K5F4L55WpqNDNSTmdF9pnofnKynblQ7tvqNDuE4ZxhfaZqKsnsHX5tl5Xv3se6vY0xihos5GM3eaWi8f86TLS+hKgXQQQQAABBBBAAAEEEEAAAQQQyHwBIkQAAQQQQAABBBBAAAEEEEAAgcwXIEIEEEAAAQQQQAABBBBAAAEEEMh8ASJEoJZg9s8hAAAQAElEQVQLTJw8XXWy4mrdIqeW95TuVVVg15599MP9T2vzDnlV3SXjy22z8WZ64YrhGv3gs5rw1Ksa+/hLevPa/+igATsrK4xnfPw1FWDM93XiPgfqvRvvigydpTO9//8u1pZ5XflbrDUFTT21VuCkgQfr41vuU/NGTWptH+kYAggggMB6FKDptBTo3q6jvrv3Sf34wAgdvdte3NOm5btIpxFAAAEEEEAAAQQQQACBdShAUwikuYCX5v2n+wgggAACCCCAAAIIIIDAOhGoTiPGmKi4McY+cFb05RG+78l9yUMQxBSPhwoCX/EwVF7fYvUbMl3J1+hRhRo5vCC5WOvzmfklemZYgWbZ3HU2u1mheg0ar4a5pQpD96UXNl4bp4vZLbv4g1hMzsPzrInvWSPjdk3l0QITBBBAAAEEEEAAAQQQQAABBNaDAE0igAACCCCAAAIIIJCpAn17ba7zhx6jetl1MzVE4kKgSgLGLH026fu+jHtm6fn2+W2gWOCeb8btc85Q9XNCbX/abDVuX6jkK6fzQvUeMllZ2YGCMLTl4opnZUV5aJfd/oGtw7f1uXo9z4t2NcaknoXG2neI1pVMmaKywqV1RyuZrDMBGkIAAQQQQAABBBBAAAEEEEAAgcwXIEIEEEAAAQQQQAABBBBAAAEEEMh8ASJEAAEEEEAAAQQQQAABBBBAAIHMFyBCBGq7wMTJ09Qqt6liMb+2d5X+IYAAAggggAACCCCAAAK1VoCOIYAAAggggAACCCCAAAIIIIBA5gsQIQLpLpD466LpHgX9RwABBBBAAAEEEEAAAQTWrkC1azfGRPsYY2R/5Pu+TZ58z1cQxBSPhzb3FQ9D5fUtVr8h05V8jR5VqJHDC5KLtTafmV+iZ4YVaJbNXSezmxWq16DxaphbqjB0X45h47TxuVjdsos7iMXk+548z4tyY4zb1Rol8miBCQIIIIAAAggggAACCCCAAALrR4BWEUAAAQQQQAABBBDIaIG6deJRfFOmz9Ss2XOjeSYIbIgCxiSeTRpj7DNLX8Y9u/R8+/w2UCwIbB7a57hxNWgW105nzFPjDoVq1nWx+p86S3XrhfZZaFxZ8SyF8bjC0KVQQWiT3de39bj63PNQ2ZcxpsKz0KBDB7s28VP0+2+JGabrWoD2EEAAAQQQQAABBBBAAAEEEEAg8wWIEAEEEEAAAQQQQAABBBBAAAEEMl+ACBFAAAEEEEAAAQQQQAABBBBAIPMFiBCBWi8wcdJ0tW6ZU+v7SQcRQAABBBBAAAEEEEAAgVosQNcQQAABBBBAAAEEEEAAAQQQQCDzBYgQgbQX8NI+AgJAAAEEEEAAAQQQQAABBNa6wOo1YIyJdjTGyP5EXx7h+57clz4EQUzxuPsSCF/xMFRe32L1GzJdydfoUYUaObwguVjr8pn5JXpmWIFm2dx1LrtZoXoPGq+GuaUKw8AmG5+Ny8Xoll28QSwmF7/nWQPfsybG7ZrKowUmCCCAAAIIIIAAAggggAACCKw3ARpGAAEEEEAAAQQQQGDDELj/sZd0n00bRrREiUDlAsYsfVbp+76Me4bp+QqCQEFon+PaFA/jatAsrl3PWqCdz5qvOtmB4vEsxbOyFMbjitt5Vz5m9/FtHb6XqMfzPLmXMWa5Z6GxDh3dpigV//lnlDNZ1wK0hwACCCCAAAIIIIAAAggggAACmS9AhAgggAACCCCAAAIIIIAAAgggkPkCRIgAAggggAACCCCAAAIIIIAAApkvQIQI1G6ByVNnas68+WrdIqd2d5TeIYAAAggggAACCCCAAAK1WoDOIYAAAggggAACCCCAAAIIIIBA5gsQIQLpL5D4K6PpHwcRIIAAAggggAACCCCAAAJrT2ANajbGRHsbY2R/5LsvfvA9+Z6vIIgpHg9t7isehsrrW6x+Q6Yr+Ro9qlAjhxckF2tNPjO/RM8MK9Asm7tOZTcrVO9B49Ugt1RhGNhk47LxuNjcsosziMXk27g9z8bue9bCuF1TebTABAEEEEAAAQQQQAABBBBAAIH1KUDbCCCAAAIIIIAAAghsIAKDjhyoSVOn69W3Rm0gERMmApULGLP0maVvn+Ma9yzT8+3z20BBaJ/juhSEatAsrrr148qqU0fxrCxlxbPsM9G4TWGiXBAo5sfk9vdsHa41Y0ylz0JjHTq6zVEqHvNnlDNZxwI0hwACCCCAAAIIIIAAAggggAACmS9AhAgggAACCCCAAAIIIIAAAgggkPkCRIgAAggggAACCCCAAAIIIIAAApkvQIQI1HKBiZMTfzeydYtmtbyndA8BBBBAAAEEEEAAAQQQqMUCdA0BBBBAAAEEEEAAAQQQQAABBDJfgAgRyAABLwNiIAQEEEAAAQQQQAABBBBAYK0KrGnlxpioCmOM7I9837fJk+/5CoKY4vHQ5r7iYai8vsXqNyTxj7llX6NHFWrk8AI7Vzt+ZuaX6JlhBZplc9ej7GaF6j1oghrklioMA5tsPDYOF5NbdvEFsZh835PneVFujHG7WotEHi0wQQABBBBAAAEEEEAAAQQQQGA9C9A8AggggAACCCCAAAIbikCzpo118nEHaucBvTaUkIkTgRUKGJN4ZmmMsc8yfRn7TDPmxxSzzziDMFRWVpbi8WWSXRfabbEgiMq58m4/9zxU9mWMWeGz0FinTrbEkp/S0iUzZOtSgLYQQAABBBBAAAEEEEAAAQQQQCDzBYgQAQQQQAABBBBAAAEEEEAAAQQyX4AIEUAAAQQQQAABBBBAAAEEEEAg8wWIEIHaLjBxcuJvRrbMbVrbu0r/EEAAAQQQQAABBBBAAIFaK0DHEEAAAQQQQAABBBBAAAEEEEAg8wWIEIFMEPAyIQhiQAABBBBAAAEEEEAAAQTWokCNVG2Mieoxxsj+RF8e4fuefM9XEMQUj4c29xUPQ+X1LVa/IYl/0C37Gj2qUCOHF9i59fszM79Ezwwr0Cybu55kNytU70ET1CC3RGEY2GTjsP13sbhlF1cQi8m3cXqejdX3bOzG7ZrKowUmCCCAAAIIIIAAAggggAACCKx/AXqAAAIIIIAAAggggMAGJdCpfRv7XCrYoGImWARWJGDM0meYvu/L2GebMT+mKAWBgtA+y7UpHo8rtCm2ZJ3b7nu+7MNPeZ4n9zLG2EXjZitN4cabqMWrb6jNj7+owelnVlqGlWtVgMoRQAABBBBAAAEEEEAAAQQQQCDzBYgQAQQQQAABBBBAAAEEEEAAAQQyX4AIEUAAAQQQQAABBBBAAAEEEEAg8wWIEIFaLzBx8nS1bpGjBvXq1vq+0kEEEEAAAQQQQAABBBBAoJYK0C0EEEAAAQQQQAABBBBAAAEEEMh8ASJEICMEEn9xNCNCIQgEEEAAAQQQQAABBBBAYG0I1FydxiS+6MEYI/sj3/dt8uR7voIgpng8tLmveBgqr2+x+g2ZruRr9KhCjRxekFxc5/nM/BI9M6xAs2zuGs9uVqjegyaoQW6JwjCwyfbf9tvF4JZdPEEsJt/3oi+7cLkxxu1qY0/k0QITBBBAAAEEEEAAAQQQQAABBGqFAJ1AAAEEEEAAAQQQQGDDFPhj7ATdcOfjWry4aMMEIGoElggYk3iGaYyJnmcaz7PPOn3F/FiUQvssNAjd89xAQSyQ7/ny/CXJ8xL7LNl3SZUrzGLt2q9wGxvWtgD1I4AAAggggAACCCCAAAIIIIBA5gsQIQIIIIAAAggggAACCCCAAAIIZL4AESKAAAIIIIAAAggggAACCCCAQOYLECECtV8gf8p0tW6RU/s7Sg8RQAABBBBAAAEEEEAAgVorQMcQQAABBBBAAAEEEEAAAQQQQCDzBYgQgcwQ8DIjDKJAAAEEEEAAAQQQQAABBNaSQA1Xa4yJajTGyP7I932bPPmeryCIKR4Pbe4rHobK61usfkOmK/kaPapQI4cXJBfXWT4zv0TPDCvQLJu7RrObFar3oAlqkFuiMAxssv22/XV9d8sujiAWk+978jwvyo0xblcbcyKPFpgggAACCCCAAAIIIIAAAgggUFsE6AcCCCCAAAIIIIAAAhuoQPOmTTR12iw9+NTLG6gAYSOwVMAYEz3PdM84XfLtM0/P9xULAsX8WCr5dn2U7DZjTPRM1BgT7StetVuA3iGAAAIIIIAAAggggAACCCCAQOYLECECCCCAAAIIIIAAAggggAACCGS+ABEigAACCCCAAAIIIIAAAggggEDmCxAhArVcYPbcAk2eOlOtWuTU8p7SPQQQQAABBBBAAAEEEECgFgvQNQQQQAABBBBAAAEEEEAAAQQQyHwBIkQgQwS8DImDMBBAAAEEEEAAAQQQQACBtSKwNio1xkTVGmNkf+T7vk2efM9XEMQUj4c29xUPQ+X1LVa/IdOVfI0eVaiRwwuSi2s9n5lfomeGFWiWzV1jdXMWq/egCWqQW6IwDGyy/bX9dH12y67/gfvCC9+LvujCt7kxxu1qY03k0QITBBBAAAEEEEAAAQQQQAABBGqRAF1BAAEEEEAAAQQQQGBDFahfv64GHzlQCxcVRmlDdSBuBMoLGGNSzzY9L/Hc07jcPteNcjdvkzGJcmVlZeV3Z74WC9A1BBBAAAEEEEAAAQQQQAABBBDIfAEiRAABBBBAAAEEEEAAAQQQQACBzBcgQgQQQAABBBBAAAEEEEAAAQQQyHwBIkSgtgtMnJz4+5CtcpvW9q7SPwQQQAABBBBAAAEEEECg1gqszY5NnT1T/YaeoDteHLE2m6FuBBBAAAEEEEAAAQQQQAABBBBYhQCbEcgUAS9TAiEOBBBAAAEEEEAAAQQQQGAtCKy1Ko0xUd3GGNkf+b5vkyff8xUEMcXjoc19xcNQeX2L1W9I4h95y75GjyrUyOEFdm7t/szML9Ezwwo0y+aupbo5i9Vn8EQ1yC1RGAY22X7a/rm+umXX7yAWk+978jwvyo0xblcbYyKPFpgggAACCCCAAAIIIIAAAgggULsE6A0CCCCAAAIIIIAAAhu0QF6HjXTGkENVJyvcoB0IHoHyAsaY6JmnMSZ61umefxqTmDfGyL2MMdE2Y4xbJNV+AXqIAAIIIIAAAggggAACCCCAAAKZL0CECCCAAAIIIIAAAggggAACCCCQ+QJEiAACCCCAAAIIIIAAAggggAACmS9AhAjUeoFJU2ZEfWzdolmUM0EAAQQQQAABBBBAAAEEEKi2ADsggAACCCCAAAIIIIAAAggggEDmCxAhAhkj4GVMJASCAAIIIIAAAggggAACCNS4wNqt0JjEF0EYY2R/5Pu+TZ58z1cQxBSPhzb3FQ9D5fUtVr8h05V8jR5VqJHDC5KLNZ7PzC/RM8MKNMvmrvK6OYvVZ/BENcgtURgGNtn+2X65Prpl198gFpPve9EXYbjcGON2tbEl8miBCQIIIIAAAggggAACCCCAAAK1ToAOIYAAAggggAACCCCAQFJgfP5UzZu3ILlIjsAGL2BMxWedxiSWYYo8igAAEABJREFUjUnkqwtUPGG8Fr7zthZ99OHqVsF+1RZgBwQQQAABBBBAAAEEEEAAAQQQyHwBIkQAAQQQQAABBBBAAAEEEEAAgcwXIEIEEEAAAQQQQAABBBBAAAEEEMh8ASJEoPYLTJw8XU0aNVDznEa1v7P0EAEEEEAAAQQQQAABBBColQJ0CgEEEEAAAQQQQAABBBBAAAEEMl+ACBHIHAEvc0IhEgQQQAABBBBAAAEEEECghgXWQXXGJL4Ywhgj+yPf923y5Hu+giCmeDy0ua94GCqvb7H6DZmu5Gv0qEKNHF6QXKyxfGZ+iZ4ZVqBZNneV1s1ZrD6DJ6pBbonCMLDJ9sv2x/XNLbt+BrGYfN+T53lRboxxu9qYEnm0wAQBBBBAAAEEEEAAAQQQQACB2ihAnxBAAAEEEEAAAQQQQCAl8MATL+k/D4zQ4sKi1DpmENjQBYwx0XNPY5bma2JSPP4vTd59F8047WTNe+iBNamKfasjQFkEEEAAAQQQQAABBBBAAAEEEMh8ASJEAAEEEEAAAQQQQAABBBBAAIHMFyBCBBBAAAEEEEAAAQQQQAABBBDIfAEiRCANBCZOmq7WLXPSoKd0EQEEEEAAAQQQQAABBBCopQJ0CwEEEEAAAQQQ2AAEysrKVhllVcq4SijnFComTCp6JJdq0qUm63L925Dqq42xVrVP7r0iIVBjAlSEQAYJeBkUC6EggAACCCCAAAIIIIAAAjUqsK4qM8ZETRljZH/k+75NnnzPVxDEFI+HNvcVD0Pl9S1WvyHTlXyNHlWokcMLkotrnM/ML9Ezwwo0y+ausro5i9Vn8EQ1yC1RGAY22f7Yfrg+uWXXvyAWk+978jwvyo0xblcbSyKPFpgggAACCCCAAAIIIIAAAgggUEsF6BYCCCCAAAIIIIAAAggsFTjh7wM1Zdosvfvxl0tXMocAAjUqENuorYx95uoqLR7zp8tI60CAJhBAAAEEEEAAAQQQQAABBBBAIPMFiBABBBBAAAEEEEAAAQQQQAABBDJfgAgRQAABBBBAAAEEEEAAAQQQQCDzBYgQgdousHhxoSZOnqZWuU1re1fpHwIIIIAAAggggAACCCBQawXoGAIIIIAAAgggkK4CZWVlqa4n511ePiULGFPxO3vKl3HzrpwxFcu4dW5b+eTWGVM7y7m+uWRMxf6V77+bd2VcMqbmyhlTsS5Xv2urfHLrjKmd5VzfXDJm5f1zZVwypmK58nG6eVfGJWNqrpwxFety9bu2yie3zpjaWc71zSVjKvavfP/dvCvjkjE1V86YinW5+l1b5ZNbZ0zNl0u24epPJrfOmKVtueXkNnIE1qYAdSOQSQJeJgVDLAgggAACCCCAAAIIIIBADQqs06qMSfySyxgj+yPf923y5Hu+giCmeDy0ua94GCqvb7H6DZmu5Gv0qEKNHF6QXFztfGZ+iZ4ZVqBZNneV1M1ZrD6DJ6pBbonCMLDJ9sO27/rill2/glhMvu/J87woN8a4XW0MiTxaYIIAAggggAACCCCAAAIIIIBA7RWgZwgggAACCCCAAAIIIFBOoHWLZjpt0MH6247blFvLLAII1LRArG27qMqSSZNUVlgYzTNZqwJUjgACCCCAAAIIIIAAAggggAACmS9AhAgggAACCCCAAAIIIIAAAgggkPkCRIgAAggggAACCCCAAAIIIIAAApkvQIQI1HqB/CkzVFhUrNYtcmp9X+kgAggggAACCCCAQHoLGMPf+E7vd5Der0RgvW0qKyvTq59+rJ3+eZLaHb638o7aX8ded6n+nDQx6tOXv/6sjY87SDeOeCxaLj+Zu2C+9rvonzrqmou1qHBxtGn+okW6+vEH1GPwEWpz6J5R7pbd+qiAnUydPVP9hp6g20c+oxc/+UBbn3S0Nj3+EH035ne7VcqfMV3n3n2LNjvhsKiObsceqMseukfl63AFS0pL9dInH1bo+/n33KoPvv0qqu+OF0e4Yqk0bfasqF5Xn+vbNqcep4feeFlFJcWpMswggAACCCCAQPUFjDFy9xQuub1dXpVUaq/lG0q5DSlW956uj3jXR5vrK9aabndDsHNjk0vOrrLktiWT256cJ0dgLQhQJQIZJeBlVDQEgwACCCCAAAIIIIAAAgjUmMC6r8gYEzVqjJH9ke/7NnnyPV9BEFM8HtrcVzwMlde3WP2GTFfyNXpUoUYOL0guVjufmV+iZ4YVaJbN3c51cxarz+CJapBbojAMbLLt23ZdH9yy608Qi8n3PXmeF+XGGLer7XsijxaYIIAAAggggAACCCCAAAIIIFCrBegcAggggAACCCCAAAIILCvQsV3r1KqFixL/w2lqBTMIIFAjAkHHjql6in7/LTXPzNoSoF4EEEAAAQQQQAABBBBAAAEEEMh8ASJEAAEEEEAAAQQQQAABBBBAAIHMFyBCBBBAAAEEEEAAAQQQQAABBBDIfAEiRKD2C0ycnPgbkK1b5NT+ztJDBBBAYA0EjEl8md0aVMGuCCCAAAIIIIDACgRWb/XkmdM1d8H81dvZ7lVWVqa7Xn5Wp9x8rbq37aBbh56jS485UWMnT9LBl52nX8ePU/f2HbV110307jdfaPb8ArvX0p/Rf43VLxPG6qABOysrjEd9GXTDFXrsrdd07N/21l1nXaAjdt5dD735sk677XotKqz4N1ve/uozffDtV3r3hjv1w/1Pa/MOeZq/aJHOvP0GffTDtzrroCOiOvbeZjvd//pIXfXYfSouKZF7ub7f88pzGnrr9WrZJEc3nXK2rjtxqP6aNjVqa8Hiim1NtOsPveL8KI5zDz0mqnf7zbfUJQ/dpasevV+uPlcvCQEEEEAAgeoIGMP30Lhr6LKptKxUZe4/ly9Jbt2yadkybnnZMm7ZrS9bUk+U27rd+mXTuihXUlqiVbW77Ha3vFzfbDxu/bJprZdbj3bLxuqWl43XrassVaXcsmXcsVKVuqpcrpbbufirEm9VylTZpKaP43VknDQos5+HSkvteGVzN+/Gf5cbY/h84DBIa0mAahHILAEvs8IhGgQQQAABBBBAAAEEEECghgTWUzXGJB5aGGNkf+T7vk2efM9XEMQUj4c29xUPQ+X1LVa/IYl/AC77Gj2qUCOHV/wHAXb1Kn9m5pfomWHzNMvmrnDdnMXqM3iiGuSWKAwDm2y7tj3Xtlt2/QhiMfm+J8/zotwY43a1fU7k0QITBBBAAAEEEEAAAQQQQAABBGq7AP1DAAEEEEAAAQQQQACBFQp899PvuvT6ezV7zrwVlmEDAgisnkCsQ8fUjsVjxqTmmVlLAlSLAAIIIIAAAggggAACCCCAAAKZL0CECCCAAAIIIIAAAggggAACCCCQ+QJEiAACCCCAAAIIIIAAAggggAACmS9AhAikgcDEydNVJyuu1i2apUFv6SICCCBQcwLGJP7erPtSqJqrlZqqI4B9dbQoi0BmCBiTGHszIxqiQKCcwGrO/jxurE679XrNXTB/tWr4fuwfuu35p/XPQ4/SLaf9nwZuO0BH7vI3PXr+5crOytKjb7+urDCu3bbeVj+O/VM//Pl7hXZe/t9Hatqgkfp06x6tf+ytV/X9H7/pkQuu0JkHHqG9+vTXuYcdo+tOPF2jfvhGX/zyc1QuOZm9oEDnHX6M6tetm1wV5Xv27q83r/uPjttjYFTH1YNPtX3YRu9+84WmzZkVlUn2/dAdd9GD516iA/rvGCU3v0fvbVVYXBSVc5PikhLd/NyTcvlzl12fqveawafp/w49Wi+O+kC/5493RUkIZKyAMVxDM/bNJbD1LmBM4vwyJpGv9w6tww4kP5e7PJFKVVZWqlJ77S0pLlaJy5ckt27ZVJUybp+aLBfVVUnf3HrXVjK55Sgt6X8Ui92vrDQR38rKJbctm0d1lKtv2e3J5fLlSpdpL1XG9mW1ytn2k3W4PBnPsrG6bZWlVZVz9UVllu2fbdetL1+nW46S25ZMdr/yZdy8KxPlyTI2d8uVpaqYuP2qUs61W6HcMu26WKO6bJ9rqlzUZiX1ufWuLZdcu245SrZPybbdNrfO5cnklqO0TLnk9vJ5sp5kXn5b+fnkdpenw/Hp4i/f//LzbrySyqJxq6zM5WXRCOrmjdnwxvQoeCZrX4AWEMgwAS/D4iEcBBBAAAEEEEAAAQQQQKBGBNZnJcYkfrFljJH9ke/7NnnyPV9BEFM8HtrcVzwMlde3WP2GTFfyNXpUoUYOL0gurjKfNalUzwybp1n5pVHZujmL1WfwRDXILVEYBjbZ9mw7rk237NoPYjH5vifP86LcGBPta0wijxaYIIAAAggggAACCCCAAAIIIJAGAnQRAQQQQAABBBBAAAEEVizQpmXz6B9p3/HgcyopKV1xQbYggEC1BWIdOqb2KR7zZ2qembUjQK0IIIAAAggggAACCCCAAAIIIJD5AkSIAAIIIIAAAggggAACCCCAAAKZL0CECCCAAAIIIIAAAggggAACCCCQ+QJEiEA6CEycPF2tW+REf4cxHfq7PvpozPJ/l3JBcaG6PnoJCQOOgVp+DFz95esVhg33d2eNMTImkdxGY4zLSOtBwJjl7Uf89iXnVS0/r7j+cf2v7jEwZ/HC5UeYMkVjsezLfTGfzfhBIK0FVrfz/TffQq1zmukf/75acxfMr3Y1r336sepmZWmfbbZLnVOuktY5zbVFXlf9Mn6s5i9apB0230q5TZro9S8+UfKcmz5nlj7+8VvtsEVP5TZuqtnzC/Tqp6PUf7MttFmHPFdNKvXquoka12+g78f8llrnZrq366imDRq52VTKtv05Zve95PLkysCPaavOXTVv/nxNmzM7Wv3x91/bz6ExHbf7QLnt0Uo7cfOH7fQ3NaybbZcSP/nTp+m9b7/QXtv0V5tmuYmVdmqMUb9Ne2hx4WKNnTzJruEHgcwTSJ6zxlS8d67u9Zjy3MNxDCSOgZPee3z5gcLem0Yrl+TJ8y5al6ETF6NLxiTGFjc/4uPF6nn27Cj1+r+56n3OvFS647WFKioqVHFxkYpLivXZr4Vatowr/9wnC+XKlNgyrtzITxdWWu6jnxZF5VxZV+6uNxZUWu73SYsrlLvi6QWpPrn2kqlgYZGiNpf075S7CpYrt8ul8yrU5do98NqlMSbrOvLf8yvE6sptd+G85fp39gMVy82YVxSVWdbl2ucXVGj3p/GV2z30bsIuafLO94uj+pL9Suavf5Wwi+K1zo+/X7nd139UtLvpxcrLTZpRWCHecx9e3m6bcxN2UZtLjI+9ZXm7gVcXVIjV2e1xRaJceZchd8yv0GZhUXEUa/kyLt5/PVpQodz4aQm7Zcvd+sqCCu1+/mvldk9/VLHci58tjNp1bZVPH/ywsEJ99/23crtfJi6uUO7Kp5e3c/XOKSiscHyeds/y5Xa6aHnjQ69P2Lk6kunwG+dXMHHG2184d7k4zrivYrlZKzg+r36mYrlfJiaMk+0l8/veWlAh1vd/rNz4lXGIaSwAABAASURBVC8SdtGxUlKsJz6o3O7L3xLHcfJ4v+XlystNmF7R7l+PJcq5Y8ClQ4Y7t2KVlpbazzk2aclAbsduN665ZGf5QaBGBagMgUwT8DItIOJBAAEEEEAAAQQQQAABBGpAYL1XYUzil/fGGNkf+2Ddt8mT7/kKgpji8dDmvuJhqLy+xeo3ZLqSr9GjCjVyeEFycYX5rEmlGnHVXM3KL43K1M1ZrD6DJ6pBbonCMLDJtmPrd225ZdduEIvJ9z15nhflxphoX2MSebTABAEEEEAAAQQQQAABBBBAAIH0EKCXCCCAAAIIIIAAAgggsBKBJo0b6NjD9larls2i50IrKcomBBCopkCsY8fUHsVj/kzNM7NWBKgUAQQQQAABBBBAAAEEEEAAAQQyX4AIEUAAAQQQQAABBBBAAAEEEEAg8wWIEAEEEEAAAQQQQAABBBBAAAEEMl+ACBFIC4H8KTPUukVOWvR1vXTSGLkviTGm4t+nLChaLBIGHAPpcQyUHzuWfgWUonO7/Dbm162AG1tdi8YwvjKWpMdYwvu0Zu+TO99dMjLR3wE3xt5jyb5sboxda5Nd4geBdBWo0O/5ixbp0CvOV5tD91xl6nDEQD385iv64NuvdNWj96m4pKRCXatamDxzhvJnTFffocdXaGujw/bScx++ownTpmr+ogVq06y5+m7SQ5/89L1mzJ0dVfvVb79o8vRp2r/fDjLGqLCoUDPnzdXL//tI7Y/Yp0J9vU46WuOnTtGvE8ZH+yYnnVtvFO2bXE7mzsDVc/49t2rP84Zqa7v/NU88lNwc5a6uts1zldt0+c+j7vsCjDFROTeZvaBAC6zrrc8/VaFfznjvC87QnAXz9fvEv1xREgIZJeDumY1Zci4kcxthYUkxv5Pg9zIcA2twDNjTKPoxxiSuY8ncrrVrEuvsfKb+JMcWY+w9eVmZSktL7e9ISiVT/rcmqvDyAl8mHkZJQUylMb/C9uSCicWkMEgkW87YlNxWPvfiiTKuTlefsfWX356aX1JXslyp7XNqW/kZ144tmyxnfK/81sS8kbyseKpvrl15JrGt3NSz65YrV257atbzIo9km1F9qY1LZzzflzNJljOhNVq6OTVnlinnrcDEc/vbWF2drk2zgvdCS8ol211hfVlBhTiMjSvVqSUzpe7QWNJmqj7PX7J1aeZXYuf5yxsb36vwXnjxyk280JdrzyUXq+f6sLS51JznDOy2VLmsyuuL2TKyKVlObr9ULUtnzLLHp3tvlm5OzfnLlqtifbJOqUqWzBi3zvatfP9MJe+FMaaCnXOJ9lXFl7F9dnG6FJVxdVcsEi2548KVcSkq586laEvFiVlybifLla0oVre/a8slO+/qr1jTkiW7rUKsK6qvnLFxdfoVjyfPVldi74tKSkuiscwOZoncrnc/xlQs79aREFhDAXZHIOME3FiacUEREAIIIIAAAggggAACCCCwZgK1Y29jEr/cMsbYBxeSb3/p59tfrvqer8D+gi1uf2kf2F8kx8NQeX2L1W/I9FTHR48q1MjhBanlZWdmTSrViKvmala+fThgN9bNWaw+gyeqQW6JQvuLuND+gjlu63VthHbZtRfYXxL6tn3P82xfPNsnY/dUKhcvBBBAAAEEEEAAAQQQQAABBNJKgM4igAACCCCAAAIIIIDAqgQ26dJBxxyy56qKsR0BBKopEOvQceke9jnw0gXmal6AGhFAAAEEEEAAAQQQQAABBBBAIPMFiBABBBBAAAEEEEAAAQQQQAABBDJfgAgRQAABBBBAAAEEEEAAAQQQQCDzBYgQgdovMGnqDM2ZW6BWLXJqf2fXQw+NSXwJljH8ncr1wE+TCNS4gDFGvufL/Q1az3jR3541JnF+i9c6FzDGpN4DY8w6b58GEUBg/QhEY7DnyQ4A9idx7htj8zLJfRGpeCGQlgIVO52dlaWnLrpaE556dZVpzOMv6ujd9tLOW/XWhUeeoNhq/K2GvNYb6eZT/qm7zrpguXTlcSepQd3s6HzbZ9vtNHHaFP0w5k8Vl5TopVEfaKuuG6t7+3J/K8KGMnDbAcvVk6zb9dUWSf3EfHs+p5YSM9/++ZsGnDFY/7zzJk2bMyeK7bJjh+jwnXZLFCg3zQpDxez9WblVK50dstcBK+zbLj37rHRfNiKQbgLuumiMvUbajtvLpJ3ygwACNS2QOM88efb+1BgTXS9dG269yzM5uRiTyd6JR/fiJSWlqZAP26GOBu9ZN5V6ds2Sb6/bXhBE+Ua5YWpb+XLd2sej7clyXdvFKy3n9i9fX8/OWZWWa9oorFDfDltU7Fey7ex6Fdvdo/fy5Y7eJVvJfrm2XTp0+6UxJuvar3+d5codt9vy9f2tV50Kfatbt3KTfptW7FuzxpWX69G5Yrn2LSu369SmYrlNO1Vu16pZxXJ9Nq68XL3sisY791y+3BB7LDgvl5KGA/suX+5Qe9wkt7uyLh1h1yVtk/k+fbKWM05uK5/v2KOicf0Gldv1trG5tpJtt8yp3K5bh4om3VZwfLZrUbHcFl0qr6/JMsfndpsvb+LiqV+/Yn172GPHrS+fjt61bnQ8lY/jwAHLH3duXTJOV9alY+2+5ety83/rlRXVlyxbp25Q6TnWb9OK5Zqs4Pjcapnjs8MKjs8uG1WMtXvHyk1a5VZst3e3yss1qL/0+HSx7LRlwqRNjh+NVyWlpSoqLlJJcbH9jFOsEvs5xw7n0ZgWFWCCQI0LUCECmSew/G92Mi9GIkIAAQQQQAABBBBAAAEEqidQi0obY6LeGGPsQwzJ932bPPmeryCIKR4Pbe4rbn+Bn9e3WP2GTFfyNXpUoUYOL0gupvJZk0o14qq5mpWfeChQN6dQfQZPVIPcEoVhYJOt19bn6nbLrp0gFpPve9EDFZcbY6L6jEnk0QITBBBAAAEEEEAAAQQQQAABBNJJgL4igAACCCCAAAIIIIBAtQS+/Ha08icvfRZVrZ0pjAACFQS8unWV+/yLavPjL2py3Q0VtrFQwwJUhwACCCCAAAIIIIAAAggggAACmS9AhAgggAACCCCAAAIIIIAAAgggkPkCRIgAAggggAACCCCAAAIIIIAAApkvQIQIpIHAxCX/f12r3KZp0Nv100XPeDLGyE6UHYvrzQGn6OVtBun5nkfr6c0P0xPdD9JjmxygR7rtp4e77hulh7oMFAkDjoH1ewwkz8dHN94/Ok+f2vxQDW3fT777G7ieb09pEyXxWqcCxpioPWMSebRgJwe22VKv9/+HXupzvJ7d6ki59+vxTQ6Ue//ce5kcYzmv1u95hT/+1T0G3Pnr0qPd7Fi86cEa0eNwNQ7ryrPjsOd5y43DxhjxQiAtBdag0+9986UmTJuqW0/7PzWom13tmurbfRYsWqheXTfRXn36L5d23HJrZYXxqN4tOndV59Zt9dInH9o2p+izX37UQQN2Tm2P+THVzYqrtKxUu2+97XJ1ufq3zOsa1bWiSVlZmR5+4xVlZ2Xpretv173//JfOPuTIqK7WObkVdgtse+OmTNLMuXMqrHcLixYvVmFJkZuNUp0wVBiEiodBVJfry7LJxRYVZoJAJgmUJYJJXjf/u/2p0e8kntvqqOi6+oS9vibvmd0116XqXq8pzz3emhwD93XcUzc1317XNemnfzffQW55Tepbm/u688N9tnS/x3OfN93nzuu67aGY+84ad39qlt6fGmMSJ98GMHXXbpdKS0tVZu8BkiEfvkOWBu9RN5W27hIkN0V5q6Z+alv5ct02ikXbk5MurWOVlmuT4yeLRPlWnYNKyzXK9qLtycmAzcJKyyW3J/M9e8eXK3f0LnWSm1P5wQMqxuliOaBfVmp7cua43ZdauDIu7dozcY+VLJMVmuXadOW23SRMFonypg28Sstt3qGicbvcyo07tqho171d5cbNG1W069OtcuO6WRWP9523WN5ukD0Wos6Xm+zbd3m7w3ZY3viIneosF+/e2yxv7KyWTTv0qGhXv07lxsseny2bVG688UYVj8+8VpXbbdSsovEWnSq3a1yvonH/7lU7Pv/Wa3njY3Zd3u6g7ZY3PrD/8nbH7La88e5bVzw+w6Byu362z+XeVjWtX7ldD2tQvlzb5pUfn52saflym7St3LhF44p2vVdwfNZb5vjc0R4T7jjZcYtQW3Tw1LVlqYqLi1RcUqyyaBwrU2I8S9xEldnPJy6V7xPzCKyRADsjkIECFUfkDAyQkBBAAAEEEEAAAQQQQACB6grUtvLGJH6Ja4yR/Un8A0jfk28fbgRBTPF4qCDwFbcP1fP6FqvfkKVfvDJ6VKFGDi9Q8jUrv1Qjrporl7t1dXMK1WfwBDXILVEYBjbZ+mw9rk637OoP3IMU257n2TZ9z/bBuF1TebTABAEEEEAAAQQQQAABBBBAAIE0E6C7CCCAAAIIIIAAAgggUD2BF17/QHc/8oIWL176P31WrwZKI4BAeYGgy8r/Z+3yZZlffQH2RAABBBBAAAEEEEAAAQQQQACBzBcgQgQQQAABBBBAAAEEEEAAAQQQyHwBIkQAAQQQQAABBBBAAAEEEEAAgcwXIEIE0kFg4qTpcn8PsnWLnHTo7jrt47JfCuMZT50b5KpLwxbq3DA3lfLsOrc+mfLqN1dyntw6LeODCSbr8hiIzld7DJY/T30/Js/3o2Q8z46BRnZif0yUxGudCERjrL0AGWPd7fvQuZEbW5ck+56546T8++bGVpfcelIu15klxwjHQhodC+4cd+/bkvuomB2LXXL3Vy4ZY8cCm9wAZIxxGQmBtBJYk85u1qGTbht6jhrUzV6tanbaYmtNnzNHL/3vQ0XX15XU0ii7nna05T8d/YOefu8tBbFAfbp1T+3RuF599dl4M330/Tf6fszvqfXVmVm4uFD5M6cpt3ETNarXILXrrIK5+u+Xn6aW3Uy/zXpoyqyZy/V9UeFi3f/aSC1YtNgVi9JGzXLVvUNHvfK/jzRh2pRoHRMEMlnAnc/GJK6Jnr1fNjJqXy8nug90n3O6Nm6pPPe7CXd9tcmtc/dG3DOn0f2Rfd/ce5buaeMmrdWnbRdt3rydGpfEVTJ9keoskNrXbRodr7UpPnd+pFLDXLn5zvb+1P2ewI/FlPwdgTvnZIzcy5hE7uYzLRmzNDY35pSpTCUlpakwy1JzzCCAAAK1T+C0fbP17xM8nbb7Ajt2Fauk2KaSEjuSLR293Njmem7M0vHOLZMQWBMB9kUgEwW8TAyKmBBAAAEEEEAAAQQQQACBNRColbsak/gllzEmeobh+75835Pv+QqCmOLx0Oa+4mGovL7F6jdkupKv0aMKNXJ4gWbll2rEsLlR7rbVzSlUrxP+UoPcEoVhYJOtx+7v6nLLrt7APkDxbTueZ9vyPdu2cbum8miBCQIIIIAAAggggAACCCCAAALpJ0CPEUAAAQQQQAABBBBAoJoCg/4+UNNnztZHn31bzT0pjgACCKw3ARpGAAEEEEA/OYPCAAAQAElEQVQAAQQQQAABBBBAAIHMFyBCBBBAAAEEEEAAAQQQQAABBBDIfAEiRAABBBBAAAEEEEAAAQQQQACBzBcgQgTSQmDSlBlq1aKZ6termxb9XVedNMak/j6l+5IYYxLLvu/L830FgftbmaHCMEvxeFaUhzZ381lZdVSnTl25nFQHB3s8cBys++MgeQ66czJ5nibm44rFAsX8mDzjJZLnydj/3PjizneXk9aOgDEmqtiYRK4yyRiTeB/s++HeF9++N2EYV9yOqe7cce+fy5Mp+d4ml8nX/fmFOeZVOQaS56o7l+P2Whhfcs8U3UPFQsWCQMaNvzZ5NhmzZFwQLwTSUmCNOt2iSY4a1M1e7Tr6bdZDh+yws6578iEdefXFeu6jd/XKpx/poTde0aFXnK93vv68Qt179emnxYWFeuS/r2qHLXoqt3HT1HZjjE7a+0A1b9xEh195gS5+8K6oLlfftbb+vw+7SFNnz0yVr2ymblZcvbpsos9G/6jz77lVL37ygR5963Udcvl5Cux1vvw+u2zVR/032zLq+9Bbr4/KPvHOGzr40vNUXFKqhuVcsuz9wVkH/11z5s/XXhecoZufezLqm6v/kofu0ik3X6v5ixaVr555BNJWwBgT3Se7AIwxLouW3e8k/Fgsuo66zzVhEFfi3rmOouvtknvo5HW4KtdsynBvV1PHQPOcHG3arYta5jbX1Blz9c3Pvyt/6kx7vIa14ndD7rxwycUbj9tzpvz9aRDK93y5z6SezY0xSn5ejU7ADJwYY2NMxrVkNvE7EftBPbmeHAEEEKjlAqVlpSoqKlJxcbEdtssSqczmNmnJ2GbMkplaHgvdSxsBOopARgp4GRkVQSGAAAIIIIAAAggggAACqy1Qe3c0JvHLLmOM7I9837fJk3vIEQQxxeOhgsBXPAyV17dY/YZMV/I1elShRgybq1n5pdGqujmF6nXCX2rUssw+cAxssvvb/VwdYRjYemIK7INJ3/fkeZ5cboyJ9jUmkUcLTBBAAAEEEEAAAQQQQAABBBBISwE6jQACCCCAAAIIIIAAAtUVaNemhc488TDtvN3W1d2V8ggggMB6EqBZBBBAAAEEEEAAAQQQQAABBBDIfAEiRAABBBBAAAEEEEAAAQQQQACBzBcgQgQQQAABBBBAAAEEEEAAAQQQyHwBIkQgPQQmTp6u1i1y0qOz67iXiS+9UvS3K90fy3R/w9IYL/oysOQX7cWXfLme+/KwOll1lbUkxePuC+SWLifXk2PCMbBujgF3DrrkvN0X/MXtuRqGWQrDuMIglO/H5Mdicue1yr2MMeWWmF0bAm5sdckYI2NM9B6498G9H+59ce9PGL1PccXt++beP/c+xpeMq8ncrSOtm/MJZ5xX5xhw52qdOtmKkr0/qlOnruJ2HI7b8zoIQrl7qSAWyPf8aCyIvpvPjgnGGPFCIP0E1m+PA3tfc+kxJ+oym/7In6Cht16vk/99je546Rlt2r6TtsjrWqGD7Vq0VLd27VVcWqz9++0QnYPlC7Ru1lyPXnCl9u27vZ5+702deOMwnX7bDXr36y90QP8d1bh+g/LFK50/cZ8Ddfzf9tV/v/o06su9rz6vCw4/Xjtv1btC+eysLN191oX6hy3/wfffRGVvfu5JHbT9zjpp4IHL9W3LTl014pJrtGXnrrr1+aeivp1z1836aeyfOnj7XVQ3Hq9QPwsIpLNA+XtmezJE983GeIrZc95dR8Mgrri9rmbZ+2R3nXV58podt+uS8+R1U7+rwWLtW9Sx93+d7DVmwDa91LJ5C/06dqLe+983mjB5huJhnfX6XsTLnRdxd+5k1VHc3p+G0efPMLo/9fzEvakxRsYYuZc7F12eiWm52OxNef9u0g3HlOmOoQ2V08DLxLCJCQEEMkigpKREpaUlKisrtXmpzcuilEEhEkqtE6BDCGSmAHd9mfm+EhUCCCCAAAIIIIAAAgisrkAt38+YxAMMY4x9mCH59uGG73ty/wAnCGKKx0MFga94GCqvb7H6DZmh5GtWfmk0m92sSL1PGK/GraQwDGyy+9nybl+37OoJYjG5ej3Pi3JjTLSvMYk8WmCCAAIIIIAAAggggAACCCCAQLoK0G8EEEAAAQQQQAABBBBYLYFO7duk9pu/YFFqnhkEEECgVgrQKQQQQAABBBBAAAEEEEAAAQQQyHwBIkQAAQQQQAABBBBAAAEEEEAAgcwXIEIEEEAAAQQQQAABBBBAAAEEEMh8ASJEIA0EZs0p0ORpM9Uqt2ka9Hb9dNGYxN+qNDJyf8cyFv1Ny1j0hXtBECoM44qHWYq+aC/6IjH3ZWakrCwMMFj/x0CdOnVT56Y7T9356s7bWCxQLAjkGU/uvJY9v40x4rVuBIwxMmZpkhLzvudH70sQhHIpjGdF46t776IxlnFFjCvrf1zhPViN98DdH9nkzuW4Pa9De+/kznH35cXGePJ9X8bzZIyRe5WVlbmMhEB6CazD3jZv1EQf33KfThp4cIVWs+y5dezf9tH/bntAE556VeOeeDmav+ioQWpSv8FyZR8573L9/MAz6tll4wrbkgutmubo2iFDNfrBZ6P6fn/keb1+7a06cMBOCvxYVGxFfXEbs7OydMkxg1P7v3fjXdpxy6118r4H6Yf7n9bmHfJcsSi5sucfcZy+vefxqC0XwzG77x2ND25MiNnPYFHBJZMubdrqwXMuleuTi9X1ccQl12qHLXqmxpIlRckQSHsBdw64IIyM3GeXRPIV2M807nrqUnR9DeKJzz7cM3PPXEuOgXrZ9bR1j0219847qGmTJvrk6x818q2PlD915vp/j+y9qfuM6e5PA3v9TN6f+vZ643t+dK7JnnPGGLmXMYnczWdScuOLMYnY3Hwytpz60hbtytSzc6AwSGxPbiNHAAEEap2A/R1CaWmponHMzrv+GcPY5RxIa0mAahHIUAEvQ+MiLAQQQAABBBBAAAEEEEBgtQTSYSdjEr8EM8bI/kQP133fk3vQEQQxxeOhgsC3v+gP1GnbQvUbMkPJV73mRdpm8AQ1aSOFoSsb2AeNcTtvHwyEgd0vpsA9NLH1eZ4nV68xJtrdmEQeLTBBAAEEEEAAAQQQQAABBBBAII0F6DoCCCCAAAIIIIAAAgismcD/vvxBl99wr+bMKVizitgbgQ1cYOG772j+syO04KUXN3CJtRM+tSKAAAIIIIAAAggggAACCCCAQOYLECECCCCAAAIIIIAAAggggAACCGS+ABEigAACCCCAAAIIIIAAAggggEDmCxAhAukgMGnK9KibrVvkRDmTigLGJP5WpTFGxhi5748xxkRfBBaLBYoFgYIgVLjky8JcHg+zRMKAY6B2HANh4P4ubbkUhIrOXXv++p4v3/clJc5v2Zcxxk75WRcC0ZdylWvIGE/u7wXH/Jh9X2KJsdW+XyHjK9cUrqtpfQyUH4eT90wujwVBdK7HYjEZY+T+Sw4JxpjkLDkCaSNAR9eOwLe//6qFhYXaeKMOa6cBakWglgsYY2TM0iQZe/30o/tm3943u+upu18OglDhkvvmOPdOaX3vlInvX9PGjfW37fvrkL13jz7nvfT2x3r65bc1a8789fJehcv8niBuz52Y+x2BO6dscr8nMJ4nY4zcy5hE7uYzORmzNM4yG6gxS5ftIj8IIIBArRQYevsc7XqZpzMfb2Kf3ZRFKeqoe5ATzTBBoOYFqBGBTBXwMjUw4kIAAQQQQAABBBBAAAEEVkMgbXYxJvHLfGOMfbAhuYccvu/J93z7UCameDy0KVCWzTv3LdJ2/5ip+s2LNOCUqWq6kbHb3HabwlBhGETLQRBTEIvJt/V4nq3L92zdJjIxJpFHC0wQQAABBBBAAAEEEEAAAQQQSG8Beo8AAggggAACCCCAAAJrKLDlpl1Vt06W7n38RZWWlq5hbeyOwIYrMPOs0zXr4n9pzi03bbgIay9yakYAAQQQQAABBBBAAAEEEEAAgcwXIEIEEEAAAQQQQAABBBBAAAEEEMh8ASJEAAEEEEAAAQQQQAABBBBAAIHMFyBCBNJCYOLk6VE/W7fIiXImywuUlfuyGM9zf8vSk+f78m2K+TG55Ls8FigIQrkvDSMFONjjgeOgdhwHy52X0fkai85jycgYI3dui9c6FTDGpNozxkTvgzGe3BctxtzfEPZ8+dF7FURj63LvI+cY4yzHQFodA+4cdik6r925bZNv76XcOS8ZuZcxRsYYN0tCIN0E6O9aEJg4baoeevNl5bVpo43btV8LLVAlAukqYOT57l7Zj34f4X4nEbP3Re4665KbJwVpdZ+0obxfrXJzdfSB++igPXdRwcJC3fPkSD33xnt2ftE6f7/cueJS0j6w55C7N038bsAo+m8Dui+NfvdZpsTLxm2MUXIxsZIpAgggUPsForHMdbPc8xy3mEyp7ckV5AisngB7IZCxAl7GRkZgCCCAAAIIIIAAAggggEC1BdJrB2NM1GFjjOyP3AMP3/fke759AOMrDAPF46GysuLq0q9Eu5w1WzltvWg5y62Px6PtrpxLgfuHe3Z/z7N1+J6t08i9jEnkbp6EAAIIIIAAAggggAACCCCAQPoLEAECCCCAAAIIIIAAAgisqUA8HmjI0ftr803y5NlnS2taH/sjsKEKBHmdo9BL8vNVVlgYzTOpKQHqQQABBBBAAAEEEEAAAQQQQACBzBcgQgQQQAABBBBAAAEEEEAAAQQQyHwBIkQAAQQQQAABBBBAAAEEEEAAgcwXIEIE0kNg4uTpatKovpo1bZQeHV4PvTQm8XcrjVmae8b9XctE8nxffrkUi8VEwoBjYP0fA0EQROdi8vx074nn+/J8X8Z4cuex+3+JjTFyXwBlTOIcXw/DzAbdpDFGxiSSg7Bzdtm+P54vf8l46tv3zCX3HpLW/7nFe8B7UNVjIDkOu/LuHE4mz/ej89zYsdid88mx2BjjhgESAmkoQJfXRGD6nFk6+ppLdPnD9+rFTz7QK59+pGGP3689LzhdU2fN1IVHHK+mDfi8uibG7Jv+AsnPK6lrpoyMu47a5PkV75vddZfE/VptPgY26dxJpx93uPbZZXv98ddE3Xjv43r1/VEqKi6OPsOvzb4n70+T96WuLc+396aeJ2PPJ5dS55m9NzXGpP8AsooIkuOLK2ZMIt5f8qWH3pPueW2B5i0sc5tICCCAQK0UMGWJcct1zo1nZVpmzCpLLLttxiwt68qTEFg9AfZCIHMFvMwNjcgQQAABBBBAAAEEEEAAgWoKpGFxYxK//DLGyP4s+QfNnoJYoCCIKQyDKMXjoXLbx5Rlc5fcclZWKPflLG4+Zh+axGJ+an9jjNzLmETu5kkIIIAAAggggAACCCCAAAIIZIQAQSCAAAIIIIAAAggggECNCLRs3lS7bt+7RuqiEgQ2VIFYhw6p0Iv++D01z0wNCFAFAggggAACCCCAAAIIIIAAAghkvgARIoAAAggggAACQ4+ViwAAEABJREFUCCCAAAIIIIBA5gsQIQIIIIAAAggggAACCCCAAAIIZL4AESKQJgITJ09X6xbN0qS367+bxhgZY6KOGGPkvhTMM55d58nz/ArJGE+GJIOBDAYy68FAMip/Xhpjz0mZxH/2/JV9GWOXlyS7yM96FDDGyIu+dDHxnrh5N77KvmMe46uMsccvSQYDmTQyWNH5685tYxLnujFLc/FCIF0F6PcaCdSJ11Feq4306mcf67RbrtOJNw7TE2+/qV226qORV96o7Xv0XKP62RmBTBAwxlQIw1ty3+zy6LoqI2PvEbxy981umcQ9dG09Bnzf17Zbba5zTzpOA/r01P+++kHDbn9Q73/6lUpKy2Ts8bw2kmS03Hni1hn3ez13vLhzKZG0Ab7KysqiqH+eKD38vtE9ry7QvAWl0TomCCCAQG0UKDOJccv1zY1hyya3noRAjQpQGQIZLOBlcGyEhgACCCCAAAIIIIAAAghUSyBdCxtjoq4bY2R/5NkHir7vKYjFohSPh4rHA5tCZWXFVadOVpSHYaAgiMn3PMVifrSf57k6jNzLmETu5kkIIIAAAggggAACCCCAAAIIZIoAcSCAAAIIIIAAAggggEDNC7zx7qeaMm1mzVdMjQhkuECsXftUhMV//pmaZ2bNBagBAQQQQAABBBBAAAEEEEAAAQQyX4AIEUAAAQQQQAABBBBAAAEEEEAg8wWIEAEEEEAAAQQQQAABBBBAAAEEMl+ACBFIB4HFhUXKnzJDrVvkpEN3a1UfjVn6Ny2NMTLGLNc/Y0y03hhyYzAwBgNj1r3Bsiem53nReenWG2NcRqplAsYsfV+MMan3q3w3jUmsN4bcGAyMwcCY2mtQ/tx188Ys7Wty2eUkBNJZgL6vmUB2VpYuPnqQ/nfbAxr3xMua8NSr+v6+J3XDSWeoU6s24oUAAhUFjDHRCmOW5sYk5qMNSybGmOhe2hhyYzAwpnYaZIWh9tyhny485QRt2iVPL739oa75z4P6+sdf7JG8dvpsK67wY0yiHbfSGOOyDSoZY1RWVlYx5mWXK25lCQEEEKiVAm4sWzbVyo7SqbQWoPMIZLKAl8nBERsCCCCAAAIIIIAAAgggUA2BtC5qTOJBhzFGnmeih4XuH0zGYr6CWExx+2AmDGMKw2BJsvNBoJgfkyvjyib3k30ZY+yUHwQQQAABBBBAAAEEEEAAAQQyToCAEEAAAQQQQAABBBBAoIYFSkpK9e2Pv+qeR0aqsKiohmunOgQyWyDWvkMqwOKxY1LzzKyxABUggAACCCCAAAIIIIAAAggggEDmCxAhAggggAACCCCAAAIIIIAAAghkvgARIoAAAggggAACCCCAAAIIIIBA5gsQIQJpITBx8nQVFhapdYuctOhvbeukMSb6+5iuX8Yk5o0hNwYDYzAwpnYalD9f3TypdgoYkzh+XO+MScwbQ24MBsZgYEz6G5Q/t908CYE0F6D7CCCAwHoTMMZEbRtjot9PGENuDAbGpJ9Bg/rZOmLfv+mcE49R40YN9Mjzr+iGex7RmAn56+TYdieSMcZlG2QyxsZuf5LBu8XUfHKGHAEEEKiFAp1bx7R5uzLlNSuUyo1jsi9jlllh1/GDwBoKsDsCGS3gZXR0BIcAAggggAACCCCAAAIIVFkg/Qsak/jFmDFGnueSJ9/3bfIUi/kKg9CmIJXcOpdcGVdeS17GJOpZskiGAAIIIIAAAggggAACCCCAQAYJEAoCCCCAAAIIIIAAAgjUtIDvexp85H6aN3+Bvv7u15qunvoQyGiBWIcOqfiKx/yZmmdmTQXYHwEEEEAAAQQQQAABBBBAAAEEMl+ACBFAAAEEEEAAAQQQQAABBBBAIPMFiBABBBBAAAEEEEAAAQQQQAABBDJfgAgRSA+BiZOmRR1t2aJplDNBAAEEEEAAAQQQQAABBBCojgBlEUAAAQQQQKCmBFo2z9Fpxx6qfxxxkErKSnXz/U/o3idf0PRZs2uqCepZlUBZmUpLy1Klls6lVjGDAAII1BqB0/bN1rVHFenEHWfVmj7RkUwWIDYEMlvAy+zwiA4BBBBAAAEEEEAAAQQQqKJAhhQzxsiYRPI8I5d831cieYrF3Ly3ZNm32z1bXjYl9jHGiBcCCCCAAAIIIIAAAggggAACGStAYAgggAACCCCAAAIIILBWBBo3qq+Lzz5BfXp2Xyv1UykCmSoQ5HVOhVb055+peWbWUIDdEUAAAQQQQAABBBBAAAEEEEAg8wWIEAEEEEAAAQQQQAABBBBAAAEEMl+ACBFAAAEEEEAAAQQQQAABBBBAIPMFiBCBNBGYOHm66taJq3WLnDTpMd1EAAEEEEAAAQQQQAABBGqRAF1BAAEEEEAAgRoX6JbXXueeeIwOH7i7/sqfrKtuu18jXn1L8xcurPG2qBABBBBAIL0FjEl8F5mR/S85vyRP78jofa0ToEMIZLiAl+HxER4CCCCAAAIIIIAAAgggUCWBTCtkTOKXZsa4XPI8syR58n1PdnWU3HpjjJ1PJPFCAAEEEEAAAQQQQAABBBBAIIMFCA0BBBBAAAEEEEAAAQTWnkB23axU5fMXLErNM4MAAisWMGEoPzc3KmCMiXImay5ADQgggAACCCCAAAIIIIAAAgggkPkCRIgAAggggAACCCCAAAIIIIAAApkvQIQIIIAAAggggAACCCCAAAIIIJD5AkSIQLoI5E+ZodYtchTz/XTpMv1EAAEEEEAAAQQQQAABBGqNAB1BAAEEEEAAgbUjYIzRNltupotOG6TdB2yrz7/9UZf9+x7998NPVVRcvHYa3cBrLSsrk0v9u0nDjy7VHUMbKqeBt4GrED4CCNR2AWNM9L1krp/GGHleYtwyJrHeGCNeCNSEAHUgkOkCidEz06MkPgQQQAABBBBAAAEEEEBg5QIZvdX94swYE/0CzfNM9Eu15DpjEsvihQACCCCAAAIIIIAAAggggEDmCxAhAggggAACCCCAAAIIrAOB9z/5SpffcJ+mz5yzDlqjCQTSX6DZfQ+qzY+/qPmzL6R/MLUjAnqBAAIIIIAAAggggAACCCCAAAKZL0CECCCAAAIIIIAAAggggAACCCCQ+QJEiAACCCCAAAIIIIAAAggggAACmS9AhAikjUD+5Olq1aJZ2vSXjiKAAAIIIIAAAggggAACtUiAriCAAAIIIIDAWhYIgpj+tv22uvj0weq5WTe9+t5HuvLW+/TZNz+qrGwtN74BVV9mMY0xUcTNGhht0b5MPTsHCoPEumgDEwQQQKC2CtjxyxgTfWeZ66IxxmVylwk3vkULTBBYMwH2RiDjBbyMj5AAEUAAAQQQQAABBBBAAIFVCmRuAWMSvzAzJpGXj9SY5deV3848AggggAACCCCAAAIIIIAAApklQDQIIIAAAggggAACCCCwLgR6bdFd8TDUf+5/Zl00RxsIpL1ArEPHtI+hdgVAbxBAAAEEEEAAAQQQQAABBBBAIPMFiBABBBBAAAEEEEAAAQQQQAABBDJfgAgRQAABBBBAAAEEEEAAAQQQQCDzBYgQgfQQyJ8yQ3PmzVer3Kbp0WF6iQACCCCAAAIIIIAAAgjUKgE6gwACCCCAAALrSqBe3bo6dO/ddP7Jx6t1bjM9NvI1XXvng/p93Ph11YWMbseYxPf7eJ4n2XkjI14IIIBAbRcYevsc7X55TP98spmMseNWmRK5pLIyu2Bz92OM3eZmSAistgA7IpD5AvYuMPODJEIEEEAAAQQQQAABBBBAYKUCG8hGY0z0SzRjEvkGEjZhIoAAAggggAACCCCAAAIIIJAQYIoAAggggAACCCCAAALrRKBunbiGHL2v9tm9/zppj0YQQACBCgIsIIAAAggggAACCCCAAAIIIIBA5gsQIQIIIIAAAggggAACCCCAAAIIZL4AESKAAAIIIIAAAggggAACCCCAQOYLECECaSIwacqMqKetW+REORMEEEAAAQQQQAABBBBAAIFqCFAUAQQQQAABBNa5QPOmjTXkiAN02rGHRm3f+uBTuvPxZzVleuJ3ndFKJtUSKCsrk+yP22lJJhkjXggggEA6CkRjmu24MRXHseR6u4kfBKovwB4IbAAC3gYQIyEigAACCCCAAAIIIIAAAisVYCMCCCCAAAIIIIAAAggggAACCGS+ABEigAACCCCAAAIIIIDAuhNo07K5ttqs67prkJYQQACBJQJkCCCAAAIIIIAAAggggAACCCCQ+QJEiAACCCCAAAIIIIAAAggggAACmS9AhAgggAACCCCAAAIIIIAAAgggkPkCRIhAughMnDxNxhi1bpGTLl2mnwgggAACCCCAAAIIIIBArRGgIwgggAACCCCw/gTy2m2kc/9xrI7cb09Nnjpd19zxoJ586Q3NK1iw/jqVhi2XlZVFvyN2XTfGuEy/5EsPvSfd89oCzVtYFq1jggACCNRGAVOWGLdc39x4pqWLbpVkxzg347YZs+xGt4WEQNUEKIXAhiDgbQhBEiMCCCCAAAIIIIAAAgggsBIBNiGAAAIIIIAAAggggAACCCCAQOYLECECCCCAAAIIIIAAAgisB4HS0jLd/8RL+ur7X9ZD6zSJAAIboAAhI4AAAggggAACCCCAAAIIIIBA5gsQIQIIIIAAAggggAACCCCAAAIIZL4AESKAAAIIIIAAAggggAACCCCAQOYLECECaSMwcfJ0tW6Ro3rZddKmz3QUAQQQQAABBBBAAAEEEKglAnQDAQQQQAABBNazgDFSrx6b6MJTT9CeO/bX1z/+oituuUevvz9KRUXF67l36dd8WVlZ1OmfJ0oPv290z6sLNG9BabSOCQIIIFAbBcpMYtxK9s2NY+VTcj05AmsowO4IbBAC3gYRJUEigAACCCCAAAIIIIAAAisUYAMCCCCAAAIIIIAAAggggAACCGS+ABEigAACCCCAAAIIIIDA+hAoLSvV1Gmz9PBTr2rCpKnrowu0iUBaCCz68APNvfVmzTz/nLTob+3tJD1DAAEEEEAAAQQQQAABBBBAAIHMFyBCBBBAAAEEEEAAAQQQQAABBBDIfAEiRAABBBBAAAEEEEAAAQQQQACBzBcgQgTSR2Di5Olqlds0fTpMTxFAAAEEEEAAAQQQQACBWiNARxBAAAEEEECgtggEsZh27d9HF58+WL232FRvfPA/XX7rPfrkq+9VVlZWW7pZK/thjFneCLNa+V7RKQQQWLmAG++XTSvfg60IVFWAcghsGALehhEmUSKAAAIIIIAAAggggAACKxBgNQIIIIAAAggggAACCCCAAAIIZL4AESKAAAIIIIAAAggggMB6EYj5voYcva/q1I3rz3ET10sfaBSBdBCYe/NNmnvn7Vrw4kiVzp+fDl2unX2kVwgggAACCCCAAAIIIIAAAgggkPkCRIgAAggggAACCCCAAAIIIIAAApkvQIQIIIAAAggggAACCCCAAAIIIJD5AkSIQJoIzJ5ToCnTZql1i5w06daQkG0AABAASURBVDHdRAABBBBAAAEEEEAAAQRqkQBdQQABBBBAAIFaJ5Bdp44O2nNnXXjq8WrfuqWefOkNXXvnQ/r5tzG1rq+1qUPGGMn+qJLXClZXUpJVCCCAwLoX2KNXlo4aUKrdNp2vMvtf+R4YwwhW3oP5NRBgVwQ2EAFvA4mTMBFAAAEEEEAAAQQQQACBSgVYiQACCCCAAAIIIIAAAggggAACmS9AhAgggAACCCCAAAIIILD+BJo0aqiLzjxBA7bZcv11gpYRqOUCsQ4dUj0s/vOP1Dwz1ROgNAIIIIAAAggggAACCCCAAAIIZL4AESKAAAIIIIAAAggggAACCCCAQOYLECECCCCAAAIIIIAAAggggAACCGS+ABEikC4CEydPj7raumWzKGeCAAIIIIAAAggggAACCCBQdQFKIoAAAggggEDtFchp3EgnHLqfzhr0d3mepzsff1a3PviUJk1N/E609va8FvSsrKxCJyouVdjEAgIIILDeBfboFdffty/RrpsUSHbAKltmDFvvHaQDGSFAEAhsKALehhIocSKAAAIIIIAAAggggAAClQiwCgEEEEAAAQQQQAABBBBAAAEEMl+ACBFAAAEEEEAAAQQQQGA9C9StE0/14L8ffKY5cwpSy8wggIAUa98hxVA8ZkxqnplqCVAYAQQQQAABBBBAAAEEEEAAAQQyX4AIEUAAAQQQQAABBBBAAAEEEEAg8wWIEAEEEEAAAQQQQAABBBBAAAEEMl+ACBFIG4GJkxNfdtW6RU7a9JmOIoAAAggggAACCCCAAAK1RIBuIIAAAggggEAaCLRr3VL/N+RoHXPg3po5e66uvfMhPTbyNc2Zx98IW9nbV1ZWtrLNbEMAAQRqpYAxRp7nyRgTJS15GWOWzJEhsFoC7ITABiPgbTCREigCCCCAAAIIIIAAAgggsJwAKxBAAAEEEEAAAQQQQAABBBBAIPMFiBABBBBAAAEEEEAAAQRqi8CixYUa9dn3Gn7n4xr716Ta0i36gcB6F4i1a5/qQ/G4sal5ZqojQFkEEEAAAQQQQAABBBBAAAEEEMh8ASJEAAEEEEAAAQQQQAABBBBAAIHMFyBCBBBAAAEEEEAAAQQQQAABBBDIfAEiRCB9BCZOnqamjRsop0nD9Ok0PUUAAQQQQAABBBBAAAEEaoUAnUAAAQQQQACBdBEwRtpq02668LTjNXCXAfp+9O+64tZ79fI7H2pxYWG6hLFO+llWViaX9u9t9NbFJfrs1hy1auqvk7ZpBIGaEpg+c772PvoePfDUZzVV5VqtZ4bt77lXvqSeu9+gfY+9VzNmza/R9saMm6E9jrxbV9/6topLSmu07tpSmTFGxiSS65MxxmXROjfjxjVjEuvcMgmB6glQGoENR8DbcEIlUgQQQAABBBBAAAEEEEBgGQEWEUAAAQQQQAABBBBAAAEEEEAg8wWIEAEEEEAAAQQQQAABBGqNQFY81NknHa5WuTmaMm1mrekXHUFgfQvEOnZMdaF4zJ+peWaqIUBRBBBAAAEEEEAAAQQQQAABBBDIfAEiRAABBBBAAAEEEEAAAQQQQACBzBcgQgQQQACBtBH4+eef1bp1a5166qkqLi5Om37TUQQQQAABBBBAAIFaIEAXEEgjgfwpM9S6RU4a9ZiuIoAAAggggAACCCCAAAK1RIBuIIAAAggggEDaCcR8Xzv17aVLTh+sfj176N1RX+jyW+7VR59/o9LSsrSLp6Y7XFZWJmNMTVe7WvUtWFiop0Z+rYOHPKSeu9+gHrtcH6VtB96sG+58d7XqZCcEaqPA4sXFuuLfb2rUF2N1+uDtdcT+PeX7Nfv1y4XFJSq2qTbGXxN9+j2/WN+ONfpzWlihOmOWjGfJvMJWFhCohgBFEdiABGr2CrQBwREqAggggAACCCCAAAIIpL8AESCAAAIIIIAAAggggAACCCCAQOYLECECCCCAAAIIIIAAAgjULoF62XV10rEHqE/P7qmO/TF2QmqeGQQ2RIFYu/apsIvGjEnNM1N1AUoigAACCCCAAAIIIIAAAggggEDmCxAhAggggAACCCCAAAIIIIAAAghkvgARIoAAAgikj0BhYaGKiorSp8P0FAEEEEAAAQQQQKDWCNARBNJFYNHiQuVPnq5WLXLSpcv0EwEEEEAAAQQQQACBjBQwZsmXEmZkdJkbFJEhgAACCCCAQPoK1MnK0v6776gLTztendttpBGvvqWrb39AP/zyR/oGtYY9LysrkzGJ+1JjbG6TZ9bPV8D+8MtkHTzkIV13+zvKCn0dddDWuuKcPXTE/ltpm63aadHi4jWMNjN3nzd/sS694XU9OfKrzAwwQ6MaO2Gmvvlhoo4/vI+Otsf6oftuqUYN6tRotF07Ndd/nzxJ55+2s2L++jmvazSgZSq75YX5OudhX7e/0yjaYmSinAkCNSVAPQhsSAKZd5XYkN49YkUAAQQQQAABBBBAAIE1EWBfBBBAAAEEEEAAAQQQQAABBBDIfAEiRAABBBBAAAEEEEAAgVou8O7HX+qmu57UfY+/qGkzZtXy3tI9BNaOgJedLa9Zs6jy4rFjopxJtQQojAACCCCAAAIIIIAAAggggAACmS9AhAgggAACCCCAAAIIIIAAAgggkPkCRIgAAgggkEYCPXr00NSpU3XbbbcpFotFPV+0aJEuvvhinXnmmdHy+prUln6sr/hpFwEEEEAAAQQQqOUCdA+BtBGYOHm6CouK1Sq3adr0mY4igAACCCCAAAIIIJCJAu7LVpeN663xo0Wq1Qa8PxyjHAPr6BhYdnysbLmycbSycqxDAAEElhVo0rChjj14H509+EjVyYrrnief1833P6GJk6cuW3TDWC6TjDFuksq1jl/fj56k0y58VlnxmJ6442g9ctuROmPw9hq426Y695SdddOl++nC03ddx71Kj+YWLy7WF9+O18JFxenRYXoZCcyavVAFCwvVsR3PaiKQmpjYYawmqqEOBJYIkCGwQQl4G1S0BIsAAggggAACCCCAAAIIpASYQQABBBBAAAEEEEAAAQQQQACBzBcgQgQQQAABBBBAAAEEEKjtAjv266mD9t5JE/KnKljyB2Bre5/pHwJrQyDo0DGq1stpptI5c6J5JlUVoBwCCCCAAAIIIIAAAggggAACCGS+ABEigAACCCCAAAIIIIAAAggggEDmCxAhAggggEC6CxQXF+uDDz7QzJkz12sotaUf6xWBxhFAAAEEEEAAgVorQMcQSB+BiZOnR51t3aJZlDNBAAEEEEAAAQQQQACBdStgjEl8seoyzf48c7KOeetBUq024P3hGOUYWFfHwPsTf0uNknbUjMZNY+ycTW6DMcZlJAQQQGCNBNq2aqGzBv1dxx8yUPPmz9f1dz+sh597RbPmzFujetNl57Kysmh8df118y7/aHSZznxQ+sctczRjbqlbtdbTgoWFuuW+D9SoYR3ddtWB6tKR312vdXQaWO8Ci4uKVVRUst77kc4dMGWJ+0E3dWOYSxXisWNccnm5bckN5AisUIANCGxYAt6GFS7RIoAAAggggAACCCCAAAJLBMgQQAABBBBAAAEEEEAAAQQQQCDzBYgQAQQQQAABBBBAAAEE0kJgh35b6ZJ/DlKjhvWj/v45bqKuu+0R/ff9zzRp6oxoHRMEMl2g8eVXqtUX36jlf9+R17Bhpodbs/FRGwIIIIAAAggggAACCCCAAAIIZL4AESKAAAIIIIAAAggggAACCCCAQOYLECECCCCAAAIIIIAAAggggAACCGS+ABEikEYCk6bMUN06WWrdIieNek1XEUAAAQQQQAABBBDIDIHyXzpojPuawsyIa4OJgkARQGC9CRhj5P5zHTDGKBpPbe6WSQgggMCaCvTYuIvOP/l47b/7Thr9+1hdedu9Gvnf97VoceGaVp12+0+bK307VvrqtyItLipbJ/3/+oeJ+vanfA06fBu1zG1Q5Tb/HDdDp1/0vLYdeLN67HJ9lLvlsRNmVahj+sz52vvoe/TAU5/pi2/H6+AhD2mr3YZr18Pu0Af/+8NeU1Rhff99b9HDz3yh4uLSVD01UYerrMySvvXhrzrghAeiPvTe6yad9q/nVL7PCxYWavD/PaWLrntNk6fN07lXvSRXrufuN2jIOU8rf/IcV1WUXJmdD7ld4/Nn69/3vB85bLffrfrptynRdlevM0ka7XjQf/Tos19G21Y0ScZ6/5Of6vX3RkdO5et0/bv5vg/k6nLuLnfLbr2r8zv7Xvbd92bd8fDHbrFCKpi/WEef/rhOPv8ZLV5cHG1z+7n9XT2V1RcVshNncfmNb2j7A26L4nQxDb/jXbn97ebV+lm2Tud87pUvaZ7tZ7LC+fMLdfO9H2i3w++M2nXvgzuG3Pvo3s9kuaSbO87csXnC2U/KlXV1XnDNK5ozb1FUNFluqH3f3QqXu7jde5nc5upw28qn9+2xWv59cNtc7M4u2TfXVvn+r6g+Z//kyK+0zzH3RsfhVvZ8cPNPjfy6wnHv6q/qsej6s65TmbEnlG00MbUz9sfdI5aWltrzeulat84YY7fyg0A1BCiKwAYm4G1g8RIuAggggAACCCCAAAIIIBAJMEEAAQQQQAABBBBAAAEEEEAAgcwXIEIEEEAAAQQQQAABBBBIT4E6deJqkdtUr739icaMy08F8eV3o/XTr2P0x9gJqXXMIJApArGN2sqrUydTwlmncdAYAggggAACCCCAAAIIIIAAAghkvgARIoAAAggggAACCCCAAAIIIIBA5gsQIQIIIIBAeglMmjRJ7dq107XXXht13OX169fX+++/r4cffljGmCi99NJL0XY3mTx5sgYPHqwwDKNtrVu31m233aaioiK3OUqufHZ2dlTPGWecId/3tcMOO6igoCD6g8MffPCB+vfvH603xsjV8dRTT0XbXAU11Q9XFwkBBBBAAAEEEECg5gWoEYF0Epg4ebpat8ixnz/4M/7p9L7RVwQQQAABBBBAAIH0FzAm8YzBfQ2hMYl5z/O0cYNcdavfXF3rNVPnuk2Vl9VYeXVItdGAPnFccgys22Ogc50m0bho7Fjpxkv7MFZRkmxm5F7GJHI3T0IAAQTWRMD3PW3fZytdfPpgDei9lT747CtdfvM9ev9/X6mkpHRNqk6rfdfHqPrV9xPUuEEd9ejeqspWb3/0q/5+2qP6Y9x0DT1+Ow2/eKCOP6S3vvspX8ed8bi+Hz1pubq++WGibrn/Qx267xa64PRdVbduqAuveVVPv/i1Lr/pDe2zW3cNu2BvbblZG/377vf0/Ovf1WgdZfaDwEMjPtO5V72kLnnNorbOOXkn/ZU/S4POfjKKpXyD4ybO0tmXvqA2LRvpqnP31DE2vm9+nKjzrn5FBfMXR0UPHriFLj5rdzVpVFd77bJJ5HD5OXvYZwANo/pcvTNmL9BFNt5r/7WP+vfuqDF/zYj2XdXkw0//1CdfjtUL952gD184TZt0zo3aPevHk6LJAAAQAElEQVTSkXrmpW912L5bRu0dsOfmenLk17rA9mvx4mJ17dRcW2zSWqM+G6O5BYsqNPPbmGn6few0DdxtU8XjsSrV5yr4f/buA0COsmzg+DNXc+mQXiCFEggdQui9KEVEAUGUYkFFwPIhIIoVBBtYEFBAqUpXOlKkF6WDSCeEkpBAEkJ6ufLNfy67t5fsJpfk0jb/uM/OzLPPvPO+v313ZpLD2xkz58QPfnl7PP7s2/G1I7fPjrv3LsPib/94Kn5z4QNRvwSfUebIZ4+9PO575PX4/Ke3yto89fg9s/9Wa86ceg4b742fEkd/+6q4Op0je+y4XlZz2rf2juqqijj59JuD95P3NSue98Q8+7+f3hS7br9u/Pz7+8c+u28Y/7z3pTjrD/dk/ezSqTZOPWHP+OJh22R7sGT+8l5miTY+YY35jbf/N444eETWt2M+u22898HU4LVSzTB3/u8nN8Wvzr8v+8wx589I59da6Tz7xXn/irPOTftZ39hq97bMxVY7rICNpvSNIHKHLlzP5VwqoIACCpQWqCj9kq8ooIACCiiggALLTcADKaCAAgoooIACCiiggAIKKKBA+Qs4QgUUUEABBRRQQAEFFFBAAQUUKH+Bdhlhv94948hD9o1f/OC42GKT9fNtPvKf5+P8S26IS66+LZ8bNXpMHH/qr7P46w135vP/uP3+LMdrr7z+Vj5/6pnnZ3mWueRro97JctRef+u9uXTQHjnirTHj8vkTf/S7rP7Hv7o4n3vuf69nOWpvv+fRfP6Sq27N58d/MCmfp4745R+uyOf+8/QL+dr7Hnkqnz/vkuvz+SlTp2f56dNn5nPn/vnaLMfTA489k88/+sR/SWXxq/P/ms/PrW/+P01MmvxRPnfhFTdmdTz9895/5/PP/PdVUln87DeX5vNZIn16973387krrr8jzTQ/Svl//+d/zOpPOf285sL0uZT/1f+4O6vFafTb76WVzY9i/i+8/Ea+9ta7Hm4uTJ8Xx/+JZ17Mt3HPQ0+kezc/ivnPmDk7X/vbC69pLkyfS/mf88er8vWzZ89NKyMmlfC/64H/5Gufeu7lrJanxfG/6Z8P5tt48dU32T2LYv6Fn6Frb/pXVsdTKf+TfnJu1vYPf3khZVmU8r/s2tuyWt7DseMnZLU8sU38/PeXsZlFKf8/Xvb3fBuTP5qa1Zbyf/g/z+VrWc+K06di/rRFHwiOkZZlj1L+9JVaIitMnxgT2wRjTVPZo5Q/ZtRimBWmT6X8eS+oJahJS7MH+5KjrSyRPvEekyM4dprKHvSJHEFfs2T6xDbBnEo3swdzjRyBQZZMn7AhR2CWpoI5zDaBLTkCc3IE6+QIPiPkCN47crTFNsExyBF89sgRzAlyRDF/zqnUEYyVOoJzADmCuUmOwIwchmwTnFvIEcx5ckQpf85d1PJZoo4o5c85kVqCcyW1BNtEoT/nWnJEoT/nZnIE5wz2L+X/aHrOp47gXEQtUcyfawl1BOc46ohS/lyrqCWoIwr9OdeSI0r5c81kf87h1BGl/LkWU0twjaCWKObPNZ464h/ptZ86YlH+p5/9F8qyKPTnGpgl06di/lxDORbBtTUtyx6l/LlGU0tw7aa4lD/XfuoI7gmoJYr5fzBxcv58d/Ffb6YsC+5B2J/g3iRLpk/F/Lm3oY7gnictyx6l/Ll3opZlVpg+lfKnPWoJjpOWZg+2iUJ/+kmOKPRnXOQIxksDpfzxoo7AkVqimD/vA3UEr1NHsB85gvbIEbzP5AiOT47+sE3QT3JEKX/GSy1BHYEL2wRe5AjmMTkCX3IE7uRYsk3w+SBH8L6RI2iPHMFxyBF8/sgxH9gmCv3pPzmCcVFLMF5yxHYdXgvi9nv/w2YWTz7/anzzR+fHcd//ffzr4aezHE+/vfj6OOakX2fx0bx72GnpPWwud86FLfew9z7yTFbHaw/9p+Ue9sxz/5rP5/wnfvhRPnfepS33sLfd8+98/qm0T/SB+MEv/5LPs028M/b9fO6Sa1ruYa+79f58/qXXWv4OcdIZf8zy3/5Ryz3sK2+8k+Xo89U330uzWVx5w935/Ki33styPB3//d9l+e/9vOXvEM+/9EaWo40b/9lyD3vhlbfm8+Peb/k7BHXEGb+7giaz+PfTL+Zr73yg5R62mD/XYfYnfnVByz1sKf9fnHdVvm2uPxywlP8d9/0nX1vo/6NfX5rPsz9Ryv+G2x/M177wSss9bDH/198ck6/92z9a7mFL+X/jB+dm9d89s+Uedkn9f/qbyxhGFqX8z/3L37PjYf1hwT0s20Sh/wOPPZevZT1rOH0q5k9b7E9wjLQsexT6P/Hsy1mOp2L+/DJi9icuvqrl79al/DGjFkPaJOb5Z/0u9GedWoIaagn2JUdbbBO8x+QIjk2OoE/kCPpKjmCbKPRnrOQIDKgjsCFHYEaOOcw2gS05AnNyBOvkCN4jcgSfHXK0xTbBMcgRfPbIEcwJcgR9JUewTTAmtgnGSo7gHECOYG6SIzAjhyHbBOcWcgRznhxRyp9zF7V8lqgjSvlzTqSWoK/UEmwTzCm2iVL+nJupJThnUFvKn3M+dQTnImqJYv5cS6gjOMdRRyyOP+dU9ic417I/Ucqfcza1nMOpI0r5cy2gluAaQS1RzJ9rDHUE1x7qiEJ/zpXkCOqIQn/OteQIroHUEcX8uYZSR3BtpY4o5c81mlqCaze1pfzveeip7FxA7aNPvkBpFlyryBFZIn0q5X/zXY/m23jmhdfTyuZHMf/R747L1152Xcu/A5byP/Gn52f1LJtbjSjlT3v0lyjmzz1Fro1S/hdcfnN2PNp4f8LkrLyUP17UEThmxelTMX/eB+oIXk/Lsgf7kSNoL0umT7zP5Ih0M3vQH7YJ+pkl06dS/oyXWiItyx6l/JnH1BH4ZsXpE+7kWKab2YPPBzmC9y1Lpk+F/hwnTWUP6gj6kyXSJ+YJOYL+p6nswbjIEYw3S6ZPbBPMy3Qze+BFjsAxS6ZPnF/IEcz7NBWl/DlvUUfweaKWKPTn/SdHf6gj6Cc5gs8vOYJ5RY5gvOQItgnmJdsE5wtyRCl/zvvUch6ijijlz/WEWoLzHLUE5z9yfB7ZJkr5c16lluDzTi3BNlHoz/WSHMF5nDqimD/XYeoIrg/UEaX8uc5TS3D9oZbrEdsE50lyRCl/zrfUEtQRpfy5j6GO4PpKLVHMn/sj6giu29QRpfy5/lNb6M99AjmC6xf7E4vy576EOqKUP/c3tEtw30NtKX/um6gjWKeWWBx/7t/Yn+C+gv2JYv7cl1BHFN5DlfIvdg9Vyp/3gnYJaugDkfOnLbaJUv70if0J+kotwTZR6M9YyREYUEcU82cOU0dgSx2BOTmCdXIEnxFyBO8dOd5LtgmOQY7g2OQI+kSOoK/kCLYJxsQ2wVjJEcxBcgQ25AjMyGHINsG5hRzBnCdHlPLn3EUtbVFH8BkjR/DekyPoEzmCvpIj2CaYU2wTjJUcgQE5gnMDOYJzBrlS/pzzqSM4F1FLFPPnWkIdUejPuY8cwWeS/Yli/pxTqSP4rFNHlPLnnEEt53DqiFL+XIupJbhGUEvk/DmXsU2U8ueaxP4E50pqCbaJQn+udeQIzsHUEcX8uYZSR3BtpY4o5c89ErUE125qC/25xpAjSvlzrWJ/gjqilD/3INQRXBupJYr5c29DHcE9D3VEKX/unahlSR3BPRY5gms/OWJR/txTUEeU8ufehHYJ7lmonc+fVBal7qGK+fM+0CZR6M+9FzmC9rKG06di/vSHOoJ+pmXZo5Q/46WWyArTp1L+OFJH4JuWZg/cybHMEukTr5Mj2C9NZQ/eT3IEx8mS6RPbBP1JN7MH84QcQf+zZPrEuMgRjDdNZQ+2CVyyRPqEFzkCxzSVPfAlRzDvSRb68/6QI9iPOoL2yBF8zsgRvP/k6A/bBP0kR/D5JUcwr8gRjJccwTbBeYFtgvlKjsCRHIEvOYLzDjnOQ2wTnJ/IEXxuyBGl/Dn/UcvnkTqilD/nVWoJPu/UEmwThf6cr8kRnEeoI4r5cx2mjuD6QB3BdYMcwfmMHFHMn+sRdQTnSeqIUv6cb6klqCNK+XMdpY7g/E4tUcyf+yPqiEJ/rufkCK4z7E8U8+c+gTqC6xd1xKL8uS5SR5Ty5/pKuwT3PdQurj/3WexPcP2njVL+3D9QR3BfQS1RzJ/7EuoI7leoI0r5c99DbeE9VKE/903sT5TyZ1/aoC3qiFL+9Ilagr5SS7BNFPozVnIEBtQRxfwxpI7AljqC+1ZyBOvkCGrIEexLjveSbYJjkCM4NjmCPpEj6Cs5gm2CMbFNMFZyBHOQHIENOQIzchiyTTC3yRGYkyN4L8gRvEfkCPYlR1tsE3zGyBG89+QI+kSOoK/kCLYJ5hTbBGMlR2BAjuDcQI5gzpLDkG0CW3IE5xxyRKE/5yhyBJ8dakv5c+6jjuAzSS1RzJ9zKnUEn3XqiFL+nLOp5RxCHbG4/lw7aINzGfsTpfy5JlFLcK6klmCbKPTnWkeO4BxMHVHMn2sodQTnduqIQn+uBeSIYv5cy9mf4BpDHVHKn2sVtQR1RCl/7kGoI7g2UksU8+fehjqCay51BNcCcgTXaHLF4oADDogrrrgihg0bFjvttFNcd911WWy55ZZZ+VtvvRU777xz3HrrrfHrX/86e23fffeNE044IU466aTsl0JnhekTv1j41FNPjU022STmzJkT999/f3Tu3Dmefvrp2H///aNjx45x+eWXx5VXXhm9e/eOww8/PG655ZZ0z4j26kepe6hi/qXuoUr5F7uHKuVfeA9V6M+9K+8Jy2zg6RP3WOQI9ktT2YP3kxzBcbJk+sQ2QX/SzezBPCFH0P8smT5xb0iOYLxpKnuwTeCSJdIn7jnJETimqezBPSo5gntXkizZJnidHMF+5AjaI0fwOSNH8PkjR3/YJugnOYLPLzmCzzU5gvGSI9gmOC+wTXC+IEfgSI7AlxyBOzmWbBO8P+QIPjfkiFL+nP+o5fNIHVHKn/MqtQSfd2oJtolCf87X5AjOI9QRnF/IEZx3yJXy57xFHcH5jFqimD/XI+oIzpPUEaX8Od9SS1BHlPLnOkodUejPeZ8c1wH2J0r5cz2nluA6Qy1RzJ/7BOoIrl/UEYvy57pIHVHKn/sb2iVy/lyH2Sa4PrA/Ucqf6zy1BNd/akv5c/9AHcF9BbVEEf/gvoQ6gvsV6ohCf66v5Ihi/twfsT/BfRN1RCn/YvdQpfzpE+0S9JV2CbaJQn/GSo7AgDqi0J/7HnKl/LlvYn+CdWqJYv60RR3BMagjODY5gj6RI+grOYJtgjGxTTBWcgRzkByBDTmC+05yGLJNlPLnvaCWoIZagn3J0RbbBO8xOYL3nhxBn8gR9JUcwTbBnGKbYKzkCAzIEZwbyBGYkWMOs01gS47AnBzBOjmCzwg5gveOHG2xTRT6c+4jR/CZpJYo5s85lTqCzzp1G67eZgAAEABJREFUxOL4c25hf4I5z/5EKX/OXdTyWaKOKOXPNYlagnMltQTbRKE/1zpyBOdg6ohCf84Z5Er5c85nf4JzEbVEMX/OZdQRXGOoI0r5c62ilqCOKOXPPQh1BNdGagmumeQ4h7NNlPLnWkwtwTWCWqKYP9cY6giu/dQRi/LnnoI6opQ/9ya0S3DPQi33MGwTXFvJEaX8uUeiluDaTW0p/1L3UMX86Q9tEvSTdolS/oyX2kJ/7i3JEdzzsD9Ryp97J2pZUkeU8udc9JNzLgs+m2+PeZ/SFRJj3vsg+vftsUKO7UEVUEABBRRQQIF2FLApBVZJAX5WkETS3Pckid36DItbdvxa/H2bL8Y1W34+/rbZYXHlpp+JyzY6KC7Z8FPxl2GfzOKSDQ7Mlrltl80uOujgHCi/OZCd79Jz3qXDPx1XbHJIXLX5Z+PT/TeNiorKqKqqisrKyoj0/Bn8aYrs57FJkrBlKKCAAu0i0KG2Jj651y5x2vFfjg3WHRz/uOveOPO8v8SzL77aLu2vTI0kSdLcnXmL9KSaPtKTa3M2cul5m8ts8f6EadG7R+fo2qVDm44x7oOpce4lD8dmG/aPqy84Mj574Jax187D4pjPbxd/O/+I6N6tLi647JGY/0vQX37j/Tjj5H3i4P02y+KsU/fPjnf2hffHN760cxx58Ij4+K4bxI9P/FgMWbtHPPjvUZH7IvisMH1amjZeen18/Plv/4njjtoxzvru/tmx6MsFZx4cneqq4/pbn0uP0PJ4Oa3/wmHbxAlf3CkbH8sjD9k6Xnx1XLzw8riscNMN+sUu264TnTrWxHpDemV1u22/bnRLLR99cnTMmjU3vnv8HrHvHsOz452ejv+U43bP9l3U05Sps+Ib6bE7darJl16X9vF/r4yL835+cHz1iO2z49GvH/3fx+I/z74dz7wwJmprq2K3HdaLl1LvF18Zn9+XlbseeCV6dO8UW24ykM1oS3sRkdXuudP6ce2fjorc+/2Db+4du26/XjzyxJsxcVLz76/LCtvwNGnyjPjpOXdlc4U5c0w6d5hDn9pnk/jlDw6IHmt0ivqGxrjwysdiwqRpceEvPxOnHLdHNl5qLv/95+JT+2wal137RLzx1oRWR3z+pbFx+kn7xBEHjcjq6SdtP/HM2/HOux9mPjtsPSQ233hAth9LXue9zBJtfBr97qR4NvX+3EFb5Y/FOP5y9mGxRveOJVvB/Inn3o5fnPaJ9POwbzYvmB/nnXVwfOPLO8ct9/wv/vNMy+8loaG2zEXqlnfss3WHOGLnxthro2nBCYu/bxOR/kmSJH32oYACCijQVoGKthZap4ACCiiggAIKLDsBW1ZAAQUUUEABBRRQQAEFFFBAgfIXcIQKKKCAAgoooIACCiiggAIKKFD+Au07wurqqqjrUBu5P9845jPxh7O+E8d/6eBcKrp16xz77rF9FptuuG4+v8F6g7Mcr/VYs3s+v8dOW2d5lrlkjzW7Zjlqh68/JJcO2iNHdO/SOZ/fe9dts/pdd2j+pbS80Lf3mlmO2vWGrkUqi803Xj+f79yxLsvxRB2xw8jN2MxiQL/e+doha/XPcjyN3Hx4Pl9b0/x/8qiuqcrnttliI8qyGLRW33x+rQG9sxxPO2y9aT5fXVVFKjrUdsjnttp0gyzH07pDBubzffu0/JKqnbfbvDm/5w6UZdG1c6fmXPoebLrhelmOp5L+O47I6vfcZWvKsijlv/GGQ7NanLqn73NWnD4V8+/ds8V//XXWTquaH4vj379fr/zx1lm7+f/0QStF/asr87XbjVi0/3Zbb5yvr62tptnS/oMG5mv79e2Z1fK0WP7rDsq30avHGuyexR5F/Nfo3iVfu9EGQ7I6nkr577XryKx+tx22oiyLUv6bDW+Z/107tfyfXXhPiR232Tzbn6dS/ltttmF2POpra2spjeoS/msN7JOvZT0rTp+K+dMWbRIcIy3LHuuW8Kev1BJZYfrEmNgmGGuayh4blPDHjFoMs8L0qZQ/7wW1BDVpafZgX3K0lSXSJ95jcgTHTlPZgz6RI+hrlkyf9k0/w+SYU+lm9mCukSMwyJLpEzbkCMzSVDCH2SawJUdgTo5gnRzBZ4QcwXtHjrbYJjgGOYLPHjmCOUGOKObPOZU6grFSR3AOIEcwN8kRmJHDkG2Ccws5gjlPjijlz7mLWj5L1BGl/DknUktwrqSWKObPuZY6opV/em4mR3DOZv+S/uk5nzqCawG1RFH/9FpCHcE5jjqilD/XKmoJ6ohCf8615IhS/lwz2Z9zOHVEKX+uxdQSPdJrNLVEMX+u8dQRXHuoI0r577/Xjtl5Yuftt6Asi1b+6TUwS6ZPXBtpl8j5cw1lm+DampZlD6655IhCf67R5Aiu3RRzLWebKPTn2k+OGJDeE1BLFPPvWNdyDd9yk2GUZcE9CPsT3JtkyfSpqH96b0MdsWnBPVQpf+6dqGWZNpk9SvuvmzlTX3gPVdS/4B6Ke5Cs4fSJcbE/wXjTVJTyx4s6AkdqiWL+vA/UEbxOHcF+5AjaI0fwPpMjOD45+sM2QT/JEaX8mW/UMn7qCFzIEYX+zGNyBL7UEriTY8k2weeDHMH7Ro6gPXIExyFH8Pkjx3xgm2CekCPoPzmCcZEjGC854p36HkGsN3ggm1n0T+8XP75reo+9+zYxdO2We9httxwen9hr+yw6pOcdimvSe9hcbrutNiKVxZC1+2Z1vDZoYMs97E4jN83nc/51HTrkcyM33yDbn6f1hg7M5/ulfSJH7LbDFln+wI/tyGYWXbt0ynIcb/ONWu5hh68/OJ/vWfB3iL13HpHlP7Zbyz1sz/T8xP7ExsNa7qE2HT40qyW/RvfO2fF42nf3bbP8HjtuyWYWfXqumeWo3WDdtbMcT1ttun4+37lTXeT+UEfsvE3L3yEGpvew5Ih1B7Xcwxbz5zpMHbHD1ov232Hkxvl+cP2hHyX90zlBu0Qr/+03z9o4YO+Cv0OU8l9vUFZLG70L7mGL+a+5Rpd87SYbLtp/n91HZvV77tRyD7uk/rts23IPW8p/5BYbZsdjLB0K7mHZJgr9B63VJ1/LOs5EMX/aYn+CY1BHrFfg37/g7xC7FfPv3DF/vC03Xp/dsxhewh8zjodhVpg+Nfs3f74L/VmnlqAmLc0e7EuOtrJE+sR7TI7g2Gkqe9AnckTXtK9ZMn1imyj0Z6zkCAzSsuyBDTkCM5LMYbYJbMkRmJMjWCdH8B6RI/jskKMttgmOQY7gs0eOYE6QI+grOYJtgjGxTTBWcgTnAHIEc5McgRk5DNkmOLeQIzjnkCNK+XPuopbPEnVEKX/OidQS9JVags8wOeYU20RJ//TcTC3BOYPakv7pOZ86gmsBtURR//RaQh3BOY46YnH8OaeyP8G5lv2JUv6cs6nlHE4dUcqfawG1BNcIaoli/lxjqCO49lBHtPJPz5XkiGL+nGvZn+AaSB3BtZEckfPnGso2wbWVOoJrLjmi0J9rNDmCaze1XMvZJgr9ufaTI9bq35vSLLhWkSOyRPpUyn/YOmvlz0v90nvDtDR7FPPv3rVzvnbz4S3/DljKf+/035/oA8us0fSppH/aHrUE9wppafbgHoIc9xRZIn0q5b/1ZsPy/evUsUNaGdk9LPsThf54kSNwzIrTp2L+vA/UEbyelmUP9iNH0F6WTJ84Djki3cwe9Idtgn5myfSplD/jpZbxp2XZo5Q/85haAt+sOH3CnRzLdDN78PkgR/C+Zcn0ifeTHMFx0lT24Pjk6E+WSJ+YJ+QI+p+msgfjIkcw3iyZPrFNMC/TzeyBFzkCxyyZPjG/yRHM+zQVpfz53FBH8Hmilij05/NHjv5QR9BPcgSfX3IE84ocwXjJMX62CeYlOYLzBTmipP8yuoct5c95lb4RfN7pG8E2UejP9ZIcwXmcOqKYP9dh6giuD9QRpfy5zlNLcP2hlvMh2wTnSXJESf9i91DpeZn9iVb+Je6huO5Sy3WAYxHcH5EjuG6TI7iekyO4zpAjuP6T43zINsF9AjmC6xc5YlH+3JdQR5Ty5/6Gdgnue6gt5c99E3UE69QSi+W/Ct7DlvLnvg4LovAeim2i0L/kPVSRv0Mwh9mfwBZjAnNyBOvkCD4j5AjeO3K8l2wTvMfkCO6fyRH0iRxBX8kRbBOMiW2CsZIjmIPkCGzIEe15D0tbtEmUuoelT/SBoK/UEsXuoRgrdQQG1BGcG8gRnDPIlfRfwnvYQn/OfRyL4DPJ8Yhi/pxTqSP4rFNHlPLnnEFte9/DlvLnnMjxCK5V9I0o5s+1jjqCczB1RDF/rqHUEVxbqSO45pIjuBaQI7hHIkdw7SbHtZxtgmsMOaKUP9cqagnqiFL+3INQR3BtpJYo5s+9DXUE9zzUEdwLkSO4RyJHcO9EjiXbBPdY5Aiu/eSIUv7cQ1DLPQV1RCl/7k2oJbhnoba1/6aksih1D1XMn/eBNolCf+69yBG0lzWcPhXzpz/UEfQzLcsepfwZL7WMPytMn0r540gtgW9amj1wJ8cyS6RPvE6OYL80lT14P8kRHCdLpk8cnxz9STezB/OEHEH/s2T6xLjIEYw3TWUPtglcskT6hBc5Asc0lT3wJUcw70kW+vP+kCPYjzqC9sgRfM7IEbz/5OgP2wT9JEfw+SVHMK/IEYyXHONnm+C8QI5gvpIjcCRH4EuOKHYPxeeDOoLPDXVEKX/Of9TyeaSOKOXPeZVags87tQTbRKE/52tyBOcR6ohi/lyHqSO4PlNHcN4iR3A+I0cU8+d6RB3BeZI6oqT/criHLfQvdQ9bzJ/7BMZBcP1iHMSi/LkuUkeU8uf6SrsE9z3ULq4/91nsT3D9p42S/ivJPWwp/9zfIQrvoUr5l7qHwoEo9C95D9Ue97BFfg7Be0kfCN5j3hOC+zdyBH0iR9BXcgTbBPeFbBOMlRzBHCRHYEOOwIwchmwT/P2MHIE5OYK/z5Ej+HseOYJ9ydEW20Speyj6RC1BX6klit1DMVbqCAyoIzg3kCOYs+SYw2wTzG1yBOcccsSS/h2Ccx/7E3wmaZco5s85lTqCzzp1RCl/ztnUcg6hjlhcf/7+TRtcS9ifKOXPNYlagmsVtUQxf6511BGcg6kjivlzDaWO4NxOHVHoz7WAHME1glqCcxc5ruVsE1xjyBGl/LlWUUtQR5Ty5x6EOoJrI7VEMX/ubagjuOZSR3AtIEdwjSZXLDbccMM48MADo2/fvjFkyJA4+OCDsxgwYEDU19fH6aefHg0NDfHYY4/FN77xjey1Cy+8MM4888y44oor4uWXX843O3PmzNhyyy3ji1/8YvMXU8x7pSb9mcEll1wSd955Z3zuc5/L4tprr40ePXrENddck/1y9fbqR6l7qGL+pe6hSvkXu4cq5d/6HqrrPIkI7l15T1jmktxjkSPYL5fn/SRHcJxcnns4cvQnl2OekCPofy7PvSE5gvHm8mwTuORy3JlLnVwAABAASURBVHOSI3DM5blHJUdw70qeJdsEr5Mj2I8cQXvkCD5n5Ag+f+ToD9sE/SRHrLcs/1uCoj+H6Jr/WQGfG/pAlPLn/Eef+TxSR5Ty57xKLcHnnVqCbaLQn/M1OYLzCHUE5xdyBOcdcqX8OW9RR3A+o5Yo5s/1iDqC8yR1REn/JbyHZX7TLsF5n+NxHWCb4PxEjij053pOjuA6Qy1RzJ/7BOoIrl/UEYvy57pIHVHKn/sb2iVy/lwH2Ca4PrA/Ucqf6zy1BNd/akv6t/keNoL7EtokuF+hXYKf55MjuL6SI4r5c39EHbFJO/+3HPSJdgn6Sh8ItolC/5L3UEXuYUv5c99EuwTrHIso5r+y3MOW8ue9YBwENYyDWJH3sJjRB+Yw/SKwJUdgTo5gnRzBZ4QcwXtHjrbYJviMkSM495Ej+EySI5gr5Ai2Cc6pbBN81skRnAPIEZwbyBHc95PDkG2Ccws5gnMOOaKUP+cuavksUUfwGSNH8NkjRyyre9iS/kv47+BcY+gvUcqfaxXjI6gjSvlzD0IdwbWRWoJrJjnO4WwTpfy5FlBLcI2glijmzzWGOqLVPdRG6+Wv7YV/hyh6D9WnR76WayDHIrg3oV2CexZy3MOwTXBtJUdwzSVHcC0gR3CPRI7g2k2OawnbRKF/qXuoYv70h/0J+km7RCl/7hmpLfTn3pIcwT0P+xOl/Ll3pZYldUQp//WGDIwha/eLOfVzo6IioTSLv/7jnnj59bez9WX99N74iTFl2owYUPDf5S3rY9q+AgoooIACCiiwbARsVYFVUyBJkuzf/ZMkCf5XWVEZVZVVUV1VHdXVNfmoqa6N2toOUduhLmrTZU3NvO10nW0jtdEiajWIWg2itkwMOuTOd7nx1HQIzn25c2NNdU1wzkzSs2dFUhFJkmQXgiRpPq9mGz4poIAC7SiwRrcuceSn94uTvnJk+rPHTnHJdTfH2RddGW+PHdeOR1n5msp9eTY9a+JpOUWHuur0vriiTUd7+vl34t2xk+OIg0dE5061rfbp16drHLD3xvHiK+OCL0gvfHGrTQfGWv1bfmfVwH7dYvDANWLYkF4xcouW34uwZvdOMWzd3jHu/SkxfdbcwiZiadr410OvRsd0nHvvOiy9jrU0269Pt9hog37x+ugJMWPmnPwLm6S57bcanN9OL3kxYpPm3wE3febsfL7USq81O8fM2XPj8affiobGlncz93OZUvvl8hhgkdueMm1W3JuOYdutBsXw9frk0tlyi40GxBpd6+Kl18dn29uPGBy9e3SO+x59Pf37T5aKiR9Oj8efeTu2HzEkeqWvtb29SN1q4tADtsiWza1FVFVVxCYb9oup02bHxMkzcuk2LZ9/aWy8NWZSfOdru0W/dM4U24n3/9En34y9d9kgNh7Wr1UJxz5o/82ivr4xHntqdKvXthsxuFU9tSM2Xztmz65fYD612nExN5j7HTvWxBPPvR0fTZ2V35vjVRb8DCr/QrqSMx+x6Vqx08ihaablwfzad/fh0adnl7jnwVdbXkjXlnYupk0sk8c+W9fG53ZpiL03mh7R1HKIJPH+sEXDNQUUUKBtAhVtK7NKAQUUUEABBRRYhgI2rYACCiiggAIKKKCAAgoooIAC5S/gCBVQQAEFFFBAAQUUUEABBRRQoPwFltMI+/bqkT9SjzW6xb57bp/FJsPXyec3XG9wluO1nmt2y+f33GnrLM8yl1yze0sbw9cfkksH7bE/0a1r53z+Y7ttk7Wx6/Zb5nN9eq2Z5ahdb2jz//mDF7fYZP18vlOnOlJZUEfsMLLlSxMG9uudrx28dsv/kWHrLYbn87W11dn+NdXV+dzILTfKcjwNHtgvn1+rf8v/+WP7rTfJ56kjOtbV5nNbbbYBqSzWHTIwn+/Xu8V6p203b87vsV1WxxO/xIxxEJtt1PLFa6X8d99xRNbGXjuPZPcs1izhv/EG62S1tN29W5eslqdi/r17rpGvXX+dlv+T0OL4D+jbK9/GkEH9OVQWxfyrq6rytdtsuXFWx1Mp/+22arv/0MED8m3379OTZrNYHP9h6w7Kt9GrR/dsf56K+a/RvWu+dqNhQynLopT/3rs0z//ddtgqq+OplP/mG6+Xb7tzwZd38p4SO26zWeT+lPTffMN8G3UdarLyUv6DBvTN17KeFadPxfxpiz4QW6fHSMuyx9AS/vSVWiIrTJ8YE9sEY01T2aOUP2bUYpgVpk+l/HkvqCWoSUuzB/uSo60skT7xHpMjOHaayh70iRxBX7Nk+rRv+hkmx5xKN7MHc40cgUGWTJ+wIUdglqayB9sEtlkifcKcHMF6msoefEbIEbx3JGmLbYJjkCP47JEjmBPkiGL+nFOpIxgrdQTnAHIEc5McgRk5DNkmOLeQI5jz5IhS/py7qOWzRB1Ryp9zIrUE50pqiWL+nGupIwr9OTeTIzhnsz/BNlHozzmfHMG5iDqimD/XEuoIznHUEaX8uVZRS1BHFPpzriVHlPLnmsn+nMOpI0r5cy2mluAaQS1RzJ9rPHUE1x7qiFL+H9992+w8sct2W1CWRaE/18AsmT4tyn/79NqalmWPUv5co+kbwbWb4lL+XPupI7gnoJYo6t+xQzYOarfcdBhlWXAPQo7g3iRLpk/F/Lm3oY7gnictyx6l/Ll3opZlVpg+lfKnPWoJjpOWZo9i/vSTOqLQn3GRI/gFo1kD6RPbRKE/XuQIHNOy7FHMn/eBOoLXs8L0if3IEbSXprIHxyFHZIn0if6wTdDPNJU9Svkz36hl/Flh+oQLOQKvNJU9mMfkCHyzZPqEOzmW6Wb24PNBjuB9y5LpE+2RIzhOmsoefP7IMR+yRPpU6E//01T2YFzUEow3S6ZP79avGcR6QwekW82P/n16xD67bR377bFNDFm7b3MyfeYXyh6w9/ZBMO/TVODPNsEvpCVHDFmrX1ZHfu0BLfewO22zST5PHcH5kDpi681b7mHXHzowX0ufqCV232GLLL/fntuymUW3Lp2yHG1ssXHLPexG6w/O53v16JbV8rTXziOy/Md3bbmH7ZH+PYT9CX5RLXXEphuuk9WSX6PgHnbf1Iccv4CYOqJPrzXytfzCaHIEv0iaWoJfcEyOYJvYedvCv0P0yrexzuCWe9hi/lyH2Z/YfsTGNJlFKf8d0/MctURWmD6V8l93yIB8Pwr9d91+8yz/ib1a/g5Ryn/D9QZltRyvd8/u6dGaH8X810zvYakjNtmg5R62lP8+6d/hqOUXcDe3GrGk/rtst1muieAXhNMuUei/zRYb5sdSV3APSx1R6D94YN98Leu5xov50xb7ExwjV1voP6DgFw0X8++S3pezP7HlJuvlmohS/phRi2GuOPOf9/ku9GedWoKaXD37kqOtXI73mBzBsXN5+kSOoK+5PNtEoT9jJUdgkKvFhhyBWS7PNoFtLoc5OYL1XJ73iBzBZ4c8bbFNcAxyBO89OYI5QY6gr+QItgnGxDbBWMkRnAPIEcxNcgRm5DBkm+DcQo5gzpMjSvlz7qKWzxJ1RCl/zonUEvSVWoLPMDnmFNtEKX/OzdQSnDOoJdgmCv0555MjOBdRRxTz51pCHcE5jjpicfw5p7I/wbmW/YlS/pyzqeUcTh1Ryp9rAbUE1whqiWL+XGOoI7j2UEcU+nOuJEcU8+dcy/7E+uk1kDpiUf5cW6kjSvlzjaZdgms3taX8hw5quYav1b83pVlwrWJ/IkukT6X8h62zVv482Lf3mmll86OYP780njaJzTZq+XfAUv4f22XrrG2Wza1GlPKnPdolCv25hyDHPUWujVL+IzYblh2P+sJ7KLaJQn+8yBE4xrw/xfx5H6gjeH1eabAfOYL2cnmOQ47I5egP2wT9zOVL+TNeahl/rraUP/OYWgLfXD3u5Fjmcnw+yBG8b7l8oT/HyeU5PrX0J5djnpAj6H8uz7jIEYw3l2ebYF7mcniRI3DM5Tm/kCOY9+RL+XPeoo7g80QtsTj+fH7Zn2BesT/BeMkxfrYJ5iU5gvMFOaKUP+d9ajkPUUeU8ud6Qi3BeY5agvMfOT6PbBOl/DmvUkvweaeWYJso9Od6SY7gPE4dUcyf6zB1BNcH6ohS/lxnqCWoI7gesU1wniRHlPLnekct51/qiFL+3MdQS3B9pZYo5s/9EXUE123qiFL+XP+pLfTnPoEcwfWL/YlF+XNfQh1Ryp/7G9oluO+htpQ/903UEaxTSyyOP/dv7E9wX8H+RDF/7kuoIwrvoUr5F7uHKuXPe0G7BDX0gcj50xbbRCl/+sT+BH2llmCbKPRnrOQIDKgjivmTp47Alm0Cc3IE6+QIPiPkCN47cryXbBMcgxzBsckR9IkcQV/JEWwTjIltgrGSI5iD5AhsyBGYkcOQbYJzCzmCOU+OKOXPuYta2qKO4DNGjuC9J0fQJ3IEfSVH8Bkmx5xim2Cs5AgMyBGcG8gRnDPIEWwThf6c88kRnIuoI4r5cy2hjij059xHjuAzyf5EMX/OqdQRfNapI0r5c86glnM4dUQpf67F1BJcI6glcv6cy9gmSvlzTWJ/gnMltUQxf6511BGcg6kjFuXPtZU6opQ/90i0S3DtprbQn2sMOaKUP9cq9ieoI0r5cw9CHcG1kVqimD/3NtQR3PNQR5Ty596JWpbUEdxjkSO49pMjSvlzD0Et9xTUEaX8F3UPtVP673PsT5S6hyrmz/tAH4hCf+69yBG0R7tEMX/u6agj6Cd1RCl/xkst46eOKOWPI7UEvtQSuJNjyTbB6+QI9iNH8H6SIzgOOYLjk6M/bBPME3IE/SdHMC5yBOMlR7BN4MI2gRc5AkdyBL7kCOY9uUJ/3h9yBPtRR9AeOYLPGTmCbYL+sE3QT3IEn19yBPOKHMF4yTF+tgnOC+QI5is5AkdyBL7kCM475DgPsU1wfiJH8LkhR5Ty5/xHLZ9H6ohS/pxXqSX4vFNLsE0U+nO+JkdwHqGOKObPdZg6gusDdQTXDXIE5zNyRDF/rkfUEZwnqSNK+XO9o5bzL3VEKX+uo9QSnN+pJYr5c39EHVHoz/WcHMF1hv2JYv7cJ1BHcP2ijliUP9dF6ohS/lxfaZfgvofaxfXnOs/+BPsTpfy5f6CO4L6CWqKYP/cl1BHcr1BHlPLnvofawnuoQn/um9ifKOXPvrRBW9QRpfzpE7UEfaWWYJso9Ges5AgMqCOK+ZOnjsCWbYL7VnIE6+QIasgRbBO8l2wTHIMcwbHJEfSJHEFfyRFsE4yJbYKxkiOYg+QIbMgRmJHDkG2CuU2OwJwcwXtBjuA9IkewLznaYpvgM0aO4L0nR9AncgR9JUfwGSbHnGKbYKzkCAzIEZwbyBHMWXIE2wS2bBOcc8gRhf6co8gRfHaoLeXPuY86gs8ktUQxf86p1BF81qkjSvlzzqaWcwh1xOL6c+2gDc5l7E+U8ueaRC3BuZJaopg/1zrqCM7B1BGL8ufcTh1R6M+1gBzp7LSaAAAQAElEQVRRzJ9rOcciuMZQR5Ty51pFLUEdUcqfexDqCK6N1BLF/Lm3oY7gmksdwbWAHME1mtzixttvvx233XZbHHbYYTF48OD87kmSxJ577hkzZ86M119/PZ9nZffdd48kaf4yCraJTTbZJA466KBW+X79+sXw4cNjzJgxMX36dMpKxuL0o9Q9VDH/UvdQw0r8O3ixe6hS/oX3UIX+3LvynrDMDZh7LHIE++XyvJ/kCI6Ty3MPR47+5HLME3IE/c/luTckRzDeXJ5tApdcjntOcgSOuTz3qOQI7l3Js2Sb4HVyBPuRI2iPHMHnjBzBNkF/2CboJzmCzy85gs81OYLxkmP8bBOcF8gRnC/IETiSI/AlR+BOjiXbBO8POYLPDTmilD/nP2r5PFJHlPLnvEotweedWoJtotCf8zU5gvMIdQTnF3IE5x1ypfyHLMP/loPrHX3g/EsfiFL+XEepJQr9Oe+T+/hK8t9ycF1kHEQpf+5v6DOR8+c6zDbB9YH9iVL+XOepJagjuB9gm+A6RY7g/oEcwX0FOWIB/zTJfQl1BPcraSp7FPpzfc2S6VMxf+6P2J/gviktyx7cT5EjuM5nyfSp2D0U92nUEdw/pGXZgz6RI+hrlkyf2CYK/RkrOQKDtCx7FPpz30OylD/3TexPsE4tUcyftqgjOAZ1BMcmR9AncgR9JUewTTAmtgnGSo7AgByBDTmC+05yGLJNlPLnvaCWoIZagn3J0RbbBO8xOYL3nhxBn8gR9JUcwWeYHHOKbYKxkiMwIEcwN8kRmJEj2CawZZvAnBzBOjmCzwg5gveOHG2xTRT6c+4jR/CZpJYo5s85lTqCcy11xOL4M7fZn2DOsz9Ryp9zF7V8lqgjSvlzTaKW4FxJLVHMn2sddQTXQOqIQn/OGeQI6ohC/1XxHraUP9dixkdwjWbMRDF/rjHUEVz7qSNK+XMPQS33FNQRpfy5N6GW4J6FWoJtgnsbtolS/twjUUtw7aaWawnbBNd4ckSpeyjuFaglqCPoD9sE/SRHcA9IjuDehBzBeMlxD8M2wb0lOYJ7HnJEKX/unahlSR1Ryn/TDYfGkQfvHccf/ansv9Wj9qMp0+OV19+Js/90bfz17/eQWqYxZtyErH3Ob9mKTwoooIACCiigwKoqYL8VWMUEkqTlCwiTJMl+JlBRURFZVFZGZWVV1FTXRG1th+hQWxcdOqTBkujQMd3uGLXpulEXtTpErQZRq0HUlqFBB8536bjqWKbnwdqaDlGbnhdramqjqqo6KtNzZUVlZfO5Mz2HJkmSXQ2SpHmZbfikgAIKtLPAgL6945tf/Gwcc9inYtacOXH2RVfGJdfdHJM++qidj7Rim2tqagpiRfSiqrIixrz3UfBF7m05/vgJ06JH944xaOAaRcuHDuoRfNH5hEmt/3ub9Yb0Su/DW3bhuB3qqoNgPfcKl5XKioqYOWtuNNQ35tLZcmnaeD/t97gPpsZ+R1wUm+35q3xsvtev4rZ7Xoz3xk+JGTPnZsfhqX+fbsEXvLOei65dO0RdbXW8PWZyLlVyuePIIbHXzsPiD5c8FB8//I9x6bWPx+QpM0vWz//C0LV7tPKaM6chPkz3v+uBV2Krj52d7z9j2fuzf4wx4z6KUW9NzJqh71tvvnY8+dzbMWly8/vw35ffi/GMf48Ns3bb3F7WYqQ2c4Jjn/Hbu+Kzx14eex12QZz75wfnvbp4izffnhRrdK0rOYdobcq02ekx58Zmw/tl/SVXGL17dI5uXTvEqNHNY869Nv8cId+7Z+eYOn12TPyw2YLc0gbGR31m63j+pfcyix/88o7AP/0ol2w6Z77hen2itrZqgbrOnWqib+8u8d77U7L5nyvgWEszF3PtLMtlkiTZPWKSJNm5LEmS4E+SNC9ZNxRQQAEFSgtUlH7JVxRQQAEFFFBAgeUj4FEUUEABBRRQQAEFFFBAAQUUUKD8BRyhAgoooIACCiiggAIKKKCAAgqUv4AjVECBpROY88zTMeVPF8SkE78VjVOnLl1j7q2AAgoooIACCiiggAIKLCMBm1VAAQUUUEABBRRQQAEFFFBAgfIXcIQKKKCAAgoooIACCrSnwIcffhhTpkyJM888M5IkaRUjR46MmTNnxosvvpg/ZF1dXay11lr57cKVd955J84+++w49NBDY5111om+ffvGAw88UFhScn1x+1GyIV9QQAEFykTAYSiggAIKKLAqCXTr2il+etIX4quf/0Rsucl6y7zrY8ZNyP7uMqBvr2V+LA+ggAIKKKCAAgosSwHbVmBVFEiSwp8lVGRfTlhZWRXVVdVRXVMT1dU1UVvbIWrS6FBbF0RdXcfo0KEuWHbs2CkMDZwDzoFynQOc5zjfZTHvHFibnv9qamqjpromKtPzZVVVVVRWVGb/tsGX2yZJsipeDuyzAgqsogIbD1snTj32C3HIfnvG62+9G2ec++f4+533xsxZs1bRERXv9oFbR9zzw4Z4/Nye0b9HZfGids4OH9Y33p84LV4fPaGdW175mhu89prxs1P2jV//8IAF4tQT9owunWrbrdOd07bOOnX/uPqPR6U/fxgY51/2SOzz+QvjXw+/2qZjVFYW/yrgj++6wQJ9z43nkAM2z9rmEr33LsNi7PtT4uXX34/6hsb45/0vx6bD+8ewdXpnNbmnRbVH3f9eHRcHHP3n+NHZ/4yJk2fETtuuEyd/fff41D6bxpL+YXzVVctnji9pHxe2H8aHHrBF3HHlV+Loz4yMfz89Og4+5pI48/d3R31948J2LavXkiTJ7g2TJMnGlSRJq+2m9KYxSZLsNZ8UUEABBUoLFL/ql673FQUUUEABBRRQoL0FbE8BBRRQQAEFFFBAAQUUUEABBcpfwBEqoIACCiiggAIKKKCAAgoooED5CzhCBRRYSoFpf7sypvz+tzHjn3dE/eg3l7I1d1dAAQUUUEABBRRQQAEFlomAjSqggAIKKKCAAgoooIACCiigQPkLOEIFFFBAAQUUUEABBZaJwLe//e247rrrisYBBxyQP2aSJNmX+UTBH37J8Nlnnx1rr712nHPOOdGhQ4c48cQT4+KLL47NN9+8oHLRq23tx6JbskIBBRRYpQXsvAIKKKCAAqukwIjNhsWG6w3K+j7u/UnxwGPPZevt/TRm3IQY0LdndOrYob2btj0FFFBAAQUUUGB5CngsBVZJAX4mQMeTpPnLB5OKiuznBpWVVVFVVR01NbVRU10btbUdorZDXdSyrOkQHWrT9XRZa4QG6dxwHjgPyngOcL4jatNzYE16DsydF6ura6KqujqSpPm8Gel5NEmaz6WcVw0FFFBgeQlUVCSx44jN44ff+HLsvv3W8ehTz8dPfndR3PvoE1Hf0LC8utHux+E+NUmaz6tJ0rxs94MspMHtRwyO3j06xxXXPxnTps9eSGXzS316ds6+BP6tdz9sTsz3POqtibFG947Rv3fX+V5ZsZudO9XErJlzY/ONB8ReOw9bIHbYekjU1la1ayd5O9cf2it+8f1PxM2XfjnWG9IrfnvRg/H+hGmLfZzKqoqo61AdjU1NsdsO6y3Qf8a06Qb98u1usmG/WHftHnHXA6/E2HEfxTP/HRMH7L1xfoxtbC/Sw8W1Nz8bneqq44YLj47f/PjA+PpRO2TH79dnyd7jzp1q4/2J0+LNtyfl+zv/StfOtdExPeZzL76X9WH+19n/oymzYviwvvO/tNTbbxeZ28zrYg1371qXedx62THxxc9uEzfc9lw8/MSoYqVRU1MZa6T1L702PmbPrl+gZtr0OTHu/akxZO01s/d6gYKVLPH62Pp4bnQSoz6oadWzJJl3HsstW73qhgIKKKBAMYGKYklzCiiggAIKKKDA8hPwSAoooIACCiiggAIKKKCAAgooUP4CjlABBRRQQAEFFFBAAQUUUEABBcpfwBEqoMDSClQNGZpvon706Py6KwoooIACCiiggAIKKKDAyiNgTxRQQAEFFFBAAQUUUEABBRRQoPwFHKECCiiggAIKKKCAAu0r0LFjx+jQoUPU1dXFwQcfXDQ23HDDhR507Nixce6558bRRx8do0ePjssuuyy+/vWvx3777RedO3de6L65F9ujH7m2XCqggAKrvoAjUEABBRRQYNUXeOzp/8WVf787Hn/m5XYfzNjxE2NA357t3q4NKqCAAgoooIACy1fAoymwagokybwvIUy7nyRJZP+rqIiKNCorKqOysiqqqqujuromi5qa2shFLueyJrPRQQfnQHnOgdw5r6a6eXw16Xmwqro6qqrS4BxZVRVJRXreTCoiSdKz6LxIT6s+FFBAgeUqUFtTE/vvvlP84IQvxyYbrBs33/Ng/Ozcv8RT/3256BeFL+vOfTRl2lIdIkmSbP8kSZdpVKTn2SyxnJ4G9O0Whx24Zfpv4m/Fj8++Mz6aOmuhR95sowHRu0fnuOL6J2Pa9Nmtat8bPyVuvuuF9H3pF/3Tdlu9uII3dhw5NCZOnhF33f/KMpkn839p/Ny5Da2O07dXl9h5m6ExY+acmD6fW1tounepiy03WSv+/dRb8eJr4xe5S9fOHWL7kUPi6f++m70nNdWV6f4D8/u1rb2IWbPnxvgPpkbP9D3v3rUuv//kKTPj/sfeyG8vzso2W6wdPdboFJde+/gCcyjXTt/eXWOLTQfGXQ+8HC+88l4unS3r6xvjhlufi9raqnRMA7JcezzV1FTGGukYXxs9IRhfrk3W//Xwa7nNbFnf0BhEtpE+0Zddt18vOtbVxAcTp6eZBR+59+TJ59+Jhx4f1aqgqSni9ntfTPedFjtvu06r11bWjd/fOD1Ovrwyzr+3e9bFJJJs6ZMCCiigwOILVCz+Lu6hgAIKKKCAAgq0o4BNKaCAAgoooIACCiiggAIKKKBA+Qs4QgUUUEABBRRQQAEFFFBAAQUUKH8BR6iAAkstUDVkaL6N+tFv5tddUUABBRRQQAEFFFBAAQVWGgE7ooACCiiggAIKKKCAAgoooIAC5S/gCBVQQAEFFFBAAQUUWEqBMWPGxPTpLb8gefDgwbH11lvH1VdfHaNHj16i1idMmBCTJk2K9dZbL6qrq/NtPPvss/H444/ntwtXlkU/Ctt3XQEFFFilBey8AgoooIACZSDwqY/vFJtttE7c+UDxvxMs6RA//GhqjP9gUgzo23NJm3A/BRRQQAEFFFBg5RCwFwqUgUCSJJEkSVQkFVFRURmVlZVRVVUVVZUFUVWd5pqjuromv15VkHe92UcHHZwD5TcHqtNzXWVFem5Mz4uV6TmyorIyPW9WRML/0vNnkiThHwUUUGBFC3Tr0jk+98l94pSvHRVrdu8al//91vjVhZfHqHfGLNeu3X7/I3HfY08u0TGb+NbvpogkSc+raSRJ8zKW85/DD9wyjj1yh7jvkddir8MuiG//6Ma45uZn4vZ/vRi/OO9f8bVTrouf/e7urFcD+naL//vqrvH0C+/GYcde19sahQAAEABJREFUHlfd+HTc/eArcdGVj8XhX78iqznluD2yL2fPNlaSp222GBSf3Hvj+MMlD8Vxp16fjY1+M85jTromHp7vC9nb2u2OddXRr0/XuP+x1+Oam56Jq296Ol5784P42z+ejiO+8df4xx3/zXyuuOHJ+OsNT8WITdeKtQas0dbm83VMjaM/s3X07NEpvnrytdn7Qv+Jc//yUHz9u9fHhEkt/10VO+6187CYPac+rrvludh+xJDo1aMz6Sza1F7aXl2H6vRnJv3jmf++Gz/93V3xz/tfjutvey6O+c41UV1VkbW1uE9rp+M/6djdFphDvBf/9+ObYuKH09O/m1XEN7+4c3TvVhdfKRgvnkemrrfc87/47vF7xDqD2u9nLl07d4i9dt0gXnzlvTj++3/P5gjHw7vnGh1bDfPVUR/EZ75yWTbveQ/4rPz8D/+KTp1qY5st1m5VW7hxxEEjYsuNB8YpZ9wSp/3y9syTfZmTvI9fO3L72HbLwYW7tGl9Tvo+n3Da3+Ok02+O+obGNu3T7kXp6avd27RBBRRQYDURWLIr6mqC4zAVUEABBRRQYNkLeAQFFFBAAQUUUEABBRRQQAEFFCh/AUeogAIKKKCAAgoooIACCiiggALlL+AIFVBg6QWqhw7NN1I/+s38uisKKKCAAgoooIACCiigwMoiYD8UUEABBRRQQAEFFFBAAQUUUKD8BRyhAgoooIACCiiggAJLKtCpU6cYMmRI3HffffHb3/42zjvvvHj44Yejrq4ufvrTn8akSZNis802izPOOCOuv/76uPrqq+Ob3/xmHHrooTFt2rSFHnbw4MExfPjw+NnPfpa1xf7f//7345hjjomBAwe22ndZ9qPVgdxQQAEFVmEBu66AAgoooEC5CBzz2f3jB986sl2HM2bchKy9fn16ZEufFFBAAQUUUECBVVXAfitQLgJJ0vLthBUVlZEkFZGkwXplZVVUVFa2isqqqjA0cA44B8p5DlRUFpz3KtL1NDgvEhVJRSRJko9yuRY4DgUUKA+Bfr17xglHHxpfO/ygaGxsjN/95ao474rr4rXRby+3Ad541/3x2z//LV5fjGM2NTVl51U6yTrLh19uim9fGvG1338UE6csvy/xrqqqiGM+v11cd+HRsfsO68XT/303zvz9PXHqWbfFtTc/G+++NzkGDVyTLmax507rxyW/+Wz07d01fnPRA/Gdn94cf7vx6dh/743iL2m+X5+uWd3K9MQYT/767nHycbvHm+9OysbGl7Bfeu0TscG6fWKjDfotUXc71tXEiV/dLdbs3jHOPPee+Ns/no7q6qrYcL0+MXt2fZzx27synyuufzIO//RW8aMTPxZVqfeSHAzXC35+SOyz6wZx450vZO1+/xe3x8OPj4p999gwuneta9XsWv26x7qDe8bchobYL309vZS3en1R7eXaO+qQrePwT20VDzz2RmB2xQ1PxreO2SV22mZoq/YWZ2OPHdePC846JHr37JyfQ3++6j8xZO01o3PH2qwp+sd8OmCvjeP2f72UjfesP9wTPdbslM0/5mFW2I5Phx+4ZXzrK7vGmHTOM//Pv+zh+MJh28SB+2zS6ii9e3TO+vqXax/P+nX67+6O/r27xMW/PjTWHrBGq9rCjc6dauOcH38yvnbkDvH4M29nnj/45R0xfdac+P3pn46jDhmZnhcK92jb+uQps2L0O5Ni5BaDoqqyom07LWVV0pRkLTQ/RzSl57QskXsq2F7gtVyNSwUUUECBTGD5nLmzQ/mkgAIKKKCAAgosIGBCAQUUUEABBRRQQAEFFFBAAQXKX8ARKqCAAgoooIACCiiggAIKKKBA+Qs4QgUUaAeBqiEt/0eZuW++2Q4t2oQCCiiggAIKKKCAAgoo0K4CNqaAAgoooIACCiiggAIKKKCAAuUv4AgVUEABBRRQQAEFFFhigSRJ4vTTT48ddtghTjvttDjppJPyvzB45MiR8cgjj8SOO+4YP/rRj+KQQw6JI488Mp5++un4whe+EJ06dVrocbt16xaXX355bLXVVvn9n3/++bjuuutirbXWarVvkiy7frQ6kBsKKKDAqitgzxVQQAEFFCgbgdra6nYfy5hxE7I2B/TtmS19UkABBRRQQAEFVlEBu61AWQkkSRIVFc1fsZUkzetsJ0m6nlREhaGBc8A5sBrOgSTSc2B6buR8SCRJEvxJkiSSJGHVUEABBVZKgQ3XGxLfPfbo+PyB+8bkj6bEHy67Ns6++Mp47qVXl0t/33x3bJybHvO62+6JGTNnLdExP5gS8dzoiKdfmxuz5zYtURtLs9PQQT3i59/bPx74+/Hx3D0nZfHUnSfGrZcfE58/aKtWTW+0ft/sy84fv+3bWd191x8XJ35111ija12rup5rdsr2/8KhI1vlO9bVxEW/OjQL1gtfPP3kfbJ92Jc8S/qwNG3QTm1tVRz2yS3jjiu/kvX56bu+k60X9pu+0C/6wD6FMXy9PvHQjSfE/P3YYN3eccPFX8javPnSL8fggWvEyC3WjusuPCrww/Kuq74Wx3xu26D9wjbnXy811lxd315d4of/97F47OZvZsfD/5o/HhX777VRVFU1/90mV8t4zz/r4Hj0pm/GpsP759KtlgtpL98eff7Osbvlj3nTX74UO2w9JL542DaZBy40uqi+U5MLbim22nRg/OWczwZjyBmd8MWdgn7n6tZI59OpJ+yRn5PUnnvGp4P5l6thubBj77LtOpkVS2oJ1jkmS7ZzgeGRB48I5jOv3331sfHxXTeIXbdbd4Gxnv2jT+ZNeD9++YMDYq3+3XNNRak+4clcYE5wDObIZb89PDPFJdcAdW2di2PGTY6mpqYYscnA3O7LfNmUNJ+jeObYHJBlY2Nj1he2CXJJ4j0kFoYCCihQSqD1FbxUlXkFFFBAAQUUUGCZCNioAgoooIACCiiggAIKKKCAAgqUv4AjVEABBRRQQAEFFFBAAQUUUECB8hdwhAoo0B4CSU1NVPbvnzVV/+aobOmTAgoooIACCiiggAIKKLDyCNgTBRRQQAEFFFBAAQUUUEABBRQofwFHqIACCiiggAIKKKBA2wT69esXb731Vpxyyimtdhg4cGA8+OCD2S8HnjFjRuy0007514cPHx633XZbNDQ0ZK/PmTMnHnroofj4xz+e/wKKT3ziEzF9+vTYaqvWv4ycRtZff/182/zC4VtuuSU22WSTuP/++7Po3LkzZVksbT+yRnxSQAEFylbAgSmggAIKKFB+Ao8++b+48oa722VgY8dNjJ5rdotePVq+/KVdGrYRBRRQQAEFFFBguQp4MAXKUyBJkvzPFMpzhI5KAQUUaLtAkiStipMk8RzZSsQNBRRY2QW23mx4fO+4L8WXDj0w6+pfrr05zjr/0njq+ZeisZGvqs7Sy+zp4SefjTP+8Od45KnnFv8YTU2Lv497KLBMBGx0VRJ4ffTE6Nena/Tp3WWFdJv/5q6xsTH7b/foANssDQUUUECBtglUtK3MKgUUUEABBRRQYBkI2KQCCiiggAIKKKCAAgoooIACCpS/gCNUQAEFFFBAAQUUUEABBRRQQIHyF3CECijQbgLVQ4ZmbTXNmRMN772XrfukgAIKKKCAAgoooIACCqwUAnZCAQUUUEABBRRQQAEFFFBAAQXKX8ARKqCAAgoooIACCiiggAIKKKBA+Qs4QgUUUEABBcpQYOKHH8UD/34uZs6avdSjGztuQvTv23Op27EBBRRQQAEFFFBghQp4cAXKXCBJkkgSI0k0SBINkkSDJNEgSZIyP/M7PAUUKFcBTl+bbrBunPjlz8dxR3wmunTqGJf/47b44W8uiOtuvydef+ud/BdVLwuD6TNmxrW33h3nXXFtvDWm+O96SpJ559h5C/qRS2XrPBkKrCgBj7vKCDQ1RTzzwrux/Ygh0bGuZrn1+xsHdopfHtkQx+72YUR6HkuS9CkikiTJIvyjgAIKKNBmgYo2V1qogAIKKKCAAgq0s4DNKaCAAgoooIACCiiggAIKKKBA+Qs4QgUUUEABBRRQQAEFFFBAAQUUKH8BR6iAAu0nUL3OulGx5ppRve560Tjlo/Zr2JYUUEABBRRQQAEFFFBAgaUUcHcFFFBAAQUUUEABBRRQQAEFFCh/AUeogAIKKKCAAgoooIACCiiggALlL+AIFVBAAQUUKEeBHUduEknCF6e8vlTDmzlrdowZNyH69+mxVO24swIKKKCAAgoosKIFPL4CCiiggAIKKKCAAgoosKoJrD907Tj+qM/E94//Uuyw1WbxyhtvxbmXXhM/OOeCuO72e+L1t96JJr5BexkM7NVRb8c5F/81brzr/qivb1j4EdI+NDY25Wta1vIpVxRYbgIeaNUR4OdYZ353v/jCoSOXa6fX7V8Vmw5qjKG95kSS/i938GV1Ps2171IBBRQoR4GKchyUY1JAAQUUUECBVULATiqggAIKKKCAAgoooIACCiigQPkLOEIFFFBAAQUUUEABBRRQQAEFFCh/AUeogALtKNDtlFOj/0OPRZ+bbo3qYRu0Y8s2pYACCiiggAIKKKCAAgoslYA7K6CAAgoooIACCiiggAIKKKBA+Qs4QgUUUEABBRRQQAEFFFBAAQUUKH8BR6iAAgoooEBZCqzRrUv8+MSjY/sRGy3V+N4bPzHm1tfHgL49l6odd1ZAAQUUUEABBVawgIdXQAEFFFBAAQUUUEABBVZZgd491oh9dt0hTjvhS3HSV46IrTfdKF545Y0499Jr4ru/+ENccOX1ccf9j8ZLr78ZM2fNatdx3vfYk3HGHy6OJ557caHt9uwasdngiC3Xq47a6mShtb6owDIUsGkF2iyQJEkkSevI7ZwkSW7VpQIKKKDAQgQqFvKaLymggAIKKKCAAstQwKYVUEABBRRQQAEFFFBAAQUUUKD8BRyhAgoooIACCiiggAIKKKCAAgqUv4AjVEABBRRQQAEFFFBAAQUUUECB8hdwhAoooIACCiiggAIKKKCAAgooUP4CjlABBRRQQAEFFFBAAQUUUEABBcpfwBEqoIACCihQvgL9+/Rc6sGNGTcha2NA36VvK2vIJwUUUEABBRRQYIUIeFAFFFBAAQUUUEABBRRQoDwEBvbrE5/ca5f4ybe/GiccfVhstckG8c7Y8fHPBx6NP/71hvjuL/4QZ553Sfz1xn/GI089F6PeGRPjJ0yMqdNmLDHAhx9NjStvvD0uuuof8d77zf9mPH9jO22QxDlHNcYfv9EtenT1q2Dn93F7eQl4HAXaJjBjThKvvdcQT70xN+777+y4+fFZrXZsamqKJEmy3JOvz40L7pjeKrIXSjz97+36eHN8fYz7sDGmzmyKufVNJSpNK6CAAqu+gHd9q/576AgUUEABBRRYNQXstQIKKKCAAgoooIACCiiggAIKlL+AI1RAAQUUUEABBRRQQAEFFFBAgfIXcIQKKKCAAgoooIACCiiggAIKKFD+AtpeKIcAABAASURBVI5QAQUUUEABBRRQQAEFFFBAAQXKX8ARKqCAAgoooIACCiiggAIKKKBA+Qs4QgUUUEABBcpc4J2x78fbY8Yv8SjHjJsQnTp2iAF9ey5xG+6ogAIKKKCAAgqscAE7oIACCiiggAIKKKCAAgqUocC6gwbGZ/bbK848+bj44TePia8dflAcuNeuMXTt/jFh0odx678eit/95ao487xL4rSzz49v/uTXcfKZv4sf//ZP8cs/XRYvvjZqsVReePWN+MUfL43b73s4Zs+dG3xBdmED828Xvua6AstFwIMo0AaBO56YHdc8lMQtz3SMp96oj/v+Ozdefa8x2zNJkggiWv/5050zozBav9p66xc3TI9PnTU5Pv6TSbHTqRPjrw/Oal3glgIKKFBGAhVlNBaHooACCiiggAKrkIBdVUABBRRQQAEFFFBAAQUUUECB8hdwhAoooIACCiiggAIKKKCAAgooUP4CjlABBRRQQAEFFFBAAQUUUEABBcpfwBEqoIACCiiggAIKKKCAAgoooED5CzhCBRRQQAEFFFBAAQUUUEABBRQofwFHqIACCiigQLkLXHD5TXHXA08u8TDHjJsQ/fv0jIoKf3X/EiO6owIKKKCAAgqscAE7oIACCiiggAIKKKCAAgqUu0CP7t1iw/WGxG7bj4jDPvGx+OYXPxtnnXx8/Pp734qffvtr8d1jj45vfuGzccRB+8W+u+0QW2+6cXTt0mmxWbp16Ry91lgjaqqqIkmSLNKnSNJ/Q04S/x15sUHdoV0FbEyBtgjc8cSsuObRynjl/a7R1NSU3yVJkvz60qy8M7G+1e7dOpZu97GX58SZ102Lh16c02ofNxRQQIFVRcC7v1XlnbKfCiiggAIKlJeAo1FAAQUUUEABBRRQQAEFFFBAgfIXcIQKKKCAAgoooIACCiiggAIKKFD+Ao5QAQUUUEABBRRQQAEFFFBAAQXKX8ARKqCAAgoooIACCiiggAIKKKBA+Qs4QgUUUEABBRRQQAEFFFBAAQUUKH8BR6iAAgoooEDZC2w2fN14/qVRUfD9JYs15jHjJsSAvj0Xax+LFVBAAQUUUECBlUzA7iiggAIKKKCAAgoooIACq61AdXVVdOvaOfr17hlD1x4QmwxbN0ZutnHstt1WMbBvn1icP7ttNyK+f9yXYsRmwyNJkoiW781enGasVWBZCdiuAosl0LE2iU+OrIsv7tkxDti6dqH7Xnx8tyiMhRV/cmSH+NS2HWLPzWpjuw2qo3un9HxZYofbnpoT1z4yK064cEps/q0JcfyFH5WoNK2AAgqsnAIVK2e37JUCCiiggAIKlLeAo1NAAQUUUEABBRRQQAEFFFBAgfIXcIQKKKCAAgoooIACCiiggAIKKFD+Ao5QAQWWhcDc116NqZf8OSadenLMff21ZXEI21RAAQUUUEABBRRQQAEFFkPAUgUUUEABBRRQQAEFFFBAAQUUKH8BR6iAAgoooIACCiiggAIKKKCAAuUv4AgVUEABBRQof4ERmw2LvXYeEfX19Ys92LHjJ8bUaTNiQN+ei72vOyiggAIKKKCAAiuPgD1RQAEFFFBAAQUUUEABBRRYGoF1B68V3/rS4XHg3rtGTU11q6aampqy7X883hR7/CSJkSdMiLETG7KcTwosXwGPpsDiCVRWRPRdI4nBvSti2ICq4HxGpCv5htgesW51zB/5giIr3zqgU/zosM7x6y90iQu+1i1226S2SFVz6sH/zW5emfe89+ala+eVuFBAAQVWKoH0VLpS9cfOKKCAAgoooMDqIOAYFVBAAQUUUEABBRRQQAEFFFCg/AUcoQIKKKCAAgoooIACCiiggAIKlL+AI1RAgWUiMPOuO+OjX/8yZtx8U8x96aVlcgwbVUABBRRQQAEFFFBAAQXaLGChAgoooIACCiiggAIKKKCAAgqUv4AjVEABBRRQQAEFFFBAAQUUUECB8hdwhAoooIACCqwGAusM6h+f2Gu7qK6uWuzRjhn3QbbPgL49s6VPCiiggAIKKKDAKilgpxVQQAEFFFBAAQUUUEABBZZIoGNdh/jM/nvFCUcdGkMG9l+iNtxJgeUm4IEUWAKBpqamyMX8u5NPkmT+dLtu33d6jzjni13jkyM7RLeOSey1eW3J9h95aU7c99/ZJV/3BQUUUGBFCFSsiIN6TAUUUEABBRRYvQUcvQIKKKCAAgoooIACCiiggAIKlL+AI1RAAQUUUEABBRRQQAEFFFBAgfIXcIQKKLBsBKqGDM03XD/6zfy6KwoooIACCiiggAIKKKDAihDwmAoooIACCiiggAIKKKCAAgooUP4CjlABBRRQQAEFFFBAAQUUUEABBcpfwBEqoIACCiigwMIFxrw3ISoqkujXt8fCC31VAQUUUEABBRRYiQXsmgIKKKCAAgoooIACCiigwOIL7LDVZvGDE74ULOffO0lafyE2X5IdTU3zl7mtwHIV8GAKLIlAUzSfuziPEUvSxtLsU1kZsfumNfGTwzvHA2f2iLqa1ufXwrZveWJ2fPvPU+PQX02OC+6YHu9MaCh82XUFFFBghQhUrJCjelAFFFBAAQUUWJ0FHLsCCiiggAIKKKCAAgoooIACCpS/gCNUQAEFFFBAAQUUUEABBRRQQIHyF3CECiiwjASqhg7Nt1w/+s38uisKKKCAAgoooIACCiigwAoQ8JAKKKCAAgoooIACCiiggAIKKFD+Ao5QAQUUUEABBRRQQAEFFFBAAQXKX8ARKqCAAgoosNoIjHlvQvzgV3+JyR9NW6wxjx0/MQb07RmdO9Yt1n4WK6CAAgoooIACK5GAXVFAAQUUUEABBRRQQAEFFFgMgcED+8dxRxwSn9l/r+hYt4h/G573PdUVSRLpI3+UJL/migLLTcADKdBmgW8c2Cl+cUR9HLvbh9k+TU1N2XJlfho9viEeeWlO1sVXxtTHn+6cGbc+MSvb9kkBBRRYkQIVK/LgHlsBBRRQQAEFVkcBx6yAAgoooIACCiiggAIKKKCAAuUv4AgVUEABBRRQQAEFFFBAAQUUUKD8BRyhAgosK4Hqoevkm64fPTq/7ooCCiiggAIKKKCAAgoosPwFPKICCiiggAIKKKCAAgoooIACCpS/gCNUQAEFFFBAAQUUUEABBRRQQIHyF3CECiiggAIKrD4C3bp2ivEfTIpn//f6Yg167LgJ0b9vr8Xax2IFFFBAAQUUUGDlErA3CiiggAIKKKCAAgoooIACbRGorqqMA/feNb79pcNj/aGD2rJLvoYvz25sbPkC7Za1fIkrCixjAZtXoO0C6/avis0GN8XQXnMi4X9J0vadV1Dl4D6VceYRXWP/rWujuiqJXt0q4pAd6lZQbzysAgoo0CJQ0bLqmgIKKKCAAgoosBwEPIQCCiiggAIKKKCAAgoooIACCpS/gCNUQAEFFFBAAQUUUEABBRRQQIHyF3CECiiwzASSmpqo7N8/a3/uqDeypU8KKKCAAgoooIACCiigwAoR8KAKKKCAAgoooIACCiiggAIKKFD+Ao5QAQUUUEABBRRQQAEFFFBAAQXKX8ARKqCAAgoosBoJdO5UF4PX6hdvvTu+zaOeNHlqjJ/wYfTv06PN+1iogAIKKKCAAgqsdAJ2SAEFFFBAAQUUUEABBRRQYJECW2+2UXz/+C/HbtuNWGTt/AVNTU1B9OqWxKaDmmLL9aqjtnrl/zLt+cfh9iouYPcVWAKBJGk+VyVJEknSHLlmkiTJra40y52GV8cZn+sSV53YPT69bW307Fqx0vTNjiigwOor4Jlo9X3vHbkCCiiggAIrRMCDKqCAAgoooIACCiiggAIKKKBA+Qs4QgUUUEABBRRQQAEFFFBAAQUUKH8BR6iAAstWoHrI0OwATXPmRMN772XrPimggAIKKKCAAgoooIACy1vA4ymggAIKKKCAAgoooIACCiigQPkLOEIFFFBAAQUUUEABBRRQQAEFFCh/AUeogAIKKKDA6ibw9aM+GUd95mNtHvaYcROy2gF9e2ZLnxRQQAEFFFBAgVVRwD4roIACCiiggAIKKKCAAgosXOArh38qPn/gPrFGty4LL1zEqzsOizjnqMb44ze6RQ+/lLqoVlNTxNl/uj/2OuyCeOWN94vWmFwyAfdasQIzZs6JY066Jn7wyztWbEcW4+hJkkSkkSTpMhb805R+YJOk+GsLVi/fzLr9KuPYfTqVPOiEKY1x+DmT4/YnZ5es8QUFFFCgvQQq2qsh21FAAQUUUEABBdogYIkCCiiggAIKKKCAAgoooIACCpS/gCNUQAEFFFBAAQUUUEABBRRQQIHyF3CECiiwjAWqhgzNH6H+rdH5dVcUUEABBRRQQAEFFFBAgeUo4KEUUEABBRRQQAEFFFBAAQUUUKD8BRyhAgoooIACCiiggAIKKKCAAgqUv4AjVEABBRRQYLUT6N6182KN+b3xE7L6AX17ZkufFFBAAQUUUECBVVDALiuggAIKKKCAAgoooIACCixE4LMHfCw2Wm+dhVQs/KXcF2QnSRJJkiy82FejobEx5sxpUKL9BWxRgcUSuOOJ2XHF/RVx1387ZueuJNL/zTuHJUkSQcSq++e6R2bGi2/Xx/eunBrH/vGjuPf52avuYOy5Agqs9AIVK30P7aACCiiggAIKlJGAQ1FAAQUUUEABBRRQQAEFFFBAgfIXcIQKKKCAAgoooIACCiiggAIKKFD+Ao5QAQWWtUD10KFR0a1bVA9dJ5pmzVrWh7N9BRRQQAEFFFBAAQUUUKCIgCkFFFBAAQUUUEABBRRQQAEFFCh/AUeogAIKKKCAAgoooIACCiiggALlL+AIFVBAAQUUWD0FRr31Xjz7v9fbNPgx4yZEzzW7ZdGmHSxSQAEFFFBAAQVWOgE7pIACCiiggAIKKKCAAgoosKwEmpqaIkmSLNKnaEoPlCR+BWzKEHPm1Md5lz0cv77gPjbzUVVZEaeesEfcffWxMWyd3vl8OaxMnT47fnz2P+Pqm55eAcPxkAosnsAdT8yKKx+siLv+1yk4l+X2TpIkt7rKLidMaYwX32nI9/+xl+fGTf+Znd92RQEFFGhvAe/+2lvU9hRQQAEFFFCgtICvKKCAAgoooIACCiiggAIKKKBA+Qs4QgUUUEABBRRQQAEFFFBAAQUUKH8BR6iAAstcoNOhn43+jz4efW65PTrsutsyP54HUEABBRRQQAEFFFBAAQUWEDChgAIKKKCAAgoooIACCiiggALlL+AIFVBAAQUUUEABBRRQQAEFFFCg/AUcoQIKKKCAAqupwDP/ey3++o972jT6MeMmRP8+PdpUa5ECCiiggAIKKLBSCtgpBRRQQAEFFFBAAQUUUECBZSLAF2YnSRLR1Lr5JElzrVOr5VZ9Q2M8+8KY+GjqrNVm/LNn18eTz70TM2fVL/8xe0QFlkIgSdLzVvpYiiZWql17dq2Ic7/SNc46onNsNrgq69tBO3TIlj4poIACy0IUoQhuAAAQAElEQVSgYlk0apsKKKCAAgoooEAxAXMKKKCAAgoooIACCiiggAIKKFD+Ao5QAQUUUEABBRRQQAEFFFBAAQXKX8ARKqCAAgoooIACCiiggAIKKKBA+Qs4QgUUUEABBRRQQAEFFFBAAQUUKH8BR6iAAgoooIACCiiggAIKKKCAAuUv4AgVUEABBRRYXQU223CdmPzRtHhn7PsLJZg1e06MGTchBvTttdA6X1RAAQUUUEABBVZmAfumgAIKKKCAAgoooIACCiiw7AWampqyg9z4RMTuP44YecKEGDuxIcv5pMDyEPAYCiyNQGNjY+TOYyyJNJFvMtvOb606K/ts1SEu+1b3+NFhnWPn4TUlO17v6bqkjS8ooEDbBCraVmaVAgoooIACCiiw1AI2oIACCiiggAIKKKCAAgoooIAC5S/gCBVQQAEFFFBAAQUUUEABBRRQoPwFHKECCiiggAIKKKCAAgoooIACCpS/gCNUQAEFFFBAAQUUUEABBRRQQIHyF3CECiiggAIKKKCAAgoooIACCihQ/gKOUAEFFFBAgdVWYN0hA+KwA3aPLp07LtRgzHsTor6+IQb07bnQOl9UQAEFFFBAAQVWYgG7poACCiiggAIKKKCAAgooUIYCTU0RTz3/bhz1rb/FVh87O4uvnHxtPPe/MbH/kRfFD355R37Ul1zzeJabMGl6PsfKjJlz4piTrmlVS56273no1fj0ly6JLff+dYzc7zdxwml/j9HvfsjL+WD7mz/4R2x3wO9isz1/FbsdfF5cecNT2escc7tP/C4ef+btuPmuF7LXqXng32/kX6ef8/dp1FsTo7BN2mabY2U7znuinZ0OPDf++/J7cce9L8U+n78wOwZ9uOamZ6KhMQWaV8vimRfejS/+31XZWOgH9fc+8hovLVYsrB3M9/jM+fHO2Mnx24seyPpDH198bXwUWj/53Dtx0JcvyV5nHHQAc97Pwj7u8uk/xE/PuTMmzve+sQ/tzjf2zL/Y2KdPnxO/u/jB7HXGvtdhF8QNtz8ff77q30E79I8+5ILjcVzsqceKduvrG3MlkesDY/nVBfdmrswlxpkvmm+FMd6ziHl13a3PxlYfPztuu+fFVnvf/9jrse3+vw1e5wXe3zsfeCUO+cpl2dxnnrJOf3g9F8xD5tlb6dz99QX3ZXOVz8t3z7o1Ppo6K3tfcnna4PM0/1zLtfHe+CmBAx64MNd+9+cHszZyxyu1bMvY2ZdjM99z9hwj95ni9WUdTWlHGxsbg2XhsdhOkqQwtcqtf2rbDiX7PGFKY3z+N5Pj4rtnxvsftczzkjv4ggIKKFBEoKJIzpQCCiiggAIKKLAMBGxSAQUUUEABBRRQQAEFFFBAAQXKX8ARKqCAAgoooIACCiiggAIKKKBA+Qs4QgUUUEABBRRQQAEFFFBAAQUUKH8BR6iAAgoooIACCiiggAIKKKCAAuUv4AgVUEABBRRQQAEFFFBAAQUUUKD8BRyhAgoooIACq7fAHjttGd27dl4owphxE7LXB/TrmS19UkABBRRQQAEFVj0Be6yAAgoooIACCiiggAIKKLCsBJIkafVF2XxJdppYVodr1e6/Hn41jj31upg7pyFO+9be8bNT94vePTvHt354Y7w/cVqr2sXZaGqKuOy6x+OUn90S66/bK8783v5x8td3j7fHfhhfPvHqeOOt5n83Z8n2xMkz4gff3Ct+cdonYseRQ+PNtydmh9t123XizO/uF+sM6hkjNlsrfv3DA7LYcN0+2evFnhjT5064MjvGN764U1b/xc+MjOdfHBtf+Nbf4r8vv9dqN7z/cvV/4qqbnokTvrBjnJUa9OvdNX5x3r/i7gdeydc+9tToOPa710e3LnXx05P2yeqGrt0j3n3vo3xNW1YW1c4hB2weP/y/j8Wa3TvGfnsOz/r/05P3iQF9u+Wbf/HVcXHtzc/EeWcdHM/dc1LskjphfsUNT8ZXTromZs2qj1OP3zPbd989Now77n85vpzm+fL5fCPpyoJj3y+KjX3a9Nlx4k9viqvTY358tw2ydr942DZx6TWPx1///nTaUusHx+F4jzzxZuTeg+22HBS/PP/e+M1F97ea3vThvEsfjnUH94rHbvlWXPSrQ6NjXU3rBudtMca2zKv99hge22w+KC699omYlM4tdp88ZWZc/Lf/xLZpPw7Ya2NS8fDjo+J7Z94aw9I5ytz/XjoHZ8ycEyedfnO8/Pr7WU3uafac+vj1H+8LXv/pdz4en/zYxnH3/a/Ery64N50r98ZbYz6MH6Xv27e+smuMGj0xTvrpzflj59pobGxKPxdPxC13/y++8rntsvm+zVaD4rLU8ew/3h/19Y250gWWbR37oj5TCzTczgneTyJJkqxl1rOV1eDpukdmxsvv1scfbpseB/38w/jF36dn26vB0B2iAgq0o0BFO7ZlUwoooIACCiigQGkBX1FAAQUUUEABBRRQQAEFFFBAgfIXcIQKKKCAAgoooIACCiiggAIKKFD+Ao5QAQUUUEABBRRQQAEFFFBAAQXKX8ARKqCAAgoooIACCiiggAIKKKBA+Qs4QgUUUEABBRRQQAEFFFBAAQUUKH8BR6iAAgoooIACMbe+PmbOml1SYsy4D6JTxw7Rr0+PkjW+oIACCiiggAIKrNQCdk4BBRRQQAEFFFBAAQUUUGCZCiRJEpE+Iv1TwXq6XNaPMeM+inP+dH9sufHAuPBXn4lP7bNJfHzXDeL0k/aNow7dOurnNixxF156fXz8+W//ieOO2jHO+u7+WbsH77dZXHDmwdGprjquv/W5rO1Hnxwds2bNje8ev0fsu8fwrO70k/eJU47bPXt9yKAesdsO60aPNTtG/z7dYq+dh2XRu2fn7PX5n8Z9MDXOveTh2GzD/nH1BUfGZw/cMqs/5vPbxd/OPyK6d6uLCy57JGbPrs/vOnX67Jg5c26cf+ZBWR/ox8+/v3/06tklbvvXizFnTnPtXfe/Emt275j1FSfq/vCzg+Kzn9wi31ZbVhbVzqYb9Itdtl0n/blCTaw3pFfW/922Xze6demQb54vtf/KEdtH315d8jnML7rysTjw45vE5b//XPZ+4nXKcXvEhb/8TEz+aGbwhfh8kXxupwXGnr4HxcZ+Xfp+Pf3Cu+nc2Cd9b/bI+oQt7Xbr2tIv2q1vaIwL0340pstLfvPZoI5+/ODbH4vjjt4x/nnfyzH67YmUZkEf1h/aO+t3ZcW8D0H2yoJPjLEt86pjXU0ce/QOMWHStLjpzheyhv5xx39j3PtT4oQv7RS1tVVZrmvn2jgvnZNnnLxvNveYoz8+8WPpz3zmxsOPj8pqck/vT5gWw9btHYyD8Xzvm3vFAXtvHLfc9b8Yn867s07dL2vjyINHxPFf2DHefGdivPrGB7ndsyWfuZnpfL/0t4dn7w/ziM/HFw/fNm6664V48rl3srpiT20d+6I+U8XaXtrc77/eLe44bU786jPjg/NYkiTRNG+iJcnC39Mokz8TpjTGq2NbzplTZzbFc2/OjQ0GNs+1Mhmmw1BAgeUgULEcjuEhFFBAAQUUUECBkEABBRRQQAEFFFBAAQUUUEABBcpfwBEqoIACCiiggAIKKKCAAgoooED5CzhCBRRYfgINY8fEtL9eER/+8LSY9cjD4R8FFFBAAQUUUEABBRRQYHkJeBwFFFBAAQUUUEABBRRQQAEFFCh/AUeogAIKKKCAAgoooIACCiiggALlL+AIFVBAAQUUUCDi2z8+Lx5+/IWSFGPHT4wBfXtGZYW/rr8kki8ooIACCiigwEotYOcUUEABBRRQQAEFFFBAAQWWnwBfnE0s6yO+/Pr4eH/itDji4BHRuVNt/nB8X/c+u20YfXt3zecWd+VfD70aHeuqY+9dhwXt5fbv16dbbLRBv3h99ISYMXNO9Fqzc8ycPTcef/qtaGhsypVFTc2SfWn208+/E++OnbzAmGi4X5+u2Re2v/jKuBj97iRS+TjkE5u1Mujbq0usP7RX1sf6+sasrnevzjHhw+nxzP/GxLzvNs/GVl1dmb3e1qf2aGfooB7Rf773B/Oqqor47Ke2DJaF/dl4WL/Yedt14t9PvRmTJk8vfCkKx84L84+d9+nRJ9+MEZuuFTuNHEpJPjDdb4/h+W1Wxr0/Jajfc+dh0b9vN1JZMA9GbjkoZs+uj7ffm5zlck8jt1grs8xtl1oyxrbMK/ZnzEccNCKuvumZuPeR1+KqG5+Orx6xXawzqCcvZ7HFxgNj260GReGfIWv3iJ5rdoq33v2wMB1d0s/Irtutm+9nVWVFbL35WlnNAXtv1Gr+MMc7pHP4nfnGWdehOg78+Mat3h9c9ks/b926dIgXXnkva6/YU1vH3t6fqWJ9KZZLkiRLJ5FkS56SpGWd7XKOnl0r4jdf6hp/+7/uccSuddGjS0UctH2H8I8CCiiwuAL+FwWLK2a9AgoooIACCiyJgPsooIACCiiggAIKKKCAAgoooED5CzhCBRRQYKUTSJLV5z8kWenw7ZACCiiggAIKKKBAuQo4LgUUWI4Cs59+OiafeUZMv+G6mPP0U8vxyB5KAQUUUEABBRRQQAEFVnMBh6+AAgoooIACCiiggAIKKKCAAuUv4AgVUEABBRRQQAEFFFBAAQUUUKD8BRyhAgoooIACCqQCa/fvE8+/9Ea6VvwxZtyEGNC35QtlileZVUABBRRQQAEFVloBO6aAAgoooIACCiiggAIKKLCcBJqamoLYcGASR+7SFMfs2zG6dFw2XwX79pjJ0aN7xxg0cI0FRldZWREVFUv+O5ffnzAtxn0wNfY74qLYbM9f5WPzvX4Vt93zYrw3fkrMmDk3dhw5JPbaeVj84ZKH4uOH/zEuvfbxmDxl5gL9aWtifHrcUmOijaGDesSUabNiwqTpbGbRtXOH6Nen5YvqSdbUVEX3rnUxPh3DjFlzScWn99k0Nlq/b5xyxi1x4Jf+HDfd+UI6hjnZa4vz1B7t9OnVJerqalodFvOBfbtF756dW+XZ4NdnD15rzfhoykLHTmnMP3beJ96vDdfrE7W1VVlN4RNzpXB7yrTZqcvcuPhv/86/77k58Lnjroip02fHqLcm5nfp0qk2+vTqmt9e2ApjbMu8og3G/On9No1ePTrHyel7Njzt/wF7bcxL+Ug/bjH63Q/j/MseiW//+MZsvn7i6IvjnbGT8zW5le7d6qJv6p7bZtkp7XvhknWCz06SJDEtHSvbuVgz/bz1n2+u8VqXLh2irkN1vJX2he1i0daxt/dnqlhfSuWSJIkkaY6KitbnrSRJSu1WVvnha1fFiQd2iiv+r3sctF2HkmN78H+Lf+4o2ZgvKKBAWQm0PnsuYmhJsnqcXBfB4MsKKKCAAgoosNgC7qCAAgoooIACCiiggAIKKKCAAuUv4AgVUEABBRRQQAEFFFBAAQUUUKD8BRyhAgosT4GqoUPzh6sfVfoXjeWLXFFAAQUUUEABBRRQcC7jpwAAEABJREFUQAEF2kXARhRQQAEFFFBAAQUUUEABBRRQoPwFHKECCiiggAIKKKCAAgoooIACCpS/gCNUQAEFFFBAAQS22HjdqK2tZnWBGDNuQkydNiP69em5wGsmFFBAAQUUUECBVUPAXiqggAIKKKCAAgoooIACCiwPgaampuzLsznWBv0jjtylMY7Zp2N0qVt23+3Kl7dXV1VyyHaPwWuvGT87Zd/49Q8PWCBOPWHP4IvfO3eqjbNO3T+u/uNRseUmA7MvYt/n8xfGvx5+td37s7QN9unVJS4++7C46FeHRv/eXeOn59wZBxz95/jfq+Nicf60RzuVFRXpXFmco7alduE1dR2K/xyk1F5HHjxigfc9Nxd23Xad/G5JkkRFRdvneFvmVcz7U1NdGV3TOTZ3bkN061oXzPd5L0V9fWOc+fu746Av/yXuefDV6NG9Y3z58G3je8fvGb17ds6VteuScRb2Yf7GO3eqmT/VarstY++cjndFfKYqKipiYZOS81usRn/6r5F6LGS8f7pzRpx86dR46o36hVT5kgIKrI4CCz97zCfCyTVJ2n4RnW93NxVQQAEFFFBgdRVw3AoooIACCiiggAIKKKCAAgooUP4CjlABBRRYCQWSJIkkSbKeJUnzMtvwSQEFFFBAAQUUUEABBZZMwL0UUGC5ClSvu17+eHNHjcqvu6KAAgoooIACCiiggAIKLFMBG1dAAQUUUEABBRRQQAEFFFBAgfIXcIQKKKCAAgoooIACCiiggAIKKFD+Ao5QAQUUUEABBTKBvXYeEccf/alsff6nMeMmZKkBfXtmS58UUEABBRRQQIFVTsAOK6CAAgoooIACCiiggAIKLBeBJGn+vcZJMm8ZzctldXC+KHzS5BkxdvxHCxxi1uy5wZemz//CtGmzY+KH01ulp02fE+Pen9oq17lTTcyaOTc233hA7LXzsAVih62HRG1tVbYPw11/aK/4xfc/ETdf+uVYb0iv+O1FD8b7E6Zlry/OU5+enWNiOqa33v2w6G6j3poYa3TvGP17dy36+qKSlRVJjNxi7bjg54fE384/IjqkY/jtRQ/EjJlzFrVrq9fbq53CRvnS+nfHfVTUrakpYvQ7k6JX6tO7V5fC3VrWS6zx/tDfV954P+obGheomjZ9dqtcXU1V1NRUplG1wPuemwtDBvWIJfmzOPOKMV97y7Px+lsT4sSv7Rb3PPRq3PPwq/nDvvrmB/HP+16O447aMW64+Atx2rf2jk/ts0n2/lZXVebr2nPloymz4v2JC87rd8Z+GBMmTY+hg3qWPNzijJ33rNhnaup871XJgy3mC+feND2+c2lF/One7tmeSXruSpL0OY3mRDJv0bzMNlbjpzuemh3/e7s+7np2dnzp3Mnxk6unxYvp9mpM4tAVUKBAoKJgfaGrSZJEkjRHrrCpYWYYGjgHnAPOAeeAc8A5sKg54OvOEeeAc8A54BxwDjgHnAPOAeeAc8A54BxwDpT/HPA99j12DjgHVqY5kPt5Zm6ZJElu1aUCCiiggAIKKKCAAgoshYC7KqDA8hVIamqisl+/7KD1b7+VLX1SQAEFFFBAAQUUUEABBZa1gO0roIACCiiggAIKKKCAAgoooED5CzhCBRRQQAEFFFBAAQUUUEABBRQofwFHqIACCiiggAKLFnhv/MSoqKiIAX1Lf2nLoluxQgEFFFBAAQUUWHECHlkBBRRQQAEFFFBAAQUUUGDZCzTxbeXpYZIkiUgjSf9dmWUswz8bDesbfNH5jf98IerrW77YvaGxKf5++39j3AdTWx29T8/OMWXarHj9zQmt8k88+3aMeW9yq9yOI4fGxMkz4q77X4l5Q2v1em5j7tyGVq/37dUldt5maMyYOSemz/dl5R9MnBYzZ83N7Vp0udlGA6J3j85xxfVPxvxfTP/e+Clx810vxCYb9Iv+fbsV3X9hyTlz6lu9vP7Q3rHp8P4x+aOZMTsdR6sXF7KxOO28/e6HC2mp9Uu7bLtO2o/6uOofT7d6P6l64ZX34sF/v5F9uX33LnWkFohSiW5d62LDdK78+6m34sXXxrcqG/32pLj1nhdb5bAdtk7vuOfBV2LsuI9avba0G22dVxyHMV9+3ZPx+YNGxOEHbhl77rR+XHDpw/k+fZjOz+kzZsegtdZo9VF78rl3Ytz7U2ii3YPPzz0Pvhp8xnKN89m7+sZnonOn2thykwG59ALLto59YZ+pObNbz+EFDrKEidfG1MfzbyXx2vvV+RZandPy2Ug/700FW6vn6lNvzI2qypaxv5L6DV+7qiXRDmsTprSc09uhOZtQQIHlKFCxpMeaNfm5ePnvfQwNnAPOAeeAc8A54BxY1BzwdeeIc8A54BxwDjgHnAPOAeeAc8A54BxwDjgHyn8O+B77HjsHnAMr1RxorJ+e/RiU/6N1kiSRJK0je9EnBRRQQAEFFFBAAQUUWFwB6xVQYAUIVA0ekh21ac6cqH/3nWzdJwUUUEABBRRQQAEFFFBgGQrYtAIKKKCAAgoooIACCiiggAIKlL+AI1RAAQUUUEABBRRQQAEFFFBAgfIXcIQKKKCAAgooUCAw7v1JceXf7y7INK+OGfdBDOjbMzp17NCc8FkBBRRQQAEFFFi1BOytAgoooIACCiiggAIKKKDA8hIo+F7siVMjnh0d8dRrc2PO3IIX2rEvG67bJw742EZxy10vxDdO+3vc/q8XszjhezfEcy+Oid49O7c62labrhVD1u4RZ/z+7jj3Lw/F3Q++Ej//w7/i8uufiMFr9WhVu80Wg+KTe28cf7jkoTju1Ouzdqm/5uZn4piTromHHx+V1f/tH0/HEd/4a/zjjv9m7V1xw5Px1xueihHpsdYasEZWU9ehJvr36RZPv/BuXJm+ds1Nz8Qz6Xr24nxPA/p2i//76q5Z7WHHXh5X3fh01u5FVz4Wh3/9iqz6lOP2iNraxf+y7Z+de08cl9rgxFgY232Pvh67bL9udO9SF3Pm1McJqeNJp98c9Q2lv3x7Ue3QyY511dGvT9e4/7HXg/FefdPT8dqbH/BSydhkw/7xlc9tl1o+H0cWmP7ivH/FV06+Noat0zuOPXKHSJKiTZRMVlVWxNGHjIyqqoo47rvXx5+ueDRv+q2f3BgbpO0W7oztsUftEFOmzY7PHXdlYI/XP+9/OX55/r1xys9uiRkz5xTu0ub1ts6radNnx28veiCdr2vGp/fZJOv7lz67Tcya0xB/SudCfX1jOmfXjL69u8Yvz7s3P09+es6d8de/PxXduta1uU+LU9i1c4e479HX4js/uSnwYC4d/e2rMs/PH7RVDF27Z8nm2jr2hX2munfvWLL9pXkhaZo3qZqaz1VN0bycv82m9PUkmVc7/4ur0fZpn+kc15+8Rnxxz47Rs2tFHLR9+/8M8Tc3Tw//KKDAqilQsTjdThJPqovjZa0CCiiggAIKIGAooIACCiiggAIKKKCAAgoooED5CzhCBRRQYOUUqKioCCJJFvw5J/9RycrZa3ulgAIKKKCAAgoooMDKKmC/FFBgRQhUDxmaP2z9qOb/Y1Q+4YoCCiiggAIKKKCAAgoo0O4CNqiAAgoooIACCiiggAIKKKCAAuUv4AgVUEABBRRQQAEFFFBAAQUUUKD8BRyhAgoooIACChQKTJ4yLR547Ll48+33CtMxZtyE6N+n9RcftSpwQwEFFFBAAQUUWKkF7JwCCiiggAIKKKCAAgoooMCyFuD3FydJ8+81Zp3jPfhSU5x4WRLH/v6jmDClkVS7B4f89jG7xinH7RFvvjspTj3rtjj9d3fH0EE94off/ljU1lS1OmafXl3i7B8fGMPX6xOXXvN4fPdnt8aHk2fEL047IHqs2fqLxfmy+JO/vnucfNzu+bZPOeOWuPTaJ2KDdfvERhv0y9reMG1r9uz6OOO3d8V3fnpzXHH9k3H4p7eKH534sexL2ymin18/aofYJN3ngssejnP/8lA0Ff9+ccpjz53Wj0t+89nsy91/c9EDWbt/u/Hp2H/vjeIvab5fn65Z3eI+bbXJwHh7zIdx2i9uD8Zy1wOvxHdTu699fvugj5OnzIrR70yKkVsMCr40v1T7i2qH/TrW1cSJX90t1uzeMc48957gS92rq1u/H9QVBn046pCR8bvTP52lc6b3P/ZG0MdzfvzJ6NypNnttwaeFZzZYt3dc8tvDY/ONB8Sfr/5P9t4//OSb8aNv753l5t+b9+rPZx8WG2/YLy666t/Ze/CTc+6MV954Pw7Ye+Oo61Az/y5t2q6qqohFzSvmxqXXPREvvT4+jjt6x/yY1x6wRnwunVt33PdS3PPwqzGgb7f46Un7RNcudfGr8++N76fva0VFEqefsk906rhk/VvUILp17RC//mH6eVmjY/zwV3dkc2nGjDnxyx8cELx3vIel2mjL2Nl3YZ+pynR81LR3NCXzPpDpAJp4A9IDsMwFH9gkaT7HpS/5SAUG96mMb+zfMa78dvc4aLsOaab448V36mNu/Tzf4iULZL998ZS47cnZ8c+nZy/wmgkFFFj5BSoW1sUkSdKbjtbRocd2scaO/4u6EU9F1Wb/jvph98fsdf8VM4feHdMG/TOmrn2HoYFzwDngHHAOOAecAy1zQAstnAPOAeeAc8A54BxwDjgHnAPOAeeAc8A5UP5zwPfY99g54BxYCeYAP6sk+LnlnPXujabhD0VVh15RVVUVFRUVC/zcM0mShf2o1NcUUEABBRRQQAEFFFBgfgG3FVBghQhUDR2aP+7cN0fl111RQAEFFFBAAQUUUEABBZaJgI0qoIACCiiggAIKKKCAAgoooED5CzhCBRRQQAEFFFBAAQUUUEABBRQofwFHqIACCiigwGoowBeVlBr2+kPXik4dO8RzL72RL/lw8tR4f8LkGNCvZz7nigIKKKCAAgoosEoJ2FkFFFBAAQUUUEABBRRQQIHlKpAk836X8bwv0V7WB+dLxQ/95BZxx5VfiefuOSkeu/mb8Z1jd0v/vbv4F6APHrhG8MXuT915YhC/OO0TQe6iXx0ap5+8T6vu1tZWxWGf3DLf9tN3fSdbP/Gru8YaXeuy2pFbrB3XXXhU1hbHv+uqr8Uxn9s2Ota1Pn6fXl2y49LGwzd9I7bcZGC2/xcOHRm3Xn5M9FyzU7ade9po/b5x8a8Pjcdv+3Y2rvuuPy4Kj5ur22XbdeKhG0+I4ev1yaXyS8ZT2DZfXH/LZV8O+kCw/smPbRwYstOYcZODnyOMmNc3csViUe3k9uFL92+4+AtZ/2++9MuZMy7FrHP7MH122mZo/O38I/KmvLdHfWbrBUxbjT3XwLzl/GMnzft87hmfzkx57y/77eGxxcYDo6GhMSorkiyi4M/QQT0iV897y9xi7uyw9ZCgn5QurA+8XiwWNa9o+/ijd4xHb/pmfp7k2jny4BFZ/z++6wZZasRma2Xzj/eTuXLat/aOdQb1zOYUBllR+lRqntF/xsYyLYjklDwAABAASURBVMs/mE/MK/bLJ+etdOtSFxyH43Hcv//5C7HnTuvnTSgr9T4vauzs29bPFLXLKvgcFAbHYZul0Vqg7xoVrRPzbd3w6Kw4/JyP4vJ7Z8aUGY3zvVp8874X5mQv/ObmGTF9VlO27pMCCqw6Ags/K6TjyJ1QkyRJLx5JVHXonUV1XZ9sWdOxb7BOsF7bqV+wzG2zbvTNTHTQwTngHHAOOAdWxzngmJ33zgHngHPAOeAccA44B5wDzgHngHPAOeAcKP854Hvse+wccA6syDmQ+7lksSU/26ysrIxcVFRUpD8BbXkkSdKy4ZoCCiiggAIKKKCAAgosVMAXFVBgxQhUDxkalf37R4dddo2qtdZeMZ3wqAoooIACCiiggAIKKLDaCDhQBRRQQAEFFFBAAQUUUEABBRQofwFHqIACCqxIgdzvM6MPuXWWRlP2i2V10ME54BxwDjgHnAPOAeeAc6C95oDtOJecA84B54BzYHWbA/x7U2Ew/sLtiookTj3+c7HfHtvm02PGTcjWB/TtmS19UkABBRRQQAEFVjUB+6uAAgoooIACCiiggAIKKLDsBZLE31287JWX/RFeHz0x+vXpGn16d1n2B2vnIyxpc7Nn18fT/303evXsHL17rT7jXlKv1WG/9Ceo2X+vnBtrknh+y1ks7vLFd+rjhsdmxWtj6+Ocm6fHIb+cHBfcMX2hzZx6+dT86+MnN8Q5Ny28Pl/sigIKrDQCrb/hoqBbSZJkJ9gkSSJJmoMvxMh9OUZNTU0QHTp0iLq6ulbRsWPHIObPu93aSQ89nAPOAeeAc2A1mAOt7hEcr3PeOeAccA44B5wDzgHngHPAOeAccA44B5wDZTkH/Pv/fD8ncZ47z50Dy3cOFPu5JD/DrK2tDYKfaeZ+xpkkzT/3TJKk4CejriqggAIKKKCAAgoooEAbBCxRQIEVJFC77XbR7+77ouf5f4q63fdYQb3wsAoooIACCiiggAIKKLCaCDhMBRRQQAEFFFBAAQUUUEABBRQofwFHqIACCqwwAb50LUmaf68Z63SEpdGU/a43HXRwDjgHnAPOAeeAc8A54BxoxzngPWaT88n55BxwDjgHyn0ONDY2LnC9K/z3piRp/ncocrno02uNqK6qym3GmHETsvUBfXtlS58UUEABBRRQQIFVTMDuKqCAAgoooIACCiiggAIKLE+BJLJ/l06fludRPVY7CKQ/Po5nXng3th8xJDrW1bRDi8u1iSU+2EOPj4onn38nRm6xdnTvUrfE7bjjqi3w+693i3/+YG786jPjV+2BrGS9nzS1MfbcrCbfq8amiEN2WPjn7I6nZ+frWbnhsVlx/wtzWDUUUGAVEahYWD+TJL1bnFeQJEkkSRIVFRVRXV2dBV+YwZdn5KLwyzVYNzqGBho4B5wDzgHnwOo9B3z/ff+dA84B54BzwDngHHAOOAecA84B54BzwDlQ/nPA99j32DngHFi55kBdXV3kfo5ZU1MTVVVVWSRJkv2sM0mS4E+SNC9ZNxRQQAEFFFBAAQUUUGBRAr6ugAIKKKCAAgoooIACCiiggALlL+AIFVBAAQUUUEABBRRQQAEFFFCg/AUcoQIKKLBiBPjCuSRp+dI1tgm+qI1oaGiIwqivr2+1Xfia662t9NDDOeAccA44B5wDzgHngHNgwTmgiSbOAeeAc8A5UN5zgH87yv2bEstc8O9NRO5fwJKk5d+jcrmZs2bHpMlTs80x4yZEzzW7RY81umbbPimggAIKKKCAAquWgL1VQAEFFFBAAQUUUEABBRRYUQKF/xa9ovrgcdsukP64IM787n7xhUNHtn2nlaZy0R155Mk346unXBuXXvt43P3gK3H7v16Mk0+/OU4545YYtk7vdNzbBAaLbsmKchdIIv1fOhmSpHlZ7uNdluPbcXhN/PoLXeMv3+gWB25TG5/etjZ6dq0oecifXD2t6Gu/uXF6NDQWfcmkAgqshAKlP+VpZ7lBTJLmE2ySJFFZWZl9OQbL6urq7Iszcl+ewRdpGHWhgQbOAeeAc8A54BwomAN1rjsfnAPOAeeAc8A54BxwDjgHnAPOAeeAc8A5UPZzwL//+7MB54BzYCWZAx07dszeiw4dOmRLfo5ZU1MT/FyTn28SSZJEkiTBH34WytJQQAEFFFBAAQUUUECBNghYooACCiiggAIKKKCAAgoooIAC5S/gCBVQQAEFFFBAAQUUUEABBRRQoPwFHKECCiiwAgT4b/eTpOW/42f7uYmvxbMTXs0H28988EoQ5Au3yRnNNjro4BxwDjgHnAPOAeeAc8A50KY5MO/e2lrni3PAOeAccA6U6xzI/dsR/45EsN3Q0BCNjY3Bvz0VRpI0/7tU7p/FLrj85rji+ruyzTHjPogBfXtm6z4poIACCiiggAKrnIAdVkABBRRQQAEFFFBAAQUUWO4CuX9/3nBgEkfs3BjH7NsxunRc6FfBLvc+esAyE2jDcPr36hqVFRVxydWPx3d+enOc9ovb46XX348TvrRT/PGsQ6Lnmp3a0Iol5S5Qkc4RxpgkSf73s7NNJEnCwlgCgS2HVsePP9slDtmhruTeH05rin/8e1bR19+a0BC/uXl60ddMKqDAyifQ5ru+JGk+sXLy5csxqqqqguBLMwi+QIPgCzVyS9aNDqGBBs4B54BzwDmwus4Bx+3cdw44B5wDzgHngHPAOeAccA44B5wDzgHnQPnPAd9j32PngHNgZZgD/HwyF/SHn18S1dXVkfvZZpIk+f+4JEla1le+H+HaIwUUUEABBRRQQAEFVj4Be6SAAgoooIACCiiggAIKKKCAAuUv4AgVUEABBRRQQAEFFFBAAQUUUKD8BRyhAgoosKIEcr/0luOzfv/YZ2Kfu06Mfe/+Tux3z0lZfOLeU4LY/18nB8G60Wyigw7OAeeAc8A54BxwDjgHnAOLMwesdb44B5wDzgHnQLnPgdy/HbHk35Zue/vRaGhoyIJ/eyL4dyiCdYJ1YpMNhsaLr42ODz+aGmPHT4wBfXuSNhRQQAEFFFBAgVVOwA4roIACCiiggAIKKKCAAgosX4HcvzUnSRIb9I84ereIY/bpGF3qkuXbkfRofKH7rZcfE6efvE+65aOcBdoytiGDesT5Zx0cD/z9+HjunpPi6bu+E7dc9uU4+jMjo1OnmrY0sdrXfOHQkcFnis9WOWJUVFREUzqwJCl+vsqd39ISH0so0LNrRck9v/nnj0q+xgtX3j8z/v3KHFYNBRRYyQVKf9LTjidJ80k2SVqWSZJkX5KR+6KMqqqqyH15Bl+gkQvyRlVooIFzwDngHHAOrMZzwOtgep/k++85wDngHHAOOAecA84B54BzwDngHHAOOAfKfA7493///u8ccA6sFHMg9zPK3DJ37s39TDNJkuA/NEmS5p97hn8UUEABBRRQQAEFFFBgcQSsVUABBRRQQAEFFFBAAQUUUECB8hdwhAoooIACCiiggAIKKKCAAgooUP4CjlABBRRY7gL8QsgkSSJJkmCdaGxszNbpzJq1XcPQwDngHHAOOAecA84B54BzwDnQrnPAe2z/nuEccA44B5wDq9Uc4N+YGhoaYu7cuVFfXx+s8+9PBK8RSZKwyGKz4evE3jtvHWPem5DWN0T/vj3DPwoooIACCiigwCooYJcVUEABBRRQQAEFFFBAAQWWs0CSJNl/C5k7LP89ZG7dpQLLSMBmFVhqgXNvmh7fubQi/nRv96yt9EyWncuSJMm2041smSTztrMtn9pLYE59xPNvpk+LaPCcm6cvosKXFVBgZRCoaGsnkiTJfylGkjSv84UZhcEXabDN0vBLrZwDzgHngHPAObC6zwHH72fAOeAccA44B5wDzgHngHPAOeAccA44B5wD5T8HfI99j50DzoGVZw7kfk5ZUVERrBOsJ0nzzzaTJIkkaY7wjwIKKKCAAgoooIACCiyGgKUKKLCiBerffism/+z0mPR/34zpf79+RXfH4yuggAIKKKCAAgoooEBZCjgoBRRQQAEFFFBAAQUUUEABBRQofwFHqIACCqwYAX7JLcHRWfLlayzZ3rn/5vHcIZcZGjgHnAPOAeeAc8A54BxwDjgH2m0OeH/t3zGcA84B54BzYPWZA/sN2p5/YoqGhoaYO3dutmQ99+9PuX+Doii33rtn9zhov51j4uQppKN/nx7Z0icFFFBAAQUUUGDVErC3CiiggAIKKKCAAgoooIACy1Mg92/MSZJEpJFUVKSLivCPAstWwNYVWHqB18bUx/NvJfHa+9X5xlqd0/LZiFy+IOXqUgqccc3UNrXw6piGOPe2GW2qtUgBBVacwBLd/eW+KCNJkmC9MPgiDaMy/6UiWmjhHHAOOAecA6vtHKj0vfe9dw44B5wDzgHngHPAOeAccA44B5wDzgHnQNnPAf/+788DnAPOgZVsDuR+bsn5N9I/bCdJEknSHGnKhwIKKKCAAgoooIACCiyugPUKKLDCBZrmzIlpf7syZtz5z5j9yMMrvD92QAEFFFBAAQUUUEABBcpQwCEpoIACCiiggAIKKKCAAgoooED5CzhCBRRQYDkL8EsgkyTJjso6wZev5SJ7wScFFFBAAQUUUEABBRRoXwFbU0ABBRRQYDUUaGhoiDlz5kR9fX2wzr9DETkK1pOk+d+pcrmx4ydG5451MaBvr1zKpQIKKKCAAgoosOoI2FMFFFBAAQUUUEABBRRQQIHlL9DUcsiJUyOeHR3x1GtzY87cghdaSlxTYOkFbEGBdhBImub9jKyp+VzVFM3L+Zsu9vO0+WvcXnyBO5+d0+ad/nz3jHj2zbltrrdQAQWWv0DF4h4ySZpPwknSvGT/JEmyL81g3VBAAQUUUEABBRAwFFBAAQUUUEABBRRQQAEFFFCg/AUcoQIKKLAyCiRJ888ukyTJupckzctswycFFFBAAQUUUEABBRRYbAF3UECBFS9QtfagfCfmjhqVX3dFAQUUUEABBRRQQAEFFGgvAdtRQAEFFFBAAQUUUEABBRRQQIHyF3CECiigwIoSSJIk//vJ+OWQuVhR/fG4CiiggAIKKKCAAgqUs4BjU0ABBRRQYHUUqK+vj1w0NjYGsbB/g/poyvR49MkXonv3LlFRkayOZI5ZAQUUUEABBVZxAbuvgAIKKKCAAgoooIACCiiw/AT49+Ykaf63ZNY58oMvNcWJlyVx7O8/iglTGkkZCrS7gA0q0B4CTUlTczPpeSx3DiPBOhFNTfn/zpv86hLZ2IsMtlS+SOkiU3/854yYU49vpMZti59cPS38o8DqItCen7flZVaxNAdKkiQ9GSRZE0mSZOtJ4jJJNEgSDZJEgyTRIEk0SBINkmS1NPC+wPfdOeAccA44B5wDzgHngHPAOeAccA44B5wD5T8HfI99j50DzoGVdg7wA8wkaf63WdYNBRRQQAEFFFBAAQUUWGIBd1RAgZVAIKmpiaoBA7Oe1I9+M1v6pIACCiiggAIKKKCAAgptWdvXAAAQAElEQVS0o4BNKaCAAgoooIACCiiggAIKKKBA+Qs4QgUUUGCFCPBL2XKR60DuC9hy2y4VUEABBRRQQAEFFFCg3QRsSAEFFFBAgdVSgH9/qq+vD/7diWCbACO3ZD0XnTvVxaxZcyNJchmXCiiggAIKKKDAKiVgZxVQQAEFFFBAAQUUUEABBVaQQJLM+4flpqYV1AMPuxoJOFQF2l2An5vlorBxcoXb5byeG2uSJMH6soyrH5oZ6VEWK956vz72P31S3Pz4rGXev2U5dttu+axpsaAF5xhckqT5vop1cqtCVKwKnbSPCiiggAIKKLCqCdhfBRRQQAEFFFBAAQUUUEABBRQofwFHqIACCiiggAIKKKCAAgoooIAC5S/gCBVQYGURqBoyJOtK05w50TB2TLbukwIKKKCAAgoooIACCijQPgK2ooACCiiggAIKKKCAAgoooIAC5S/gCBVQQIEVL8AvZiuMFd8je6CAAgoooIACq6rAB2M/jNf/+1a8+eLb+fjv4y/l1wvzrL+Qvjbqf2/HqBfejrdeHhtjXhkbs2fMWVWHb78VWIiALymggAIKKLB6CjQ2NgbR0NCQ/yKMhUm89/7E9OWmmDOnPl36UEABBRRQQAEFVjUB+6uAAgoooIACCiiggAIKKLA8BZKk+ctpOWbuv4EsSEXLq1QYCrSXgO0o0D4C6w2oik0HNcW6vZr/W6nceSy3bJ+jrBqtMOYkSVr9PJEcwc8aCdaJwnW2iVyOJVGYY33+mDGrIaoqmqKqMqIyXVZWsGwJ8tnr6WvZcl7d+MkNce5t02LClIZ8XzleLjgO6yznD/K54DXWWc4f5AnyuSXr8wevEeRzS9bnD14jyOeWrM8fvEaQzy1Zz0Uux5Ign1uyPn/wGkE+t2S9MMjngjzrLOcP8rngNdZZzh/kiVy+cD2XY0meyK2zLBbUELyWW7I+f/AaQT63ZD0XuRxLgnxuyXoucjmWBPnckvXCIJ8L8qyznD/I54LXWGdZLDhbkM8tWU+S5s8luZU90o/xyt5F+6eAAgoooIACq5yAHVZAAQUUUEABBRRQQAEFFFBAgfIXcIQKKKCAAgoooIACCiiggAIKKFD+Ao5QAQVWGoGqwUPyfZk7alR+3RUFFFBAAQUUUEABBRRQYKkFbEABBRRQQAEFFFBAAQUUUEABBcpfwBEqoIACK1iAX8yW6wLrRG7bpQIKKKCAAgoosDgCb782Lsa9OSEqozoqmmry0TC3Mb9emGe9vr4xrW+uTRrSPavqYtaHc2Pu7IbFObS1Cqz8AvZQAQUUUECB1VSAf2vKfYlAbkmOKEby3viJWfqoQ/bOlj4poIACCiiggAKrlICdVUABBRRQQAEFFFBAAQUUWDECSfNhK7IvqW1e57mJJ0OB9hawPQXaSeCET3aKXx5ZH1/d7cMFWkySeSe2BV4pvwQ/N0ySJFgyOpbZzxWjKc01pqnmZWNjQxBNTY1ZPrc+/5LXS+XIf+rMCVFd1dgclQ1RXZmuV8xbzlvvXNsYg3snsdU6lfGxLapjhw0qYnCfJKor6mPHDapizc6R9YX2OF4uctu5JXnWCdZzkdvOLcmzTrBO5NZZEuQI1gnWidw6S4IcwTrBOlFsPZfLLQvrljTHfgRtEbn13DKXK9zO5QqXufUlqWMfItcGS4IcwTqRW2dJkCNYJ1gncussiflzbBPzv7ascrnj0D6R284tc7nC7Vyu2JIcQX1j9vlqSj93zY+mpqZIklXjfFTR3GWfFVBAAQUUUECB9hOwJQUUUEABBRRQQAEFFFBAAQUUKH8BR6iAAgoooIACCiiggAIKKKCAAuUv4AgVUGDlEagaMiTfmfo3R+XXXVFAAQUUUEABBRRQQAEFllbA/RVQQAEFFFBAAQUUUEABBRRQoPwFHKECCiiggAIKKKCAAgooUC4C77wxJpoaI5rqIxobmvLR1NR6u/C1yNXPjWiY0xT1cxtjyow5cedzzV/8Wi42SzKO9z+cENsff2Ccf+PlS7L7Uu1z95MPxUZH7R7Pj3ppqdpx5xYB1xRQQAEFFFidBfhSAKItBmPGTYjKysoY0LdnW8qtUUABBRRQQAEFVioBO6OAAgoooIACCiiggAIKKLBiBfi3aGLF9sKjl7uA41OgPQWSJIkkaY6KiopsvT3bXxXaSpIkcudullNmNMaf7pwZf7xjRvzxny1x4V2z4oZHZ8bc+rlZ1NfXB3HR3WltQR37/PPpWVHfUB8NDQ1BzdQZc5vbTOtmzo7o2aUi1upRGTtsUBXHfrwmTvtMxzjnCx3jN1/sHAfvUBcHbV8XO29UExutXRV9ulfE53bpEFd8s3P87POd4qt718TrY+dk7WX9TNvkmAT5hsbmY3LcZ98sXvfepDlB/6ghHn5xVjbW+dubOr11HePiOIV1F901o9kjHS9tEdc/0uxWWHfVgzOzY+JHDXH5fbPigjumZ8emXeLWx2dndTk76grboYa497+t6yZNaTHm9Vw8/lrzGHLtvf1BcZMX32mu43jES+k2xyVybbF8+4O5Wf+oIR5/dXbW//nrJn7Uuu7e54sbZx4Fdjc/vmDdX+5Z0Pjqh5rtCo97/aPN8473du7c9PjpHL34ngXn5x1PNdflTKbNLG738Iutjcd/WLzu6VHNdXgQo8Y11xX2DbvXxs6Nwvn5XDo/yefqxk6sj6bGxmhqaozGbNmUnUKamprSXPN6llhJnypW0n7ZLQUUUEABBRRYdQXsuQIKKKCAAgoooIACCiiggAIKlL+AI1RAAQUUUEABBRRQQAEFFFBAgfIXcIQKKLASCVQPHpLvzdxRo/LrriiggAIKKKCAAgoooIACSyng7goooIACCiiggAIKKKCAAgooUP4CjlABBRRQQAEFFFBAAQUUKBuBuXPrs7E0NWaLlqeF/O7XpvS1pkifqG5KYsbsxjjl0clx69vzN0JB8bj7yYdiwMEjWsWgQ7eJvb5zeNz+73tL/vLZ9z+cEL+46vzY4fhPxdqfGZntv8kX9oyT//izeOf9sfmDzW2oj2N/873Y6Kjd4/lRL+XzhSuvvDMqtvzKx+P8Gy8vTJdcnz5rRlz6z+uyPtLXXP+HHbFL/OSy35TczxdWWQE7roACCiigwGorkPsyAJZtQRgzbkL079MjK33mhdezpU8KKKCAAgoooMAqImA3FVBAAQUUUEABBRRQQAEFVgKBnTZM4tdHNsYF3+gWPbv6VbArwVtSbl1wPAq0u0CSJFmbuZ+nJUkSSZJkuXJ/YsxEbpz8d2RTZzTEhXfNiovunp3GnCwuvmdutrzpifpojKZoaGyMxpSoIV3/051zgtcL4+7nm+vqGxuCmimzGrP9qXl/akW8NaEiXh6bxJpdq+KgHTrELhtXxqZDq6K6uikuv7/5WNTm4vm36qMxPdbI9Suja+ck3hjfkLV30d2tjz3qg8bmvqW1HPe50c1tzV/3/pTGaGxqytqk7rFX67MxzF83fW7rOsZ18TwLlsSf7pqbtVPYHk68VtjeNY8U1M2zu/KB1v1nn1uempO1l7Ojf4XtUEM8+GKzSa7uwxktxryeiyffaD5uru7dSc1187f5ytiG7LiN8+xeHlNf1PjtCWldgd3To4vbTUr7U2hCf+nT/MedVZ++DwXt3fF0s0lh3V8fah5DYXvXPLpg3Y2PN9c1FMzPy+6dm723HDsXvI+Ms37e/Jwxtykba+713PKRl1sbfzC12S73em753JupCW5Njdl8H1Vifr42vj4/P+vT2v+925Ad98K7ZmfLsZPmRkNDQxaRtsdnk+DzmSTppGFlJQ7v+lbiN8euKaCAAgoosGoK2GsFFFBAAQUUUEABBRRQQAEFFCh/AUeogAIKKKCAAgoooIACCiiggALlL+AIFVBgZRKoGjQ4Knr2jNrtto+a4cNXpq7ZFwUUUEABBRT4f/buBDCuqvrj+Lkzk0yS7nvaAqUt+74vIpvssiuyKigi/tkUFTcEVNwVBEVQQUQWBVQQ2WURKvu+QwuF7nvSpk2bNNvM//3u5E1mkpmuSZq8fEvOvPfOO+/eez6ZeTO1NUUAAQQQQAABBBBAAAEEEEAAAQSiL0CHCCCAAAIIIIAAAp0qEP6Qtk4dlMEQQAABBBBYXwGu7z0CaS3VWTqd8wNffU75YpGpXZlK2yWv19rcdLl9aXyqWHHR/HnHnWHXf+MXds1Xf2SnfOI4W7xsif3fr79jN9z/tw7XPP7K03bghSfadffcbGNHjLLvnnaBXfK5r9oeW+9kd/3vQTv4G6fYPyY9EPSRtpJ4wj5/+Gf8D7+99T93WXNLS954Ov5TMMfAigF23McPyztX6OD1qe/48b9/0xVWVlJqZx99ml11/g/szE+ebPvusIc1NDYUuowcAggggAACCCDQqwWc02fE1X4wtDnzq2xs5XCb9Pwbdv1t91ljU1Ov7pvFI4DAWgpQjgACCCCAAAIIIIAAAggggAAC0RegQwS6QCD8e4/aDh9gttOmadt18xIrLcn8fYQumJIhEUAAgU4T0J+gOecsFouZc86H6Vewr01fCN2/U6mUpYNoSa/i7425mJX062cl/ftZoqI8E3Hr8CueSATnKrJ1JUFth6IgEUuU5NXFysqCbMeveGlpfl2ytGNRkIknk5boV5GJYM5YcF2Q7vCVKA/WnlPngnV0KAoS8Yqgz9y64DkSpPO+ShLmTXLnTQdOeUXBgQuuTVS0rU1+Zs7a/3LxuKkuNE6VlrUvyRzHE3l1sSJ2sZLS/LrSZOb69o+JTJ3vI7BzReziwTy+Ri6qi5e0H8kftzeOlSR8vv1DorzC8scr8IQKnPS8y63T67X9WGmLWa6djFPW8ZeL5RvHy8s6FgUZV1KSN54Lnl9BusNXPHg+5s4bC447FAWJeGAf9lAS+Gn8IJ39SqVbrLm5yVpSLdbi/45k2tJp3aHMb8P97AU9bCfWw9bDchBAwMxAQAABBBBAAAEEEEAAAQQQQACB6AvQIQIIIIAAAggggAACCCCAAAIIRF+ADhFAAAEEEEAAgc4SiI8ebWMmPWMj/nST9fvMSZ01LOMggAACCCCAQCcIMAQCCCCAAAIIIIAAAggggAACCERfgA4RQAABBBBAAAEEEEAAAQQQQCD6AnTYuwT8z2BOOXNp5xee+RGwfrfDg34+bDqoq29O2w/frrP56XL79XZp23hwRYfa1SV232onO3Lvg+xT+x5hP//yd+2Jq/9he2y9s9366F1WVbM4e/lrU9+xr133Q5swZhN75pp77O/f/4Odc+znfNz4rSvs5esftN222sG+88ef2qMvP+Wv22WL7e3AXT5mDz7/X3t3xvs+Fz68/uE7dt+zj9mJBxxtY4aPCtMFt5r79J9daBXJMnv4l7fZfT/7i33vs18Jrj3KfnTmRfanb/7Kfvql7xS8liQCCCCAAAIIIBB1gcU1y2xRdY2NrRxue+y0tTW3tNi778+Ietv0hwACxtn7GAAAEABJREFUOQLsIoAAAggggAACCCCAAAIIIIBA9AXoEIGuEHAu8/cTnAu2QThzXTENYyKAAAKdKvCV65baYZcn7KI7RphzwX0rbZmtmaXTwUGw1ZdzwTntRCzUo3OurWdL+75bgj8jDFv91on97cVrhmfjL98cHJ7Kbp+9uu18WPvzLw7IntfOsIGx7BhhjbYXfqqfTmdjm00SBetOObA8W6OdT+yULFh34I6lOp2NU4PrNE/72DqYJ1sU7HwtWEf7Gh0PGxALzrZ9/eKsgR3mfeaq4W0FrXs3B066PjfuumxI69m2zcM/G9phvOsuGNRWEOyVJlyHGo172Wn9g7NtX5uMjBesO/uT+X8PcPctSwrWHfuxsrbBgr2j9yorWLfnViXB2bavs46oMK2nfYwbFW8rCva+d0r+cymsT5a64Gzb1zXnDeow3qM/H9ZW0Lr3j0uGdKi79dsdn59PXTmsQ92vzh7YOkpmM7hf4efnRSfkPz+32rjw8/OzB+U/P/ffobTDnOr3kF2SmQlbH0/av9x+GTynWg+tubnJmluaLZ1KWSodRLC1gKf9azWs72nb/FdLT1sd60GgbwrQNQIIIIAAAggggAACCCCAAAIIRF+ADhFAAAEEEEAAAQQQQAABBBBAIPoCdIgAAggggAACCCCAAAIIIIAAAtEXoEMEEEAAAQQQQAABBBBAAAEEEIi+AB0igAACCCCAAAIIIIAAAggggED0BeiwlwjU16+wmmWLraa22pYvX2a1tctseW2tNTc1B8e1BaMlOLdoaY1d9matzU+V2aUbL7X+1mD1K+vWu+uBFf3tEzvvY4uD8ecuXuDHW9nYYFfe+Ucb1G+A/f5rP7ONRo72+dyHIf0H2W/Pv9wmjBln195zsy2rW24l8YR98ciTrSWVsuvv+6s1t/6g6aaWZrvxgTusctgIO+7jh+UO02F/RdDTz/56jQ0bMMRu/u7VtvW4zTvUkEAAAQQQQAABBPqywJz5Vb79sZXDbdiQgfbZTx9iY0Z1/AcrfBEPCCAQRQF6QgABBBBAAAEEEEAAAQQQQACB6AvQIQKdLpBOp82CLz+wc35j4TZzxCMCCCDQawT8PS1YrXOt97NgX19hXvtRCvWlUE/q2O/rvq4EgQAC3SrQ1NRkzc1N1pJqsXQqZXo96nXpnPP73bqYdZgstg7XcAkCCHSpAIMjgAACCCCAAAIIIIAAAggggED0BegQAQQQQAABBBBAAAEEEEAAAQSiL0CHCCCAAAIIIIAAAggggAACCCAQfQE6RAABBBBAAAEEEEAAAQQQQACB6AvQIQIIIIAAAggggAACCCCAAAIIRF+ADnuLQHl5Pxs0cJgNHjDM+pUNtIrygdavYqDF4wnr339Ax+g30OrTCbtyaswWx/vZjzZdbluPHmnDhg3ztZ3Rt34YbUV5uQ0O5tJ4b0+fYi9PftOO+/jhttHI0UoVjGGDhthpBx9v705/3ybPnOprdpq4rR2828ftsZeftlfef9Pnnnv7FXvkpUl24gFH25jho3yu2MNL771hr0x5y87/1OdtoxHF5y50/fuzP7ITvv9lG3fSnjbx1H3s3KsutkU11R1KX5z8uh13yVm+TrXaV659YUsqZfc9+6gdctGpvnbsCbvZnucebQ+/+GT70uzx7EXz7MALT7S9zzvWltevyObZQQABBBBAAAEEOktgzvwqP9ToUcP8dv+9drSRwwf7fR4QQKAvCNAjAggggAACCCCAAAIIIIAAAghEX4AOEehcgXQ6bc45P6hzme2UuWY3B3/0fcNDdVZbn/bneEAAAQR6ooBLZ+5bWpvuZ9Z2qJRZcI/Tjs451/6kzkQv1OvoIc6e/IGz564abCfsWxa9JukIgR4kcMCOpfbCb4baPV9bYltWNlk6lbJUS4vptahlaqvQfk+PWE9fIOtDoM8J0DACCCCAAAIIIIAAAggggAACCERfgA4RQAABBBBAAAEEEEAAAQQQQCD6AnSIAAIIIIAAAggggAACCCCAAALRF6BDBBBAAAEEEEAAAQQQQAABBBCIvgAdIoAAAggggAACCCCAAAIIIIBA9AXosNcJpLM/nNqZpYLlB5FucZZOBcc6F0Q6FbNlK1P2q/djtihdZpeNqbVNhg02/4OsO+kHVs9eNM/u/t9DtufWO9uY4ZWmX+/N+MBiMWcH7bKPDlcZO222jZUkEvbG1Hd9XSIet88fcaLf/8vD/7DFtTX2u3tusk0rN7ITDzjK51f18Px7r9rQgYNt9y13XFVZh3MvTXndzr7i23bY7vvbdRf+1I77+OF2/3OP2WU3XWlNLc3Z+gef/6+dcvl5VlZaaled/wMfqVSLz/3vjReydbrm4ht+budd/T0bMXior7v+G7+ww/c4wBYsqcrW5e4sqqm2C3/3A1tat8z+8PWfWf/yfrmn2UcAAQQQQAABBDpFYO78ahsxbJANHzqoU8ZjEAQQ6GUCLBcBBBBAAAEEEEAAAQQQQAABBKIvQIcIdKFAOp32o783x+yWSc5ueLDOautSPscDAggg0BMF0i5z33LOme5h7aMnrrmr1hT2rvFTqZSlg/+0TyCAQPcItLQ0m49US4f7UfesYP1nia3/EIyAAAKdKcBYCCCAAAIIIIAAAggggAACCCAQfQE6RAABBBBAAAEEEEAAAQQQQACB6AvQIQIIIIAAAggggAACCCCAAAIIRF+ADhFAAAEEEEAAAQQQQAABBBBAIPoCdIgAAggggAACCCCAAAIIIIAAAtEXoMPeKZA2Z5Yy89t0sA32gwOzlmA/iKq6Zvv2S8ttmSu3Szeps3EjBmcbjQWXutja/zjWlya/bg8897jd/dRD9rVrf2iHXnSqVQ4bYd8/42uWiMf9+LUrVtjAfgNs1JAR/nhVD0MHDLZ+5RXW1NycLdtp4rZ28G4ftydefdZ+dfsf7Pl3XrXPHXqCDR88NFtTbGfB4kVWGcw7sP+AYiUF86+8/5Zddf4P7EtHnWpH7n2Q/fzL3w22B9vz775q0+fN8tfMrVpgv7zj93bsPofZrd/7rX1q3yN83HbJNbbz5tvZjQ/eYQ1NDb729sfvsTv/e69997QL7K/fu8bXadwffv4bdsZhJ/ia3IdldcvtK9dcZu/P/shu/NaVtuPEbXJPs48AAggggAACCHSawJz5VTa2ckTeeD//3d/svkefzctxgAAC0RSgKwQQQAABBBBAAAEEEEAAAQQQiL4AHSLQ2QLOOUun035Y55zfBonMlkcEEECglwiE97HcbbjfS1pY72U613oPbx1J/StaD9kggEAXC7SkWoKPUGkfqZT+smcXT9gFw6/93zjtgkUwJAIIZAXYQQABBBBAAAEEEEAAAQQQQACB6AvQIQIIIIAAAggggAACCCCAAAIIRF+ADhFAAAEEEEAAgU4XSC1bZjU/+4kt/ubXbdnvr+308RkQAQQQQAABBNZagAsQQAABBBBAAAEEEEAAAQQQQCD6AnSIAAIIIIAAAggggAACCCCAAALRF6DDXiyQNmcvVzXa9XP7W21ji6VTZvq5+/NXtNi3XlxhtS1xu2D0Mtt0+CDfZdrSrVuzdj/T2dbk17X33GxnX/ltu+A3l9p9zz5q3zrlXLvte9fYiMHD1uTyNapJxOP2+SNO9LW3PPJP23yj8XbUXgf54zV5KC8rs5J4Yk1KszUH7Li37TRxm+yxrj9kt32tsbHR6htX+vzz771qcxbNt5MPOiZv/IEV/W3/HfeyD+ZMs6XLa23Fyjq7/7nH7OM77GFfCPpwLv+HZ/vBch5Uf+mNv7J3pr9vf/7WFbbzZtvmnGUXAQQQQAABBBDoPIG6+gabO7/KRo8aljfoiGGD7eU33s/LcYAAApEUoCkEEEAAAQQQQAABBBBAAAEEEIi+AB0i0CUCzmX+3DudTpui9dDPlTnjd3lAAAEEepzA5mMTtsO4tG02orHD2pyL/h3MucI9Olc43wGJBAIIdJpAOpWyVBCZz1K98zUY6zQNBkIAgU4QYAgEEEAAAQQQQAABBBBAAAEEEIi+AB0igAACCCCAAAIIIIAAAggggED0BegQAQQQQAABBBDofAFXVmbLb7vF6h58wOoffaTzJ2BEBBBAAAEEEFhLAcoRQAABBBBAAAEEEEAAAQQQQCD6AnSIAAIIIIAAAggggAACCCCAAALRF6DDXiuQNnty5lL7ywdpm720wX4xvcJmrWi2hQ0t9r1XltvKlphdvEWzjR8Qb2sx7SwdXGdBBF9t+TXc+8t3rrI5/3zZ3rzxUfvELvvYz/76O3v27Zfzri5JJGzZilpbsGRRXr7QweLaGltRX2cD+vXLO73TxG3t4N0+bvFYzM44/DM2fPDQvPPFDhLxhM1cMDeYf3mxkoL5zTcab87l/1DdAeX9rWbFMluwuMpfM796kdU11Nvxl5xlY0/YLS9+/rdrbWntMpsf9Kx+Zi+ab9uN39LKSpP+2mIPjc1NdsmffmX/eXGS/frcy2y3LXcsVkoeAQQQQAABBBBYb4E58xdZc0uLja0cnjfWjttMtIH9K/JyHCCAQBQF6AkBBBBAAAEEEEAAAQQQQAABBKIvQIcIdKFA6x+pt24KTjRvccr+77dLO8SDLzbk1b8zo7lDja57/r2mvLqn32ksWPf+nOa8un8/u7JgXfWyVF7dzY/UF6zLKwoOfn3Xig5137mxNjiT/3XJX2o71P3izo5/X+Hcazqa3PBgXd5gy+rSHcaSyV1Pr8yrm7GgpWDdE2805tW9+kFTwbo3Psw3fuy1hoJ1Mxe25I33j/8VNl6+Mv9vn/zxgboO43312mV5Y+ngZ7cv71D3g1s7Gn/zhmUd6n57zwoNkReyah+3PlafV7Owpsjz84X85+d7swo/P597L9/4uXcLPz+nzM5/ft7/fGG7RcF6chd4S7De9j3oOLdG+1f/q+PzU046lxvfv6Xj81PuuTXav+Dajs9PfR91Loza+sLPTz0vwhptiz0/9TzT+TBeD56H6q196Hkb1mj7+OuFn5+aR+fD0Ouk/Vg61uvqgmP72RWfT9k5By/zfzfIucxdzLnMNhwjylvnMr2m02lvoF6ra9P2tZudnXfdCpv0Vv5zW+cJBBDoPAG99577u1r74b+H28zqnL/L2XlTdNtIsW6biYkQQGD1AlQggAACCCCAAAIIIIAAAggggED0BegQAQQQQAABBBBAAAEEEEAAAQSiL0CHCCCAAAIIIIBAFwi40lJLjN3Ij9w87SO/5QEBBBBAAAEENqAAUyOAAAIIIIAAAggggAACCCCAQPQF6BABBBBAAAEEEEAAAQQQQAABBKIvQIe9VuDxGTV21+xS26Z+qn11k+XWtGCGXTurv/3w5VpriZXYd7dO2dajBlk6nduiDtKWSqUt3aL93HNrvj9s0BD72VnfsU1GjbXLb7naqpcuyV681SabWX3DSnt96rvZXLEd1ThztuPEbfJKEvG4bTNuCxtQ3qqlUuAAABAASURBVN922mzbvHOrOthhs61tweJFNmXmh6sq63AuHluzH6w7bGDQ99nfseu/8YsO8evzv28bjxyTHbtfWUV2v9hOSSIR9Lm5taRa7Ll3XrWmlvwfAl/sOvIIIIAAAggggMC6CMxbUO0vG1s53G/Dh9123NK+8X8nhodsEUAgqgL0hQACCCCAAAIIIIAAAggggAAC0RegQwS6WCDd+hcQWje2+Rhn6cYaW1K1wBYvmmfz5s63Vz9o6hBTZ1TbgrkzszFz1oIONbpu+sxF2RrVfzSjqmDdzFnzbeG8Wb5W2w9mLClYN2fWnLy696YtLVinuTROuH1n2ooOda99sNLPpxqF6t+YurJD3TvT6jrUvfx+R5P3ptXm1c2ZPbvDWK8GllOmLcmrmzVrXsG6j2ZW5dVNn72wYN30WQuzderho+B7o3nax5zZ8/LsPphR2G7enNl5de8GfbUf65WpjX5OzRfavf1RXYf1vTG13tepRqH61z5o6FD3zkfL8+pmzZzZoeZV2U1fmlc3Z/acgnUfzFycVzdr5oKCddNmLMqr+zA41jztY9bsBXkmH86qKTje3Dlz8+qmTFtWsE79ySI0Uf/t53y91Vg1CtW/+eHKDuO9HbjrfBiqe2FyU4e6dz5altfr3OD73H5OHb8/vSavTs8b5dvHtHbG02YWeX4Gz9twbdp+VOT5qdeB1q4abbWO9nPqeN7cuVa9cK6/M+rvBsXjcYu5mLlYzOf8g3Otm8zWH0T0wbm2Hhua0/bGdLPXpjbboppURDumLQR6hsCS5Wl7JXhfendOqdU3ZV6HaQv+Cz9Q9YxlrtEqcu6ea1RPEQIIdKEAQyOAAAIIIIAAAggggAACCCCAQPQF6BABBBBAAAEEEEAAAQQQQAABBKIvQIcIIIAAAggggEBXCSQ23dQPnW5stJa5c/w+DwgggAACCCCwYQSYFQEEEEAAAQQQQAABBBBAAAEEoi9AhwgggAACCCCAAAIIIIAAAgggEH0BOuxdArU1NTZ/3hz719sz7a45pbZ1w0d20vYjrX/c2f9NMIvNmG4rl5faGSNqbXS8waoWLbLGhka/1f7ChYts/twFNnfuXFuyePF6NT9s0BD75kn/Zx/NnWG3//ffFv6g/x0328Z2mLiN3fjg7TZ74byic1QvXWJ/fexftvMW29kWGwWLL1q55icO2HFvGzV0hP3x/ttsWd3yNb9wDSoH9Otn9Q0rbatNNrMj9z6oQxy2+/42pP8gSyQSVpEst5envGkNTQ2rHNmZs7OOOsW+fuLZduMDt9sf773NWlL8UO1VonESAQQQQAABBNZZYM78Kuvfr9zGVg5f5zG4EAEEeq8AK0cAAQQQQAABBBBAAAEEEEAAgegL0CECXSmgvxPgnLN0MMmIQc52GJe2A7ZqNKtfbMuqq2zJwgW2ctki22r0Stuyst62CmLLUXV+W25LrHrB3Gyk6qtMdarJjVhjlVXNn5OtK2muLljXtHxhXl1/t8Ryxwn3a5fMy6sbmlyarQvXplrNqQjXOLp/bYe6CcNX5I2l2k2HLs/WaRzF6P7LsutXjWKryozDVoFJGMPLl+bVrViywAqZDEzU5NU1rsgYh+OE25Km6rw6K2Js9Yvy6pKpxQXnrVs6P6/fAfHCxjWL5ubVjSjraLzFyDpfk2s8dlCbXfi9GDdked7aZDdxxAoLewy3o/rlGy9fPM8K2Q0uyberW7qwYF1FenHevM2BUaHxOjw/A/NCdY21C3y/Wr+iPBU8j3O+92EftcG6c02GJGssPBea6HhZ1Zy88SoLPj+X+5rc8eSp6xXheGMG1ub1qvVtO6bj83NkeXvjws9PPS80RhgNy4s8P1uq8uZ1DYXvAVa3Zs/P+mUFnp/BvUe9hqH70IrFC/y9qaZqkcXjCYsHEYvHLRaLmQtC2+CWZs45bSIZ6XQ6+3e61KCOc7faJxBAoPsEUqmUKXJndM7lvU5zz/W0/VhPWxDrQaAPC9A6AggggAACCCCAAAIIIIAAAghEX4AOEUAAAQQQQAABBBBAAAEEEEAg+gJ0iAACCCCAAAIIdJlAYnzbD3htmjaty+ZhYAQQQAABBBBYrQAFCCCAAAIIIIAAAggggAACCCAQfQE6RAABBBBAAAEEEEAAAQQQQACB6AvQYS8TGDB4sL3bPMQeXTrCtrdpdu4B29rQoSMtkUjappVj7McHjbY/Hlhu+08cbcOGjbThI0ZYSWmp32p/RHA8snKkVY6qtAGDBq139wfu8jE7dPf97fr7/2rvTH/fjzewor+dd9wZNrdqgV147Q/81p/IedC58397iS1Yssi+cdKXraw0mXN23Xc3HjnGzjziJHvmrZfsot//yJYsX7rug7W7cvctd7LysjK74/F7ramlud3ZtsMh/QcFJvvZ02+9aI+/8kzbiSJ7zjk766hT7NSDj7Mr7viDXX/fX3vND/Qt0hJpBBBAAAEEEOihAnPmV9mYUcMK/iMmS5bW2m13P2oNDU09dPUsCwEE1lOAyxFAAAEEEEAAAQQQQAABBBBAIPoCdIhAlwrEXMyPH4vFbN+tYvabzzv7zN5pKykpsUSiJNiW2phhcfvBcdU+Lju2yi47rsouPXaRHbhNo5WWJC1ZWuZjqzFp+77OB6HzYewyocWfD+v2mNhSsG7z0S47nsY9ZPtG+34w76XHLPLzheONHJzIq/v07vW+7rJ282o+jRNuv7BvbYe6rx++ODtWWHfhYUtNYykuDfq85JiFdtYBy6wkUZqt1biXHVvt6y4NasL4zB7L8+qG9E/YZcH6L2u3tsN3WOnH0jiad9xwV9DkY1s2+zrVKHYcV9h4203S2TqN+fHgukLzbjIi5utUo/jkjiu9SXvjwf1LfJ3mVN0pe9f5utw+vnt0lf++6nxY9+UDl2Xr9DyR3XkH13gT1ShU/61P1pjGUlza6ve5fWp9nc6HdYV6OG63er+2sK5ycNwK1R24bf7zc8vRVtB4t4kp34fmVOi40PN4izH5z8+Dtmvyvba3GzUk7tensbTG43fNPD9VJ5Ow3/B8uP38x5f78S7Lea5cdMRiv7ayZLnfarwLDml7fmo8GZ994NIOdt87uuPz86S98p+fg/sVfn5+cqf85+cmRZ6fep5pTepBsf3GhZ+fO2za9vxU3T5bNBf8nm06MvP8VI3GPWKHhrw62fwguCcMGRDcA0qTVhpESUmpJeIJH/FY3BTOObO0+V/pdOuOP4r2QzpsOtpt0h0CPVpA9xwfwetRW+eC+1GPXnFmcbHMhkcEENjwAqwAAQQQQAABBBBAAAEEEEAAAQSiL0CHCCCAAAIIIIAAAggggAACCCAQfQE6RAABBBBAAAEEuk4gsemm2cGbp32U3WcHAQQQQAABBLpbgPkQQAABBBBAAAEEEEAAAQQQQCD6AnSIAAIIIIAAAggggAACCCCAAALRF6DD3ibw/EKz++b3t+1js+2cj23btvzWn0HtnLNYPG76lU45S7c4M22DsHSwb0Eu2Lak0paIrf+PYy2JJ+y8487QdPbrv19vKxsb/P4hu+1rP//yxfbWR5Nt3698yr74y4vsL//5hw/tK/fm1PfsqnO/bztvltOHv3r9Hr7wyZPsGyd+2f7z4pO229mfzM5991MP2aV/vsJO+dF5dvENP1/rSbbceIKdc8zp9s9J99uxF59ptz9+jz3w3ON+e/aV37YbH7jDj+mcs/875nO2x9Y72TlXfdcuvOb7du8zj/j47vU/t5v/809fl/sgxx+eeZGd9Ilj7Gd/vcb+cO9tuafZRwABBBBAAAEEOkVgzvwqG1s5ouBYKxsabdJzb9hbk/n/6hQEIolArxegAQQQQAABBBBAAAEEEEAAAQQQiL4AHSLQdQLpdOYvJTjnTP/F43H/dxPi8YQlEiWWTJZZWVm5JUvLLKlt63FZstwUPh/kkkGoTqF9hc6HoTqdU5SXV2TGDK5Z0zpdp7E0jkL7Phesqf145WUVphofwRxlQY1iVXU6n8yp1bHC51p71ZwaQ6Fziux+Ts2a1ml9eWO0rlM5jRFGWKd8OJ/WpQhrtC1Up/rcOl+jtQZz6ZxC4/qaIBeOo7rywLFMuSBy61RbHpxTjY8ct/Z1Oh+OWRaMo2u1zQ2f05paQ2Mowprsfuv53PGy54Kxs/vt6jS+IhxP+wqNE4ZfZzCGasJxVKMIa7QtVqfrwvO+RmsoMF6HutYa5dvPW97O2K8lqA/ryoJ9n9NcraFzCp1TZPdbz2uNCuUVqlFk93PqfB/BHNlzwb5qfRSo82tprdG+QnOFEY6n68Mxtc2t8zUau3UcnQ/rwzptFaW6JwXPvZKSUkuWJk1b3bdcLGbOOQsegq9ga5bdWh/4pXu6og+0SosI9DgB/9oLPlf5beb249foj/1ez36I9ezlsToE+pAArSKAAAIIIIAAAggggAACCCCAQPQF6BABBBBAAAEEEEAAAQQQQAABBKIvQIcIIIAAAggggEAXCpRsOj47etNH/FCxLAY7CCCAAAIIdLcA8yGAAAIIIIAAAggggAACCCCAQPQF6BABBBBAAAEEEEAAAQQQQAABBKIvQIe9TuDxpcNt19J5ds7em6/R2tPmLJ3OlGqbakkHxylLB1uXyPkJspmSdXrcdtMt7LOHfMoee+Upe+D5x/0Yzjn7zP5H2hNX/d1O/sQx9saH79r3bviFXXbjr+zt6VPsjMM/Y09c/Xc7aNeP+/rOfCiJJ+yrJ3zRHr3ydjt8jwPsxfde93Nf8JtL7Zb//MNmLJhjE0aPW+spnXN29tGn2bUX/sRWNq60b//xp3b2ld+2n99+nfUv62cH5/QysKK/XX/RL+zLR3/Wnn77JTvnqovta9f+0N6f/ZFtP2GrgnNr3d/73Fds/532tp//7Xc2p2p+wTqSCCCAAAIIIIDAugjMmV9ly1fU29jK4QUvHz1ymI0YNsjefO/DgudJIoBALxdg+QgggAACCCCAAAIIIIAAAgggEH0BOkSgiwTS6bQ5l/n7BbFYzBQu2CaCP5tPJEqspKTUSkuTVlqStGSyzMqS5VZWVmFJbRVl5VYeHCun8Pmc40x9eea6oF7nFaWlZZYMjnVNeXm/1jFa63KuV41CdT6Ca8rLK1rrK/xalFeNQvs+CtTpfBi+RvMUqQvPq97vt9apH+XC8Oc0ThhBXVlgUqgue01YE9SVB9eFeW01nrYKjVEW1PhtcI1yirW10zUatzyYqywYr9xv18wuvFbXa1+hfR/Bmtp/L3ReofPhVvMVqlONIqzzfQbr01a5MFSTF8G8ZUFdeWsfuXXZ/daaspw6jaHz2mYjrNM2CJ1XrK1x7njte9U5janQvo9grrBO+fbha9RfTl2YC2t1rH1tZabxtFUuDH9O44QRjCeTQnXZa8KaHLvsuWCc7H5Yp20Qyms+bRXa9xGcC+fMnTc0DmvLg7HLcub01wY5nQ9DufIgp1CuLKhPBvcSbXWJf4BmAAAQAElEQVSv0j0rnkiY7l/+XmbOnHNddPfsecPqfh6uKrfrPkQQts8WgW4VGNLf2a6bl9jWYxqsojRtFrwA9XpUWC/7Fetl62W5CERWgMYQQAABBBBAAAEEEEAAAQQQQCD6AnSIAAIIIIAAAggggAACCCCAAALRF6BDBBBAAAEEEECgKwUSm47PDt/8ET9ULIvBDgIIIIAAAt0swHQIIIAAAggggAACCCCAAAIIIBB9ATpEAAEEEEAAAQQQQAABBBBAAIHoC9Bh7xM4uN8cO22HEZZKteRFOpXOO07lnNcPim1pSWXPtzSnrKWl2dbmhzcfstu+NuefL5u27dWcc/atk8+xmX9/0T693yfzTo8ZPsp+cta37eU/PuivV80L191nl51+oY0cMjyvtv3Bucedbu/c/F/bYcLW7U+t0fEWG02way/8ib1102N+bq1/xp0v2LO/u8fOOuoUP4bWoGPN5RM5D+pV12gbpuOxmB39sUPsv1f93fer82/86RH79XmX2bjKjcIyvx1Q3t8u/uwFFvb+4d+esbsuv9522Xw7f17jtu9vYEV/u/Xi35jWOXZ4pa/jAQEEEEAAAQQQ6AyBOfOq/DBjK4t/Bvvspw6144/Y19fxgAAC0RKgGwQQQAABBBBAAAEEEEAAAQQQiL4AHSLQFQLOOXOuLdJp88fxWNziiYSVJEqstCRppaVJSybLrCxZnomycksGx0m/LbfSYL8s2FeUl1dYMuc4rPHb1pqwTluF6jVGMhjf1wXXJ3NCNdnw45eb6sJcWKvjcF/nk63jKR9GMhhX+9r6CNaUzKlLtjuvfnx9uzrldE71YShXaN6wTucV2ZpgXvWtnKJoneYOQjUK1Wmr0NwaIxmMlRm3zJJBD2GoJozcujCXW6d9n+8E43AsbTPryv+eqQd/Llir9jXv6upUn1uX6Sd4XgY2GiM8n1uTDFxUp5yiaF0whuZXjUJ12iqSwRo1RjIYK6xJBrkwVJONNbBTrcZJ5owXzpcMxvXng63229cpl3s+e53WnzOeanRO9WEo13485cI67SuyNcF4mb5XY6y5g9C1Co2nbRjZ8YIa7Yf59nWZufKfJ7lrD6/zdcFYOtZ53Z9KSkotEdyvdN9KxBMWi8XMLHNvs+CXcy547Btf+ntkzjmrHOLs0Uua7dlfD7JPf7ysbzRPlwhsIIEdJ5bYdecPsO8dNd82Htps4evQOef3N9Cy1mla3T3X6UIuQgCBThVgMAQQQAABBBBAAAEEEEAAAQQQiL4AHSKAAAIIIIAAAggggAACCCCAQPQF6BABBBBAAAEEEOhSgfjo0RYbPtySu+1uyT336tK5GBwBBBBAAAEEigpwAgEEEEAAAQQQQAABBBBAAAEEoi9AhwgggAACCCCAAAIIIIAAAgggEH0BOuyFAodtPdrqa5tt6eIVQdRmo27Zyuz+0sVt+aXVtVa3NDgXbGuqlpti2ZIVtjzIlZYneqEAS0YAAQQQQAABBBBYF4E58xdZPB6zMZXDil6+zRbjbMigAUXPcwIBBHqtAAtHAAEEEEAAAQQQQAABBBBAAIHoC9AhAl0mkE6n/djOOYvFYuaCiMfjFo/FLZEosURJiZWUlPooLU2aj5KklSXLLZkss2QYpWVWGuRLEqWWDPbDyK3z+63nVBvW+G04jratNT4f7KtWoWPNn1RNEMoplFeE+36e4HxuXe75YnWqUYTn87Y544U1Ya9hnfLhnH7buvawzp8Pcu3Xp7zGWFWdvya4NqzVNgx/Llxfa014Lm8b1gRbzacIz+ftB99nv/5V1OXN2VqnscJxwm37urAm7DWs89tgnHDeYnXKZ2tUH/Sra8Px/PkgV2henVOttmHk1vn94Fqda1+XO2f7czpW+OvWwE51hcbLjhG8jlTj16Mew2i3trz6sEbboE7nQhPtazwfOh9Guzp/PsgVmldjhOOtqk7nVKttGHnjBeOH+fZ17U1yz2tf4a8N1u/vA8FYPhcc6x6VCO5XJUH4+5iLmXPOh/WxX865bMfOuT5pkAVgB4FuFsjcf5zFgnuQtf5yzrXu9Y5NrHcsk1UiEHUB+kMAAQQQQAABBBBAAAEEEEAAgegL0CECCCCAAAIIIIAAAggggAACCERfgA4RQAABBBBAAIGuFxgz6RkbcfNtNvCc87p+MmZAAAEEEEAAgQICpBBAAAEEEEAAAQQQQAABBBBAIPoCdIgAAggggAACCCCAAAIIIIAAAtEXoMPeKLDTfpubtTirmVdnS3Kibllz3nHeudpmq5lfl41l8+utbGCp9Rta1hsJWDMCCCCAAAIIIIDAOgjMmV9lYyuHW0X5qj8DNjQ22aLqpeswA5cggEDPFWBlCCCAAAIIIIAAAggggAACCCAQfQE6RKDrBJxzeYPHXCw4dhaPxy0Wi1k8FrdEPGGJRElelJSUWm7ovI5LS5M+Hx4nSkr8cUlJqSVa98NzJcq1jqv9bJSW+mvCutJgTO0rsjUlQc0a1pW2Xq9rwzHCrXKrCtXp+kI1xfJhra7N3c89DvPa5ua1r/D5Vq/cfZ3Ljdxz2i8pDVxKSi23Jtz354NzftuuTrlCdaWBXftzxeqUV61C1+UeK5cbOh8eqy73OMyHW50P99tvc89pX6GaRI5dSUlp9vmk82Eon8ipC/fD87nbktYx/HYN7UpK8+fVteGY2g+jNDBWXsftt8qtKlSv6wvVFMuHtbpW+2FdeKxcboT59nWJHLuSkrZe2+8ncutyTEpyrgnnCHMlpW3jhee0VWRrWq+P6/6kSCTMxWLmXMz0yzln6XTanHM67BPhXFuvzmX2ZdAnmqdJBDawgH+tpc3fc4KN3zrL/GfBL+dc8NjzvzJ30J6/TlaIQLQF6A4BBBBAAAEEEEAAAQQQQAABBKIvQIcIIIAAAggggAACCCCAAAIIIBB9ATpEAAEEEEAAAQQQQAABBBBAAIHoC9AhAggggAACCCCAAAIIIIAAAghEX4AOEUAAAQQQQAABBBBAAAEEEEAg+gJ02GsF9j52azv0izvlxZFn75l3nHv+yC/taYecuVM29jttWxu/w6he2z8LRwABBBBAAAEEEFh7gbkLqm1s5fDVXnjHv/9rv7/lntXWUYAAAr1IgKUigAACCCCAAAIIIIAAAggggED0BegQgW4ScM75mZzT1lksFrdYPBPxRMLiwX4i2JaUlGT24wlLBFGSKDHldT4MHfsIzqsmG8H1yrev82Pk1Op8bp3m1PG61Gksha4PQ+MplzuejhWqCbfZ/XZr0/kwVKPQcdinHzfo1eeCrc6H4XOt462qLhxLW9XpOkU4TnbbOpbqFAVrgjVoDJ0Po32dTDRmbp1qFMqHsbo61StUp204n7Y6zo1wTOV0XqH5dawIz4dbn2vtV3XK+1zQn/az0VqzuvF0Pi+CcdqPpz7yaoKxC9YE1/o1BefD+jWpU40iu3aN0/oayx1PNQrVhdvsfrs5dT4M1Sh0HK7LjxvMo1wYqlHoeE3qwhptNZ6uyw2N5SNnbapVjfLaKrSv0Bg6H0buOX8+MPHb4H6jWp0PIxaPm3MxiwXhnDPn2sIi/ss5l9ehc86y/2k/iLwCDhBAoMsEnHN+bOecOef8fm97iPW2BbNeBKIoQE8IIIAAAggggAACCCCAAAIIIBB9ATpEAAEEEEAAAQQQQAABBBBAAIHoC9AhAggggAACCCCAAAIIIIAAAghEX4AOEUAAAQQQQAABBBBAAAEEEEAg+gJ0iAACCCCAAAIIIIAAAggggAAC0RegQwQQQAABBBBAAAEEEOgbAtVLltmi6hobUzlitQ1vv9UEmzV3kdUsXb7aWgoQQKB3CLBKBBBAAAEEEEAAAQQQQAABBBCIvgAdItCdAs45i8Vi5pzzEXMxUwRHwbHymYjF4qs8dsF1ity6cN8sGK31vAu2yoc57Yehc7mh/IaqC9ehNYQR5sKt8uG+tjpWaD832ud0rMit0X77XPtj1SjCvLZhKJ8bymOXee62dwmPZRTuF9uqJoz2NcpjXNxYPmF0pp3G8veo4J5lwS/ndH9xwV7f+XKurd90Ou0bXxz8UeDXbnZ27rXLbdJbjT7HAwIIdI3ApDcbba8Ll9gpf9jI3p9f2jWTdNOosW6ah2kQQKC4AGcQQAABBBBAAAEEEEAAAQQQQCD6AnSIAAIIIIAAAggggAACCCCAAALRF6BDBBBAAAEEEEAAAQQQQAABBBCIvgAdIoAAAggggAACCCCAAAIIIIBA9AXoEAEEEEAAAQQQQAABBBBAAAEEoi9AhwgggAACCCCAAAIIINBHBObMr/Kdjhk1zG9X9bDNFuNs5+02sxV1K1dVxjkEEOg9AqwUAQQQQAABBBBAAAEEEEAAAQSiL0CHCGwQAeecn9e5tq1zzpxzFovFsttw37m2vHOZOucyW9UonGs7di6z71xmq/MK5zLHzhXeqkbhXOZ87r5zbWtQXuFc76xzrm3dq+rDubY65zL7zhXeahyFc8XPO5cxzK3L3Xcuc965zDb3XO6+c5nzzmW2uedy953LnHcus809l7vvXOa8c5lt7rncfecy553LbHPP5e4712agvMK5TC5337m2XKG8c5nzzmW2qlE413bsXGbfucyanMtse3Odc5me1IPCubZj5zL7zrVtc2uca8s717avGoVzbTnn2vbDc+HWubZzzjnTL+cyW+335Uin09bQnLY3Zzh7bWqzLapJ9WUOekegywWCl1x2jrSls/vOtd2T9LrMnujBO7EevDaWhkAfEaBNBBBAAAEEEEAAAQQQQAABBBCIvgAdIoAAAggggAACCCCAAAIIIIBA9AXoEAEEEEAAAQQQQAABBBBAAAEEoi9AhwgggAACCCCAAAIIIIAAAgggEH0BOkQAAQQQQAABBBBAAAEEEEAAgegL0CECCCCAAAIIIIAAAgj0FYG5C6p9q2Mrh/vtqh7KkqV27hnH2djRq69d1TicQwCBniLAOhBAAAEEEEAAAQQQQAABBBBAIPoCdIjAhhNwzvnJnXPmXFso6ZzTJhvOubwa5zLH2YLWHecyeefyt62nsxvn8s87lznOFgQ7zrng0fLmteCXc5l8sOu/nMscO+eytTrhnNMmG85ljp1zG7zOOZddV7jjnMuuy7m2/fB8uHWu7Zxzbfvh+XDrXNs555xPO5fZ+oPgwbnMsXMuO3eQ9vvahuGc87vOOX/OOZc99jutD8615Z1zvlannHPaZMO5zLFzztc45/w55zJbfxA8OJc5ds6tts65thrnMvvBEHlfzmXyzuVv84qCA+fyzzuXOQ5OZb+cc37fObfatanQud5T55zTkvPCOZft07m2/byi4MC5tnPOte0Hp/K+nGs755zz55zLbP1B8OCc83MGu9mt9vtSpNNpU+T27JzrkMs9zz4CCHSdQO7rMXffOdd1k3biyLFOHIuhEEBgXQS4BgEEEEAAAQQQQAABBBBAAAEEoi9AhwggCPbeVAAAEABJREFUgAACCCCAAAIIIIAAAgggEH0BOkQAAQQQQAABBLpRYMkPLrOFp51sC0/8dDfOylQIIIAAAgggYBAggAACCCCAAAIIIIAAAggggED0BegQAQQQQAABBBBAAAEEEEAAAQSiL0CHCCCAAAIIIIAAAggg0GcE5i2oshHDBtuwIQP7TM80igACrQJsEEAAAQQQQAABBBBAAAEEEEAg+gJ0iEAPFnDOmXOZKLZM5zLnnctsO7Ou2FjKO5eZzzmnw6LhnFttD7rYue6vc65tTuecllEwnHPZHpxzBWuUdM6tdZ2uKxbOtY1XrEZ553punXNta3POabkFwzmHXTsZ59bexDnXbpS2Q+dcpxq3jdx39tLptG82bZmtP+ABAQS6VUCvw3QqZakgNHH4elRexz09Yj19gawPgagL0B8CCCCAAAIIIIAAAggggAACCERfgA4RQAABBBBAAAEEEEAAAQQQQCD6AnSIAAIIIIAAAgh0p8DKZ562xtdfs8bJ75m1tHTn1MyFAAIIIIBAnxageQQQQAABBBBAAAEEEEAAAQQQiL4AHSKAAAIIIIAAAggggAACCCCAQPQF6BABBBBAAAEEEEAAAQT6jsCc+VU2ZtSwtWr4pjsftikfzlqrayhGAIGeJ8CKEEAAAQQQQAABBBBAAAEEEEAg+gJ0iAACCCCAAAIIrImAcy5blk6ns/vsIIBA9wqkLfP601avRUX3rmDdZ4ut+6VciQACnSDAEAgggAACCCCAAAIIIIAAAgggEH0BOkQAAQQQQAABBBBAAAEEEEAAgegL0CECCCCAAAIIINCtAiXjx2fma2mx5jmzM/s8IoAAAggggEBXCzA+AggggAACCCCAAAIIIIAAAghEX4AOEUAAAQQQQAABBBBAAAEEEEAg+gJ0iAACCCCAAAIIIIAAAn1EYEX9Spszv8rGVg5fq44/mjnXnn35nbW6hmIEEOhxAiwIAQQQQAABBBBAAAEEEEAAAQSiL0CHCCCAAAIIIIDAGgmk0+lsXWnCbMdNzXbeLGEjBseyeXYQQKDzBYb0d7br5iW21eiVVlHa9joMX5POOXPOdf7EXTAid4suQGVIBNZcgEoEEEAAAQQQQAABBBBAAAEEEIi+AB0igAACCCCAAAIIIIAAAggggED0BegQAQQQQAABBBDoXoHEpuOzEzZ/9FF2nx0EEEAAAQQQ6EoBxkYAAQQQQAABBBBAAAEEEEAAgegL0CECCCCAAAIIIIAAAggggAACCERfgA4RQAABBBBAAAEEEECgrwjMm19tLS0pGzt6xFq1vOM2E+2DabPW6hqKEUCgpwmwHgQQQAABBBBAAAEEEEAAAQQQiL4AHSKAAAIIIIAAAmsnkE6nbdgAZ1d8ttmuO6+/7b996doNQDUCCKyVwI4TS+y68wfYJUcvsI2HNptzzl/vXGbrD3rJQ6yXrJNlIhBNAbpCAAEEEEAAAQQQQAABBBBAAIHoC9AhAggggAACCCCAAAIIIIAAAghEX4AOEUAAAQQQQACBbhZIjB+fnbFpxvTsPjsIIIAAAggg0IUCDI0AAggggAACCCCAAAIIIIAAAtEXoEMEEEAAAQQQQAABBBBAAAEEEIi+AB0igAACCCCAAAIIIIBAnxGYu6Da9zq2crjfrunD4QfsYT/9zpfWtJw6BBDoiQKsCQEEEEAAAQQQQAABBBBAAAEEoi9AhwgggAACCCCAwBoKOOd8pXPOnMtEOp32ub70cNOdL9q+x11j736wYL3aXlxTZ6edd6ud/727rK6+cb3G6syLqxavsKNOv8HU5/qMq6fGlX980g45+fc25cOF6zMU17YKOJd53VnOy84558/2ltdizK+WBwQQ2CACTIoAAggggAACCCCAAAIIIIAAAtEXoEMEEEAAAQQQQAABBBBAAAEEEIi+AB0igAACCCCAAALdLVAybtPslM3TpmX32UEAAQQQQACBrhNgZAQQQAABBBBAAAEEEEAAAQQQiL4AHSKAAAIIIIAAAggggAACCCCAQPQF6BABBBBAAAEEEEAAAQT6jsCc+VXWv1+5jRk1bK2a1jVrdQHFCCDQ4wRYEAIIIIAAAggggAACCCCAAAIIRF+ADhFAAAEEEEAAgbURcM5ly51r288mO3ln0vMf2o4H/6pgfOmbd1pdfWMnz9h9wzU1tVhLKt19E3bzTC2plDU2tnTzrGs23dTpVXbgCdfad352vzW3pIpe9Oa7c+1jx/7Gfn/LM76muTll//7P23b0GX+yXQ69wnY97Eo79dxb7cXXZlq6i7+V6WACZ8F/wevOxWLmXLBvmdDinHPa9PiI9fgVskAEoitAZwgggAACCCCAAAIIIIAAAgggEH0BOkQAAQQQQAABBBBAAAEEEEAAgegL0CECCCCAAAIIINDtAolNx2fnbJ4+LbvPDgIIIIAAAgh0mQADI4AAAggggAACCCCAAAIIIIBA9AXoEAEEEEAAAQQQQAABBBBAAAEEoi9AhwgggAACCCCAAAIIINCHBOYuqLKxlcPNubX/BwMaGpvspdcn9yEtWkUgUgI0gwACCCCAAAIIIIAAAggggAAC0RegQwQQQAABBBBAYJUCzuX/GWE6nTYLvpw5f51zma0/6MKHM0/e06647Ji8+PJnP2alpYkunLVrhx41YoDd8fvT7Xc/+bRVlJd27WQbYPREPGbfveAge/SOc2zLiSPXaQW1KxrsB1c+bHf8+9V1ur7YRZuMGWzbbTXa3nxnri1YVFuszJ55OfPzKffZLfMzK28P1vGT3z5qO2071n568VF2yYWHWlNzys6/5C57/On3i47TFSec657XXmevPdbZAzIeAgisqQB1CCCAAAIIIIAAAggggAACCCAQfQE6RAABBBBAAAEEEEAAAQQQQACB6AvQIQIIIIAAAggg0P0C8TFjzJWW+ombpmf+grU/4AEBBBBAAAEEukiAYRFAAAEEEEAAAQQQQAABBBBAIPoCdIgAAggggAACCCCAAAIIIIAAAtEXoEMEEEAAAQQQQAABBBDoKwL6BzzmLqi2sZXD16nlV9/6wK7/6/22qHrpOl3PRQggsCEFmBsBBBBAAAEEEEAAAQQQQAABBKIvQIcIIIAAAggggMDqBZxzeUXOOZtXk7aDLo/Z3l+rsX8+tTLvfFcc7LTdWDtkvy3zYrcdN7ZEPNYV0zFmDxFoaGi2l9+YZfUrmzt1RaWlCTviwK1s/sJl9tZ78wqOvWz5Snv2xWm20zZjbcuJI33NhE2G2T03nmk/+tYRdvgBW9nxR2xvf/zlZ2zc2KF2572vWV19o3XFryffaLS9Llxip/5xY5syv6Qrpui2MXnFdhs1EyHQToBDBBBAAAEEEEAAAQQQQAABBBCIvgAdIoAAAggggAACCCCAAAIIIIBA9AXoEAEEEEAAAQQQ2EACJVtvY6U77Wzl+x+4gVbAtAgggAACCPQhAVpFAAEEEEAAAQQQQAABBBBAAIHoC9AhAggggAACCCCAAAIIIIAAAghEX4AOEUAAAQQQQAABBBBAoM8IzF1QbctX1NuYUcPWqeedtp1ozpm9+d6H63Q9FyGAwAYUYGoEEEAAAQQQQAABBBBAAAEEEIi+AB0igAACCCCAAALrIJBOp9fhKi5BoGcJ7LjtWKscOdAef/p9a25JdVjcu1MW2HsfLrT995poyWTCn99n9/E2pnKQ3w8fhg6usK02G2nzFiyzuvqmMN0tW+eCP4xvnam3vC5jretlgwAC3SzAdAgggAACCCCAAAIIIIAAAgggEH0BOkQAAQQQQAABBBBAAAEEEEAAgegL0CECCCCAAAIIILChBEb+7U4b+dc7bMgPf7ShlsC8CCCAAAII9BkBGkUAAQQQQAABBBBAAAEEEEAAgegL0CECCCCAAAIIIIAAAggggAACCERfgA4RQAABBBBAAAEEEECg7wjMmV/lmx09arjfru1DeVnSPnnQXrbpxpVreyn1CCCwgQWYHgEEEEAAAQQQQAABBBBAAAEEoi9AhwgggAACCCCAwOoE0um0KVQXbs3pqOfFa2/PtjMu/JvtetiVPrSvXPuVVi9eYZf/+j+29zG/sR0P/pUd8dnr7c5/v2bNzam80hUrGu03f/qfHXjCtb7ukJN/b3c9+KalUvl1eRflHGg8jXv0GX+yXQ69wq/prIvutLnzl/qquvpG+9I377RLf/mQPw4fWlJp+8+kKfapL97kr9vjyKvsx1c/Ys++PN32Pe4au+nOF8NSm/T8hz731uR59tB/3/O9qCetWXNrrLA4+FbaK2/OtjO/frtpTNWp94efnBx8j8OqwtvV9VL4KvNrPer0G6wqMFdNbs/zF9Xat39yn1+Lvmdnf+vvWRvVyuWgE6+zWXNr7OobJvnvgfp/94MFOu3joxnV9tVL/5X9Xup7quPps5f486t6GDVigO2w7Rh79a3ZNqtdvayeeHaqDRtcYfvsMX5Vw2TPxWPOnMsedulO+FoMt5rMuW6aXJOtR8TW41ouRQCBdRfgSgQQQAABBBBAAAEEEEAAAQQQiL4AHSKAAAIIIIAAAggggAACCCCAQPQF6BABBBBAAAEEEEAAAQQQQAABBKIvQIcIIIAAAggggAACCCCAAAIIIBB9ATpEAAEEEEAAAQQQQAABBBBAAIHoC9AhAggggAACCCCAAAII9CGBeQsXWyIet7GVw9e56+MO+7hNHDdmna/nQgQQ2CACTIoAAggggAACCCCAAAIIIIAAAtEXoEMEEEAAAQQQQGCtBJxz2fp0Op3d7wk7jz31vn352/+wsmTCfvStI3y0tKR97rlXpmeXOG/BMjvrm3faMy9Ns6+cua9dcdkxtvcu4+yX1/3XrrrhSQvbWr6iwb5x+b/tjntfs8MP3MrXnXnynvaXO1+0v979ana8YjsaR+NdfeP/7ND9t7RfXHK0XXTOgbayodlqalcWu8zPf+s/X7KLf3a/VY4YYD/+9iftB18/zObOX2bf+9kDVt/Q1OFafS/+fMcLdvu/X7MLvvBx+9l3j7TRIwfaL6593B6dNCVb/97UBfaNH9xjZaUlfkzVDRlYbpf96iGb9PzUbF37nXXtpf04uccz5izxa9lo9GD7SdDjGSfuYa+/M8e+E/Qoe9V+5pid7LKg96GDK+zIg7fx34PLg+/t2MpBOm2PP/2+nXbBbfbhjKrs9/LMYJw3351rX7jwb/bW5Hm+rthDIh6zow/e1pYG34+X35qdV7a4ZoW9/MZM23mHjawysMw72e6geskKe/f9+bb1lpU2KPBsd7rTD/X91qDa+rCe9VrU2lYVsVWd5BwCCHSVAOMigAACCCCAAAIIIIAAAggggED0BegQAQQQQAABBBBAAAEEEEAAAQSiL0CHCCCAAAIIIIAAAggggAACCCAQfQE6RAABBBBAAAEEEEAAAQQQQACB6AvQIQIIIIAAAggggAACCCCAAAIIRF+ADhFAAAEEEEAAAQQQQMzri+YAABAASURBVKAvCcxdUG1jK4dbRXmyL7VNrwggYBAggAACCCCAAAIIIIAAAggggED0BegQAQQQQAABBBBYO4F0Om1hrN2V61/9lUvuth0P/lVeTHr+Qz/w/EW19ru/PG1HHLi1XfuTE+yTB23j4w8/P8G232q0/e1fr1pjY7M1t6Ts+tues1SwvemqU+yU43axQ/bb0i792mF23uc/bg8/Mdmmz6z2Y/7j/jfs1bdn24++eYR9+7yDfJ3q/xJcN2xIha9Z1cPimhX29Asf2YEf28zO/8K+bddffYptMWFE0Uvfm7rAbvzbC3bcYdvbb3/8Kd+H+tH+Jz6+uTU1tXS4tnZFg9XXN9l1P/10tv7n3zvKRgwfYA88/q7vXReVJGJ2ydcOtWt/dkK27mcXH2WDBpTZI5OmBN9bVXWMde2l40htmclBn184eU+74MyMjbanf2Z3e/f9+fb25Pm+cIetRtv+e020fhWltvn4Ed5QnlqvvufX3PS07bj1GLvj96ebvjf6Xn7ps3vb3677nA0eVG6/v/kZa2ho9mMVe9hqs5E2buwQe+KZD/Jq35o8z6bPXmyHH7CVJeKxYpdbc3PKrvvLM7a4ps5OO37XVdYWHWQtT+g1aJbOXOUyGz1m8trr2VFcs2evm9Uh0LsFWD0CCCCAAAIIIIAAAggggAACCERfgA4RQAABBBBAAAEEEEAAAQQQQCD6AnSIAAIIIIAAAggggAACCCCAAALRF6BDBBBAAAEEEEAAAQQQQAABBBCIvgAdIoAAAggggAACCCCAAAIIIIBA9AXoEAEEEEAAAQQQQAABBPqUwNz5i6xy5ND17vnG2x+0W+96ZL3HYQAEEOgmAaZBAAEEEEAAAQQQQAABBBBAAIHoC9AhAggggAACCCCwDgLOOX9VSTxtO4xL286bJWzE4JjPdeXDmSfvaVdcdkxebL3ZKD/lq2/OsvkLltlxh29niUTbWvr3S9reu25q02ZW27LlDTZ/4TJ79uVpdvB+W9qYykH+Wj2opT12GWcNDc02c16N1dU12tMvfmS77bCx7bvHBJVkY9jQfnbYAVtlj4vtJEsTNmhQhb33wQKbNXdJtiwRj5nCivx64dUZvodTjt/Fb8My9XX8J3ewAUFPYS53+5mjdzT1G+YqRwywLSaMsLr6RmtuTvn05uNH2MH7bmHq1yeChxHD+tmmGw+1RdXLrX5lY5Dp+LWuvXQcqS2z/Vaj7WPB9ybMaE27bb+xP1xR3+C3q3rQ93z23Br73Am75fWta0aPGmjHHLqdvTtlvk2fvVipojFsSD/bY+dNMt+n4HuvwuaWlD385GTbdKOhpnUqVyhWrGi0y654yB584j275MJDVllb6Pq1yY2vjNtZh5fbp3ddakP7tfhL0+m034YPzmVem+FxT922vUJ76gpZFwIRFKAlBBBAAAEEEEAAAQQQQAABBBCIvgAdIoAAAggggAACCCCAAAIIIIBA9AXoEAEEEEAAAQQQQAABBBBAAAEEoi9AhwgggAACCCCAAAIIIIAAAgggEH0BOkQAAQQQQAABBBBAAAEEEEAAgegL0CECCCCAAAIIIIAAAgj0HYHqJcusavEyGzt6+Ho3PWzIQHv1rQ/WexwGQACB7hFgFgQQQAABBBBAAAEEEEAAAQQQiL4AHSKAAAIIIIAAAusikE6nzTlnwwY4u+KzzXbtuf1s/+1L12Wotbpmp+3G2iH7bZkXI4f392MsqFpu9Sub7PMX3m47HvyrvLjmz0/Z0mUrbWH1clu2vMHq6pvsT397Pq9G15x23q1Wu6LBPppRbXXBWAsW1drWm4+yZDLh58h9iMdjuYcF9/v3S9qXP7u31dTU2/Fn/tnOu/gue/3tOdaSShesD5Oaf6PKQRb2Fua1jcWct9d+bgzsX2ajRw3KTVlpacIGDyw39aF+wpPzg75u+efL9u2f3GfHfv5PdsRp19uLr80MTxfcrmsvBQdrTY4J1ltRkf+8GTiwzMqTJTZzTk1rVfGNvufDBlfYuI2GFCyaMG5Y8P1eGfx594qC53OTh+6/pX/+vPLGLJ+W2ZvvzLU9dt7Ehg3p53PtH96eMt9OveBWmzJ1od189al20Me3aF/SqcfjRsXtS0eU2/G71tiIAam8sfWaVCLcar8nx+pfPT159awNgd4pwKoRQAABBBBAAAEEEEAAAQQQQCD6AnSIAAIIIIAAAggggAACCCCAAALRF6BDBBBAAAEEEEBggwssu/4Ptujzn7O5+++zwdfCAhBAAAEEEIioAG0hgAACCCCAAAIIIIAAAggggED0BegQAQQQQAABBBBAAAEEEEAAAQSiL0CHCCCAAAIIdJmAfgg1kTYMMOA5EO3nwKpuovrer+r8hjg3f+FiP+3YyuF+uz4P2289wRLxuFUvWbo+w3AtAgh0jwCzIIAAAggggAACCCCAAAIIIIBA9AXoEAEEEEAAAQQQWGsB55w55/x1zjmLxWLWU34NHVRhl1x4iF1x2TEd4vJvHWFjKwdll3r6Cbt1qAmvO2Cvidm68rKS7P667Oyz+3h74LYv2bfO/YTNnl9jZ1z4N/vKJXfb8hUNqxyuNJmwRCfbptNmt/zzZTvys9fb7fe8aqUlCTv1U7vady842LbdonKV69HJde1F1/b02Hz8CNti4kh77On3ra6+0d54Z47V1NbbEQdu3WHpcnxk0hT78rf+bnvuPM5uveY022LCiA51XZXQa8654DUYfD81h7PgPx3roJdEz7lr9BIwlonA+gswAgIIIIAAAggggAACCCCAAAIIRF+ADhFAAAEEEEAAAQQQQAABBBBAIPoCdIgAAggggAACCGx4gcaXX7KGl160VFWVNc+cseEXxAoQQAABBBCInAANIYAAAggggAACCCCAAAIIIIBA9AXoEAEEEEAAAQQQQAABBBBAAAEEoi9AhwgggAACCKydQFo/9br1knBfWyJtGGDAc4DnQPgc0G1S+8457fr7g9/pAQ/zFi72qxgzarjfrs/DxHFj7FeX/p8NGzJofYbhWgQQ6BYBJkEAAQQQQAABBBBAAAEEEEAAgegL0CECCCCAAAIIILD2AvpzzbW/quuv6N8vafUNTbbZpsPtkP227BAHfmwzGzSgzMpLE1ZaGg8i0aEmvG78uGEWT8SsvKzEpny40JpbUtb+1/IVDe1TRY8rykvtpGN3trv/dKZd+rVD7YXXZtg/7n+jaH0iHrPZc2ts8dK6DjUNQY9NzS0d8muSWFS93P5x3+t21CHb2n1/Oct+9K0j7KRjdrb99pxg5eUlazKErW0vazToOhaNGt7fqmvqbMbsJQVH+GhGtQ0ZXGFjRg4seD43qeePniOTP1jov+cPPTE5eC6NsAnBcyG3TvvPvzrdfnTVI/aVM/e1755/sDdRvjvCv/7SZs45c7GY35p+BTltnHPa9PiI9fgVskAEoiZAPwgggAACCCCAAAIIIIAAAgggEH0BOkQAAQQQQAABBBBAAAEEEEAAgegL0CECCCCAAAIIINADBBLjJ2RX0TxtWnafHQQQQAABBBDoJAGGQQABBBBAAAEEEEAAAQQQQACB6AvQIQIIIIAAAggggAACCCCAAAIIRF+ADhFAAAEEEFgLAf3QaeecaavQpalUKnusnI7D0DGRzvPBAw+eA9F7Duiep+9r7lb7ukcqr3Auc+9UbkPH3AXVNnzoIBs6eMCGXgrzI4BAdwowFwIIIIAAAggggAACCCCAAAIIRF+ADhFAAAEEEEAAgTUUcM5lK51r3U+bOf0XHDvnbEP/2nm7sVZeVmL3PPy2NTenii5nTOUg23LiSHvsf1Ns7vylResGDyi3bbaotOdfmWHvfrAgr276zMV2/2Pv5uUKHbSk0nlricec7bvHBBs5rL8trKotdInP7bnLOFtUvdweeXKKpQNnnwweGhqa7W//etXqVzYFR2v/tWRpndXWrrSNxwy2RCKWHWDyhwvtvan5PWZPtu6say+tl3fKZubsJXnj7LjtWG956z9ftuUrGvLOzVuwzO595G3bfqvRpu953skiB/vuOcG7/P2+N+zd9+fbkZ/Y2vr3S+ZV63ug+XbfaRP79JE7Wnc+9WtWpOy1D1vsvXllVteQec0554I1ZCJvoT38oO3Z18MXyvIQiIoAfSCAAAIIIIAAAggggAACCCCAQPQF6BABBBBAAAEEEEAAAQQQQAABBKIvQIcIIIAAAggggEBPECiZMCG7jKbp07L77CCAAAIIIIBA5wgwCgIIIIAAAggggAACCCCAAAIIRF+ADhFAAAEEEEAAAQQQQAABBBBAIPoCdIgAAggggMCaCqTTaf8DprXVNdqmUikLt9pvaWmxcKt9osUwwIDnQN95DoT3P90XcyO8Z+Zutb+hYu6CahtbObzTpq+rb7C7HvifLViU/48zdNoEDIQAAp0iwCAIIIAAAggggAACCCCAAAIIIBB9ATpEAAEEEEAAAQTWRsA5l1funLN5NWk76PKY7f21GvvnUyvzznf3wcRxw+2ME3e3+x55207/yl/tXw+9ZY/+b4rfXnT5vfbXu1/xS0omE3bOGfvYsuUNdtp5t9kNtz3n6x5+crL98rr/2rd/cp/V1Tda0J6dctwulkjE7Lzv/NP+eOuzvk71F/7wHttq4kg/3qoeltTU2WcvuM1+9fv/+ms1x89/97gtq11ph+y3ZdFL99trgu21y6b2u5uesu/+/H7Tderni9+4w5pbUjagX7Lotas6MbZykG2y8VC7+e8vZfu55s9P2Y+vftRGDOlnq/q1rr2sasw1PVdRXmKjRw20J5+banf++zW749+v2gfTFgV/jj3Ivv7lA+zVt2fbyefcYrff86p31vfo1HNv9cN/+7yDTN9zf7Cah41HD7atNx9lj0ya7Ct33XFjv819qFlWb9NnLbaysoQ98ewHfj49z3Jj2ozq3Es6bf/1qc12zjXL7Ef3jrBZSxLZcfX3DbIHvWQn1kvWyTIRiIoAfSCAAAIIIIAAAggggAACCCCAQPQF6BABBBBAAAEEEEAAAQQQQAABBKIvQIcIIIAAAggggECPEEiMn5BdR/P06dl9dhBAAAEEEECgUwQYBAEEEEAAAQQQQAABBBBAAAEEoi9AhwgggAACCCCAAAIIIIAAAgggEH0BOkQAAQQQQGCNBPSDpZ3L/OB37adSKfvvrCn2xOz3/Vb7j8+c7PfDrXLEFG+CAw48B6L/HHhsxnt590TdJxW6Z4ahG65zmXup9jdE1K9ssPmLFtuYUcM6bXq19Mj/XrLX35naaWMyEAIIdLoAAyKAAAIIIIAAAggggAACCCCAQPQF6BABBBBAAAEEEFgvAf255noN0MkX688hP3fC7vaz7x1tKxua7UdX/ccuuvxeu+bPT1m/ilLbb6+J2Rm332q03Xjlybbd1qPthtuf93U//PV/bMqHC+2YQ7ez8rJSX7vVZiPtpqtPtZ22G2s33vGCfecn99vDBeEaAAAQAElEQVTTL0+z73/tUJ/zRat4qCgvsR22GWP3P/qun+OyXz1ktSsa7I+/OtF22X6joldWlJfaFd8/xs44aQ974ZUZ9u0f32fX//U5O/qQbe0LJ+5hzq3bnyP375e0y795hG0xcYRdf9tzvp8Pp1fZLy45ykaOGFB0PTqxrr3o2vUNeXzjywfa0MEV9tNrHrO//etVKylJ+GEP3ncLu+mqU6xy5EC76oZJ3vlv97xqRx26rf05yI8eNdDXrclDMpmwow7expqbU/77s+nGQztcVl1TZ7XLG+yBxzLfUz3H2seTz3/Y4brOThR7/RXLd/b86ztebH0H4HoEEFgbAWoRQAABBBBAAAEEEEAAAQQQQCD6AnSIAAIIIIAAAggggAACCCCAAALRF6BDBBBAAAEEEECgZwiUjJ+QXUjztI+y++wggAACCCCAQGcIMAYCCCCAAAIIIIAAAggggAACCERfgA4RQAABBBBAAAEEEEAAAQQQQCD6AnSIAAIIIIDAmgvoB0orwivmrVhqxz34Rzv+oevtUw/fYJ/+z598nPDIjUZgwHOA50Bfew585tE/Z++F1741yVqaWyzVkrKWlmCbSoW3TtN9VJFNdPPOvIWLgzWlbMyoYZ02c3lZ0rYYv7G9+V7X/6MHnbZoBkKgzwnQMAIIIIAAAggggAACCCCAAAIIRF+ADhFAAAEEEEAAgTUX0J9ZKnRFuDWno+6J/feaaG889k3TdlUzxmPODtt/S7v7xi/Yq49c5K/57z/OtR9edLhtPGZw3qUTxg2za378KXvxga/5uufu/ardeOXJts/u483l9LbpRkOyda/85xt289Wn2s7bbWRfOGkPe+qeC2ybzUfljZt7UFFeahdfcLBNuvt8P4fm+tMVJ9m2W1Rmy1Rzw69Osh9964hsTjvKf/WL+9kT/zzPX/vQbWfbScfubLF4zP85ciIRU5kPuRRbi8a9/5Yv2fCh/Xyt+lGf6kVx9eXH2+bjR5jWoNC8KlS9rlOfOlZ+db2orlBoDI2lMXVeY2kurU3HubFN4KledE1ufqvNRtpdf/qCt7j3L2eZ+gjPy1Ou8tXzRGbf+PIBNmRgeViyxttPHrSNn+NXlx5jicC6/YXh+jRPsWi/9vZjdNZx+FrUVqFxnct58irRQ6Pt2dtDF8iyEIiUAM0ggAACCCCAAAIIIIAAAggggED0BegQAQQQQAABBBBAAAEEEEAAAQSiL0CHCCCAAAIIIIBADxGIjRhhsYoKv5rmGdP9lgcEEEAAAQQQ6CQBhkEAAQQQQAABBBBAAAEEEEAAgegL0CECCCCAAAIIIIAAAggggAACCERfgA4RQAABBBBYQwHnnDnn/A8c1w+YTqVSlk6l1/BqyhBAAIG+JaB7ZFNTkzU3N/t7pe6bYUjCOafNBol5Cxf7eceMGua3nfVw7OH72OknHNZZwzEOAgh0tgDjIYAAAggggAACCCCAAAIIIIBA9AXoEAEEEEAAAQQQWEcB5zJ/H0SX6881tSW6T+CdyfNsZWOzbb7piO6blJl6nIBee/qbBNqadhTBKv1xsO3pX7GevkDWh0CUBOgFAQQQQAABBBBAAAEEEEAAAQSiL0CHCCCAAAIIIIAAAggggAACCCAQfQE6RAABBBBAAAEEepJAYuJmfjktCxdaurHR7/OAAAIIIIAAAusvwAgIIIAAAggggAACCCCAAAIIIBB9ATpEAAEEEEAAAQQQQAABBBBAAIHoC9AhAggggAACayKgHyStCGu1n06lTdswt/ngkUZgwHOA50Bffw6E98RUKmWNDY3W3NxsLS0t1v6eqbrce6iOuysWVNVY/4pyGz1qWKdOudmmY23UiCGdOiaDIYBA5wkwEgIIIIAAAggggAACCCCAAAIIRF+ADhFAAAEEEEAAgfURcM7ZhvozzPVZd2+/dt6CZXbHva/Z+I2H2RYTRxi/+rZAKp3Kex32ptdkrG9/6+gegW4VYDIEEEAAAQQQQAABBBBAAAEEEIi+AB0igAACCCCAAAIIIIAAAggggED0BegQAQQQQAABBBDoUQJlnzjIKo74pPX/7OmWXrGiR62NxSCAAAIIINCLBVg6AggggAACCCCAAAIIIIAAAghEX4AOEUAAAQQQQAABBBBAAAEEEEAg+gJ0iAACCCCAwBoLOJf5Qe/6wdJhpFKp7PWjKgbak8d/ncCA5wDPgT77HPjytvtm74m6PzY1NVlzU7O1tLSYjhW6f6pIW+ecdrs95i1YbGMqh5lzXTP/0lr+vzvd/k1lQgRWL0AFAggggAACCCCAAAIIIIAAAghEX4AOEUAAAQQQQACBdRbQn18qnHPWP2l2+n4p++JhSdtmXGKdx+TCfIHqJSvsvIvvsiv/8IQ9/ORke/R/U+w3f/qfnXrurVZVvcIuPHs/Gzq4Iv8ijiIvML4ybmcdXm6f3nWpDe3Xku1Xr0eFc67L/mw/O1kn7cQ6aRyGQQCB1QpQgAACCCCAAAIIIIAAAggggAAC0RegQwQQQAABBBBAAAEEEEAAAQQQiL4AHSKAAAIIIIAAAj1LYODZ/2dDr7jKBn/3exYbMqRnLY7VIIAAAggg0GsFWDgCCCCAAAIIIIAAAggggAACCERfgA4RQAABBBBAAAEEEEAAAQQQQCD6AnSIAAIIIIDAOgqkzVKplOkHTa/jCFyGAAIIRFpA98iW5hZracmEjp05f9/ckPfOVCpt8xcuttGjhnWJ/3+efMm+f8VNXTI2gyKAwPoIcC0CCCCAAAIIIIAAAggggAACCERfgA4RQAABBBBAAIH1E3DO+QH6l5t9br+UnXV4uW2zScLneFh/gfKyEpuwyVB77OkP7OKf3m8XXX6v3f3gm7bf3hPt1mtOs312G7/+kzBCrxMYNypuXzqi3D6121IbOTDt178h/06BX8A6PsTW8TouQwCBtRWgHgEEEEAAAQQQQAABBBBAAAEEoi9AhwgggAACCCCAAAIIIIAAAgggEH0BOkQAAQQQQAABBBBAAAEEEEAAgegL0CECCCCAAAIIIIAAAggggAACCERfgA4RQAABBBBAAAEEEEAAAQQQQCD6AnSIAAIIIIDAWgroB0yHkUqlTLGWQ1COAAII9AkB3SubmpqspaXF0qm0v18qt6GbX1C1xFbUr7TKEUO6ZCmbjB1pK+pW2tTpc7pkfAZFAIF1FOAyBBBAAAEEEEAAAQQQQAABBBCIvgAdIoAAAggggAAC6yHgnMte7Zwz55z1hD/fzC4qAjsV5aX2jf870B667Wx79ZGL7I3HvmmT7j7ffnjR4bbpxkMj0CEtrI+Ac85f7iz4L9iPuZg553yut7wWY361PCCAQJcLMAECCCCAAAIIIIAAAggggAACCERfgA4RQAABBBBAAAEEEEAAAQQQQCD6AnSIAAIIIIAAAggggAACCCCAAALRF6BDBBBAAAEEEEAAAQQQQAABBBCIvgAdIoAAAggggAACCCCAAAIIIIBA9AXoEAEEEEAAgbUR0A+Tds7l/XBp5dZmDGoRQACBviKg+2NLS4sptK++w632N1QsqKrxU48ZNcxvO/th683H2djK4dbY2NzZQzMeAgishwCXIoAAAggggAACCCCAAAIIIIBA9AXoEAEEEEAAAQQQWB8B/Vmmc84P4cz5LQ8IINA9Anr9WdrMueC1F4RzwdaCX0EueMzktdPDI9bD18fyEIiKAH0ggAACCCCAAAIIIIAAAggggED0BegQAQQQQAABBBBAAAEEEEAAAQSiL0CHCCCAAAIIIIAAAggggAACCCAQfQE6RAABBBBAAAEEEEAAAQQQQACB6AvQIQIIIIAAAggggAACCCCAAAIIRF+ADhFAAAEEEFhrAf3AaYUudK71h03rgEAAAQQQ6CDg75dps1QqZdrPjQ7F3ZRYWFVjiUTcRo8c2mUz/uAbn7dtthjXZeMzMAIIrLUAFyCAAAIIIIAAAggggAACCCCAQPQF6BABBBBAAAEEEFhrAefa/t6Hc87/maYzZw3NaXtjhrPXPmyxqqWptR6XCxBAYM0Falak/GvtvXllVtcQvAKD16Jzbds1H2nDV8Y2/BJYAQJ9QYAeEUAAAQQQQAABBBBAAAEEEEAg+gJ0iAACCCCAAAIIIIAAAggggAAC0RegQwQQQAABBBBAAAEEEEAAAQQQiL4AHSKAAAIIIIAAAggggAACCCCAQPQF6BABBBBAAAEEEEAAAQQQQAABBKIvQIcIIIAAAgisu0A6nfY/+F3bdR+FKxFAAIEIC6Stw33SOecbdi6z9Qfd/LCgqsZGDR9i5WXJbp6Z6RBAYMMJMDMCCCCAAAIIIIAAAggggAACCERfgA4RQAABBBBAAIF1E3Cu459dLl5u9o1bYnbetcvtyTcb121grkIAgTUSeH1qs51zzTL70b0jbNaSRPaa3vh3smLZ1bODAAJdJ8DICCCAAAIIIIAAAggggAACCCAQfQE6RAABBBBAAAEEEEAAAQQQQACB6AvQIQIIIIAAAggg0EMF6v51l1Wd/UWbu/8+1jxzRg9dJctCAAEEEECglwiwTAQQQAABBBBAAAEEEEAAAQQQiL4AHSKAAAIIIIAAAggggAACCCCAQPQF6BABBBBAAIH1EHDOmX7QtHMdfxD8egzLpQgggEC0BNLm75VhU7pvhvsbajt/0RIbPXJol09/+z2P28tvTunyeZgAAQTWQIASBBBAAAEEEEAAAQQQQAABBBCIvgAdIoAAAggggAACnSSgP9NUdNJwDIMAAmshUOy1Vyy/FkN3S2msW2ZhEgT6uADtI4AAAggggAACCCCAAAIIIIBA9AXoEAEEEEAAAQQQQAABBBBAAAEEoi9AhwgggAACCCCAQE8VaJw82VY+87Slqqqsefr0nrpM1oUAAggggECvEGCRCCCAAAIIIIAAAggggAACCCAQfQE6RAABBBBAAAEEEEAAAQQQQACB6AvQIQIIIIAAAp0h0Ft+wHRn9MoYCCCAwLoIOOf8ZT3hfrm0ts6WLF1uo0cO9WvqyocFVUvs2Zfe6copGBsBBNZQgDIEEEAAAQQQQAABBBBAAAEEEIi+AB0igAACCCCAAALrIqA/w1To2nBrmT/eVIpAAIENIBC+FrVVaAnO9Y4XZkyLJRBAoEsFGBwBBBBAAAEEEEAAAQQQQAABBKIvQIcIIIAAAggggAACCCCAAAIIIBB9ATpEAAEEEEAAAQR6rEDJhAnZtTVNn5bdZwcBBBBAAAEE1lqACxBAAAEEEEAAAQQQQAABBBBAIPoCdIgAAggggAACCCCAAAIIIIAAAtEXoEMEEEAAAQQQQAABBBDoYwILq2t8x6NHDvXbrnzYfqsJ9t4HM6y5paUrp2FsBBBYvQAVCCCAAAIIIIAAAggggAACCCAQfQE6RAABBBBAAAEE1lvAObfeYzAAAgisn0A6nTa9ErX1OzoIhvTHwbanf8V6+gJZHwK9X4AOEEAAAQQQQAABfB1cZAAAEABJREFUBBBAAAEEEEAg+gJ0iAACCCCAAAIIIIAAAggggAAC0RegQwQQQAABBBBAoOcKJMZPyC6uedq07D47CCCAAAIIILC2AtQjgAACCCCAAAIIIIAAAggggED0BegQAQQQQAABBBBAAAEEEEAAAQSiL0CHCCCAAAIIIIAAAggg0NcEFlYt9S1Xjhjit135sPeu29qPv/1FS8TjXTkNYyOAwGoFKEAAAQQQQAABBBBAAAEEEEAAgegL0CECCCCAAAIIILD+Aul02sJY/9EYAQEE1lUglU7512J4vV6X4X5P38Z6+gJZHwK9XoAGEEAAAQQQQAABBBBAAAEEEEAg+gJ0iAACCCCAAAIIIIAAAggggAAC0RegQwQQQAABBBBAoAcLJDYdn11d8/Rp2X12EEAAAQQQQGAtBShHAAEEEEAAAQQQQAABBBBAAIHoC9AhAggggAACCCCAAAIIIIAAAghEX4AOEUAAAQQQQAABBBBAoM8JLKxeasOGDLDBg/p3ee8V5clgroFdPg8TIIDAagQ4jQACCCCAAAIIIIAAAggggAAC0RegQwQQQAABBBBAoJMEnHN+pP5Js9P3S9kXD0vaNuMSPscDAgh0jcD4yriddXi5fXrXpTa0X0t2knQ6bQrnnDnnsvmevBPryYtjbQhEQYAeEEAAAQQQQAABBBBAAAEEEEAg+gJ0iAACCCCAAAIIIIAAAggggAAC0RegQwQQQAABBBBAoCcLxEeOtFhFhV9i8/RpfssDAggggAACCKy9AFcggAACCCCAAAIIIIAAAggggED0BegQAQQQQAABBBBAAAEEEEAAAQSiL0CHCCCAAAIIIIAAAggg0PcEFi1eZqOGD+7Wxl9+c0q3zsdkCCCQL8ARAggggAACCCCAAAIIIIAAAghEX4AOEUAAAQQQQACBzhJIp9PmnLP+5Waf2y9lXzyszLbZJNFZwzMOAggUEBg3Km5fOqLcPrXbUhs5MPMaVJlzTpteFbFetVoWi0DvE2DFCCCAAAIIIIAAAggggAACCCAQfQE6RAABBBBAAAEEEEAAAQQQQACB6AvQIQIIIIAAAggg0OMFEhMm+jW2LFxo6cZGv88DAggggAACCKyVAMUIIIAAAggggAACCCCAAAIIIBB9ATpEAAEEEEAAAQQQQAABBBBAAIHoC9AhAggggAACCCCAAAII9DGBlQ1NtrB6qVWOGNptnX84fa798db77J0p07ttTiZCAIE8AQ4QQAABBBBAAAEEEEAAAQQQQCD6AnSIAAIIIIAAAgh0ioBzzpxzlk6n/bZTBmUQBBBYYwHnnK915vxWD85l9vW61HFPj1hPXyDrQ6B3C7B6BBBAAAEEEEAAAQQQQAABBBCIvgAdIoAAAggggAACCCCAAAIIIIBA9AXoEAEEEEAAAQQQ6PkCiQkTsotsmvpBdp8dBBBAAAEEEFhTAeoQQAABBBBAAAEEEEAAAQQQQCD6AnSIAAIIIIAAAggggAACCCCAAALRF6BDBBBAAAEEEEAAAQQQ6GsCixYvs1QqZSOGDeq21iduOsaGDRloL7z2XrfNyUQIIJArwD4CCCCAAAIIIIAAAggggAACCERfgA4RQAABBBBAAIHOEUin0+acy4Rltp0zMqMggMDqBPT6s3RrVe7rMHgtKuuc06bHR6zHr5AFItCbBVg7AggggAACCCCAAAIIIIAAAghEX4AOEUAAAQQQQAABBBBAAAEEEEAg+gJ0iAACCCCAAAII9AKBsr0+ZhWHHmb9TznNYhUVvWDFLBEBBBBAAIEeJsByEEAAAQQQQAABBBBAAAEEEEAg+gJ0iAACCCCAAAIIIIAAAggggAAC0RegQwQQQAABBBBAAAEEEOhzAtU1tb7nyhFD/La7Ho45dB/bcuLG3TUd8yCAQK4A+wgggAACCCCAAAIIIIAAAgggEH0BOkQAAQQQQAABBNZDwDmXvdo5Z+l02hqbmm363EV2zzPz7LUPW6xqaSpbww4CCHS+wIwFLfanh1faXa8Msurl8Q4TONf2Ou1wsoclYj1sPSwHgUgJ0AwCCCCAAAIIIIAAAggggAACCERfgA4RQAABBBBAAAEEEEAAAQQQQCD6AnSIAAIIIIAAAgj0BoGKY4+zoVf91gZfcpklNh3fG5bMGhFAAAEEEOhRAiwGAQQQQAABBBBAAAEEEEAAAQSiL0CHCCCAAAIIIIAAAggggAACCCAQfQE6RAABBBAoLhC3uJV083/FV8MZBBBAAAEEOk+gekmtVZQnbdTwwZ036BqM9LHdtrV9dt9uDSopQQCBzhZgPAQQQAABBBBAAAEEEEAAAQQQiL4AHSKAAAIIIIAAAusr0NDYaEuW1maHuffRSXbLv5+y3/13Izvv2uX25JuN2XPsIIBA5wtMm99if3q43u56eaBVLY/5CZxz5pyzdDrtj3vLQ2b1vWW1rBOB3iXAahFAAAEEEEAAAQQQQAABBBBAIPoCdIgAAggggAACCCCAAAIIIIAAAtEXoEMEEEAAAQQQQAABBBBAAAEEEIi+AB0igAACCCCAAAIIIIAAAggggED0BegQAQQQQAABBBBAAAEEEEAAAQSiL0CHCCCAAAKrEXDWff+tZimcRgABBBBAoNMEqpbU2shhgzptvLUdqHrJMpu/cPHaXkY9AgisuwBXIoAAAggggAACCCCAAAIIIIBA9AXoEAEEEEAAAQQQWGeBRYuX2GVX/cG+84tr7N7HJmXH2WOnbe3og/fNHrODAAIbRiCdTptzzk+ufb/Twx9iPXx9LA+BXizA0hFAAAEEEEAAAQQQQAABBBBAIPoCdIgAAggggAACCCCAAAIIIIAAAtEXoEMEEEAAAQQQQAABBBBAAAEEEIi+AB0igAACCCCAAAIIIIAAAggggED0BegQAQQQQAABBBBAAAEEEEAAAQSiL0CHCCCAAAIIIIAAAggg0NcE0mmzRYuX2chhgzZY63+45V778x0PbbD5mRiBvidAxwgggAACCCCAAAIIIIAAAgggEH0BOkQAAQQQQAABBNZM4IPpM+3O+x+xH159gy2rXeEvGjF0iE0ct5F97vgj7YRPHmRp/aGimW0yptIqRwwP9vhCAIHuFtDrMIxwbh0758LDHr2N9ejVsTgEerMAa0cAAQQQQAABBBBAAAEEEEAAgegL0CECCCCAAAIIIIAAAggggAACCERfgA4RQAABBBBAAAEEEEAAAQQQQCD6AnSIAAIIIIAAAggggAACCCCAAALRF6BDBBBAAAEEEEAAAQQQQAABBBCIvgAdIoAAAggggAACCCCAQN8TWOFsZUOTjRw2eIP1fuYpR9ic+VV2571PbLA1MDECfUqAZhFAAAEEEEAAAQQQQAABBBBAIPoCdIgAAggggAACCBQQ+HDmbLvvsafs2VfezJ59e8qHtrB6iX1stx0skYhn86cff6Ttst1W1q+83Jxzlk6n/blw6w94QACBbhNwzvm59BpMW+Y/JXSsbU+PWE9fIOtDoLcKsG4EEEAAAQQQQAABBBBAAAEEEIi+AB0igAACCCCAAAIIIIAAAggggED0BegQAQQQQAABBBBAAAEEEEAAAQSiL0CHCCCAAAIIIIAAAggggAACCCAQfQE6RAABBBBAAAEEEEAAAQQQQACB6AvQIQIIIIAAAggggAACCPQ9gZYlmZ5HjRic2dkAj6NHDrMzTz7C9tl9uw0wO1Mi0PcE6BgBBBBAAAEEEEAAAQQQQAABBKIvQIcIIIAAAggg0LcFGhqb7MOZs23SC69mIRYtrrHf3nSHPfbMCzZ7/oJs/vjDDrQLzjjJDvn4nlZRXpbNt99xzvlUOp32Wx4QQKB7BcLXnnOZ12L3zr7+s8XWfwhGQACBAgKkEEAAAQQQQAABBBBAAAEEEEAg+gJ0iAACCCCAAAIIIIAAAggggAAC0RegQwQQQAABBBBAoFcJrPzfJKs+/xybd8iBpv1etXgWiwACCCCAwIYTYGYEEEAAAQQQQAABBBBAAAEEEIi+AB0igAACCCCAAAIIIIAAAggggED0BegQAQQQQAABBBBAAAEE+qBAc7XZRpVDbeyooRu0+1132MI2Gj3Cr2Hy1Jn24muT/T4PCCDQ6QIMiAACCCCAAAIIIIAAAggggAAC0RegQwQQQAABBBDoQwILqxfbm5M/sGmz5ma7vvmf99tvb7rD7n74v7aweonPjxg62C444yT7xXe+YiceeYjPrcvD8IExu/L0lF17Xn87YIdSP8QND9XZHhdUdYhZi1r8+fDhx39b3qFG14Xnw+15v1vaoe6IixeHp7PbE360pEPdF66oyZ4PdzRH+/jOjbXhab9dsjzVYSxdc/W/Vvjz4cN7M5sL1t3+RH1Y4rdPvtFYsE55X9D6oOs0T/vQPK0lfqN1tK/RsdbtC1of1Jfy7aP1dHYjp/Y18swWtO7IvX3dudcsbT3btmlfo+Mf3pZvrOeD8u3j+gfr2gYK9l5+v6mg3b+fWxmcbfu6//mVBetemNzUVhTs3fhw4efnjAX5z8+f3F74+dnQmA5Gafv6ynUdn5+HfKe6raB176Sfdnx+nv7Ljs/P/S6q7tDHN69f5kfZabOEXXf+ALvs2CobH/xxunPOnHNm+UvytT39IdbTF8j6EOidAqwaAQQQQAABBBBAAAEEEEAAAQSiL0CHCCCAAAIIIIAAAggggAACCCAQfQE6RAABBBBAAAEEepdA85zZVv/Ef61l7lxrmvZR71o8q0UAAQQQQGCDCTAxAggggAACCCCAAAIIIIAAAghEX4AOEUAAAQQQQAABBBBAAAEEEEAg+gJ0iAACCCCAQEbg3ckz7KHHXswc9MLH+fU1dv3kB+zH792x9jH5DvvJB3+3f1f13v574beMJSOAwAYU6NdYYS1VZhM2HrUBV9Fx6pfemGw3/O1+u/yqm23pshUdC8gggMB6CHApAggggAACCCCAAAIIIIAAAghEX4AOEUAAAQQQQCCKAu9NnWYPPfmM3fqvB7PtTZ0x237yuz/bjXf+215+691sfv89d7EvnXy8XfqVs2zksCEW/tps042tLFkaHq79Nm2WTDjbebyzLYYvM6uba/NnTbOli6sLjjXjw8k29b037MPJb9pHU96ypTVLCtZNfudNX6ca1a5YvrxDXXNzs6/R+bCuYeXKDnV19XUd6hLxYOHtKpfX1uTVffR+m19u6dLqqry6WdOn5p7O7i9aMDevbt7s6dlzuTvK55routzz4f7MaR/kjad1hOdyt1p37njLa5fmnvb76l81ija7en8u96GxoSFvTlm3tDTnlvj9+rrleXXvv/u2z7d/qF26OK9u5kdT2pf448ULF+TVzZ35oc+3f1g0b3Ze3cJ5s9qX+OO5M6fl1VUvWuDz7R9mBOuRifqUS23N4vYl/nhq8NzNrVuxvNbncx9SqZa8OTVmQ33H5+fK+voOdemWVO5Qfl/fx2lT3raauZOtsmSGbb9xi2rCrAcAABAASURBVPUrcxaLxcwF/4Vb54KjIKwX/Ir1gjWyRAR6nwArRgABBBBAAAEEEEAAAQQQQACB6AvQIQIIIIAAAggggAACCCCAAAIIRF+ADhFAAAEEEEAAgV4mUDJ+QnbFzR99lN1nBwEEEEAAAQRWIcApBBBAAAEEEEAAAQQQQAABBBCIvgAdIoAAAggggAACCCCAAAIIIIBA9AXoEAEEEEAAgRyB+//zvP3kyr/aW+9Oy8n2/N0Pa+fZpU/faG+1zLHa4am1j2Epqxth9mrFHLt64YM9v2FWiAACCKynwKhlQ/0IE8dV+m1Pefjcpw+18z5/nCVLS23QwH5+WbPnLbKb7nzI7n3kWXvvg5k+p4eFVUtsyoezfNSvbFDKx9Rpc3zuoxnz/LEeVtSt9DnVL6pu+4cv5i2stg+C+qnT51pjU9s/YDFd/4DE9Fk2c858Xe5j+Yo6mxrkFEuWLvM5PcxbUJXN6zgM1Slmz1sYpmxp7fJsrfbDE3PmL8zmw5y2ul6hOXSsWLK0Nltbu7xOKR8z587P5n0ieGhsasrmFlS1/eMr1TVLs/kV9fVBZeZr+ux5Pv/RzDmZRPC4sqHR57SOhdVt/zDLosVLsvmVDW3+H82a4/PTZs8Nrs581dWv9DmNUbWkzX9h1eJsvqGxKVMcPE6dMcvn18h/YZt/U3Pb91BzKXL9l9Wu8OMqv3TZ8mCmzNfq/OcuWJQpDB6L+c+auyA7dlDmv3L95y9avf+MORn/D2fO9tfrobh/TXa+3Od/If/6la3+wfO3akmNhvVR3H+2H3vG3LbX0PK6tuf/4pqc5/9q/dv+UZXi/ov8fPq++IW1PuhYketfs6zt+b9s+YrWSrNC/k3Ba1rXK3L9Fy/Nef7XtT3/C/k3NOY+/xdn51u0uLD/tFlzfS/ahsVF/atzn/+NYbnpH2zSmnP9VwTrVE6R6z9/Uc7zP+g3HER1itnzcvwDL+UUcgxr58xftb/Oh7W6Ttcrcv01j3KKsDbfvypMW1H/4Pmm69V/WFzMX89jXxs8p+Ub1stdeW3DXH3w/qCcQt+3ML+wiL9ef6rV8yGszfMPnj9hfnX+el6GtfLSuAo5hnk9v5VThDltdazI9dd9SzmFXk+qUxT0D+6HqlPMC16nqlPo+aOcQq9r5RR6vimX799kPhc4636hOkVR/+C+r/qPgvcB1SmK++e+h7Q9/wv6B+9TGleh54/GVcwP7qvKKXS/VU6hY0Wuf23wfqmcYknwPqo6xer9c97Dg/cNXa/I9+/4Hq73I9Up1sRf73eq1fuf1qVoCN4Xfa6Df9s9TO+vqlXofVf1uf56f1ZOofdt1SkWBu/nyin0PqOcQu//yunzgI4V+pygnKI6+PygnGJ1/vpcojpFMX99vtG4CtWFoWPFnODzUZjT5yblFNoP83qfV04R5rTVsUJz6FixJPj8ppxCn+uUUxT0L/IZqir4HKPrFbn+MlNOhhpTUcxf3wvVKlSjWoWuVU5j6VihOZRTaG7lFPpcp5yiIVircgodK3L91atyChmoTiEb5RQ6DkPHCtmGOZkrp9B+mNf3SDlFmNNWxwrNoWPFkuC1p5xCa1JOobUqp9CxQj3pWKFelVPoOaicQs9N5RQyU06GOlboua2cQs955RRF/YN7l2r1WlKdYq39e+Fn2EL+uqfKQqHXuiwUxfz1nqla3cNVpyjuX/gzlO5dGiPXv36tP8MW+D1EL/wMW8x/cfAZREYKfTaRs6KQf0O3fYbN/T3cmv8eYn4P+QyrzwryVMhS0Vs/w+oznPrQZzr1odDzRDmFnj/KKVbnLxfVKZYV+T3E6j9Dtf0eeq0+wwa/p9F6FVqn1qDoiZ9h9TrT2hS6/2nNej3qWFHcvzr7GVuvd9UqdL0i1792fT7DatAgivtH5zNsQf+c30Po/Sug8F/zV/N7CL0v+sLgoZi/Pt/oe6UIyrJfOlbo81GY1Ocm5RTaD/P6nKWcIswV+z3Ekl74GVaf09SbItdfn+uUU+jzXti7jhW5/vq8qJxCBmHt6vxlG9bKXNcrtB/m9T1SThHmtNWxQnPoWKG5lVNoTcoptFblFDpWqCcdK9SrcgoZKKeQjXKKTvkMG/xvuBpXY2lMRW//DJvv3/a/A+o1qf4Uhfx1T5WFQq911SmK+euerVrdQ1Sn6IzPsMX89b+raD5FQ/D7fc2n0P8OoJx+X6pjhf73GuUUeg9UTqH/fUE5he4Zyil0rND/PqRjhf53C+UUei9QTjFnNf87oN7jVadYkvN7uFx/vVdpXIXqFMX8F3fHZ9jgf4/SGhRr/3uI7v0MK7uX3njXnnj2ZdM9Q2vW9qEnnzXFK2++p5SPV9+ebD+59s/2nV/8zl55qy3/wBNP28OTnrMZwZ/l+MLgYdyYSrvgjJPs6186zY479IAgk/nacuI4227LiTZ8yOBMYh0enXPmnMte6ZyzWCzmIx6LmzW3WDr4DNcS/B5k69H19uldl9qndqmx43ZebMfvssRvy1y9NQd/htQU/B5PsdNGy7LnVBdGujFT1xi8j6tu34kd6w7fbrHp3Mrg93qq07h7bTLXDtt6nh29wyI/n8Y7cPOlvk41CtUdu9MSP2+4LtXttnGmTmMqEi312Zrcuq1G1eT1MLCkrmDdpkNq8+pG9S9cN7LfCr8+zamYMGyFH09ryo0Bify6rUd3NFF9IpWx01iK3TZZ2mE89a9zsghN9g+ccvvUWAdvvcSvTTUK1R++bUe7j43P2KlGkWos3OvOY2v9eJpbUWaFjTcbsSzPbkhZ4fHGDMgfb+ygjJ36UKgHxdDy5Xnzbj68toOJ6spjdXnz7hCsN3cc1ShizfV5dXuP7/i9OGK7jJ36lInsDt664/fiwC2X+rWpRqG6Y1qfn8cFrx2F1rDX+FprbFhpen01NzVaoqTEEvGExYOIxeP+telc2+vTesGvWC9YI0tEoNcJsGAEEEAAAQQQQAABBBBAAAEEEIi+AB0igAACCCCAAAIIIIAAAggggED0BegQAQQQQAABBBDobQKJ8ROyS26a9lF2nx0EEEAAAQQQKC7AGQQQQAABBBBAAAEEEEAAAQQQiL4AHSKAAAIIIIAAAggggAACCCCAQPQF6BABBBBAAIH2AnPnV9sfbrrPbr79EVtSU9v+dI88fvj9F2zF8jprbmq2poamdYvGpuD6Jpu5dH6X9Pj7e/9h+3zli7awZnGXjL+ug34wZ6btdf4X7JKbfm/NLS3rOgzXdbOAnkd6Pn3tul+vcubqZTV21MUX2hm/+IGtWLlylbVRPbmmVlHtv1hfI2qHWnyY2bDB/YuVbLD8TttuZt8+75Ts/IuD96LX3/nQ7nv0WZs6fU42/9hTr9oVf7jTx5x5bf+49G//fLfPXf/X+7K102bN8znVP/Xim9n8Q0+8aFf/6S675qZ7TPOEJ266N8jdfKf99d8Phyl7f9pMuybIKV55u+0fXLnv8f9l8+E/6twQvKeoTnHXQ49nx3h7yofZWu2HJ+5++Ilsvn5lg09rLF2v0Bw+GTy89s7kbO2Uj6YHmczXHff9J5vPZMxqltZmc/956vkwbc+/+lY2Pz3nH8i5+a77fP6Pf7s7W6t/MElrUDz53MvZ/KTnX/W1ys9d0Ob/p9vv8fmb/nFvtlb/oJLqFM++8kY2/+gzL/ha5asWL8nmr/nLnT6/Jv4P/PdpX6sxaldk/kH4Yv7vfPBRtvaNyR9k5yvkv2z5imztvx+blK0t5n/nA49k68PiPP9Jz4Xpov633PWAH+OPt92VrS3m/9RLbf5zcv6B5EL++oeF5KN4+uXXs2MX97/Dr+O2ux/K1k6dPtvnNMbLb76bzRfy1z9ApTrF3x94LFtbzP+eR9ue/yvq6n19Mf/X330/u47JH07ztXq4s5B/7fJs7X9y/F947Z1s/sOZbfeUQv4LqhZnax9/5iVN5aOY/41/zzz/tfWFwUMxf40nI4XmCUr91zV/6eivdapOkev/4BPPZtdXE/SrAYr5y0vXK+SoWkUhf30fVKfQedUpdJ1yCo2nnOLvwfdZOYXmV07r0bFC61ROUcxfzzfVqn/VKeTic8G9V17KKfQ8DvPyVU4hd+W11bFCrw/lFPq+KafQeMopNI9yCr3+lNPzQceKXH+tXzmF+lKtQv0qp9Cx4s7gealjhbyUU8hROYXuL8op9LxXrpi/7luqU+j1pFrF3wv4636oOoVep6pT6PmjnEKva+UUhfx1X1adQvcL1SmK+eu+r1rdh1SnKOav9xPVKnSfU62ikL/ep1SnyPXX61o5he63ul6hY8WdOf56v1ROofu46hSF/PU+rDqF3h9Upyjmr/d51Sr0/qPatfXX+52uvyZ4/9P1imL+eh/1tcHrQu+vqlUU8tf7c1ir923VKYr6B+//qr85+DygOkWuvz4/KKdYnb8+l6hOUcxfn280n0Kfe1RbzF+fm1Sn0L5qFYX8NZbqFJpDdQp9flNOoc91yikK+S9esjR7f839DFXMX2YaN/czVDF/fS9Uq1CN1qDQtcppLB0r9D1WTqG5lVNoTcoptFblFDpW5PqrV+UUMlCdQjbKKWSmnJ7DOlbIVjmFzJVTaF85hV4jyin0vVNOY+lYoTmUU+i1p5xCa1JOobUqp9CxQj3pWKFelVPoOaicQs9N5RQyU06GOlbo3qKcQs955RTF/HXvUq1eS6pTrLV/8BrWGHpO6XqFelVOkeuve7NyCt0zVFvMX/d81Sl0L1KtopC/3ktUp9A9TnWKXH+9JpVTFPLXPVXXK/RaV52imP8tPeYzbMffQ+i9Tn0o9B6oPhSF/PUZRnWKvwfvrapTFPPXZyTVKvTerdpi/nrvV51CnwlUq7gzeK9STqFjRTF/vQeqTqHPJqpVFPLXZxvVKfSZR3UKfRZSTqH3aOUU+uyknLY6VugzlnIKvfcrp9B4yin0XqWc4poCn2GL+Rf6DFXMX16aSyFHzaUo5K/vg+oUOq86ha5TTqHxlFMU9A8+U6tOoXWqTlHMv9BnqGL+ctS4CvlqXIXcldNWxwp9f5RT6PumnCLXX/Mopyjkr+eJrldo/apTqC/lFD3tM6zWo3UptE6tV6HXr3IKPa+UUxTy1/NSdYqu/Ayb61/oM2wxf91XtTaFXu/qQ6FjhZ6XOlbofq2cQvdx5RS6vyun0H1HOb0P61ih9wflFHrfUE6h+5lyCr3PK6fQ6085vR/pWKH7pHKKYv56v1PtNcH7n+oUxfz1OcbXdsVn2OB/Q9HYuh9qDQp9TlBOofcv5RSr89f7ouoUxfz1+UbjKvS5R7XF/PW5SXUK7atWkeuv93/livnr84OuV+hzhWoVhfyLfYYq5n9z8Llf4+Z+htLnU+UU+tykuRTaV06hGuUUulY5jaVjRVH/4H+bVK1Ca1WtQseKXH/1qpxCBqpTFPKXoeoUslWdQubKKbSvnEKvEeUUulY5fS91rNAcyik0t3IKrUk5hdbvHI5HAAAQAElEQVSqnELHCvWkY0V3fYYt5N8bP8MW89e9T54KvSblrCjkr3uq6hR6ratOoXuAcgo9N5VT3NJFn2GL+es9SWtQ6F6pNSh0D1VOr2kdK/Rep5xC92DlFLo3K6fQPUM53cN1rPh7J3+GLeZ/Zw/7DJv7ezh9xpKFQp+9ZKQo7t/xf4ct5q/PJhpXoc8sGreYvz5zqk6hz6KqVdz7+CS77Z4H7Z5Hn7SGlY1KWSr4s/knnn3JXn7zHZuW82c1w4cOtl223cqOOOBjNmGTjXytHi760ufsN9+/yC654Is69FFSkrDNNt3Yxo0ZbSWJhM915kM6nc4Opz3nnLlYzOLxhCUSJZYoKbHS0qTtNM7s1H0a7eSPrbST96q3E/dYYSftWWdDB5RYMllmydb42OYt/rxqFKpRhOfD7UHbN+fVnRiMtf9mCwOn+bawusaSwXia99T9SuzMA9N2WjC3xlEcsn2DJYPzZWXllgy2qjtxz5V+PTofxr5bNVsyOK9QzaABZX5OnQ/Xr/3dJqQt2VqnbeWQkmydzoex3cbOkjl1E0bFC9aNHxmzcG2q3zb4FssijHC8UYMTeXW7B+toX6PaARWllsyZd/+tOxqfsHudJXNq1O+hOwTfr+B7pTE1juLInTraHb97Qwe7T2zbaMlgvNw+wnFy7fbaPN942KDSrElu3c6b5htvPDxjHI6ptSm2Gptvt8XoWHY8nQ9j42HxPLudNjVf1368Ye2en3uvwfNTdgdv39H4+F3rLRmYhKG6I3fuaHzo9istGdSFdqo7YY/M8zN3ffttnbHT+dKSpJUmSq2kJIjgdRePxS0WDyIWM3PO9Mu5zFb7PTWC1fbUpbEuBHqtAAtHAAEEEEAAAQQQQAABBBBAAIHoC9AhAggggAACCCCAAAIIIIAAAghEX4AOEUAAAQQQQACBXicQHzXKXGmpX3fz9LYf/uMTPCCAAAIIIIBAIQFyCCCAAAIIIIAAAggggAACCCAQfQE6RAABBBBAAAEEEEAAAQQQQACB6AvQIQIIIIDAGgjU1NTYmDFj7IADDrDly5cXvOIPf/iDDRw40F555ZWC53tj8sVXJ9sPfnGLPT7ptR6//HRLi6VTaWtpbrHmpuZ1iqaVjda0ssmaGpvXqN83p0217c480TY66ZOrjEdfeWGNxttQRY3NgVfgt6HmZ96uFdD3tyXV0rWTMHqvE2h4q9lGLRtmicp0r1j7DltPsN9cfr7d8KuL7OhD9s6u+dTjD/I55TcbPzab/+2PLvD5n198dja33ZbjfU61nzpi32z+zJOOsGt/8hX7zQ/PtcoRQ7L5H375q/4fUfnuuZ/P5nbZbiuf0z+ucvA+e2bzZ5/6qWx+8MABPp8sLcnmvnrmKT6nh3122zGb175yigs+f1I2X16WVMo0luZSaA6fDB4+8bHds7W77bBNkMl8fevLZ2TzmYzZyOFDs7nTjz8yTNuRn/h4Nr/t5hOz+e9/9Wyf/8V3LsjmNt1otM9pHScedUg2f8InD8rmJ2zS5v/Tb53n85d/7f+ytVtvNt7nNMYxB++XzZ927BHZ/NjKkdm86hRr4n/Wycdlxxg6aJAfo5j/3rtsn63db4+dfa0eCvkP7N8vW3vOaSeozEcx//Af3tG6fWHwkOt/xglHBZnMVzH/S79ylp/zlxd/NVMYPBbz/9Rhn/C1mm+zTTcOKjNfhfy3mDBOtT6OO+SATGHwuDr/751/ZlCV+dppmy389Zrv0P32yiSDx0L++keGVKf4+lmnBVWZr2L+533uxOzY/SrKfXEx/wP22jVbu8eO2/laPRTyHzF0cLY21/+IAz6Wze+w1Wa63Ech/03GVGZrTznmMF+nh2L+P/7Gub5eW9UpivlrPBkpNI9qFTpW5Pprncopcv3PPPEYP5/y6lfXF/OXl+oUclStopC/vg+qU+i86hS6TjmFxlNOoe+zcgrNr5zWo2OF1qmcopi/+lWtQnUKuehYIS/lFHoeK6eQr3IKuSunrY4Ven0op9D3TTmFxlNOoXmUU+j1p5yeDzpW5Ppr/cop1JdqFepXOYWOFXpe6lghL+UUclROofuLcgo975Ur5q/7luoUej2pVlHIX/dD1Sn0OlWdQs8f5RR6XSunKOSv+7LqFLpfqE5RzF/3fdXqPqQ6RTF/vZ+oVqH7nGoVhfz1PqU6Ra6/XtfKKXS/1fUKHSty/fV+qZxC93HVKQr5631YdQq9P6hOUcxf7/OqVej9R7Vr66/3O12v0PWKYv56H1WdQu+vqlUU8tf7s+oUet9WnaKYv97/VavPA6pT5Prr/Us5xer89blEdYpi/vp8o/kU+tyj2mL++tykOoX2Vaso5K+xVKfQHKpT6PObcgp9rlNOUch/9Mjh2ftr7meoYv4y07gy1JiKYv76XqhWoRrVKnStchpLxwp9j5VTaG7lFFqTcgqtVTmFjhW5/upVOYUMVKeQjXIKmSmn57COFbJVTiFz5RTaV06h14hyCn3vlNNYOlZoDuUUeu0pp9CalFNorcopdKxQTzpWqFflFHoOKqfQc1M5hcyUk6GOFbq3KKfQc145RTF/3btUq9eS6hTr6q/nlK5XqFeNq8j1171ZOYXuGaot5q97vuoUuhepVlHIX+8lqlPoHqc6Ra6/XpPKKQr5656q6xV6ratOUcxf75mq1T1cdYpi/novVq1C7xGqVRTy13u86hR671GdQu9Jyil0r1ROoWNFrr/e65RT6D1QdYpC/voMozqF3ltVpyjmr89IqlXovVu1xfz13q86hT4TqFah9yrlFDpWFPPXe6DqFPpsolpFIX99tlGdQp95VKco5q/PTqrVVnWKYv4aT7WKQv76TKHrFcX8C32GKuYvL82lkKPGVRTy1/dBdQqdV51C1ymn0HjKKQr56zOd6hRap+oUxfzVr2oVqlMU89fzWHUK+apWIXfltNWxQq8P5RT6vimnyPXXPMopVKfQenSs0PNEOYXWr5xCfSmnUL/KKXSskIuOFfJSTiFH5RS6vyin0PNeuWL+um+pTqHXk2oVep0pp9D3XzmtR8cKrVM5hV6/yin0vFJOoX6VU+hYoeeljhW6XyinKOav+75qdR9SnaKYv95PVKvI9df9Tzm9HnW9opi/7quqVej1rlqFjhW5/rpfK6fQfVx1ikL+eh9WneKCz5+kMh/F/PU+r1pF6K/3Ix0rdJ/0AwQPxfx1v1WtIijzX8X89TlGdQq9v/ri4KGQvz4fqU6h9+2gzH/l+ut9xieDh0L++pyg6xV6/wrK/Nfq/PW+6AuDh2L++nyjcRX63BOUWjF/fW5SnUL7qlXk+uv9X7li/vr8oOsV+lyhWkUh/2KfoYr5F/oMVcxf3wutQaEarUGhz1/KaSwdK4r563OdahVaq2oVOlbk+qtX5RQyUJ2ikL8MVaeQreoUMldOoX3lFLmfoXStcvpeqk6hOZRTaG7lFFqTcgqtVTmFjhXqSccK9aqcQs9B5RSyUU4hM+VkqGOFntvKKfScV06xNv56jel6hb73ul6hNSmn0FqVU+hYoeeUjhXqVTmFDJRT6N6gnELPWeVkqGNFrr/u+copdC9SrSLXX68d5Yr5696n6xV6TapWUchf91TVKfRaV52imL/u2arVPUR1imL+ei9WrULvEapV6L1DOd3LdKwo5q/3JNUqdK9UrULHilx/vdcpp9A9WHWKQv66h6tOofdW1SmK+eszkmoVeu9Wrd7LdazQe4xyimL+eq9SrUJ1imL++gyiOoXeG1WrKOSv91bVKfSZR3WKYv767KTaXH99xlJOofd+Xa9Ynb8+U6hOUcxfn000rkKfWVRbzL/YZ6hc/4ED+mmI4D2kzPQ8vPQrXzK91n0yeJCH/PbfcxcbMijz505BeoN9OefMOWcxF/PbeCxu8XjcEiUlVlqS9FFWVm7JZJmVJbUtNx0rkj6fySWDc2VlFVZaWmaZfLDVNapRtJ5XjWpz6xKJEvtgxhxLJEptbOVoS7ar1XiaLwydDyMcT8elrfMVqtP5bATrCWu09WsJ5syeD/b9uDl1WkPu+fz9wKa1VnWFxsvUr1md1hSGxstcm3HWuvz4wXzJoF+FasM6nQ8jrNP5MMK6ZGuP2dpgrLBGW50PQzXhvq7X+TCy+WC8vP1gfWGNtn4t7Wv88ZqZJHPWpzUUG09zhaG6pJ9j7ex0jR8/6CFZZF6ZKJIaP6gL59Q2d95sTVCn52d5eYUlgzGTwXEyeK34+uC4tDRpJSWlFk8k/OsvfD06C/4LXp/pdM//c/+Y8QsBBDpZgOEQQAABBBBAAAEEEEAAAQQQQCD6AnSIAAIIIIAAAggggAACCCCAAALRF6BDBBBAAAEEEECgdwqUbLa5X3iqutpSdXV+nwcEEEAAAQQQKCZAHgEEEEAAAQQQQAABBBBAAAEEoi9AhwgggAACCCCAAAIIIIAAAgggEH0BOkQAAQQQWBOBwYMH2xe/+EX73//+Z4888kiHS2bNmmVXXnmlnXjiibbjjjt2ON+bE83NLXb3/U/ZFdf83aZ8MKs3t7JGa9cPxW5pSa1R7cYjR9mvz/ma/fHrF/v43mlfsIqypJ177An+OMxvP37iGo23oYq2HTfBXv79LfbjL5xjiXh8rZbx2Csv2uk//75VLV2yVtdR3H0Co4cOt4d+fo3d/O0fWL+ysuzEfO+yFH1u5+XX37eVk1ts2rDZlhjd59qnYQT6sACtI4AAAggggAACCCCAAAIIIIBA9AXoEAEEEEAAAQQQ6DwB51zeYC4Ws5iPuCXiCUskSqy0NGnJZFmwLbOysnIfyWS5JYMoUwS58vIKn9d5v+/zyrWGP85cq5oV9Q328ttTbNHiZcF1Fda/3wA7YK89bbcdt7cRw4ebHyMYV7U+/PUVlmzd+lxwPrdO++VlmfnWtk7XlgXjhZE9DubTWIpivWZqM2vLrQvH0jZTo/7b6sqDtbbly9v1nKkrC2qKzZvJZ/pVncYry+lB+378oAed92sLxitXBN8vfy6nXvmwLlNbHnxvyvPWpWty61SvXFkwTrjVvqI8mEfjKHLryoJaRVt9pldf59daYM5gvRpDNYpM7+V+ffljKbf68TLXt9lljnVtJpLB813rKw96COfVVscVFf3yTMrUj193Zt6wTnmNoa1C++XBeKWlZZYM6pPBHGXBtZnjsuD1lbSSklL/uosHr724/7s9zpxz/jXqXGbrD3roQ6yHrotlIdB7BVg5AggggAACCCCAAAIIIIAAAghEX4AOEUAAAQQQQAABBBBAAAEEEEAg+gJ0iAACCCCAAAII9FKBxIQJ2ZU3vz8lu88OAggggAACCBQQIIUAAggggAACCCCAAAIIIIAAAtEXoEMEEEAAAQQQQAABBBBAAAEEEIi+AB0igAACCKyxwBlnnGGVlZX229/+1pYvX5533Y033mhz5861c845xxKJRN65qBxMmznffnv9v+z2u/5rtcvrem5b/myKEwAAEABJREFU6bTZWkZlfJB9YfBBVuFKM9daMMYadDik3wA7dPe97cg9P+5jn+13ttJ4ie2+5bb+OMxXDh2+BqP1zpIP5sywD+fOtpTMe2cLfXbVfO/65rd+1pyFdufdT1h8WMze2uiDvolA1wj0VQH6RgABBBBAAAEEEEAAAQQQQACB6AvQIQIIIIAAAggg0MkC6da/C+CcM/1nwTYej1s8nrCS0lIrKQkiUWrJZJmVliStLFluZWXlVl5WkdkPjpOlZX4/3PqaIF8W1Om68FjnF1UvtX898pRVLVluFWX9/FiqGzBggB9Dc6hO14Rb7atGofHKg7l1TqFzOtbWRzBneXnb2pQL6/L2V1GXW1/Wri73XO5+bl15sD7NpdB+sTqdDyOvpoidatepLuihLAjZaYzVGau2POghd66842CsVRmrVvOUraIud+zcuvKcecP9bG3OeDrn5wissueDfZ/LqdNxeD7cKucjqAtNdKzzCu0r/H5QUxZEWLc6u7BO1yo0TnnQk7Y+grF0rNCx6jWmXmfxRMLiwesuFouZXofOOetNv4JV96blslYEer4AK0QAAQQQQAABBBBAAAEEEEAAgegL0CECCCCAAAIIIIAAAggggAACCERfgA4RQAABBBBAAIHeKpAYPyG79OZpH2X32UEAAQQQQACBjgJkEEAAAQQQQAABBBBAAAEEEEAg+gJ0iAACCCCAAAIIIIAAAggggAAC0RegQwQQQACBNRfYbLPN7Oyzz7ZJkybZ/fffn71w6tSpdv3119spp5xiO+64YzYf1Z2nn3/bLv/lbTbp2Tcj0eK40hH2g5Gn2kH9d7Cdkm1/nzwSzdEEAggg0CqwsKrG/nnv/+yXv7nT6uobrHznROsZNggg0FcE6BMBBBBAAAEEEEAAAQQQQAABBKIvQIcIIIAAAggggEBnCzjnzDnnh3XOWczFLBaLWzweRCxuiUSJlZSWWmlpMhvJ0jILj0tKMue0TSbb8qVBfTKoq1m2wia99Lq1pMySwfkJ4zaxow7a307/1FE2YdzGVlqSNNUp/DVBTTIIjafjcJtbp5xqFNoPQ/Wq8xHM74+DrerC/ew2mHdN6vy6VBuMk702Z19zK7+6OtUocuvCa7Vtv0bV+QgsdJ1iVXU6r9A4qtO+tjpWn36s4PuhvHIKnddxuM2tU0414Xkda9+HPBSBQ5gPa/35IK+t5ixJZJ4fOlbk1oXXat72dartEMGchepyx/TX5NSFc2jbvk7r89FqHJ7P2wZj+Zq1sNMaNIZC84bh863jaD/MJ0pKMq+z4LUWD153zsXM6b/g9ehcsBeE9YJfsV6wRpaIQG8SYK0IIPD/7N0JgBxllTjwVz1HMiEhIQESSICEQ7kR5AiCBhBBDl3lVEHiAaLuev53dRV31RWv1dX1RsAgGi+85VARFYGAyiogoiKQcEogXAl3Zrrn368m05lAAknIMVP5ZedVffXqq6rv/frr6orDpgkQIECAAAECBAgQIECAAAEC1RdQIQECBAgQIECAAAECBAgQIFB9ARUSIECAwJAVGLbrbrHeEUfF6He/Jzp332PI1mHgBAgQIECAAAECa0DAJQgQIECAAAECBAgQIECAAIHqC6iQAAECBAgQIECAAAECBAgQqL6ACgmsoMD06dNj4sSJ8alPfSruvffe6O3tjc9//vMxf/78eNOb3hTt7e3lGefOnRsnnXRSdHZ2RlEU5THZr7u7u9yfi2xnbvLkyWWfoihi2rRpcfPNN+fuQR2PPPpYnPPDi+N/T/t+zL7lzsEx1t7mMFYwpnRsHO/b6NgY2TY8rnj4+rj8kb9G9J+jebrV9fPY4wvjy+d+P3Y56VUx6dhDY+q/vDZ+csUl5XwaeM15D9wf7z79s7Hta45s9Tv75+dFd71nYLeltr/0k+/GPm99fdwx7+7IY/Iaea285ke/eVY8/NhjrePufuC+sm8e00o2G/VGI8694tI46N3/HJNf9ZLWGH5+5RXxpzk3xo6vOyY+/I2z4pa77ozdTj6+3P+OL36qeWREro/90HuWuE7uWNq1fvGH35XnuuIv18YHzj49tn71y2PgsTnWHHOOfVk15LmXFcvjmO/l3/712jjqA+8ur5/XSbMnvi5PNdb+fVfddH38aNZvytc1z5PjztcgPQeOcXnr6h/by//zX8vXIV+L133yQ3Hr3XMHnm6Z7bxOeuZrkp2e7rXL+ZXj3fdtJ8YWrzy8vOYx//Xvcfu8u/LwJ8XjCxfGa/77A/GSU94RDzz8UGt/jvv/fel/y7lxwx23LpF/6+c/uUT/xxY+Hl/92bnRf828brZzHDme1sHNRs7TnNvXzrkp3vy/HyvH119bXjNfx+W1+v3frnvSa57zu3mZSvzMX/Bw3HzbXXHuz6+IT3z2nPj1pVfH8/baId79tldE2wZFJWpUBAECBAgQWG4BHQkQIECAAAECBAgQIECAAIHqC6iQAAECBFabQFH0/X6xKIpF/41LLWptbdGWUWuL9rb2aG/vWCI6OjqjP564L7d/d/V1cfq3fhxXX3dj3Df/odax22+zVXlc21LOmcf1R/+5c92fy/XStjOXkfv7Y+B2Xiu3+yP7ZDvXAyP79W/37+9f9+cHrvv35bo/Bu5/Yjv7ZC7XGdleWjxx3xO3l3bMwFz2zxhYz8D9/e3s0x/9uVxnLtf9kdv90Z/LdeZynZHX6t/uX3d2Dmu97tknI/vlemCf7Ne/nfsGRn8++2T0bw/sM7Dd3yf7ZQzctyLt/nEu65g8d38sq0/m+/vkOreXiHwPNKOt+T4rarXm+7uIWnNdFEX5Powh9CdHP4SGa6gECBAgMNgFjI8AAQIECBAgQIAAAQIECBCovoAKCRAgQIAAAQIECBAgQIAAgeoLqJAAAQIEhq7AsL2mxgYf+nCMOuE10b7Z5kO3ECMnQIAAAQIECBBY7QIuQIAAAQIECBAgQIAAAQIECFRfQIUECBAgQIAAAQIECBAgQIBA9QVUSGBFBaZMmRInnnhiXHnllfHTn/40/vjHP8YZZ5wRr33ta2O33XYrT3fLLbfEC17wgjjvvPPik5/8ZHz3u9+NQw89NN7ylrfEv/3bv0Vvb28Z2X7nO98Zxx13XNnnM5/5TDz66KNx7733Rr3eiL/9/da44sq/xM8uujK+/YNfx2lnnRv/e9r3V2v86ILLyhqWd3HDTXfEp77w3fjeTy6Jxxd2L+9hq7Ffb/PcTd94+nj2sE3jfRsfG121zrj04evi8/ee1zoqmq3miVbLz+Pd3fG+s74Uv7/+L/Gh170xPnbSW6NWK+Ldp3+2mbuudc075t0dx37oPfHrq/8v3n3s9PjyO98b03beNd5/9pfjwzNnlHOo1XkZjUZvI047/wfxvd/8Mt52xCvii2//93jBTs+J0879fnzo66dHd71nGUdGue+Ur3w+/uWzH4+NRo+NT735neUYXrzH3nHX/ffFZhuPj0+96R1xxPMPiHHrj4mPv+Gt5f4TDjpsmed8qh35vvjkd74ez95si7j+7O/Hd/7jo7He8OGx4JGH48T/+VB846KfxmtefHh5jVe98OA4+8Lz4i2f/0Q8tvDxeKo/y+t47c03xRv+58MxrLMz/vvkt8Zn3/JvMW7U+vHOL346fvGH3y1xiWWNNTvlvi/88Lvx1Z+dG+96xQnleSZtuFH851dPi/N+e2l2KWNF6vrp7y+P4z/yn7GwOXc+euK/lOdcv2tEvP4THypfi/KEK7B4qtcux5/z66PfOitesvfzyznz/lef1HReGPc99OBSr5Jm+++ye8y584649e65rT73N/v/ac7f4+4H7otr59y0RP6vt86OfZtzccx6I8vX+A2f+kh84Gunx+7P2i4+99Z3xaf/+f/FFuM3Kd3+Y8YXy/nYOkGz8VDzXnnqN86MY/d/Ucz5xk/i08352UzHilhd+qer4viPvi9GjxzZnN/vKF2fNWnzuOXuO/NUqzUeefTxuOa6m+KSy/8U5/78iuY9/lfxlW/8tLzPf/6MH8VnvvyDZ3Svf//Hzo53nPKleO+HvhKf+Ox3ys+R3XbZOt79tlfEK488IDaftPFqrc/JCRAgQIDAYBQwJgIECBAgQIAAAQIECBAgQKD6AiokQIAAgdUrUBRFFMWAiGzXoq2tPWptbdHWjPb29uiP/u1aLfu0RXdPT/z1pptb+5+15eQ46PlT411vmh5bbTEp+vvluv8cA9dPPF9/v/58f9/+7dyf7Vznvmznuj/6t3N/tnOd+7K9tHXuH7hvYHtg/+yXMTCXfTMG5rJPRub6o79Pbve3c72sfrkv++b+bOc6t58YuS9zuT/buc7tJ0buy1zuz3auczvbue6P/u3cn+1c575s57o/+rdzf7ZznfuyvbR17l/avsz1Rx6X/TKynfn+9cB25rJPRrb7Y2Cfge0n9nti/9yf/XPdv2/gOvfldu7Pdq5zO9u57o/+7dyf7VznvmznOiPbGUXzvVOrtUVR1KKW0dzOd3lRFLkaUlEbUqM1WAIECBAY7ALGR4AAAQIECBAgQIAAAQIECFRfQIUECBAgQIAAAQIECBAgQIBA9QVUSIAAAQIECBAgQIAAAQIECFRfQIUECBAgQIAAAQIECBAgQIBA9QVUSIAAAQIECBAgQIAAAQIECFRfQIUEVkpg+vTpMXHixPjUpz4V73nPe6KzszPe+MY3RlEU0dPTEx/60IeiXq/HFVdcEW9961vjqKOOitNPPz0+8pGPxNe//vX429/+FnfffXece+65cfTRR8epp55a9sm+l19+eeyyyy5x//wH43Nn/ChmnnNRXHjx/8Vfrr8lFjz4yEqNd00clGPLWBPXWp5rbNGxUXxy09fFc4dvFdHbPOIJsfPwyfGejY+OYbWO+PVD18Zp9/xscb9m99X5M/e+e2LTcePitHe8J1669wvi+ANfHJ9+8zvLS57/21nluqc5fz7zg29Hrn/wwU/Eaw95aRy2177xsZPeEv927Anxk8sviRv/cVvZ96kWt919Vzzy6GPxgw99Il55wMHl9T77ln+Lf3nZMXHOxb+M3/3lz8s8/Nu/ujC+8+uL4j2vek3MfM9/xRH77l+O4QPT3xAnHHRYbLDeqDhoj71ju823iJFdXfGi5+5Z7t9162cv85xPtWP+Iw/HdpOnxCv2Pyjaaov/2e9vXHRBXHvTDfH1934o3nHkq8prvPsV0+O/T35bXP7nq+P/rv/rMk+bfsvr2NnWVvr215r1fv6t744xI0fFeb+9LHp7cxL1XWpZY829ue/hxx+Nr73ng6VZnucLb3t3TBg7Ln542a/j8YULs1ssb13/uPee+MR3vh57bLt9fOs/PtJ6HXPOvPOo46K7p7s834osnuq1u3fBA/Grq66Mg3bfO97VnGs573L+5TzcfvMpy7zMrs/attx3TfO1KhvNxV9unh0PPvJoPHvzyTHr2mtahjfecVvcec89sc8OuzR7RdjqdOQAABAASURBVGlx+XV/ii++7d/jf//5/5XzNN3ytcj5971Lfl0eX3ZetMhxHrrHPjFtl+eW995Mr6jVuVdcGuPWHxOnvu5NrWue/e4PxGsOfkmebkjHs7aaFC8+YPd43fEvjne97dj4xH+9IV555AGx+aSNh3RdBk+AAAECBJ6BgEMJECBAgAABAgQIECBAgACB6guokAABAgTWoEBRFFFr/m6/KIryd7a1otZcLz1qtbb4+SW/jQ98+ow4+3vnx4MPP1L23XT8xrHf3nvE8M5h5XbRPEf2zfXTxarul9db3nOuSN8nnjOiiCfmiuLJbhFFLE+/oug7dnX0Xd5zLm+/HOvq6pvn7o+IIpb3OsvbryhWzHl5z/t0/dqa752i6HuPFUUR+aco+tbZHkpRG0qDNVYCBAgQGOwCxkeAAAECBAgQIECAAAECBAhUX0CFBAgQIECAAAECBAgQIECAQPUFVEiAAAECBAgQIECAAAECBAhUX0CFBAgQIECAAAECBAgQIECAQPUFVEiAAAECBAgQIECAAAECBAhUX0CFBFZOYMqUKXHiiSfGVVddFb/4xS/iuOOOix122KE82a233hrnn39+vOIVr4jJkyeXuVwURREHHnhgPProo3HjjTfG8OHDY6ONNoorr7wybrrppuxSRnt7e2SMWX9knHrK6+LTH3lzfOrUN8V/vec18a63Hhtvf+ORqzVedui+5TiWd7HxRmPi9ccfGq877sWx0bjRy3vYau+3ace42KR9g3jHxi+LaSN3XOJ6e4zYJv5145dHe9EWv3rwT3HmvRcusX91b4wesV684oAXR0dbe+tSz95scmy96Wbx4CMPl7l/3DMvLr7m/+KwqfvGpI3Gl7lcFEUR++y4Szy+8PG4ee6dmXrKGDF8WBy7/4uWuFZRFPGyffeLMSNHxVU3Xr/U4x9+7LE477eXxr47Pydec/BLoijWzD8evs8OuyxxrQcefigu+N3lse9Oz4mdpmwdA//s8eztY4NR68e1c24YmF6ivSKO224+JQ7da58lrr/xBmNjq00nxl333xuPPP74Eud+4lgH7jzhRYfF+s3XuT+3ydgNY7stpsTDzfd/d70eK1LXNTf9PW656844+bAjljhnURRx0B5TY9MNN4pV+aezozPGjhodf55zY3nd/nO3t7VFRv/2E9eTx28SW0/cPGZde1X0NGvM/bOuuyaes9U28U/Pe0H8ac7f4/6HHsx0/OHvf4nx4zaMbTffomWx9w47xQG77h4D/xRFc67us19MGDuuOQ9mDdwVo5u+u2z9rCVyK2qV5533wANx5fV/id7e3vJcRVFEZ3tH2V6dixFdw2KXHbaKFzxv53jJwXvHK444IF5/3CHxxte+JP7lpJfF204+Ip7J/f64o18YB79wj3juLs+KLSaNjxFdw1dnOc5NgAABAgSGgIAhEiBAgAABAgQIECBAgAABAtUXUCEBAgQIrA2BoijKyxZFUf6+vSgWrxc82PffQGSHYZ2dsfP2z4p/f/NrY/SoUU/qm32KoshVuS8bRVGU7aJYvO7PP3FdFIv7FEWRu8tjs1EUi7eLoijzRdG37t9fFEU2yyiKYok+RVEskS83mouiKFaqX/PQ8qco+o7PjaLoaxfF4nXmM4qiLzewXRR9uaIoMl1GURTleHKjKPraRbF43Z9/4rooFvcpiiJ3L3GeTBRFUeaKYvG6P//EdVEs7lMURe5uHVtuNBdFUbRyRdHXbqZbuWxnFEXfvqJYvB6YH9guiiX7DNw3sF0UK9evKIo8TTnGbBRFUbaLYvG6P//EdVEs7lMURe4uj81GUSzeLoqizBfF4vUT++T2UIzaUBy0MRMgQIDAIBUwLAIECBAgQIAAAQIECBAgQKD6AiokQIAAAQIECBAgQIAAAQIEqi+gQgIECBAgQIAAAQIECBAgQKD6AiokQIAAAQIECBAgQIAAAQIEqi+gQgIECBAgQIAAAQIECBAgQKD6Aiok8AwEpk+fHhMnTowNN9ww3vSmN5X/+HKe7v77748FCxbERz7ykTJXFIv/QeY999wzHn300fjLX/4So0ePjve///1x1113xTbbbBOHHHJIXH755VGv1/M00d7eFhuMGRmdHe3l9mBcHHLgnvH+d50Qu+689eAaXm/EFQ/9Lc6696IomiN7w7iD46BRz4lo5vca8ax420Yvibaoxa8e/FN85d5flPncV0azf7lu9s3m6oj1R46M8RuMXeLUHW3tMWL48PjHvfPi4cceiwceeSgeaa4/98PvxKRjD10iDn/v22P+Iw/HjXfcusQ5lrYxbv0xsdnG45+0a/R6I6Nr2LCYfecdT9qXiYcfeyRun3d37Dh5qxjeOSxTqz1Gj1gvNhm34RLXWdi9MO57cEGc99vLYvKrXrKEwx5vOiFuu/uu+Pvtty1xzMCNFXX8x733xOnn/yD++TMfjxe8/aSY+s+viVl/vmbgKcv20sZa7mguxjRtJ260cbO1+Ce/yGCDkes3X9974pHHH40VqevmuXfEhs37xZabTFx8wkWttlotakVt0daqWa3ffB3edsQr4t4F82O/d54cJ3zs/XHl9X+JeqPxlBfI4/beYaf4882z457598cDDz8Ul117dRy0x94xdbud4u77H2jO2dvi8YUL43d/uy6es+WzIudnv8Wy5tqoESNj4oYbxW333BWPPPZ4awxLex+tqNUrX3hw7LLlNvHm//1Y7P//3hjnXPyL8v3XuogGAQIECBAgUB0BlRAgQIAAAQIECBAgQIAAAQLVF1AhAQIECKw1gaIoymsXRRFFUcSvrrgyPvrFs+KzZ3273C6KIl64z55x/MsOiY3HbdDKFUVf/6KwLgoGRcGgKJY0yDdWURS5GvKxav/rliHPoQACBAgQeCYCjiVAgAABAgQIECBAgAABAgSqL6BCAgQIECBAgAABAgQIECBAoPoCKiRAgAABAgQIECBAgAABAgSqL6BCAgQIECBAgAABAgQIECBAoPoCKiRAgAABAgQIECBAgAABAgSqL6BCAs9EYKONNoqtt946dthhh9hiiy2edKp3vOMd8d3vfnep8dKXvrTsf8ghh8Q//vGP+NznPhc33HBD7LPPPnH44YfH/Pnzy/2DdbHjdlPive98VRx+8NRBNcTe5mgWR2/84sGr46v3XdTMRkwf+8J428Yvjbdu9JIomv/3iwVXx5n3Xhi9S/2/KLPlgathUStq0VZbvn/W+g2HHRFffud7lxoHPnevpx3d011r1Ij1nvIcI4YNf8r9q3JnURRRW4bLS/d+wVIN0uaEgw6Lp/vzdI69vb1x+vk/iOe95bUx46fnRmdHR7z+kJfFqa9/U+yy5TZPOn1RFMsca6zAn+Wtq62tLTo62lfgzM+s6/677h6Xf+6s+OD0k+PWu+fGy//zX+O1//3BWPDIw0954n122CXumX9/3HjH7eVxDz36aOw0ZavYeuJmsfEGY+IPf/9L3PfQgrj+tltin512iaIonvJ8T7VzWXN7Raw2GbthnPP+j8V3/uOjsemGG8W7Tv9svODtJ8U1s294qkvbR4AAAQIECAxBAUMmQIAAAQIECBAgQIAAAQIEqi+gQgIECBAYPAK33H5nTNlsYhx/xKGDZ1BGQoDAWhVYvv9Saq0O0cUJECBAYIgIGCYBAgQIECBAgAABAgQIECBQfQEVEiBAgAABAgQIECBAgAABAtUXUCEBAgQIVEDgsVmXxV0vOTT+8bw946GZX6tARUogQIAAAQIECBBYxQJOR4AAAQIECBAgQIAAAQIECFRfQIUECBAgQIAAAQIECBAgQIBA9QVUSGC1CIwYMSKGDx8eXV1dcdRRRy01tttuu9a111tvvfiXf/mXuP766+PLX/5y/PznP4/TTjstBuOfDcaMjBNe8aJ40+teEhM32XAwDjGitzmsAXHh/Ktjxr2/aCYj9hyxTbn+1YN/irPuvehJfZ94bNl5LS26Ojujs6MzhnV2xGF77bvU2Gbi5k87uvkPPRhz77/vSf1unntnzJt/X2wzaennaG9rjxHDh8UfbvhrPL5w4ZOOX97EnffeE48+/ugS3XM8Oa4lksvY6B9Ho7cRB+++91Iddt362cs4OmJ5He+6/9742oUXxJHPf2Fc+pkz4tNvfmdMP/iweOGuezYdhi/z/Cu7Y0XqGjliZNy74IG47e67nnS5xx5fGN093U/Kr4rEes372PSDD49ffvJL8bGT3hqXXXt1fOOiC57y1NtP3jI223h8zLrumph17VWxxYQJsflGE2LsqPVj7+13id/97bq4bs7sqBW12H2bvvtgzvPc/+ebb4rHFj7+pPM/+MhDccc98yLne87JJ3UYkFgZq7ZaLfbZcZf45ntPjfM/+pkY3nzvfeQbM6KnXh9wZk0CBAgQIEBgiAsYPgECBAgQIECAAAECBAgQIFB9ARUSIECAwFoQ6O3tjb/eOCe++t1z4wc//1VrBK875p/ilS89OLbcfGIrp0GAwLotUFu3y1c9AQIECKw6AWciQIAAAQIECBAgQIAAAQIEqi+gQgIECBAgQIAAAQIECBAgQKD6AiokQIAAgSoI1Lq6onv2TdGYPz+6b7qpCiWpgQABAgQIECBAYJUKOBkBAgQIECBAgAABAgQIECBQfQEVEiBAgAABAgQIECBAgAABAtUXUCGB1SMwefLk2GOPPeLb3/523Hzzzcu8SL1ej+7u7tb+tra2OPTQQ2PTTTeNO+64o5UfLI0DXrBrvP9dJ8Rez91usAxpucdx0YJr4qv3/jJ6m0ecN//KOPOeC5utwf2z2UbjY4cpW8b5v70sbp9310oP9oGHH4oLmueoNxqtc3TXe+KrPzs3RnWNjL2evX0rP7CxwchRcdBzp8Zl114Tv7zqyoG7ltp+8JGHY978B5bYN2HsuGbu/rjpzsXzOf/x/5///vLIcS3ReRkbOY69ttupOY6r49o5Ny6j17LTy+t474MLYkHTavKETaKjrb11wutuuSn+fPOq//8pWJG6dtlqm+hs64jv/PoXka9d/+DyNf3mr34W/7j3nv7USq2f+NrleQdep61WixfutnuMHzs27rzvvqe8Rta185RnxW//cm386qr/i/132T2GdXaWx+y74y5xw+23xU8u/01sM2mzGL/B2DI/Zr2Rsf9zdo8rrus7pkwuWuR8+dGsi+PuB+6NF+2256LsslcravX4woVLnGz7zafEc5+1Xdz34PxoDHjPLNHJBgECBAgQIDAEBQyZAAECBAgQIECAAAECBAgQqL6ACgkQIEBgbQjk71y/cs6P454HHohJ48evjSG4JgECQ0SgNkTGaZgECBAgMNgFjI8AAQIECBAgQIAAAQIECBCovoAKCRAgQIAAAQIECBAgQIAAgeoLqJAAAQIEKiHQvsXkVh09c2a32hoECBAgQIAAAQIESgELAgQIECBAgAABAgQIECBAoPoCKiRAgAABAgQIECC0Jby4AAAQAElEQVRAgAABAgSqL6BCAqtJoKurK/7rv/4r7rvvvthll13i1FNPje9973vx7W9/O972trfFscceGw899FDcfffdsfvuu8fb3/721v5//ud/Lo87+uijV9PoVvy0z9p6UvzrvxwTR77k+dHR0b7iJ1jjR/RG9D45Lpz/xzhu9ifim/devNT9SxwTi45f42NffMHhncPinUcfF/MffjgOe+/b4zM/+Hac/7vL4idXXBLvP/vL8c+f+Xg8/Nhjiw9YRmvMeiPjwv/7bbzhUx8uj/3BZb+OI9//rvJcJx32T7HNpM2XemRRFHHyS46MPbbdPt78mY/F27/wP+Xxef33nPn5+NqF57eO22rTzZrjfCg+1xxj7v/qz84t9x02dd/obO+MN/zPh+OMC35YHv/Wz30iZv35TzFh7IZln6dbFEURbzr8yNh4g7HxylPfG//51S+XY0+Lj3/77DjuI/8Rdz9w3zJPs7yOm200PrbcZFJ8+dzvx6e//83yGnn+95z5hdho9AbLPP/K7iiK5a9r+82nxEv3mRbfufjCePVH/zPyNcw44WPvj7/cMme5LZc21qW9dvcueCBeeso74gNnn1465Gv6vhlfigXN+9ZhU/dZ2mlauaIo4uA9psYfb/hb/LU5tl2ftW1r37ab9f3/aVz4h9/GXtvuEMM6O1v7TjzsZU+aa1nj8c16P/6tr8U7jzou9t3pOa3+y2qsqNUpM74Y6ZjXyjn139/5WvP9ckUc9Nyp0dnRsazLyBMgQIAAAQJDTcB4CRAgQIAAAQIECBAgQIAAgeoLqJAAAQIE1ojArf+YG+f96tK48ebbyusNHzYs/vOtJ8W/nvTq2PM5O5Q5CwIECCxNoLa0pBwBAgQIEFhRAf0JECBAgAABAgQIECBAgACB6guokAABAgQIECBAgAABAgQIEKi+gAoJECBAoBoCtXHjorbeemUx3XNml2sLAgQIECBAgAABAv0C1gQIECBAgAABAgQIECBAgED1BVRIgAABAgQIECBAgAABAgQIVF9AhQRWp8Cee+4Zs2bNin333Tfe//73x9FHHx0nnHBC/PGPf4zXvva1sd5668WoUaPK/WeeeWa5/7jjjosHHnggLrnkknj+85+/Ooe3XOceOaIrXnHEfvG2k4+IKVtMWK5j1nanhd090dvTiEZ3Y20PZZVcf9etnh3fff/HYtdtnh2f++F34uRPfSTe9eXPxF9unh1HTzswRgwb9rTXGT1yVJz29vfExqPHxDu/+Ol4xxf+Jx567NH4UjN38uFHRlEUyzzH+iPWi9PfcUq84fCXx6w/XxNv/t+Plee44fbbYqctt24dt/+uu8ebXnpUXPTHK+Otn/tE3PXAfZF/dpy8VZz2jvfE+LFj49Svf6U8dlxzHJ9+8ztjWEdHdlmumLjRxjHzvafGPz1vWpxz8YWlw9s+/z/x66v+L47Yd//YYNT6T3me5XHMWj/15nfEdltMic98/1vxz5/5eFx/+63xxbe+KzYZt+FTnn9ldy5vXe1tbfHB15wcH37dm+PmuXeWxh88+4zYcfKW8cHpJ6+Q5RPHurTXbr3hI2K3Z20X37/kV6V1zpsHH3k4vvkfH4m9tt3xiad40va2m02O8RuMjR2mbBVbbTKptT9z20zaLNprbbHPTru28tlI/zP/33/EO48+bsBc+1Q80pyrZ73r/XHy08zVPEfGilrttd2OMfvOO8r3Rc7vc6+4NP7rNW+Mtx/1qjydIECAAAECBCoioAwCBAgQIECAAAECBAgQIECg+gIqJECAAIHVL3DDnFvjf86YGRdf8YeYe8+9rQuuP7Lv3+trJTQIECCwFIHaUnJSBAgQIEBgRQX0J0CAAAECBAgQIECAAAECBKovoEICBAgQIECAAAECBAgQIECg+gIqJECAAIEKCbRvuVVZTeOee6LxyCNl24IAAQIECBAgQIBAREAgQIAAAQIECBAgQIAAAQIEqi+gQgIECBAgQIAAAQIECBAgQKD6Aiok8IwFRo4cGRdffHEZ2X7iCbfffvs4//zzo16vR29vbyxcuDAuvfTSePGLXxxFUUQe84UvfCEeeuihcn/2+81vfhO77777E0+1xrefv/dO8Z/vfnU8f++d1/i1n9EFeyPqj9dj4UOPxcIHHy/bub3C8VhPNLrrKzWUnadsHX+ecU686Ll7LfX4N7306Jj12a/ExmPGLrF/veHD4zv/8dEyst2/81mTNo+vvusDcePXfxi3f+eC+NtXvx/fff/HY7/nPLecR/39nmo9ZtSo+OhJbynPccu3zotfffJLcehe+yxxfI4nx5XjG3iuUSNGxHtf9bq48ktfK6+f4/jeBz4eu2797Fa3jrb2+PdXvqY8/83fPDfe/YrprX17b79TXPjxL0ReN4/9wPQ3xJRNNi0NBl4rvdIt/VoHD2hsOm7D+Pgb3lrWnw55rp99/HNx5AsOiLz+gK5LbS6P45abTCxts4aMGf/6H7Ht5lPK1yRfm/War1Ge/KnG+lT7Pv3md5Z1p3WeJ2N568oapx98ePz282eVr8M1Z3wz3vOq17Ys89x5vmVFjj1reGK/PO8TX7vs++HXvTmu/cq3y2ul9Tn/+bHYZcttlnX6JfKbj58Qv//i10q3PFf/zmGdnZFzeVmvc/Z968tf0Zpr+Rr88L8+udS5nnMn5+tAy/7rZE3La3X0tAPjss+cWc7PnKPZPma/Fy3XnOq/njUBAgQIECAw6AUMkAABAgQIECBAgAABAgQIEKi+gAoJECBAYDUI3HXPvfHdCy6KRx97vDz7NlM2jyMPOSA++M6TY9/dn1PmLAgQILC8ArXl7agfAQIECBBYtoA9BAgQIECAAAECBAgQIECAQPUFVEiAAAECBAgQIECAAAECBAhUX0CFBAgQIFAlgfYpU1rl9Nx4Q6utQYAAAQIECBAgsK4LqJ8AAQIECBAgQIAAAQIECBCovoAKCRAgQIAAAQIECBAgQIAAgeoLqJAAgWUJbDZx43jFEfvHeiOGL6vLoM2/aJvdo/F4Tyy8/9F45M4H49G7mnH3isXDcx+Mh/4xPzZpjB60dRoYAQIECBAgQIAAAQLLK6AfAQIECBAgQIAAAQIECBAgUH0BFRIgQIDAqha4/A9/io984ay47Mqr46Zbbm+d/gV77hbrdXW1tjUIECCwvAK15e2oHwECBAgQWKaAHQQIECBAgAABAgQIECBAgED1BVRIgAABAgQIECBAgAABAgQIVF9AhQQIECBQKYH2yVNa9fTMnt1qaxAgQIAAAQIECKzjAsonQIAAAQIECBAgQIAAAQIEqi+gQgIECBAgQIAAAQIECBAgQKD6AiokQGCZAqNGDd1/qH3nCVvFkXu9MIb3tkfnw0W0z4/omF+sULQ90Igxjw2Pt+921DKN7CBAgAABAgQIECBAYIgIGCYBAgQIECBAgAABAgQIECBQfQEVEiBAgMAzFnjk0cfi2utvbJ1nwsbj4sXTnhfvf/tJseOzt2rlNQgQILCyArWVPdBxBAgQIECgX8CaAAECBAgQIECAAAECBAgQqL6ACgkQIECAAAECBAgQIECAAIHqC6iQAAECBKol0D55Squg7jmzW20NAgQIECBAgACBdVtA9QQIECBAgAABAgQIECBAgED1BVRIgAABAgQIECBAgAABAgQIVF9AhQRWRuDRRx9fmcMcs4YFjnvOQXH28e+PGa94b5x51LvjjCPftUJx5hHvjk8e9OYYM2zkGh65yxEgQIAAAQIECBAgsKoFnI8AAQIECBAgQIAAAQIECBCovoAKCRAgQOCZCZzxrR/Ge/778/H1H5wf3d095cm23GxiHLLf82Ls6NHltgUBAgSeqUDtmZ7A8QQIECCwzgsAIECAAAECBAgQIECAAAECBKovoEICBAgQIECAAAECBAgQIECg+gIqJECAAIGKCXRuu22MeMlLY/Q7/zVGHHZ4xapTDgECBAgQIECAwEoKOIwAAQIECBAgQIAAAQIECBCovoAKCRAgQIAAAQIECBAgQIAAgeoLqJDACgtcfe2N8ae/zF7h4xxAgAABAgQIECBAgAABAmtNwIUJECBAgAABAgQIECBAgACB6guokAABAgRWQGDefffHrD9cE7+7+s+to7bbZkq88p8Ojg/965ujo6O9ldcgQIDAqhSorcqTORcBAgQIrIsCaiZAgAABAgQIECBAgAABAgSqL6BCAgQIECBAgAABAgQIECBAoPoCKiRAgACBqgm0bzE5xn7sEzHq9SdFx7OeXbXy1EOAAAECBAgQILBSAg4iQIAAAQIECBAgQIAAAQIEqi+gQgIECBAgQIAAAQIECBAgQKD6AioksGICs3735zjjaxfEqPVGrNiBehNYywJveunRMeuzX4mNx4xdyyNxeQIECBAgQIAAAQJrQ8A1CRAgQIAAAQIECBAgQIAAgeoLqJAAAQIElldg/oKH4tTPfSV++LNfxz33P9A6bN/dnxNTn7NTDOvoaOU0CBAgsKoFaqv6hM5HgAABAuuYgHIJECBAgAABAgQIECBAgACB6guokAABAgQIECBAgAABAgQIEKi+gAoJECBAgAABAgQIECBAgACB6guokAABAgQIECBAgAABAgQIEKi+gAoJECBAgAABAgQIECBAgACB6guokMAKCPzykqvim9/7Veyz146x/bZbrMCRuhIgQIAAAQIECBAgQIDAWhVwcQIECBAgQIAAAQIECBAgQKD6AiokQIAAgaUK3DF3Xvzi0t/FJ8/4etz6j7lln9Hrj4zpRx0eH37XP8dh++9b5iwIECCwpgRqa+pCrkOAAAEC1RRQFQECBAgQIECAAAECBAgQIFB9ARUSIECAAAECBAgQIECAAAEC1RdQIQECBAgQIECAAAECBAgQIFB9ARUSIECAAAECBAgQIECAAAEC1RdQIQECBAgQIECAAAECBAgQIFB9ARUSWF6B837+2/jBuZfGgdN2i1cddUDUm/+3MNbc/3VH9/IOVT8CBAgQIECAAAECBAgQeIKATQIECBAgQIAAAQIECBAgQKD6AiokQIAAgYj75z8Yf71hTlzz1xtaHLNvuz1+e9W1sdkm42O9EV2t/G47bBvDOjpa2xoECBBYUwK1NXUh1yFAgACBSgooigABAgQIECBAgAABAgQIEKi+gAoJECBAgAABAgQIECBAgACB6guokAABAgQIECBAgAABAgQIEKi+gAoJECBAgAABAgQIECBAgACB6guokAABAgQIECBAgAABAgQIEKi+gAoJLJfAOT+6OH560e/j8IOnxssP33e5jtGJAAECBAgQIECAAAECBAaNgIEQIECAAAECBAgQIECAAAEC1RdQIQECBNZJgXsfmB+PL1zYqv0D//vlOO2b34/L/3hNK/f8PXaN/3jriXHs4QfFuDGjW3kNAgQIrC2B2tq6sOsSIECAQBUE1ECAAAECBAgQIECAAAECBAhUX0CFBAgQIsLImwAAEABJREFUIECAAAECBAgQIECAQPUFVEiAAAECBAgQIECAAAECBAhUX0CFBAgQIECAAAECBAgQIECAQPUFVEiAAAECBAgQIECAAAECBAhUX0CFBJ5aoN5oxNnfujB+M+tPcczL9otDDtzzqQ+wlwABAgQIECBAgAABAgQGoYAhESBAgAABAgQIECBAgAABAtUXUCEBAgTWLYFZf7gm3vWRz8R/feaM+PucW1vFn/SKl8fH//0t8abjjmrlNAgQIDDYBGqDbUDGQ4AAAQJDSMBQCRAgQIAAAQIECBAgQIAAgeoLqJAAAQIECBAgQIAAAQIECBCovoAKCRAgQKCyAt2zb4q7XvaS+McLnhcPnPpfla1TYQQIECBAgAABAsshoAsBAgQIECBAgAABAgQIECBQfQEVEiBAgAABAgQIECBAgAABAtUXUCGBpxB46OFH4/Svnh//d/XfY/orD4pp++z8FL3tIkCAAAECBAgQIECAAIFBK2BgBAgQIECAAAECBAgQIECAQPUFVEiAAIEKCcy774FY2N3dquhbP/l5fOqMb8Tnv3ZOK7fhmDGx647bxssP3j8mTtgo+v/s+OytYviwYf2b1gQIEBiUArVBOSqDIkCAAIEhIWCQBAgQIECAAAECBAgQIECAQPUFVEiAAAECBAgQIECAAAECBAhUX0CFBAgQIFBdgbbRY6L7hr9H4957o/vGG6pbqMoIECBAgAABAgSeVkAHAgQIECBAgAABAgQIECBAoPoCKiRAgAABAgQIECBAgAABAgSqL6BCAssSmHfPA3H62efHzbfOjZOnHxZ77rbtsrrKEyBAgAABAgQIECBAgMAgFzA8AgQIECBAgAABAgQIECBAoPoCKiRAgMBQFHjs8YVx3/z5raH/4tLfxb9+5H/j1M+dGXfMndfKd/d0x7ZbT44D9t69lXv2VlvEK196cOw39bkxdvToVl6DAAECQ0GgNhQGaYwECBAgMCgFDIoAAQIECBAgQIAAAQIECBCovoAKCRAgQIAAAQIECBAgQIAAgeoLqJAAAQIEKixQGzcuauutV1bYPWd2ubYgQIAAAQIECBBYJwUUTYAAAQIECBAgQIAAAQIECFRfQIUECBAgQIAAAQIECBAgQIBA9QVUSGCpArfefnecfvb5seDBh+Ok6YfFjttPWWo/SQIECBAgQIAAAQIECBAYEgIGSYAAAQIECBAgQIAAAQIECFRfQIUECBBYowKPPb4w5t33QMydd2/rug8seDCuuu76uOT3f4w75t7dyl/y+6viGz/6WXz5mz9o5e6YOy/e9sFPxrs/9tk475eXtvJj1h8Zz9tt5zjm8BfFRmPHtPInHHF4HLr/PrH9Nlu2choECBAYygK1oTx4YydAgACBtSng2gQIECBAgAABAgQIECBAgED1BVRIgAABAgQIECBAgAABAgQIVF9AhQQIECBQdYH2LbcqS2zcc080HnmkbFsQIECAAAECBAisawLqJUCAAAECBAgQIECAAAECBKovoEICBAgQIECAAAECBAgQIECg+gIqJPBkgetvvD2+/NXzoqO9Pd4w/fDYesqmT+4kQ4AAAQIECBAgQIAAAQKrReCRRx9rnTe/FOttH/xkZPzg579q5b/1k5+XuczfesfcVv7fPvKZMv+hz57Zyv3pbzfG2z7Yd46fXjyrlZ9xzk/KvnmOeffd38rndsYnz/h6K/f7a/7c6vvrK/7Qyn9p5vda+QUPPVzmH37k0Vbu8187p8zl4pLf/7GVv+KP12aqjE+d+Y1Wvru7p8zd+8D8Vu7Mb/+ozOXiwkt+28pf9ZfrM1XGhz8/o5UvE83F7Xfe3cp948c/bWb6fn70i4tb+etvuqUv2Vz+56dOK/Pv/e8vNLf6fm68+bYylx4/+Nli/++cd2Erf/Ptd/Z1bi7f1fI/o7nV9/Pnv9/U6nv+ry7rSzaXZ3/vvFb+7nvua2b6fvJaGZ84fbH/ldf8pdX3V5df2dexufzSN77Xyi94sM//0ccea+U+99XvNHv1/Vzy+6ta+Sv++Ke+ZHP5vzO+2co/vrC7mYm4b/5i/zO+/cMyl4tfXPa7Vt8//vlvmSrjo188q5UvE83FHXMX+8/80WL/n/ziklbfv944p9mz7+c/P31amX/Pf3++L9Fc3nTr7WUuPb53wS+bmb6fc877RSs/5/Z/9CWby/yiuOz7wc+c3tzq+7nuhsX+5/3q0r5kc/m1H5zfOsdd9yz+gro8PuO/v3x2s1ffz//9aen++WV12Tcjv9guez/62OOt837uq9/OVBmX/d/Vrfys/7umzOXiMzO+1co/vnBhpuL++Q+2cqcP+EK8i2Yt9v/DtQP9v9rqX56gubjzrntaua/98Pxmpu/nJxcN8L9hsf8H/vf0sv+7P/a5vo7N5exb7yhzWd93L7iomen7yXbmMrJPXzYij81cnqs/99fmNTKXkdfuz+eYMpdx59339Kdb1/v4aYv9s9bsl5EG/Z3TJnMZaZb5NMztjLTNXEaaZy4jX4vMZeRrlLmMfO0yl69lbmfka5y5jHzvZS4j50TmMnKuZC4jtzOyptzOyLmWuYycg5nLyLmZuYwPfqbf/7O5WUbO7eyXkXO+TDYX+V7IXEa+R5qp8iffO5nL91KZaC7yPZa5jHzvNVPlT74nM5eR79Uy2VzkdsZHv/jV5lbfT77XM5eR94C+bETeGzKXcV/znpH5x5v3kNzOyHtL5jLynpO5jLwXZS7jc817VOYyHm3euzK3oHkvy+2MvMdlLmOgf94TM5eR98rsm5HbGfmezu2MvNdmLiPvwZnLyHtz5jI+9NkzyrmX9/Dczsh7e/bLyHt+5jLysyBzGTc2PyMyl5GfHZnLz5LczsjPmMxl5GdP5jLyMylzGflZlbmM3M7Ie2puZ+RnXeYy8jMwcxn52Zi5jHubn5mZy8/Q3M7Iz9bMZVzR/MzNXMYlzc/izGXkZ3TmMvKzO3P5WZ7bGfkZn7mM/OzPXMbvm88EmcvIZ4XMZeR2Rn6m5XbGV793bqbKyGeQzGXks0mZbC7ymSVz+QzT3Cx/8tkmcxn5zFMmm4t8Fspcxg0339rM9P2c8skvlq/h+/7ni32J5vLvs28pc9n3Rxde3Mz0/XzrxwOeof6x+Bkq+2XkM0Vfz4ir//L31jl+fskV/emYcc6PW/n8otPc0d3T08p96oxvZKqM3129+Bnq4t/+oczl4gtfP6fV/6FF/15HrnMMGbk/+2XkcZnLyPNlLiOvk7mMvH7m8pkutzPyWS9zGT+9+PLW9f70txsyVcaHP/+VVr5MNBe3Nl3y+Iz0aqbKn3TMXEb6lsnmIt0zl69Dc7P8uaH5+mQuI1+3Mtlc5OuZuYx8nZup8idf/8zleMpEc5HjzFxGjr+ZKn+yrsxlZL1lsrnI7Yycl83N8ifna+Yych6XyeYi53fmMnLeN1OR74Pczsj3R+Yy8n2TuYx8P2UuI99nmcvI91/mcj7kdkbOk8xl5PzJXEbOq8xl5HzLXEZuZ+R9Ibcz8n6RuYy8j2QuI+8vmcvI+07m8j6U2xl5f8pcRt63MpeR97PMZeR9LnMZef/LXL4fczsj36eZy8j3b+Yy8n2duYx8v2cuI7cz8r6c2xlXruFn2Lwf5hgy8j6ZY8jI+2fmMvK+mrmMvN9mLiO3M/JzMbcz8vMycxn5OZq5jPx8zVxGfu5mLj+HczsjP58zl5Gf25nLyM/zzGXk53zmMt79sc+W78P8PMrtjPycyn4Z+fmVuYz8XMtcRn7eZS4jtzPyuSS3M/J5JXMZ+TmauYx8vslcRj73ZO7RVfwMm88Jed6MfH7Ia2Xkc0XmMvJ5I3MZuZ0xWJ5h8zktx5WRz285tox8rstcxp2D+Bn29G/+IIdbRj4/53gz8rm6TDYX+byduYzmZvmTNeV2RtZaJpuLNMhcRto0U+XPanuGXZ6/QzT/vlMOornIcWXknGpulj851zKXkXOwTDYXOTczl7G6nmHzPda8VPmT7728Vka+J8tkc5Hv1cxlNDfLn3xP53ZGvtfLZHOR94DMZeS9oZkqf/Kekbm8h5eJ5iLv7ZnLyHt+M1X+5GdB5jLyM6JMNhf52ZG5/CxpbpY/eY/LXEbe+8pkc5H3xMxl5L2ymSp/cjsj76llornIe23mMvIe3EyVP3lvzlxG3rMzmZ+huZ2Rn62Zy8jP3Mxl5Gdx5jLyMzpzGfnZnbn8LM/tjPyMz1zGQP/8TMpcRn5WZd+M3M7Iz7TczsjPusxl5Gdg5jLyszFzGfmZmbl8hsntjHy2yVxGPvNkLiOfhTKXkc9ImcvIZ6fM5bNUbmfkM1bmMvKzP3MZ+UyQuYx8VshcRm5n5DNFbmfks0bmMvIZJHMZ+WySuYx8ZslcPkPmdkY+W2YuI585M5eRz6KZy8hn1Mxl5LNr5nKdn2Wnfu7MyP+9IHMZOV/T8vs//VXMvu2OTJUx7977477m32EWNv/+uLC773+Hmjhho3jL9GPjnSceF694ycFlv1zsscsOccSLD4h9nrtLjFxvRKYEAQIEKilQq2RViiJAgACB1S/gCgQIECBAgAABAgQIECBAgED1BVRIgAABAgQIECBAgAABAgQIVF9AhQQIECBQeYH2yZNbNfbcdGOrrUGAAAECBAgQILAOCSiVAAECBAgQIECAAAECBAgQqL6ACgkQIECAAAECBAgQIECAAIHqC6iQwBMErr72xvjyV8+L8RtvEG94zWGx6YRxT+hhkwABAgQIECBAgAABAgRWh0B+Yda3z/15fOB/vxyPL/oi8GdN2TyOPuzAeOOrjozn77Fb67Iv3GeP8oux8suxxm80tpV/4/FHlvkTjjysldtq84nxlunHlvm9dt2xlT90/+eVuTzHmFGjWvnczjj2sINauW23mtLqu+sOz2rl/+lF01r59UeuV+bXG9HVyr38oP3LXC522fZZrfwO22yZqTKOadaX18vo6Ggvc3mu3M447IB9y1wudt95+9Y5tpm8WabKOP6IQ/ryr3lFuZ2LjcZt0Jdr1v6iffbKVBn77v6cVn7ziePLXC5ee8xLy/yJr3xZbpYxccLGZS7H8fw9F/vvv/di/wkbLf5788kt/8PL43MxZbNNW+eYuttOmSrj4Gl7t/JjRj/Z/xWHD/Sf3Oq76w7blsfn4p8OHOA/qs+/a/jwVt8jXjzQf5tWfodttsrDyzjqkANb+WGdHWVu1HrrtXKHH/D8MpeL3XfarpXPuZm5jOP+qd//2NwsY8Oxi/0P2nex//N236V1ji0mblL2zcVrj+7zP+mVL8/NMiaO36jVd9rUxf777b17K7/JRhuWfXNxcvN9kq/V9CNfkptlTJ602H/v3XYuc7k4+AVTW+fYYPT6mSojj88Y+IVzz95y6f4vfeELWucYs37fa9g1fFgrl19SV560udjp2Vu38js+e6tmpu/nyENe2MoP6+wskxs050OOIeMlzWuUyebiuTsu9khRP5wAABAASURBVH/2lps3M30/x/3Ti/vO8ZrF/mPHju7LNef/wc+f2texuXzec3dp5beYtEkz0/fzmqNeUuZPftURfYnmctPxG5a5HMd+U5/bzPT9ZDtzGdmnLxuRx2Yuz9Wfy2tkLiOv3Z/PMWUuY+wGo/vTreu98qWLv/Ava81+GWnQ3zltMpeRZplPw9zOSNvMZaR55jLytchcRr5GmcvI1y5z+Vrmdka+xpnLyPde5jJyTmQuI+dK5jJyOyNryu2MnGuZy8g5mLmMnJuZy8g5m7mTm3M4tzNybmcuI+d85jLyvZC5jHyPZC4j3zuZy/dSbmfkeyxzGfney1xGviczl5Hv1cxlvKU5hzKXcyq3M/K9nrmMvAdkLiPvDZnLyHtG5vIektsZeW/JXEbeczKXscu222SqjLxHZS4j712ZXL95L8vtjLzHZS5joP+2W03OVBl5r8y+GWWiucj3dG5n5L22mSp/pjbvwZnLyHtzmWwuTjjy8HLu5T28uVn+5L09+2XkPb9MNhf5WZC5jPyMaKbKn/zsyFx+lpSJ5iI/YzKXkZ89zVT5k59JmcvIz6oy2Vws9j+kudX3k5912S8jPwP7shH52Zi5jPzMzHx+huZ2Rn62Zi5jh+ZnbuYy8rM4cxn5GZ25jPzszlyeK7cz8jM+cxn52Z+5jG2bzwSZyzi2+ayQuYzczhgz4B724mnPy1QZ+QyS/TLy2aRMNhf5zJK5fIZpbpY/+WyTuYx85imTzUU+C2UuY9KExZ/hJx77svI1fP0xiz/DN9t0fJnLvvvu8Zzm0X0/L9x38Wf4+A3H9iWby7c0nyGybz5TNDfLn60nT2qdY4+ddyhzuTh0/31a+TGjRmYqOtrbW7ljDj+wzOViu62ntPLP2X7xM9TLXrR/Kz9yRN+XmeY6x5CR+/P4jDwucxl5vsxl5HUyl5HXz9yY5jNdbmcc2nzWy1zGXrvu0LreVptPylQZxx9xaF++WX+ZaC7SJY/PSK9mqvxJx8xlpG+ZbC7SPXP5OjQ3y598fTKX8fwVeIbN8ZQnaC5ynHl8Ro6/mSp/sq7MZWS9ZbK5yO2MnJfNzfIn52vmMnIel8nmIud35jJy3jdTke+D3M7I90fmMvJ9k7mMfD9lLuOYpTzDjmnOh+yXcWhznmS/jJw/mcvYujmvMpeR8y1zOf9yOyPvC2Wu+Rme94vMZeR9pD+f95fMZeR9J/N5H8rtjLw/ZS4j71uZy8j7WeYy8j6XuYy8/2Uu34+5nZHv08xl5Ps3cxn5vs5cRr7fM5eR2xl5X87tjG2b9+vMZeR9PHMZeX/PXEbe9zOXnwO5nZGfD5nLyM+NzGXs8DTPsPlaZr+MvE/m8Rl5/8xcxjaTN8tUGccNsmfY/DwqB9Zc5OdUjjcjP7+aqfInP9cyl7HBIH6GzeeEcsDNxe7L/DvE4H2Gzee0NM7Yexl/h8jnvWZ55U/2yxgsz7AvWY6/Q+RYc8wZZRHNRdaU2xlr9Rm2+feUHEPGMv8O0fz7TnPI5c/iZ6gXl9u5WJvPsCv7d4h8T2fNGflezzoypq7hZ9iV/zvEYHyG3bbvOaf5mZqfSemZkZ9V6ZyR2xljBuMzbPN/v8qxZeQzQY43I58VMpeRzxCZy2eK3M7IZ43MZeQzSOYy8tkkcxn5zJK5fIbM7Yx8tsxcRj5zZi4jn0Uzl5HPqJnLyGfXzOU6tzMGPkPt/Oxt4t/f9Jr48L++ufm/ae6aXcs48pADonzfNv/+2dnR979D5Y6tJ28WOf8G5jIvCBAgsC4I1NaFItVIgAABAqtewBkJECBAgAABAgQIECBAgACB6guokAABAgQIECBAgAABAgQIEKi+gAoJECBAoPoC7ZOntIrsmT271dYgQIAAAQIECBBYdwRUSoAAAQIECBAgQIAAAQIECFRfQIUECBAgQIAAAQIECBAgQIBA9QVUSGCgwOW/vy7O+NoFsf2zN4+Tpx8eY0b3fXnRwD7aBAgQIECAAAECBAgQILB6BH504W/ipltuj+lHHR75JdZ5lfxizvyyz+22mRIbjR2TqTI2Hjc28ouxMvr7RvNPflFq5vILs5qb5U9+mWnmMsaOHl3mcjFhow1b5+joaM9UGdkvY7NNx5fbuVh/5HqtvmPWH5WpMjYdv1ErXyYWLfL4jIkTNlqUiRi9/shW3/VHrdfKT9pkfCvfn8wvIMvjMzbZeMP+dIwds36rb37BWP+OLTbdpC+/xaT+VNOwoy83ebPYeMOxrfyGG4xp5buGD2/lp0zatMxvudnEVq5r+LAyl+NY0n+DVn74sM5W/6X6d3W1+o4bM9B/XCs/8MvN8loZA/1HjRzR6rvB6BXx37g1tmX7b9w6d3/nZflvMHr9Vt+R643o7x6bT5zQl99is1ZuWOey/Ef39W2+LiO6hrf6L81/+LCB/hu0+m48bun+W24+sTz35EmbtPqutwz/8Rs+tf/mm05onWNZ/puM37C8Xr5erc7NRm5nTJwwwH/U4vk/utludit/Jm3yZP/ckcdn5DVyO2OF/DsW+2eteXzGhhss3T/N8nppmP0yluW/0diB/sOyaxl5bJ4jz1Ummot8jTOXkddupsqfHFPmMoZ1dJS5XOR2xkD/nGuZy0iD7JeRNpnLyO3+yO2MtO3PpXnmMrLdn8/XKHMZ/blc53ZGXiO3M/K9l7mMnBOZy8ixZi4jtzOGdSzdP+8B2S8j52b2zUizzKVhbmcMb95bMpeRcz5zGcv0b967su+U5r0s+2Usyz/vidk3I9+r2Tdj6+Z7OHP5ns7tjGX6N+/N2Tcj7xnZNyO3Mwb65z0/cxl5L8p+GU/nn58x2S9jWf55r8zzZmS/jLyn5nZGfo5mLmNZ/vmZmX3zHp79MpbtP/AzZMD8X4p/fsbkeTPysyfPm7FC/iNGtO4zY5ufgXl8Rn425nkzlu4/PruVsWz/jVrnLjsuWuQ5Mwb652d/5jLymWBR11gR/3wGyeMz8tmk/xxL889nm+yXkc88/X03Grt0/ymbbVrWkuv+vsv0X8Yz1NbNZ4i8Xj5T9J8jnzUylzHQ/+meoSY1n236z5FeeXxGOvbn8xkpcxn9uVzndkbuz+2MPC5zGXm+zGXkdTKXkdsZ+UyX2xk5zsxlLNN/qc9QnaVnnmOgf87jzGWkb543I90zl+vczlj2M9TY1rnzdY5Ff/L9l+cY6J/zJHMZOf5FXSPrylxG1tufz+2MnJf9ufTKXEY69udzfmcuoz+X69zOGOif963MZeT7KftlrJB/8/2bx2fkvMrjM7LezOX8y+2MvC+XueazUt4vMpexTP/mfT/7r/Jn2BGLn2GX9H/qZ6iB/vl5mWPLyPt41pHx9P4DnqGW+XeIJz9D5f0wr5WR98m8Vka+fzOXMdA/P+8yt3Xz8y/7ZSzbf+nPUPm5m+cY6D98JZ9h836YY8jI54Q8b8a4Ffg7RD6X5PEZy/LP55s8b0b264/czsjP5/5cPjdlLiPb/flJT/cM23xO6O+bz295fEY+V/Tnl+q/jGeofI7M4zPy+ab/HJObz/2ZW/IZaljrPrNR87m1v2+2s29Gvkb9+Tw2c3mu/tyy/IfKM2y+xv21LNO/+fedrDujv++wjo6WXdban885mP0y0qY/n2aZS8P+3PDV+AybY8rrZQzrGPB3iOZ7OHM5p/rHkXMtcxlp0J/Pe0PmMvKe0Z/P7Yyc2/25vOdnLiM/C/rz+R7JXEZ/Lte5nbGk/6iWab4ns19Gvlezb0ZuZwyWZ9h8j+W4MvK9l2PLyM+kzGXkvTJzGXkPzdwS/oPkGTY/e3JsGQP987MqcxlZQ8ay/PMzMPtl5LNJ9s3Ie3bm8hkmtzPy2SZzGQOfoTZaFc+wzf9dK8+bsaT/pHKO5TNFjiEjP+uyX8bY5jNI5jKe7hlq0ip4hp3U/HzIa2Xkeyjfc/l+zG1BgAABAssWqC17lz0ECBAgQGCZAnYQIECAAAECBAgQIECAAAEC1RdQIQECBAgQIECAAAECBAgQIFB9ARUSIECAwDog0D5ly1aVPXNmt9oaBAgQIECAAAEC64yAQgkQIECAAAECBAgQIECAAIHqC6iQAAECBAgQIECAAAECBAgQqL6ACgm0BH75m6viG9/9Zeyz145x4qsPjWHDFn9xQquTBgECBAgQIECAAAECBAisNoFjDjsw3vXG6bHDNlut6ms4HwECBAgQIECAAAECBAgQIFB9ARUSIECAAAECBAgMMYHaEBuv4RIgQIDAoBAwCAIECBAgQIAAAQIECBAgQKD6AiokQIAAAQIECBAgQIAAAQIEqi+gQgIECBBYFwQ6Jk9uldk9Z3arrUGAAAECBAgQILCuCKiTAAECBAgQIECAAAECBAgQqL6ACgkQIECAAAECBAgQIECAAIHqC6iQQJ/AuT+/In5w3qVx4LTd4lVHHdCXtCRAgAABAgQIECBAgACBNSLw99m3ltfp7OiIjvb2sr1qF85GgAABAgQIECBAgAABAgQIVF9AhQQIECBAgAABAkNNoDbUBmy8BAgQIDAIBAyBAAECBAgQIECAAAECBAgQqL6ACgkQIECAAAECBAgQIECAAIHqC6iQAAECBNYJgfbJU6LrwBfF+m95W4w64TXrRM2KJECAAAECBAgQGCCgSYAAAQIECBAgQIAAAQIECFRfQIUECBAgQIAAAQIECBAgQIBA9QVUSKApcM6PLo6fXXRlHH7w1Hj54fs2M34IECBAgAABAgQIECBAYE0JXHXd9fGFr58Tt94xd/Vd0pkJECBAgAABAgQIECBAgACB6guokAABAgQIECBAYMgJ1IbciA2YAAECBNa6gAEQIECAAAECBAgQIECAAAEC1RdQIQECBAgQIECAAAECBAgQIFB9ARUSIECAwLohUAwbFuM+8/lY/41vjs7n7r5uFK1KAgQIECBAgACBloAGAQIECBAgQIAAAQIECBAgUH0BFRIgQIAAAQIECBAgQIAAAQLVF1Dhui3Q6O2Ns791Yfxm1p/imJftF4ccuOe6DaJ6AgQIECBAgAABAgQIrAWBa/769xg7enRsPnFCrK4/zkuAAAECBAgQIECAAAECBAhUX0CFBAgQIECAAAECQ0+gNvSGbMQECBAgsJYFXJ4AAQIECBAgQIAAAQIECBCovoAKCRAgQIAAAQIECBAgQIAAgeoLqJAAAQIECBAgQIAAAQIECBCovoAKCRAgQIAAAQIECBAgQIAAgeoLqJAAAQIECBAgQIAAAQIECBCovoAK12GBhx95NL581rnxh2v+HtNfeVBM22fndVhD6QQIECBAgAABAgQIEFh7AptsvGEcsM/uq3MAzk2AAAECBAgQIECAAAECBAhUX0CFBAgQIECAAAECQ1CgNgTHbMgECBAgsFYFXJwAAQIECBAgQIAAAQIECBCovoAKCRAgQIAAAQIECBAgQIAAgeoLqJAAAQIECBAgQIAAAQIECBCovoAKCRAgQIAAAQIPV04RAAAQAElEQVQECBAgQIAAgeoLqJAAAQIECBAgQIAAAQIECBCovoAK11WBe+6dH18+6/y45ba74w0nHBZ77rbtukqxVuouimKtXNdFCRAgMFQEeqO3HGpvb28UhXtmiWFBgAABApUWOPgFe8fz99h1Ndbo1AQIECBAgAABAgQIECBAgED1BVRIgAABAgQIECAwFAVqQ3HQxkyAAAECa1HApQkQIECAAAECBAgQIECAAIHqC6iQAAECBAgQIECAAAECBAgQqL6ACgkQIECAAAECBAgQIECAAIHqC6iQAAECBAgQIECAAAECBAgQqL6ACgkQIECAAAECBAgQIECAAIHqC6hwnRS49fa748tfPS8WPPRwnHjCobHj9lPWSYe1VXRvb+9SL33chTNCMDAHzIF1dQ6cd/O1rXtjb/RGURTldq3W98/cF0XRypU7LAgQIECAAIEVE9CbAAECBAgQIECAAAECBAgQqL6ACgkQIECAAAECBIakQN9/GTEkh27QBAgQILA2BFyTAAECBAgQIECAAAECBAgQqL6ACgkQIECAAAECBAgQIECAAIHqC6iQAAECBNZNgd5HH42eW29ZN4tXNQECBAgQIEBgHRRQMgECBAgQIECAAAECBAgQIFB9ARUSIECAAAECBAgQIECAAAEC1RdQ4boncP0Nt8VpXz03Otrb4w3TD4+tp2y67iGs5YqLoihHUBR969y47B83xsV3/F0wMAfMgXV6DuT9MKMoiiiKvshtQYAAAQIEqi4wd9498dOLL1+tZTo5AQIECBAgQIAAAQIECBAgUH0BFRIgQIAAAQIECAxNgdrQHLZREyBAgMBaEnBZAgQIECBAgAABAgQIECBAoPoCKiRAgAABAgQIECBAgAABAgSqL6BCAgQIEFjHBBoPPxxzDz4w7tj9OXHfe969jlWvXAIECBAgQIDAOiugcAIECBAgQIAAAQIECBAgQKD6AiokQIAAAQIECBAgQIAAAQIEqi+gwnVM4Kprb4zTzjo3Jmw8Nt7wmsNi0wnj1jGBtVtuURStARTF4nYrqUGAAAECLYFarRbRvFUWRRFFUYQ/BAgQIECgygK33nFX/Ow3l0d3d8/qKtN5CRAgQIAAAQIECBAgQIAAgeoLqJAAAQIECBAgQGCICtSG6LgNmwABAgTWioCLEiBAgAABAgQIECBAgAABAtUXUCEBAgQIECBAgAABAgQIECBQfQEVEiBAgMC6JlBbb71o3H9fWXbPDX8v1xYECBAgQIAAAQJVF1AfAQIECBAgQIAAAQIECBAgUH0BFRIgQIAAAQIECBAgQIAAAQLVF1DhuiRw+e+vizO/dkHssN3kOHn64TFm9Mh1qfy1XmtRFNHb2xtFUZRjKYqibP/3bofHh3c6ON7/7P3jfVu9IN47Zd/49y2eF+/efO9412ZTy/i3SXuFYGAOmANVnAN5n8u6cp33vfdM3qe8Fx608TbR1tZWRlEU5f2yKIrIP0XRt862IECAAAECVRHo7ukpS+noaC/Xq37hjAQIECBAgAABAgQIECBAgED1BVRIgAABAgQIECAwVAVqQ3Xgxk2AAAECa0HAJQkQIECAAAECBAgQIECAAIHqC6iQAAECBAgQIECAAAECBAgQqL6ACgkQIEBgnRRon7JlWXfj4Yejcf/9ZduCAAECBAgQIECgwgJKI0CAAAECBAgQIECAAAECBKovoEICBAgQIECAAAECBAgQIECg+gIqXGcEfvmbP8Y3vvvL2GevHePEVx8aw4Z1rDO1D6ZCi6LoG05zVRRFHLPVrnHMlOfEUVvsHEdtvnMcudlO8fKJO8TLNt0+/mmT7crIdn8u22L7YMDAHKjOHMh7Xd7jBkbeC/Oe2NHREW1tbVFrq0VRFK3o7e3tu5daEiBAgACBCgns+Kyt4i2vecXqq8iZCRAgQIAAAQIECBAgQIAAgeoLqJAAAQIECBAgQGDICtSG7MgNnAABAgTWuIALEiBAgAABAgQIECBAgAABAtUXUCEBAgQIECBAgAABAgQIECBQfQEVEiBAgMC6KdA+ZUqr8J5bbm61NQgQIECAAAECBKopoCoCBAgQIECAAAECBAgQIECg+gIqJECAAAECBAgQIECAAAECBKovoMJ1Q+Dcn10RPzjvsjhw2m7xqqMOWDeKHqRV9vb2RlEUUavVymhra4v29vbo6OiIzs7O6BzWGcOGD4vhXcOja0RXjBgxIrq6ugQDc8AcqPQcGD58eGQMa97/MvJemPfE9o728h6Z98q8b0YR/hAgQIAAgcoKjF5/ZGy9xaTVVp8TEyBAgAABAgQIECBAgAABAtUXUCEBAgQIECBAgMDQFagN3aEbOQECBAisYQGXI0CAAAECBAgQIECAAAECBKovoEICBAgQIECAAAECBAgQIECg+gIqJECAAIF1VKB98pRW5T1zZrfaGgQIECBAgAABApUUUBQBAgQIECBAgAABAgQIECBQfQEVEiBAgAABAgQIECBAgAABAtUXUOE6IHDOj38TP/vllXH4wVPj5Yfvuw5UPDhLLIqiHFittvifas52Rlt7W3R2dsaw4cPKGN41PLq6usrIdn90jWjmRHAwD8yB6s6BESNGlO/xzmGdkdHR0RHtHe2R98qMoiiiKIpyuyiK8IcAAQIECBBYbgEdCRAgQIAAAQIECBAgQIAAgeoLqJAAAQIECBAgQGAICyz+r8qGcBGGToAAAQJrQsA1CBAgQIAAAQIECBAgQIAAgeoLqJAAAQIECBAgQIAAAQIECBCovoAKCRAgQGBdFWifPKVVevfNN7faGgQIECBAgAABAlUUUBMBAgQIECBAgAABAgQIECBQfQEVEiBAgAABAgQIECBAgAABAtUXUGGVBRqN3vjaty+M31x2TRzzsv3ikAP3rHK5Q6K23t7ecpxFUURRFBHNn7a2tmhvb4/2jvbo6OyI4cOH90VXc92MrhFdMby5Fn0eHDiYA9WcA/33umHDh0X/fbBzWGd5X8z7ZEZRK6Io+qL/fhr+ECBAgACBCgn85BeXxBnf/uFqqshpCRAgQIAAAQIECBAgQIAAgeoLqJAAAQIECBAgQGAoC9SG8uCNnQABAgTWoIBLESBAgAABAgQIECBAgAABAtUXUCEBAgQIECBAgAABAgQIECBQfQEVEiBAgMA6K9AxZUqr9p6b57TaGgQIECBAgAABAhUUUBIBAgQIECBAgAABAgQIECBQfQEVEiBAgAABAgQIECBAgAABAtUXUGFlBR565NE4/ezz4g9X3xDTX3lQTNtn58rWOhQLK4oiiqKIWq0WRa2Itra26OjoiM7Ozujo7Cijc1hn9Mew4cNCMDAHzIGqz4G852WNHYvug3lfbG9vL++Ptbbm/bIoyntn+EOAAAECBCoq8Njjj8e9D8xfPdU5KwECBAgQIECAAAECBAgQIFB9ARUSIECAAAECBAgMaYHakB69wRMgQIDAGhNwIQIECBAgQIAAAQIECBAgQKD6AiokQIAAAQIECBAgQIAAAQIEqi+gQgIECBBYdwXap2zZKr5nzpxWW4MAAQIECBAgQKB6AioiQIAAAQIECBAgQIAAAQIEqi+gQgIECBAgQIAAAQIECBAgQKD6AiqspsA9986P0796ftx8y9w46YRDY8/dtq1moUOwqqIoWqMuiiJqtVpftDXXzWhvb4+Ojo7o7OwsY9iwYeW6f9u6z4UDB3OgenMg7315z8t1vr65zntiW3tbFLXF98uiKKIo+iL8IUCAAAECFRNY2NMTne0dq6UqJyVAgAABAgQIECBAgAABAgSqL6BCAgQIECBAgACBoS1QG9rDN3oCBAgQWEMCLkOAAAECBAgQIECAAAECBAhUX0CFBAgQIECAAAECBAgQIECAQPUFVEiAAAEC67BA0dkZI152RKz/xjfH6Hf+6zosoXQCBAgQIECAQOUFFEiAAAECBAgQIECAAAECBAhUX0CFBAgQIECAAAECBAgQIECAQPUFVFhBgVtvvztOO+u8WPDgI3Hi9MNix+2nVLDKapRUFEVZSFEUUavV+qKtuW5GW3tbZNSa7faO9hAMzAFzYF2YA/33vFy3Ne+Dua4tuj8WRRFF0RfhDwECBAgQqKjA8S87JN554nGrozrnJECAAAECBAgQIECAAAECBKovoEICBAgQIECAAIEhLlAb4uM3fAIECBBYIwIuQoAAAQIECBAgQIAAAQIECFRfQIUECBAgQIAAAQIECBAgQIBA9QVUSIAAAQLrusDYD3801n/L22L4fvuv6xTqJ0CAAAECBAhUWEBpBAgQIECAAAECBAgQIECAQPUFVEiAAAECBAgQIECAAAECBAhUX0CFVRO4/obb4rSzzo3OzvZ4w/TDYuspm1atxMrVUxRF1Gq1KIol15nLaGtrK/dnW9RYNOeKeWAeVHkO9N/z+tf9tRZFUd4ni6IIfwgQIECAAIGVEXAMAQIECBAgQIAAAQIECBAgUH0BFRIgQIAAAQIECAx1gdpQL8D4CRAgQGANCLgEAQIECBAgQIAAAQIECBAgUH0BFRIgQIAAAQIECBAgQIAAAQLVF1AhAQIECBAgQIAAAQIECBAgUH0BFRIgQIAAAQIECBAgQIAAAQLVF1AhAQIECBAgQIAAAQIECBAgUH0BFVZK4Oprb4rTzjo3JowfG2+YflhsOmFcpepbF4opiiKKYnHUarXIKIrFuaLQLgoGRcGgKBgURTUN8r6XURSL68vPgKIociUIECBAgEClBe6YOy/mzrt31dfojAQIECBAgAABAgQIECBAgED1BVRIgAABAgQIECAw5AVqQ74CBRAgQIDAahdwAQIECBAgQIAAAQIECBAgQKD6AiokQIAAAQIECBAgQIAAAQIEqi+gQgIECBAgQIAAAQIECBAgQKD6AiokQIAAAQIECBAgQIAAAQIEqi+gQgIECBAgQIAAAQIECBAgQGBwC/T29j7tAJ+uz9OeQIchI3DFlX+JM752fuyw3eQ4efrhMWb0yCEzdgPtEyiKomwURRFF0RdlorkoiqK59EOAAIHqCxTF4vtdURTl/TCrLooiV4IAAQIECFRe4LsX/CJ+cdnvVnmdTkiAAAECBAgQIECAAAECBAhUX0CFBAgQIECAAAECQ1+gNvRLUAEBAgQIrGYBpydAgAABAgQIECBAgAABAgSqL6BCAgQIECBAgAABAgQIECBAoPoCKiRAgAABAgQIECBAgAABAgSqL6BCAgQIECBAgAABAgQIECBAoPoCKiRAgAABAgQIECBAgAABAgQGuUBRFNHb27vMGDj87Ddwe1HbqiICv7rkqph5zkWxz147xomvPjSGDeuoSGXKGChQFEUUhSgKBkXBoCgYFEU1DQbe97QJECBAgMC6KLCwuyc6O9pXdenOR4AAAQIECBAgQIAAAQIECFRfQIUECBAgQIAAAQIVEKhVoAYlECBAgMBqFXByAgQIECBAgAABAgQIECBAoPoCKiRAKr1dHQAAEABJREFUgAABAgQIECBAgAABAgSqL6BCAgQIECCwpED37JuWTNgiQIAAAQIECBCogIASCBAgQIAAAQIECBAgQIAAgeoLqJAAAQIECBAgQIAAAQIECBAYjAK9vb3lsHKdUW40F9luNBoxcJ3t5q4yN3Cd7b6wrILAeT//bXz/3EvjwGm7xauOOqAKJamBAAECBAgQIECAAAEC66zA3rvtFDtvu80qrt/pCBAgQIAAAQIECBAgQIAAgeoLqJAAAQIECBAgQKAKArUqFKEGAgQIEFiNAk5NgAABAgQIECBAgAABAgQIVF9AhQQIECBAgAABAgQIECBAgED1BVRIgAABAgQWCdx9wnFx+w7PjnnHvWJRxooAAQIECBAgQKAyAgohQIAAAQIECBAgQIAAAQIEqi+gQgIECBAgQIAAAQIECBAgQGDQCfT29kZRFJHrHFyuMxqNRlz+9e6455ZG1Ov1cn/mMnJ/9u2PJbb7k9ZDVuCcH/0mfnrR7+Pwg6fGyw/fd8jWYeAECBAgQIAAAQIECBAg0Cfw/D12je22ntK3saqWzkOAAAECBAgQIECAAAECBAhUX0CFBAgQIECAAAEClRCoVaIKRRAgQIDAahNwYgIECBAgQIAAAQIECBAgQKD6AiokQIAAAQIECBAgQIAAAQIEqi+gQgIECBAg0BJYuLBsNhYsiMYDD5RtCwIECBAgQIAAgWoIqIIAAQIECBAgQIAAAQIECBCovoAKCRAgQIAAAQIECBAgQIAAgcEnUBRF9Pb2LhH1ej0uO/vx+PXp3XHOux+PeXPqUe+pR6PeiEZjceRx/RX1t/u3rYeeQL62Z3/7wvjNrGvimJftF4ccuOfQK8KICRAgQIAAAQIECBAgQGCNCLgIAQIECBAgQIAAAQIECBAgUH0BFRIgQIAAAQIECFRDoFaNMlRBgAABAqtJwGkJECBAgAABAgQIECBAgACB6guokAABAgQIECBAgAABAgQIEKi+gAoJECBAgEBLoH3LLVvtnpvntNoaBAgQIECAAAECQ15AAQQIECBAgAABAgQIECBAgED1BVRIgAABAgQIECBAgAABAgQIDDKB3t7eyOgfVn4BfL1ej8u/3h2XfKVRph/4R8T33tsdd83ujp6enqj31KNRb5TH5bEZZcfmore3t7n0MxQFHn7ksfjyV8+PP15zQ0x/5UExbZ+dh2IZxkyAAAECBAgQIECAAAECSxH4xaW/izm3Nf+Cv5R9K5lyGAECBAgQIECAAAECBAgQIFB9ARUSIECAAAECBAhURKBWkTqUQYAAAQKrRcBJCRAgQIAAAQIECBAgQIAAgeoLqJAAAQIECBAgQIAAAQIECBCovoAKCRAgQIDAYoH2KVu2NnpuntNqaxAgQIAAAQIECAx1AeMnQIAAAQIECBAgQIAAAQIEqi+gQgIECBAgQIAAAQIECBAgQGAwCfT29raGk+1GoxG9jd64/OvdcclXGq192Zh/ZxE//I9G3D2nJ7q7u6Onpyca9UaUxww4T0REniuPEUNH4J77FsSXzzovbr5tbpz06kNjz922HTqDN1ICBAgQIECAAAECBAgQeFqBCy6+LG67866n7bf8HfQkQIAAAQIECBAgQIAAAQIEqi+gQgIECBAgQIAAgaoI1KpSiDoIECBAYDUIOCUBAgQIECBAgAABAgQIECBQfQEVEiBAgAABAgQIECBAgAABAtUXUCEBAgQIEBgg0DF5Smure86cVluDAAECBAgQIEBgiAsYPgECBAgQIECAAAECBAgQIFB9ARUSIECAAAECBAgQIECAAAECg0Zg4Jf0Z7ter0dvozdmfX1hXDqjtzXOqUcMj3GT2srtBXNr8eP3R9w1uzt6enrKaNQb0Wj0Rdlp0SLPuahpNcgFbrvj7jhtxk/iwYcfiZNOOCx23H7xf6s7yIdueAQIECBAgAABAgQIECCwHAI9zb/zN5p/5+/sbF+O3svZRTcCBAgQIECAAAECBAgQIECg+gIqJECAAAECBAgQqIxArTKVKIQAAQIEVrmAExIgQIAAAQIECBAgQIAAAQLVF1AhAQIECBAgQIAAAQIECBAgUH0BFRIgQIAAgYEC7Vtu2drsueXmVluDAAECBAgQIEBgaAsYPQECBAgQIECAAAECBAgQIFB9ARUSIECAAAECBAgQIECAAAECg0Ng4JfzZ7ter0dvozdmfX1hXDqjtzXIqUcMj2nHj4ijThkZ4ya1lfkFc2tx/ofa467Z3dHd3R15bKPeiEajL8pOixZ57kVNq0Eq8Pcbb48vzjg3Ojs74qQTDoutp2w6SEdqWAQIECBAgAABAgQIECCwsgLtbW3xlunHxg5bb7Wyp3jScRIECBAgQIAAAQIECBAgQIBA9QVUSIAAAQIECBAgUB2BWnVKUQkBAgQIrGIBpyNAgAABAgQIECBAgAABAgSqL6BCAgQIECBAgAABAgQIECBAoPoCKiRAgAABAksIdEyeEtHW94/I9syZs8Q+GwQIECBAgAABAkNWwMAJECBAgAABAgQIECBAgACB6guokAABAgQIECBAgAABAgQIEBgEAgO/lD/b9Xo9ehu9cfnM7rh0Rm9rhFOPGB7Tjh9Rbo8Z3xZHnTIyxk3q++83F8ytxQUf6oh5c+rR3d0dPT090ag3otFolFEetGiR11jUtBpkAldfe1N84Ss/jk0njI03TD+suR43yEZoOAQIECBAgAABAgQIECCwqgS2nrxZjBrZ9/f8VXBOpyBAgAABAgQIECBAgAABAgSqL6BCAgQIECBAgACBCgnUKlSLUggQIEBglQo4GQECBAgQIECAAAECBAgQIFB9ARUSIECAAAECBAgQIECAAAEC1RdQIQECBAgQeIJAW1u0T5xUJntuvaVcWxAgQIAAAQIECAx1AeMnQIAAAQIECBAgQIAAAQIEqi+gQgIECBAgQIAAAQIECBAgQGBtCwz8Mv5s1+v16G30xuUzu+PSGb2t4U09YnhMO37JLwUcM74tjjplVIyb1Fb2W3BXLc7/UHvMm1OPnp6eMhr1RjQafVF2WrTIay1qWg0SgcuvvC7O+Nr5sdP2U+INJxweY0aPHCQjMwwCBAgQIECAAAECBAgQGPwCRkiAAAECBAgQIECAAAECBAhUX0CFBAgQIECAAAECVRKoVakYtRAgQIDAKhRwKgIECBAgQIAAAQIECBAgQKD6AiokQIAAAQIECBAgQIAAAQIEqi+gQgIECBAgsBSB9f/5LbHBBz8UYz/1maXslSJAgAABAgQIEBhyAgZMgAABAgQIECBAgAABAgQIVF9AhQQIECBAgAABAgQIECBAgMBaFRj4JfzZrtfr0dvojctndselM3pbY5t6xPCYdvyI1vbAxpjxtTjqlFExblJbmV5wVy3O/1B73D27J3p6eqKnGY16IxqNvig7LVrkNRc1rdaywK8uuSq+cc4vY5+9dowTX31oDBvWsZZH5PIECBAgQIAAAQIECBAgsDoF5s67J972wU/Gjbfctmou4ywECBAgQIAAAQIECBAgQIBA9QVUSIAAAQIECBAgUCmBWqWqUQwBAgQIrDIBJyJAgAABAgQIECBAgAABAgSqL6BCAgQIECBAgAABAgQIECBAoPoCKiRAgAABAksTGHH4S2K9o46Jrv0PWNpuOQIECBAgQIAAgSEmYLgECBAgQIAAAQIECBAgQIBA9QVUSIAAAQIECBAgQIAAAQIECKw9gYFfvp/ter0evY3euHxmd1w6o7c1sKlHdMW040e0tpfWGDO+FkefMirGTWordy+4qxYXnNoRd8/uiZ6ensho1BvRaPRF2WnRIq+9qGm1lgTO+/lv4/vnXhoHTtstXnWU/w53Lb0MLkuAAAECBAgQIECAAIE1KrBwYU95vc72jnL9TBeOJ0CAAAECBAgQIECAAAECBKovoEICBAgQIECAAIFqCdSqVY5qCBAgQGAVCTgNAQIECBAgQIAAAQIECBAgUH0BFRIgQIAAAQIECBAgQIAAAQLVF1AhAQIECBAgQIAAAQIECBAgUH0BFRIgQIAAAQIECBAgQIAAAQLVF1AhAQIECBAgQIAAAQIECBAgsJYEBn7pfrbr9Xr0Nnrj8pndcemM3taoph7RFdOO72ptP1Vj9PhaHH3KqBg3qa3stuCuWlxwakfcPbsnenr6olFvRKPRF2WnRYscw6Km1RoWOOdHv4mfXvT7OPzgqfHyw/ddw1d3OQIECBAgQIAAAQIECBBYWwLt7W0xZv1R0dHeviqG4BwECBAgQIAAAQIECBAgQIBA9QVUSIAAAQIECBAgUDGBWsXqUQ4BAgQIrBIBJyFAgAABAgQIECBAgAABAgSqL6BCAgQIECBAgAABAgQIECBAoPoCKiRAgAABAgQIECBAgAABAgSqL6BCAgQIECBAgAABAgQIECBAoPoCKiRAgAABAgQIECBAgAABAgTWhsDAL9vPdr1ej95Gb1w+szsundHbGtLUI7pi2vFdre3laYweX4ujTxkV4ya1ld0X3FWLC07tiLtn90RPT1806o1oNPqi7LRokWNZ1LRaAwLpffa3LozfzLomjnnZfnHIgXuugau6BAECBAgQIECAAAECBAgMFoFNx28UH3zHybHJ+A1XwZCcggABAgQIECBAgAABAgQIEKi+gAoJECBAgAABAgSqJlCrWkHqIUCAAIFVIOAUBAgQIECAAAECBAgQIECAQPUFVEiAAAECBAgQIECAAAECBAhUX0CFBAgQIECAAAECBAgQIECAQPUFVEiAAAECBAgQIECAAAECBAhUX0CFBAgQIECAAAECBAgQIECAwBoXyC99779otuv1evQ2euPymd1x6Yze/l0x9YiumHZ8V2t7RRqjx9fi6FNGxbhJbRHNAxfcVYsLTu2Iu2f3RE9PXzTqjWg0+qLZpfWTY2ptaKw2gYcfeSxOO+vcuOraG2P6Kw+KafvsvNqu5cQECBAgQIAAAQIECBAgsA4IKJEAAQIECBAgQIAAAQIECBCovoAKCRAgQIAAAQIEKidQq1xFCiJAgACBZyzgBAQIECBAgAABAgQIECBAgED1BVRIgAABAgQIECBAgAABAgQIVF9AhQQIECBAYHkEuv9+/fJ004cAAQIECBAgQGCQChgWAQIECBAgQIAAAQIECBAgUH0BFRIgQIAAAQIECBAgQIAAAQJrVmDgl+tnu16vR2+jNy6f2R2XzuhtDWbqEV0x7fiu1vbKNEaPr8XRp4yKcZPaysMX3FWLC07tiLtn90RPT1806o1oNPqi7LRokWNb1LRaDQL33Ds/TjvrvLjltrvixOMPiT1323Y1XMUpCRAgQIAAAQIECBAgQGCwCzz08CNx4823rZJhOgkBAgQIECBAgAABAgQIECBQfQEVEiBAgAABAgQIVE+gVr2SVESAAAECz1DA4QQIECBAgAABAgQIECBAgED1BVRIgAABAgQIECBAgAABAgQIVF9AhQQIECM4PbUAABAASURBVCBA4CkF7jvl3+P2HZ4dd738pdFYsOAp+9pJgAABAgQIECAwaAUMjAABAgQIECBAgAABAgQIEKi+gAoJECBAgAABAgQIECBAgACBNSgw8Ev1s12v16O30RuXz+yOS2f0tkYy9ciumHZ8V2v7mTRGj6/F0aeMinGT2srTLLirFhec2hF3z+6Jnp6+aNQb0Wj0Rdlp0SLHuKhptQoFbrvj7vjijJ/Eww8/GieecFjsuP2UVXh2pyJAgAABAgQIECBAgACBoSRw3Q2z43Nnf6f5d/T6Mx224wkQIECAAAECBAgQIECAAIHqC6iQAAECBAgQIECgggK1CtakJAIECBB4RgIOJkCAAAECBAgQIECAAAECBKovoEICBAgQIECAAAECBAgQIECg+gIqJECAAAECTyPQaLQ69Nx0Y6utQYAAAQIECBAgMJQEjJUAAQIECBAgQIAAAQIECBCovoAKCRAgQIAAAQIECBAgQIAAgTUlMPDL9LNdr9ejt9Ebl8/sjktn9LaGMfXIrph2XFdr+5k3IkaPr8XRp4yKsRP7/pnYBXfV4oJTO+Lu2T3R09MXjXojGo2+GHjNHOvAbe1nJvD3G2+PL5z54+ga1hknnnBobD1l02d2QkcTIECAAAECBAgQIECAwJAWWNjdXY6/vb2tXK/8wpEECBAgQIAAAQIECBAgQIBA9QVUSIAAAQIECBAgUEWBvv+ys4qVqYkAAQIEVk7AUQQIECBAgAABAgQIECBAgED1BVRIgAABAgQIECBAgAABAgQIVF9AhQQIECBA4GkE2qds2erRPWd2q61BgAABAgQIECAwhAQMlQABAgQIECBAgAABAgQIEKi+gAoJECBAgAABAgQIECBAgACBNSIw8Ev0s12v16O30RuXz+yOS2f0tsYw9ciumHZcV2t7lTQWnWT0+Foc8771Y+zEvn8qdsFdtfjphzvj7tk90dPTF416IxqNvlh0WLnKMZcNi2ckcPW1N8YXzvxxTNp0ozhp+mGx6YRxz+h8DiZAgAABAgQIECBAgACBoS8waZPxcfgBz3/mhTgDAQIECBAgQIAAAQIECBAgUH0BFRIgQIAAAQIECFRSoO+/6qxkaYoiQIAAgZURcAwBAgQIECBAgAABAgQIECBQfQEVEiBAgAABAgQIECBAgAABAtUXUCEBAgQIEHg6gY4pW7a69Mye3WprECBAgAABAgQIDB0BIyVAgAABAgQIECBAgAABAgSqL6BCAgQIECBAgAABAgQIECBAYPULDPzy/GzX6/XobfTG5TO749IZva0BTD2yK6Yd19XaXlWNgecZPb4Wx7xv/Rg7se+fi50/t4iffrgz7p7dEz09fdGoN6LR6IuBx+bYB25rr5jAFVf+Jc742gWx8w5bxkknHBZjRo9csRPoTYAAAQIECBAgQIAAAQKVFJgyadN40fP3esa1OQEBAgQIECBAgAABAgQIECBQfQEVEiBAgAABAgQIVFOg77/orGZtqiJAgACBFRdwBAECBAgQIECAAAECBAgQIFB9ARUSIECAAAECBAgQIECAAAEC1RdQIQECBAgQeFqB9ilTWn16bp7TamsQIECAAAECBAgMGQEDJUCAAAECBAgQIECAAAECBKovoEICBAgQIECAAAECBAgQIEBgNQsM/NL8bNfr9eht9Masmd1x6Yze1tWnHtkV047ram2vwsaTTjV6fC2Oed/6MXZi3z8ZO39uET/9cGfcPbsnenr6olFvRKPRFwNPkDUM3NZePoFfXXp1zDznothnrx3j9a8+JIYN61i+A/UiQIAAAQIECBAgQIAAAQLLJ6AXAQIECBAgQIAAAQIECBAgUH0BFRIgQIAAAQIECFRUoO+/5qxoccoiQIAAgRUV0J8AAQIECBAgQIAAAQIECBCovoAKCRAgQIAAAQIECBAgQIAAgeoLqJAAAQIECDy9QMeULSPa2sqO3TfdVK4tCBAgQIAAAQIEhpKAsRIgQIAAAQIECBAgQIAAAQLVF1AhAQIECBAgQIAAAQIECBAgsDoFBn5Zfrbr9Xr0Nnpj1szuuGxGb+vSU4/simnHdbW2V21j6WcbPb4Wx7xv/Rg7se+fjZ0/t4iffrgz7p7dEz09fdGoN6LR6IuBZ8laBm5rP7XAeT//bXz/J5fEC6ftFq866oCn7mwvAQIECBAgQIAAAQIECKxzApf8/qqY+aOfPsO6HU6AAAECBAgQIECAAAECBAhUX0CFBAgQIECAAAECVRXo+y85q1qduggQIEBgxQT0JkCAAAECBAgQIECAAAECBKovoEICBAgQIECAAAECBAgQIECg+gIqJECAAAECyyPQ1hbtEyeVPXvuuD2iXi/bFgQIECBAgAABAkNEwDAJECBAgAABAgQIECBAgACB6guokAABAgQIECBAgAABAgQIEFhtAgO/JD/b9Xo9ehu9MWtmd1w2o7d13alHdsW047pa26u88RQnHD2+Fse8b/0YO7Gt7DV/bhE//XBn3D27J3p6+qJRb0Sj0Rdlp0WLrGlR0+opBM750cXx04t+Hy958d5xxOH7PkVPuwgQIECAAAECBAgQIEBgXRW48+558Y+75j2z8h1NgAABAgQIECBAgAABAgQIVF9AhQQIECBAgAABApUVqFW2MoURIECAwAoLOIAAAQIECBAgQIAAAQIECBCovoAKCRAgQIAAAQIECBAgQIAAgeoLqJAAAQIECCyvQPuWW/Z1rdej++Y5fW1LAgQIECBAgACBISFgkAQIECBAgAABAgQIECBAgED1BVRIgAABAgQIECBAgAABAgQIrB6BgV+On+16vR69jd6YNbM7LpvR27ro1CO7YtpxXa3t1dF4unOOHl+LY943KsZObCu7zp9bxE8/3Bl3z+6Jnp6+aNQb0Wj0Rdlp0SJrW9S0eoJA2nz1mz+P38z6Uxzzsv3ixS/c4wk9bBIgQIAAAQIECBAgQIAAgT6Bhd090dnR3rexkkuHESBAgAABAgQIECBAgAABAtUXUCEBAgQIECBAgEB1BWrVLU1lBAgQILCCAroTIECAAAECBAgQIECAAAEC1RdQIQECBAgQIECAAAECBAgQIFB9ARUSIECAAIHlFhj5quNj3Oe/FBN+9ovo2Grr5T5ORwIECBAgQIAAgbUuYAAECBAgQIAAAQIECBAgQIBA9QVUSIAAAQIECBAgQIAAAQIECKwGgfzi9/7TZrter0dvozdmzeyOy2b09u+KqUd2xbTjulrbq6mxXKcdPb4Wx7xvVIyd2Fb2nz+3iJ9+uDPmzalHT09PGY16IxqNvig7LVpkjYuaVosEHn7ksfjijJ/E1dfeGNNfeVBM22fnRXusCBAgQIAAAQIECBAgQIDAkwVetO9ecfShBz55x/Jn9CRAgAABAgQIECBAgAABAgSqL6BCAgQIECBAgACBCgvUKlyb0ggQIEBghQR0JkCAAAECBAgQIECAAAECBKovoEICBAgQIECAAAECBAgQIECg+gIqJECAAAECyy8wfJ99o2v/A6J9s82X/yA9CRAgQIAAAQIEBoGAIRAgQIAAAQIECBAgQIAAAQLVF1AhAQIECBAgQIAAAQIECBAgsKoFBn4Zfrbr9Xr0Nnpj1szuuGxGb+tyU4/simnHdbW2V19j+c88enwtjnnfqBg7sa08aP7cIi44tSPmzalHT09PGY16IxqNvig7LVpkrYua6/zq3vsWxJe+8pO4/Y55ceKrD409d9t2nTcBQIAAAQIECBAgQIAAAQJPLTBho3ExccLGT93pKffaSYAAAQIECBAgQIAAAQIECFRfQIUECBAgQIAAAQJVFqhVuTi1ESBAgMAKCOhKgAABAgQIECBAgAABAgQIVF9AhQQIECBAgAABAgQIECBAgED1BVRIgAABAgQIECBAgAABAgQIVF9AhQQIECBAgAABAgQIECBAgED1BVRIgAABAgQIECBAgAABAgQIrFKBgV+Cn+16vR69jd6YNbM7LpvR27rW1CO7YtpxXa3t1dpYwZOPHl+LY943KsZObCuPnD+3iAtO7Yh5c+rR09NTRqPeiEajL8pOixZZ86LmOru67Y558YUzfxyPPPp4vP7Vh8aO209ZZy0UToAAAQIECBAgQIAAAQJrUMClCBAgQIAAAQIECBAgQIAAgeoLqJAAAQIECBAgQKDSArVKV6c4AgQIEFhuAR0JECBAgAABAgQIECBAgACB6guokAABAgQIECBAgAABAgQIEKi+gAoJECBAgAABAgQIECBAgACB6guokAABAgQIECBAgAABAgQIEKi+gAoJECBAgAABAgQIECBAgACBVScw8Mvvs12v16O30RuzZnbHZTN6WxeaemRXTDuuq7W9uhsrc/7R42txzPtGxdiJbeXh8+cWccGpHTFvTj16enrKaNQb0Wj0Rdlp0SJrX9Rc51Y33HRHfP7MH0VX17A48YRDY+spm65zBgomQIAAAQIECBAgQIAAgZUT+PRXvhEzf3TByh0cEQ4kQIAAAQIECBAgQIAAAQIEqi+gQgIECBAgQIAAgWoL1KpdnuoIECBAYDkFdCNAgAABAgQIECBAgAABAgSqL6BCAgQIECBAgAABAgQIECBAoPoCKiRAgAABAgQIECBAgAABAgSqL6BCAgQIECBAgAABAgQIECBAoPoCKiRAgAABAgQIECBAgAABAgRWkcDAL73Pdr1ej95Gb8ya2R2XzehtXWXqkV0x7biu1vYaaKz0JUaPr8Ux7xsVYye2leeYP7eIC07tiHlz6tHT01NGo96IRqMvyk6LFmmwqLnOrK75803xuTN+GJM23ShOOuHQ2HTCuHWmdoUSIECAAAECBAgQIECAwDMXWNjdE53tHSt7IscRIECAAAECBAgQIECAAAEC1RdQIQECBAgQIECAQMUFahWvT3kECBAgsFwCOhEgQIAAAQIECBAgQIAAAQLVF1AhAQIECBAgQIAAAQIECBAgUH0BFRIgQIAAgZUX6Ln1luh97LGVP4EjCRAgQIAAAQIE1pCAyxAgQIAAAQIECBAgQIAAAQLVF1AhAQIECBAgQIAAAQIECBAgsCoEBn7Zfbbr9Xr0Nnpj1szuuGxGb+sSU4/simnHdbW210zjmV1l9PhaHH3KyBg7sa080fy5RVxwakfMm1OPnp6eMhr1RjQafVF2WrRIi0XNyq+uuPIvcfrZ58cuO24VbzjhsBgzemTla1YgAQIECBAgsO4K5HNexroroHICBAisHoGJEzaKTcZvuJIndxgBAgQIECBAgAABAgQIECBQfQEVEiBAgAABAgQIDCWBoihaw+3/HXv/urXjCY3aE7ZtEiBAgMC6KKBmAgQIECBAgAABAgQIECBAoPoCKiRAgAABAgQIECBAgAABAgSqL6BCAgQIECCwEgILvvC5uGO3nWPuIQdF9/V/W4kzOIQAAQIECBAgQGCNCrgYAQIECBAgQIAAAQIECBAgUH0BFRIgQIAAAQK87BEvAAAQAElEQVQECBAgQIAAAQLPWGDgP8aa7Xq9Hr2N3pg1szsum9HbOv/UI7ti2nFdre011lgFFxozoS2OPmVkjJvYVp5t/twiLji1I+bNqUdPT08ZjXojGo2+KDstWqTJomZlV7/8zR9j5jkXxb5Td4rXH39IDBvWUdlaFUaAAAECBAgQSIGiKKIoimwKAgQIEFiFAse/7NB4/h67rtwZHUWAAAECBAgQIECAAAECBAhUX0CFBAgQIECAAAECQ06gKFbsd+u1IVehARMgQIDAKhdwQgIECBAgQIAAAQIECBAgQKD6AiokQIAAAQIECBAgQIAAAQIEqi+gQgIECBAgsFICbW3R+/jj5aE9s28q1xYECBAgQIAAAQKDV8DICBAgQIAAAQIECBAgQIAAgeoLqJAAAQIECBAgQIAAAQIECBB4ZgIDv9w+2/V6PXobvTFr5sK4bEZv6+RTj+yKacd1tbbXZGNVXWvMhLY46pSRMW5iW3nK+XOLuODUjpg3pyd6evqiUW9Eo9EXZadFi7RZ1Kzc6tyfXRE/OO+yOHC/3eKVR+5fufoURIAAAQIECBBYHoFzPnhXnP6m2wUDc8AcMAfW4hxwH/Y5ZA6YA+aAOWAOmAPmgDlgDpgD5oA5YA5Ufw54jb3G5oA5YA6YA+aAOWAODI050P979qIoymZRFFEUReR/S1kUfe1yx1IWtaXkpAgQIEBg3RJQLQECBAgQIECAAAECBAgQIFB9ARUSIECAAAECBAgQIECAAAEC1RdQIQECBAgQWCmB9i23ah3XPXt2q61BgAABAgQIECAwKAUMigABAgQIECBAgAABAgQIEKi+gAoJECBAgAABAgQIECBAgACBZyCQ/xBr/+HZrtfr0dvojVkzF8ZlM/r3ROx1xPCYdlzX4sSaba3Sq42Z0BZHnTIyxk1sK887f24RF5zaGfPm9ERPT1806o1oNPqi7LRokUaLmpVZfeeHF8fPfnllvPSQ58XLD9u3MnUphAABAgQIECCwNIGiKJZIF8Xi7dn/90gIBuaAOWAOPPM58Pd7roubrrt3Ze6pjvFZZA6YA+aAOWAOmAPmgDlgDpgD5oA5YA5Ufw54jb3G5oA5YA6YA+aAOWAODJE5cMffHit/v14URdRqtSiKooxsR/PPU/33lLXmfj8ECBAgsE4LKJ4AAQIECBAgQIAAAQIECBCovoAKCRAgQIAAAQIECBAgQIAAgeoLqJAAAQIECKycQMeWW7YO7Jkzu9XWIECAAAECBAgQGIwCxkSAAAECBAgQIECAAAECBAhUX0CFBAgQIECAAAECBAgQIECAwMoKDPzHV7Ndr9ejt9Ebs2YujMtmLD7rXkcMj/2OH7E4scZbq/6CYya0xVGnjIxxE9vKk8+fW8QFp3bGvDk90dPTF416IxqNvig7LVqk1aLmkF71Nkd/1jd+Fpdc/qc49uX7xcEH7N7M+CFAgAABAgQIrBsCRdH3xQRFUcRL3jMiXvyvHfHCt0W84M3dsc/Jj8XeJz0SU098OPZ6/UNl7Pm6B8t1/7Z1nwsHDuaAObC0OdC947Wx2ctvWYn7Js+lecqZF+aAOWAOmAPmgDlgDpgD5oA5YA6YA9WaA15Pr6c5YA6YA+aAOWAOmAODcQ4M/J14/q48f2eevzvP36G3tbVFRq1Wi6JY/Lv2ouhrL+2/qaytG//pgSoJECBAYJkCdhAgQIAAAQIECBAgQIAAAQLVF1AhAQIECBAgQIAAAQIECBAgUH0BFRIgQIAAgZUUaN98i9aR3XPmtNoaBAgQIECAAAECg1DAkAgQIECAAAECBAgQIECAAIHqC6iQAAECBAgQIECAAAECBAgQWCmBgf/garbr9Xr0Nnpj1syFcdmMxafc64jhsd/xIxYn1kZrNV1zzIS2OOqUkTFuYlt5hflzi7jg1M6YN6cnenr6olFvRKPRF2WnRYs0W9QckqtHHn0svnjmj+Oa62bHa151cLzgeTsPyToMmgABAgQIECCwIgL9z3BF0fclBEVRRH5BwW6HdcVzDhkWu7y4M3Y6qD12fFFbbP/CooztDojIyO1ciz4PDhzMAXNgWXPgWfs1Iv9M2q6tvH8uq99S84vuufaZX+aAOWAOmAPmgDlgDpgD5oA5YA6YA+ZAheeAv//730zMAXPAHDAHzAFzwBwY1HOg/3fjud7hwFr5O/Rn7dse7e3t0dbWVv6OvSiK/HVQGf2/hy83BixqA9qaBAgQILAOCiiZAAECBAgQIECAAAECBAgQqL6ACgkQIECAAAECBAgQIECAAIHqC6iQAAECBAisrEDR2RntkzYrD++57daIer1sWxAgQIAAAQIECAw+ASMiQIAAAQIECBAgQIAAAQIEqi+gQgIECBAgQIAAAQIECBAgQGDFBQb+g6vZrtfr0dvojVkzF8ZlMxafb68jhsd+x49YnFhLrdV52TET2uKoU0bGuIlt5WXmzy3iglM7Y96cnujp6YtGvRGNRl+UnRYt0m5Rc0it7r1vQXzxzJ/E7XfeEycef0jsseuzh9T4DZYAAQIECBAgsDICRVFEURStQ4uiKLfzCwoy8ssKOjo6YtiwYTF8+PDo6upaYp05Mbw04cDBHDAHnmoOrDdiREx9zjYxaZMNV/ie8VTntc+8MwfMAXPAHDAHzAFzwBwwB8wBc8AcMAeqMQe8jl5Hc8AcMAfMAXPAHDAHBuccyN+RZzzx9ens7IyM/J16/m69VquVv2svir7fuRdF0fo9/MBGbeCGNgECBAiscwIKJkCAAAECBAgQIECAAAECBKovoEICBAgQIECAAAECBAgQIECg+gIqJECAAAECz0igfcst+46v16Pn1lv62pYECBAgQIAAAQKDTcB4CBAgQIAAAQIECBAgQIAAgeoLqJAAAQIECBAgQIAAAQIECBBYQYGBX1qf7Xq9Hr2N3pg1c2FcNmPxyfY6Ynjsd/yIxYm111rtVx4zoS2OOmVkjJvYVl5r/twiLji1M+bN6Ymenr5o1BvRaPRF2WnRIg0XNYfE6rY75sXnz/xRPPLY4/H64w+JHbefMiTGbZAECBAgQIAAgVUhkM9uRVGUX0aQ5+v/YoL8ooKOjo4YNmxYK/JLDUaMGBH5BQe5FiOCAQNzwBxY3jnwwn12ic0njl/R+4b+zc+d5TXWz/vRHDAHzAFzwBwwB8wBc8AcMAfMAXNgiM4Bf//3939zwBwwB8wBc8AcMAcG8RwY+PvxbOfvzft/j97Z2Rn5u/W2trbI37Xn79yLoshV63fw5caiRW3R2ooAAQIE1kkBRRMgQIAAAQIECBAgQIAAAQLVF1AhAQIECBAgQIAAAQIECBAgUH0BFRIgQIAAgWcm0DFly9YJumfPbrU1CBAgQIAAAQIEBpOAsRAgQIAAAQIECBAgQIAAAQLVF1AhAQIECBAgQIAAAQIECBAgsCIC+YWn/f2zXa/Xo7fRG7NmLozLZvTvidjriOGx3/EjFifWamvNXHzMhLY46pSRMW5iW3nB+XOLuODUzpg3pyd6evqiUW9Eo9EXZadFi7Rc1BzUq7/feHt84cwfx3ojuuLEVx8aW0/ZdFCPd1UNriPWnf9ri775u6rsnIcAAQIECFRVoCiK8gsIiqKI/HKC/JKC/LKCjo6OyC8vyC8x6P8ygxGLvnwht0VXMGBgDpgDq28OsGVrDpgD5oA5YA6YA+aAOWAOmAPmgDlgDlR/DniNvcbmgDlgDpgD5oA5YA4MlTmQvzfvj/7fp+fv1zOKooharRZP9eep9z7VkfYRIECAwNAXUAEBAgQIECBAgAABAgQIECBQfQEVEiBAgAABAgQIECBAgAABAtUXUCEBAgQIEHiGAl2HHBpjP/3ZGP/j86LrhQc+w7M5nAABAgQIECBAYLUIOCkBAgQIECBAgAABAgQIECBQfQEVEiBAgAABAgQIECBAgAABAsstMPBL6rNdr9ejt9Ebs2YujMtmLD7NXkcMj/2OH7E4sbZba/D6Yya0xVGnjIxxE9vKq86fW8T5p3bGvDk90dPTF416IxqNvig7LVqk6aLmoFxdfe2N8bnTfxiTJm4YJ776kNh0wrhBOc7VMagi1p3/Wx1+zkmAAAECBKokUBRFq5yiKMovJMgvJcgvKMjo6OiIYcOGRX6JwcB1fzvzYnjpw4GDOWAOLGsOPPJYd8w456KY/9CjK3a/GM50Waby5oY5YA6YA+aAOWAOmAPmgDlgDpgD5kBl5oC///vfS8wBc8AcMAfMAXPAHBgyc6Crq6v8/Xn+vjx/l97e3h4Z+Tv2jKLo+/17UfSt4wl/ak/YtkmAAAEC65CAUgkQIECAAAECBAgQIECAAIHqC6iQAAECBAgQIECAAAECBAgQqL6ACgkQIECAwDMV6Nxp5xhx0MHRsfU2z/RUjidAgAABAgQIEFhNAk5LgAABAgQIECBAgAABAgQIVF9AhQQIECBAgAABAgQIECBAgMDyCQz8cvps1+v16G30xqyZC+OyGYvPsdcRw2O/40csTgyC1poewpgJbXHUKSNj3MS28tIL5hZx/qmdMW9OT/T09EWj3ohGoy/KTosWabuoOahWl//+ujjjaxfErjtvEye9+rAYM3rkoBqfwRAgQIAAAQIE1pZAURSRX0yQkV9UkJFfXDAw8ssMOjs7QzAwB8wBc2D55sDj3T0x+9Y7oyhqK3Tv5Lt8vpw4mQPmgDlgDpgD5oA5YA6YA+aAOWAODOU5YOzmrzlgDpgD5oA5YA6YA0NjDgz8nXn+Hr0/8nfrRVFE/imKvnW2lxa1pSXlCBAgQGCdEFAkAQIECBAgQIAAAQIECBAgUH0BFRIgQIAAAQIECBAgQIAAAQLVF1AhAQIECBAgQIAAAQIECBAgUH0BFRIgQIAAAQIECBAgQIAAAQLVF1AhAQIECBAgQIAAAQIECBAgsBwCA7+UPtv1ej16G70xa+bCuGzG4hNMPWJ47Hf8iMWJwdFaK6MYM6EtjjplZIyb2FZef8HcIs4/tSPmzemJnp6+aNQb0Wj0Rdlp0SKNFzUHxeqi3/wxvvHdX8a+e+0Yrzv+xTFsWMegGJdBECBAgAABAgTWtkBRLP4ygqIooiiKaGtri/zCglx3dHRExsB2bos+Fw4czAFzYFlzoPlX5cg/I7q6yvvosvo9Ia/vos8dLt5b5oA5YA6YA+aAOWAOmAPmgDlgDpgDFZ4D/v7v7//mgDlgDpgD5oA5YA4MgTnQ/zvyXLe3t7d+j56/S88oir7fr+d/K1kURf5aaKlRW2pWkgABAgTWAQElEiBAgAABAgQIECBAgAABAtUXUCEBAgQIECBAgAABAgQIECBQfQEVEiBAgAABAgQIECBAgAABAtUXUCEBAgQIECBAgAABAgQIECBQfQEVEiBAgAABAgQIECBAgAABAk8nkP/Aan+fbNfr9eht9MasmQvjshn9eyKmHjE8ph0/YnFi0LTW3kDGTGiLo04ZGeMmtpWDWDC3FuefBsJTnAAAEABJREFU2hHz5vRET09fNOqNaDT6ouy0aJHWi5prdfWTn10RPzzvsnjRfs+NVx51wFodi4sTIECAAAECBAajQFEU0f8FBbleWuSXGiwtL1cr7ThwMAfMgSfOgW233jy+/PF3xibjx63AfYLjEx1tmxPmgDlgDpgD5oA5YA6YA+aAOWAOmAPVmwNeU6+pOWAOmAPmgDlgDpgDQ2EO9P+OvH/dP+aiKKIoFv+OvSiKeKo/tafaaR8BAgQIVFhAaQQIECBAgAABAgQIECBAgED1BVRIgAABAgQIECBAgAABAgQIVF9AhQQIECBAgAABAgQIECBAgED1BVRIgAABAgQIECBAgAABAgQIVF9AhQQIECBAgAABAgQIECBAgMBTCgz8Evps1+v16G30xqyZC+OyGYsPnXrE8Jh2/IjFicHUWstjGTOhLY46ZWSMm9hWjmTB3Fqcf2pHzJvTEz09fdGoN6LR6Iuy06JFmi9qrpXVd35wcfz8l1fGS1+8d7zssH3WyhhclAABAgQIECAwVASKou+LCYqiKL+woCiK6P8Sg/51USzeVxTaRcGgKBgUBYOiYFAUq8DAOVqfP0XBsygYFAWDomBQFAyKgkFRMCgKBkXBoCgYFAWDomBQFAyKgkFRDGEDY/f3f3PAHDAHzAFzwBwwBwb9HOj//Xj/uiie/PwZy/mntpz9dCNAgACBigkohwABAgQIECBAgAABAgQIEKi+gAoJECBAgAABAgQIECBAgACB6guokAABAgQIrEqBxj33RPf1f4vG/Pmr8rTORYAAAQIECBAg8AwFHE6AAAECBAgQIECAAAECBAhUX0CFBAgQIECAAAECBAgQIECAwLIFBn75fLbr9Xr0Nnpj1syFcdmMxcdNPWJ4TDt+xOLEIGsNhuGMmdAWR50yKsZNbCuHs2BuLc4/tSPmzemJnp6+aNQb0Wj0Rdlp0SLtFzXX2CqvedY3fhaXXPGnOPbl+8XBL9xjjV3bhQgQIECAAAECQ1mgKIpy+EVRlF+6UG4MWBRFMWBLkwABAgRWpYBzESBAgAABAgQIECBAgAABAtUXUCEBAgQIECBAgMDgFiiKJ/9OvCiK8vfnRVGs8OBrK3yEAwgQIECgCgJqIECAAAECBAgQIECAAAECBKovoEICBAgQIECAAAECBAgQIECg+gIqJECAAAECq0zgwbO+Ev+Ytk/cdcQ/xWO//tUqO68TESBAgAABAgQIPGMBJyBAgAABAgQIECBAgAABAgSqL6BCAgQIECBAgAABAgQIECBAYBkC+QXw/buyXa/Xo7fRG7NmLozLZvTviZh6xPCYdvyIxYnB1xo0IxozoRZHnTIqxk1sK8e0YG4tzj+1I+bN6Ymenr5o1BvRaPRF2WnRIl+DRc3Vvnrk0cfiC1/5Sfzpujkx/ZUHxQuet/Nqv6YLECBAgAABAgTWJYGiKFpfblAU2kXBoCgYFAWDomBQFIsNZl3553jDu/4n6s2/IxfF4nxRLLPt3srGHDAHzAFzwBwwB8wBc8AcMAfMAXPAHKj+HPAae43NAXPAHDAHzAFzwBwY5HNgVf/uv7aqT+h8BAgQIDAUBIyRAAECBAgQIECAAAECBAgQqL6ACgkQIECAAAECBAgQIECAAIHqC6iQAAECBAisOoH2yVNaJ+ueM7vV1iBAgAABAgQIEFjbAq5PgAABAgQIECBAgAABAgQIVF9AhQQIECBAgAABAgQIECBAgMDSBAZ+2Xy26/V69DZ6Y9bMhXHZjMVHTD1ieEw7fsTixKBsDa5BjZlQi6NOGRXjJraVA1swtxbnn9oR8+b0RE9PXzTqjWg0+qLstGiRr8Wi5mpb3Xvfgvj8GT+Of9x5T7z+1YfEnrttu9qu5cSrX+Chhx6K/fbbL6ZPn776L+YKBAgQIECAAAECBAgQWIUCC7u7o1Yror2tbTnPqhsBAgQIECBAgAABAgQIECBQfQEVEiBAgAABAgQIrGsCtXWtYPUSIECAQERAIECAAAECBAgQIECAAAECBKovoEICBAgQIECAAAECBAgQIECg+gIqJECAAAECq1CgY8qU1tl65sxutTUIECBAgAABAgTWsoDLEyBAgAABAgQIECBAgAABAtUXUCEBAgQIECBAgAABAgQIECDwJIGBXzKf7Xq9Hv+fvfuAj6Ja+zj+n910AiShJiBdUECkGsBCsIEdEMQCNqxXr72CFcSG14L6WgA7ooLdYC+AUkVRQBSQ0FuooSe7s++eCbskQKgJZCc/5MycOXPmnOf5ztlJuJ/cTMAOaPzwPP382o7ubbvFqUOvhB0N1PZZIKm6R937lVelGvkvMcxZ7lHmI9HKzvLJ58svtt+WbeeXggObe1LwuDjri5Zk6/lXP9a2bXnq0/sMNT26TnEO74qxpk6dqnLlysnj8eirr77aa04zZsxQcnKyc425dq8X0AEBBBBAAAEEEEAAAQQQOIwCpWnq8okJatyQf5eWpntCLAgggAACCCCAAAIIIIAAAu4QIAsEEEAAAQQQQAABBCJJwBNJwRIrAgggUIoECAUBBBBAAAEEEEAAAQQQQAABBNwvQIYIIIAAAggggAACCCCAAAIIIOB+ATJEAAEEEEAAge0CUUfUkrz5v8A1b9687a3sEEAAAQQQQAABVwiQBAIIIIAAAggggAACCCCAAAIIuF+ADBFAAAEEEEAAAQQQQAABBBBAwEUCBV8ub+p+v18BO6Dxw/M0blggnGnbbnHq0CshfExl/wWSqnvUvV95VaqR/zOkOcs9ynwkWtlZPvl8+cX227Lt/FJwBnNvCh4XR3323MV6/tVPZF6w2Kf3GapfJ604hnX1GG+++aZzr4pK0tynoUOHat26dUV1KbZ2M0efPn30/PPPF9uYDIQAAggggAACCCCAAAJlTqBUJdzm2KN0c5/zS1VMBIMAAggggAACCCCAAAIIIICACwRIAQEEEEAAAQQQQACBiBLwRFS0BIsAAgiUGgECQQABBBBAAAEEEEAAAQQQQAAB9wuQIQIIIIAAAggggAACCCCAAAIIuF+ADBFAAAEEEEAgLOD1KqpGTefQt3CB5Pc7dTYIIIAAAggggEDkC5ABAggggAACCCCAAAIIIIAAAgi4X4AMEUAAAQQQQAABBBBAAAEEEEDALQLmZeWhXEzd7/crYAc0fniexg0LhE6pbbc4deiVED6mcuACSdU96t6vvCrV8DqD5Cz3KPORaGVn+eTz5Rfbb8u284vTafvG3KPt1YPeTZs+V4Nf/Vi1j6iqPr3PUFr1Sgc9ptsHSEtL01dffaW///67yFTnz5+vUaNGqVmzZkX2Ka4TW7Zs0XfffafNmzcX15CMgwACCCCAAAIIIIAAAmVOgIQRQAABBBBAAAEEEEAAAQQQQMD9AmSIAAIIIIAAAggggEBkCXgiK1yiRQABBEqJAGEggAACCCCAAAIIIIAAAggggID7BcgQAQQQQAABBBBAAAEEEEAAAQTcL0CGCCCAAAIIIFBIIKpevfxjv1++xYvy62wRQAABBBBAAIFIFyB+BBBAAAEEEEAAAQQQQAABBBBwvwAZIoAAAggggAACCCCAAAIIIICAKwQKvkze1P1+vwJ2QOOH52ncsEA4x7bd4tShV0L4mMrBCyRV96h7v/JKScv/NbU5yz3KfCRa2Vk++Xz5xfbbsu38UnBGc68KHh9I/ZfJMzXkrdFqdeyRuqr3mUqqmHggw5S5a8444wyVK1dOL7/8soq6D5mZmc59a9myZZnzIWEEEEAAAQQQQAABBBCIQIFSFvL0v+fpp/HTSllUhIMAAggggAACCCCAAAIIIIBAhAsQPgIIIIAAAggggAACESaQ/5OVERY04SKAAAKHW4D5EUAAAQQQQAABBBBAAAEEEEDA/QJkiAACCCCAAAIIIIAAAggggAAC7hcgQwQQQAABBBAoLBBdu064IW/evHCdCgIIIIAAAgggEMkCxI4AAggggAACCCCAAAIIIIAAAu4XIEMEEEAAAQQQQAABBBBAAAEEEIh8gYIvLzd1v9+vgB3Q+OF5GjcsoFCGbbvFqUOvhNAh+2IUSKruUY/7KiglLf9X1eYs9yjzkWhlZ/nk8+UX22/LtvNLwanNPSt4vD/17376Te+O/F4ntj1GV1zSWbGx0ftzeZnuW79+fXXp0kWffPKJ5s+fv4vFihUr9OKLL6pbt25q1KjRLudNQ05Oju6++25Vq1ZNlmU5pWnTpvrwww+1832dPXu2zj77bMXExDj9kpOT9cwzz5hhdNlllyktLU0LFy7UPffc45wvV66cpk6d6pwvuHnvvfec86+88krBZqe+fv16tW3bVp07d3bWndPIBgEEEEAAAQQQQAABBMqMQGlL9LfpczRu8vTSFhbxIIAAAggggAACCCCAAAIIIBDRAgSPAAIIIIAAAggggECkCeT/VGWkRU28CCCAwOEVYHYEEEAAAQQQQAABBBBAAAEEEHC/ABkigAACCCCAAAIIIIAAAggggID7BcgQAQQQQAABBHYSiKpbN9ziy5oXrlNBAAEEEEAAAQQiWIDQEUAAAQQQQAABBBBAAAEEEEDA/QJkiAACCCCAAAIIIIAAAggggAACES5Q8CXjpu73+xWwAxo/PE/jhgVMdk5p2y1OHXolOHU2JSOQVN2jHvdVUEpa/q+rzVnuUeYj0crO8snnyy+235Zt55eCUZh7V/B4X+qffTleH2f+rNM6ttKF53fcl0voU0DAsixdccUVWrt2rTIzMwucya/++OOPWrBggS655BJZlpXfWGBrzrVv317PPPOMevbsqZEjR2ro0KGKjo5W9+7dNWjQIIXu68yZM3X88cdr5cqVev311zVixAide+65mjVrljPif/7zH7366qtKSkrSxRdf7Iz17rvvqm6Bn092OgY3HTt21FFHHaXPPvtMW7duDbbs+DtlyhSZcvnllysqKmrHCWoIIIAAAggggAACCCBQFgRKXY65eXmKiebfJqXuxhAQAggggAACCCCAAAIIIIBAJAsQOwIIIIAAAggggAACESfgibiICRgBBBA47AIEgAACCCCAAAIIIIAAAggggAAC7hcgQwQQQAABBBBAAAEEEEAAAQQQcL8AGSKAAAIIIIDAzgKx6W2V8ugTqjryI5W/8qqdT3OMAAIIIIAAAghEoAAhI4AAAggggAACCCCAAAIIIICA+wXIEAEEEEAAAQQQQAABBBBAAAEEIlkg9HJxk4Op+/1+BeyAxg/P07hhAdMsSWrbLU4deiWEj6mUnEBSdY963FdBKWn5v7I2Z7lHmY9EKzvLJ58vv9h+W7adXwpGYu5hweM91Ud8+KO+/uFXnXtGe3U58/g9deXcHgSOPfZYnXvuuXrrrbe0evXqcM+NGzfq5Zdf1tlnn63WrVuH20MVcy8HDBigJUuW6Oeff9bgwYPVvXt39enTR5MnT9bVV1+txx57TDNnznQu+frrr7Vp0ya9+OKLuiBEsF8AABAASURBVOSSS3ThhRfqzTffdK4zHdLT0525KlSooGbNmjljnXfeeUpJSTGnC5Vq1aqpZ8+eGj9+vObOnRs+Z9bPJ598ooYNG6pjx47hdioIIIAAAiUjYJ67JTMyoyKAAAIIIHCgAqXvutNPaqNTTmxZ+gIjIgQQQAABBBBAAAEEEEAAAQQiVoDAEUAAAQQQQAABBBCIPIH8n6aMvLiJGAEEEDh8AsyMAAIIIIAAAggggAACCCCAAALuFyBDBBBAAAEEEEAAAQQQQAABBBBwvwAZIoAAAggggMAuAlG1aivhvC6Kadxkl3M0IIAAAggggAACESlA0AgggAACCCCAAAIIIIAAAggg4H4BMkQAAQQQQAABBBBAAAEEEEAAgYgVKPjSWVP3+/0K2AGNH56nccMC4bzadotXh14J4WMqJS+QVN2jHvdVUEpa/q+tzVnuUeYj0crO8snnyy+235Zt55eCEZl7WfB4d/Vh73ypnydOV89uGep0cuvddaFtHwWioqJ02WWXaerUqfr222/DV/38888aP368rrzySkVHR4fbQ5WFCxcqMzNTl1xyidq0aRNqdvam/7XXXqvc3Fx98803TltaWpq2bt2q7777Tuaz6jQGN3FxccHt/v8955xznPF/+umn8MVLly7VF198oZ49e6patWrh9sNRee/f7w5q2p0/B6Fjs6cEhAEGrIHDvwZ295Az92V37bQhgAACCCBwyARK4US1a1ZT62aNSmFkhIQAAggggAACCCCAAAIIIIBAhAoQNgIIIIAAAggggAACESiQ/5OUERg4ISOAAAKHS4B5EUAAAQQQQAABBBBAAAEEEEDA/QJkiAACCCCAAAIIIIAAAggggAAC7hcgQwQQQAABBBBAAAEEEEAAAQQQcL8AGSKAAAIIIIAAAggggAACCCCAgPsFyBABBBBAAAEEEEAAAQQQQAABBCJToOALZk3dvFA8YAc0fniexg0LhJNq2y1eHXrFh4+pHDqBpOoe9bivglLS8n91bc5yjzIfiVZ2lk8+X36x/bZsO78UjMzc04LHofrmLdv0/JCPNXPWfF1+cSed1K5Z6BT7gxA44YQTdOKJJ+qNN97Qli1bnPvz5ptvqmXLlmrXrt1uR167dq1ycnKc85Zl7dInLS1NlStX1l9//eWcO+OMM3TBBReob9++Sk1N1ZNPPqnVq1c75w5k07hxYyfmUaNGaePGjc4Q48aN05o1a3TOOec4x4dzc+eEFzV4+sgDDsGyLJnPQaiYgUL1nffmHAUBBBAoSYGdnzu7Oy44vzlf8Jg6AggggAACh0qAeRBAAAEEEEAAAQQQQAABBBBAwP0CZIgAAggggAACCCCAQCQK5P8UZSRGTswIIIDA4RFgVgQQQAABBBBAAAEEEEAAAQQQcL8AGSKAAAIIIIAAAggggAACCCCAgPsFyBABBBBAAAEEEEAAAQQQQAABBNwvQIYIIIAAAggggAACCCCAAAIIIOB+ATJEAAEEEEAAAQQQQAABBBBAAIEIFCj4UllT9/v9CtgBjR+ep3HDAuGM2naLV4de8eFjKodeIKm6Rz3uq6CUtPxfX5uz3KPMR6KVneWTz5dfbL8t284vBSM097bg8eo1OXrh1U+0bPka9el9htq0aFTwNPWDEEhMTNR1112nsWPHatq0aZoyZYo+/fRTXX755apYseJBjLzjUjPOiBEj9Mcff6hjx4669957lZqaqo8++mhHp/2oxcfHO/FNnjxZ06dPd9bTqFGj1L59ezVu3NgZ6f1/v9d1Ywfpf3+M0Gfzf9bf6xZoi2+bc64kN3dPeskZftAf76rf5Fed+r5sQmve7EPFXGfqoc/I7urmGUjxCwMMWAMltwbMs8eUnZ9FobbQPvTMsixLps0cUxBAAAEEEDiEAqVyquEffaevfpxcKmMjKAQQQAABBBBAAAEEEEAAAQQiUICQEUAAAQQQQAABBBCISIH8n6CMyNAJGgEEEDgcAsyJAAIIIIAAAggggAACCCCAAALuFyBDBBBAAAEEEEAAAQQQQAABBBBwvwAZIoAAAggggAACCCCAAAIIIICA+wXIEAEEEEAAAQQQQAABBBBAAAEE3C9AhggggAACCCCAAAIIIIAAAgggEGkCBV8ma+rmZb8BO6Dxw/M0blggnE7bbvHq0CteUriJymESSKruUY/7KiglzetEkLPco8xHopWd5ZPPl19svy3bzi9Op+0bc49NddGSlRr86sfKzctTn95nqMlRdUwzpRgFOnbsqNq1a+vtt992iql37dq1yBmSk5NVoUIFTZgwQaH7VLDz0qVLtWrVKrVp0ybcbFmWmjVrpvfff18LFixQy5Ytddttt2nJkiU6kD+hmL/++mv9/fff+vHHH3X55ZcrPj7/s7922wZlLhyvZ6d/oBt+/p9O++IWNXzvQnX8/EZdM/YJDfrjXX06f5z+WD1H63I3HEgIu71mzvpF4fa3Zn+pPmMe0xbftnBbURXLssKWxtQU87kwzzmzN58Tv88vszelYN0cU4LPEPMsoYTXCGuCNVFca8A8b0wpOJ45Ns+n0LPKPNtMPbS3LMtUKQgggAACCBxCgdI51Zz5i7Vq7frSGRxRIYAAAggggAACCCCAAAIIIBBxAgSMAAIIIIAAAggggEBkCngiM2yiRgABBA6TANMigAACCCCAAAIIIIAAAggggID7BcgQAQQQQAABBBBAAAEEEEAAAQTcL0CGCCCAAAIIILBHgbx5/2rzl6OVO/3PPfbjJAIIIIAAAgggUKoFCA4BBBBAAAEEEEAAAQQQQAABBNwvQIYIIIAAAggggAACCCCAAAIIIBBRAqGXypqgTd156awd0PjheRo3LGCandK2W7w69Mp/AbicFjaHWyCpukc97iuvlDSvE0rOco8yH4lWdpZPPl9+sf22bDu/OJ22b/6es0jPv/qJyicmqE/vM1S/Ttr2M+yKU6BatWq64YYbNGTIEL322mvq2bOnTFtRc9SqVUsZGRkaPny4pkyZUqhbXl6eXnnlFSUkJOiEE05wzuXm5sp8bp2D4KZmzZo699xztWHDBuXk5ARbdvydM2fOjoM91KpWrapTTjlFmZmZeuutt2SOO3bsuIcr8k/NXb9EXy6cqMHTR+rGn5/W2V/epWM+uFQdPrtBV415XE9MG673//1ek1b+pRVb1uZftB/b2esWFur9zaLJ6vHt/Zq/YVmh9oIHxsYUy7LCzQ8Nn6Hbhvym24f+nl+GBffBcsdr03R7cE/J98ABB9bAoV0D5hl029DfZPZ3vvaH/D6/Ql/DzXMs9BAzdVNCx+wRQAABBBAocYFSOkFurk8x0dGlNDrCQgABBBBAAAEEEEAAAQQQQCDCBAgXAQQQQAABBBBAAIEIFfBEaNyEjQACCBwWASZFAAEEEEAAAQQQQAABBBBAAAH3C5AhAggggAACCCCAAAIIIIAAAgi4X4AMEUAAAQQQQKBogS0//qAV55ypNXfcqi2jM4vuyBkEEEAAAQQQQKCUCxAeAggggAACCCCAAAIIIIAAAgi4X4AMEUAAAQQQQAABBBBAAAEEEEAgcgQKvkDW1P1+vwJ2QOOH52ncsEA4kbbd4tWhV3z4mErpEUiq7lGP+8orJc3rBJWz3KPMR6KVneWTz5dfbL8t284vptO06XP1wpBPVOuIqrqq9xlKrVbJNFNKSOCss85StWrVVL58efXo0WOPs0RFRenxxx9XlSpVdMIJJ+imm27SqFGjNGzYMB133HHO/uWXX1aTJk2ccZ577jmlp6c77abf008/rSeeeEKnnHKKGjRo4PQx89atW1cffvihXnzxRT3//POaPn26c253G8uydMkll2ju3LlO/549ezrx767vvrTNy1mqrxdN0gszRumOCS+o+zf91PrDK3Xip//RlT89qgFT39Bbs7/UuGV/aOHGFUUOuT530y7n/lg9Rz2+vU8TV8zc5Zx5plmWJcuyZOoFPwPjZq7Sz3+tDpdfZq1x6mZPWSMMMGANHPo1YJ5Jxt3sx89a7XwNd55bBb6Gm2eZedhZlmV2FAQQQAABBA6JQGmd5NF7rtIF52SU1vCICwEEEEAAAQQQQAABBBBAAIGIEiBYBBBAAAEEEEAAAQQiVcATqYETNwIIIHAYBJgSAQQQQAABBBBAAAEEEEAAAQTcL0CGCCCAAAIIIIAAAggggAACCCDgfgEyRAABBBBAAIE9CETXqRM+mzc/K1ynggACCCCAAAIIRJgA4SKAAAIIIIAAAggggAACCCCAgPsFyBABBBBAAAEEEEAAAQQQQAABBCJEIPQSWROuqfv9fgXsgMYPz9O4YQHT7JS23eLVoVe8U9++YVfKBJKqe9TjvvJKSfM6keUs9yhzYLSys3zy+fKL7bdl27bGT5qh14d/rZbHHqmrep2pihXKOdewKTmBOnXqqEuXLurZs6caN26814lq166t8ePH65prrtFrr72mHj16OPW0tDRNmjRJ559/fniMVq1aafPmzbrqqqucfk888YTuuusuvf7664qOjnb6JSYm6tlnn1X16tV144036umnn1ZsbKxzrqhN8+bNlZ6e7qyfTp06Fep25VFn6cPTB+rR467VZY3OULtqTZUcW6FQn305mL9hmb5dPEWvzvpU/Sa/qou/f0jHf3KdU3r/0F/3TXlVQ2d9ru+CfeasX1TkkMs3r1GPb+/TZ/PH7dLHPNtMo9k7JfiMM3vT1qllLZ3fvj4FA9YAa6BUrQHzfDIlLzdPeXl5Cn1/Fnp2WZYlUzfF9KMggAACCCBQwgIMjwACCCCAAAIIIIAAAggggAAC7hcgQwQQQAABBBBAAAEEIlbAE7GREzgCCCBwyAWYEAEEEEAAAQQQQAABBBBAAAEE3C9AhggggAACCCCAAAIIIIAAAggg4H4BMkQAAQQQQACBPQlE1aotefN/Katv/vw9deUcAggggAACCCBQigUIDQEEEEAAAQQQQAABBBBAAAEE3C9AhggggAACCCCAAAIIIIAAAgggEAkCBV8aa+qhl8uOH56nccMC4RTadotXh17x4eP8CtvSKJBU3aPu/RKVkpb/86Y5yzzKHBit7CyffL78MmbcNI36bKyOb9tEV1zcSbGx0U4qZg04FTYHJLDVn6tcO0+tWrXSpk2bdPfddxcax7IsvfDCC06xLKvQOdPXXGOuLXiicuXKTv+NGzfK3B/zGc3MzFTr1q0LdtPJJ5+sGTNmOH1MvxUrVqhfv34qV65coX7NmzfXrFmznH5ZWVlq2LChEhMT9dNPP+nNN98s1LfgQceOHWWuLdgW44nWcVUbq3fDznqkzTX64LQB+rPHm5pxwTsaccrDeqDVFepZ/xQdW+lIxXljCl66T/WFG1fop6W/681/vtTDU1/TFT89qpM/v2mv197w89MaMuszp5+xsCxLlmU5OZtjU4yjbdtOH7O58eymomDAGmANlJY1kN6oqnk0Oc+t3NxGC41zAAAQAElEQVRc+fJ8Ms8t8/wyxZw0e8vKf76ZYwoCCCCAAAIlK1B6R1+ybFXpDY7IEEAAAQQQQAABBBBAAAEEEIgoAYJFAAEEEEAAAQQQQCByBTyRGzqRI4AAAodYgOkQQAABBBBAAAEEEEAAAQQQQMD9AmSIAAIIIIAAAggggAACCCCAAALuFyBDBBBAAAEEENizgNerqBo1nT6+JYslv9+ps0EAAQQQQAABBCJKgGARQAABBBBAAAEEEEAAAQQQQMD9AmSIAAIIIIAAAggggAACCCCAAAKlXsC8ODYUpKk7L5a1Axo/PE/jhgVCp9S2W7w69IoPH4crVEqtQHKqV937JSolzevEmLPMo8yB0crO8unHcb/r+7G/6+QTm6vb2SfItm2nT2hj1kKozn7fBCYsn6EHfx2mjM9u1Gbftn27KEJ6TZs2TWPHjtXll1+u+Ph9ew5UjCmnE1Kb6eqjz9VT7W7UF2c8qTkXva/pF7yl4ac8qLtb9NK5dU5Uo6RaJabQf+rrGjD1jULjh9Z2IPicM3VTCnXgAAEEECiFAnm5efL5fE4Jfa8Wen6F9qUwbEJCAAEEEHCbQCnO56Gn39BPE6aV4ggJDQEEEEAAAQQQQAABBBBAAIEIESBMBBBAAAEEEEAAAQQiWMATwbETOgIIIHBIBZgMAQQQQAABBBBAAAEEEEAAAQTcL0CGCCCAAAIIIIAAAggggAACCCDgfgEyRAABBBBAAIG9C0TVrZvfye+Xb+GC/DpbBBBAAAEEEEAgggQIFQEEEEAAAQQQQAABBBBAAAEE3C9AhggggAACCCCAAAIIIIAAAgggULoFCr4w1tRDL5QdPzxP44YFwsG37RavDr12/9LvcCcqpVIgOdWr7v0SlZLmdeLLWebRRw9If05coVNOaq6TT2wu22/LtvOL02n7xqyJ7VV2RQjMzVmiF2d+pHO/ulsXfHe/Xvv7Cy3ZlF1E78hsNutg+PDhql27tjp27HjQSSTFlNdJqc11Y5Pz9eIJt+m7s5/Tol4fa1r3N/T2yQ/ozmMvVqcj0lUrsdoe5rL2cK7wqVdnfar//vy0TB6mmLOhvVn3obpppyCAAAKlUcCyLOXl5cnn84W/ZptnlynmOVYaYyYmBBBAAAF3CpTWrHKDXydNbDHR0WZHQQABBBBAAAEEEEAAAQQQQACBgxDgUgQQQAABBBBAAAEEIlnAE8nBEzsCCCBwCAWYCgEEEEAAAQQQQAABBBBAAAEE3C9AhggggAACCCCAAAIIIIAAAggg4H4BMkQAAQQQQACBfRCIrlM33CsvKytcp4IAAggggAACCESIAGEigAACCCCAAAIIIIAAAggggID7BcgQAQQQQAABBBBAAAEEEEAAAQRKsYB5aWwoPFP3+/0K2AGNH56nccMCoVNq2y1eHXrFh493qnAYAQLJqV5175eolDSvE+22NbGKmXay6iTXl8/nc4rtt2Xb+cXptH1j1sb2KrvtAjl5mzRy3o+6aszj6vjZjXr897f1+6rZ28+6Zzd9+nQ9//zzuuaaa/Tyyy/roYceUrVq1UoswUpxFZWR1kI3HdNDQzvco1+6vKxFvT7W793f0Jsn36/bm12k02q2UbX45GAMO55RwYO9/v10/s/q+d0DWrllrdPXrGtTzJo3e6eRDQIIIFBKBcxzynyfZr5Wm3ro2WXqlmU5UZu6U2GDAAIIIIBAyQmU2pHt4P+W0bDeEaqUXKHUxkhgCCCAAAIIIIAAAggggAACCESIAGEigAACCCCAAAIIIBDRAp6Ijp7gEUAAgUMmwEQIIIAAAggggAACCCCAAAIIIOB+ATJEAAEEEEAAAQQQQAABBBBAAAH3C5AhAggggAACCOyLQFSdOuFuvvlZ4ToVBBBAAAEEEEAgMgSIEgEEEEAAAQQQQAABBBBAAAEE3C9AhggggAACCCCAAAIIIIAAAgggUFoFCr4k1tTNS2UDdkDjh+dp3LAdL9Zu2y1eHXrF7yENTkWKQHKqV937JSolzeuEvGVVtDIHRis7yyefL7/Yflu2nV+cTts3Zo1sr5bp3Zil09R30is66dMbdNv4wfp60aQiPTyyijwXKSfMWujXr5+GDx+u559/XhdccMFhCb1yXEWdnNZStzS7QK9l9NWv5792QHH8tSZLL/31cfhas65NCTdQQQABBEqxAF+jS/HNITQEEECgzAiU3kTjYmN05/U91aj+EaU3SCJDAAEEEEAAAQQQQAABBBBAICIECBIBBBBAAAEEEEAAgcgW8ER2+ESPAAIIHCIBpkEAAQQQQAABBBBAAAEEEEAAAfcLkCECCCCAAAIIIIAAAggggAACCLhfgAwRQAABBBBAYJ8EourWC/fzZWWF61QQQAABBBBAAIGIECBIBBBAAAEEEEAAAQQQQAABBBBwvwAZIoAAAggggAACCCCAAAIIIIBAqRQo+MJrU/f7/QrYAY0fnqdxwwLhmNt2i1eHXvHh491WaIwogeRUr7r3S1RKmteJO2eZR5kDo5Wd5ZPPl19svy3bzi9Op+0bs1a2V8vUbtba+Xp2+gc6Y/Tt6vXDw3p7zldavXX9bg28lkedjkjX0+1vUvmYhN32iaTGY489Vjk5Odq8ebOuv/56WZYVSeGHY21btYmebPcfTevxph5sdaUKrmXLsgodhy+iggACCJQyAfPsCpWCoVlWZD6bC+ZAHQEEEEAgQgQIEwEEEEAAAQQQQAABBBBAAAEE3C9AhggggAACCCCAAAIIRLiAJ8LjJ3wEEEDgkAgwCQIIIIAAAggggAACCCCAAAIIuF+ADBFAAAEEEEAAAQQQQAABBBBAwP0CZIgAAggggAAC+yYQ3bCRkh8eoKrvvq+kfvfv20X0QgABBBBAAAEESokAYSCAAAIIIIAAAggggAACCCCAgPsFyBABBBBAAAEEEEAAAQQQQAABBEqfgHlxbCgqU/f7/QrYAY0fnqtxwwKhU2rbLV4desWHj4uq0B55AsmpXnXvl6iUNK8TfM4yjzIHRis7K08+n88ptt+WbecXp9P2jVkz26uu3q3eul7vzv1Gl/34iE7PvFX/+2OEZqyZV2TOLSs30r0tLtX35wzW0A73qEe9jrKC/4k/h02gQnQ5XXnUWco84ymNPP0RXVj/VHmtHb/e2bIsJ7aysqadZNkggEBEC5jnlSkmCbM3xdQpCCCAAAIIHCqB0jzP+g2b9Nk347V2/YbSHCaxIYAAAggggAACCCCAAAIIIFDqBQgQAQQQQAABBBBAAIFIF9jxE2KRngnxI4AAAiUnwMgIIIAAAggggAACCCCAAAIIIOB+ATJEAAEEEEAAAQQQQAABBBBAAAH3C5AhAggggAACCOyjgKdiRZXrfoFijm0uKy5uH6+iGwIIIIAAAgggUCoECAIBBBBAAAEEEEAAAQQQQAABBNwvQIYIIIAAAggggAACCCCAAAIIIFDKBAq+KNbU/X6/AnZA44fnatywHcG27RavDr3idzQUXeNMhAokp3rVvV+iUtK8TgY5yzzKHBij7Kw8+Xw+p9h+W7adX5xO2zdm7Wyvum733eIpunPCCzr+k+t198SX9MOSqUXmWKt8NfU56mx9cNoAfdr5cf2nSVfVr1Aj3D9XZec/v/zhvA9F5Y7gPSpqnrZVm2hQuxv05wVv6eHWV6lZpfpFdQ23W5YVrlNBAAEESrtA6OuwZfHsKu33ivgQQAABlwmU6nRWr8nR59+O18ZNW0p1nASHAAIIIIAAAggggAACCCCAQCkXIDwEEEAAAQQQQAABBCJewBPxGZAAAgggUOICTIAAAggggAACCCCAAAIIIIAAAu4XIEMEEEAAAQQQQAABBBBAAAEEEHC/ABkigAACCCCAAAIIIIAAAggggID7BcgQAQQQQAABBBBAAAEEEEAAAQTcL0CGCCCAAAIIIIAAAggggAACCCBQmgRCL4s1MZm63+9XwA5o/PBcjRtmWvNL227x6tArPv9gr1s6RLJAcqpX3fslKiXN66SRs8yjzIExys7Kk8/nc4rtt2Xb+cXptH1j1tD2asTv/lw9V09OG64On92gK356VO/9+702+Xb/0sjEqHidW/sEvXji7frxnOf1UOs+aletacQbRFoCs9cvKhRyhZhyuqLRmco88ymNPP0RXVj/VHktfpVzISQOEEAg4gVCX3sty4r4XEgAAQQQQCASBUp3zLl5eU6AMdHRzp4NAggggAACCCCAAAIIIIAAAggciADXIIAAAggggAACCCAQ+QL81Fjk30MyQACBkhZgfAQQQAABBBBAAAEEEEAAAQQQcL8AGSKAAAIIIIAAAggggAACCCCAgPsFyBABBBBAAAEEEEAAAQQQQAABBNwvQIYIIIAAAggggAACCCCAAAIIIOB+ATJEAAEEEEAAAQQQQAABBBBAAIFSIxB6YawJyNT9fr8CdkDjh+dq3DDTml/adotXh17x+Qf7sqVPxAskp3rVvV+iUtK8Ti45yzzKHBij7Kw8+Xw+p9h+W7adX5xO2zdmLW2vRtxu2ebVeuOf0erx7X0668s79fyMUZqXs7TIPNpVb6qHW/fRd+c8pxdPvF3n1j5BMZ7oIvtzomQF5qxf5EzQtmoTDWp3o/7o/qb6t7lazVLqO+1sEEAAAQQQQAABBBBAoJgFSvlwR6RV1R3X9VRKcvlSHinhIYAAAggggAACCCCAAAIIIFCKBQgNAQQQQAABBBBAAAEXCHhckAMpIIAAAiUqwOAIIIAAAggggAACCCCAAAIIIOB+ATJEAAEEEEAAAQQQQAABBBBAAAH3C5AhAggggAACCCCAAAIIIIAAAgi4X4AMEUAAAQQQQAABBBBAAAEEEEDA/QJkiAACCCCAAAIIIIAAAggggAACpUOg4EvaTd3v9ytgBzR+eK7GDdsRY9tu8erQK35Hwz7U6OIOgeRUr7r3S1RKmtdJKGeZR5kDY5SdlSefz+cU22/LtvOL02n7xqyp7dVSv/MHbI1eOEE3/fKs0j+6WvdPGaKJK2YWGXejpFq6sen5+qzzE/rg1AG68qizVaNclSL7c+LQCfSo11GZZz6lkac/ogvrn6IoT/7aPXQRMBMCCCCAAAIIIIAAAmVLoLRnWy4hTo3qH6HoqKjSHirxIYAAAggggAACCCCAAAIIIFBqBQgMAQQQQAABBBBAAAE3CHjckAQ5IIAAAiUowNAIIIAAAggggAACCCCAAAIIIOB+ATJEAAEEEEAAAQQQQAABBBBAAAH3C5AhAggggAACCByAgG/xIm35/jtt/eXnA7iaSxBAAAEEEEAAgUMuwIQIIIAAAggggAACCCCAAAIIIOB+ATJEAAEEEEAAAQQQQAABBBBAAIFSIFDw5eym7vf7FbADGj88V+OG7Qiwbbd4degVv6Nh32r0cpFAcqpX3fslKiXN62SVs8yjzIExWpmVJ5/P5xTbb8u284vTafvGrK3t1VK5+zX7bw387U21+/gaXTv2x6FsNwAAEABJREFUSX2cNUaB4H+7C7ZKfJJ61j9Fr2X01XdnP6e7m/dSi8oNd9eVtsMo0L/N1WqWUv8wRsDUCCCAAAIIIIAAAgiUKQGSRQABBBBAAAEEEEAAAQQQQAAB9wuQIQIIIIAAAggggAACrhDwuCILkkAAAQRKTICBEUAAAQQQQAABBBBAAAEEEEDA/QJkiAACCCCAAAIIIIAAAggggAAC7hcgQwQQQAABBBDYXwFf1jwt73SqVt90gza+89b+Xk5/BBBAAAEEEEDgMAgwJQIIIIAAAggggAACCCCAAAIIuF+ADBFAAAEEEEAAAQQQQAABBBBA4HALFHwpu6n7/X4F7IDGD8/VuGE7okvvGqcOveJ3NOxzjY5uE0hO9ap7v0SlpHmd1HKWeTR6YIxWZuXJ5/M5xfbbsu384nTavjFrbHu1VOwWblyhIbM+0zlf3aWuX9+rl//6RMs2r95tbFEer06p0UqPp1+vb858Vk+1u1Gn1Wyz2740IoAAAggggAACCCCAAAJlT6D0Z/zz5Om6/8nXSn+gRIgAAggggAACCCCAAAIIIIBAqRUgMAQQQAABBBBAAAEE3CHgcUcaZIEAAgiUkADDIoAAAggggAACCCCAAAIIIICA+wXIEAEEEEAAAQQQQAABBBBAAAEE3C9AhggggAACCCCw3wJRtWpL3vxftOrLytrv67kAAQQQQAABBBA45AJMiAACCCCAAAIIIIAAAggggAAC7hcgQwQQQAABBBBAAAEEEEAAAQQQOKwCBV/Gbup+v18BO6Dxw3M1btiO0NK7ximjd8KOhv2p0deVAsmpXnXvl6iUtPyfTc1Z5tHogTFamZUnn8/nFNtvy7bzS0EEs9YKHh/q+lZ/rj6dP05XjXlcx39ynfpPfV3TVs0pMowWlRvq9mMv0ugzn9IbHe/TJUeersrxFYvszwkEEEAAAQQQQAABBBBAoEwKREDSW7flauXqtREQKSEigAACCCCAAAIIIIAAAgggUEoFCAsBBBBAAAEEEEAAAZcIeFySB2kggAACJSLAoAgggAACCCCAAAIIIIAAAggg4H4BMkQAAQQQQAABBBBAAAEEEEAAAfcLkCECCCCAAAIIHICA16uoGjWdC31Ll0h+v1NngwACCCCAAAIIlFYB4kIAAQQQQAABBBBAAAEEEEAAAfcLkCECCCCAAAIIIIAAAggggAACCBw+gYIvYTd1v9+vgB3Q+OG5GjdsR1zpXeOU0TthR8N+1ujuXoHkVK+690tUSprXSTJnmUejB8ZoZVaefD6fU2y/LdvOL06n7Ruz5rZXD9luwvIZum/yq2rzYR/d+PPT+nrRpCLnrpVYTZc1PEPDT3lQn3V+Qrccc4GOTqpTZH9OIIAAAggggAACCCCAAAJlXSAS8s/N8yk2JjoSQiVGBBBAAAEEEEAAAQQQQAABBEqlAEEhgAACCCCAAAIIIOAWAY9bEiEPBBBAoAQEGBIBBBBAAAEEEEAAAQQQQAABBNwvQIYIIIAAAggggAACCCCAAAIIIOB+ATJEAAEEEEAAgQMUiKpbN/9Kv195C+bn19kigAACCCCAAAKlU4CoEEAAAQQQQAABBBBAAAEEEEDA/QJkiAACCCCAAAIIIIAAAggggAACh0mg4MvXTd3v9ytgBzR+eK7GDdsRVHrXOGX0TtjRsP81rnC5QHKqV937JSolzetkmrPMo9EDY7QyK08+n88ptt+WbecXp9P2jVl726sltpubs0QvzBilUz6/SRd8d7/enP2l1uVu3O185aMTdHat9nqm/U366qyn9chx1+ik1Oa77UsjAggggAACCCCAAAIIIIBAIYGIODjz5HQNHnBTRMRKkAgggAACCCCAAAIIIIAAAgiUQgFCQgABBBBAAAEEEEDANQIe12RCIggggECxCzAgAggggAACCCCAAAIIIIAAAgi4X4AMEUAAAQQQQAABBBBAAAEEEEDA/QJkiAACCCCAAAIHKhBdu074Ut/8+eE6FQQQQAABBBBAoPQJEBECCCCAAAIIIIAAAggggAACCLhfgAwRQAABBBBAAAEEEEAAAQQQQOBwCBR86bqp+/1+BeyAxg/P1bhhOyJK7xqnjN4JOxoOqMZFZUEgOdWrHv0SlZLmddLNWebR6IExWpmVJ5/P5xTbb8u284vTafvGrMHt1WLb5eRt0gf//qBLvn9YHT+7UU9MG67Z6xcVOX67ak3Vt8Wl+uKMQXrppDvVvV5HlY9m7RcJxgkEEEAAAQQQQAABBBBAYBcBGhBAAAEEEEAAAQQQQAABBBBAwP0CZIgAAggggAACCCCAgHsEPO5JhUwQQACBYhZgOAQQQAABBBBAAAEEEEAAAQQQcL8AGSKAAAIIIIAAAggggAACCCCAgPsFyBABBBBAAAEEDlggqm7d8LW++VnhOhUEEEAAAQQQQKDUCRAQAggggAACCCCAAAIIIIAAAgi4X4AMEUAAAQQQQAABBBBAAAEEEEDgkAsUfNm6qfv9fgXsgMYPz9W4YTvCSe8ap4zexfAC9B1DUnO5QFKqVz36lVdKmtfJNGeZR6MHxmhlVp58Pp9TbL8t284vTqftG7MWt1cPajdm6TTdPuF5tRh1hbMfu2xakeMdlVRb1zY+TyNPe0QfnDZA1zfpqnoV0orszwkEEEAAAQQQQAABBBBAAIE9CETIqZWr1mr+4uUREi1hIoAAAggggAACCCCAAAIIIFDKBAgHAQQQQAABBBBAAAEXCXhclAupIIAAAsUqwGAIIIAAAggggAACCCCAAAIIIOB+ATJEAAEEEEAAAQQQQAABBBBAAAH3C5AhAggggAACCBy4QFSduuGL8+bNC9epIIAAAggggAACpU2AeBBAAAEEEEAAAQQQQAABBBBAwP0CZIgAAggggAACCCCAAAIIIIAAAodWoOBL1k3d7/crYAc0fniuxg3bEUt61zhl9E7Y0XAQNS4tWwJJqR716FdeKWleJ/GcZR6NHhijlVl58vl8TrH9tmw7vzidtm/Mmtxe3a/drLXz9cS04Wr/ybXq9cPD+uDfH5Trz9vtGFXiknRB/ZP10kl3KvPMp3Rfy8vVtlqT3falEQEEEEAAAQQQQAABBBBAYN8FIqXnlz9M1vAPv4uUcIkTAQQQQAABBBBAAAEEEEAAgVIlQDAIIIAAAggggAACCLhJwOOmZMgFAQQQKEYBhkIAAQQQQAABBBBAAAEEEEAAAfcLkCECCCCAAAIIIIAAAggggAACCLhfgAwRQAABBBBA4CAEourUDV/tWzA/XKeCAAIIIIAAAgiUMgHCQQABBBBAAAEEEEAAAQQQQAAB9wuQIQIIIIAAAggggAACCCCAAAIIHEKBgi9XN3W/36+AHdDEET6NG7YjkPSuccronbCj4eBqXF0GBZJSPerRr7xS0rxO9jnLPBo9MEYrs/Lk8/mcYvtt2XZ+cTpt35i1ub26x93qrev15uwv1e3rvjo981a9MGOUFm1cudtroiyvTqnZWgPaXK3MM5/S/9r9V2fXaq8YT9Ru+9OIAAIIIIAAAggggAACCCCw3wIRc8G2vDxFR/PvwYi5YQSKAAIIIIAAAggggAACCCBQmgSIBQEEEEAAAQQQQAABVwl4XJUNySCAAALFJsBACCCAAAIIIIAAAggggAACCCDgfgEyRAABBBBAAAEEEEAAAQQQQAAB9wuQIQIIIIAAAggcjIC3alUl3dtPVd58R5VfevVghuJaBBBAAAEEEECgBAUYGgEEEEAAAQQQQAABBBBAAAEE3C9AhggggAACCCCAAAIIIIAAAkZgX192bfpSEDhQgYLrzNT9fr8CdkATR/g0ZogdHja9a5wyeieEjw++wghlVSAp1aMe/corJc3rEOQs82j0wBitzMqTz+dziu23Zdv5xem0fWPW6PbqLruvF03S9WMHqfmoy3Xf5Fc1JXvWLn1CDS0qN9StzXrqk86P6Y2Mfrq80ZlKTagUOs0eAQQQQAABBBBAAAEEEECg2AQiZ6CmjeqoYf2akRMwkSKAAAIIIIAAAggggAACCCBQagQIBAEEEEAAAQQQQAABdwl43JUO2SCAAALFJMAwCCCAAAIIIIAAAggggAACCCDgfgEyRAABBBBAAAEEEEAAAQQQQAAB9wuQIQIIIIAAAggctEBir0sV27qNPImJBz0WAyCAAAIIIIAAAiUiwKAIIIAAAggggAACCCCAAAIIIOB+ATJEAAEEEEAAAQRKQKDgy2JDdbOnBIQBBqyB0rkGdn4Umvu0cxvHCBysQMF1Zep+v18BO6CJI3waM8QOD5/eNU4ZvRPCx8VSYZAyLZCU6lGPfuWVnJb/a3Jzlnk0emCMVmblyefzOcX227Lt/FIQy6zV0PG0VXP00NTX1HzU5bpqzOP6YuH40Kld9rXLV9dlDc/Q6xl99VnnJ3Rbswt1bKUjd+lHAwIIIIAAAggggAACCCCAQDEKRNBQ7Vs3VZdOJ0RQxISKAAIIIIAAAggggAACCCCAQCkRIAwEEEAAAQQQQAABBFwmkP+TjS5LinQQQACBgxXgegQQQAABBBBAAAEEEEAAAQQQcL8AGSKAAAIIIIAAAggggAACCCCAgPsFyBABBBBAAAEEEEAAAQQQQAABBNwvQIYIIIAAAggggAACCCCAAAIIIOB+ATJEAAEEEEAAAQRKQsCyLJmXxZpixjd7SiBsggUWrIHSuQYKPq8sK/85ZtooCBSHgPnch8Yxdb/fr4Ad0MQRPo0ZYodOKb1rnDJ6J4SPi6vCOAgkpXp0Qb8KSk7L/1W5Ocs8Gj0wRiuz8uTz+Zxi+23Zdn4JiS3bvFovzfxYZ4y+Xed8dZeGzfpcq7euD50utK8QU07n1D5eg9reoE87Pa5HjrtGp9ZsU6gPBwgggAACCCCAAAIIIIAAAiUnwMgIIIAAAggggAACCCCAAAIIIOB+ATJEAAEEEEAAAQQQQMBtAvk/1ei2rMgHAQQQODgBrkYAAQQQQAABBBBAAAEEEEAAAfcLkCECCCCAAAIIIIAAAggggAACCLhfgAwRQAABBBBAAAEEEEAAAQQQQMD9AmSIAAIIIIAAAggggAACCCCAAALuFyBDBBBAAAEEEECg2AUCgYBMMQObvSmhF8myz3+hLg44sAYO/xrw+/3hl1yb+2GeVaaYZ5cpoXpob9ooCByoQMF1ZOpm/QXsgCaO8GnMEDs8bHrXOGX0TggfF2OFoRBwBJJSPbqgXwUlp+X/utycZR6NHhijlVl58vl8TrH9tnzBZ+Sn88bqqjGPqd3H1+ix39/SjNXznDF2t2lf/Rj1bXGpPjx9oP7vxDt0YYNTVSmu4u660oZAmRFYvXadulx2na66ta82b9lSZvLeXaLZq9Yo47yLdVf/J3Z3mrbdCLz69ntq1uEszfh79m7O7luTGcO4G/99u6Jke73/6Wgdk3GWfvh5QslOtJfRzeex139uYz3uxYnTCCCAAAIRKxBRgY+b9DXpcMIAABAASURBVKf+mPlvRMVMsAgggAACCCCAAAIIIIAAAgiUAgFCQAABBBBAAAEEEEDAdQL5P9HourRICAEEEDgYAa5FAAEEEEAAAQQQQAABBBBAAAH3C5AhAggggAACCCCAAAIIIIAAAgi4X4AMEUAAAQQQQAABBBBAAAEEEEDA/QJkiAACCCCAAAIIIIAAAggggAAC7hcgQwQQQAABBBBAoHgFAoGAM6DZB/w+mWL78mTn7Sj+3FyZ4tu2TRQMWAOsgcO1BsxzyTyLzD5cbFt2sJhnmPMwC24sy1LB42ATfxHYL4GC68fU/X6/AnZAE0f4NGaIHR4rvWucMnonhI+Lt8JoCOwQSEr16IJ+FZSclv8rc3OWeTR6YLRWZuXpz5Vz9eTU4cr45EbdM/FljVkyTR7LI8v8ZwXHyP9WL1iRjkqqresad9F7pz6s90/tr+ubdHXanJNsEHCBwDujPlHDtqfusWScd7GyV63ZbbZ5wX8D+f07nvO77UQjAmVIYMuWLWUoW1JFAAEEEEDgcAlE1rzf//ybZszOiqygiRYBBBBAAAEEEEAAAQQQQACBwy5AAAgggAACCCCAAAIIuE/A476UyAgBBBA4SAEuRwABBBBAAAEEEEAAAQQQQAAB9wuQIQIIIIAAAggggAACCCCAAAIIuF+ADBFAAAEEEECg2AT8K1Zo67ix2vz1V8U2JgMhgAACCCCAAALFIsAgCCCAAAIIIIAAAggggAACCCDgfgEyRAABBBBAAAEEikkgEAjIFMsyb4aVU98wdbgW3V9Jix+orCUPVdHSh6s6ZVn/ajJl+YDqomDAGmANHK41YJ5DpoSeTZsXTZXtt2Xb+cU800LFsvKfbcX0yGSYMiRg1lAoXVP3+/0K2AFNHOHTmCE7Xgqd3jVOGb0TQl2Lf8+ICOwkkJTq0QX9Kig5Lf/X5uYs8+rdB7bpue9Ga8yS34Lr1FasFa0oeYP/eeSxPLKC/1VLSFbPeifr/068XR93ekz9Wl6m46s322l0DhFwh8AJ6W00+NEHwuWc009WhcREDbj3tnBb/3tuCbaV223C1atW0efvvKqhzzyqhPj43fahEYGDFcjdlqvnXn1Djz770sEOVeLXX37h+Zr+U6ZOPqFdic/FBAgggAACCJRZgQhLPDcvT7HR0REWNeEigAACCCCAAAIIIIAAAgggcJgFmB4BBBBAAAEEEEAAARcKeFyYEykhgAACByXAxQgggAACCCCAAAIIIIAAAggg4H4BMkQAAQQQQAABBBBAAAEEEEAAAfcLkCECCCCAAAIIFJOA369lp3XUquuuVs6zTxfToAyDAAIIIIAAAggUjwCjIIAAAggggAACCCCAAAIIIICA+wXIEAEEEEAAAQQQKA6BQCAgy7KcYuq2bcsUUy+O8RkDAQQQOBQCPp9PeXl5sv228wwzzzEzr2VZZkdBYL8FCn4dNHW/36+AHdDEET6NGWKHx0vvGqeM3gnh45KoMCYCuxNISvXogn4VlJyW/6tzPWsqquFnl6jyuhpK9MQp3hOjWCva2Z+S1loDjrtGI097RIPa3aizax2vxOj43Q1LGwKuEahzRA11PvmkcGl0ZD0llkvQyce3Dbed1O44xcbFuiZnEok8AZ/t15Rpf2pdTk7kBU/ECCCAAAIIIFDsApE24FUXna2M9s0jLWziRQABBBBAAAEEEEAAAQQQQOCwCjA5AggggAACCCCAAAJuFMj/KUY3ZkZOCCCAwIEJcBUCCCCAAAIIIIAAAggggAACCLhfgAwRQAABBBBAAAEEEEAAAQQQQMD9AmSIAAIIIIAAAsUl4PUqqkZNZzTfksWS3+/U2SCAAAIIIIAAAqVAgBAQQAABBBBAAAEEEEAAAQQQQMD9AmSIAAIIIIAAAggUm0AgEFDBooD5MYgdPweRcuINomDAGmANlMY1EHoQ+n1++Xw+5eXlKWAXfqaFnm+hvuwR2JuAWTOhPqbu9/uddTVhhE9jhtihU0rvGqeM3gnh4xKqMCwCRQokpXp0Qb8KSk7L//W50WtT1PCzS1R5XQ21TD5S1x51rl7v0FcvnXC7Lql/muqUTw2PZdZ2+IAKAggggAACCCCAAAIIIIDA4RaIuPnr1U5V5ZSKERc3ASOAAAIIIIAAAggggAACCCBwGAWYGgEEEEAAAQQQQAABVwp4XJkVSSGAAAIHLMCFCCCAAAIIIIAAAggggAACCCDgfgEyRAABBBBAAAEEEEAAAQQQQAAB9wuQIQIIIIAAAggUp0B0/fr5w/n98i1ckF9niwACCCCAAAIIHHYBAkAAAQQQQAABBBBAAAEEEEAAAfcLkCECCCCAAAIIIFD8AuZFsKbYti2zD81Q4djuqnzK3RQMWAOsgVK1BmKrNwk9ppSXl6e83Dz5/X6nBOyA8xwLPcssywr3pYLAngRCa8b0MXWzpsx6mjDCp7FDbNPslPSuccroneDUS3bD6AjsWSAp1aML+lVQclr+r9CNXpui1l9do5uqXKFL6p2moyvUlu23Zb6/M6XgaGaNFzymjkBZFHj17feUcd7FmvnPHN3cb4Aatj1Vd/V/Qpu3bFGv/9zm1EMuBduyFi7Wxdfd6vQ/JuMsvTPqk+D3ILYKth/V/jQNfOb/tGXr1tAQu+xzt+Xq6tv66fzL/6P1GzaEz5vP5z0DBum407vq3/kLC7Xf/sCjhfpv27pNb4/8RBldLnHiMTmYuokpz+cLX2sqReVrzpk5p/z+p3pc9d/wONfefp8WL1tmTu9Sfvtzpi685maZPM2cJ5zTU9+N+WWXfgUbQnPsfF3mtz8537uF+v7w8wQ163CWJv/2p2No5jD3w9wD02dfc85etca5vyZvc13BEppjxt+zw82mn1kPi5Yu09B3PlDrU7s4Fia3H3+ZWChGc9HGTZs16MUh4X5tzzhf73862nnumvN7Kmau5h3PcXL8ZPS3zjzG0cRV8Lqtudt2iWVnL9N/1eo1uu+xp9XkhM7OWCbmd0Z9op3XgOkbKtOm/6WmJ3bW80PfCjWF9xs2blKPPv9Vn5vvkfE2cZl7UtDLrO2nXhyqdmd0d+Y098l8jnI2bnTGMX3NNeZap6HAxuRvrM09CjWHPAuOd8t9A2RyC/VhjwACCCCAgHsFyAwBBBBAAAEEEEAAAQQQQAABBNwvQIYIIIAAAggggAACCLhTIP+nF92ZG1khgAAC+y/AFQgggAACCCCAAAIIIIAAAggg4H4BMkQAAQQQQAABBBBAAAEEEEAAAfcLkCECCCCAAAIIFKtAVN164fHysrLCdSoIIIAAAggggMBhFWByBBBAAAEEEEAAAQQQQAABBBBwvwAZIoAAAggggAACxSRgWZYsy3JGsyzLeaGheSmjKU4jGwQQQCACBPLy8mRK6CXX5hkWKhEQPiGWEgGzZkKhmLrf71fADmjCCJ/GDrFDp5TeNU4ZvRPCxyVaYXAE9kEgKdWjC/pVUHJa/q/R3bIiVl8/Gqvs+T75fPkl9Hy07R1r2Qxt1rrZUxAoywIbN23W48+9rO7nnqF/JnyrJx+4e48cWQsW6+4BT+rUDsfrqYfvVaO6dTTgfy/qjfdG6aa+/dWyWRMNfvQBdT2zk958/yM9/dJrKuqzFhMbow7t22hO1gItWrIsPO+69Tn686+/tS5ng2b+M6dQ+6w5/+r4tq1VsXx5bdi4Sf+556Hg/C+oTYtmeqZ/PyemurVqqv9TL6j/oMHKCz4HwgMEK0Xl+81PP6v3DbcrNzdXA/ve7oxVoUJ59bnlXi3Pzg5euePvL5Onqtf1tym5YkX976G+zpyN6tfTgiVLd3TaTc3kcs3t9yk+Lk5PPniPc12l5CTd/uBA/fDzhEJXBIL/TH3qpaFqWL+uZo77Wu/839NKiI/XgeRcaOC9HGzN3aaHnhysqX/M0MN33az+99wqr8ej/97zkP6YMSt8tYnjhnse1BsjPtR5Z5zq3PP/XNFLL70+XMOGjwz3K6pyyont9dRD96he7SPUuvkxzvVm3TRpeGT4kqJiubv/4058oY5Ll6/QxdfdGjScqLtvutYZK6N9urMGnnz+1SLX39FH1ld6y+b66eeJWr9hQ2g4Zz/73yzNmj1H3c7qpNi4WKet4Gbb1m26pd8jevejz3T1pRc6c9501eVaunyltm3NLdh1n+v9//e8Rnz0uXr36OqMd1Wvnvrqh7G68+EntHnLln0eh44IIIAAAghEpECEBW0H//eSq+98SmMm/hFhkRMuAggggAACCCCAAAIIIIAAAodRgKkRQAABBBBAAAEEEHCpQP5PLro0OdJCAAEE9leA/ggggAACCCCAAAIIIIAAAggg4H4BMkQAAQQQQAABBBBAAAEEEEAAAfcLkCECCCCAAAIIFK9AVN264QF987PCdSoIIIAAAggggMDhFGBuBBBAAAEEEEAAAQQQQAABBBBwvwAZIoAAAggggAACxSlgXkYZKgpItm07pTjnYCwEEECgJAX8Pr/My639/uA++Awzz7SSnI+x3SdQcM2YullLATugCSN8GjvEDiec3jVOGb0TwsclXWF8BPZVICnVowv6VVByWv6v0s1Z5lXmI1HKnu+Tz5dfzHNyd9/nmTW/r/PQDwE3CuRs3KhOJ5+oE9Nby7KsvaY4a/Yc3XXD1bryou46t9Mpev7xh1SrRpqeeP5V5/j26/uo88kn6aE7/uuM+cvkqVq3PqfIcZs3beycmz5rtrM3m1mz/5WJq17tIzR+8m8KfU7nLVikxUuXq23L5qabRnz8uX6Z/Kuef+xBDXrwbp11ekcnhteee1x3BmMc+fmXmvjr707f0MaMu3O+y1Zk66kXhyq9VXO9839Pq8e5ZzhjPfnAXbrt+iuD/z4M/kMxNEBwP/q7n1SpUrIevPO/Tj/jMPSZR9W7R9fg2aL/xkRF6/H775SJz1xjynMDH1BSxQoa/e1P4TzNCNu2blOTRkeq+zmd5fXmP9tM+4HkbK7b17Jm7XqlVauiwY894OR2YZez9L+H+zqXf/7ND87ebEwck6ZO09MD+un+22907vmlF3TVqGHPq0rlFNNlj6V+nVo6tcPxqhx0rJlW3bnerJtqVSuHr9tTLF9+P8bp5wt+//via+/I77c1cuhgmRjMOAPuuVVmLX765bcy68bpvNMmNi5Wp2acoBn/zNHMWXMKnTX3uHKlSmrd/JhC7aGDrEWLNfn3P3VN7wudz4KZ8z9XXqJ3X3lGKclJoW77tW/e+Gh988EbMuOY8Uz8fS65QL/+OUNz5y/cr7HojAACCCCAQKQJRFq8uXl5Tsgx0dHOng0CCCCAAAIIIIAAAggggAACCOxdgB4IIIAAAggggAACCLhVYMdP9rg1Q/JCAAEE9l2AnggggAACCCCAAAIIIIAAAggg4H4BMkQAAQQQQAABBBBAAAEEEEAAAfcLkCECCCCAAAIIFLNAdN164RF9WVnhOhUEEEAAAQQQQOAwCjA1AggggACU51y5AAAQAElEQVQCCCCAAAIIIIAAAgi4X4AMEUAAAQQQQACBYhewrB0vugy9XLLYJ2FABBBAoIQE/H6/Qi+1Ns+wULEsy3mRrDkuoakZ1gUCBdeHqZv1FLADmjDCp7FD7HCG6V3jlNE7IXx8CCpMgcB+CSSlenRBvwpKTvM61+Us8yrzkShlL/DJ58svtt8OPy+dTts3Zu1vr7JDoMwJxMbFqlmTo/c572MaH6WjG9YP969SOUVHHVlPlSulqPMpJ8my8v9tZcZt06KZVq1eozXr1of771ypXbOGGjWop/GTp8oX/J7GnJ/42zS1aNpY53U+VX/+9bfWrc8xzZr65wylVa+qhg3qav2GDfr6+7E6vk0rZbQ7zjkf2liWpXM7naLqVavqqx/GhpqdvYlr53ynz/pHC5cs1VWXXKDyieWcfmZjWZZOPel4Vata2RyGS/WqVZS9arWm/jHT+V7LnLAsSzHRUaZaZDFxd+p4YtjIdKwa9GtQt7ZWrFqlLVu3mqZwade6RaG+B5pzeMB9qBifHl3OUnTUjlzq16mlWsH7ZO6DeV5u2rxZP/48cbf2Zh0Y+32Yaq9ddhfLkfXrqFH9etqwaZNz/bIVK/XjL5N01ukdVSO1utNmNpZlqd1xLbUlN1cLFi8xTbstJ6a3VtUqlfTt2F/C93LVmrX6JbgeO57Q1jm3uwsTy5VTYmKCxk/5TetyNoS7GDev1xM+3p/Kxd3PdT5HoWssy1KrY5tq29Ztzuco1M4eAQQQQAABFwpEXErme6IqlZIUG7Pje6aIS4KAEUAAAQQQQAABBBBAAAEEEDi0AsyGAAIIIIAAAggggIBrBQ7sJ0Vcy0FiCCBQtgXIHgEEEEAAAQQQQAABBBBAAAEE3C9AhggggAACCCCAAAIIIIAAAggg4H4BMkQAAQQQQACB4haIanRUeMi8+VnhOhUEEEAAAQQQQODwCTAzAggggAACCCCAAAIIIIAAAgi4X4AMEUAAAQQQQACB4hcwL+wxJTRywXqojT0CCCBQWgXMM8vv9zsvtTZ1UyxZzktMLcsqrWETVykQMGslFIapm3UUsAOaMMKnsUPs0Cmld41TRu+E8PGhqTALAvsvkJTqUY++iUpO8zoX5yzzKnNAlLIX+OTz5RfbbzvPS9vescZNZ/MZMHsKAmVNIKlCeVWtlLLPaR9RI1XlEnZ8TYjyehUfH6eYqCjFxcSq4B+P16Ot23K1ZevWgs2F6uUTy6ldmxaaPmu2Vq9eq/UbNuiXib/qtIwTdFzLY7Uye7XmLVik3OA4U36fruZNG6tSclLwOE+r165Tk6MbKjau8LxmgvLly6lmWjUtXra80Py7y3f+osWqlJKsOrVqmksLFa/HK6/lKdTW49wz1KzJ0br1/kd0WvfL9FHm14XmKNR5p4NlK7I17N2RuuW+ATqlW2+1O6OHJv/250695ORUvVqVQu252w4s50KD7OWgUsWKSq1SeN7Y2BilJFfUilWrnDw3b96qZctXFmlv7vteptmn07u7V9HBdRafEKely1do85YtWp+zQRs3btLLb7yrhm1PLVS6X3GDtm3dprlZC4qcr0ZqNR3fppUmTPnNWU+m4x8zZ2nJipU6r9MpsizLNO1SzHXXX3qxpv4xQ207d9Nd/Z9w5jmYryV5wa9TP0/+VQP+94J69Pmvjj/7Al13x/27zE0DAggggAAC7hOIvIzig99/PnrPVWp5TMPIC56IEUAAAQQQQAABBBBAAAEEEDgsAkyKAAIIIIAAAggggIB7BQr/ZJF78yQzBBBAYO8C9EAAAQQQQAABBBBAAAEEEEAAAfcLkCECCCCAAAIIIIAAAggggAACCLhfgAwRQAABBBBAoNgFPAkJ8iQnO+P6Fsx39mwQQAABBBBAAIHDKsDkCCCAAAIIIIAAAggggAACCCDgfgEyRAABBBBAAAEESlDAvKwvVEpwGoZGAAEEilWg0HMrsGNo077jiBoChQUKrg9T9/v9CtgBTRjh09ghO16Mnt41Thm9EwpffCiOmAOBAxRITvOqR99Emb0ZImeZV5kDopQ93yefL7/Yflu2nV9Mn1Axn4VQnT0CZUXAa3nk9XgPa7ptWzZX9qrV+nf+Qi1askw5GzepSaMjVa/2EapapZKm/jlDa9av199z/1X741rKsqwDjreofL1ej6KjorQvf6pXraIRLz+rN18YpJo1quueAYOU0eUSTf97dpGXm+fLsHdHqsN5F+n1EaMUExOjPhf30KN9b9fRDevvcp0V/J7OcxB57jJgCTQkxMWVwKg7hvTux9q84sLzNfjRB3ZbTjmx/Y5Bd6pZlqWzTstw1t2s2XPlC34/9MW3P+q4Y4/R0Ufuel9Cl1uWpYu7n6tfMj/Qf67opbETJuvMi/rowUGDlRf8WhPqt6/7pctX6LxLr9NVt9yrOfPmq02LY9T3put18zWX7+sQ9EMAAQQQQCByBYgcAQQQQAABBBBAAAEEEEAAAQTcL0CGCCCAAAIIIIAAAgi4WMDj4txIDQEEENgvATojgAACCCCAAAIIIIAAAggggID7BcgQAQQQQAABBBBAAAEEEEAAAQTcL0CGCCCAAAIIIFAyAlVee1PVv/pWaWPHl8wEjIoAAggggAACCOyHAF0RQAABBBBAAAEEEEAAAQQQQMD9AmSIAAIIIIAAAgiUpIBl5b9I0rLy9yU5F2MjgAACxSVgXigbGsuy8p9fBdtC59gjEBIouD5M3e/3K2AHNGGET2OH2KFuSu8ap4zeCeHjQ1lhLgQORiA5zasefRNl9macnGVeZQ6IUvZ8n3y+/GL7bdl2fjF9QsV8JkJ19gggcGgEjm5YX7WPqKGJv03T+Cm/qU6tmjoitbqSkyqqXesWmvL7dM2a86+8lkctjmnsBBUTG61KyUmaOWu2tm3d5rQV3GzYsEmLl65Qgzq1FR8XV/DULvXyiYlavXqtlixbscu5rbnblBt8bux8wuv1OLG9MfhJffb2K4qPjdUTg1/W5i1bdu7qHK/MXq23P/hE3c7qpB8/Hq4nH7hbF3c/VxknpCshPt7ps7fNgea8YNGSXYaem7Vgl7Z9bYiK8iohIV4z/5kjX/B7iJ2v27hp885NJXZs7m1cbIxi42LV+eSTdlvq16m1x/mbNTlKRzWop8xvfwqugeWa/Nsfzn0yY+7xwuDJpIoVdNPVl2nMx+/q+isu0Xsffa6xEyYHz+z4O38nf/N1Zt78RTs6BGtffPujFi9ZpveHDNZbLz6lu268Rmed3lFH1qsTPMtfBBBAAAEE3C0Qidlt25anf/5dpK3bciMxfGJGAAEEEEAAAQQQQAABBBBA4JALMCECCCCAAAIIIIAAAm4W8Lg5OXJDAAEE9kOArggggAACCCCAAAIIIIAAAggg4H4BMkQAAQQQQAABBBBAAAEEEEAAAfcLkCECCCCAAAIIlJBAdMNGijpiz78Ur4SmZlgEEEAAAQQQQGBnAY4RQAABBBBAAAEEEEAAAQQQQMD9AmSIAAIIIIAAAgiUuIB5GZ8pJT4REyCAAALFLGCeXaYU87AM5zKBgmvE1P1+vwJ2QBNG+DR2iB3ONr1rnDJ6J4SPD3GF6RA4aIHkNK969E2U2ZvBcpZ7lTkgStnzffL58ovtt2Xb+cX0CRXz2QjV2SOAQMkLJFWsoGaNj9KEX3/XT79MUof2bRQTG+NM3P64lprzb5Y+/+oHHVm/rqpVquS0VyxfXhkntNUvU6bqpwmTnbbQxnyGP/v6e63MXqWTT2wXai5yf8zRDRUVFaWRn32pvODzIdTRH3xGvP9JplatXhNqcva5O73otVGDemp1bFOtWbte23Y651wQ3Kxdv17rczaozhE1FB2cK9jk/J01+19N/+tvp763zf7mHBMbrUrJSfpnzjytW58THt7Uv/lhXPh4fyuh+zVm/GTN/Ht2ocvnLVikD7/4qlDb3g5WBO/Tlq1b99Ztt+drVq+mY45upMxvftSSZct322dvjSHXiVOn6aPMb4L3J1qtmx+zx8t8we+fTAl1io2L1SkntZfZr1yVv14qViivxMRy+mPGrELrauGSpRo3aUroUme/YNESVaxYXtWqVHaOzcasxcxvfzRVCgIIIIAAAm4WiMjcFi/P1lMvv6/s1esjMn6CRgABBBBAAAEEEEAAAQQQQOAQCzAdAggggAACCCCAAAKuFvC4OjuSQwABBPZZgI4IIIAAAggggAACCCCAAAIIIOB+ATJEAAEEEEAAAQQQQAABBBBAAAH3C5AhAggggAACCCCAAAIIIIAAAgi4X4AMEUAAAQQQQAABBBBAAAEEEEDA/QJkiAACCCCAAAIIIIAAAgggsLOAZVk7N3GMwG4FzAuRQydM3e/3K2AHNGGET2OH2KFTSu8ar4zeCeHjQ12Z9N0f6nLUDZozfcGhnnqv863NXq+B/3lFnWtfrctP7Ku1q3L2ek2kdpj0Xem9D/tqmpzmVY++iUoJ7s01Ocu9yhwQpez5Pvl8+cX227Lt/GL6hIr5jITq7BFAoGQFLMvSaRnH648ZszRj1mw1b9o4PGHD+nWd+tc/jlWbFscoJjbGOTabyy88X+mtmuu/9z6sOx9+Qpnf/KjPvv5eV958j576v6G69bor1b5NS9N1j+WoI+ury1mn66PMr9UneK0Zw5Srbr1Xs2b/q5TkioWuf3DQYPW55V5nrq9+GKtnXnldZn96xxOUVLFCob6hgxqp1dWgbm393+vD9cKwt53+T7/8mu577GlVq1Il1G2v+/3JuWL58jrz9I76c9Y/ump7vCM/+1K9brhdlVKS9zpXUR0sy9KlF3RVTHS0ev/njnA+//facF17+31q0ujIoi4t1B4fF6eaqamaNHWa3hjxoYaP+lRT/5hRqM/eDmLjYnXTtZdrfc4GndPrGpkYzL0wa+GRp1/ULfcN0OYtW/Y2jDp3PEnbtm1z4uh4QltVrVJpj9f8PedfnX3xVeH5zHrp/+RgVUgsF1xzLZxrU6tV1akdjteX34/RTff2d9bnWx98rKtv7eusBafT9k371i21YuUq3RVcx2YsUy6+9latXrt2ew92CCCAAAIIuFUgMvPKzfU5gcfGRDl7NggggAACCCCAAAIIIIAAAgggsCcBziGAAAIIIIAAAggg4G4Bj7vTIzsEEEBgHwXohgACCCCAAAIIIIAAAggggAAC7hcgQwQQQAABBBBAAAEEEEAAAQQQcL8AGSKAAAIIIIAAAggggAACCCCAgPsFyBABBBBAAAEEEEAAAQQQQAABBNwvQIYIIIAAAggggAACCCCAAAIIIHBAAgVfZm7qfr9fATugCSN8GjvEDo+Z3jVeGb3jw8fFWTHzZs1arMdufFXnHX2j8xJ98yJ9U67M6Kesv5fkT1dKt9u25umZu9/SlB/+1NX9euj8q0+TN4pf3VpKb1c4rOQ0r7r3TVRKcG8ac5Z7lTkgStnzffL58ovtt2Xb+cX0CRWzZkN1Wb6H8AAAEABJREFU9gggULICDevXVeVKKWrWpJHq1T4iPFm1SpV0ZPCc1+tV+zYtw+2mUj6xnF4eNEC3XnuFfp44Rbc+MFB3PPiYNm7erKHPPKqrel0gy7JM1z2WqODY9992gx6440bNW7jIGaP/oOfVpNGRuv/2GxUXE1vo+uNaNtO/8xc6/W7q21+fffW9Btx7q264sneR85lYn3zwbjU9uqEGD3lT5rp/5szT4IEPKLV6lULj7+nAjLM/OV96QVfdfdO1mr9oiRPv/14aqusvu0QXdDlzT9Ps9VzjRg008rUXlN6quV4Y9paTz4/jJ+qJB+5S6+bH7PV608GyLN1y7eVq2aypnnnldT3+wqs6kOfusY2P0ntDnlOrY4/R4KFvOLHc1f8Jzfxnjs4/u7Pi4+LMdHsstWqkqnHDBvL7fTqv0ylF3sfQINUqV1b9urX14mtvO/PdO2CQ0lKracQrz6p2zRpON7Ou7r3pWl1+4fkaO2Gysz7f/fAzPXLv7Tr+uFZOn9Dm9JNPdO7TX//Mde7To8/+n7qfe4Yu73l+qAt7BBBAAAEE3CkQoVlVSi6vc05rL/O9WYSmQNgIIIAAAggggAACCCCAAAIIHDoBZkIAAQQQQAABBBBAwOUC/BSpy28w6SGAwL4J0AsBBBBAAAEEEEAAAQQQQAABBNwvQIYIIIAAAggggAACCCCAAAIIIOB+ATJEAAEEEEAAAQQQQAABBBBAAAH3C5AhAggggAACCCCAAAIIIIAAAgi4X4AMEUAAAQQQQAABBBBAAAEEEEBg/wUKvkzX1P1+vwJ2QBNG+DR2iB0eML1rvDJ6x4ePi7NiXp4/5JGRur7zw/p17Eyln3yMbnzkEvW593ydfsEJqpCUKL/P70xZWjdL5i3X9EmzdcnN5+j8a07XOZd2dOIurnhzt+Xprac/1Sv93y+uIfdpnMnf/6n7LntOa1fl7FP/SOyUnOZV976JSgnuTfw5y73KHBCl7Pk++Xz5xfbbsu38YvqEivnMhOrsEYhUgWt6X6ifPn1XVSqnFEqhqPaE+Hi9839P68kH7g73311b6KTpV9T4f47JVNOjGoa6Frk/Ii1V4zM/cOY1c4U6xsTGaMjTA1XUOPFxcbr+iks04ctRmj3xO6eMHPq8TmzbRpZlhYZx9kXla05GR0WpV/cu+vnz950xfv3uE91xw1Wqc0QNx87kaPqZ0vXM0/XTJ8OdfmZOU+92VieZMcz5okrdWjX17svPhK975X+PqGGDuk7OxjuU98kntCsyXzP2/uRsYupzcQ+ZfEysE7/8UGedlqFTTmy/yxxF+Zi4THymmLqJwRSTj7k3f4//1snJuLds1kRmnKLul7muYKletUrYZPpPmWrd/BjntBljd2vKzG/iMMXUnc7BTYO6tZ11Eopl5s9facQrz+52HQS77/I3Ni5Ww557XDPGfaXmxzTe5fzJO90T81l68fGHZOYxrmY/+NEHVKtGWqFrzb3qe8v14X5fvf+6jmvZzDEqmN/u7lPP887UqR2Od2zN/GZgk7PJveB6NO0UBBBAAAEEIlUgUuOuWjlZ557eXvFxMZGaAnEjgAACCCCAAAIIIIAAAgggcMgEmAgBBBBAAAEEEEAAAbcLeNyeIPkhgAAC+yBAFwQQQAABBBBAAAEEEEAAAQQQcL8AGSKAAAIIIIAAAggggAACCCCAgPsFyBABBBBAAAEESljAzsnRtkkTtemjUSU8E8MjgAACCCCAAAJFCnACAQQQQAABBBBAAAEEEEAAAQTcL0CGCCCAAAIIIIAAAggggAACCCCwnwIFX15u6n6/XwE7oAkjfBo7xA6Plt41Xhm948PHxVnx5fn18kMj9NHQb9X71nP17uSn1PfFa3V27wz1uK6zbht0mZ795F41aFrLTFtqy/o1G7V10zbVOjK1RGK0fbamT5ytDes2lcj4RQ26YPZSLQwWsy6K6uOG9uQ0r7r3TVRKcG/yyVnuVeaAKGXP98nnyy+235Zt5xfTJ1TMZydUZ48AAggggAACCCCAAAIIIFAsAgyCAAIIIIAAAggggAACCCCAAALuFyBDBBBAAAEEEEAAAQRcL+BxfYYkiAACCOxVgA4IIIAAAggggAACCCCAAAIIIOB+ATJEAAEEEEAAAQQQQAABBBBAAAH3C5AhAggggAACCJS0wMoLzlf2lZdp7UMPSH5/SU/H+AgggAACCCCAwG4EaEIAAQQQQAABBBBAAAEEEEAAAfcLkCECCCCAAAIIIIAAAggggAACCOyPQMGXlpu63+9XwA5owgifxg6xw0Old41XRu/48HFxVyZ994e+fv9n9bn3fF1889mKjYvewxSl91Tu1lwZx9IbIZHtTSA5zavufROVEtybvjnLvcocEKXs+T75fPnF9tuy7fxi+oQK9z4kwR4BBBBAAAEEEEAAAQQQKA6ByB3jz1n/6p0Pv43cBIgcAQQQQAABBBBAAAEEEEAAgUMmwEQIIIAAAggggAACCLhfwOP+FMkQAQQQ2IsApxFAAAEEEEAAAQQQQAABBBBAwP0CZIgAAggggAACCCCAAAIIIIAAAu4XIEMEEEAAAQQQKHGBqHr18ufw+5U3Pyu/zhYBBBBAAAEEEDiUAsyFAAIIIIAAAggggAACCCCAAALuFyBDBBBAAAEEEEAAAQQQQAABBBDYZ4GCLys3db/fr4Ad0IQReRo7xA6Pk941Xhm948PHxV3ZtjVPX44YqyOPqa1OF54gy7L2PMUezq7NXq9n735LZze4Tp1rX61LjrtTn735g3x5/vBVJtfpk2frtvOf0Jl1rwn3G/P5FJlzoY6TvvtDXY66QdMnzdbLD7/n9L3zgkHaumlbqEt4v2blel3a7m492OcFp83szfxP3faac7x5wxYNe+xDXdjyNmc+M++jN7wiE6/TYftmybwVeuCK58Pxn9/sZn00NP+FgSNf+kpdGt/oxPPdhxOcccwcJs7tlzvj7S1/039f85ozfYFjMOzxD7Vy6Rpd3OYOZ95QXqF5bb+tnz6d7HibmEzcH776TSF30zd7+Vrn/px39I3OOOY+vdL/fW3bvMM0ZGnyXThnqe7o/qTT15g9cfNQbVi3yQxVoiU5zavufROVEtybiXKWe5U5IErZ8/Pk8/mcYnK2bVummD6hUnANhdrYI4AAAggggAACCCCAAAIIHIBABF+yInudfpkyI4IzIHQEEEAAAQQQQAABBBBAAAEEDpEA0yCAAAIIIIAAAgggUAYEPGUgR1JEAAEE9ijASQQQQAABBBBAAAEEEEAAAQQQcL8AGSKAAAIIIIAAAggggAACCCCAgPsFyBABBBBAAAEESl4gum698CS+efPCdSoIIIAAAggggMChEmAeBBBAAAEEEEAAAQQQQAABBBBwvwAZIoAAAggggAACCCCAAAIIIIDAvgkUfEm5qfv9fgXsgCaMyNPYIYHwIOld45XROz58XBKVtSvX6d+/FqvFiY1VISlxr1MU1WHFktW6vceTmvT9n7qqXw/1e+k6tel4jP7vgREa+uhImTzNtXNnLNQDVzyvuPgY3fF0H9317FVKqlxeT9w0RJO++9N0CRdzzWuPf6S6R9XUF3Nf1qAP7lRcudjw+VClXIUE/fex3upxXWenyezN/Odc2tE5/r8HRyhz+Bidd/kpTlzdg/1+Hj1Vg259TVs3bXP6LJi9VLd2e1zrV+fotkFX6J7nr1G7U4/VornLnPPppx2rO5/to5r1qqtpmyOdccwc9ZvWds7va/6m877mVf2Iyrp78NXq2CVd5Som6ObHL3XmDeUVGuu9F0fr49e+U597uzue1WtW0pCBIzXmiymmi1NMnk/eNFS/jZ2pK+7q6oxzcpe2+njYd3o12Nfvs51+oc30yXP00FUvql2nFk7fU89vrx8/maQX7x+unfuGrinOfXKaV937JioluDfj5iz3KnNAtLLn58nn8znF9tuy7fxi+oSK8Q3V2SOAAAIIIIAAAggggAACCByYQCRflZuXp5iYqEhOgdgRQAABBBBAAAEEEEAAAQQQOCQCTIIAAggggAACCCCAQFkQ8JSFJMkRAQQQ2IMApxBAAAEEEEAAAQQQQAABBBBAwP0CZIgAAggggAACCCCAAAIIIIAAAu4XIEMEEEAAAQQQOAQCUfXqhWfJy5oXrlNBAAEEEEAAAQQOkQDTIIAAAggggAACCCCAAAIIIICA+wXIEAEEEEAAAQQQQAABBBBAAAEE9kGg4MvJTd3v9ytgBzRhRJ7GDgmER0jvGq+M3vHh45KqbFi/WVs2blGtBmn7MsVu+/h9tt597gvZ/oCe/eRedbniFJ14Zivd/HhvXXFXV33/0UQt+ne5c21UdJRuH3SFBr59i07umu6Ufi9ep/JJiRrzxRQZE6djcLNta54aNK2l0y84Xh5v0b+CNTYuWm0ymqppmwbBq+TszfyNmtd1jo9qUU/Dfhygi246y4nLxHT+NZ00c8ocLZi7zOnz65iZ2rZlm/4z4BInpoxz2+iOp6/U9Q9f5Jyv1SBVx5/eQslVKqh6rcrOOGaOytWTtD/5m8H2Na/ySeXU7vTmqndUTZUrF6f0U5o584byCo21ZdM2Pfr2rU7cxrTf/12nlKoVNebTycrdlme6OaXDOW005Pv+Ct2fmx7rrXadWmjSd39ozar1Tp/QZubUubr7uat0/tWnyeRp+p54VmtNHfuXlsxfEepWovvkNK+6901USnBvJspZ7lXmgGhlz8+Tz+dziu23Zdv5xfQJlYLrKNTGHgEEEEAAAQQQQAABBBBAYJ8FIrpj25ZH66Yrz4/oHAgeAQQQQAABBBBAAAEEEEAAgUMgwBQIIIAAAggggAACCJQJAU+ZyJIkEUAAgSIFOIEAAggggAACCCCAAAIIIIAAAu4XIEMEEEAAAQQQQAABBBBAAAEEEHC/ABkigAACCCCAwKEQiK5TNzyNb35WuE4FAQQQQAABBBA4NALMggACCCCAAAIIIIAAAggggAAC7hcgQwQQQAABBBBAAAEEEEAAAQQQ2JtAwZeSm7rf71fADmjCiDyNHRIIX57eNV4ZvePDx4eiUq583D5Ms/su2UtXa/IP05VxbhtVq1kp3MmyLDU/obFyt+Zq2fyVTnvdo2rohDNbyrIs59hsUqpWVK0jU7Vq2Vpt25yrgn+atz+qUN+C5/a1fnbvDCVXqRjublmWmrZpoG1b87Que73TXqlaknK3+TTt579k+22nzWxiYqPNbo9lf/IPDVQceYXGOieYX7kKO9ZLtZqV1bh1fW3ZvE22Lz+XuHKxMg6xCbGhyxQV7VXjFvW0cf3moENOuN1Ujut4jBoeW8dUnWL6tjj+KJl7uWXTNqftUGyS07zq3jdRKcG9mS9nuVeZA6KVPT9PPp/PKeZ+2bYtU0yfUDGfsVCdPQIIIIAAAggggAACCCCAwP4IRHbfSskVVb9OWmQnQfQIIIAAAggggAACCCCAAAIIlP2SjwYAABAASURBVLgAEyCAAAIIIIAAAgggUDYEPGUjTbJEAAEEihCgGQEEEEAAAQQQQAABBBBAAAEE3C9AhggggAACCCCAAAIIIIAAAggg4H4BMkQAAQQQQACBQyIQVbdeeB7fvHnhOhUEEEAAAQQQQOCQCDAJAggggAACCCCAAAIIIIAAAgi4X4AMEUAAAQQQQAABBBBAAAEEEEBgjwIFX0Zu6n6/XwE7oAkj8jR2SCB8bXrXeGX03vEy9/CJEqp4vR5ZwZL195K9z1BEjw3rN2vLxi1674XR6lz76kLl5nMHatvWPC2csyx8dfayNfrw1W/06A2v6PIT+6pn69s1fdLs8PlQJTYuWpXTUkKHB7z35fk1dexMvfTgCN183qO6uM0derDPC4XGa5PRVCed3VqvP/mxLmp9h0a+/JVy1m0s1Keog/3Nv7jyMvHsbixvlEdx8bFasWiVNm/aaro5ZdvmbRqX+aueu/dt/eeM/urZ4jYNe/xD59zOm3pH1ZRlWYWaK1VLcu7luuz1hdpL+iA5zavufROVEtybuXKWe5U5IFrZ8/Pk8/mcYvtt2XZ+MX1CxXzWQnX2CCCAAAIIIIAAAggggAAC+yhANwQQQAABBBBAAAEEEEAAAQQQcL8AGSKAAAIIIIAAAgggUEYEPGUkT9JEAAEEditAIwIIIIAAAggggAACCCCAAAIIuF+ADBFAAAEEEEAAAQQQQAABBBBAwP0CZIgAAggggAACh0bAk5IiT0KCM5nv37nOng0CCCCAAAIIIHCoBJgHAQQQQAABBBBAAAEEEEAAAQTcL0CGCCCAAAIIIIAAAggggAACCCBQtEDBl5Cbut/vV8AOaMKIPI0dEghfmN41Xhm948PHh6JSOTVZVVJTNGPybOfl7nuac2/nul11mvq9dN1uS/ppx8rk/uGr36h327v10dBvFRMbre7XnK5bn7hM9ZscscvwlmXJ47F0MH9WLFmtG87sr/sve07z/1mqY9Ib6pr7e+rS284rNGy5CvG65/mr9dJXD+rY9o30+hMf6eLWd+iXL38r1G9PB3vLP3StZVkHnZe2/7Esa5/Gmv3nfPVuf4+euHmo1q3KUbvTm+vGgZfojItOVCT8SU7zqnvfRKUE9ybenOVeZQ6IVvb8PPl8PqfYflu2nV9Mn1Ax6y5UZ48AAggggAACCCCAAAIIILB3gUjv8fr7X2ng4HciPQ3iRwABBBBAAAEEEEAAAQQQQKBEBRgcAQQQQAABBBBAAIGyIuApK4mSJwIIILAbAZoQQAABBBBAAAEEEEAAAQQQQMD9AmSIAAIIIIAAAggggAACCCCAAALuFyBDBBBAAAEEEDiEAlGNjnJm8ySnyN640amzQQABBBBAAAEEDoEAUyCAAAIIIIAAAggggAACCCCAgPsFyBABBBBAAAEEEEAAAQQQQAABBIoQKPjycVP3+/0K2AFNGJGnsUMC4avSu8Yro3d8+PhQVSokJ+qks1vpt3F/acoP0/c0bZHnYuNjFB0brZi4aJ14ZqvdlloNUrV6xXp99sYPOq17e735y+O64+krdXbvDKWffIziEmKLHP9gToz9bIpWLFqlZz6+V0+8d7uu6ttdGee2Ue2GabsMa1mW6h5dU31fvFZvTnhC9ZvU0qsDPtCq5et26VuwYV/zL3jNoaybdff5mz8qoXy8hv00UA8OuUG9bz3XuU/ValY+lKEc1FzJaV5175uolODeDJSz3KvMAdHKnp8nn8/nFNtvy7bzi+kTKsYgVGePAAIIIIAAAggggAACCCCwR4GIP5mbl6eY6OiIz4MEEEAAAQQQQAABBBBAAAEEEChBAYZGAAEEEEAAAQQQQKDMCHjKTKYkigACCOwiQAMCCCCAAAIIIIAAAggggAACCLhfgAwRQAABBBBAAAEEEEAAAQQQQMD9AmSIAAIIIIAAAodSIOXRx1Xj12mq/s338iQmHsqpmQsBBBBAAAEEyrQAySOAAAIIIIAAAggggAACCCCAgPsFyBABBBBAAAEEEEAAAQQQQAABBHYnUPCl46bu9/sVsAOaMCJPY4cEwpekd41XRu/48PGhrnS68ETVqFtNT902TBO//UMm1l1jKLqlWs3KanRsHf302RStWLy6yI45azYoZ/0mZ66oaG+437+zFmn2tPnh4+KsLM5aocSKCUqpnhQe1pfn10+fTwkfm0penq9Q3lWqJ6vdac21edNWbd64xXQJl1XL12nb5m3h433NP3zBAVQ25GzWulU5B3CllLslV9nL1qpStYqqkFQuPEbOuo2a8M3v4eNIqCSnedW9b6JSgnsTb85yrzIHRCt7fp58Pp9TbL8t284vpk+o7O+6Dl3HHgEEEEAAAQQQQAABBBAoWwKRn221ysmqVytV/EEAAQQQQAABBBBAAAEEEEAAgaIEaEcAAQQQQAABBBBAoOwIeMpOqmSKAAII7CTAIQIIIIAAAggggAACCCCAAAIIuF+ADBFAAAEEEEAAAQQQQAABBBBAwP0CZIgAAggggAACh1QgqlZtWfGH7xcEH9JkmQwBBBBAAAEESo8AkSCAAAIIIIAAAggggAACCCCAgPsFyBABBBBAAAEEEEAAAQQQQACBCBZYsXKt3v/4J23esuOF7sWRTsGXjZu63+9XwA5owog8jR0SCE+R3jVeGb0P78/2mZfd3//qf1QlLUUPXfWCruzQT68O+EDmhf4jX/5KT932mm44s7/mzlgYjrtgJTYuWr1vO08b1m/S9Z0f1ojBmRo3eqpz/csPvadHb3hFWzdtU7WalVWrQareeyFTw5/93OnzxqCP9exdb6lSanLBIYut3uKExlq1fJ2euuU1/fDxJKfc3v0JrVuVU2iOT1/7Xrec96i+fv9nJ64Ph3yrD4K5Nz/+aKXVrur0jU2IUfUjKuvPCX/ro2Hf6fO3ftTMKXO1r/k7gxzA5oig2ZaNW/Xu8184pp++8cN+jRKbEKumxzVwYn3u3recMb58d6zu6D5IHq93v8YqDZ2T07zq3jdRKcG9iSdnuVeZA6KVPT9PPp/PKbbflm3nF9MnVMxnMVRnjwACCCCAAAIIIIAAAgggsBsBFzR16XyCzj/rJBdkQgoIIIAAAggggAACCCCAAAIIlJAAwyKAAAIIIIAAAgggUIYEPGUoV1JFAAEECglwgAACCCCAAAIIIIAAAggggAAC7hcgQwQQQAABBBBAAAEEEEAAAQQQcL8AGSKAAAIIIIAAAggggAACCCCAgPsFyBABBBBAAAEEEEAAAQQQQAABBNwvQIYIIIAAAggggAACCCCAAAIIRLrA2PF/qv8Tb+mXSTOKJZWCLxk3db/fr4Ad0IQReRo7JBCeI71rvDJ6x4ePD2fFvJj/hdEP6MZHLlFMbLQ+GvqtHv/vqxr22Ica9+VvSqxQTuWTyhUZYqPmdfXMh3eraesGevuZTzXw+pf11G3DNGfGAp3e43jFJsSoXIV43fVMHzVoWjvY5zOnz7xZi9XvpetUJTW5yLEP5sQJZ7TU1f16aO5fC/XkLUP1Sv/31fnCE9Wtz6kq+KfBMbW1dUuunrnrTSeukS99qR7XdtIdT12uqGiv09WyLF16Zxc1btVAbz71iYYOHKlA8D9zcl/yN/0OpLTOaKoL/nOGxn/1u3NP1mav3+9helzTSV2DOf/85W/OGB+8/JWuvq+H2p127H6PVRouSE7zqnvfRKUE9yaenOVeZQ6IVvb8PPl8PqfYflu2nV9Mn1Axn8lQnT0CCCCAAAIIIIAAAggggEBhAY4QQAABBBBAAAEEEEAAAQQQQMD9AmSIAAIIIIAAAggggEBZEvCUpWTJFQEEECggQBUBBBBAAAEEEEAAAQQQQAABBNwvQIYIIIAAAggggAACCCCAAAIIIOB+ATJEAAEEEEAAAQQQQAABBBBAAAH3C5AhAggggAACCCCAAAIIIIAAAgi4X4AMEUAAAQQQQAABBBBAAIFSJ7Bk9kz1P7ONxo4YWupiI6DSK7Bh0xa9O+oHPT/kE81fuPyAAy34cnFT9/v9CtgBTXzPp7FDAuFx07vGK6N3fPi4NFRi46J1du8MvfLtw/pqwZBw+XTWC3rivdtVrWYlJ8z0U4/VJ3+/qCOPqe0chza1jkxT/zdu0uisV51rv5j7sv436m61zmgqy7KcbjXqVdNTo+5yzps5+r/2X9U9qoYGfXCnU+LKxTr90ouYwzlZxMZcY8Y0+1CXqGivzr/mdH3453POnO///rTOuOhEtevUwjkO9W3e/qhCeb/329O66L9nKTYhP57QeFWqJ4fj//Sf/1PTNkeGTmlf8jfz7c4uPMhuKiaHK+/uFna9/M6uTq89jXXH01fqrQlPKKVqRaevyePaB3rK3BNj9PrYR9UmeF8u+M8Zhe6l6W+u63F9Z+e6ghszn7nW7Au2H656cppX3fuWV0pwb2LIWe5V5oBoZc/Pk8/nc4rtt2Xb+cX0CRXz2QzV2SOAAAIIIIAAAggggAACCIQFXFFZsHiFVmSvdUUuJIEAAggggAACCCCAAAIIIIBACQgwJAIIIIAAAggggAACZUrAU6ayJVkEEEAgLEAFAQQQQAABBBBAAAEEEEAAAQTcL0CGCCCAAAIIIIAAAggggAACCCDgfgEyRAABBBBAAAEEEEAAAQQQQAAB9wuQIQIIIIAAAggggAACCCCAAAIIuF+ADBFAAAEEEEAAAXcLjHz0bt17UqNC5aHOLfVW3+u1alHWbpO3bb/+nvCT3rjrapm+5vp+HZto8JXn6c8fRsvvywtft3rxAj3RI0NDb7lMuZs3h9sLViZ9OkKPnNNWS2bPLNhcYvVZv/xYKN+C8c8Y87V4Ye7B0xvDb4c+p/tOaaqZY7/Z7YAb16121sxHT94n2+/bbZ9D2Tj31/FOvN8MeWa3065c8K8e7Xqi3rznOvlyt+3SZ9ncWc46/nzwwF3O0YBAaRP4e/ZCDXr+A330xc/y+f37HJ75bJsSusDU/cHrA3ZAE9/zacyrduiUjusSp4ze8eHj0l8hQgRKp0Bymkfd+5ZXSprXCTBnuVeZA6KVPT9PPp/PKbbflm3nF6fT9o35jG6vskMAAQQQQAABBBBAAAEEEHAE3LF57b3R+uGX39yRDFkggAACCCCAAAIIIIAAAgggUOwCDIgAAggggAACCCCAQNkS8JStdMkWAQQQ2C7ADgEEEEAAAQQQQAABBBBAAAEE3C9AhggggAACCCCAAAIIIIAAAggg4H4BMkQAAQQQQACBwyKQO2O6Nn/6iTa8NvSwzM+kCCCAAAIIIFDGBEgXAQQQQAABBBBAAAEEEEAAAQTcL0CGCCCAAAIIIIBAGRBITKqkbncO0CX9B+u8Wx9U/ZbtNHfKL3rlhku0dM5fhQS2btyg9x++XW/efa2Wzf1HzU87R+ffPVDp5/WULy9XIx661Tm3YU22c11KjVpq2amr5k+fqjm//uy0FdysX7lc40e9rcYnnqrU+o3dpZm3AAAQAElEQVQKnirxeoeLr3Zy7nn/ILU5u7s2rVurEQ/eql9GvnFAcxur127vE3SZdUDXu+kiy7LUsnMXlU+prAkfDVfu5s27pPfblx9r3fKlSu9ykTzeqF3OH+qGqnXqK6lamhbOnLbbeJfOnqkNq1c69zdn1cpdwluRNUdbNuSoQfDzs8tJGhAopQLfj/lNDz/xlqb8/s9eIzQvErcsK9zPHJsXjisgTXzPpzGv2uFzx3WJU8dLE8LHEVEhSARKsUBymkfd+5ZXcmr+r+nNWe5V5oBoZc/Pk8/nk9/vl+23ZT6TphRMxXxWCx5TRwABBBBAAAEEEEAAAQTKtIBLkt+W61NMdLRLsiENBBBAAAEEEEAAAQQQQAABBIpZgOEQQAABBBBAAAEEEChjAvk/WVjGkiZdBBBAAAEEEEAAAQQQQAABBBBAAAEEEHC/ABkigAACCCCAAAIIIIAAAggggID7BcgQAQQQQAABBA6PwIZhQ7Sm791a/79B8mXNOzxBMCsCCCCAAAIIlBkBEkUAAQQQQAABBBBAAAEEEEAAAfcLkCECCCCAAAIIIFAWBGLLldNR7TPUNKOT2na9WL0ffVFXP/e2/L48Tfz43TCBOf7y5UGaNf4HnXNTP9096kd1uf1htT6ru8695QHd+tZoXdz/OS2cOU2jHr1XuZs3y7IstezcReVTKmvCR8OdtvCAwcqUzFHasDpb6V0ukscbFWw5dH9rH9PKybn5aec6edz6VqbqHNtKkz59XxvXrtrvQNavXKHFs/50Xr673xe78IKUGrXUslNXzZ8+VXN+/blQhmuXLdbET0Y4/qn1GxU6d7gOyleqqjrNWmnlgnlal72sUBjm5clzp05QYlIlZw2vWbpot+fLV66iavWOLHSOAwRKu8CatRv0xrtf65U3vtDS5at3G675DFiW5Zwz9VAxLxyfMCJPY161nXNmc1yXOHW8NMFUI6oQLAKlXSA5zaMe/SooOTX/V/XmLPcqc0C0sufnKTc3Vz6fT+Yzadu2Qp9Rk5NlWc6xqVMQQAABBBBAAAEEEEAAgbIu4Jb8Tz6+hZoeVdct6ZAHAggggAACCCCAAAIIIIAAAsUqwGAIIIAAAggggAACCJQ1gfyfKixrWZMvAgiUdQHyRwABBBBAAAEEEEAAAQQQQAAB9wuQIQIIIIAAAggggAACCCCAAAIIuF+ADBFAAAEEEEDgMAlE19nxi2vy5s07TFEwLQIIIIAAAgiUEQHSRAABBBBAAAEEEEAAAQQQQAAB9wuQIQIIIIAAAgggUGYFqtU5UmkNG2vN0kXK3bzZcfh36gRN/fIjnXz5jWp3fm95PF6nPbSxLEvHZHTWGdffqX9/m6hZE350TlWqWVutzuyurGlTwm3mxOrFCzR19Cg1zeik1PqNTNNhLXGJ5dWobQdtWrta67NXHNZY3DC5ZVlqfdb5qlC5msa997q2btzgpGVeSvxr5ofauiFH6V0ukscb5bQf7o1lWWrQqp02rF6ppbNnFgpn07rVWvz3dNVp3loxCQma9/ukQuc356zTkn9mKrXB0cF8qxY6xwECkSLw58x5Gvi/4cr8ZuIuIVtW/gvEzefXFPOCcb/Pr4nv+TTmVTvc/7gucep4aUL4OIIqhIpARAgkp3nUo18FJafm/7renOVejX4kRqsX+uXz+eT3+2X7bWdvEjKfV1MsyzKHFAQQQAABBBBAAAEEEECgrAu4Jv/TO7RWo/pHuCYfEkEAAQQQQAABBBBAAAEEEECgGAUYCgEEEEAAAQQQQACBMieQ/xOFZS5tEkYAgbItQPYIIIAAAggggAACCCCAAAIIIOB+ATJEAAEEEEAAAQQQQAABBBBAAAH3C5AhAggggAACCBwugag6dcNT+7LmhetUEEAAAQQQQACB4hdgRAQQQAABBBBAAAEEEEAAAQQQcL8AGSKAAAIIIIAAAmVXIKCAbNuvhApJioqNke336fevP1OFytV07MlnyrKKfpFsk5NOU+VadTRzzDfOdQr+adW5iypWS9X4kW9pc846mZfRTvh4uLZt2qT0LhfJ440K9jr8f/0+n2ISEhSfWCEcTO7mzfr6lf9p4Lntde9JjZy9OTbtptOG1Sv11EWn6a17r9OWjTl64apuTr+ht1wm02fsiKHOedPP9A8Vc870Gfno3aEmmT5mrDHvDtGfP4zWY91OUv8z22jJ7Jnhc2a8lfPnasjNvdWvYxM9cFozffDIXdq8YX14nD1Vtm3aqK9efkqPn3+SE6cZY/CV52nGmK+d+xK6NhTLwcyXnFpTLTt31aK//tCs8T84Q6+c/69+HT1KTTM6KbV+I6ctb9s2TfjwHT118enql9HYKaY+4aPh8vvynD6hjfEybsYv1Gb2BeM1x6bM+uVHxy9r2hR98fyjjtXurjV9TUlr2ETlK1XV3KkTClks/3e21i1fqlbBXFIbHK2FM6c599ZcY0r2gnlas3Sh6h7bWlExsaYpuLb3zdnkYWIyeZk4n738bJl1ZmI3A5nP4Z8/fqlnLzvLcTH3+5P/PajN69ea04WKsTJmxs5xDK6PITdfqrXLlxTqxwECexIY/e1kDRj0jv6Y8a/TzTyvTTEHob1t25r4nk9jXrVNs1OO6xKnjpcmOPXI2xAxApEjkJzmUY9+FZSc6nGCXr/Mo8wB0cqenydf8PsYv9+vgG2+j9vx+TSfXVOcC9gggAACCCCAAAIIIIAAAmVWgMQRQAABBBBAAAEEEEAAAQQQQMD9AmSIAAIIIIAAAggggEDZE8j/acKylzcZI4BAWRYgdwQQQAABBBBAAAEEEEAAAQQQcL8AGSKAAAIIIIAAAggggAACCCCAgPsFyBABBBBAAAEEDptAVJ064bnzsuaF61QQQAABBBBAAIFiF2BABBBAAAEEEEAAAQQQQAABBBBwvwAZIoAAAggggAACZVhgzpSfteSfGWrS4XR5vFHasnGDlmfNVp1jWimpeo09ypRLqqS0Bo217N9/tDlnndM3ObWmWnbuqsV/T9c/E8do6Zy/9NuXH6t5p3OVdmRjp8+eNhtWr9RTF52me09qtMcy65cf9zTMHs+tW75U0779XHWbtVFStVSn79Zg3u/cf6Mmffqe2na7WJf0H6w25/TQhI+H6/2Bdyhv2zbFJVbUOTffrw4XX62Y+Hidcf2dTr+TL7tBUbExzjj7u/l7/I8y9+C2t0frgdFTVKNhk/AQ86dP1fD7b9LRx5+iix58Wseeerb++O4Lff7MANl+X7jf7iomx1f+e4kmfvJu8N52cuLsesfD8nqjNOLBWzXuvde08wuCD2Y+E0Orzl1UMeg58aN3tXHtKv0y8g3ZPr+O736Zs7aM8fAH/qsvXnhMtZu0UM8HnlKPfo+rUlotfTF4oD57doD8vjwz1AGVQPCqb4Y+o+r1Guqhr3/XVc++qZiEhGDrrn+Tq9cMrsejgmt/Znjtml7zfp+kxJTKSmvYWHWPba2VC+ZpXfYyc8opK7LmOPtawfhN5UCcl8yeqYnBdXXFk0P12Nh/gve3o3Mvfn7/DX0w4E5VrJLquHS76xGtXbZE7wfbcrdtMdM5xdy3L18apK9f/Z+adTxDFz30jM668R75gms09Dl0OpbQZtY/C/XV91P0zgff6bmXP1L/QW/rnv5DdNt9L+mme17QjXc9rxvuHBwuQ98aLcrBGxQ03VPd3I/9ufXLV67Rq29m6rXhX2nV6pxCl9q2rUnv+TXm1R0vFz+uS5w6Xrr7z1Whi0vrAXEhEGECyWme4NeECjJ7E/r6ZR6NfiRG2fPz5Pf7ZT6npgQCAedriWVZsizLdKUggAACCCCAAAIIIIAAAmVXwEWZD3rpfU3/m//vpItuKakggAACCCCAAAIIIIAAAggUlwDjIIAAAggggAACCCBQBgU8ZTBnUkYAgTIuQPoIIIAAAggggAACCCCAAAIIIOB+ATJEAAEEEEAAAQQQQAABBBBAAAH3C5AhAggggAACCBw+gagGR4Yn92VlhetUEEAAAQQQQACB4hZgPAQQQAABBBBAAAEEEEAAAQQQcL8AGSKAAAIIIIAAAmVFYNumTfp7/E+a8dPXmvjxuxp6y2V6f8Cd6nDJNWra4XSHwfblKW/rFlWpXW+vL5C1LEtJ1VIVsP3BYjvXm02rzl1UMdg+ftTb+ubVZ+SNilb6ORfudTxzbbnkSrrupffU9+NxeyxHtmlvuu9TWTB9qpPztG8/06jH7tFzV56nilWq6cwb75bHG+WMMfnz97V41nRd8dRQnXL5jWqa0UmnX32rut31iP6dOlFmjOjYWDVqe5JqH9NKXm+06rdq5/Sr1+K48DjOYPux2bIxR52uuU2x5RJ3uWrRjD/Uve/jOuGCy515utz+sLP/9/dJWrV4wS79Qw2236cf3vo/bViVrT7PvKFzburnXNf6rO6Obeuzu2vciGFamTU3dImzP9D5nIuDm+TUmmrZuasW/z1d3732gv788Usdc8oZqlq3QfCsZIzn/TZRFz30tHr0e0LNTj5TzU87V5cPGqJO196u37/+JGg9wel7IJutQcvUI49WqzPPl8fj3eMQ5l7Wa5Gu9SuWad2KpU7f3M2btXDmNKU1OFqJwXVYq0kLbdu8QUtnz3TOG9d/p05QSlot5/Nhjg/EedOaNTr5shtUsWp1Z1yzWTrnL/309svB2Lvp0sdfclyMzWVPvqJjTzlL/rw8080pm9at1j8Tx6rxCafqtKtuce5t+/N769oXhyu1fiOnT2na/D59rnYum7duE6Vog529zHFJ39OtwXuyLTfXeU6HXiRu5ty2yTa7cImNj+xfHRpOhAoCESQQHSfFxO347Pm2WcGvTwH5/X6nKCCZz61JKbQ3dQoCCCCAAAKRJGBZlhMuX8scBjYIIIAAAgcp4JbLt2zN1ex5i7Rp81a3pEQeCCCAAAIIIIAAAggggAACCBSbAAMhgAACCCCAAAIIIFAWBXb8JGFZzJ6cEUCgLAqQMwIIIIAAAggggAACCCCAAAIIuF+ADBFAAAEEEEAAAQQQQAABBBBAwP0CZIgAAggggAACh1HAU66cPMnJTgS+ObOdPRsEEEAAAQQQQKAEBBgSAQQQQAABBBBAAAEEEEAAAQTcL0CGCCCAAAIIIIBAmRHYuG61Php0v4Y/cJM+feZhrV+5XNf/33s6+dL/yBsVXWwOyak11bJzVy3+e7pmTx6nY045Q1XrNtin8T0erxKTKql8pap7LFExsfs0nuk05t0hTs7vD7hTf/74pU6/6hZdPmiIyqdUMae1ZWOOZoz5Rg1at1eNRk2cttCm9jGtlFAxWUvn/BVqKtZ9WoPGKhfMd3eDHnncCap51DHhU+Ye1WuRrrxtW5W7ZXO4fefKuhXLwu4Frzf9zBjHndtTfl+e5vz6i2kKlwOdLzxAsNKqcxdVrJaqSZ+OUHR0rNLPuVCWZYWNTfyN2mYEe+74a1mWmp92tipUqe7c94iROAAAEABJREFUhx1n9r9WP+hjWfkvjtzb1bWatJDfn6fFs6Y7XddlL9PKBfNUv1U7ebxRqlK7nlLSamnu1AnOi5U3rl2tpXNnOWskoUKSDtS5Sp16Sqqe5swZ2syeNE7m3rTv1tvZh9rN56FFp/MUl1gh1KSooGu54JpcMnum1ixZGG43MZsSbiihytGNaqnzKW3U64JTdfN13fTAnb31+ANX6+lHrtfgx2/UC0/+Vy8OummP5aZruopStMHe/PZ03tyP/bn1FSuWU++ep+n6K89VjdTKzlq3LMvZB+yA2l9qKf0iOzzkuBGbNX5kxL50LpwHFQQiRWDjGlujHt2oFfN8TsjxSX5l3LpeybXyZPvt/M9qIBDem06B4LHZUxBYtXq9ps+cpxUr14KBAAIIRISAZVnOvx9NsHw9MwoUBBBAAIEDFHDNZbl5eU4uMdHRzp4NAggggAACCCCAAAIIIIAAAgiEBagggAACCCCAAAIIIFAmBTxlMmuSRgCBMixA6ggggAACCCCAAAIIIIAAAggg4H4BMkQAAQQQQAABBBBAAAEEEEAAAfcLkCECCCCAAAIIHG6BqDp1nRDszZtlr1rl1NkggAACCCCAAALFK8BoCCCAAAIIIIAAAggggAACCCDgfgEyRAABBBBAAAEEyo5ApRq11PfjcXp0zN+6/uX3Zdt+ffzUA9q4bnUYwfJ4ZHm8yl4wz3mZbPjEbirmhXzrVixTdFy8PFGFX0LUqnMXJafWVIXKVZV+7kXhl/jtZpgSb7r0sZf12Nh/1O+z8WrUtoO+fvV/mvfbpPC8vm1btXn9Wk3/6Sv169hE957UKFweP/8krV22WCuy5oT7F2elSu16RdpUr99wl3MVKlfT1o052rB6VZFhbAmez928WbUaH7vL9eaiCpWqKKFiklbOn2sOw+VA5wsPEKwkB+95y85dgzXp2NPOVtW6DZx6yDjtyMaKjo112gpu4hLKK6lqqtatWKrcLVsKntrnelxiBVUMjrGvFxj7lLRa+nfqBNl+n5bOnikTZ82jj3GGSKiQpBqNmmjJPzO1OWdd0OtfJ74Grdo5rgfqnFQ1TTHxCc4coc2qRVlKTqupClWrhZrCe8sT/EyGj6S4xPLqeOn12rRujZ7ufabeuPsaLZg+1fk8F+hGFYG9Cpx8Ugs9dNelatv66EJ9zbM91GDqx11sq1WP/BfOmfZxIzZr/MgD+5ya6w9fYWYEIktg4xpbox7dqBXzfE7g8Ul+nfDf1Uo6Itf5Hs18PgsW08kcmz2l7AksX7FGEybP1IhRP+iJwe/rjvtf0XOvfKyvfvhVW7fmhkEWrdooCgasAdZAaVkD4YfTbiqWZe2mlSYEEEAAAQT2RcA9fSqWL6cn77tWjeof4Z6kyAQBBBBAAAEEEEAAAQQQQACBYhFgEAQQQAABBBBAAAEEyqaAp2ymTdYIIFBmBUgcAQQQQAABBBBAAAEEEEAAAQTcL0CGCCCAAAIIIIAAAggggAACCCDgfgEyRAABBBBAAIHDLhBdt54Tg7dqVfnXrXXqbBBAAAEEEEAAgWIVYDAEEEAAAQQQQAABBBBAAAEEEHC/ABkigAACCCCAAAJlUMCyLNVq3Fxdbn9YK7Jm66e3X3FeJGso4sqVV+Uj6mjp3L+0ad1q01RkMedNvxqNmiihQlKhfuUqpigltaaq1Kqn5Gpphc7t6WDD6pV66qLTdO9JjfZYZv3y456G2e25xKRKOu+2B5WSdoRG/98T2rhTfs1OPlOX9B+829K2y8W7HfNgG71RUQc7RKm7vkbDJk5M9Vu2k2Udupc2mpksz77/WkOzZus2bxNc67OUk71Sf437XmkNG6tKzbpO/JZlqUGrdlqzdKGyF8zToll/Btd5crBPfn5OpwPYWB5rty5RMTHyeLz7NGKjtifprve+19n/7RuMb5FevuFivXXv9dq6ccM+XU+nsi1wZP0auv3GHjr/nBMVExO9RwzLspzzrXrmqlmXzU7dbMaN2KLxH2wx1cgpRIpABAlsXGNr1KMbtWKez4k6rqJPx12zTEk1c8NfQywr//NpOljWjvqmzVuV+c0k00xxqcDyFWs0fvJMDR/5vQb+b7huuHOwHvnfOxo+6gfNX7RCR9ZL06UXna57brlQd93UU7VrVXMkvv5toS59+nsKBqwB1kCpWQN3vT7BeT6ZjSf4bznLspyvc5ZlmSanBAIBZ88GAQQQQACBfRZwWcfkiuVVLiHOZVmRDgIIIIAAAggggAACCCCAAAIHKcDlCCCAAAIIIIAAAgiUUYF9/0n5MgpE2ggg4C4BskEAAQQQQAABBBBAAAEEEEAAAfcLkCECCCCAAAIIIIAAAggggAACCLhfgAwRQAABBBBA4PALVPjPjUqb+KtSfxyn6AZHHv6AiAABBBBAAAEEXCdAQggggAACCCCAAAIIIIAAAggg4H4BMkQAAQQQQAABBMqyQP2W6Wp1xvn67cuPtXjWnw5FVEysmp92jrLnz9Ovoz/Snl62N3Pst1qzZKGadTzDeUmfM8BBbsolV9J1L72nvh+P22M5sk37A5opMamSTrvyZq1alKVfMz908vNERSs6Ll4B21bjE09R04xOu5QjGh+7T/Nt3bhBG9euLtR36+YNWrdyWaG2kjyIT6ygmIQELfzrD+3u/uWsztbm9etUo1HTkgyj0NhRsXFKqJispXP+Ut62bYXOmYOQUZXa9RUTH2+anLI+e4Vyt2126qFNKP7Q8YHuLcvSka2OV072cs2bNllL585SrSbNHbvQmGkNmyg2obz+nTpeC2dOU9qRRym5ek3ndHE6xwXv2Zqli7Rp3Rpn7IKbvK1b5ffnFWxy6uYet+t2iW558wt1vaO/5v46XpM/f985xwaB3QmYl8VdeH5H3XLd+apXO3WXLpa140WrlmXteK5bknkha6sLctX0nI3h68a9t0XjP9gSPi7tFeJDIFIENq6xNerRjVoxz+eEHFfRp9ZXLVFyrTzns2g+j6ZYluUcW5blfF5zcjbrsy8n6L6Br2vRkpXijzsElq9Yo/GTZ2r4yO/12DMjdMOdgzXgqXec4/kLl6tB3Rrq0+sMPf7A1Xrhyf/q3lsv0vnnnKRjjq6jxHI7vqdyhwZZIICAmwUsT/7XM8uywmlaluV8jQs3UEEAAQQQQGAfBOiCAAIIIIAAAggggAACCCCAAALuFyBDBBBAAAEEEEAAAQTKqoCnrCZO3gggUCYFSBoBBBBAAAEEEEAAAQQQQAABBNwvQIYIIIAAAggggAACCCCAAAIIIOB+ATJEAAEEEEAAgVIg4E1Nlad8+VIQCSEggAACCCCAgEsFSAsBBBBAAAEEEEAAAQQQQAABBNwvQIYIIIAAAggggECZFvB4o3TCBZcrtlw5fffa88rdvNnxOLpdRzVo3V4/vPGCpo7+ULbtd9pDG3P8a+aH+vKlQWrRqYvqt2oXOnXQe4/Hq8SkSipfqeoeS1RM7AHP1bDtiTr6+FP0y/tvaNncWUqokKS6zdto7q/jteSfmdqXP9s2b9LGNasLda1Quaq2bMjR8nmzC7X/+9tErV26uFBbSR4kVUtV3WZtNP37L7X47+mFpvL78jT5s/cVHRenOs1aFzpXkgfxiRXUMP0kzft9kv6Z+FOhqQKBgKZ9+4U2rF6po9plhM9VrFJdG9Zka9WiBeE20/evsd9py8accNvBVKrVO1IJFZOD83+uzevWql6L9ELDJVVJVdXa9fT3+J+0dPZfzvno2Py1V5zODVq204ZV2frzxy9lcgwFkbdtm8aPeku5W7aEmpzPo7mPoQbzmWkUdKtQuZrWZ68INbNHoJDAiW2P0YN395bZFzqx/cCyLKdmWdaOl6xaksfjUVRUlLxerzxej1r02KrGZ+34/I17b4vGf7Bjfar0/iEyBCJCYOMaW6Me3agV83xOvLEV8tSqz2Kl1PblfxajvM7efC7NZ9KyLK1Zm6NPMsfrgcff0Hdjpsrn86li+XLO9WwiS2D5ijUaP3mm3h31gx5/doRuuHOwBjz1joaP/F4LFq9Q7SOq6fKLO+nR+/voxUE3qd/tl6hntwy1PPZIJSbG73h+B9O2LMs59gSf431OOUJv3dBEQ68+Ui9dVkeDL66hZy6orv91r6pB3Srrya6VnGLqlMqOCQ44sAZKZg0UfN48dX4V51n07IWpeqF3befrm/naZp5boVLw30aWZQWfbvxFAAEEEEBgrwKu6jB3/hJdfedTWrws21V5kQwCCCCAAAIIIIAAAggggAACBynA5QgggAACCCCAAAIIlFkBT5nNnMQRQKAMCpAyAggggAACCCCAAAIIIIAAAgi4X4AMEUAAAQQQQAABBBBAAAEEEEDA/QJkiAACCCCAAAIIIIAAAggggAAC7hcgQwQQQAABBBBAAAEEEEAAAQQQcL8AGSKAAAIIIIAAAghUqllbx/e4TP/+NlG/f/upAxKTkKDufR9TnWat9eET/fTsZWcr84XHNe3bz5y9Of7wib5qlH6SzrjuTnmjop3rImVj4u1wydVOuN+/8YJ8ubk6qWcfla9cVcNuu0KfDx6oGT997ZRvhjyj1++4ShtWr3T6m02FKlUVm1BOP73zsv78YbR+/uAN5W7erLrN01WlTj19+vTDMteZMT5/7hH9/P4bqlK7rrn0kBSPN0qdrrlNCUnJGnbr5eF8fs0cpZevv1C/f/2Jzrn5PlWr2+CQxBOa5ITgOjNrasRDt2nkwLsdO7Om3rjzasfrlMv/qwat24e6q2lGJ0VHx+qd+250jI31BwPudNZqhcrVwv0OplIheM9TGxytOVN+dryq1qlfaDjzWahzbBst/meGtm7KUa0mLcLni9O5fsu2Tu7fDnlWJkeTq7lfQ27qJdvvV1xihfC8m9au1v9dd4G+eP5RZ42avp89019bNuTomIzO4X5UEDACdWun6qZruurC8zuqXEK8aSqymBesmhLqYFmWQi9f9UZ5FRMTE/xMRqtFj61qfFaOQn/GvbdF4z/YEjospXvCQqD0C2xcY2vUoxu1Yp7PCTa2Qp5a9VmslFo+RUVFKSo6yvkcmr3X69WatRv1+VcT9eTzH2js+D+dayRL5k/FiuXMjlKKBZavWKPxk2fqvY9+1BPPvacb73peA556R8NHfq+Fi1eqVo2quuzC0/VIvyv14qCb1PfWi3Vx95PVpkUjVayw9/trWZYsy3Ke41WT4lQtOb7IUj0lQabsqQ/nivbDBhvWwL6vAfOsKViMXWpKOef5FB0dLfP1zuP1OM8uy7LCe/EHAQQQQACBfRZwV8fc3Px/H8YEv066KzOyQQABBBBAAAEEEEAAAQQQQOBgBLgWAQQQQAABBBBAAIGyK+Apu6mTOQIIlDkBEkYAAQQQQAABBBBAAAEEEEAAAfcLkCECCCCAAAIIIIAAAggggAACCLhfgAwRQAABBBBAAAEEEEAAAQQQQMD9AmSIAAIIIIAAAq5XGnYAABAASURBVAgggAACCCCAAALuFyBDBBBAAAEEEEAAAUegZeeuqtGwiX565xWtXrzAaSufUkWXDxqiSwYMVnxiRU369F29P+BOTfniAyUmV9JlT7ying/+T3GJ5Z3+kbZJbXC0jju3p/7+5SfNGPOVkqqn6cqnhqnZKWdp6ugPNfyBm/TBwDv1z8Sxan7a2UqomBxOMe3Ixjr9mlu1fN4cvd//Di35e4Y8UV5VrFJNvQY8rxqNmmjMu0M14uHbtHHtal300NNBs8rh6w9FxeRzzfPvqOUZXTXtm8+cfD57tr8SK1XRNS+8q6YdOh2KMArNYdZKrwEv6NQrb9S/v03QiIdu1chH79W2LZt16WP/pxMvvNJ5UW3oIuN8cf/nVKFyVX35f09q1GP3qFxyirr3fUzRsbGhbge1j4qJVcPjTnTGSAuuCbO2nYMCmwat2ikmPl4pabVUpXY9FfxTXM4xCQm6pP9gnXRRH839dbxj88Ob/6cWnbropIv7yCowaWx8omo3baHfv/7Uua/GZeumDerzzOuq06xVgZ5Uy7JAdPCZdP45J+qOG3uo0ZFH7BOFZVmyLMvp6/F4nLrlsWReNG5exmpKdEy0YoOfv+bdt6jxWTkK/Rn33haN/2BL6LD07YkIgVIusHGNrVGPbtSKefkvd4ytkKdWfRarUm2/zOcuJjZGMTExTn3tuo368vspeun1zzXpt79l2wE5/wUCwSyDteDuzNPSg3X+lhaB5SvWaMKUv/T+xz9p0PMf6Ka7X9CAp97RiA9/1MLFK1WrZjVd0uMU9b/3cr046Cbdc8uFujh4fFyro5SclLhPaVhW/vPbsizn+e1cZMmpO8/v6GhFmxJ8jsfFxSk2LtYpcfFxik+Il9lT4nAIrgfWAevgUKyB2O3PILM3X+Nig99fRgefT+Z5Zb73NN+LBr+iiT8IIIAAAgjst4DLLoiNjVbDekcoIT7WZZmRDgIIIIAAAggggAACCCCAAAIHIcClCCCAAAIIIIAAAgiUYQFPGc6d1BFAoIwJkC4CCCCAAAIIIIAAAggggAACCLhfgAwRQAABBBBAAAEEEEAAAQQQQMD9AmSIAAIIIIAAAggggAACCCCAAALuFyBDBBBAAAEEEEAAAQQQQAABBBBwvwAZIoAAAggggAACZUmgR98ndMeIb1W+UtVd0k6okKTrX35fd4/8SZVq1g6f93i8atqhk65/6T31//ZPPTb2Hz301W+6ZvA7Oqpdhsz5cOedKjEJCbrq2TedYuo7nT4kh0cf39GJ2ex3ntCyLJ121c0a+NNfanH6ec7pilWrq9udA5wcTa4m5/8O+1gtOnWRNyra6WM2lmWpbZeL9eDoKc71PR94SlEx+S9hqnxEXV393Nsa+ONMp1z00DMybcbC3ANzvSnmPpj7cdJFV5nDQmVP50wuJjazL3TRbg7KVUzWuTffr/u/mOQ4mHwue/xl1WzUtFDv4povNKiJragYzVro2Pt63fPhWCcm43Tdi++qYfpJzgtqQ2OE9nWbt9FNr33qOJv4z/5vX1WuWcdZywXtzJwPBO9HjYZNQpfu875dt0ucWC7u/5w83qhdrqvTrJUe/nqabn79MxnTnTuYtn1xNrnvvA4KjmXOd7r2dvX7bLwTz10f/CATW60mLWRyC+Vr+p17ywOF7uvVz721y30tODb1siWQ3upoPXj3ZTr5pBb7nXggEHA+i5ZlOXuPxyPLY8m8jDUqOkqhF5Cbl7Q2775FR5+5PjzHuPe2aPwHW8LHpalCLDsERr70lS5td7fWrNxx78SfwyqwcY2tUY9u1Ip5PieO2Ap5atVnsSrV9is6Jtop5rO3Lmezvh83TcNH/ag/ZmbJtgNOCX5sFSrOAGwOq8DyFWs0aeosjfx0jP734kjddM8LGvDUOxrx4Q9atCRbtWpW1UXdT9ZDwef080/cqLtu6qmLzu+odm0aq1JKhYOK3TzDTQkNYlmWvF6v8wz3RnmdZ3hcXJxi42IVFx+n+IR4p5i2hOD37pQEYYABa6Dk10Do2WP25llkSkxsjPOMig5+3TPfd5rvQU2xLEv8QQABBBBAYH8E3Na3fu003Xl9TyWWi3dbauSDAAIIIIAAAggggAACCCCAwAELcCECCCCAAAIIIIAAAmVZwFOWkyd3BBAoUwIkiwACCCCAAAIIIIAAAggggAAC7hcgQwQQQAABBBBAAAEEEEAAAQQQcL8AGSKAAAIIIIBAKRLI+3euNn/xuTa8+brsVatKUWSEggACCCCAAAIRLkD4CCCAAAIIIIAAAggggAACCCDgfgEyRAABBBBAAAEEEEAAAQQQQMBVAtWqJuvSC09TclLiAeVlWfkvWTUvkLYsS5ZlOS+PtjyWzMtYo6KjnJezmpe0xsbGqkWPrTr6zB0vkh/33haN/2CLStkfwinlAma9/T97dwIfV1X3f/z7u2t3sC1L2dIUhQb8q2nrvu+SoqI27isFNwQUxY1HRaUI4iO4P+57W2kqigvgiq20FnCvICoptIWmBZomTTppM8s/54x3aGmAAk0yufkcOHPOPXPvPb/fe87clueZl+f6q9fqrJddqJbGN+sFDafqNY87W1csWalyqVzn0T+08Hq2ltV2fo82txf9jdIp/Zq7cKOmNZQUJ7Gv3dsL+v21N+inv1ijf/57o/pLJRX/W0vlssoVZ1QZ+L5KlYq/DS/DJLD5jk5d96eb1Hb5Cl38xeV65we/qI9/6nta0vYbbdh4h448/GC9esGz9eH3vl6fveAdes87WvWKlzxDT3zscTpo+gH7PUqz6nPb3TgIgoE1MXA88PwOw1BxXF1Pbl25Z/j48eM1btw4+Xb8OI2jYsAaYA0M0xpwz50JEyZUnz8DzyH3THLPJlfd3zfdM8v93dPM/HPMPdPMzDVUBBBAAAEEEMiBACkggAACCCCAAAIIIIAAAggggED+BcgQAQQQQAABBBBAYOgEgqG7NXdGAAEEEEDgAQlwMgIIIIAAAggggAACCCCAAAII5F+ADBFAAAEEEEAAAQQQQAABBBBAIP8CZIgAAgggMIYECj+5XFvf9x51ffIC7fz738ZQ5qSKAAIIIIAAAgiMeQEAEEAAAQQQQAABBBBAAAEEEEAg/wJkiAACCCCAAAIIIIAAAgggMAICZuY3XDWrtm4j1iAM5DZljeJISZLIbdaapqmaW/vU1NKlrKxcWtCqSwvZYe7am/+xQR94zafVfsOGIc2tt2uHPn32t/Xjb/1mSOeph5vv3LFLlw/k2fCIGXrvZ07Vey85RdMPPVCfef93dNnXf1UPIQ5JDD1by2o7v0eb24v+/umUfs1duFHTGkqKk1jdPQX98a//0dXX/F23rN+svl1F9RdLvpbLFZXL/rLaS6VS69LZzwJd3b266T8b9bvf/1U/+OHVuuT/luusc76kj33yu1qy/DfaeNsdOvKIg/Sqlz1TH3rPa3XJJ07TWact0MtPerqeMK9Jhxx04H6O6N5vVxlYCGbmTzCz6rM8MIVRKPcM98/v/z7D3XPc1XHjx/lnuutTq3++4YADa2Do1kA6LvV/zmXG7u+TroZh9TllA8+sIAj880sUBBBAAAEExrjALRs69JNfrs6TArkggAACCCCAAAIIIIAAAggggED+BcgQAQQQQAABBBBAYAgFgiG8N7dGAAEEEEDgAQhwKgIIIIAAAggggAACCCCAAAII5F+ADBFAAAEEEEAAAQQQQAABBBBAIP8CZIgAAgggMJYEopmNtXSL69prfToIIIAAAggggAACeRcgPwQQQAABBBBAAAEEEEAAAQQQyL8AGSKAAAIIIIAAAggggAACCIykgJn5zVfNTG5T1iAM/AbSURzJbyKdJnIbtja39qmppUtZWbm0oFWXFrLDXLV3btqqG/94s0qle+y+vp+z3LmzX3/5/Q3aVdi1n+9cf7dLJyT60FffrjMveL2e8aLH6lkvebw+/p0z9fBHHqU//Oqv6uvdWX9BP8SItm8tq+387drcXvR3Sqf0a+7CjZrWUFKcxL5OnDRBfTuL2tlfVN+uovr7SyoWyyqXKwPrryL/T6Xir/9v4/vuZd36Dm3t3K5du/rdIXUfBe68q0trb7xFv/7dn/T9Zb/Wpz53qd7zoS/rgx//uj775R/qqt9erzu2btNRRxyiVy14lj783tfp04vepne+7WVa8KKn6fFzm3ToIVP3cbahOc3Majc2M/8MD4JAroZRKPccj+NYURRVn+NJ4vtujBoLAwxYA0O/BtzzZ3dndxwOPJ9cdc8o97wyqz6/zKpt7cFGBwEEEEAAgTEm8O91G3XFb9fkKGtSQQABBBBAAAEEEEAAAQQQQACB/AuQIQIIIIAAAggggMBQCgRDeXPujQACCCCAwD4LcCICCCCAAAIIIIAAAggggAACCORfgAwRQAABBBBAAAEEEEAAAQQQQCD/AmSIAAIIIDCmBKLGxlq+/e3ttT4dBBBAAAEEEEAAgZwLkB4CCCCAAAIIIIAAAggggAACCORfgAwRQAABBBBAAAEEEEAAAQRGXMCsuvGqmSkMQ795tNuoNYqj6ubRaaI0TdXc2qemli5lZeXSglZdWsgOaRG4VwEbWFvxwHra/YSJkybo0KOm7z6Um/72rWUtP3+7NreXfE7plH7NXbhR0xpKipPYV/edOmj6w/Ti+U/Rscc0qL+/pGKprFJ5oJYq8v9UKv76/za+714sMH3688v0ofO/qXed8yWddvZn9f5zv6ZPXLxYX/z6j/W9S3+ln1y5Wr+75m/689/+o3+3b1TH5q3q3dHnLh8TtWPLVv1l7c268lfX6luLr9IFlyzROz/4RX3kgm/rS9+4XD/7xRpt6rhLh82Yrhc+/wl651tfpgs/eqrO/9BCveOUk/TSE5+ixzYfq0MOepjqtZjd/ex2MZqZgiCoPcfDKJSrQTgw9t++O6ZWXXDAgTUwPGvAPYNcDcPQP6PM7n52mZkoCCCAAAIIjHWBXf1FJff47+VRbULwCCCAAAIIIIAAAggggAACCCCQfwEyRAABBBBAAAEEEBhSgWBI787NEUAAAQQQ2EcBTkMAAQQQQAABBBBAAAEEEEAAgfwLkCECCCCAAAIIIIAAAggggAACCORfgAwRQAABBMaWQPTwR9QSLq5rr/XpIIAAAggggAACCORbgOwQQAABBBBAAAEEEEAAAQQQQCD/AmSIAAIIIIAAAggggAACCCBQHwJmJrNq9Ru0hoGiKFIUR0qSREmayG1Y3tzap6aWLmVl5dKCVl1ayA5Hdbt1S5de/8T36SMLP6++wi6dfuJ5ekHDqTr75Repr3enz61Sqej3P/+TTnnmh/x7LY1v1off+Fnd1r7Zv7+zr18fPvlzevVj36Pbb9nix9xLqVjW5875nl7+mHfp1n/drk+d9Q1/zpbbt+rrFyz39zpp9mn6999vdacPWsulslb89Hq95bkf8ee72Fz/72v+Nej59xwCzThxAAAQAElEQVRc/+/b9eE3fU4nPvyt/nrXuuMs9uz8zGHZl66Uu+Y9Cz7pz3e5Xnjm17R9W292qm/vz8SdNFj9z9pb9ccVN+gJz3m0xk1MBztlVI5t31rW8vO3a3N7ycefTunX3IUbNa2hpDiJfXXfpew7FQ18x1qe+3i98IQnqlQuq1SqyP8zsNbcDf7buG6tHjHjIH3i3FP0wbNerdNPfYne8Mrn6TnPmKNjjj5C48elunNrt/7y95v106v+oK999+e65Es/1Mc/9T299yNf0Wlnf1Yf+NjXdMElS/T5r/5I31n6S/3wp7/XL6/+o65Zs1Z/XXuz/t2+Ubd33KWu7l4Vi9U8apOPUGfnrn7dNZDXLes79Ld/tPtYr/r1dWq7fIW+ufgqffYrl2nR/35f7/voV32OH7/oe/rqt3+mnwwYbLjtDh00/UC94Fnz9JY3nqiPvv8N+vSit+k9p79cr17wLD39KY/WI44+XJMmjB+h7B7atGamIAhqz3DXd9WsOu6e6dRQGGDAGhj+NeCeRa46ew0U1zez2jNLFAQQQAABBBDQ0TMPU8uznpAbCRJBAAEEEEAAAQQQQAABBBBAAIH8C5AhAggggAACCCCAwNAKBEN7e+6OAAIIIIDAPglwEgIIIIAAAggggAACCCCAAAII5F+ADBFAAAEEEEAAAQQQQAABBBBAIP8CZIgAAgggMMYEgokTFTzsYT7r4r9u8i0vCCCAAAIIIIAAArkXIEEEEEAAAQQQQAABBBBAAAEEEMi/ABkigAACCCCAAAIIIIAAAgjUkYCZ1TaQdhu1BmGgKIrkNihPkkTZhuXNrX1qaulSVlYuLWjVpYXscNS2E6dM0OmfeJ1a3/oChVGghe9/mc750lv1urNepDiNValU1Pblq7To7f+nhz/ySL3/c2/W6Yteqw3tHXrXSy/Qrf+6Xem4WK8/68XaubNfl3/7N/4aB3Ljn2/Wr9pW6Q3vOUkNxxymF77+mTrzgtdr4gET9MyTHu/ned9nT9WhR053pw9ar/vt33X+aV8emLvBz33mQKw7tvfp3FO/oP+sXT/oNdngNVf8SW8/4WO65Z8bdco5rX6+15zxQq297t8646TzddNf1mWn1tq/X/tvnXvKF/TE5zf785/zsifptz9aoy986PsqFcv+vH0xkeTP3f1l/X826ROnf1VPeu5jdOJrn777W6O6v31rWcvP367N7SWfRzqlX3MXbtS0hpLiJPY1TdPadymKB75f7js2UB8/7zid+daX6fDDDqqtm4El5+9zz5cDBtbqpAnjdfiM6Zp9zJF63NzZes4z5uhlL3qa3vSaF+idb32pPnT2a3XRx96sCz96qj541qv1jlNP0mtf/hy96IQn6TGPerimTT1AfQPr9N/tt+nq3/9VP/rZNVrc9ht95ds/0yVf+qEW/e/39cGPf11nfuALOuucL+l/zv+mPnHxEn32K5fp69+9QkuW/1aXX7lav/7dn/SH62/Q3/7Rrn/9Z6Nu+vcG3XDTrVp74zr9de3N+svf/6M//vXfuu5PNw2cd6NWX3eDfv+HtVqx6m9+3t+s/It+dfWfdNVvrtcVv7rW39PF8eVv/VQXfe5SffgT3/Lzuxhc342599w5bv5Va/6hdbdu8t+56dMO0KOPP1rPf/Zj9fpXPlfvf+er9NkL3+EtFr72BL3gOY/To46fJXeecljMrJaVmfnneW2ADgIIIDBCAmbV55GZ+QjMqq0/4AUBBBBAAAEENPvoo/S8p8/LiwR5IIAAAggggAACCCCAAAIIIIBA/gXIEAEEEEAAAQQQQGCIBYIhvj+3RwABBBBAYB8EOAUBBBBAAAEEEEAAAQQQQAABBPIvQIYIIIAAAggggAACCCCAAAIIIJB/ATJEAAEEEBiLAlHDTJ92eccOlbdu9X1eEEAAAQQQQAABBPIsQG4IIIAAAggggAACCCCAAAIIIJB/ATJEAAEEEEAAAQQQQAABBBCoNwEz85tGm5nCMFQQBoqiSG6j8iRJahuXN7f2qamlS1lZubSgVZcWssNR2abjYj32GY/UIx/7cMVxpMc8pUlPbZmrRz3hWIVRoP+sXa/vX/ITvfHsk/S+z56qZ7zosTrh1U/TBYvfrQmTx+vn3/+dz/vo44/UK99+gq669Bp/TV/vTn37oh/p0U9u0nMWPMmfc+xjGvX4Zz9KEyeO06zZR/h5nvi8x2jygRP9+4O9TDpgoj7x/bN09sUn1+Z+z8VvUl9vn66/eu1gl/ixOzZt1dcvWK5HPu4Yfemqc3XSm57t53vVGfMHjj+iA6ZO0nc//WPt7OvX7uUff/yP3veZU/SyU5/rzz/jE6/TU+fP0x9X3KDbbtnsT903E39q7eXmf2zQOa+9RI9+4rE644LXK52Q1t4bzZ3tW8tafv52bW4v+TTSKf2au3CjpjWUFCexr2ma1r5D0cAa89+tge+X+56ZmRqOPERnn96qJz/ukapU/G0GfTlg8r2vk3teMGnCeB0+Y7qajjlKT3zscXr+s+bpFSc9Q6e+vkXveUerPv7BN+qzF5ymTy96m87/0EJ96D2vHYjh5Tr91JO08HUn6NULnqX5z3u8njjvOD3i6MP1sAMmq1Qu6467tumfN63X7/+wVpf97Bp9/XtX6DNf/qE++5XL9IWv/Vhf+sZP9JVv/0xf/c7P9Y2B97615Cp99we/1Pcu/ZWWLP+NfnDZ1Vr2499p+eUrBq7/vS6/YpV+etUfdNWvr9Nf/3Gz7ryrS2kaq7Fhhp70+OP1ohc80cfyljee6OP72Afe6GN2cbv+2ae/XO49F6879/Fzm3Tk4QcpDAKNpWJWfYa7nM2qfTNaMwzMMDDDwGxkDHZ/Jrk+FQEEEEAAAQTyKkBeCCCAAAIIIIAAAggggAACCCCQfwEyRAABBBBAAAEEEBhqgbH1i7eh1uT+CCCAAAIPToCrEEAAAQQQQAABBBBAAAEEEEAg/wJkiAACCCCAAAIIIIAAAggggAAC+RcgQwQQQACBMSkQNc6q5V1c117r00EAAQQQQAABBBDIqQBpIYAAAggggAACCCCAAAIIIIBA/gXIEAEEEEAAAQQQQAABBBBAoC4FzO7eHDYMQwVhIL9ReRwpSRIlaSK3kXlza5+aWrqUlZVLC1p1aSE7zF17zZV/0vhJ4/X0Fz5WZlbL7+DDp6ppziy137hRfb07/Xstr366jm46Upd+6Upd+YPfa8N/Nmnh+1+mdFxcu+6Bdo5/7MPV/JSmPS478ugZmnbwgdrY3rHH+O4Hf//Dv7Xp1ju04M3P08Qp43d/S4ccPk0nvOKp+scfb9Zt97jH4575/3TMo2fWzo/iUM1Pnq1dfbtUGMjTvbFPJv89152/s69f3/7fH+nwWYfozf/z8ofk4e5XL3X71rKWn79dm9tLPqR0Sr/mLtyoaQ0lxUnsa5qmte9ONPBd8t+pKPLfLzNTEARyxbWvWvAsvfKlz3SHg9YpUyYOOv5QBtMk1gED9z30kKmaedShmn3MUZrzqEfoyY9/pJ799Dma/7zHa8GLnqbXveI5evMb5uuMN79E7z3zFfrI+16vCz9yqj7zidP0hYvO2C/V3e+cd7/Gz/GmVz/fz/v8Zz/Wx/Ko42f5+KZNnSIX80PJmWsRQAABBBBAAAEEEEAAgZEWuOK3a/T9y3410mHsn/m5CwIIIIAAAggggAACCCCAAAII5F+ADBFAAAEEEEAAAQSGXCAY8hmYAAEEEEAAgfsR4G0EEEAAAQQQQAABBBBAAAEEEMi/ABkigAACCCCAAAIIIIAAAggggED+BcgQAQQQQGBsCsSzZvnEgylTVO7t9X1eEEAAAQQQQAABBPIrQGYIIIAAAggggAACCCCAAAIIIJB/ATJEAAEEEEAAAQQQQAABBBCoXwEzk1m1hmGoIAzkNyyPIyVJoiRN5DY0b27tU1NLl7KycmlBqy4tZIe5au/c1KnOO7r0xqd+UC9oOLVWT5j5Zv32R2u0ecOd2tHb53OeOGW83vi+l+jaX/9VX/7YD/S6s16shmMO8+892JdKpaLb2jfruxdfro+e+gW97gnv0+uf9D5tuX3rfd7yro5OHTh9io6YdYgGK0c9YoYKPX26a8vdn6M7b9bsI/wacP2sTjvkQLlN/LcNOLixfTHJTNz5vd07dMuNGzX3qcfJGbmx0V63by1r+fnbtbm95FNJpxQ1d+FGTWsoKU5iX913JfvORAPfIf9diiL/vTIzBUEgV8zMNb4+9Yn/T2ef8QodPmO6P9795cTnP2H3Q/oIIIAAAggggAACCCCAAAKjVGD9xi3atPmuURr9nmFzhAACCCCAAAIIIIAAAggggAAC+RcgQwQQQAABBBBAAIGhF6j+mnDo52EGBBBAAAEE7k2AcQQQQAABBBBAAAEEEEAAAQQQyL8AGSKAAAIIIIAAAggggAACCCCAQP4FyBABBBBAYIwKTHzxS3TY1b/XYauv07inPX2MKpA2AggggAACCCAwZgRIFAEEEEAAAQQQQAABBBBAAAEE8i9AhggggAACCCCAAAIIIIAAAnUuYGYyq9YwDBWEgfzG5XGkJEmUbWje3NqnppYuZWXl0oJWXVrIDnPVzmg4SGdffLLO+dJb96qnf+J1mjhlQi3fceNTRWnsjycdcPe4H3iAL8X+kj7/P9/XKc/6kH53+XU6cPoUvfZdL9Q7L3yDDpg6+QHebf+efj8me5hEcahxE8eptycf66Ons6Ll52/X5vaSR02nFDV34QZNaygpTmJf0zStfVeige+O/w5Fkf8+mZmCIJArZuaaPerMIw/R+9/5Sj3pccfvMc4BAggggAACCCCAAAIIIIBAPgR29fcrieM8JEMOCCCAAAIIIIAAAggggAACCCCQfwEyRAABBBBAAAEEEBgGgeovCodhIqZAAAEEEEBgcAFGEUAAAQQQQAABBBBAAAEEEEAg/wJkiAACCCCAAAIIIIAAAggggAAC+RcgQwQQQACBsSoQTJum4KCDxmr65I0AAggggAACCIwxAdJFAAEEEEAAAQQQQAABBBBAAIH8C5AhAggggAACCCCAAAIIIIDAaBAwM5lVaxiGCsJAfgPzOFKSJErSRG6D8+bWPjW1dCkrK5cWtOrSfGzynuU0cfJ49e3YpePnPVxPbZm7V33sMx6pdFzsT+/tLuhr57fp+DlH6/mveIq++cnLtHnjXXqwZd0/N+rXy1frjWefpK/+5mM68xOv8/d99JNnK07C+7zttEMfpm13dmtj++ZBz1v/702afOBEHXLEND3Qcv8md5u4e0952CR95VcfHcjjJe5wVNeezoraFnVrc3vJ55FOKWrewg2a1lAa+ExiX9M0rX1HooHvjP/uRJH/HpmZgiCQK2bmmkGrO+c1rc/WK17yjEHfZxABBBBAAAEEEEAAAQQQQGD0Cpx+8kt1xsKXjt4EapHTQQABBBBAAAEEEEAAAQQQQACB/AuQIQIIYdMlQgAAEABJREFUIIAAAggggMBwCFR/VTgcMzEHAggggAACgwkwhgACCCCAAAIIIIAAAggggAAC+RcgQwQQQAABBBBAAAEEEEAAAQQQyL8AGSKAAAIIIIAAAggggAACCCCAQP4FyBABBBBAAAEEEEAAAQQQQAABBPIvQIYIIIAAAggggAACCCCAAAKjRsDMZFatYRgqCAP5jczjSEmSKEkTuY3Om1v71NTSpaysXFrQqksL2eGoavsKu7Ttru17xPzYZ/4/bbuzW7/7yXWqVCp7vLf7gXvv54t/p/+svVWvf89JetXp8/3b37v4chX7q5vF+4H/vmxct/m/vXtvXCwupiNmHeo/i+zMv62+SXd2bMsOB22Pn3e0ph1ygNq+8gv1du/5eWy+7S5d8YOVapp7tA45Yvqg19/X4P2a3NfFo/i9ns6K2hZ1a3N79fNMpxQ1b+EGTW0oKU5iX913IvtuRAPfFf+diSL//TEzBUEgV8zMNfdbn/akR+nd72jVYYdOu99zOQEBBBBAAAEEEEAAAQQQQACBYRVgMgQQQAABBBBAAAEEEEAAAQQQyL8AGSKAAAIIIIAAAggMi0D1l4XDMhWTIIAAAgggsLcAIwgggAACCCCAAAIIIIAAAgggkH8BMkQAAQQQQAABBBBAAAEEEEAAgfwLkCECCCCAAAIIIIAAAggggAACCORfgAwRQAABBBBAAAEEEEAAAQQQQCD/AmSIAAIIIIAAAggggAACCCAwugTMTGbVGoahgjCQ39A8jpQkibKNzptb+9TU0qWsrFxa0KpLC9nhqGinHnKgxo1PtPgzP9XVl1+n5V/9pfp6d+oxT27SC175FH3zk5fpnNddot9ctkYrf/5H/fS7V+vsl1+ka3/7d5/fv/56i75/yU/U+pbn6+jjj9QhR0zT6856kX79w9W65so/+XPcy4SJ43TIkdP1+4Gxn3znt/rxt36jdf+8zb21Vz3q6EM1/dAD9fkPLdaPvvlrP+8l7/uOfvjVX2jiARP2On/3ATfHWz/yKv1t9T/1tuefW7t+yWd/NnD8UX/qaR9/tdJxse8/kJf7M8lMsns6xw++9mK9Y/7Hte2u7dnwqGp7OitqW9Stze0lH3c6pah5CzdoakNJcRL7mqZp7TsRDXxH/Hclivz3xswUBIFcMTPX7HOd1TBD7zvzlft8PicigAACCCCAAAIIIIAAAgjUt0DHlq31HeA+RsdpCCCAAAIIIIAAAggggAACCCCQfwEyRAABBBBAAAEEEBgegeqvC4dnLmZBAAEEEEDgngIcI4AAAggggAACCCCAAAIIIIBA/gXIEAEEEEAAAQQQQAABBBBAAAEE8i9AhggggAACCCCAAAIIIIAAAgggkH8BMkQAAQQQQAABBBBAAAEEEEAAgfwLkCECCCCAAAIIIIAAAggggMAoFDAzmVVrGIYKwkB+Y/M4UpIkStJEbuPz5tY+NbV0KSsrlxa06tJCdlj37cMfeZROOadV7Tes1wWnf0X//ts6BVGgKA711nNfpbd99FW69V+365Pv/JoWve3/tORzP9Mxj2rQ7Mc0qntbj7744cVqOOYwnfCap3kvDZQnP69Zj3lyk775ycu0eeNdAyPSuImp3vqRV2rq9Cn6wocW64df/YWSJPLv3fPlkCOn632fPVVTHjZR/3fuUn3itC/LAtN7LzlFEyeOu+fpex0/pWWOLvnxB3XIEdP1lY/9wMfd9rVf6IRXPkWXXPYBHXL4tL2u2ZeB+zHxJvtyn9FyTk9nRW2LurW5veRDTqcUNW/hBk1tKClOYl/ddyD7LkQD340oiuSq+76YmYIgkCtm5poHXKMofMDXcAECCCCAAAIIIIAAAggggEB9Cnz+W5dp6Y9/U5/B7XtUnIkAAggggAACCCCAAAIIIIAAAvkXIEMEEEAAAQQQQACBYRKo/sJwmCZjGgQQQAABBPYU4AgBBBBAAAEEEEAAAQQQQAABBPIvQIYIIIAAAggggAACCCCAAAIIIJB/ATJEAAEEEBjrAsWNG9Tzve+o80PnaOcfVo91DvJHAAEEEEAAAQRyKkBaCCCAAAIIIIAAAggggAACCCCQfwEyRAABBBBAAAEEEEAAAQQQGK0CZiazag3DUEEY+M3N3UbnSZIo2/i8ubVPTS1dysrKpQWturSQHdZ1a2Y68XXP0I9v+qKuvPWrev/n3jyQV+xjTsfFevEbn6XvX3uRf8+97/qn/s/LNeVhkzTlwEn6zOXn+Or6/qKBl3ETU53/vXfpWyvP1yFHTBsYqf579PFH6qu/+bi/17evuUCHzzqk+sYgr//v8cfoy7/8qD/35+u+ojM/8To1HHOYvrP6Qr3n0yfXrmh92wv82NSDD6iNuc4xj5qpi5adLXeti3v53z6jLG73flbdde6e7j7ZWNY+/jmP9vO7Nhu7d5OqSXaeazOHz//sQzpw2mQ3NGpqT2dFbYu6tbm95GNOpxQ1b+EGTW0oKU5iX9M0HVgriVwbxVH1uxFF/ntiZgqCQK6YmWuoCCCAAAIIIIAAAggggAACY1ygv7+oJI5HuQLhI4AAAggggAACCCCAAAIIIIBA/gXIEAEEEEAAAQQQQGC4BKq/Mhyu2ZgHAQQQQACB3QXoI4AAAggggAACCCCAAAIIIIBA/gXIEAEEEEAAAQQQQAABBBBAAAEE8i9AhggggAACY15g1/XXadsnFqn3h23a+Zc/j3kPABBAAAEEEEAAgVwKkBQCCCCAAAIIIIAAAggggAACCORfgAwRQAABBBBAAAEEEEAAAQRGtYCZyaxawzBUEAbVjc7jSEmSKEkTvwF6c2ufmlq6lJWVSwtadWkhO6TNu0CO8uvprKhtUbc2t5d8VumUouYt3KCpDSXFSexrmqa1tR8NfBeiKPLfC/f9MDMFQSBXzMw1VAQQQAABBBBAAAEEEEAAAQTUcMQhmnHI1NEtQfQIIIAAAggggAACCCCAAAIIIJB/ATJEAAEEEEAAAQQQGDaB6i8Nh206JkIAAQQQQOBuAXoIIIAAAggggAACCCCAAAIIIJB/ATJEAAEEEEAAAQQQQAABBBBAAIH8C5AhAggggAAC0czGGkLxlnW1Ph0EEEAAAQQQQACB/AiQCQIIIIAAAggggAACCCCAAAII5F+ADBFAAAEEEEAAAQQQQAABBEa/gJnJrFrDMFQQBn6zc7fxeZIktY3Qm1v71NTSpaysXFrQqksL2SFtjgXyklpPZ1lti7q1ub3kU0qnFDVv4QZNbSgpTmJf0zStrfkojqrfhSjy3wszUxAEcsXMXENFAAEEEEAAAQQQQAABBBBAwAu8/Q0n6Ylzj/f90fpC3AgggAACCCCAAAIIIIAAAgggkH8BMkQAAQQQQAABBBAYPoHqrw2Hbz5mQgABBBBAIBOgRQABBBBAAAEEEEAAAQQQQACB/AuQIQIIIIAAAggggAACCCCAAAII5F+ADBFAAAEEEFD0iGNqCsV162p9OggggAACCCCAAAK5ESARBBBAAAEEEEAAAQQQQAABBBDIvwAZIoAAAggggAACCCCAAAII5ETAzGRWrWEYKgiD6sbncaQkSZSkidzG6M2tfWpq6VJWVi4taNWlheyQNp8Cuciqp7OstkXbtbm95PNJpxQ1b+EGTW0oKU5iX90az9Z6NLD2oyjy3wP3fTAzBUEgV8zMNVQEEEAAAQQQQAABBBBAAAEE8iRALggggAACCCCAAAIIIIAAAgggkH8BMkQAAQQQQAABBBAYRoHqLw6HcUKmQgABBBBAoCrAKwIIIIAAAggggAACCCCAAAII5F+ADBFAAAEEEEAAAQQQQAABBBBAIP8CZIgAAggggIAUTJyo4MADPUVxXbtveUEAAQQQQAABBBDIkwC5IIAAAggggAACCCCAAAIIIIBA/gXIEAEEEEAAAQQQQAABBOpdoFKp1HuIxFdHAmYms2oNw1BBGPjNz91G6EmSKNsYvbm1T00tXcrKyqUFrbq0kB3S5k5g9CfU01lW26Lt2txe8smkU4qat3CDpjaUFCexr2ma1tZ4FEfVtR9F/ntgZgqCQK6YmWuoCCCAAAIIIIAAAggggAACCOwhcPkvVmnD7Vv2GBtdB0SLAAIIIIAAAggggAACCCCAAAL5FyBDBBBAAAEEEEAAgeEUqP7qcDhnZC4EEEAAAQScABUBBBBAAAEEEEAAAQQQQAABBPIvQIYIIIAAAggggAACCCCAAAIIIJB/ATJEAAEEEEDgvwLRzEbfK/f2qnznnb7PCwIIIIAAAggggEBOBEgDAQQQQAABBBBAAAEEEEAAAQTyL0CGCCCAAAIIjEEBMzZ8HYMfOykjMOoFKpXKqM+BBIZPwMxkVq1hGCoIg+pG6HGkJEmUpIncRunNrX1qaulSVlYuLWjVpYXskDZPAqM8l57OspYv6tHm9pLPJJ1S1LyFGzS1oaQ4iX11azpb29HAWo+iyK97t/7NTEEQyBUzcw0VAQQQQAABBBBAAAEEEEAAgT0ECn079ZNfrtKmzVv3GB9VBwSLAAIIIIAAAggggAACCCCAAAL5FyBDBBBAAAEEEEAAgWEVqP7ycFinZDIEEEAAAQQkDBBAAAEEEEAAAQQQQAABBBBAIP8CZIgAAggggAACCCCAAAIIIIAAAvkXIEMEEEAAAQQygWhmY9ZV/y3ran06CCCAAAIIIIAAAqNfgAwQQAABBBBAAAEEEEAAAQQQQCD/AmSIAAIIIIDAWBUwY+PXsfrZkzcCo1Ug27h6tMZP3MMvYGYyq9YwDBWEgd8M3W2MniSJso3Sm1v71NTSpaysXFrQqksL2SFtTgRGcxo9nWUtX9SjjvaiTyOdUtS8hRs0taGkOIl9TdO0tqajOKqu9Sjy697MFASBXDEz11ARQAABBBBAAAEEEEAAAQQQ2Etg167qf3cmSbTXe6NlgDgRQAABBBBAAAEEEEAAAQQQQCD/AmSIAAIIIIAAAgggMLwC1V8fDu+czIYAAggggAACCCCAAAIIIIAAAggggAACCCCQfwEyRAABBBBAAAEEEEAAAQQQQACB/AuQIQIIIIAAAjWBuLGx1i/eekutTwcBBBBAAAEEEEBg1AuQAAIIIIAAAggggAACCCCAAAII5F+ADBFAAAEEEBhzApVKxeecte6g559Xaevvv0jFgDXAGqirNdDfud49onw1q25YbVZt3aDZ3X13TEVgMAEzk1m1hmGoIAyqG6PHkZIkUZImchunN7f2qamlS1lZubSgVZcWskPa0S8wajPo6Sxr+aIedbQXfQ7plKLmLdygqQ0lxUnsq1vD2VqOBtZ2FEV+nbv1bmYKgkCumJlrqAgggAACCCCAAAIIIIAAAggMKnDAlIl6z1tfoUc0HjHo+6NgkBARQAABBBBAAAEEEEAAAQQQQCD/AmSIAAIIIIAAAgggMMwC1V8gDvOkTIcAAgggMNYFyB8BBBBAAAEEEEAAAQQQQAABBPIvQIYIIIAAAst/cSIAABAASURBVAgggAACCCCAAAIIIJB/ATJEAAEEEEDgboGocZY/CMaPV2XXLt/nBQEEEEAAAQQQQCAPAuSAAAIIIIAAAggggAACCCCAAAL5FyBDBBBAAAEExq6A2d0bwN75qwtExYA1wBqoxzWQPaXNTGb/rUG1rajix7JzaBG4NwGz6poxM4VhqCAM/ObobqP0JEmUbZze3NqnppYuZWXl0oJWXVrIDmlHtcDoDL6ns6zli3rU0V70CaRTipq3cIOmNpQUJ7GvaZrW1nAUR9W1HUV+nZuZgiCQK2bmGioCCCCAAAIIIIAAAggggAAC9ylw7NFHauKEcfd5Tv2+SWQIIIAAAggggAACCCCAAAIIIJB/ATJEAAEEEEAAAQQQGG6B6q8Qh3tW5kMAAQQQGNsCZI8AAggggAACCCCAAAIIIIAAAvkXIEMEEEAAAQQQQAABBBBAAAEEEMi/ABkigAACCCCwm0D6uMdrxi9/o8Ou/4smveo1u71DFwEEEEAAAQQQQGBUCxA8AggggAACCCCAAAIIIIAAAgjkX4AMEUAAAQQQGGMCZiazah1jqZMuAgiMcgG3gbWrZlbLxKzar1QqtTE6CNybgJnV/gwMw1BBGFQ3So8jJUmiJE3kNlJvbu1TU0uXsrJyaUGrLi1kh7SjVWAUxt3TWdbyRT3qaC/66NMpRc1buEFTG0qKk9hXt2aztRsNrOUoivy6duvbzBQEgVwxM9dQEUAAAQQQQAABBBBAAAEEEMi3ANkhgAACCCCAAAIIIIAAAggggED+BcgQAQQQQAABBBBAYNgFqr9EHPZpmRABBBBAYCwLkDsCCCCAAAIIIIAAAggggAACCORfgAwRQAABBBBAAAEEEEAAAQQQQCD/AmSIAAIIIIDA7gLB5MkKDzt89yH6CCCAAAIIIIAAAjkQIAUEEEAAAQQQQAABBBBAAAEEEMi/ABkigAACCCAwlgTMqhu/mpnMTOOOPUHj3nKdopNXq/Tqq1VY8At1v/hn6nrhT7XtxJ+oc/7l2tryYyoGrAHWwLCvAff8cc+h7hf9TD0vuUK7XvFrhQ9rkNvQ2m1mbVZ9jmXPcLM9j7NxWgTuKWBWXStmpjAM/ZryG6bHkZIkUbaRenNrn5paupSVlUsLWnVpITukHYUCoy3kns6yli/qUUd70YeeTilq3sINmtpQUpzEvqZpWluz0cAa9ms5ivy6NjO556UGipkNvPIvAggggAACCCCAAAIIIIAAAvcvcNumO3XRl36guzrv/r+L3P9V9XMGkSCAAAIIIIAAAggggAACCCCAQP4FyBABBBBAAAEEEEBg+AWC4Z+SGRFAAAEExrgA6SOAAAIIIIAAAggggAACCCCAQP4FyBABBBBAAAEEEEAAAQQQQAABBPIvQIYIIIAAAggggAACCCCAAAIIIJB/ATJEAAEEEEAAAQQQQAABBBBAAIH8C5AhAggggAACY0KgUqnIzORal3BFFb8hbDhxmpLJB8u10aTpiicfpHEHHKpkysG+71rqwd4DBxxYA8O7BtzzKDNPpxwi94yKJk5XFEW+hmHon2vumWbGxtbOgbrvAmbm14+Zya2lIAz8uoriSEmSKEkTuY3Vm1v71NRy92Z3K5cWtOrSgiijUmBUBd3TWdbyRT3qaC/6uNMpRc1buEFTG0qKk9hXt0aztRoNrN3s+ejWs5n5v+tpoJjZwCv/IoAAAggggAACCCCAAAIIILBvAtu29+hf7RtULlf27YL6OotoEEAAAQQQQAABBBBAAAEEEEAg/wJkiAACCCCAAAIIIDACAsEIzMmUCCCAAAJjWoDkEUAAAQQQQAABBBBAAAEEEEAg/wJkiAACCCCAAAIIIIAAAggggAAC+RcgQwQQQAABBBBAAAEEEEAAAQQQyL8AGSKAAAIIIIAAAggggAACCCCAQP4FyBABBBBAAIGxI1CpVGRmvgZB4DeF9W0YKI5juQ1kx40bp3RcqnHjx+1Rx08Yv8fxPd/neE8vPPBgDeyfNZAOPI9qNU39htfueeU2tw7++xwzM1EQeDACZub/TDQzhWGoIAzkN1CPIyVJIvfnYjqw7ppb+9TU0qWsrFxa0Oplfdkh7agRGD2B9nSWtXxRjzraiz7odEpR8xZu0NSGUvU5mMRyazNbo9HAmvVrN4r8OjYzBQPPSA0UMxt45V8EEEAAAQQQQAABBBBAAAEE9l1g167qf48mA/9/g32/ql7OJA4EEEAAAQQQQAABBBBAAAEEEMi/ABkigAACCCCAAAIIjIRAMBKTMicCCCCAwBgWIHUEEEAAAQQQQAABBBBAAAEEEMi/ABkigAACCCCAAAIIIIAAAggggED+BcgQAQQQQAABBBBAAAEEEEAAAQTyL0CGCCCAAAIIIIAAAggggAACCCCQfwEyRAABBBBAYAwJmN29AazZQH/g3zAMFcex30y2tpHsuFTpQB0/YbzGjR+n3VvXp473JjjgwBoYnjWQDjyP3CbXrqZpqmyja7+5tUlmVquiIPAABczuXj/uz8QgDOQ3Uo8jJUmibN01t/apqaVLWVmxZIdWL+vLDmlHg8AoibGns6zli3rU0V70EadTipq3cIOmNpT839fiJJZ7FmZrMxpYq37NRpHc+jUzBUH1f2bXzERBAAEEEEAAAQQQQAABBBBA4IEKND/y4frqRe/RAVMmPtBLR/58IkAAAQQQQAABBBBAAAEEEEAAgfwLkCECCCCAAAIIIIDAiAhUf5k4IlMzKQIIIIDAWBQgZwQQQAABBBBAAAEEEEAAAQQQyL8AGSKAAAIIIIAAAggggAACCCCAQP4FyBABBBBAAIHBBMp33aXeS5dq28c/qh0//tFgpzCGAAIIIIAAAgggMIoECBUBBBBAAAEEEEAAAQQQQAABBPIvQIYIIIAAAgiMFQGz6gawZiazanWbw4ZhqGzTWL+h7LhU48aN0/jx46kY+DVQrpiu/dO/fJ91wfdiuNdA9jwaN36c0oHnk3tOxXEs9+wKwsBvcm1m/lFeqVR8ywsCD1TAzGp/NmZry//ZGEdKkkTZRuvNrX1qaumq3X7Fkh1avayvdkynvgVGQ3Q9nWUtX9SjjvaiDzedUtS8hRs0taEk//xLYqVpWluT0cAa9Ws1iuSeiWamIKj+T+yamSgIIIAAAggggAACCCCAAAIIjDUB8kUAAQQQQAABBBBAAAEEEEAAgfwLkCECCCCAAAIIIIDAyAhUf504MnMzKwIIIIDA2BMgYwQQQAABBBBAAAEEEEAAAQQQyL8AGSKAAAIIIIAAAggggAACCCCAQP4FyBABBBBAAIFBBYob1qvzox9Rz9LF6lv1+0HPYRABBBBAAAEEEEBg1AgQKAIIIIAAAggggAACCCCAAAII5F+ADBFAAAEEEBizAmYms4EaVGscx3I1SRK/wWySJtXNZcelSgeqO3YtteoxVhzu6NyupT/6nTbcfpdfB2Mlb/Ic2XU+2PPGPZtcdc+pMAwVRqHf5Nps4Bm2Wx2zD3USf8gCZnevpXBgjQVhIL+xehzJrT2/LtNUza19amrpUlZWLNmhVcv6skPa+hWo+8h6OstavqhHHe1FH2s6pah5CzdoakPJ/90sTmKlA2swW4vRwNr0azSK5NarmSkIArliZq6hIoAAAggggAACCCCAAAIIIPCgBLZ19ehf7Rsf1LUjfBHTI4AAAggggAACCCCAAAIIIIBA/gXIEAEEEEAAAQQQQGCEBKq/UByhyZkWAQQQQGCsCZAvAggggAACCCCAAAIIIIAAAgjkX4AMEUAAAQQQQAABBBBAAAEEEEAg/wJkiAACCCCAwOAC0THH1t4o3nJLrU8HAQQQQAABBBBAYDQKEDMCCCCAAAIIIIAAAggggAACCORfgAwRQAABBBAYewKVSkVm1U1h3SaxroZhqCAMFEahr0mSyNU4jpVVd5xtMksbaSwY3HDTen39u1eoY0unbr1ti/qLpTGR91j4bOs9R/e8yZ49WetiDgeeUdmzysz8s8zMxt6DnIyHTMDMausqDEP/Z6Nbe26jdbcus43Xm1v71NTSVYtj5ZIdWrWsr3ZMpx4F6jumns6yli/qUUd70QeaTilq3sINmtpQUpwM/H1soKZpqmwNRvHdfxcJBv4OZ2YKgkCumJlrqAgggAACCCCAAAIIIIAAAgg8aIE1f75Rn/3G8gd9/chdyMwIIIAAAggggAACCCCAAAIIIJB/ATJEAAEEEEAAAQQQGCmB6q8UR2p25kUAAQQQGFsCZIsAAggggAACCCCAAAIIIIAAAvkXIEMEEEAAAQQQQAABBBBAAAEEEMi/ABkigAACCCBwLwLBhAkKpk3z7xbXtfuWFwQQQAABBBBAAIFRKkDYCCCAAAIIIIAAAggggAACCCCQfwEyRAABBBBAYAwKmFU3hTUzmd1d3aaxYRjK1SAMZIEpjEK5flbdMTX0Lnl3WPmHtfp+26+1q7+oUqns68bb7xoTuef9sx0N+WXPHNe6eLM2DEMFQeCfXVlrVn2OiYLAfhIwq64pM6v9mRhFkdyG60mS1DZgb27tU1NLl7KycskOrVrWlx3S1ptAHcfT01nW8kU96mgv+ijTKUXNW7hBUxtKipPY1zRNa2svigfWo1uTAzUI734muovNzDVUBBBAAAEEEEAAAQQQQAABBB6SwK7+fiVR/JDuMSIXMykCCCCAAAIIIIAAAggggAACCORfgAwRQAABBBBAAAEERkwgGLGZmRgBBBBAYMwJkDACCCCAAAIIIIAAAggggAACCORfgAwRQAABBBBAAAEEEEAAAQQQQCD/AmSIAAIIIIDAfQnEjbP82+XeXpXvvNP3eUEAAQQQQAABBBAYfQJEjAACCCCAAAIIIIAAAggggAAC+RcgQwQQQAABBBCoCgRBIDPz1fV3r2EYijq2DC772TW6/IrVKpe1R11/2xbWAt+HYV8D7nlkZnKtBoprzarPKzMbGOFfBPa/gJn5PxPNzK/5IAwURZHcxutJktQ2Ym9u7VNTS5eysnLJDq1a1pcd0taRQL2G0tNZ1vJFPepoL/oQ0ylFzVu4QVMbSoqT2Nc0TWtrLooH1qFbiwPVrUszqz0fzUwUBBBAAAEEEEAAAQQQQAABBPaHQONRM/To44/eH7ca1nswGQIIIIAAAggggAACCCCAAAII5F+ADBFAAAEEEEAAAQRGTiAYuamZGQEEEEBgjAmQLgIIIIAAAggggAACCCCAAAII5F+ADBFAAAEEEEAAAQQQQAABBBBAIP8CZIgAAggggMB9CkQzG2vv99+yrtangwACCCCAAAIIIDCqBAgWAQQQQAABBBBAAAEEEEAAAQTyL0CGCCCAAAIIIDAgYFbdLNas2g4Mycx8dX3q2BHYuatfX/7WT/W7a/6qcqW8V735ltvHDgaZ1pWAWfWZZGY+LrNq6w94QWCIBMzM/1loZgrDUEEYKIoiuQ3YkySpbcje3NqnppYuZWXlkh0hloeFAAAQAElEQVRatawvO6StD4G6jKKns6zli3rU0V708aWTdmnuK/+pqQ1FxUnsa5qmtbUWxQPrz63BgerWo5kpCAK5YmauoSKAAAIIIIAAAggggAACCCCwXwQeeWyj3tD6/P1yr2G8CVMhgAACCCCAAAIIIIAAAggggED+BcgQAQQQQAABBBBAYAQFqr9YHMEAmBoBBBBAYKwIkCcCCCCAAAIIIIAAAggggAACCORfgAwRQAABBBBAAAEEEEAAAQQQQCD/AmSIAAIIIIDAfQtEs2bVTijesq7Wp4MAAggggAACCCAwmgSIFQEEEEAAAQQQQAABBBBAAAEE8i9AhggggAACCCBwTwEzk5n5YTPzfTNas/wbbN7SqYu/uFxrb7z337rcsr6DNTEG1oJZfa5392Ayq8bm+lQEhkPArLrmzExhGCoIA0VRJLcRe5IktY3Zm1v71NTSpaysXLJDq5b1ZYe0Iy5QfwH0dJa1fFGPOtqLPrh04k495nmrNbF3rcp/+rPCnh6laVpbY27N+bU3sP7cOjQzBUEgV8zMNVQEEEAAAQQQQAABBBBAAAEExrgA6SOAAAIIIIAAAggggAACCCCAQP4FyBABBBBAAAEEEEBgJAWqv1ocyQiYGwEEEEBgbAiQJQIIIIAAAggggAACCCCAAAII5F+ADBFAAAEEEEAAAQQQQAABBBBAIP8CZIgAAggggMD9CMSNs2pnFG+5pdangwACCCCAAAIIIDCKBAgVAQQQQAABBBBAAAEEEEAAAQTyL0CGCCCAAAIIIIAAAl7ghptu1ae/2KaNt9+hSkX3Wvv6+rV+4xZ/DS8IIIDAWBEwM5lVaxiGCsJAfiP2OFKSJErSxG/U3tzap6aWLmVl5ZIdWrWskB3SjqRAnc3d01nW8kU96mgv+sjGTe7XY1qu15TxmxT19EgbNmrXD5ap/6c/V9zfr2hgrfk1F0V+/ZmZgiCQK2bmGioCCCCAAAIIIIAAAggggAAC+1Xgz2v/rd9f9/f9es8hvxkTIIAAAggggAACCCCAAAIIIIBA/gXIEAEEEEAAAQQQQGBEBaq/XBzREJgcAQQQQGAsCJAjAggggAACCCCAAAIIIIAAAgjkX4AMEUAAAQQQQAABBBBAAAEEEEAg/wJkiAACCCCAwP0JRI2NCsaPV3TEkbI4vr/TeR8BBBBAAAEEEECgDgUICQEEEEAAAQQQQAABBBBAAAEE8i9AhggggAACCCCAAALS79es1Re+9mP17ujbJ451t3bs03mchAACCORJwMxkVq1hGCoIA/kN2eNISZIoSROlaarm1j41tXQpKyuXFLRqWSE7pB0hgXqatqezrOWLtqujvejDGjelqLmn3KaDnjhd46ZNVdDdrWighl1dKv1uhbrOfLe0YaNfb27dmZmCIJArZuYaKgIIIIAAAggggAACCCCAAAL7XWDNn2/Umj/duN/vO5Q35N4IIIAAAggggAACCCCAAAIIIJB/ATJEAAEEEEAAAQQQGFmB6q8XRzYGZkcAAQQQyL8AGSKAAAIIIIAAAggggAACCCCAQP4FyBABBBBAAAEEEEAAAQQQQAABBPIvQIYIIIAAAgjcr0B05FE67Pq/6NCrfqUpZ77rfs/nBAQQQAABBBBAAIG6EyAgBBBAAAEEEEAAAQQQQAABBBDIvwAZIoAAAggggAACY17gJ1eu1pK23zwgh3W3bnpA53MyAgggkBcBM5NZtYZhqCAM/KbsURwpSRIlaaI0TdXc2qemlm5lZeWSglYtK2SHtMMvUDcz9nSWtXzRdnW0l3xM46YUNXfhRk1tKCoZN04THvVIHXjiCUrHj1fU06NwoMaTJ2ncrEa/3sxMQRDIFTNzDRUBBBBAAAEEEEAAAQQQQACBIRHYtWvgv1XjeEjuPUQ35bYIIIAAAggggAACCCCAAAIIIJB/ATJEAAEEEEAAAQQQGGGB6i8YRzgIpkcAAQQQyLsA+SGAAAIIIIAAAggggAACCCCAQP4FyBABBBBAAAEEEEAAAQQQQAABBPIvQIYIIIAAAggggAACCCCAAAIIIJB/ATJEAAEEEEAAAQQQQAABBBBAAIH8C5AhAggggAACCCAwtgW+veQXuvLX1z1ghPZbNz3ga7gAAQQQyIuAmcmsWsMwVBAGiqJIURwpSRIlaaI0TdXcWlDT/G5lZeWSglYtK2SHtMMqUB+T9XSWtXzRdnW0l3xA46YUNXfhRk1tKCpOYl/d2hl/5BE66D1n6sAFL1U4cOaBp79dwcD7ZqYgCOSKmbmGigACCCCAAAIIIIAAAggggMCQCby05al62fynDtn99/+NuSMCCCCAAAIIIIAAAggggAACCORfgAwRQAABBBBAAAEERlqg+ivGkY6C+RFAAAEE8i1AdggggAACCCCAAAIIIIAAAgggkH8BMkQAAQQQQAABBBBAAAEEEEAAgfwLkCECCCCAAAIIIIAAAggggAACCORfgAwRQAABBBBAAAEEEEAAAQQQQCD/AmSIAAIIIIAAAgiMcYGtnd0PSuCurd3q3Lb9QV3LRQgggEAeBMxMZtUahqGCMFAURYriSEmSKEkTuY3cmxcU1DT/7mftyiUFrVpWEGWYBepgup7OspYv2q6O9pKPZtyUouYu3KipDUXFSeyrWzPZ2okG1tHkF83XjO9/UxPmNvv1FgSBv9bMfFv49W99ywsCCCCAAAIIIIAAAggggAACQyFwxIyDdNgh04fi1kNzT+6KAAIIIIAAAggggAACCCCAAAL5FyBDBBBAAAEEEEAAgREXqP6SccTDIAAEEEAAgTwLkBsCCCCAAAIIIIAAAggggAACCORfgAwRQAABBBBAAAEEEEAAAQQQQCD/AmSIAAIIIIAAAggggAACCCCAAAL5FyBDBBBAAAEEEEAAAQQQQAABBBDIvwAZIoAAAggggAACY13gXW9foC9cdIavR8887AFxtN+y6QGdz8kIIIBA3gTMzG/KbmYKw1BBGCiKIkVxpCRJlG3k3rygoKb53crKyiUFrVpWyA5ph0FgpKfo3VbR8kXb1dFe8qGMm1LU3IUbNbWhqDiJfU3TtLZmooE15NeSW08HHujXWRAE/loz823vj3+iO99+hja/9BXq/+dNfowXBBBAAAEEEEAAAQQQQAABBMayALkjgAACCCCAAAIIIIAAAggggED+BcgQAQQQQAABBBBAYOQFqr9mHPk4iAABBBBAIL8CZIYAAggggAACCCCAAAIIIIAAAvkXIEMEEEAAAQQQQAABBBBAAAEEEMi/ABkigAACCCCAAAIIIIAAAggggED+BcgQAQQQQAABBBBAAAEEEEAAAQTyL0CGCCCAAAIIIIAAArsJnHXaAn3hojN8PXrmYbu9M3h33fqOwd9gFAEEEBhDAmbmN2c3M4VhqCAM5DdujyMlSaIkTeQ2dm9eUFDT/G5lZeWSglYtK2SHtEMrMKJ3791WUdt53epoL/k4xk0pau7CjZraUFScxL66NZKtlWhg7fg1FEV+PZmZgiCQK2bmGpW2bVPX+Z/0/V3/uEEdJ7Vq6wc/rFJnpygIIIAAAggggAACCCCAAAII7C+Bcy78un5w+W/31+2G+j7cHwEEEEAAAQQQQAABBBBAAAEE8i9AhggggAACCCCAAAJ1IFD9RWMdBEIICCCAAAJ5FSAvBBBAAAEEEEAAAQQQQAABBBDIvwAZIoAAAggggAACCCCAAAIIIIBA/gXIEAEEEEAAgX0XKBcK2vGjH6rrwk9o+ze+tu8XciYCCCCAAAIIIIDACAswPQIIIIAAAggggAACCCCAAAII5F+ADBFAAAEEEEAAAQTuTeCs0xb4t+Y/7/E6euZhvn/Pl1tu7bjnEMcIIIDAmBQwM5lVaxiGCsJAfgP3OFKSJMo2dm9eUFDT/G5lZeWSglYtK2SHtEMmMHI37t1WUdt53epoL/kgxk0pau7CjZraUFScxL6maVpbI9HAmvFrJ4r8OjIzBUEgV8zMNb4GEyZo4mtfJRtYX36gUlHv8svU8ZwWbf/Gt1UpVefz7/GCAAIIIIAAAggggAACCCCAwIMU2NXfrySJHuTVw30Z8yGAAAIIIIAAAggggAACCCCAQP4FyBABBBBAAAEEEECgHgSqv2qsh0iIAQEEEEAgnwJkhQACCCCAAAIIIIAAAggggAAC+RcgQwQQQAABBBBAAAEEEEAAAQQQyL8AGSKAAAIIIPBABCoVbT3nA9r+nW+pcNWVoiCAAAIIIIAAAgiMEgHCRAABBBBAAAEEEEAAAQQQQACB/AuQIQIIIIAAAggggMC9Cvz+D2v9e8fNbtBZpy3QFy46w9dZDTP8uHtZt75Du/qLrktFAAEExryAmcmsWsMwVBAGiqJIbkP3JEmUpIncRu/NCwpqmt+trKxcUtCqZYXskHYoBEbonr3bKmo7r1sd7SUfQTq5X3MXbtTUhqLiJPbVrYlsbUTxwHpxa2aguvVjZgqCQK6YmWtq1QbW1AGnv12H/vQypY+bVxsv9/Ro24WfUkfLi7XrHzfUxukggAACCCCAAAIIIIAAAggg8GAE+gf+779JFD+YS4f/GmZEAAEEEEAAAQQQQAABBBBAAIH8C5AhAggggAACCCCAQF0IVH/ZWBehEAQCCCCAQB4FyAkBBBBAAAEEEEAAAQQQQAABBPIvQIYIIIAAAggggAACCCCAAAIIIJB/ATJEAAEEEEDggQgEEyYoeNjD/CXFde2+5QUBBBBAAAEEEECg/gWIEAEEEEAAAQQQQAABBBBAAAEE8i9AhggggAACCCCAAAL3LnDNmrWaedShmnnkoXuc9O53tOoLF53h66yZM3Tr+s17vM8BAgggMJYFzExm1RqGoYIwUBRFchu7J0mibKP35gUFNc3vVlZWLilo1bJCdki7nwVG4na92ypqO69bHe0lP306uV/zTrlNUxuKipPY1zRNa2siigfWiVsrA9WtGzNTEARyxcxcM2iNGo7Swd/9pqZe9AkF06bWziltvE3BpEm1YzoIIIAAAggggAACCCCAAAIIPBiBSz76Ds1/zhMezKXDfg0TIoAAAggggAACCCCAAAIIIIBA/gXIEAEEEEAAAQQQQKA+BKq/bqyPWIgCAQQQQCB/AmSEAAIIIIAAAggggAACCCCAAAL5FyBDBBBAAAEEEEAAAQQQQAABBBDIvwAZIoAAAggg8IAFosZZ/ppyb6/Kd97p+7wggAACCCCAAAII1LUAwSGAAAIIIIAAAggggAACCCCAQP4FyBABBBBAAAEEEEDgXgQqlYrWb9yi42c33MsZ1eF3n9aqRxx9ePWAVwQQQAABL2BmMqvWMAwVhIGiKJLb4D1JktqG780LCmqa362srFxS0KplheyQdv8JDPuderdV1HZetzraS37udHK/5p1ym6Y2FBUnsa9pmtbWQhQPrA+3RgaqWy9mpiAI5IqZueZ+68QXnagZV/5Ek17RqoEFqElvfJ2ihqNEQQAB4fwYVAAAEABJREFUBBBAAAEEEEAAAQQQQGCMCJAmAggggAACCCCAAAIIIIAAAgjkX4AMEUAAAQQQQAABBOpEoPoLxzoJhjAQQAABBPImQD4IIIAAAggggAACCCCAAAIIIJB/ATJEAAEEEEAAAQQQQAABBBBAAIH8C5AhAggggAACD1wgbpxVu6h46y21Ph0EEEAAAQQQQACBehUgLgQQQAABBBBAAAEEEEAAAQQQyL8AGSKAAAIIIIAAAgjcm8A1a/7h3zru2Abf8oIAAggg8MAEzExm1RqGoYIwUBRFchu9J0lS2/i9eUFBTfO7lZWVSwpatayQHdLuF4HhvUnvtorazutWR3vJT5xO7te8U27T1Iai4iT2NU3T2hqI4oF14dbGQHXrxMwUBIFcMTPX7HMNpkzRwz72YR285DuactpbB72u3NU16DiDCCCAAAIIIIAAAggggAACCAwmcNPNG9S9fcdgb9XZGOEggAACCCCAAAIIIIAAAggggED+BcgQAQQQQAABBBBAoF4Eqr9yrJdoiAMBBBBAIF8CZIMAAggggAACCCCAAAIIIIAAAvkXIEMEEEAAAQQQQAABBBBAAAEEEMi/ABkigAACCCDwIASixsbaVf23rKv16SCAAAIIIIAAAgjUqQBhIYAAAggggAACCCCAAAIIIIBA/gXIEAEEEEAAAQQQQOBeBa5Zs1aNDTM086hD7/Uc3kAAAQQQuG8BM5NZtYZhqCAMFEWR3IbvSZLUNoBvXlBQ0/xuZWXlkoJWLStkh7QPVWAYr+/dVlHbed3qaC/5WdPJ/Zp3ym2a2lBUnMS+pmla++yjeGA9uDUxUN36MDMFQSBXzMw1D6qmzY9RMGHCXteWOjZr09Ofq85zPqJSZ+de7zOAAAIIIIAAAggggAACCCCAwO4COwo79an/+4Fuunn97sP12ScqBBBAAAEEEEAAAQQQQAABBBDIvwAZIoAAAggggAACCNSNQPWXjnUTDoEggAACCORJgFwQQAABBBBAAAEEEEAAAQQQQCD/AmSIAAIIIIAAAggggAACCCCAAAL5FyBDBBBAAAEEHoxA3Dirdllx3bpanw4CCCCAAAIIIIBAfQoQFQIIIIAAAggggAACCCCAAAII5F+ADBFAAAEEEEAAAQTuXWD9xi06/tiGez+BdxBAAAEE9knAzGRWrWEYKggDRVEkt/F7kiS1jeCbFxTUNL9bWVm5pKBVywrZIe1DEBiuS3u3VbTsvG51tJf8lOnkfs075TZNbSgqTmJf0zT1n7n77KN4YB24tTBQ3bowMwVBIFfMzDX7vW4958MqFwrqafuhOp47Xz3f/p4qpWq8+30ybogAAggggAACCCCAAAIIIDDqBXb19/sckjj2bT2/EBsCCCCAAAIIIIAAAggggAACCORfgAwRQAABBBBAAAEE6keg+mvH+omHSBBAAAEE8iNAJggggAACCCCAAAIIIIAAAgggkH8BMkQAAQQQQAABBBBAAAEEEEAAgfwLkCECCCCAAAIPSiCaNat2XfGWdbU+HQQQQAABBBBAAIG6FCAoBBBAAAEEEEAAAQQQQAABBBDIvwAZIoAAAggggAACCNyLwO//sNa/c9zsBt/yggACCCDw0ATMTGbVGoahgjBQFEVyG8C7jeCTNJHbGL55QUFN87uVlZVLClq1rJAd0j44gWG5qndbRcvO69bm9pKfL53cr3mn3KapDUXFSeyr+4zdZ+0+czfm18DAOnDrwcwUBIFcMTPXDEkNDjigdt/y9u3qPP9CbX7hS7Vz1R9q43QQQAABBBBAAAEEEEAAAQQQyASSONILn/skHXbotGyoXlviQgABBBBAAAEEEEAAAQQQQACB/AuQIQIIIIAAAggggEAdCVR/8VhHAREKAggggEBeBMgDAQQQQAABBBBAAAEEEEAAAQTyL0CGCCCAAAIIIIAAAggggAACCCCQfwEyRAABBBBA4MEJREc1KJgwQeFhh8kmTnxwN+EqBBBAAAEEEEAAgWESYBoEEEAAAQQQQAABBBBAAAEEEMi/ABkigAACCCCAAAII3JvANWvWqvGoQ9Vw5CH3dgrjCCCAAAIPUMDMZFatYRgqCAP5DeDjSG5DeLcxvNsgvnlBQU3zu5WVlUsKWrWskB3SPmCBob+gt7OsZed1a3N7yU+WTu7XvFNu09SGouIk9tV9tu4zdp+1G/OffRT5dWBmCoJArpiZa4asTvv0J3XQ17+scMahtTn6b27XljedqjtPO1Ol2zfVxukggAACCCCAAAIIIIAAAgggMGH8OL3oeU/SQdMOrHMMwkMAAQQQQAABBBBAAAEEEEAAgfwLkCECCCCAAAIIIIBAPQlUf/VYTxERCwIIIIBAPgTIAgEEEEAAAQQQQAABBBBAAAEE8i9AhggggAACCCCAAAIIIIAAAgggkH8BMkQAAQQQQOAhCBx23Z8145e/1dQLP/UQ7sKlCCCAAAIIIIAAAkMuwAQIIIAAAggggAACCCCAAAIIIJB/ATJEAAEEEEAAAQQQGFSgUqlo/cYtOm72zEHfZxABBBBA4MELmJnMqjUMQwVhIL8RfBzJbQzvNoh3G8U3LyioaX63srJySUGrlhWyQ9oHIjDE5/Z2ltV2fo82t5f8TOnkfs075TZNbSgqTmJf3WfqPlv3Gbsx/5lHkf/8zUxBEMgVM3PNkNdxT3mSZlz1U00+9WTZQBzZhIVf/UaFa1Zlh7QIIIAAAggggAACCCCAAAIIjB4BIkUAAQQQQAABBBBAAAEEEEAAgfwLkCECCCCAAAIIIIBAXQlUf/lYVyERDAIIIIBAHgTIAQEEEEAAAQQQQAABBBBAAAEE8i9AhggggAACCCCAAAIIIIAAAgggkH8BMkQAAQQQQAABBBBAAAEEEEAAgfwLkCECCCCAAAIIIIAAAggggAACCORfgAwRQAABBBBAAAEEBhe4Zs0//BvHz27wLS8IIIAAAvtXwMxkVq1hGCoIA/kN4eNIboN4t1G82zC+eUFBTfO7lZWVSwpatayQHdLuo8BQntbbWVbb+T3quLnop0knFzXvlNs0taGoOIl9dZ+l+0zdZ+vG/GcdRf5zNzMFQSBXzMw1w1YtTXXge96lQ396mZJH/T8/b9I0W5MWvNT3eUEAAQQQQAABBBBAAAEEEEDACWy4fYu++YMr1dNb3/83CRcrFQEEEEAAAQQQQAABBBBAAAEE8i1AdggggAACCCCAAAL1JVD99WN9xUQ0CCCAAAKjX4AMEEAAAQQQQAABBBBAAAEEEEAg/wJkiAACCCCAAAIIIIAAAggggAAC+RcgQwQQQAABBBBAAAEEEEAAAQQQyL8AGSKAAAIIIIAAAggggAACCCCAQP4FyBABBBBAAAEEEEDgXgSuWbNWsxpmqOHIQ+7lDIYRQAABBB6qgJnJrFrDMFQQBvIbw8eR3EbxbsN4t3F884KCmuZ3KysrlxS0ahkb7mUe+9AO2Sm9nWW1LepRx81FP0c6uah5p2zU1Iai4iT21X2G7rN0n6kb859xFPnP28wUBIFcMTPXjEiNGmfqkGWL9bDzztWBHzlHAwtT9yzl7rvX4D3f4xgBBBBAAAEEEEAAAQQQQCDfAl3dvVp1/Vr17dxVz4kSGwIIIIAAAggggAACCCCAAAII5F+ADBFAAAEEEEAAAQTqTKD6C8g6C4pwEEAAAQRGuwDxI4AAAggggAACCCCAAAIIIIBA/gXIEAEEEEAAAQQQQAABBBBAAAEE8i9AhggggAACCCCAAAIIIIAAAgggkH8BMkQAAQQQQAABBBBAAAEEEEAAgfwLkCECCCCAAAIIIIDAYAKVSkXrN27RcbMbBnubMQQQQACB/ShgZjKr1jAMFYSB/AbxcSS3YbzbON5tIN+8oKCm+XdvwL5ySUGrlhVE2ReBoTmnt7OstkU96mgv+gnSyUXNO2WjpjYUFSexr+6zc5+h+yzdmP9so8h/zmamIAjkipm5ZsTrpNaXKW1+zF5xVHbtUseLF+ius96r0tate73PAAIIIIAAAggggAACCCCAQL4FdvX3+wSTOPZtfb4QFQIIIIAAAggggAACCCCAAAII5F+ADBFAAAEEEEAAAQTqTaD6K8h6i4p4EEAAAQRGtwDRI4AAAggggAACCCCAAAIIIIBA/gXIEAEEEEAAAQQQQAABBBBAAAEE8i9AhggggAACCCCAAAIIIIAAAgggkH8BMkQAAQQQQAABBBBAAAEEEEAAgfwLkCECCCCAAAIIIIDAoALXrPmHHz9+9kzf8oIAAgggMLQCZiazag3DUEEYyG8UH0dyG8e7DeTdRvLNCwpqmt+trKxcUtCqZYXskPbeBIZgvLezrLZFPepoL/q7p5OLmnfKRk1tKCpOYl/dZ+Y+O/cZujH/mUaR/3zNTEEQyBUzc01d1+3f+LZKt2/Sjp9doY7nnaieJT+QKpW6jpngEEAAAQQQQAABBBBAAAEE9p/AIxqP0Hve+gpNmTxh/910f9+J+yGAAAIIIIAAAggggAACCCCAQP4FyBABBBBAAAEEEECg7gSqv4Ssu7AICAEEEEBgNAsQOwIIIIAAAggggAACCCCAAAII5F+ADBFAAAEEEEAAAQQQQAABBBBAIP8CZIgAAggggMD+ENjx05+o6+L/1bYLzt8ft+MeCCCAAAIIIIAAAvtZgNshgAACCCCAAAIIIIAAAggggED+BcgQAQQQQAABBBBAYHCBa9as1ayGGTrqiIMHP4FRBBBAAIH9LmBmMqvWMAwVhIH8hvFxJLeBvNtI3m0o37ygoKb53crKyiUFrVpWyA5pBxHY30O9nWW1LepRR3vR3zqdXNS8UzZqakNRcRL76j4r95m5z86N+c8yivznamYKgkCumJlr6r4WfvnrWozl7dvVee552vzy16j/pn/VxukggAACCCCAAAIIIIAAAgjkV2DypAk69ugj6zpBgkMAAQQQQAABBBBAAAEEEEAAgfwLkCECCCCAAAIIIIBA/QlUfw1Zf3EREQIIIIDA6BUgcgQQQAABBBBAAAEEEEAAAQQQyL8AGSKAAAIIIIAAAggggAACCCCAQP4FyBABBBBAAIH9IrDtox/W9q99RTuWL9sv9+MmCCCAAAIIIIAAAvtVgJshgAACCCCAAAIIIIAAAggggED+BcgQAQQQQAABBBBAYBCBcrms9Ru36LjZDYO8yxACCCCAwFAKmJnMqjUMQwVhIL9xfBzJbSTvNpR3G8s3LyioaX63srJySUGrlhWyQ9o9BfbrUW9nWW2LetTRXvT3TScXNefk9ZraUFScxL66z8h9Vu4zc2P+M4wi/3mamYIgkCtm5ppRUQ9ZtlgPO/d/FB54YC3eXX/7uzpe8nJt+8QnVSmw/mowdBBAAAEEEEAAAQQQQAABBEZCgDkRQAABBBBAAAEEEEAAAQQQQCD/AmSIAAIIIIAAAgggUIcC1V9E1mFghIQAAgggMFoFiBsBBBBAAAEEEEAAAVaITiEAABAASURBVAQQQAABBPIvQIYIIIAAAggggAACCCCAAAIIIJB/ATJEAAEEEEBg/whExxzrb1TesUPlO+7wfV4QQAABBBBAAAEE6kWAOBBAAAEEEEAAAQQQQAABBBBAIP8CZIgAAggggAACCCAwmMCqa2/ww8fNbvAtLwgggAACwytgZjKr1jAMFYSB/AbycSS3obzbWN5tMN+8oKCm+d3KysolBa1axibsmcfd7f7r9XaW1baoRx3tRX/TdHJRc05er+mNZcVJ7Kv7bNxn5D4rN+Y/uyjyn6OZKQgCuWJmrhk9dSDuSa96hQ795c806TWvvDvuUknbv/VdbfvUxXeP0UMAAQQQQAABBBBAAAEEEMidwJW/vVbv+J/P1HFehIYAAggggAACCCCAAAIIIIAAAvkXIEMEEEAAAQQQQACBehSo/iqyHiMjJgQQQACB0SlA1AgggAACCCCAAAIIIIAAAgggkH8BMkQAAQQQQAABBBBAAAEEEEAAgfwLkCECCCCAAAL7SSBqnFW7U/+69lqfDgIIIIAAAggggEAdCBACAggggAACCCCAAAIIIIAAAgjkX4AMEUAAAQQQQAABBAYVuGbNWjU2zFDDEYcM+j6DCCCAAAJDL2BmMqvWMAwVhIH8RvJxJLexvNtg3m0037ygoKb53crKyiUFrVpWyA5pncB+qr2dZbUt6lFHe9HfMZ1c1JyT12t6Y1lxEvvqPhP32bjPyI35zyyK/OdnZgqCQK6YmWtGZQ2mTNHDPnyOZlxxudI5zT6HYPJkTTn97b7PCwIIIIDA6BKoVCqjK2CiRQABBBBAAIERE9jV368kjkds/vudmBMQQAABBBBAAAEEEEAAAQQQQCD/AmSIAAIIIIAAAgggUJcC1V9G1mVoBIUAAgggMBoFiBkBBBBAAAEEEEAAAQQQQAABBPIvQIYIIIAAAggggAACCCCAAAIIIJB/ATJEAAEEEEBgfwnEs2bVblVc117r00EAAQQQQAABBBAYeQEiQAABBBBAAAEEEEAAAQQQQACB/AuQIQIIIIAAAggggMDeAuVyRes3btEjm2bu/SYjCCCAAALDKmBmMqvWMAwVhIH8hvJxJLfBvNto3m0437ygoKb53crKyiUFrVpWyA7HfLs/AHo7y2pb1KOO9qK/XTq5qDknr9f0xrLiJPbVfRbuM3GfjRvzn1UU+c/NzBQEgVwxM9eM+hrNatTBS76jaZ/5Xz3s4x9ReOCBoz4nEkCgXgUqlYoPzbXUijDYPwZ+Ud3jxdneY4hDBBBAAAEEEECgJjB50gRNGai1gTrrEA4CCCCAAAIIIIAAAggggAACCORfgAwRQAABBBBAAAEE6lOg+uvI+oyNqBBAAAEERp8AESOAAAIIIIAAAggggAACCCCAQP4FyBABBBBAAAEEEEAAAQQQQAABBPIvQIYIIIAAAgjsN4GocVbtXv3t7bU+HQQQQAABBBBAAIERFyAABBBAAAEEEEAAAQQQQAABBBDIvwAZIoAAAggggAACCAwisOraf/jR445t8C0vCCCAAAIjK2BmMqvWMAwVhIH8xvJxJLfRvNtw3m0837ygoKb53crKyiUFrVpWyA7HcvuQc+/tLKttUY862ov+XunkouacvF7TG8uKk1jZZ+Ba95m4Mf8ZRZH/vMxMQRDIFTNzTa7qhBc8TxNOeP6gOXV++GPq/tJXVCmVBn2fQQQQ2FOgUqn4gd1b16dWhMHQGbhFl/m6vqvu2LVUBBBAAAEEEEBgd4FnPqlZ5777jbsP1VOfWBBAAAEEEEAAAQQQQAABBBBAIP8CZIgAAggggAACCCBQpwLVX0jWaXCEhQACCCAw2gSIFwEEEEAAAQQQQAABBBBAAAEE8i9AhggggAACCCCAAAIIIIAAAgggkH8BMkQAAQQQQGD/CcSzZtVuVlzXXuvTQQABBBBAAAEEEBhpAeZHAAEEEEAAAQQQQAABBBBAAIH8C5AhAggggAACCCCAwGAC16xZq1kzZ+ioIw4e7G3GEEAAAQRGQMDMZFatYRgqCAP5DebjSG7DebfxfJqmal5QUNP8bmVl5ZKCVi0rZIdjtH1oafd2ltW2qEcd7UV/o3RyUXNOXq/pjWXFSSxnn30GrnVj/rOJIv85mZmCIJArZuaaMVN33fhP9fxgmbou+Zw65p+knX/+y5jJnUQReDAClUrFP+td6653ravlcllZ6/pZdWPUirfBYd8dsvWze7u7X7b2dm9dn4oAAggggAACCNS/ABEigAACCCCAAAIIIIAAAggggED+BcgQAQQQQAABBBBAoF4Fqr+SrNfoiAsBBBBAYHQJEC0CCCCAAAIIIIAAAggggAACCORfgAwRQAABBBBAAAEEEEAAAQQQQCD/AmSIAAIIIIDAfhSIjjhSCkN/x/517b7lBQEEEEAAAQQQQKAOBAgBAQQQQAABBBBAAAEEEEAAAQTyL0CGCCCAAAIIIIAAAnsJlMplrd+4RccfO3Ov9xhAAAEEEBhZATPzG0ObmcIwVBAG8hvNx5HcxvNuI/o0TdW8oKCm+d3KysolBa1aVsgOx177EDLu7SyrbVGPOtqL/i7p5KLmnLxe0xvLipNYzjyzd60b859JFPnPx8wUBIFcMTPXjKnadfFna/kW192iLa98nbae/QGVtm2rjdNBAIGqQKVS8c/46pHkjssDfzfPWtcvl8ravZaKJVExeKBrIFtDlXLFrx+/tgbWmmvdenM1W4euveexG6MigAACCCCAwNgV2LTlLm24fUt9AhAVAggggAACCCCAAAIIIIAAAgjkX4AMEUAAAQQQQAABBOpWoPpLyboNj8AQQAABBEaTALEigAACCCCAAAIIIIAAAggggED+BcgQAQQQQAABBBBAAAEEEEAAAQTyL0CGCCCAAAII7FeBMFRy7Gwlj2nWuCc/VRQEEEAAAQQQQACB+hAgCgQQQAABBBBAAAEEEEAAAQQQyL8AGSKAAAIIIIAAAgjsLbD62hv84HGzG3zLCwIIIIBAfQmYmd8g2swUhqGCMJDfcD6O5DagdxvSp2mq5gUFNc3vVlZWLilo1bJCdjim2gebbG9nWW2LetTRXvS3SCcXNefk9ZreWFacxHLWmblr3Zj/LKLIfy5mpiAI5IqZuWbM1Wn/e6Emv/qVGlistdx7L/+pNj//hepdflltjA4CCMg/2yuVirJa7t2hrae/S3eedqY6zzjL9+86/Z3qPHOgf8a7tJWKwf5aAwPrrOfS5SqXyiqXy7U16NaiBoqZDbzyLwIIIIAAAgggUBX40ZXXaNlPr64e1Nkr4SCAAAIIIIAAAggggAACCCCAQP4FyBABBBBAAAEEEECgfgWqv5as3/iIDAEEEEBg9AgQKQIIIIAAAggggAACCCCAAAII5F+ADBFAAAEEEEAAAQQQQAABBBBAIP8CZIgAAggggMB+Fzh42Q918PeX6mHnfmy/35sbIoAAAggggAACCDwoAS5CAAEEEEAAAQQQQAABBBBAAIH8C5AhAggggAACCCCAwCAC16xZq1kNM3TUEQcP8i5DCCCAAAL1IGBmfqNoM1MYhgrCQH7j+TiS24jebUyfpqmaFxTUNL9bWVm5pKBVywrZ4VhpH1SevZ1ltS3qUUd70V+fTi5qzsnrNb2xrDiJ5Ywza9e6Mf8ZRJH/PMxMQRDIFTNzzZisweTJOvAj5+jQH7dp3OMeWzMobdumrR/8sO466721MToIjGWBSqUiVzMD1y+Xy+r79W+167e/087fXO3b/qtX1FrXp64QBg/ewK0t5+faUqmkYrGocqks13frb/f16NZkdkyLAAIIIIAAAmNbYFd/v5I4rkcEYkIAAQQQQAABBBBAAAEEEEAAgfwLkCECCCCAAAIIIIBAHQtUfzFZxwESGgIIIIDAaBEgTgQQQAABBBBAAAEEEEAAAQQQyL8AGSKAAAIIIIAAAggggAACCCCAQP4FyBABBBBAAAEEEEAAAQQQQAABBPIvQIYIIIAAAggggAACCCCAAAIIIJB/ATJEAAEEEEAAAQQQuKeA2+Rx/cYtOm52wz3f4hgBBBBAoM4EzExm1RqGoYIwkN+APo7kNqR3G9SnaarmBQXNbulSVlYuKWh1W192OAbaB55ib2dZbYt61NFe9Benk4uac/J6TW8sK05iOdvM2LVuzNtHkf8czExBEMgVM3PNmK/xIx6ug777DU275FMKZxxa85j40pNqfToIjGUBM/PPdGdQqVTk/l7uWnfsanzUUaJiMBRrwK0vV0ulkvr7+1UsFlUpV+TWX1bd+2bmGioCCCCAAAIIIKDHPnq2njD3uDqUICQEEEAAAQQQQAABBBBAAAEEEMi/ABkigAACCCCAAAII1LNA9VeT9RwhsSGAAAIIjA4BokQAAQQQQAABBBBAAAEEEEAAgfwLkCECCCCAAAIIIIAAAggggAACCORfgAwRQAABBBBAAAEEEEAAAQQQQCD/AmSIAAIIIIAAAggggAACCCCAAAL5FyBDBBBAAAEEEEAAgb0EVl17gx87fvZM3/KCAAIIIFDfAmbmN4w2M4VhqCAM5DeijyO5jendRvVpmmpOa59mt3QpKysW79Dqtr7sMN/tA8yup7OstkU96mgv+ivTyUXNOXm9pjeWFSexnGlm61o35s2jyPubmYIgkCtm5hrqbgITTni+Zlz1U015+1s08UUnatxTnrTbu3QRGJsClUpF96yqSKVSqQYy+fkv0FHLf0jFYL+ugRkXX1JbY8X+olx1687VSrm6Lmsn0EEAAQQQQAABBP4r8KR5x2veo47971EdNYSCAAIIIIAAAggggAACCCCAAAL5FyBDBBBAAAEEEEAAgboWqP5ysq5DJDgEEEAAgdEgQIwIIIAAAggggAACCCCAAAIIIJB/ATJEAAEEEEAAAQQQQAABBBBAAIH8C5AhAggggAACCCCAAAIIIIAAAgjkX4AMEUAAAQQQQAABBBBAAAEEEEAg/wJkiAACCCCAAAIIILC3wDVr1uromYfpqCMO3vtNRhBAAAEE6lLAzGRWrWEYKggD+Q3p40hug3q3YX2apprT2qfZLV3KyorFO7S6rS87zG37QBLr6Sxr+aIedbQX/WXp5KLmnLxe0xvLipNYzjIzda0b89ZR5N3NTEEQyBUzcw11EAEbWI8HnPkOTb3oE4O8KxV+/VvtuOqXg77HIAJ5F6hUKnK1XC7L1bznS371I1AsFtXf369SseTXnluHrmYR7t7PxmgRQAABBBBAAIF6EiAWBBBAAAEEEEAAAQQQQAABBBDIvwAZIoAAAggggAACCNS3QPXXk/UdI9EhgAACCNS/ABEigAACCCCAAAIIIIAAAggggED+BcgQAQQQQAABBBBAAAEEEEAAAQTyL0CGCCCAAAIIIIAAAggggAACCCCQfwEyRAABBBBAAAEEEEAAAQQQQACB/AuQIQIIIIAAAggggMA9BNwGo+s3btFxsxvu8Q6HCCDo36XeAAAQAElEQVSAAAL1LmBmMqvWMAwVhIH8xvRxJLdRvdu4Pk1TzWntU1NLl7KyYvEOrW7ryw7z2O5zTj2dZS1f1KOO9qK/Jp1c1JyT12t6Y1lxEssZZpaudWPeOIq8t5kpCAK5YmauoT4IgUqhoK0f+ZjuOuMs3bHwLSptueNB3IVLEBjdApVKRVkd3ZkQ/WgSKJVKKhVLKhaLcn3334fZOnStGX+2jabPk1gRQAABBBAYSoGvLf6Zfrf6r0M5xYO5N9cggAACCCCAAAIIIIAAAggggED+BcgQAQQQQAABBBBAoM4Fqr+grPMgCQ8BBBBAoN4FiA8BBBBAAAEEEEAAAQQQQAABBPIvQIYIIIAAAggggAACCCCAAAIIIJB/ATJEAAEEEEBg6AS2f+sb2nrO+3XXGacN3STcGQEEEEAAAQQQQGAfBDgFAQQQQAABBBBAAAEEEEAAAQTyL0CGCCCAAAIIIIAAAvcUWHXtDX7o+NkNvuUFAQQQQGB0CZiZzKo1DEMFYSC/QX0cyW1Y7zawT9NUza19amrpUlZWLN6h1W192WHO2n1Lp6ezrOWLetTRXvQXpJOLmnPyek1vLCtOYjm7zNC1bszbRpF3NjMFQSBXzMw11Acp0P2Vr6t8x53+6r7fr1LH8+Zr+9e/JZVKfowXBPIqYLbns6NSqahcKuc1XfKqQ4FKuaJisahyuSy3/lw1mY/UrNr6A14QQAABBBBAYMwL/PPm9ers2l5nDoSDAAIIIIAAAggggAACCCCAAAL5FyBDBBBAAAEEEEAAgXoXqP6Kst6jJD4EEEAAgfoWIDoEEEAAAQQQQAABBBBAAAEEEMi/ABkigAACCCCAAAIIIIAAAggggED+BcgQAQQQQACBIRToW/E77fjRZSr8+lcq31n9Hy8dwum4NQIIIIAAAggggMC9CTCOAAIIIIAAAggggAACCCCAAAL5FyBDBBBAAAEEEEAAgb0ErlmzVkfPPExHHn7wXu8xgAACCCAwOgTMTGbVGoahgjCQ36g+juQ2rncb2adpqubWPjW1dCkrKxbv0Oq2vuwwP+0+ZNLTWdbyRdvV0V70Z6eTi5pz8npNbywrTmI5s8zOtW7Mm0aR9zUzBUEgV8zMNdSHIDCh5QVK5zTX7lAuFLTtk/+rjhe9TLv+9vfaOB0E8ixQqVR8elnrD3hBYIgFyuWy3JpzrapLsDajG3e1NkAHAQQQQAABBMa0wK5dRSVxXF8GRIMAAggggAACCCCAAAIIIIAAAvkXIEMEEEAAAQQQQACBuheo/pKy7sMkQAQQQACBehYgNgQQQAABBBBAAAEEEEAAAQQQyL8AGSKAAAIIIIAAAggggAACCCCAQP4FyBABBBBAAIGhFIhmNtZu37+uvdangwACCCCAAAIIIDC8AsyGAAIIIIAAAggggAACCCCAAAL5FyBDBBBAAAEEEEAAgT0FSqWy1m/couNmN+z5BkcIIIAAAqNOwMxkVq1hGCoIA/kN6+NIbgN7t6F9mqZqbu1TU0uXsrJi8Q6tbuvLDnPR3l8SvdsqWr5ouzraS/7UdHJRc05er+mNZcVJLGeVmbnWjXnLKPKuZqYgCOSKmbmG+hAF4kc8XAcv+Y6mffqTCg89pHa3/v/crM2tr9bWD364NkYHgbwKmEyVSiWv6ZFXnQq4NVcul310rr979YO8IIAAAggggAAC/xW44IOn6knzjv/vUX00RIEAAggggAACCCCAAAIIIIAAAvkXIEMEEEAAAQQQQACB+heo/pqy/uMkQgQQQACB+hUgMgQQQAABBBBAAAEEEEAAAQQQyL8AGSKAAAIIIIAAAggggAACCCCAQP4FyBABBBBAAIEhFYgbG2v3L65rr/XpIIAAAggggAACCAyrAJMhgAACCCCAAAIIIIAAAggggED+BcgQAQQQQAABBBBA4B4Cq6+7wY8cN7vBt7wggAACCIxuATOTWbWGYaggDOQ3ro8juY3s3cb2aZqqubVPTS1dysqKxTu0uq0vOxzt7X3G37utorbzutXRXvLnpZOLmnPyek1vLCtOYjmjzMq1bswbRpH3NDMFQSBXzMw11P0oMGH+CZpx5U805e1vkQ2s1ezWliRZlxYBBBBAYD8LVCoVuepum7Vm/BnnPKgIIIAAAgggcLfAhPHjdOABk1RHhVAQQAABBBBAAAEEEEAAAQQQQCD/AmSIAAIIIIAAAgggMAoEqr+oHAWBEiICCCCAQL0KEBcCCCCAAAIIIIAAAggggAACCORfgAwRQAABBBBAAAEEEEAAAQQQQCD/AmSIAAIIIIDA0ApEMxtrExTXrav16SCAAAIIIIAAAggMpwBzIYAAAggggAACCCCAAAIIIIBA/gXIEAEEEEAAAQQQQOCeAtesWauHNx6mow4/+J5vcYwAAgggMEoFzExm1RqGoYIwkN/APo7kNrR3G9ynaarm1j41tXQrKysW79Dqtr7scBS39x5677aK2s7rVkd7yZ+UTi5qzsnrNb2xrDiJ5WwyI9e6MW8XRd7RzBQEgVwxM9dQh0DAxo/XAWe+QzOu/InGP/fZCqZP0wHvPWsIZuKWCCCAAAKVSmUPBDP+fNsDhAMEEEAAAQQQqGMBQkMAAQQQQAABBBBAAAEEEEAAgfwLkCECCCCAAAIIIIDAaBCo/qpyNERKjAgggAAC9SlAVAgggAACCCCAAAIIIIAAAgggkH8BMkQAAQQQQAABBBBAAAEEEEAAgfwLkCECCCCAAAJDLBDNnFmboX9de61PBwEEEEAAAQQQQGAYBZgKAQQQQAABBBBAAAEEEEAAAQTyL0CGCCCAAAIIIIAAAnsIlEplrd+4RcfNvvu3K3ucwAECCCCAwKgVMDOZVWsYhgrCQH4j+ziS29jebXSfpqmaWwtqaulWVlYs3qHVbX3Z4ehs7yXq3m0VtZ3XrY72kj8jnVzUnJPXa3pjWXESy5lkNq51Y94siryfmSkIArliZq6hDrFAeNgMTf/8JTr0Zz9SMGHCXrOVNnWo2L5ur3EGEEAAAQQQQAABBBBAAAEE9q9A744+nXr2p3T9X2/avzd+KHfjWgQQQAABBBBAAAEEEEAAAQQQyL8AGSKAAAIIIIAAAgiMCoHqLytHRagEiQACCCBQjwLEhAACCCCAAAIIIIAAAggggAAC+RcgQwQQQAABBBBAAAEEEEAAAQQQyL8AGSKAAAIIIDDUAtGRR0lh6Kcptrf7lhcEEEAAAQQQQACB4RVgNgQQQAABBBBAAAEEEEAAAQQQyL8AGSKAAAIIIIAAAgjsKbD6uhv8wHHHNviWFwQQQACBfAmYmcyqNQxDBWEgv6F9HMltcO82vE/TVM2tBTW1dCsrKxbv0Oq2vuxw1LWDBdy7raK287rV0V7yb6eTi5pz8npNbywrTmI5i8zEtW7MW0WRdzMzBUEgV8zMNdRhFAgPPHDQ2bZ98n+16cSXqPPj56u8ffug5zCIAAIIIIAAAggggAACCCDw0AV29ff7myRJ5Nt6eCEGBBBAAAEEEEAAAQQQQAABBBDIvwAZIoAAAggggAACCIwOgeqvK0dHrESJAAIIIFB/AkSEAAIIIIAAAggggAACCCCAAAL5FyBDBBBAAAEEEEAAAQQQQAABBBDIvwAZIoAAAgggMCwC8cxGP0/xto2q7Nrl+7wggAACCCCAAAIIDJsAEyGAAAIIIIAAAggggAACCCCAQP4FyBABBBBAAAEEEEDgHgLXrFmroxsP05GHH3SPdzhEAAEEEMiLgJnJrFrDMFQQBoqiSFEcyW107za+T9NUza0FNbV0KysrFu/Q6ra+7HA0tXvF2rutorbzutXRXvLvpZOLmnPyek1vLCtOYjmDzMK1bswbDTg5LzNTEARyxcxcQ60DgZ1//Zt2/PxKqVRSz/eWqOM5LepZ8gOpXK6D6AgBAQQQQAABBBBAAAEEEMiXgMl0zKwjdeCUSfWSGHEggAACCCCAAAIIIIAAAggggED+BcgQAQQQQAABBBBAYJQIVH9hOUqCJUwEEEAAgXoTIB4EEEAAAQQQQAABBBBAAAEEEMi/ABkigAACCCCAAAIIIIAAAggggED+BcgQAQQQQACB4RGIjzlGyfGP1ISTXqJKoTA8kzILAggggAACCCCAwH8FaBBAAAEEEEAAAQQQQAABBBBAIP8CZIgAAggggAACCCCwu0CxVNL6jVt0/LENuw/TRwABBBDIoYCZyaxawzBUEAbyG9zHkdyG924D/DRN1dxaUFNLt7KyYvEOrW4bbb9nzKKvtr3bKmo7r1sd7SU/kE4uas7JGzS9saw4ieVyzwxc68a8TRR5JzNTEARyxcxcQ60Tgcr2HgXTp9WiKW3bps5zz1PHS16undf/sTZOBwEEEEAAAQQQQAABBBBA4KELHHjAJJ39tlfoqMMPeeg32y934CYIIIAAAggggAACCCCAAAIIIJB/ATJEAAEEEEAAAQQQGC0C1V9ZjpZoiRMBBBBAoL4EiAYBBBBAAAEEEEAAAQQQQAABBPIvQIYIIIAAAggggAACCCCAAAIIIJB/ATJEAAEEEEBgmASmfupiHXzpck1ddIGCAw4YplmZBgEEEEAAAQQQQMAL8IIAAggggAACCCCAAAIIIIAAAvkXIEMEEEAAAQQQQACBPQT+cN2N/vi42TN9ywsCCCCAQL4FzExm1RqGoYIwkN/oPo7kNr53G+Gnaarm1oKaWrqVlRWLC1rdVsgO67/dLcLebRW1ndetjvaSH00nFzXn5A2a3lhSnMRyOWe5u9aNeZMo8j5mpiAI5IqZuYZaRwLjnvIkHfarKzTl7W/ZI6r+f96kLa95o+5619mq9PXt8R4HCCCAAAIIIIAAAggggAACOREgDQQQQAABBBBAAAEEEEAAAQQQyL8AGSKAAAIIIIAAAgiMGoHqLy1HTbgEigACCCBQTwLEggACCCCAAAIIIIAAAggggAAC+RcgQwQQQAABBBBAAAEEEEAAAQQQyL8AGSKAAAIIIIAAAggggAACCCCAQP4FyBABBBBAAAEEEEAAAQQQQAABBPIvQIYIIIAAAggggAACewpcs2atHt54uI48/KA93+AIAQQQQCC3AmYms2oNw1BBGMhveB9Hchvguw3x0zRVc2tBTS3dysqKxQWtbitkh3XdZsH1bquo7bxudbSX/FA6uag5J2/Q9MaS4iSWyzXL2bVuzFtEkXcxMwVBIFfMzDXUOhSw8eN1wJnv0GG//YXGP/uZe0RYuu122bhxe4xxgAACCCCAAAIIIIAAAggg8OAE7tzapdV//If6+4sP7gb7+SpuhwACCCCAAAIIIIAAAggggAAC+RcgQwQQQAABBBBAAIHRI1D9teXoiZdIEUAAAQTqR4BIEEAAAQQQQAABBBBAAAEEEEAg/wJkiAACCCCAAAIIIIAAAggggAAC+RcgQwQQQAABBBBAAAEEEEAAAQQQyL8AGSKAAAIIIIAAAggggAACCCCAQP4F3Rt3EQAAEABJREFUyBABBBBAAAEEEEBgN4FiqaT1G7fo+NkNu43SRQABBBAYCwJmJrNqDcNQQRjIb3wfR3Ib4buN8dM0VXNrQU0t3crKisUFrW4rZIf12vq4erdV1HZetzraS/44nVzUnJM3aHpjSXESy+WY5epaN+YNosh7mJmCIJArZuYaap0LhIfN0PQvflYHffcbihqO0sAi14Ef/ZAoCCCAAAIIIIAAAggggAAC+0dg05a79I2lV6i7p3f/3PCh3YWrEUAAAQQQQAABBBBAAAEEEEAg/wJkiAACCCCAAAIIIDCKBKq/uBxFARMqAggggEC9CBAHAggggAACCCCAAAIIIIAAAgjkX4AMEUAAAQQQQAABBBBAAAEEEEAg/wJkiAACCCCAAAIIIIAAAggggAAC+RcgQwQQQAABBBBAAAEEEEAAAQQQyL8AGSKAAAIIIIAAAgjsLvCH6270h8fNbvAtLwgggAACY0vAzGRWrWEYKggD+Q3w40huQ3y3QX6apmpuLaippVtZWbG4oNVtheywDlupd1tFbed1q6O95ONLJxc15+QNmt5YUpzEcrllObrWjfnco8g7mJmCIJArZuYa6igSGPe4x2rGL36mg772f0qaZg8aebmra9DxbDDU8P1jsmxaWgQQQAABBBBAAAEEEECgrgX6+4s+viSOfTuyL8yOAAIIIIAAAggggAACCCCAAAL5FyBDBBBAAAEEEEAAgdEkEIymYIkVAQQQQKCOBAgFAQQQQAABBBBAAAEEEEAAAQTyL0CGCCCAAAIIIIAAAggggAACCCCQfwEyRAABBBBAAAEEEEAAAQQQQACB/AuQIQIIIIAAAggggAACCCCAAAII5F+ADBFAAAEEEEAAAQT2ELhmzVo9vPFwHXHYQXuMc4AAAgggMHYEzExm1RqGoYIwkN8IP47kNsZ3G+Wnaarm1oKaWrqVlRWLC1rdVsgO66rt3VbR8kXb1dFe8nElk/o15+QNmt5YUpzEcjllubnWjfmco8jnb2YKgkCumJlrqKNUYNxTnjRo5L3LL9Om585Xz7e/p0qxOOg5gQKFw/TPoAEwiAACCCCAAAIIIIAAAgjUocAh06fqhc99kiZPmjDy0REBAggggAACCCCAAAIIIIAAAgjkX4AMEUAAAQQQQAABBEaVQDCqoiVYBBBAAIG6ESAQBBBAAAEEEEAAAQQQQAABBBDIvwAZIoAAAggggAACCCCAAAIIIIBA/gXIEAEEEEAAgeEW2PHjH2nr/3xQd779LSp3dg739MyHAAIIIIAAAgiMSQGSRgABBBBAAAEEEEAAAQQQQACB/AuQIQIIIIAAAggggMDdAsViSes3btFxsxvuHqSHAAIIIDAmBcxMZtUahqGCMJDfED+O5DbIdxvmp2mq5taCmlq6lZUViwta3VbIDuui7d1W1vJF27Xp5qKPJ5nUr7kLN2p6Y0lxEvt8XC4uJ5ebG/O5RpHP28wUBIFcMTPXUHMmUCkU1PWpS1Tu6lLn+Req44QXqfCLX+UsS9JBAAEEEEAAAQQQQAABBIZG4PAZ0/Wi5z1paG7+AO/K6QgggAACCCCAAAIIIIAAAgggkH8BMkQAAQQQQAABBBAYXQLVX1+OrpiJFgEEEEBg5AWIAAEEEEAAAQQQQAABBBBAAAEE8i9AhggggAACCCCAAAIIIIAAAgggkH8BMkQAAQQQQGDYBXb+9S/acdly9f3uahXbbx72+ZkQAQQQQAABBBAYgwKkjAACCCCAAAIIIIAAAggggAAC+RcgQwQQQAABBBBAAIHdBP5w/Y3+6PjZDb7lBQEEEEBgbAuYmcyqNQxDBWEgvzF+HPlN892G+W7j/ObWgppaupWVFYsLWt1WyA5HtO3dVtbyRT3adHPRx5FM6tfchRs1vbGkOIlreWR91/oco8jna2YKgkCumJlrqDkU2PXXv6vc21vLrLh+g+48/V3a/NJXaOcfrq2N00EAAQQQQAABBBBAAAEEEKhrAYJDAAEEEEAAAQQQQAABBBBAAIH8C5AhAggggAACCCCAwCgTqP4Cc5QFTbgIIIAAAiMtwPwIIIAAAggggAACCCCAAAIIIJB/ATJEAAEEEEAAAQQQQAABBBBAAIH8C5AhAggggAACwy8QNzbWJu1f117r00EAAQQQQAABBBAYKgHuiwACCCCAAAIIIIAAAggggAAC+RcgQwQQQAABBBBAAIHdBa5Zs1YPbzxMRxx20O7D9BFAAAEExrCAmcmsWsMwVBAG8hvkx1Ft8/w0TdXcWlBTS7eysmJxQavbCtnhiLS928pavqhHm24u+vmTSf2au3CjpjeWFCdxLf4kTXw/HhjzuUWRz9PMFASBXDEz11BzKpA+4XGa8asrNPGkF+2R4a5/3KAtb1ioLa8/WcUNG/d4jwMEEEAAAQQQQAABBBBAAIGqwJo/36jPfeOy6sGIvjI5AggggAACCCCAAAIIIIAAAgjkX4AMEUAAAQQQQAABBEabQPVXmKMtauJFAAEEEBhZAWZHAAEEEEAAAQQQQAABBBBAAIH8C5AhAggggAACCCCAAAIIIIAAAgjkX4AMEUAAAQQQGAGBqGFmbdZie3utTwcBBBBAAAEEEEBgiAS4LQIIIIAAAggggAACCCCAAAII5F+ADBFAAAEEEEAAAQRqAsViSes3btHxTY21MToIIIAAAgg4ATOTWbWGYaggDOQ3yo8jv3G+20A/TVM1txbU1NKtrKxYXNDqtkJ2OKxt77ayli/q0aabi9LAzMmkfs1duFHTG0uKk7gWt4s9SRI/5nOKIp+fmSkIArliZq6h5lwgPPggTb1wkQ796WVK5zTvke2uP/1Fwbhxe4xxgAACCCCAAAIIIIAAAgggUBXo2LJVt27sqB6M5CtzI4AAAggggAACCCCAAAIIIIBA/gXIEAEEEEAAAQQQQGDUCVR/iTnqwiZgBBBAAIGRFGBuBBBAAAEEEEAAAQQQQAABBBDIvwAZIoAAAggggAACCCCAAAIIIIBA/gXIEAEEEEAAgZEQiBrv/h9X779l3UiEwJwIIIAAAggggMCYEiBZBBBAAAEEEEAAAQQQQAABBBDIvwAZIoAAAggggAACCNwt8Ifrb/QHx89u8C0vCCCAAAII7C5gZjKr1jAMFYSB/Ib5cVTbTD9NUzW3FtTU0q2srFhc0Oq2QnY4LG3vtrKWL+rRppuLfr5kUr/mLtyo6Y0lxUlcizdJE9+PBnLwuUSRz8vMFASBXDEz11DHkED8iIfr4CXf0cHf+YbSJz7eZz5xwUsVHDTd93lB4MEI9F3/R+38w7UP5lKuQQABBBBAAAEEEECg7gV29fcP/Pd1NOJxEgACCCCAAAIIIIAAAggggAACCORfgAwRQAABBBBAAAEERp9A9deYoy9uIkYAAQQQGDkBZkYAAQQQQAABBBBAAAEEEEAAgfwLkCECCCCAAAIIIIAAAggggAACCORfgAwRQAABBBAYEYHosMOlMPRzF9vbfcsLAggggAACCCCAwJAJcGMEEEAAAQQQQAABBBBAAAEEEMi/ABkigAACCCCAAAII7CZwzZq1esSsw3X4DDa33Y2FLgIIIIDAbgJmJrNqDcNQQRjIb5wfR0qSRG5D/TRN1dxaUFNLt7KyYnFBq9sK2eGQtr3bylq+qEebbi76eZJJ/Zq7cKOmN5YUJ7GyOF2srh8NxB7Hsc/D5WNmCoJArpiZa6hjVCB9/GN18Le+pkPalmjKW08dowqkvT8Ftrxhobade55K27btz9tyLwQQQAABBBBAAAEERlyg9cRn6Pz3j/h/N424AwEggAACCCCAAAIIIIAAAggggMCQCzABAggggAACCCCAwCgUqP4icxQGTsgIIIAAAiMlwLwIIIAAAggggAACCCCAAAIIIJB/ATJEAAEEEEAAAQQQQAABBBBAAIH8C5AhAggggAACIyQQhoobZvrJixvWq7Jrl+/zggACCCCAAAIIIDAUAtwTAQQQQAABBBBAAAEEEEAAAQTyL0CGCCCAAAIIIIAAAplAf39R6zdu0XGzG7IhWgQQQAABBAYVMDOZVWsYhgrCwG+e7zbSdxvqu4310zRVc2tBTS3dysqKxQWtbitkh0PS9m4ra/miHm26uejvn0zq19yFGzW9saQ4iZXF52J0/SiOFMexj9/lYWYKgkCumJlrqAgo+X+PVHjoIUggsF8Eti/5gTqed6J6ll66X+6Xx5tUKhVdddEnddHTnqqOm/6ZxxT3yql361Z9ecECff9tb9WuHTv2ep8BBBBAAAEEEEAAgX0R4BwEEEAAAQQQQAABBBBAAAEEEMi/ABkigAACCCCAAAIIjEaB6q8yR2PkxIwAAgggMDICzIoAAggggAACCCCAAAIIIIAAAvkXIEMEEEAAAQQQQAABBBBAAAEEEMi/ABkigAACCCAwggJRY2Nt9uL6W2t9OggggAACCCCAAAL7WYDbIYAAAggggAACCCCAAAIIIIBA/gXIEAEEEEAAAQQQQKAmsOaP1Y01jzt2Zm2MDgIIIIAAAvcmYGYyq9YwDBWEgd9E322o7zbWdxvsp2mq5taCmlq6lZUViwta3VbIDvdr27utrOWLerTp5qK/bzKpX3MXbtT0xpLiJFYWl4vN9aM4UhzHPm4Xv5kpCAK5YmauoSIwqEBPT4+e8Yxn+O/A2972NhWL1TV3z5P/+Mc/auLEibrwwgvv+RbHY1yg3NWlzo98XFvesFA7//yXutW46eqrde4jj9+rfvGkF+uGX/5ClUplSGKvlEoq7eofknvX601L/btULpfrNTziQgABBBBAAAEERocAUSKAAAIIIIAAAggggAACCCCAQP4FyBABBBBAAAEEEEBgVApUf5k5KkMnaAQQQACBkRBgTgQQQAABBBBAAAEEEEAAAQQQyL8AGSKAAAIIIIAAAggggAACCCCAQP4FyBABBBBAAIGRFIhnHa34mGM1oWW+LI5HMhTmRgABBBBAAAEEci1AcggggAACCCCAAAIIIIAAAgggkH8BMkQAAQQQQAABBBC4W+CaNWv1iFmH64jDpt89SA8BBBBAAIH7EDAzvwG6mSkMQwVh4DfTdxvruw323Ub7aZqqubWgppZuZWXF4oJWtxWyw/3S9m4ra/miHm26uboRezKpX3MXbtT0xpLiJFYWj4vJ9aM4UhzHPl4Xt5kpCAK5YmauoSKwTwJf+cpX9Nvf/nafzuUkBO4psPMP12rLK1+nzk98UpW+vnu+XTfHT164UC+/+GK99IILNXdBq3q3btWl73qXVn/720MSYxBFajnnHJ29YqUOPXb2kMxRbzedcsihetsPf6jXfOn/lEyYUG/hEQ8CCCCAAAIIIHC/Al/89o918VeX3e95Q3kC90YAAQQQQAABBBBAAAEEEEAAgfwLkCECCCCAAAIIIIDA6BSo/jpzdMZO1AgggAACwy/AjAgggAACCCCAAAIIIIAAAgggkH8BMkQAAQQQQE3up6sAABAASURBVAABBBBAAAEEEEAAgfwLkCECCCCAAAIjKjDlnWfpkMsu19SLPq2oYeaIxsLkCCCAAAIIIIBAjgVIDQEEEEAAAQQQQAABBBBAAAEE8i9AhggggAACCCCAAAL/FegvFrV+4xYdd2zDf0doEEAAAQQQ2DcBM5NZtYZhqCAM/Kb6boP9JEnkNtxP01TNrQU1tXQrKysWF7S6rZAdPqS2d1tZyxf1aNPNRX+fZFK/5i3cqOmNJcVJrCwOF4vru9jiOPZxunjNTEEQyBUzcw0VgX0SmDVrlg499FCdc845uuuuu/bpGk5CYDCBnm99V5uef6J6L/vxYG+P+NhRzXN03HOfp0edeKJeeO65Ov3nV6hh7lxdt3SJelj7I/75EAACCCCAAAIIIFAPArv6+5UM/Lf2CMbC1AgggAACCCCAAAIIIIAAAgggkH8BMkQAAQQQQAABBBAYpQLVX2iO0uAJGwEEEEBguAWYDwEEEEAAAQQQQAABBBBAAAEE8i9AhggggAACCCCAAAIIIIAAAgggkH8BMkQAAQQQQAABBBBAAAEEEEAAgfwLkCECCCCAAAIIIIAAAggggAACCORfgAwRQAABBBBAAAEEMoE11//Td4+b3eBbXhBAAAEEEHggAmYms2oNw1BBGPjN9d1G+27Dfbfxfpqmam4tqKmlW1lZsbig1W2F7PBBtb3bylq+qEebbi7665NJ/Zq3cKOmNZYUJ7GSJJGb39ckURRHiuNYURT5OM1MQRDIFTNzDRWBfRY48sgjdeGFF+qPf/yjLrnkElUqlX2+lhMRuKdAqWOztr7/f3THW05T/z9vuufbdXU8btIkPeLpT1fPnXeqe/PmuoqNYBBAAAEEEEAAAQRGRuDQg6eq4YhDRmZyPysvCCCAAAIIIIAAAggggAACCCCQfwEyRAABBBBAAAEEEBitAtVfaY7W6IkbAQQQQGB4BZgNAQQQQAABBBBAAAEEEEAAAQTyL0CGCCCAAAIIIIAAAggggAACCCCQfwEyRAABBBBAAAEEEEAAAQQQQACB/AuQIQIIIIAAAggggAACCCCAAAII5F+ADBFAAAEEEEAAAQRqAtesWatHzDpCRxx2UG2MDgIIIIAAAg9EwMxkVq1hGCoIA7/JvttwP0kSvwl/mqZqbi2oqaVbWVmxuKDVbYXs8AG1vdvKWr6oR5tuLvrrkklFzVu4UdMaS4qTWH7etDq360dxpDiOfVwuPjNTEARyxcxcQ0XgAQuccMIJWrhwoT796U/r2muv3afrC4WCPve5z2nmzJm1743rf/7zn1d/f/+93qPwq9+o5zvfV+8PfyTX37nmOu289vpa7f/nTYNeW1x3S+2c3c+v9f/6t0GvK92+6T6v67vu+kGvK995131e5+Yd7MJyd/f9Xlfu7d3r0srOnfd7XWnr1r2ucwMulvuqpU0d7rS96s4//+U+5yzeun6va/Z1oO/qFep48QJ1XfK52iXl7dtr/XrpVEolpZMmafyUKbWQdg2s7V8NfBcueOITdO4jj5dr3bEbdydt+Mtf9PHmx+jqL37RHe5R+3p69LVXv0rfe8ub1d/Xp99/4+u6+LnP0fY77qid5+7j7nfR057q7//RR/0/LTvrLPXt5pOd4+YeLIbazQbplAdy+sdVV+qLJ73Y399d7/q3XHfdXmd3b+7Q5ed+RB9/zKP9uZ894QX698qVuuwD798r7p0D6/aXF39ae8T97ner5847a/fdtWOHvvWmN+qyD36gNuZydwbO4o6bb9Y33/B6P5fLe/n73qtCV1ftXDoIIIAAAggggMBIC7zyRc/Sic954siFwcwIIIAAAggggAACCCCAAAIIIJB/ATJEAAEEEEAAAQQQGLUC1V9qjtrwCRwBBBBAYDgFmAsBBBBAAAEEEEAAAQQQQAABBPIvQIYIIIAAAggggAACCCCAAAIIIJB/ATJEAAEEEEAAAQQQQAABBBBAAIH8C5AhAggggAACCCCAAAIIIIAAAgjkX4AMEUAAAQQQQAABBKoC/cWS1m/couNnN1QHeEUAAQQQQOBBCphZbTPzMAwVhIHfbN9tvO824E/SRGmaqrm1oKaWbmVlxeKCVrcVssN9anu3lbV8UY823Vz05yeTi5q3cIOmNZYUJ7Gy+dycrh/FkeI49vG4uMxMQRDIFTNzDRWBByXg1vQHP/hBHXrooTr77LPV1dV1n/dx77/0pS/VGWecoac97WlasmSJvve97+mYY47R6aefrtNOO039/f2D3qNn6aXqXHSBtn7gQ7rztDO15fUna8vr3lSrnRdcNOh127/2zdo5u5+f9be+5/2DXtf7o8vv87o7XvumQa8rrFh5n9e5ect33rXXtf3//Nf9XldsX7fXdaU77rzf63Zee/1e17kBF8t91R0/v9Kdtle964yz7nPO7d9bvNc1D3Sg+0tf0abnn6gdV/1S/f/69wO9fEjP37Zpk/7yox9p5mMfpwMG1r6brK+nR0vf8Q6tWfx9PfH1r9fLL75Yj33lq7T6O99W23verf6+Ph06e7YaH/c4/et3V6vQffefA+76Lf/6lzbdeKMec9JJiseNc0N7VHe9u891P1iqpyw8xd//mQPfl66OTf7e7uR9icGdd2/13ytXatm7360ZTU1acNFFeuG552pnT6+WnnG6Nv3zxtplLv9vn3yy/nHFFXr6297mY3Fx/+icD+qGX/6ydl7W+fmi83T90qV6/Gte48998ptOHjjvF7rsA+/Xrh07stPutV1//fVacvo7NPtZz/bXP+bFL9bff/Yz/ey881QuFu/1uv31xq7b/qLuFZ/RXZe9U5u/cZLuvPQtg95664/frVveP3mvWi5s2+v8wk2/3Os8d23vX5ftda4bcO/ds96xdKF7a6+65Tuv2Ove6z9y+F7nuYHta76217lunr5117i396ilrtsHPbfzig/vcV52cPtnnrTX+bdd/Ljs7T3azl98bK9zXRzFzvV7nOcOdq5fM+i521d9xb29V71j8RvV8bUXatsvF2mwvPa6gAEEEEAAAQRGqQBhI4AAAggggAACCCCAAAIIIIBA/gXIEAEEEEAAAQQQQGD0ClR/rTl64ydyBBBAAIHhE2AmBBBAAAEEEEAAAQQQQAABBBDIvwAZIoAAAggggAACCCCAAAIIIPD/2bsPwLrO+m78v+fcIdmO4xnbGY5lZ1ixTYCEFUqBAGEkhLIpo6xCWS9tKbPlZZQyQtu349/BKLRvaYHSNxQIOymjCUkwkIkTIMMrjpOYTMdTkqW/zlV045nYjizd+9zPxc85zz33nPP8vh/9JNc3qkSAAAECBAgQIECAAAECBAgQyF9AQgIECBAgQIAAAQIECBAgQCB/AQkJECBAgAABAgQIdIzA8p+N/CLLJb0LOiazoAQIELhPwO4QCKSUIqWRUalUoqgUUa1Wo1qrRr1ej3pXPbq6uuKRL9oaJ525MUYfF35ha1x67tbRpw+433z3YHz5I5vilhsHGufVpw7Eqa9ZG7MW7ohavRaj65RrlfPq8Nq1Wi3KOsp6UkpRFEWUj5RSuTMIPCSBnp6e+OhHPxoXX3xxfOYzn3nAe33yk5+M888/P84999z43Oc+F7/9278dL3/5y+O73/1ufPzjH4/Pfvaz8b3vfW+v9xi84869Hh89mCqV0Wm++718zqa0H5/H+3POgaiN9f32sfbAmrVx1/v+NLb+9/f3ccb4HF57xeVx7QXnx9Xf+EZ89b1/Ev9w9rNj2rwj45nvfncUw1/jyyp+9p9fipuuujJe9c//Ek9605tjyRlPj6f+wR/E8845J24c/ty46corotbdHb1Pe1rccu21w+Oa8rLmuOa734mps2fHsaec2jy28+SONatjzc9+Fk943evitFe9qnH/J77hjfGaz/1bTJk5s3Hq/tTQOHEfm0mHHx6vHP4cft7HzollzzozTn3hi+K5H/1I9G3dGjdcdFHjqsGBgbjwk5+IzXfeOXzuZ6Osocxa7l/2D/8YleG/bxon7rQ55uST463f/Fbz3Kf+4R/G41/zmlh7xRXx65Urdzpz79PyvBd8/M+buZ/9gQ/G0qc/I2685OK4Y+3avV80EUeHhg5g1b2fOzQ4uP/3GNr7uUN7Pb739fa92IGcv69z93J8X0YHcHxoX+fuI0z/r38V2274Ydz9vXPi1k89M2799JnRf9vI+wD7uMRhAgQI5Cgg0zgIfO+iy+MX168Zh5UsQYAAAQIECBAgQIAAAQIE9irgIAECBAgQIECAAAECLSww8h2bLVyg0ggQaBcBdRIgQIAAAQIECBAgQIAAAQL5C0hIgAABAgQIECBAgAABAgQI5C8gIQECBAgQIEBgfAS2/uD7cftb3hi3nHF6bL/k4vFZ1CoECBAgQIDAfQJ2BAgQIECAAAECBAgQIECAQP4CEhIgQIAAAQIECBDoHIGLl6+IExYdE0cfObtzQktKgACBhoDNoRJIKUVKI6NSqURRKaJarUa1Vo16vR71rnp0dXXFI1+0NU46c2OMPi78wta49Nyto0/3ut9892B8+SOb4pYbBxqv16cOxKmvWRuzFw1GrV6L0fuXa5Tz6vCatVotyvXLOlJKURRFlI+UUrkzCIyJwPOf//x45StfGR/+8Ifjiiuu2Os977rrrjj33HPjjDPOiDPPPHOXc1JK8fKXvzzmz5/fOGeXF+97MvnZZ8bUl/12TD77rOg+/UnR/ZhHR23xiVE56sgoDj88hj/xIvvH0NAeEYf2cmwvJ+1x6CEd2J81H9ICIxcf9qIXxJHfPi8mPe0pIwcmaHvxZz8b//m2t8V/vefdcfU3vhFnvP3t8YpPfzoOmz3yb4itGzfGtd/9bpzwm0+Mo5Ys2aXKYx/5yJgya1asv/baxvHjHv8bMXXOnPjl974fox+7TXfcETdeckmc+OTTG681Ttxt03XY1Og67LBYeemPY+s99zRfrQz//VJUKnEgNTQv3m1y7CmnxKLHnbbL0dkLF8XUI46I21etahwva105XOvJzz47jlq2rHFsdFM+P+GJTxx92tw/+rdf2rQqD6aU4thHnhL927bFpttvLw894CjvWd579KQy88LTHhcD27dH35Yto4cP2T51HRaVacdEbfbxUZu3LKpzTtjrWtXh17sX/WbsPqJS3eP8YvKMPc4rr6tOnbfHueWB7uP2vG997knlS3uM+nCN5b12Hl09p+1xXnmgMvWovdZRdE8vX951VGt7Pbc6a+Gu5933rOuYU/c4v2v+o+57dddddWbPHueW9afapF1PHH5W6Z6213Mr044cfnXPP6k2ZZeD21ZeFLd+6lkx2Ld5l+OeECBAIG8B6cZD4Ns/WB7XrVw3HktZgwABAgQIECBAgAABAgQI7EXAIQIECBAgQIAAAQIEWllg5Ls2W7lCtREg0B4CqiRAgAABAgQIECBAgAABAgTyF5CQAAECBAgQIECAAAECBAgQyF9AQgKB09q3AAAQAElEQVQECBAgQIDAOAkM3LQ2tv3wB7Fj/froX7N6nFa1DAECBAgQINAQsCFAgAABAgQIECBAgAABAgTyF5CQAAECBAgQIECAQIcI9PUPxNp1G2Jp74IOSSwmAQIEdhIwPaQCKaVIaWRUKpUoKkVUq9Wo1qpRr9ej3lWPrq6ueOSLtkbvs+6J0ceFX9gal567dfTpLvvNdw/Glz+yKW65caBxvD51IE59zdqYvWgwavVajN63vHc5rw6vVavVoly3XD+lFEVRRPlIKZU7g8CYCZS99t73vjcmTZoU73//+2Pr1j37eNu2bbFhw4Y49dRTG+ftvvi0adOip6cnVq9eHZs3b9795Zj6u6+O6R94b8z6y3PiiE/+fRzxb/8c8877chz1g/Pj6J9eHEd85pN7XFMemPGRP435v/r5PseRF3yrPG2Pcfib37DPa0bvt8dFwwemPP+5D3pdMXvW8Jm7/ul6zKMe9Lr6w5btetHws+oxRz/odZOf+fThM/f8M5pjX/vSfM+rIo666PsPuOaM975nb5ft97Gu4ZxHfPZTMePPPhDFrJnRdeop+33toTjxpX//D/HBFdfEOy+8KBaf/pT47sc/Hqt/+pPmUgPbt8fmO++May84Pz70iIfHB5ctbY6/eupTY+Ntt8Wvb7ihcf70o46KRaedFit/fGnjmvLgzVdfHffccks87KyzGn93lMd2H+V1v/n618fayy+LP//NJ8RX/uSP49c33hhDQ0ONUw+khsYFe9mU97pj+PPvB//wD/Efv//W+OunPS3+5oynNWobPX3THXfE5rvuimMe/vA9ak0pRVGpxO6PHQMDceMll8S3P/bR+MzLXhr/5/Qnxxf/11t2P22fz+cuXrzHWlOPmBP9w19TNt1++z6vG6sXarOPjykPf0Ec/pv/K2ae+eGY/uR37PXWhz/hzTHv9761xyjqh+1xftf8R+9xXnlt9/FP2uPc8sC81+9532lPeVf50h5jxjM+sMe9577my3ucVx6YvOTMPc4t66gfuefXmsqUI/Z67tTHvLa81R5j1gv+fo/zZ7/oE3ucVx6Y+uhX7XFuWUdl6pzy5V1Gbe5Jez138tKzdzlv9MmRb/7vOPZDt0ZpUDvixMbh2S/5pyjqUxpzGwIECHSEgJDjItDX3x+14X+Hj8tiFiFAgAABAgQIECBAgAABArsLeE6AAAECBAgQIECAQEsLjHznZkuXqDgCBNpBQI0ECBAgQIAAAQIECBAgQIBA/gISEiBAgAABAgQIECBAgAABAvkLSEiAAAECBAgQGC+BWs/C5lIDq1Y15yYECBAgQIDAoRewAgECBAgQIECAAAECBAgQIJC/gIQECBAgQIAAAQIEOkXgJ5f9shF1Se+Cxt6GAAECnSQg66EXSClFSiOjUqlEUSmiWq1GtVaNer0e9a56dHV1xSkv3ha9z7onRh8XfmFrXHru1tGnjf3muwfjyx/ZFLfcONB4Xp86EKe+dm3MXjQYtXotRu9X3rOcV4fXqNVqUa5XrptSiqIoonyklMqdQWDMBY4//vj48z//8/jmN78Z//qv/zrm93fD/AXS8NfI6e/8o5hz7hej+wmPb7nAU2bOjGe///0xq6cnvnPOObH5zjt3qXHp058RL/7rv97rePRvv7Rxbkoplj3zWXHXTTfFrb/4RQwODMTPv/WtWHDqqTGvt7dxzt42KaUo7/H2H/5PPPENb4wbfvSj+Iffek5888/+LHYM32P0mv2pYfTcnfflPcp7/f3Zz45rvvPtmDJzVjzpTW+K53zoz4bnM3c+tTGvdXc19g+2ufuWW+JTL3xB/Psb3xAbrr8hFjzqUfGMd70rTv9f/+vBLvU6gTETKOpTYtLip8fRb78s5r72q8PzM8bs3m5EgACBdhBQ4/gI/O5vnxUnnXDs+CxmFQIECBAgQIAAAQIECBAgsJuApwQIECBAgAABAgQItLbAyHdvtnaNqiNAoPUFVEiAAAECBAgQIECAAAECBAjkLyAhAQIECBAgQIAAAQIECBAgkL+AhAQIECBAgACBcROo9vQ01xpYvao5NyFAgAABAgQOuYAFCBAgQIAAAQIECBAgQIAAgfwFJCRAgAABAgQIECDQMQIXL18RJxx3dBx95OyOySwoAQIE7hOwGyeBlFKkNDIqlUoUlSKq1WpUa9Wo1+tR76pHV1dXnPLibdH7rHti9HHhF7bGpedubTzdfPdgfPkjm+KWGwcaz+tTB+LU166N2QsHo1avxeh9ynuV8+rwvWu1WpTrlOullKIoiigfKaVyZxA4ZAIveMEL4qyzzooPfehDcf311++yTnd3d8yZMycuu+yy2Lp1pL93PuGee+6J1atXx5IlS2LKlCk7v2TeAQKTzz4rjjz/mzH1da9p6bRTZs6Mp/7BH8avV66My//ryzE0NBSV4a/r9cmTG/Pe058SS854+h7jmJNPbuY6eng+d/HiWPGdb8fd69fHmp/9NB7x3OdGbfhzpHnSPiaTp0+P09/ylvjD8y+IJ/7eG+Jn//mluOGiiw64ht1vf9t118VV530tnvIHfxBvOe/rcfYHPxinDH8+L3zsY6Iy/HfK6Pnl3ytFpRLrr7l29FBzPzgwEP1btzWfl5MV3/5W3LVuXfzuv38+XvXP/xxn/NHbY9mzzow5xx9fvmwQGHeBSSc+ddzXtCABAgQmWMDy4yTw8KXHxcL5R47TapYhQIAAAQIECBAgQIAAAQK7CHhCgAABAgQIECBAgECLCxQtXp/yCBBoCwFFEiBAgAABAgQIECBAgAABAvkLSEiAAAECBAgQIECAAAECBAjkLyAhAQIECBAgQGD8BKpHHxNRqTQW7F+1qrG3IUCAAAECBMZDwBoECBAgQIAAAQIECBAgQIBA/gISEiBAgAABAgQIEOgMgf7+gVi7bkMs7e3pjMBSEiBAYBcBT8ZTIKUUKY2MSqUSRaWIarUa1Vo16vV61Lvq0dXVFae8eFv0PuueGH1c+IWtcem5W+PLH9kUt9w40DhcnzoQj/rdm2L2wsGo1WuNa8vrG2P4XtXhe9ZqtSjvX66TUoqiKKJ8pJTKnUHgkApMmjQpzjnnnOjv749Pf/rTMWXKlOZ6M2bMiLPOOisuuOCC+Na3vtU8Xk6Ghobi85//fNx8881x9tlnl4eMDhGonXB8HPGP/1/M+stzonL0UW2R+vjf/M1Y8rQz4uLPfjZu/dUvY9L06bHwMY+N6y+6MNZfe2082GPS4YfHiU96cqxevjyu/OpXozL8d8Kxp5z6gJcNDgxEOUZPqnV3x+KnPCXK/b23//qAaxi9z+h+8x13RP+2bTG7p6fxd9bo8dU/+WlsvO220acx/ehj4ojjjosV3/5W3L1+ffN4OVlz+WXxqx/+oJw2x51r1sSkadPi8Llzmsd2DGdZ8a1vN5+bECBAgAABAodSwL0JECBAgAABAgQIECBAgACB/AUkJECAAAECBAgQIECg1QVGvouz1atUHwECrS2gOgIECBAgQIAAAQIECBAgQCB/AQkJECBAgAABAgQIECBAgACB/AUkJECAAAECBAiMp0ClEtVjFzRW3LH+5hjq62vMbQgQIECAAIFDLOD2BAgQIECAAAECBAgQIECAQP4CEhIgQIAAAQIECBDoEIHll/2ykXRpb09jb0OAAIGOEhB23AVSSpHSyKhUKlFUiqhWq1GtVaNer0e9qx5dXV1xyou3xUlnbozRx4Vf2Bq33DjQeFqfOhCP+t2bYtbCHVGr1xrXjF5b7qvD96rValHet7x/SimKoojykVIqdwaBcRFYunRpvOc974kf/OAH8etf/3qXNd/2trfF6aefHi984Qvjla98ZfzHf/xHfP7zn49nPOMZjWs+8pGPxNOe9rRdrvEkX4Fpb31zzPvGV6L7qae3VcjK8NfvJ/ze6xs1/+Dv/i4Gtm+Px7/2tXH43LnxL6/8nfj2xz4a115wfmN872//Nv7t9a+Le3f7XFhyxhnRP3zdj//tc3Hik0+PqXPmNO63r82t110X//i858aFn/pk475Xf+Mb8a0P/1l0T50aix77uMbfMQdaw85rzV60qFH/Nz/84Vg+/DlZ1n/eBz8Ql/zrvzbWGD23+7DD4jdf/3tx9/r18ZmXvbR5bpn5/D//izjypJNGT23sFz3ucbHxttviK3/8J1HWXI7SaPNddzZetyEw0QLHbN8Sx2/4+USXYX0CBAgcOgF3HheBrdu2x1984ktx3cp147KeRQgQIECAAAECBAgQIECAwC4CnhAgQIAAAQIECBAg0PICI9/J2fJlKpAAgVYWUBsBAgQIECBAgAABAgQIECCQv4CEBAgQIECAAAECBAgQIECAQP4CEhIgQIAAAQIExlugtnBhc8mBtWuacxMCBAgQIEDg0Am4MwECBAgQIECAAAECBAgQIJC/gIQECBAgQIAAAQIEOkXg4uUr4oTjjo6j5s3qlMhyEiBAoClgMjECKaVIaWRUKpUoKkVUq9Wo1qpRr9ej3lWPrq6uOOXF26L3WffEzo+uw3fEY39vfcxeNBij5+68L+9Rq9WivF9535RSFEUR5SOlVO4MAuMq8IY3vCHOOOOMPdacNm1afO1rX4sPf/jD8d3vfjde+tKXxite8Yq4995741vf+la8853vbHye7HGhA1kJTDrjqTHvm1+Nw//Xm9o217zFvfGYl708rvuf/4lfXHBBTD/yyHjVP/9zPPy5z42ffelL8Z9ve1v8v7e/ffj1H8bJz/mtmDxjxi5ZZ8yfH0eedFLsGBiIh5111oP2/dQjjogjjjsu/ucTn2jc+2v/+70x7cij4jWf+7eYeeyxjXsfaA2Ni+7bzDj66Hj+OR+PydOnx7c/9tFG7SnS8LFzouuww+47a2S3+PTT4zX/+rmYPnzN6Ll33nRTvPAv/zJm9fSMnHTf9qQznh5Pf8c745ZfXBv/9Z53x3f//OPxyOc/Px73it+57ww7AhMncOaPPh1fvP6SePo1X4rYsX3iCrEyAQIEDqGAW4+PwNZt2+O6lTfFtu1947OgVQgQIECAAAECBAgQIECAwE4CpgQIECBAgAABAgQItL5A0folqpAAgRYXUB4BAgQIECBAgAABAgQIECCQv4CEBAgQIECAAAECBAgQIECAQP4CEhIgQIAAAQIExl2g2rOwuebAypXNuQkBAgQIECBwyATcmAABAgQIECBAgAABAgQIEMhfQEICBAgQIECAAAECHSHQ19cfa9dtiKW9u/5yyo4ILyQBAgQiGEygQEopUhoZlUolikoR1Wo1qrVq1Ov1qNVrjf2pL9keS866N8pH1+E74rQ33hqzFw02XivP6erqinpXPcp9dfjaWq0W5X3K+6WUoiiKKB8ppXJnEBhTgcMOOyx++MMfNkY539vNy+Pnn39+DA0Nxbvf/e5dTpkyZUq8973vjdtuu63xennOpZdeGs985jMbnx+7nOxJVgKVY46OWf/n1RgoRAAAEABJREFU4zH77/8mascf1/LZFj/5yfHBFddEuY/dHimleMpb39p4/eSzz268evjcefGcD/5pvO/KqxrHP3D1z+NN//WVePjw65Xhr/WNk+7b1Lq74xWf+nS874orY/4jHnHf0ft3T3jt78bbLvjvmHrEEY2D5f4lf/O3zXu/b3iNF//1X8fM+fMbr49uDqSG0WtG9z2PfnS8+atfa9Z+9gc/GHOOP75Rx/M++rHY+XHsIx8Zr/v8F5rnvvwfPxEzFyyIwR07oqhUIt3391CZ+/GvfnW859IfN85954UXxakvfFH0PvWpjeejtvXJk+PV//J/Y+d1ysylQWmx89rlvLxuXx+b8nWDwP4IbJ484/7T7rzu/rkZAQIE8hGQZJwE+voGGivV69XG3oYAAQIECBAgQIAAAQIECIyjgKUIECBAgAABAgQIEGgDgZHv6GyDQpVIgECrCqiLAAECBAgQIECAAAECBAgQyF9AQgIECBAgQIAAAQIECBAgQCB/AQkJECBAgAABAuMvUFu0KKrHLohJT3lqVGbPHv8CrEiAAAECBDpOQGACBAgQIECAAAECBAgQIEAgfwEJCRAgQIAAAQIECHSGwE8u/1Uj6NLFCxp7GwIECHSWgLQTLZBSipRGRqVSiaJSRLVajWqtGl1dXVHvqkd3d3ec+pLtsezszfGkP7gz5p6QGq91dXfFpEmTolavNZ5Xh6+p1WpRXl/eJ6UURVFE+UgplTuDAAECLSGQhr9WHXX+N2Pys89siXoUMfYCm++8M2659tqYvWhRdB922Ngv4I4ExljgnimzmndM997UnJsQIEAgHwFJxktg3pyZ8U9/8Y7oPe7Y8VrSOgQIECBAgAABAgQIECBA4D4BOwIECBAgQIAAAQIE2kFg5Ls626FSNRIg0JoCqiJAgAABAgQIECBAgAABAgTyF5CQAAECBAgQIECAAAECBAgQyF9AQgIECBAgQIDABAhMft4LYt63z49Zf/ePUT/l1AmowJIECBAgQKDDBMQlQIAAAQIECBAgQIAAAQIE8heQkAABAgQIECBAgECHCFy8fEWcePwxcdSRszsksZgECBDYScC0JQRSSpHSyKhUKlFUiqjValGtVaNer0etXouu7q541G/3xbwTi8a8e1J3dHV1jbw2vK8On9u4plptXJ9SiqIoonyklMqdQYAAgZYR6Hr4yRGVSsvUo5CxFRgaGoqrvvrVuGP16lj85CdHtatrbBdwNwKHQGBL9+HNuw5tuqU5NyFAgEA2AoIQIECAAAECBAgQIECAAAEC+QtISIAAAQIECBAgQIBAWwiMfGdnW5SqSAIEWlFATQQIECBAgAABAgQIECBAgED+AhISIECAAAECBAgQIECAAAEC+QtISIAAAQIECBAgQIAAAQIECOQvICEBAgQIECBAgAABAgQIECCQv4CEBAgQIECAAAECBDpBoK9/INau2xBLF/d0QlwZCRAgsIeAA60jkFKKlEZGpVKJVKSo1WpRq9ei3lWPer0eXd1dzVEeazzv6mqcU55bXldUisZ9iqJohEspNfY2BAgQIEDgUAgs//zn4z9+/63x0//4Ylx7wflx+Ze/HP/62tfGBX/9V7HkjKfHyc8++1As654Exlxge31y856pb2NzbkKAAIFcBOQYP4EtW7fFr268KfoHBsZvUSsRIECAAAECBAgQIECAAIGIgECAAAECBAgQIECAQHsIjHx3Z3vUqkoCBFpPQEUECBAgQIAAAQIECBAgQIBA/gISEiBAgAABAgQIECBAgAABAvkLSEiAAAECBAgQIECAAAECBAjkLyAhAQIECBAgQIAAAQIECBAgkL+AhAQIECBAgAABAgQ6QuAnl/2ykXNJ74LG3oYAAQIdJiBuiwmklCKlkVEURaQiRbVajVqtFvWuenR1d0V3d3djdA3Py2O1eq1xTnleeX5KKcprY/iRUhre+kOAAAECBA6dwLzFi2PT7bfHd845J/7zbW+L8z7w/thy153xvI9+LJ770Y9GffLkQ7e4OxMYQ4HNk6bFj6YeEdcc9egYmnvqGN7ZrQgQINASAooYR4EbVt8cf/nJL8WmzVvHcVVLESBAgAABAgQIECBAgACBQECAAAECBAgQIECAQJsIFG1SpzIJEGhJAUURIECAAAECBAgQIECAAAEC+QtISIAAAQIECBAgQIAAAQIECOQvICEBAgQIECBAgAABAgQIECCQv4CEBAgQIECAAAECBAgQIECAQP4CEhIgQIAAAQIECBDoDIGLl6+IE447Jo6aN6szAktJgACBXQQ8aUWBlFKklKIoipFRKaJarUatVhsZ9eH98KjX61GO8rVKtRKpSFGpVKIYvi6GHyml4a0/BAgQIEDg0AoseNSj4nVf+GK878qr4oMrrmmMN3/1a/Hw5zwnat3dh3ZxdycwhgK3Tz86/njBw+N/Fv9WxPwnjuGd3YoAAQKtIKCG8RTo6x9oLFerVRt7GwIECBAgQIAAAQIECBAgMD4CViFAgAABAgQIECBAoF0EinYpVJ0ECLSggJIIECBAgAABAgQIECBAgACB/AUkJECAAAECBAgQIECAAAECBPIXkJAAAQIECBAgQIAAAQIECBDIX0BCAgQIECBAgAABAgQIECBAIH8BCQkQIECAAAECBAh0gMD2vv5Yu25DLOvt6YC0IhIgQGAvAg61rEBKKVJKURRFVCqVKCrD+2olarVaY1Sr1ShHebwcjXOGz437Himl+2Z2BAgQIECAAAECBAgQINDxAgDGVWByd3ecuGh+dNVr47quxQgQIECAAAECBAgQIECgwwXEJ0CAAAECBAgQIECgbQSKtqlUoQQItJyAgggQIECAAAECBAgQIECAAIH8BSQkQIAAAQIECBAgQIAAAQIE8heQkAABAgQIECAwkQJ9V18Vd7zt9+PWZz09Nv3HFyayFGsTIECAAIGsBYQjQIAAAQIECBAgQIAAAQIE8heQkAABAgQIECBAgEAnCPz08l81Yi7pXdDY2xAgQKDTBORtfYGUUqSUoiiKxkjF8LxSRKVaiWJ4Xwwfr1QqjXNSGjk3pRQeBMZLYEfsiIFx+t94ZbIOAQIECBAgQIAAgdwE5BlfgSUnLoh3vuklUatWx3dhqxEgQIAAAQIECBAgQIBARwsIT4AAAQIECBAgQIBA+wgU7VOqSgkQaDEB5RAgQIAAAQIECBAgQIAAAQL5C0hIgAABAgQIECBAgAABAgQI5C8gIQECBAgQIEBgQgUG7747tp7/3RhYuyYGVq6c0FosToAAAQIEMhYQjQABAgQIECBAgAABAgQIEMhfQEICBAgQIECAAAECHSFw8fIVccJxR8dR82Z1RF4hCRAgsJuApy0ukFKKlO4fRVFEpVKJcr/zSOn+c1JKLZ5KebkJDMb4/W8ohnLjk4cAAQIECBAgQIDAeAhYgwABAgQIECBAgAABAgQIEMhfQEICBAgQIECAAAECBNpIoGijWpVKgEBLCSiGAAECBAgQIECAAAECBAgQyF9AQgIECBAgQIAAAQIECBAgQCB/AQkJECBAgAABAhMrUF20qFnAwOpVzbkJAQIECBAgMJYC7kWAAAECBAgQIECAAAECBAjkLyAhAQIECBAgQIAAgfwFtvf1x9p1G+JhJy3MP6yEBAgQ2KuAg+0kkFKKlFKj5JRSY57SrvvGizYECBAgQIAAAQIECBAgQGAXAU/GW+D6VeviOz/8yXgvaz0CBAgQIECAAAECBAgQ6GgB4QkQIECAAAECBAgQaCeBop2KVSsBAi0koBQCBAgQIECAAAECBAgQIEAgfwEJCRAgQIAAAQIECBAgQIAAgfwFJCRAgAABAgQITLBA9Zj5ker1RhX9q1Y29jYECBAgQIDAGAu4HQECBAgQIECAAAECBAgQIJC/gIQECBAgQIAAAQIEOkDgp5f/qpFySW9PY29DgACBjhMQuC0FUkqR0q6jLYMomgABAgQIECDQggLvX7cifuuKz0a64C0tWJ2SCBAgcJACLht3gWuuWx3fu+jycV/XggQIECBAgAABAgQIECDQwQKiEyBAgAABAgQIECDQVgJFW1WrWAIEWkZAIQQIECBAgAABAgQIECBAgED+AhISIECAAAECBAgQIECAAAEC+QtISIAAAQIECBBoBYHqsQsaZexYvz6G+voacxsCBAgQIEBg7ATciQABAgQIECBAgAABAgQIEMhfQEICBAgQIECAAAECnSBw8fIVceLxx8SRc2d2QlwZCRAgsIeAAwQIECBAgAABAgQI7CqwcNvmOPruVRHrLooYGtz1Rc8IECDQpgLKHn+Bvr6BqNer47+wFQkQIECAAAECBAgQIECgYwUEJ0CAAAECBAgQIECgvQSK9ipXtQQItIiAMggQIECAAAECBAgQIECAAIH8BSQkQIAAAQIECBAgQIAAAQIE8heQkAABAgQIECDQEgK1RYuadQysWd2cmxAgQIAAAQJjIuAmBAgQIECAAAECBAgQIECAQP4CEhIgQIAAAQIECBDIXmD79r5Yu25DLOvtyT6rgAQIENiHgMMECBAgQIAAAQIECOwmsLmy0y9r7tu026ueEiBAoC0FFD0BAk8+7RHx+pc9ewJWtiQBAgQIECBAgAABAgQIdKiA2AQIECBAgAABAgQItJlA0Wb1KpcAgZYQUAQBAgQIECBAgAABAgQIECCQv4CEBAgQIECAAAECBAgQIECAQP4CEhIgQIAAAQIEWkOguui4ZiEDq1Y15yYECBAgQIDAWAi4BwECBAgQIECAAAECBAgQIJC/gIQECBAgQIAAAQIE8hf46RXXNUIu6V3Q2NsQIECg8wQkJkCAAAECBAgQIEBgd4HNlUrz0FDfpubchAABAu0roPKJEJgze3r0zJ8XHgQIECBAgAABAgQIECBAYHwErEKAAAECBAgQIECAQLsJFO1WsHoJEGgBASUQIECAAAECBAgQIECAAAEC+QtISIAAAQIECBAgQIAAAQIECOQvICEBAgQIECBAoEUEqgsXNSvpX72qOTchQIAAAQIExkDALQgQIECAAAECBAgQIECAAIH8BSQkQIAAAQIECBAg0AECFy9fEScef0wcOXdWB6QVkQABAnsRcIgAAQIECBAgQIAAgT0ENhfV5rGh7RubcxMCBAi0rYDCCRAgQIAAAQIECBAgQIAAgfwFJCRAgAABAgQIECBAoO0EirarWMEECEy4gAIIECBAgAABAgQIECBAgACB/AUkJECAAAECBAgQIECAAAECBPIXkJAAAQIECBAg0CoCtZNOikmnPyWmvOBFUTvhxFYpSx0ECBAgQCALASEIECBAgAABAgQIECBAgACB/AUkJECAAAECBAgQIJC7wPbt/bF23YZY2tuTe1T5CBAgsE8BLxAgQIAAAQIECBAgsKfAxko1ttanRMw4ISKl8CBAgEC7C6h/YgQ+9W9fjy9+9XsTs7hVCRAgQIAAAQIECBAgQAHczYMAABAASURBVKDjBAQmQIAAAQIECBAgQKD9BIr2K1nFBAhMsIDlCRAgQIAAAQIECBAgQIAAgfwFJCRAgAABAgQIECBAgAABAgTyF5CQAAECBAgQINAyArXjjo9Zf/+JmPGhD8ek05/SMnUphAABAgQIZCAgAgECBAgQIECAAAECBAgQIJC/gIQECBAgQIAAAQIEshf46RW/amRcunhBY29DgACBDhQQmQABAgQIECBAgACBvQj8zZG98S+/8ccx9NwvRzFr8V7OcIgAAQJtJaDYCRLYvHVb3HXPvRO0umUJECBAgAABAgQIECBAoMMExCVAgAABAgQIECBAoA0FijasWckECEyogMUJECBAgAABAgQIECBAgACB/AUkJECAAAECBAgQIECAAAECBPIXkJAAAQIECBAgQIAAAQIECBDIX0BCAgQIECBAgAABAgQIECBAIH8BCQkQIECAAAECBAjkL3Dx8hWx+IT5ceS8WfmHlZAAAQJ7FXCQAAECBAgQIECAAAECBAgQyF9AwokS6O8fiHqtNlHLW5cAAQIECBAgQIAAAQIEOkpAWAIECBAgQIAAAQIE2lGgaMei1UyAwAQKWJoAAQIECBAgQIAAAQIECBDIX0BCAgQIECBAgAABAgQIECBAIH8BCQkQIECAAAECBAgQIECAAIH8BSQkQIAAAQIECBAgQIAAAQIE8heQkAABAgQIECBAgEDmAtv7+mPtug2xdHFP5knFI0CAwAMIeIkAAQIECBAgQIAAAQIECBDIX0DCCRN491teGq972VkTtr6FCRAgQIAAAQIECBAgQKCDBEQlQIAAAQIECBAgQKAtBYq2rFrRBAhMmICFCRAgQIAAAQIECBAgQIAAgfwFJCRAgAABAgQIECBAgAABAgTyF5CQAAECBAgQIECAAAECBAgQyF9AQgIECBAgQIAAAQIECBAgQCB/AQkJECBAgAABAgQI5C7w08t/1Yi4tHdBY29DgACBThSQmQABAgQIECBAgAABAgQIEMhfQEICBAgQIECAAAECBAgQIEAgfwEJCRAgQIAAAQIECBBoT4GiPctWNQECEyRgWQIECBAgQIAAAQIECBAgQCB/AQkJECBAgAABAgQIECBAgACB/AUkJECAAAECBAgQIECAAAECBPIXkJAAAQIECBAgQIAAAQIECBDIX0BCAgQIECBAgAABAtkLXLx8RSw+/piYN3dm9lkFJECAwD4EHCZAgAABAgQIEHgIAkNDQw/hapcSIECAAIFxE7DQBAqsXHNL3H7nPRNYgaUJECBAgAABAgQIECBAoEMExCRAgAABAgQIECBAoE0FijatW9kECEyIgEUJECBAgAABAgQIECBAgACB/AUkJECAAAECBAgQIECAAAECBPIXkJAAAQIECBAg0HoCA+tuijvf/Y647beeHff8+TnhQYAAAQIECDxUAdcTIECAAAECBAgQIECAAAEC+QtISIAAAQIECBAgQCBvgW3b+2Ltug2xtHdh3kGlI0CAwAMKeJEAAQIECBAgQOChCBTF/T+CfWhoKMrxUO7n2tYSmN2/PR69+vuRrvxE7Fj1vdYqTjUECBA4IAEnT6TAP/zrV+KSn10zkSVYmwABAgQIECBAgAABAgQ6QkBIAgQIECBAgAABAgTaVeD+7z5p1wTqJkBg/ASsRIAAAQIECBAgQIAAAQIECOQvICEBAgQIECBAgAABAgQIECCQv4CEBAgQIECAAIFWFBgcjC3f+Hr033B9Y7RiiWoiQIAAAQJtJaBYAgQIECBAgAABAgQIECBAIH8BCQkQIECAAAECBAhkLvCzK65rJFzSu6CxtyFAgEBHCghNgAABAgQyFEgp7ZKqf+3aMBiMZQ/s0mDDT1Ia6bmUUqSUho9EDA0NNfY27S0wZXAgHr3q+xFXfCJ2XHdee4dRPQECnS0g/YQK9PUNRL1endAaLE6AAAECBAgQIECAAAECHSAgIgECBAgQIECAAAECbStQtG3lCidAYNwFLEiAAAECBAgQIECAAAECBAjkLyAhAQIECBAgQIAAAQIECBAgkL+AhAQIECBAgACBVhSoHn1MRKXSKK1/1arG3oYAAQIECBA4eAFXEiBAgAABAgQIECBAgAABAvkLSEiAAAECBAgQIEAgd4GLl6+IxSfMjyPnzsw9qnwECBDYp4AXCBAgQIBALgIppRga/l+ZZ2hoqNw1xp3/9OlY+4LnGwzGvAcaDTa8SSkNbyNSGtnH8COl++fDT/1pY4HNxU6/rLnv3jZOonQCBDpdQP6JFXjGkx8dixfNn9girE6AAAECBAgQIECAAAEC2QsISIAAAQIECBAgQIBA+woU7Vu6ygkQGGcByxEgQIAAAQIECBAgQIAAAQL5C0hIgAABAgQIECBAgAABAgQI5C8gIQECBAgQIECgNQUqlagtXNSobcf6m2Oor68xtyFAgAABAgQOSsBFBAgQIECAAAECBAgQIECAQP4CEhIgQIAAAQIECBDIWmDb9r5Yu25DLOvtyTqncAQIEHgQAS8TIECAAIEsBIaGhqIcKaVIaWRkEUyIthAoiiLKkdKuvZdSaov6FfnAApsr1eYJQ32bmnMTAgQItJmAcidY4NlPOy0WHnvkBFdheQIECBAgQIAAAQIECBDIXEA8AgQIECBAgAABAgTaWKBo49qVToDAuApYjAABAgQIECBAgAABAgQIEMhfQEICBAgQIECAAAECBAgQIEAgfwEJCRAgQIAAAQKtK1BduLBZ3MDaNc25CQECBAgQIHCgAs4nQIAAAQIECBAgQIAAAQIE8heQkAABAgQIECBAgEDeAj+74rpGwCW9Cxp7GwIECHSmgNQECBAgQCAfgZRSI0xKw/vhP/V3vj3SH/5+DLzlTbH9Db8XW173u7Hpta+Je1/z6tj46lfFPa96pcHggHug7J2yh8peKnuq7K0Y7rdKpRJFUUQqUqSUIob/xPAjpRQppeGZP+0qsLWoxFCMfAyHtt/TrjHUTYBAxwsAIECAAAECBAgQIECAAAECBPIXkJAAAQIECBAgQIAAgXYWKNq5eLUTIDCOApYiQIAAAQIECBAgQIAAAQIE8heQkAABAgQIECBAgAABAgQIEMhfQEICBAgQIECAQAsL1BYualY3sHJlc25CgAABAgQIHKCA0wkQIECAAAECBAgQIECAAIH8BSQkQIAAAQIECBAgkLnAxctXxOIT5se8OTMzTyoeAQIEHkDASwQIECBAIAOBoaGhSCk1kqQ0sq9MmRK15z4nqr91dlTOfnbEWc+KoWc9Mwaf+YzY8YynN8bO89Fj9iM2HPbPoeyhoTOfGcWZz4pKtRKVSqXRi0VRNPqx3JT9We6N9hboq3aPBOi7d2RvS4AAgXYTUO+ECmzf3h/nnX9J3Lrhzgmtw+IECBAgQIAAAQIECBAgkLmAeAQIECBAgAABAgQItLXA/d9t0tYxFE+AwKEWcH8CBAgQIECAAAECBAgQIEAgfwEJCRAgQIAAAQIECBAgQIAAgfwFJCRAgAABAgQItLJAdeGiZnn9a1Y35yYECBAgQIDAgQk4mwABAgQIECBAgAABAgQIEMhfQEICBAgQIECAAAECOQts3dYXa9dtiGW9PTnHlI0AAQIPKuAEAgQIECDQ7gIppUgp7RKjKIqoVCpRqVaiVqtFtVaNrq6u6OoeGd2TuqO7uzsmTZpkMDjgHih7p2u4l8o+Kvddw71Vq9cavVYZ7rnKcO+llBo9mVJq9OfQ0FDjuU37Cpz3yNfE0Au/Hd2vvqR9Q6icAIGOFhB+YgU2bdkSX7/gkrj9znsmthCrEyBAgAABAgQIECBAgEDWAsIRIECAAAECBAgQINDeAkV7l696AgTGScAyBAgQIECAAAECBAgQIECAQP4CEhIgQIAAAQIECBAgQIAAAQL5C0hIgAABAgQIEGhpgeqiRc36Blavas5NCBAgQIAAgQMScDIBAgQIECBAgAABAgQIECCQv4CEBAgQIECAAAECBLIWuOzK6xr5lvQuaOxtCBAg0KECYhMgQIAAgSwEhoaGIqV0/yhG5tVqNaq1anR1dUW9qx5d3V0xadKkkTF5UnRP6jYY7HcPTBrumdExefLkRh+VPdQ13Fddwz1Wq9WiUqk0RlEUjX4c/QRLKY1O7dtU4NeHHRUx9eg2rV7ZBAgQCAQTLLC9b6BRQb1ebextCBAgQIAAAQIECBAgQIDAIRBwSwIECBAgQIAAAQIE2lygaPP6lU+AwLgIWIQAAQIECBAgQIAAAQIECBDIX0BCAgQIECBAgAABAgQIECBAIH8BCQkQIECAAAECrS1Q7VkY3U98Ukx+3gui+1GPbu1iVUeAAAECBFpWQGEECBAgQIAAAQIECBAgQIBA/gISEiBAgAABAgQIEMhb4OLlK6L3xGNj3pyZeQeVjgABAg8o4EUCBAgQIJCPwNDQUCNMSimKoohKpdIY1Wo1avVadHV1RXd3d3R1D+8ndcekyZOi+759OTcmNUw47Nuh7Jc9xnBP1ev1qHfVG31W9lvZf6kY6cOUUngQIECAAIGJF1DBRAvMmn54vOONL4n5R82d6FKsT4AAAQIECBAgQIAAAQLZCghGgAABAgQIECBAgEC7CxTtHkD9BAiMg4AlCBAgQIAAAQIECBAgQIAAgfwFJCRAgAABAgQIECBAgAABAgTyF5CQAAECBAgQINDiAsVhh8XsT3w6Zn74ozH5eS9o8WqVR4AAAQIEWlRAWQQIECBAgAABAgQIECBAgED+AhISIECAAAECBAgQyFhg27a+WLtuQyzt7ck4pWgECBDYDwGnECBAgACBTARSSpHS/aOMlYoURaWIWq3WGPWuepSjq7ursR+dl8+NrmBwYAZl/+w8qtVqVCqVKPdpuPdSSjH6SOn++egxewIECBAgMK4CFptwga6uWiw+bn5M6q5PeC0KIECAAAECBAgQIECAAIFMBcQiQIAAAQIECBAgQKDtBYq2TyAAAQKHXMACBAgQIECAAAECBAgQIECAQP4CEhIgQIAAAQIECBAgQIAAAQL5C0hIgAABAgQIECBAgAABAgQI5C8gIQECBAgQIECAAAECBAgQIJC/gIQECBAgQIAAAQIEchb42ZXXNeItXbygsbchQIBApwrITYAAAQIEchIYGhpqximKIlJKUalUIhXD+2olqtVq1Ot1g8GY90CtVmv0V2W4z8p+G+2/lFJ4ECBAgACBVhBQAwECBAgQIECAAAECBAgQIJC/gIQECBAgQIAAAQIECLS/QNH+ESQgQOAQC7g9AQIECBAgQIAAAQIECBAgkL+AhAQIECBAgAABAgQIECBAgED+AhISIECAAAECBAgQIECAAAEC+QtISIAAAQIECBAgQIAAAQIECOQvICEBAgQIECBAgACBrAUuXr4iek+cH3PnzMg6p3AECBB4EAEvEyBAgACBrARSSo08Kd2/TylFURQjozK8Hx6VaiXKUa1Vw2BwsD06b4TzAAAQAElEQVRQua+PiuGeKkf5vBjutZRGei6lFCmNjPDIR2Dr7TF4+y9icOtd+WSShACBThCQsQUErrrmxnj9O/8y7r5nUwtUowQCBAgQIECAAAECBAgQyFBAJAIECBAgQIAAAQIEMhAoMsggAgECh1TAzQkQIECAAAECBAgQIECAAIH8BSQkQIAAAQIECBAgQIAAAQIE8heQkAABAgQIECBAgAABAgQIEMhfQEICBAgQIECAAAECBAgQIEAgfwEJCRAgQIAAAQIECOQrsHXb9li7bkMsXbww35CSESBAYL8EnESAAAECBPIVSClFURSR0si+nO88KpVK4/Wdj5kXTIZ7Zn/7YLSHUhrpsZRG9uX1MfxIKQ1v/clJ4LErL4j0H0+J7V86O3as/2lO0WQhQCB7AQFbQaCvv79RRr1ebextCBAgQIAAAQIECBAgQIDA2Aq4GwECBAgQIECAAAECOQgUOYSQgQCBQyjg1gQIECBAgAABAgQIECBAgED+AhISIECAAAECBAgQIECAAAEC+QtISIAAAQIECBAgQIAAAQIECOQvICEBAgQIECBAgAABAgQIECCQv4CEBAgQIECAAAECBDIWuOzK6xvplvYuaOxtCBAg0LECghMgQIAAgQ4QSCk1UhZFESmlxth5ntLIsZTsU2KQ0oEZlL1UjpTuv65suJRSuTMyE+irdjcTDW3f2JybECBAoOUFFNgSAt3d9Zh62OSoVavhQYAAAQIECBAgQIAAAQIExlzADQkQIECAAAECBAgQyEKgyCKFEAQIHDIBNyZAgAABAgQIECBAgAABAgTyF5CQAAECBAgQIECAAAECBAgQyF9AQgIECBAgQIBAuwgMbtoUd/7vP4kNL3p+3PHWN7dL2eokQIAAAQItIaAIAgQIECBAgAABAgQIECBAIH8BCQkQIECAAAECBAjkLHDx8hXRe8L8mDtnRs4xZSNAgMCDCjiBAAECBAh0ikBKqRE1pRQppea8MbEhcJACKd3fSyklvXWQju10WV+1u1nu0PZ7m3MTAgQItLqA+lpD4GG9i+KvPvDmqNWqrVGQKggQIECAAAECBAgQIEAgKwFhCBAgQIAAAQIECBDIQ6DII4YUBAgcIgG3JUCAAAECBAgQIECAAAECBPIXkJAAAQIECBAgQIAAAQIECBDIX0BCAgQIECBAgEDbCBSTJsWW874afddeE32//EXb1K1QAgQIECDQAgJKIECAAAECBAgQIECAAAECBPIXkJAAAQIECBAgQIBAtgJbt22Ptes2xLKTFmabUTACBAjsp4DTCBAgQIBAxwuklCIlIyUGKR24Qcd/AnUgwPZqdzP14LZ7mnMTAgQItLiA8ggQIECAAAECBAgQIECAAIH8BSQkQIAAAQIECBAgQCATgSKTHGIQIHBIBNyUAAECBAgQIECAAAECBAgQyF9AQgIECBAgQIAAAQIECBAgQCB/AQkJECBAgAABAm0kUKlEbUFPo+Ad69fHUF9fY25DgAABAgQIPJiA1wkQIECAAAECBAgQIECAAIH8BSQkQIAAAQIECBAgkK/AZVde3wi3pHdBY29DgACBzhWQnAABAgQIECBAgACBAxHoq3bff3rfvffPzQgQINDSAoprFYE77toYN65e3yrlqIMAAQIECBAgQIAAAQIEshIQhgABAgQIECBAgACBXASKXILIQYDAIRBwSwIECBAgQIAAAQIECBAgQCB/AQkJECBAgAABAgQIECBAgACB/AUkJECAAAECBAi0mUB10aJmxf0rb2zOTQgQIECAAIEHEPASAQIECBAgQIAAAQIECBAgkL+AhAQIECBAgAABAgQyFrh4+Yo46cRjY+4RMzJOKRoBAgT2Q8ApBAgQIECAAAECBAgckMBdk+fE0GPeFfWn/3XUH/ayA7rWyQQIEJgwAQu3jMBFy6+OT/77eS1Tj0IIECBAgAABAgQIECBAICMBUQgQIECAAAECBAgQyEagyCaJIAQIjLmAGxIgQIAAAQIECBAgQIAAAQL5C0hIgAABAgQIECBAgAABAgQI5C8gIQECBAgQIECg3QSqPQubJQ+sWtWcmxAgQIAAAQL7FvAKAQIECBAgQIAAAQIECBAgkL+AhAQIECBAgAABAgRyFdiydVusXbchlvb25BpRLgIECOy3gBMJECBAgAABAgQIEDgwgXu7p0UsfUVUTjg7KjOPO7CLnU2AAIEJErBs6wj09fdHvVZrnYJUQoAAAQIECBAgQIAAAQLZCAhCgAABAgQIECBAgEA+AkU+USQhQGCMBdyOAAECBAgQIECAAAECBAgQyF9AQgIECBAgQIAAAQIECBAgQCB/AQkJECBAgAABAm0nUFu4qFnzwKqVzbkJAQIECBAgsE8BLxAgQIAAAQIECBAgQIAAAQL5C0hIgAABAgQIECBAIFuBy6+6oZFtSe+Cxt6GAAECHSwgOgECBAgQIECAAAECBAgQIJC/gIQtJNB7/II444mntlBFSiFAgAABAgQIECBAgACBTATEIECAAAECBAgQIEAgI4EioyyiECAwpgJuRoAAAQIECBAgQIAAAQIECOQvICEBAgQIECBAgAABAgQIECCQv4CEBAgQIECAAIH2E6guWtQsemDVyubchAABAgQIENiXgOMECBAgQIAAAQIECBAgQIBA/gISEiBAgAABAgQIEMhX4OLlK6L3xGNj7hEz8g0pGQECBPZLwEkECBAgQIAAAQIECBAgQIBA/gIStpLAySctiief9ohWKkktBAgQIECAAAECBAgQIJCFgBAECBAgQIAAAQIECOQkUOQURhYCBMZQwK0IECBAgAABAgQIECBAgACB/AUkJECAAAECBAgQIECAAAECBPIXkJAAAQIECBAg0IYC1eNPaFY9sHJlc25CgAABAgQI7EPAYQIECBAgQIAAAQIECBAgQCB/AQkJECBAgAABAgQIZCqwZev2WLtuQyzr7ck0oVgECBA4AAGnEiBAgAABAgQIECBAgAABAvkLSEiAAAECBAgQIECAAAECBAjkLyAhAQIECBAgQIAAAQJZCRRZpRGGAIExE3AjAgQIECBAgAABAgQIECBAIH8BCQkQIECAAAECBAgQIECAAIH8BSQkQIAAAQIECLSjQDF5ckw++zlx+BvfHIf/4R+1YwQ1EyBAgACBcRWwGAECBAgQIECAAAECBAgQIJC/gIQECBAgQIAAAQIEchW4/KrrG9GW9C5o7G0IECDQyQKyEyBAgAABAgQIECBAgAABAvkLSNhaAl/59kVRjtaqSjUECBAgQIAAAQIECBAg0O4C6idAgAABAgQIECBAIC+BIq840hAgMEYCbkOAAAECBAgQIECAAAECBAjkLyAhAQIECBAgQIAAAQIECBAgkL+AhAQIECBAgACBthWYec5fxOFv/YPo/s0ntm0GhRMgQIAAgXESsAwBAgQIECBAgAABAgQIECCQv4CEBAgQIECAAAECBLIVuHj5ijhp8bEx94gZ2WYUjAABAvsp4DQCBAgQIECAAAECBA5SIP3g7bHtc0+Me/7xYQd5B5cRIEBg3AQs1GICq266JW799V0tVpVyCBAgQIAAAQIECBAgQKDNBZRPgAABAgQIECBAgEBmAkVmecQhQGBMBNyEAAECBAgQIECAAAECBAgQyF9AQgIECBAgQIAAAQIECBAgQCB/AQkJECBAgAABAgQIECBAgACB/AUkJECAAAECBAgQIECAAAECBPIXkJAAAQIECBAgQIBAngJbtm6Ptes2xLLehXkGlIoAAQIHJOBkAgQIECBAgAABAgQOWuDedTF07/oY3HpXxNDgQd/GhQQIEDj0AlZoNYG+voHoqldbrSz1ECBAgAABAgQIECBAgEBbCyieAAECBAgQIECAAIHcBIrcAslDgMAYCLgFAQIECBAgQIAAAQIECBAgkL+AhAQIECBAgAABAgQIECBAgED+AhISIECAAAECBAgQIECAAAEC+QtISIAAAQIECBAgQIAAAQIECOQvICEBAgQIECBAgACBTAUuv+r6RrIlixc09jYECBDoaAHhCRAgQIAAAQIECBA4eIHalOa1g9vubs5NCBAg0HICCmo5gZc976lx5lMf13J1KYgAAQIECBAgQIAAAQIE2lhA6QQIECBAgAABAgQIZCdQZJdIIAIEHrKAGxAgQIAAAQIECBAgQIAAAQL5C0hIgAABAgQIECBAgAABAgQI5C8gIQECBAgQIECAAAECBAgQIJC/gIQECBAgQIAAAQIECBAgQIBA/gISEiBAgAABAgQIEMhV4OLlK+KkxcfGnCOm5xpRLgIECOy3gBMJECBAgAABAgQIEHgIAvWpzYuHtt/bnJsQIECg1QTU03oCxx49N+YdMbP1ClMRAQIECBAgQIAAAQIECLStgMIJECBAgAABAgQIEMhPoMgvkkQECDxEAZcTIECAAAECBAgQIECAAAEC+QtISIAAAQIECBAgQIAAAQIECOQvICEBAgQIECBAgAABAgQIECCQv4CEBAgQIECAAAECBAgQIECAQP4CEhIgQIAAAQIECBDIUmDL1m2xdt2GWLq4J8t8QhEgQOAABZxOgAABAgQIECBAgMBDEahPbV49uG1jc25CgACBFhNQDgECBAgQIECAAAECBAgQIJC/gIQECBAgQIAAAQIECGQoUGSYSSQCBB6SgIsJECBAgAABAgQIECBAgACB/AUkJECAAAECBAgQIECAAAECBPIXkJAAAQIECBAg0P4Cv37178QtT31S3PrsZ7V/GAkIECBAgMAhEXBTAgQIECBAgAABAgQIECBAIH8BCQkQIECAAAECBAjkKXD5VTc0gi3t7WnsbQgQINDZAtITIECAAAECBAgQIPCQBGYvjeLox0Z1/mkRReUh3crFBAgQOHQC7tyKAn/0wX+Mr19waSuWpiYCBAgQIECAAAECBAgQaEsBRRMgQIAAAQIECBAgkKNAkWMomQgQeAgCLiVAgAABAgQIECBAgAABAgTyF5CQAAECBAgQIECAAAECBAgQyF9AQgIECBAgQIBABgJDmzbFjltvjYFVK2Oory+DRCIQIECAAIExFnA7AgQIECBAgAABAgQIECBAIH8BCQkQIECAAAECBAhkKnDx8hWxZPGCmHPE9EwTikWAAIEDEHAqAQIECBAgQIAAAQIPSWDopJdG13M/H1Nf/P+iNmfJQ7qXiwkQIHDIBNy4JQX6+vujXq+2ZG2KIkCAAAECBAgQIECAAIE2FFAyAQIECBAgQIAAAQJZChRZphKKAIGDFnAhAQIECBAgQIAAAQIECBAgkL+AhAQIECBAgAABAgQIECBAgED+AhISIECAAAECBHIQqPb0NGMMrF7VnJsQIECAAAECIwK2BAgQIECAAAECBAgQIECAQP4CEhIgQIAAAQIECBDIUWDL1m2xdt2GWNp7//eG5JhTJgIECOyvgPMIECBAgAABAgQIECBAgACB/AUkbE2Bx5IfcwAAEABJREFUhfOPjDmzZrRmcaoiQIAAAQIECBAgQIAAgbYTUDABAgQIECBAgAABAnkKFHnGkooAgYMUcBkBAgQIECBAgAABAgQIECCQv4CEBAgQIECAAAECBAgQIECAQP4CEhIgQIAAAQIEshCo9ixs5uhfubI5NyFAgAABAgQaAjYECBAgQIAAAQIECBAgQIBA/gISEiBAgAABAgQIEMhS4PKrbmjkWtq7oLG3IUCAQIcLiE+AAAECBAgQIECAAAECBAjkLyBhiwq8/Y0vjkcuO75Fq1MWAQIECBAgQIAAAQIECLSZgHIJECBAgAABAgQIEMhUoMg0l1gECByUgIsIECBAgAABAgQIECBAgACB/AUkJECAAAECBAgQIECAAAECBPIXkJAAAQIECBAgkIdAtWdhM8jA6lXNuQkBAgQIECBQChgECBAgQIAAAQIECBAgQIBA/gISEiBAgAABAgQIEMhT4OLlK2LJ4gVxxOzpeQaUigABAgck4GQCBAgQIECAAAECBAgQIEAgfwEJCRAgQIAAAQIECBAgQIAAgfwFJCRAgAABAgQIECBAIFeBItdgchEgcBACLiFAgAABAgQIECBAgAABAgTyF5CQAAECBAgQIECAAAECBAgQyF9AQgIECBAgQIBAJgLVhQubSQZWrWzOTQgQIECAAIGIgECAAAECBAgQIECAAAECBAjkLyAhAQIECBAgQIAAgQwFNm/ZFmvXbYilvT0ZphOJAAECByHgEgIECBAgQIAAAQIECBAgQCB/AQlbUmDrtr64aPnVsWnz1pasT1EECBAgQIAAAQIECBAg0GYCyiVAgAABAgQIECBAIFuBIttkghEgcMACLiBAgAABAgQIECBAgAABAgTyF5CQAAECBAgQIECAAAECBAgQyF9AQgIECBAgQIBALgLVnoXNKAMrVzbnJgQIECBAgEAEAwIECBAgQIAAAQIECBAgQCB/AQkJECBAgAABAgQI5ChwxdU3NGIt6V3Q2NsQIECg0wXkJ0CAAAECBAgQIEBgDAS23h59F30oNn/jzbF5+T+OwQ3dggABAmMr4G6tKbBp89b43Lnnx+p1t7ZmgaoiQIAAAQIECBAgQIAAgbYSUCwBAgQIECBAgAABAvkKFPlGk4wAgQMUcDoBAgQIECBAgAABAgQIECCQv4CEBAgQIECAAAECBAgQIECAQP4CEhIgQIAAAQIEshEopkyJYvbsRp7+G65v7G0IECBAgACBhoANAQIECBAgQIAAAQIECBAgkL+AhAQIECBAgAABAgSyFLh4+YpY2rsg5syenmU+oQgQIHCAAk4nQIAAAQIECBAgQGAsBPo2xY6rPxd9vzov+tb9dCzu6B4ECBAYSwH3alGB/oH+RmX1Wq2xtyFAgAABAgQIECBAgAABAg9BwKUECBAgQIAAAQIECGQsUGScTTQCBA5IwMkECBAgQIAAAQIECBAgQIBA/gISEiBAgAABAgQIECBAgAABAvkLSEiAAAECBAgQyEtgynOeG4e//g0x488+mlcwaQgQIECAwEMScDEBAgQIECBAgAABAgQIECCQv4CEBAgQIECAAAECBPIT2LxlW6xdtyGW9i7ML5xEBAgQOCgBFxEgQIAAAQIECBAgMCYC9anN2wxu39icmxAgQKA1BFTRqgJTJk2Ks894fMyZNb1VS1QXAQIECBAgQIAAAQIECLSNgEIJECBAgAABAgQIEMhZoMg5nGwECByAgFMJECBAgAABAgQIECBAgACB/AUkJECAAAECBAgQIECAAAECBPIXkJAAAQIECBAgkJnAtLe/Mw7/wz+Kyc8+O7Nk4hAgQIAAgYcg4FICBAgQIECAAAECBAgQIEAgfwEJCRAgQIAAAQIECGQocMXVNzRSLeld0NjbECBAoOMFABAgQIAAAQIECBAgMDYCtSnN+wxtv7c5NyFAgEBLCCiiZQWmHT4lnvP0x8f0aYe1bI0KI0CAAAECBAgQIECAAIE2EVAmAQIECBAgQIAAAQJZCxRZpxOOAIH9FnAiAQIECBAgQIAAAQIECBAgkL+AhAQIECBAgAABAgQIECBAgED+AhISIECAAAECBAgQIECAAAEC+QtISIAAAQIECBAgQIAAAQIECOQvICEBAgQIECBAgACBHAUuXr4ilvQuiCNmTcsxnkwECBA4YAEXECBAgAABAgQIECAwRgLV7og08uP2h7ZvDA8CBAi0koBaCBAgQIAAAQIECBAgQIAAgfwFJCRAgAABAgQIECBAIG+Bke9IyDujdAQIPLiAMwgQIECAAAECBAgQIECAAIH8BSQkQIAAAQIECBAgQIAAAQIE8heQkAABAgQIECBAgAABAgQIEMhfQEICBAgQIECAAAECBAgQIEAgfwEJCRAgQIAAAQIECGQnsGnz1li7bkMs6+3JLptABAgQOEgBlxEgQIAAAQIECBAgMIYCqXtG425D2+9t7G0IECDQIgLKaGGBG1bdHH/xiS/Flq3bWrhKpREgQIAAAQIECBAgQIBAGwgokQABAgQIECBAgACBzAWKzPOJR4DAfgk4iQABAgQIECBAgAABAgQIEMhfQEICBAgQIECAAAECBAgQIEAgfwEJCRAgQIAAAQIECBAgQIAAgfwFJCRAgAABAgQIECBAgAABAgTyF5CQAAECBAgQIECAQH4CV/78xkaoJYt7GnsbAgQIECBAgAABAgQIECBAgMBYCnS/dnnMePu6mPMH14zlbd2LAAECD1HA5a0scOfd98Z1K28aLjEND38IECBAgAABAgQIECBAgMDBCriOAAECBAgQIECAAIHcBYrcA8pHgMB+CDiFAAECBAgQIECAAAECBAgQyF9AQgIECBAgQIAAAQIECBAgQCB/AQkJECBAgAABAgQIECBAgACB/AUkJECAAAECBAgQIECAAAECBPIXkJAAAQIECBAgQIBAhgIXL18RS0/qiSNmT8swnUgECBA4CAGXECBAgAABAgQIECBAgAABAvkLSNjSAn39/Y366vVqY29DgAABAgQIECBAgAABAgQOSsBFBAgQIECAAAECBAhkL1Bkn1BAAgQeVMAJBAgQIECAAAECBAgQIECAQP4CEhIgQIAAAQIECBAgQIAAAQL5C0hIgAABAgQIEMhV4K73vTduOeP0WP+oR+QaUS4CBAgQILDfAk4kQIAAAQIECBAgQIAAAQIE8heQkAABAgQIECBAgEBuApu2bI216zbEssU9uUWThwABAgct4EICBAgQIECAAAECBAgQIEAgfwEJW1vgCY95WPzpO14T1UqltQtVHQECBAgQIECAAAECBAi0tIDiCBAgQIAAAQIECBDIX6DIP6KEBAg8iICXCRAgQIAAAQIECBAgQIAAgfwFJCRAgAABAgQIECBAgAABAgTyF5CQAAECBAgQIJCtwNDWLbFj/foY3Lo1+m+4PtucghEgQIAAgf0QcAoBAgQIECBAgAABAgQIECCQv4CEBAgQIECAAAECBLITuPLqGyOlFEt6F2SXTSACBAgcpIDLCBAgQIAAAQIECBAgQIAAgfwFJGwDgaPmzmqDKpVIgAABAgQIECBAgAABAi0soDQCBAgQIECAAAECBDpAoOiAjCISIPCAAl4kQIAAAQIECBAgQIAAAQIE8heQkAABAgQIECBAgAABAgQIEMhfQEICBAgQIECAQL4C1QU9zXD9K1c25yYECBAgQKDzBCQmQIAAAQIECBAgQIAAAQIE8heQkAABAgQIECBAgEB+AhcvXxFLFi+I2bOm5RdOIgIECByUgIsIECBAgAABAgQIECBAgACB/AUkJECAAAECBAgQIECAAAECBPIXkJAAAQIECBAgQIAAgU4QKDohpIwECDyAgJcIECBAgAABAgQIECBAgACB/AUkJECAAAECBAgQIECAAAECBPIXkJAAAQIECBAgkLFAdeGiZrqBlTc25yYECBAgQKDjBAQmQIAAAQIECBAgQIAAAQIE8heQkAABAgQIECBAgEBmAps2b4216zbE0t6ezJKJQ4AAgYcg4FICBAgQIECAAAECBMZcYOieNdH3y6/F5p9+OgbuXDnm93dDAgQIHLCAC1pe4Cvfvije/ZFPtXydCiRAgAABAgQIECBAgACBFhZQGgECBAgQIECAAAECHSFQdERKIQkQ2KeAFwgQIECAAAECBAgQIECAAIH8BSQkQIAAAQIECBAgQIAAAQIE8heQkAABAgQIECCQs0C1p6cZb2D1qubchAABAgQIdJqAvAQIECBAgAABAgQIECBAgED+AhISIECAAAECBAgQyE3gyp/f2Ii0tHdBY29DgAABAhEMCBAgQIAAAQIECBAYe4Ed130tNn/zLbHx/D+J/ttWjP0C7kiAAIEDFHB66wts7++Peq3W+oWqkAABAgQIECBAgAABAgRaVkBhBAgQIECAAAECBAh0hkDRGTGlJEBgHwIOEyBAgAABAgQIECBAgAABAvkLSEiAAAECBAgQIECAAAECBAjkLyAhAQIECBAgQCBrgerCRc18AytXNucmBAgQIECgwwTEJUCAAAECBAgQIECAAAECBPIXkJAAAQIECBAgQIBAdgIXL18RS3sXxOxZ07LLJhABAgQOUsBlBAgQIECAAAECBAgcCoH61OZdd2y7pzk3IUCAwAQJWLYNBGZNPzxOWHR0G1SqRAIECBAgQIAAAQIECBBoUQFlESBAgAABAgQIECDQIQJFh+QUkwCBvQo4SIAAAQIECBAgQIAAAQIECOQvICEBAgQIECBAgAABAgQIECCQv4CEBAgQIECAAIG8BYopU6KYPbsRcmDVysbehgABAgQIdJ6AxAQIECBAgAABAgQIECBAgED+AhISIECAAAECBAgQyEtg0+atsXbdhljauzCvYNIQIEDgIQm4mAABAgQIECBAgACBQyJQP6x526Htm5pzEwIECEyMgFXbQeCMJz4qXvnCZ7RDqWokQIAAAQIECBAgQIAAgZYUUBQBAgQIECBAgAABAp0iUHRKUDkJENiLgEMECBAgQIAAAQIECBAgQIBA/gISEiBAgAABAgQIECBAgAABAvkLSEiAAAECBAgQ6ACBWs/ID4If3LIldtx2WwckFpEAAQIECOwm4CkBAgQIECBAgAABAgQIECCQv4CEBAgQIECAAAECBDITuPLnN0ZKKZb2LsgsmTgECBB4CAIuJUCAAAECBAgQIEDgkAik+uHN+w5uu6c5NyFAgMCECFiUAAECBAgQIECAAAECBAgQyF9AQgIECBAgQIAAAQIEOkag6JikghIgsIeAAwQIECBAgAABAgQIECBAgED+AhISIECAAAECBAgQIECAAAEC+QtISIAAAQIECBDoBIHupz4tpr7qNTHzwx+NNHVqJ0SWkQABAgQI7CLgCQECBAgQIECAAAECBAgQIJC/gIQECBAgQIAAAQIEchO4ePmKWNq7IGbPmpZbNHkIECBw0AIuJECAAAECBAgQIEDg0OStJpMAABAASURBVAikrsObNx7cdk9zbkKAAIGJELBmewgsv/wX8dMrf9kexaqSAAECBAgQIECAAAECBFpOQEEECBAgQIAAAQIECHSOQNE5USUlQGA3AU8JECBAgAABAgQIECBAgACB/AUkJECAAAECBAgQIECAAAECBPIXkJAAAQIECBAg0BECU1/56pj2rvfE5Oe9IIrJkzsis5AECBAgQGAnAVMCBAgQIECAAAECBAgQIEAgfwEJCRAgQIAAAQIdI5BS6pisnRx00+atsXbdhlja29PJDLITIEBgdwHPCRAgQIAAAQIECBAYY4GURt5rKuY+LKa+5NyY+YqvxWGPft0Yr+J2BAgQOCABJ7eJwEU/uTou//n1bVKtMgkQIECAAAECBAgQIECgxQSUQ4AAAQIECBAgQIBABwkUHZRVVAIEdhHwhAABAgQIECBAgAABAgQIEMhfQEICBAgQIECAAAECBAgQIEAgfwEJCRAgQIAAAQIECBAgQIAAgfwFJCRAgAABAgQIECBAgAABAgTyF5CQAAECBAgQIJC3wNDQUN4BpdtD4Mqf3xgppVjS27PHaw4QIECgcwUkJ0CAAAECBAgQIEDgUAiklCJqh0Vt/mnRteA3oj77+Mb7EodiLfckQIDAgws4o10E+voGolartku56iRAgAABAgQIECBAgACBlhJQDAECBAgQIECAAAECnSRQdFJYWQkQ2EnAlAABAgQIECBAgAABAgQIEMhfQEICBAgQIECAAAECBAgQIEAgfwEJCRAgQIAAAQIECBAgQIAAgfwFJCRAgAABAgQIECBAgAABAgTyF5CQAAECBAgQIJCxQEqp+QvXUkrNpLdsvj1eeP57jUwNPnfBd2PbrG3xxp993Mc404+xz19fv/TAQfSArwf+TtADekAP6AE9oAf0gB7QA2PWA9fdvbb5PlM5SWnkfaeURvZDQ0PlYYMAAQLjL2DFthF44bOfGI895aS2qVehBAgQIECAAAECBAgQINBCAkohQIAAAQIECBAgQKCjBIqOSissAQJNARMCBAgQIECAAAECBAgQIEAgfwEJCRAgQIAAAQIECBAgQIAAgfwFJCRAgAABAgQIECBAgAABAgTyF5CQAAECBAgQIECAAAECBAgQyF9AQgIECBAgQIBAJwiklCKlkVHmXb7h2jDyNLhi/fVR21iL67rX+Bjrcz2gB/TATj3g7708/97zcfVx1QN6QA/oAT2gB/TAxPVA+R5TSimKotjlfafwIECAwAQKWLp9BE5cND+WntjTPgWrlAABAgQIECBAgAABAgRaRkAhBAgQIECAAAECBAh0lkDRWXGlJUDgPgE7AgQIECBAgAABAgQIECBAIH8BCQkQIECAAAECBAgQIECAAIH8BSQkQIAAAQIECHSkwMCa1R2ZW2gCBAgQ6FgBwQkQIECAAAECBAgQIECAAIH8BSQkQIAAAQIECGQtkFJq/AK2MmRKKY6aPCs+suR3409PfFW8t+el8Z75L453HvWCeMeRz4+3zfmtxvijuc9t7Eef24+4tIvD7wye0fiYn7XgFB/H+3q6XT526myvzzUfr7b7ePma6GuiHtADekAP6AE9oAf0gB54CD0w+n5RuX/7vOc13k969zEvioWT50W1Wo1KpRJFUTTek0jp/vejyvekDAIECIyjgKUIECBAgAABAgQIECBAgACB/AUkJECAAAECBAgQIECgwwSKDssrLgECDQEbAgQIECBAgAABAgQIECBAIH8BCQkQIECAAAECBAgQIECAAIH8BSQkQIAAAQIECHSWwMa/+9u4+ZST49YznxF9117TWeGlJUCAAIEOFhCdAAECBAgQIECAAAECBAgQyF9AQgIECBAgQIBAngIppUawoaGhxj6l1PgFbM855glRjrOOPC3OnPe4eOacx8Qzjnh0PH32o5r7M2ad2nhe7o1To90M4rZqHHvUrDhz/qPbrvZ2s1Zv+31++Jh18sdMdv2vB/SAHtADekAP6AE9oAcOtgfK943Ka0ffQyqfl+8pPWvuYxvvL1UqlShHURQxuHFdbL/58ub7UY2JDQECBMZNwELtJPD3//cr8ePLr22nktVKgAABAgQIECBAgAABAi0hoAgCBAgQIECAAAECBDpNoOi0wPISIBAREAgQIECAAAECBAgQIECAAIH8BSQkQIAAAQIECBAgQIAAAQIE8heQkAABAgQIECDQgQJD27c3Ug+sXNnY2xAgQIAAgewFBCRAgAABAgQIECBAgAABAgTyF5CQAAECBAgQIJChQEqpkSqlkX35JKUUKaXGL2MrfyFbrVaLrq6uxuju7o7RMWnSpDDa12AoVeLXd94bx82f6+Ool/WAHtADO/eAuX7QA3pAD+gBPaAH9IAe0AMPuQfK94/K943K/ej7SvV6Pcr3marVatzxqdPilr89OW759OnhQYAAgQkRsGhbCfziurWx8d4tbVWzYgkQIECAAAECBAgQIECgBQSUQIAAAQIECBAgQIBAxwkUHZdYYAIEAgEBAgQIECBAgAABAgQIECCQv4CEBAgQIECAAAECBAgQIECAQP4CEhIgQIAAAQIEOk2g2rOwGXlg9arm3IQAAQIECOQsIBsBAgQIECBAgAABAgQIECCQv4CEBAgQIECAAIFcBYaGhhrRUkrNfVEUUalUovyFbOUvZytH+Qvbyl/cVo7Jkyfv8ovgyufG5Ggng5tuuSuKIsVJJxzbVnW3k7Fa2+tzwsfLx2u0B+z1gh7QA3pAD+gBPaAH9IAeOPgeGH3fqDQcnZf78n2lrq6uKN9jKt9zKroPb7wPFUODEQPbGvOUUmNvQ4AAgfEQsEZ7CfT19w//HVJtr6JVS4AAAQIECBAgQIAAAQITLqAAAgQIECBAgAABAgQ6T6DovMgSE+h4AQAECBAgQIAAAQIECBAgQIBA/gISEiBAgAABAgQIECBAgAABAvkLSEiAAAECBAgQ6DiB6sKFzcwDa1Y35yYECBAgQCBjAdEIECBAgAABAgQIECBAgACB/AUkJECAAAECBAhkK5DS/b9crSiKSClFuS9/GVutVotylL+gbfQXtZX78he37f6L3MpjxqRoF4Mrf7EqTug5Ko6cO7ttam4XW3W2z+eBj5WP1V56wNfESfpCX+gBPaAH9IAe0AN6QA8cfA+U7xeNvnc06lg+L0f5/lL5PlO1Wo2i+/AYfQxuv3d0ak+AAIHxErBOmwn801+8I5582iParGrlEiBAgAABAgQIECBAgMAEC1ieAAECBAgQIECAAIEOFCg6MLPIBDpcQHwCBAgQIECAAAECBAgQIEAgfwEJCRAgQIAAAQIECBAgQIAAgfwFJCRAgAABAgQIdJ5AdeGiZuiBVauacxMCBAgQIJCvgGQECBAgQIAAAQIECBAgQIBA/gISEiBAgAABAgTyFhgaGoqUUnMURRHlqFQqUf5itnq9HuUof1lb+cvbyn35S9vKvdEd7WYwsGMo1t92Zyw5saftam83a/W23+eHj1mnf8zk9zmgB/SAHtADekAP6AE9oAfGogdG3zcq9+Uo31cq32OqVqtRvt9UdE9rvtk2uH1j4z2p5gETAgQIHHIBCxAgQIAAAQIECBAgQIAAAQL5C0hIgAABAgQIECBAgEAnChSdGFpmAh0tIDwBAgQIECBAgAABAgQIECCQv4CEBAgQIECAAAECBAgQIECAQP4CEhIgQIAAAQIEOlCgmDIlitmzG8n7b7yhsbchQIAAAQJZCwhHgAABAgQIECBAgAABAgQI5C8gIQECBAgQIEAgc4GUUjNhSqnxS9fKX8Y2Ospfzlb+kradR/nL28pR/gK3cm90RbsY/PLGm6NSFPHwJce1Tc3tYqvO9vk88LHysdprD3Rx4aIH9IAe0AN6QA/oAT2gBx5KD+z8PlH5PlL5vBzlvHx/qRyN95u6pzXfixrcdk9zbkKAAIFxEbBIWwn0DwzEhtvvaquaFUuAAAECBAgQIECAAAECLSCgBAIECBAgQIAAAQIEOlKg6MjUQhPoYAHRCRAgQIAAAQIECBAgQIAAgfwFJCRAgAABAgQIECBAgAABAgTyF5CQAAECBAgQINCpArWehY3oQ319seO22xpzGwIECBAgkKuAXAQIECBAgAABAgQIECBAgED+AhISIECAAAECBDpJIKUUKaVG5KIoohyNX8xWqUT5S9rKMfpL28rj5XOj2rRpB4tLLrsmli7uiblHzGyrutvBVo3t9bng4+XjtXsPeK4n9IAe0AN6QA/oAT2gB/TAQ++B0feLyvePyvnoKN9jGh3dx5waU09+YUx//JujeticxvtQNgQIEBgvAeu0l8Bdd2+K9378s3HNdavbq3DVEiBAgAABAgQIECBAgMCEClicAAECBAgQIECAAIHOFCg6M7bUBDpWQHACBAgQIECAAAECBAgQIEAgfwEJCRAgQIAAAQIECBAgQIAAgfwFJCRAgAABAgQIdKxAdUFPM/vA6lXNuQkBAgQIEMhQQCQCBAgQIECAAAECBAgQIEAgfwEJCRAgQIAAAQIdJ5BSivIXsqW06748tvMof4Hbzs/Ni4ZbKzts3rIt1t68IZb1Lmz5WlvZUW2t3+s+Rj5GB9EDvi4W+kbf6AE9oAf0gB7QA3pADzz0Htj5/aKd56O2KaWY8fg3xZEv+3zMec5fR23GgvAgQIDAOApYqs0E+vsHGhV31WqNvQ0BAgQIECBAgAABAgQIENgPAacQIECAAAECBAgQINChAkWH5habQIcKiE2AAAECBAgQIECAAAECBAjkLyAhAQIECBAgQIAAAQIECBAgkL+AhAQIECBAgACBzhXoOu3xcdjLfydmvP+DUTvu+M6FkJwAAQIEOkBARAIECBAgQIAAAQIECBAgQCB/AQkJECBAgAABAp0rkFKKlHYdo7+szf6h/0K8iTC86tqVjV9wffJJxzX2E1GDNduzd3zcfNzy7wEfYx9jPaAH9IAe0AN6QA/oAT1wKHogpV3fW+rcd9okJ0CgNQRU0W4ClWoRJy6aH1MPm9xupauXAAECBAgQIECAAAECBCZMwMIECBAgQIAAAQIECHSqQNGpweUm0JECQhMgQIAAAQIECBAgQIAAAQL5C0hIgAABAgQIECBAgAABAgQI5C8gIQECBAgQIECggwUmP+vMmP4n/zumvOSlUcye3cESohMgQIBA9gICEiBAgAABAgQIECBAgAABAvkLSEiAAAECBAgQIBAp3f+L2nC0t8CFy6+Kh/UujFkzDm/vIKonQIDAWAu4HwECBAgQIECAAAECh0QgpV3fV0opHZJ13JQAAQL7JeCkthOYd8TMeOebXhJzj5jRdrUrmAABAgQIECBAgAABAgQmSMCyBAgQIECAAAECBAh0rEDRsckFJ9CBAiITIECAAAECBAgQIECAAAEC+QtISIAAAQIECBAgQIAAAQIECOQvICEBAgQIECBAgAABAgQIECCQv4CEBAgQIECool0LAAAQAElEQVSAAAECBAgQIECAQP4CEhIgQIAAAQIECBDIRWDjvZtjzbrbYlnvwlwiyUGAAIExE3AjAgQIECBAgAABAgQIECBAIH8BCQkQIECAAAECBAgQIECAAIH8BSQkQIAAAQIECBAgQKBzBYrOjS45gY4TEJgAAQIECBAgQIAAAQIECBDIX0BCAgQIECBAgAABAgQIECBAIH8BCQkQIECAAAECBAgQIECAAIH8BSQkQIAAAQIECBAgQIAAAQIE8heQkAABAgQIECBAgEA2Aldec2MURREP612YTSZBCBAgMEYCbkOAAAECBAgQIECAAAECBAjkLyBhGwrcsuGOOO/8S6Kvv78Nq1cyAQIECBAgQIAAAQIECEyAgCUJECBAgAABAgQIEOhggaKDs4tOoMMExCVAgAABAgQIECBAgAABAgTyF5CQAAECBAgQIECAAAECBAgQyF9AQgIECBAgQIAAAQIECBAgQCB/AQkJECBAgAABAgQIECBAgACB/AUkJECAAAECBAgQIJCPwIXLr4qTT1oUs2ZMyyeUJAQIEBgTATchQIAAAQIECBAgQGA8BfrvuDHW/O2jYuVHjo1bz/298VzaWgQIdLSA8O0osHbdhvj6BZfE4OBQO5avZgIECBAgQIAAAQIECBAYdwELEiBAgAABAgQIECDQyQJFJ4eXnUBHCQhLgAABAgQIECBAgAABAgQI5C8gIQECBAgQIECAAAECBAgQIJC/gIQECBAgQIAAAQJNgR3r18fgxo3N5yYECBAgQCAbAUEIECBAgAABAgQIECBAgACB/AUkJECAAAECBAgQIJCJwMZNW2LNuttiWe/CTBKJQYAAgTEUcCsCBAgQIECAAAECBMZZIMX2W34eA/feFoNb7hzntS1HgEDHCgjelgJ9/f2Nuuu1WmNvQ4AAAQIECBAgQIAAAQIEHlDAiwQIECBAgAABAgQIdLRA0dHphSfQQQKiEiBAgAABAgQIECBAgAABAvkLSEiAAAECBAgQIECAAAECBAjkLyAhAQIECBAgQIBAxOb/OjfWP+aUuOWM02Pbhf+DhAABAgQIZCcgEAECBAgQIECAAAECBAgQIJC/gIQECBAgQIAAAQIEchG4csUNUakUsWzxwlwiyUGAAIExE3AjAgQIECBAgAABAgTGV6DontpccHDbPc25CQECBA6lgHu3p8DDTloU73zTS6IoUnsGUDUBAgQIECBAgAABAgQIjKuAxQgQIECAAAECBAgQ6GyBorPjS0+gYwQEJUCAAAECBAgQIECAAAECBPIXkJAAAQIECBAgQIAAAQIECBDIX0BCAgQIECBAgACBYYFU74rBzZuHZxEDq1c19jYECBAgQCAjAVEIECBAgAABAgQIECBAgACB/AUkJECAAAECBAgQIJCNwIXLr4plvYti1ozDs8kkCAECBMZIwG0IECBAgAABAgQIEBhngcrkWc0Vd2zb2JybECBA4BAKuHWbCkw//LA4cdH8Nq1e2QQIECBAgAABAgQIECAwzgKWI0CAAAECBAgQIECgwwWKDs8vPoEOERCTAAECBAgQIECAAAECBAgQyF9AQgIECBAgQIAAAQIECBAgQCB/AQkJECBAgAABAgRKgeqiReWuMQZWr2rsbQgQIECAQD4CkhAgQIAAAQIECBAgQIAAAQL5C0hIgAABAgQIECBAIA+Be+7dHGvW3RYPW7wwj0BSECBAYEwF3IwAAQIECBAgQIAAgXEXSEWkandj2cHtGxt7GwIECBxaAXcnQIAAAQIECBAgQIAAAQIE8heQkAABAgQIECBAgACBThcoOh1AfgIdISAkAQIECBAgQIAAAQIECBAgkL+AhAQIECBAgAABAgQIECBAgED+AhISIECAAAECBAg0BGrHn9DYl5uB1avLnUGAAAECBPIRkIQAAQIECBAgQIAAAQIECBDIX0BCAgQIECBAgAABApkIXHXNjVGpFLGsd2EmicQgQIDAGAq4FQECBAgQIECAAAECEyJQOeyIqE6fH/XZJ07I+hYlQKDDBMRtW4ELf3x1fPrz32jb+hVOgAABAgQIECBAgAABAuMoYCkCBAgQIECAAAECBDpeoOh4AQAEOkBARAIECBAgQIAAAQIECBAgQCB/AQkJECBAgAABAgQIECBAgACB/AUkJECAAAECBAgQGBFI9XpU5s5tPOm/8YbG3oYAAQIECOQiIAcBAgQIECBAgAABAgQIECCQv4CEBAgQIECAAAECBHIRuHD5VbFs8cKYNePwXCLJQYAAgTETcCMCBAgQIECAAAECBCZGYNF7bohyHP2ar01MAVYlQKCjBIRtX4H1t90eN63f0L4BVE6AAAECBAgQIECAAAEC4yZgIQIECBAgQIAAAQIECBQICBDIXkBAAgQIECBAgAABAgQIECBAIH8BCQkQIECAAAECBAgQIECAAIH8BSQkQIAAAQIECBDYSaC6cFHj2VBfX+y47bbG3IYAAQIECGQgIAIBAgQIECBAgAABAgQIECCQv4CEBAgQIECAAAECBLIQuOfezbFm3W3xsN6FWeQRggABAmMs4HYECBAgQIAAAQIECBAgQIBA/gIStrFAX39/1Gu1Nk6gdAIECBAgQIAAAQIECBAYJwHLECBAgAABAgQIECBAIAoGBAjkLiAfAQIECBAgQIAAAQIECBAgkL+AhAQIECBAgAABAgQIECBAgED+AhISIECAAAECBAjsLFBbuKj5dGD1qubchAABAgQItLeA6gkQIECAAAECBAgQIECAAIH8BSQkQIAAAQIECBAgkIfAVdfcGNVKJZb13v89HHkkk4IAAQJjIeAeBAgQIECAAAECBAgQIECAQP4CErazwCtf+Ix43x/+TjtHUDsBAgQIECBAgAABAgQIjIuARQgQIECAAAECBAgQIBBRQCBAIHMB8QgQIECAAAECBAgQIECAAIH8BSQkQIAAAQIECBAgQIAAAQIE8heQkAABAgQIECBAYBeB6qL7f3j8wOpVu7zmCQECBAgQaFsBhbe9wNDQ0D4zlK8ZQ8GAgR7QA3pAD+gBPaAH9IAe0AMd3wPD/3Zk4PNAD+gBPaAH9IAe0AN6IIceuHD5VbGsd2HMnD7V+//+73w9oAf0wO494Lme0AN6QA/oAT2gB/SAHtADekAP6AE9kH8P+BiP6cd4X9+IX76fvvNruz/f+TVzAgQIECBAgAABAgQIECAw5gJuSIAAAQIECBAgQIAAgWGBYnj4Q4BAxgKiESBAgAABAgQIECBAgAABAvkLSEiAAAECBAgQIECAAAECBAjkLyAhAQIECBAgQIDArgLdj/+NmP7H742Zf/FX0fUbT9j1Rc8IECBAgECbCii7/QRGf3hguS9HmaDc7z4GBwfH9Icb7n5/z/2iKD2gB/SAHtADekAP6AE9oAf0QPv0gI+Vj5Ue0AN6QA/oAT2gB/RADj1wz8ZNsWbdbbF0cY//BuKXfOkBPaAH9tIDOXytl8H/zaIH9IAe0AN6QA/oAT2gB/SAHtADeuCBe4DP+PuU368/Okr/0fnB7Nfd8utYf9vtB3OpawgQIECAAAECBAgQIECggwREJUCAAAECBAgQIECAQClQlBuDAIFsBQQjQIAAAQIECBAgQIAAAQIE8heQkAABAgQIECBAgAABAgQIEMhfQEICBAgQIECAAIHdBKo9C+OwV7wyJp95VlSPmb/bq54SIECAAIG2FFB0GwmUPyywHGXJ5b4cg4ODsa9Rvm6M/w94ZM5cD+gBPaAH9IAe0AN6QA/ogRbsgVCTvtQDekAP6AE9oAf0gB7IoQeuvObGqFYqsfTEBf5v3CE9nUNPy6CPx7gHfG30tVEP6AE9oAf0gB7QA3pAD0xgD2y5/nux4atvjVv+/cWxbe1yH4sJ/Fj4t5Z/b2feA76+jPHXlwf6XvzytdF+Gv0e/p335fxAxxe/+v34xgU/PtDLnE+AAAECBAgQIECAAAECnSUgLQECBAgQIECAAAECBBoCRWNrQ4BApgJiESBAgAABAgQIECBAgAABAvkLSEiAAAECBAgQIECAAAECBAjkLyAhAQIECBAgQIAAAQIECBAgkL+AhO0gsPsPDSyflz9McHTs2LEjdh8DAwNhMNADekAP6AE9oAf0gB7QA3pAD+iBkR7gwEEP6AE9oAf0gB7QA3ogjx646CdXx5ITF8Thh03230H8tyA9oAf0wB49kMfXen9n+zjqAT2gB/SAHtADekAPtGsPbFnz49j4k8/E5mu/HttuX+nfLP7Nogf0wCHqAX9PHKq/J3b/fvzR79Uv9+X374+O0f//g/L56PxA9n39/VGrVQ/kEucSIECAAAECBAgQIECAQMcJCEyAAAECBAgQIECAAIERgWJkZ0uAQJYCQhEgQIAAAQIECBAgQIAAAQL5C0hIgAABAgQIECBAgAABAgQI5C8gIQECBAgQIECAAAECBAgQIJC/gIQtL1D+YMCUUqSUopyXBa8//39izX+e1xhr/9/Xoxyjz1d/6WtRjvJ5edwY8eHAQQ/oAT2gB/SAHtADekAP6IGO7oH7/u3IwOeBHtADekAP6AE9oAf0QDv3wC++8NVYe/OGmHfvPY3/NtLOWdTuc1EP6IFD0gP+/e/vBz2gB/SAHtADekAP6AE9MKE9cM8vbiq/xbMx7rj04gmtxb85/LtTD2TcA77WH5Kvr+X33pffg1+Ocj461v7Xt2LHjh2NMTg42Ph+/tHv6U8pNb7mH+jm1JNPjAXHzD3Qy5xPgAABAgQIECBAgAABAp0kICsBAgQIECBAgAABAgTuEyju29sRIJChgEgECBAgQIAAAQIECBAgQIBA/gISEiBAgAABAgQIECBAgAABAvkLSEiAAAECBAgQIECAAAECBAjkLyBh6wuklHb5QYGjPzjwpq9+J9Z97buNcfN558f6r1/QGLd8479jdIwesx+x4cBBD+gBPaAH9IAe0AN6QA/ogU7tAbn1vh7QA3pAD+gBPaAH9EAOPfCzH10WxdBQTFn+s8Z/E8khkww+N/WAHhjLHnAv/aQH9IAe0AN6QA/oAT2gBya2B+66+sbmN6VuXHGV9y/u+75WfTmxfck/P38f00PzMR39/vtyP2pcfo/+jh07YnQMDb8/3fxCPzwpn5djeHpAf5755MfEU37jkQd0jZMJECBAgAABAgQIECBAoLMEpCVAgAABAgQIECBAgMCoQDE6sSdAIDsBgQgQIECAAAECBAgQIECAAIH8BSQkQIAAAQIECBAgQIAAAQIE8heQkAABAgQIECBA4EEEBm+/PcrxIKd5mQABAgQItLKA2lpcoPyBgOUoyyz3o2NwcLA8FLMesSyOOv0JBgM9oAf0gB7QA3pAD+gBPaAH9IAeeKAe8Jr+0AN6QA/oAT2gB/SAHsiiB9YceVQcd9ikOOGJj8sij//G479x6QE9MMY94Gujv+/1gB7QA3pAD+gBPaAH9MAE98CMpQ9vfG9nuZm6t4zgRwAAEABJREFUcK6PxwR/PPyby7+7M+0BX1vG6WvLvCc8rvxyHjt27Ij+/v4YGBhozMvv4x/9nv7yhJRSuTMIECBAgAABAgQIECBAgMBYCrgXAQIECBAgQIAAAQIEmgJFc2ZCgEBmAuIQIECAAAECBAgQIECAAAEC+QtISIAAAQIECBAgQIAAAQIECOQvICEBAgQIECBAgMC+BLZfekmsP+3Rsf5JvxGbvvTFfZ3mOAECBAgQaAMBJbabQPnDAkd/aOBo7Se85qVhMNADekAP6AE9oAf0gB7QA3pAD+iBffcAGzZ6QA/oAT2gB/SAHtAD7d8Dc170nLh1+0A87mlP8N9F/LchPaAH9MBee6D9v9b7+9rHUA/oAT2gB/SAHtADeqDde+DoM589+q2dMX3xfP928W8XPaAHDkEP+LtivP6uGP2CXn7vfl9fXwwMDMSOHTuifF5+T3/5ekqp3MXo88aT/dh85wc/iRtW3bwfZzqFAAECBAgQIECAAAECBDpTQGoCBAgQIECAAAECBAjcL1DcPzUjQCArAWEIECBAgAABAgQIECBAgACB/AUkJECAAAECBAgQIECAAAECBPIXkJAAAQIECBAgQGCfAmnq1BjcuLHx+sDKGxt7GwIECBAg0JYCim4LgZRGfjBgWWz5wwHLHxpYjvK5QYAAAQIECBAgQIAAAQIEHlTACQQIECBAgAABAgQyELjqF6uiWq3EshMXZJBGBAIECBwCAbckQIAAAQIECBAgQGDCBbqPfHgseOOlsegdN8ScM//PhNejAAIEMhQQadwF+vv7Y2BgIHbs2NEY5ffxl9/TX47ReUr3f7///hR43vmXxKqbbt2fU51DgAABAgQIECBAgAABAp0oIDMBAgQIECBAgAABAgR2Eih2mpsSIJCRgCgECBAgQIAAAQIECBAgQIBA/gISEiBAgAABAgQIECBAgAABAvkLSEiAAAECBAgQILBvgeqi45ov9q9c2ZybECBAgACBdhNQb+sLpJSi/OGAZaXlfudRHjMIECBAgAABAgQIECBAgMCDCXidAAECBAgQIECAQA4CF/7s6njYiT0xc9rUHOLIQIAAgTEXcEMCBAgQIECAAAECBCZeoOieFl1HnhzVqUdOfDEqIEAgSwGhxl9gx44d0dfXF+V+cHCw8b395ff0l5WklCKlVE4PaPQPDES9Xj2ga5xMgAABAgQIECBAgAABAp0jICkBAgQIECBAgAABAgR2Fih2fmJOgEA2AoIQIECAAAECBAgQIECAAAEC+QtISIAAAQIECBAgQIAAAQIECOQvICEBAgQIECBAgMADCBSTJ0dlzpzGGQOrVzX2NgQIECBAoA0FlNxGAqM/JLDcj/7gwDYqX6kECBAgQIAAAQIECBAgMHECViZAgAABAgQIECDQ9gJ337sp1ty8IZad0NP2WQQgQIDAIRJwWwIECBAgQIAAAQIECBAgQCB/AQknQKD8/v0dO3bEwMBAjH4ff3msLGV0X84PZLzjjS+JRyw9/kAucS4BAgQIECBAgAABAgQIdI6ApAQIECBAgAABAgQIENhFoNjlmScECGQiIAYBAgQIECBAgAABAgQIECCQv4CEBAgQIECAAAECBAgQIECAQP4CEhIgQIAAAQIECDyYQLVnYeOUob6+2LH+5sbchgABAgQItJeAattJIKUUoz8gsNyXo53qVysBAgQIECBAgAABAgQITJSAdQkQIECAAAECBy6w7cb/G9tueF8Mbbn8wC92BYFDIHD1L1dHrVaNZSf2HIK7uyUBAgRyEJCBAAECBAgQIECAAAECBAgQyF9AwokQGBwcjB07djS+l7/8Hv5y7FzH7s93fm1f88XHzY9pU6fs62XHCRAgQIAAAQIECBAgQKCjBYQnQIAAAQIECBAgQIDArgLFrk89I0AgCwEhCBAgQIAAAQIECBAgQIAAgfwFJCRAgAABAgQIECBAgAABAgTyF5CQAAECBAgQIEDgQQWqCxc1z+lfubI5NyFAgAABAm0joNC2Etj9BwPu/rytwiiWAAECBAgQIECAAAECBMZPwEoECBAgQIAAgfsEtt18Ydz1k/fHHT96Y9z5kzfH3Ve9JTZf967YuvZj0X/HeRGDWxtn3nnR++OuddfF3bfPjbt//jeNYzYEJlrgwp9dHctO6ImZ06ZOdCnWJ0CAQGsKqIoAAQIECBAgQIAAAQIECBDIX0DCCRMov3d/51EWUj5PKZVTgwABAgQIECBAgAABAgQIjJ2AOxEgQIAAAQIECBAgQGA3gWK3554SIJCBgAgECBAgQIAAAQIECBAgQIBA/gISEiBAgAABAgQIECBAgAABAvkLSEiAAAECBAgQIPDgArVFi5onDaxa2ZybECBAgACBdhFQZ3sKlD8osKx8dF/ODQIECBAgQIAAAQIECBAgsC8BxwkQIECAAAEC29dcGBu+8+K4+7JzYvutP4n1N66JVStujuuu/HVct/xXcevPL4kta/89tqx5b/Tf/m+xZdVFMXXapJj3qFfFPRva+8eE/dVb3xWvPvVJceeGDQfcCOf+3ad3ufbu2++I3z/jt+IDL3tdbN285YDv54KDF7j73k2x5uYN8bATe/b7JuV/R/nMBz8WL1v62Fh1zS8f9LqyR8peKXvmQU92AgECBFpQQEkECBAgQIAAAQIECLSOwLabfxpbVl8UW9de0jpFqYQAgSwEhJgYgfL95nLl0f3u8/L5gYwNt98Vr3/nX8Yvrl97IJc5lwABAgQIECBAgAABAgQ6REBMAgQIECBAgAABAgQI7C7Q3v+fPbun8ZwAgVLAIECAAAECBAgQIECAAAECBPIXkJAAAQIECBAgQIAAAQIECBDIX0BCAgQIECBAgACB/RCoLlzUPKt/5crm3IQAAQIECLSJgDLbVCCl1Kg8pZF944kNAQIECBAgQIAAAQIECBDYu4CjBAgQIECAQIcLbLvu63HnlR+Lwe0b49Y7u2LNltPi7iPeGtvnvzsGj3lbbJ37rrh56wvi8stmxk1Xr43td/wgDlt2RNS6ro07fvxXMX3ypgMS/Ku3vivOmndCvO+lr42+bdse8NryF+V84o//tHF+ed0DntwCLw7098fgjh0tUMmuJVz2gwvjhcc/In552RW7vrDTs+Xnf7/h/OLFp8aaX16/0yt7n5b3fPaRJ8arT31S3Llhw95PGsejV/9yddSq1Vh24oL9XnVwx2D0b+/b7/OdSIAAgTYXUD4BAgQIECBAgAABAi0kcOtX3hjr/uWZcdM/P6OFqlIKAQIZCIgwQQLlf88ox87Lp3Tw38u/vW+gcat6vdrY2xAgQIAAAQIECBAgQIAAgZ0ETAkQIECAAAECBAgQILCHQLHHEQcIEGhzAeUTIECAAAECBAgQIECAAAEC+QtISIAAAQIECBAgQIAAAQIECOQvICEBAgQIECBAgMD+CNRPWhIzPvThmPPF/4zp7/mT/bnEOQQIECBAoIUElEKAAAECBAgQIECAAAECBAjkLyAhAQIECBAg0MkC/Xf+Ku669hMRQ4Ox7t5FsfHIP4o0/+yYMuuYOGzGjOg+fFrMPvromH3CE2JG75ti/bbnxIpL7o5KVyW29s+LwYEU057wmQMmTCnFikt/Giuv+cUDXrv2uhviwq998wHPaaUXZx85L/7++9+IP/3CZ2LSlMktUdqOgR3x31/6Spz06FNi0dKTHrSmLRvvjR9949sPeF7ftm3xjX/+99j9lxk94EWH+MULf3Z1LDuxJ2YcPnW/V6pUK/Gmj30gvnDN8li4tHe/r3MiAQIE2lNA1QQIECBAgAABAgQItJJA0TVtpJzh9+UG+zaPzG0JECDwkAXcYKIEUkqRUhqz5fv7Bxr3qteqjb0NAQIECBAgQIAAAQIECBC4X8CMAAECBAgQIECAAAECewoUex5yhACBthZQPAECBAgQIECAAAECBAgQIJC/gIQECBAgQIAAAQIECBAgQIBA/gISEiBAgAABAgQI7JdAMXNmTHnBi6J+8sMjdXXt1zVOIkCAAAECLSOgEAIECBAgQIAAAQIECBAgQCB/AQkJECBAgACBjha456L3RaTBuOXe+bF53sui0lWPoaGh4RGxY8eO2LTp3igfXd2TYua8eTH3uMfGwPSXxi9+si3qk7fErMe9ZPi/hU+PA30UlSJqw2v94Nzzhtcain09fvT1b8fg4GBMnz1rX6c4/iAC625YGVf8z4/ijJc8P+rd3Q9ydsTMuXPjwq9+M+7+9e37PHflNb+In1/6kzjm+EX7PGc8X7hr46ZYc/OGeNiJPeO5rLUIECDQXgKqJUCAAAECBAgQIECgpQQq3Yc36xncvrE5NyFAgMBDEnBxNgKLFhwZ//QX74j5R83JJpMgBAgQIECAAAECBAgQIDBGAm5DgAABAgQIECBAgACBvQgUeznmEAECbSygdAIECBAgQIAAAQIECBAgQCB/AQkJECBAgAABAgQIECBAgACB/AUkJECAAAECBAgQIECAAAECBPIXkJAAAQIECBAgQIAAAQIECBDIX0BCAgQIECBAoHMFNv3kH2JgaGPcu3Vy3HnEy2NomKK4cV103b15eBbRP9Af2/u2Rxr+XzRGxGHTp8eMo5fF1uoj4tbrb4vtv/58HMxj5ty58RtnPj1+8F/n/f/s3Qd8VeXdB/D/vUkghKmAIA4CSlQM7oVbq9a9t1at2mrVWke1alurrXu32rpn3du6Z917g6AoS2TvDSHjzb2+3IKAJoyMk29ezjnPOef/PM//971JfT+lQnz71TcLXWLS2HHx+uNPx6Y7/Szy8gsWWuPhTwu8+dSz0bb98rHOFpv9dHF1xTb77hajvh0Wbzz5XPXdgr+qqqrivw//J1bp0T1WWGWlBQvq4Umfr4ZEQX5elJZ0rYfdbUmAAAECBAgQIECAAAECNRBQQoDADwTShW1yTypnTc6NDQgQIECAAAECBAgQINCIBbROgAABAgQIECBAgAABAgQIJF9AQgIEGqhAuoH2pS0CBAgQIECAAAECBBqlgKYJECBAgAABAgQIECBAgACB5AtISIAAAQIECBAgQIAAAQIECCRfQEICBAgQIECAAAECBAgQIEAg+QISEiBAgAABAgQIECBAgAABAstSYMbw16IqFTEmf8tIZf4vFTFn+szocOXD0eGzwVE+Y2bMmjUrIpWK6TOmxdyv1ssvH61W2S1GDM2LihmjonLWd3Nf1eq61Z67RkTEm089u9B5bzz5XEwcOy623Wf3SOct+EeRVVVVRd93P4gz9jg4du+yRuzWuUfs133d+Mfp51TPG7vAmuNGjsq+22uVtbK1x272s/jwlWqD6nUWKK5+0O+Dj+L0XQ/I1mbWzowzz6pfLfLXzOkz4qx9DourfntmrmbCmDFx1IbbxMPX3hTfDvgmztzrkOyamZ4vP+H0mDpxUq42M5ibK7NfZt/Mcf4vfh39P/w4u868a2fqf+yYVO33+hr4us0AABAASURBVONPx9Z77xbtOnb4sdLcux7r9Ip1ttgs/vvw4zF9ytTc87mDb7/6Jv776H9i+wP2jeU6LHzNjNO8/WfGmWdz18hcMx4Zl4GffxEX//rkrMncbHPfjRg0NG4698KY+5ldevypWa9ZM2bM9/ze+x6P1VfqFMu1aZ1ZOntUVlTEG088Eydss2t27YxjZtznnfez7+ee5u6V+ZzmPlvUZzD628X7Xp+7risBAgQIECBAgAABAgSaroDkBAj8UCDdvE3uUeXsybmxAQECBAgQyAhMrf79hq8GDssMHQQIECBAoBEJaJUAAQIECBAgQIAAAQIECBBIvoCEBAg0VIF0Q21MXwQIECBAgAABAgQINEIBLRMgQIAAAQIECBAgQIAAAQLJF5CQAAECBAgQIECAAAECBAgQSL6AhAQIECBAgAABAgQIECBAgEDyBSQkQIAAAQIECBAgQIAAAQIElqlARUyOqsq8mNVqvUin05FOpaNgvTViTIeWUXDPS9Hulqej+ajxMXL0yJg2fVrM+1XUpk1UtVglyiaPjznT3pr3VY3Hq6yxemyx28/j9cefjkljx803b/qUqfHfhx+PDbfbOjJ1872svqmqqorHbrgt/rD3oTFr5ow4+YoL4uybr40dD9kvXn7wsThzr0NizHfDqyu//5UZn73f4fHGf56NQ077bbZ2h4P2i6tP/kO89fTz3xfNc37rqeeq1zg0mrUojN//84rsUVlVkX32yWuLl7fvex/G3448LnrvsuP3+x+4T7z66H/iX2efHxXlFbnd367u56x9D4+ystnxu6suij/ccHW0ats2zj3kmBg3clSuriaDz996NyaPnxBb7r5LTcqzNc2LWsQuhx8UA/t8EV9+9En22bynN596NgpbFMUmO2w77+PcuDZ2M6ZNi5vPuzh+fsgB8dTIAXHatZfl1imbNStu+vMFMWv69DjjX1fHzw87oPp75anqZxfG9dVmIwYOidOvvTwO/9MfoqKoVQx46aWYNG58bv4HL78Wlxz3u1it19pZw99efkHMmDot/nbUb6qz9cvVLWywND+Dha3vGQECBAgQIECAAAECBJqcgMAECCwg0HrtfWOF3a+JLgfdG83ar7HAew8IECBAoGkLfPHVkLjihgdi9uw5TRtCegIECBBoXAK6JUCAAAECBAgQIECAAAECBJIvICEBAg1WIN1gO9MYAQIECBAgQIAAAQKNTkDDBAgQIECAAAECBAgQIECAQPIFJCRAgAABAgQIECBAgAABAgSSL9BYE1ZOmxYVI0Y01vb1TYAAAQIECBAgQIAAAQIE6lTAZgQIECBAgAABAgQIECBAgMCyFagqr4ryVNvIy8uPvLy8SKfzoqKiIqbsu0VMbJ0f722xckxtXxhTJo+LwuYtYtasmbmGCotaRrM2a8TEkXOiavak3PPaDPLy8+Lnhx0QY74bEZ+8/tZ8Uz974+34dsA3sfsvD4tM3Xwvq28Gfv5F3H3Z32Pnww+Mq599NHY69IDYco+d4/gLz43Ln3ggJo+fGI/885aoqqqKivKKuO+qf2afXfjAnXHwqSdkazPXCx64I5q3KKxe8X+/xo4YGXdceHn87IC942/33x7b7bdX9rigem7PjTeIJ266I8pmz/7fhBqO+n3wUZzxz6tjn+OPzu5/0uUXxJZ77hKfvPZmjBg8JLvK3L3X3WKzuOTRe7K5tt579zjt2svioN+dEFWVldm6mpzKZs2KFx94NNbfZstYefXuNZmSq1l3q81jtV5rxwv3PRzlc8pzzzP9vfrIE7HjIfvGCquslHs+d5B5Xxu76ZOnxBa77xwbbLdVpFKpuctkr5PHT4jV1ukZv73iwqzXiZf+LevxysOPx7gRo+KM66+KjM1Km24WedVzR374YQzp91V2bubUql3buPDBO+P06y7P1u38i4OyjrOmT48PX3ktU7LQY+z/f/4L+wyOOPv0Wn0GC93AQwIECBAgQIAAAQIECDRBAZEJEFhQoGi17aPdxr+KVj33inSLdgsWeEKAAAECTVqgrOz7/26+efOCJu0gPAECBAg0LgHdEiBAgAABAgQIECBAgAABAskXkJAAgYYrkG64remMAAECBAgQIECAAIFGJqBdAgQIECBAgAABAgQIECBAIPkCEhIgQIAAAQIECBAgQIAAAQLJF2h0CcuHDomRP9smRmy6YUy+5spG17+GCRAgQIAAAQIECBAgQIBAPQjYkgABAgQIECBAgAABAgQIEFjGApVllVGeXi7y8/KjbM6cGDFqVAweOjSGzpwa767SIsoqK2L2zJkxdcbU+GbQVzFoyKAYMnRwTJw0MfLy86Og+XJRNrsyKufMXNxOo/vaa0Vp743jyVv/HdOnTM2uUzZrVjx79wOx1sYbRI91S7PPfnh6+5kXIr9ZQex57FGRX5A/3+se6/eK3jvvEB++8lpMHjc+Jo4dGx+98kZst++ekXk3b3FxzzVig223mvdR9H3n/Rg9bHjsdNiB863dsk3r2HD7rWPIlwNi2uTJ882pyc3GP9t2vv0zfa+35ebVxrNi5rQZ2SUG9ekXI4d+F/uecExk9ss+rD6lUqnYdr89on3nztV3Nfs16Iv+0f+Dj2OHg/ap/rzyajbp/6sye2+3/97x7nMvxTef9/n/p1F9/3JMnjAptt5r90ilUrnncwe1tWtWWBhrrL/u3OnzXTPvNt1ph9w+efl5sc4Wm2Zrdjh435zP6x9+Hqt16RDpijkxcsi32feZ09qbbBjrbb15Zpg7Vu7RPZbv1CmGfzM49+yHg68/+bx6nWEL/Qx677JDrT6DH67tngABAgQIECBAgAABAk1UQGwCBAgQIECAAIFaCqzSpWPs9fMtajlLOQECBAgQqFcBmxMgQIAAAQIECBAgQIAAAQLJF5CQAIEGLJBuwL1pjQABAgQIECBAgACBRiWgWQIECBAgQIAAAQIECBAgQCD5AhISIECAAAECBAgQIECAAAECyRdofAnTHVeIilGjso2XDxyYvToRIECAAAECBAgQIECAAAECPybgHQECBAgQIECAAAECBAgQILCsBSpmlUc6VRB5efnRqmWrKF511Vh7rbVivXXWjeV7bxCTJ0yOyeMnxpf9B8R3I0dGzzXXjuKu3WK5dstlW0uVjY78qIpUqih7X/tTRLPCwtjl8INiYJ8v4suPPskuMeiL/tH3nQ9ix4P2zb7PPvzBadyIUdGl26rRvvMKP3gT1f2kYpXVV6vufUJMHDMuJlUf0yZPjjU3Wi/7Lub5SqVSkZeXF/N+jR8xOirKK+LMPQ+O3Tr3mO+46+KrYsqEiTFh5Jio7Ve3tdZYYP/lq/svmzUrJo4dm11u2ICB0a59+1ipe7fs/byndF46Mse8zxY1rqqqiv8+/J9YtWT1WHPD9RdV9qPPN9v5Z7HCSitm18msN33K1Orx47HhdlvHyqt3X+jc2tq1btculu/ccaFrtW2/fHRYqdN874pat87ez71OrO5p6PAx0b16jVQqFdMnT8m+z5wyPQ8fOCTuvvzv8bejfhNHbbB1/HLDbWLs8BGZ14s8RgwaGu06dFjiz2CRG3hBgAABAgQIECBAgACBJicgMAECBAgQIECAQG0Fuq26Yuy+Q+/aTlNPgAABAgTqUcDWBAgQIECAAAECBAgQIECAQPIFJCRAoCELpBtyc3ojQIAAAQIECBAgQKARCWiVAAECBAgQIECAAAECBAgQSL6AhAQIECBAgAABAgQIECBAgEDyBRphwnRRUaQ7dMh2PmfQwOzViQABAgQIECBAgAABAgQIEPgRAa8IECBAgAABAgQIECBAgACBZS5QPqdlpGeMjfz8/MjLyxx5kZfOj2nTpkVe61axzia9Y8jIMTF95uz4ZuA3MWrMqFxPFRUVUTWtT7RuURVVVc1zz2s1+P/idbfaPFbrtXa89MBjUTZrVjxx812xYtdVYp0tl+5fbNO8sPD/d/zpS1F1/hMv+2ucffO1CxxnXn9VdFp15Z9eZDEr0nl5kd+sYDFnfz9tzLDh8c6zL8V2++8dLdu0/v5hLc8du6wY2+63V3adzHofvfJafPN539jpkP0jLz9vkavVxi6dl47MscjFfuJFn6+GRkFBfqy2Yvv5KsvnlMe//vCXOG7LneKNJ56Odh3bx6G//22cfNVF0bb98vPVLuwmnbfkn8HC1vWMAAECBAgQIECAAAECTVJAaAIECBAgQIAAAQIECBAgQCD5AhISIECAAAECBAgQIECAAAECyReQkACBBi2QbtDdaY4AAQIECBAgQIAAgUYjoFECBAgQIECAAAECBAgQIEAg+QISEiBAgAABAgQIECBAgAABAskXaKwJC7p1z7ZeVVYWFSNGZMdOBAgQIECAAAECBAgQIECAwMIFPCVAgAABAgQIECBAgAABAgSWvUCzopUiL50XLWYOiPy8vMjLy4+86mvLopaxZsma0bJlq1hv3XXj6MOPjuXatI1nXng219ScmTNj5qSR1fepaN5px+pr7X/NndGyTevYbv+946P/vh5vP/NC9rrLkYdGuw7t55YscO3QpXOMGPxtjB81ZoF3VVVVMeybgdGxy4rRfsVO0byoRTQrbB7ffP7FArUV5RUxqzrLvC9atm0Ts6ufdV2zJLbcY+cFjs123iFaL9du3ilLbZxXkB+Txo2N0cOGL7Bm2czZUV42Z4HnC3vw/kuvZh9vssO22evinrbcfZdqnxnxxn+ejRcfeDTW3WrzWHvTDRe5XF3bvf7h59GrpDhatWg+X09D+n0ZLz/0eBxx9mlxwxvPx28vvyB2OvSAWHfL3pFf0Gy+2h/eZDIsjc/gh+u6J0CAAAECBAgQIECAQFMVkJsAAQIECBAgQKD2Am+81yeefund2k80gwABAgQI1JOAbQkQIECAAAECBAgQIECAAIHkC0hIgEDDFkg37PZ0R4AAAQIECBAgQIBAIxHQJgECBAgQIECAAAECBAgQIJB8AQkJECBAgAABAgQIECBAgACB5As02oT53brnep8zeFBubECAAAECBAgQIECAAAECBAgsIOABAQIECBAgQIAAAQIECBAgUAcC7TY5OGaMHhptxjwdeamKyMvLyx4tilpmr21atYmWRa2iVatW8atfHhe7/XzXXFczvrg0VuxYPadNceS16JJ7XovBfKVb7bFzLNexQ9zwx79FYYui2GSHbed7/8ObTXbaLmbPnBn/ueWOKJ9TPt/rrz/pE+8891Ksv80W0Xq5dtGhy4pRvGZJvPb4UzF62PD5avu++36898LL8z3rucmGUdiyZbxwz4MLrD1f4TK4WWvj9SOVTi+wd2VFRTx39wMxcezYn9x1+pSp8d+HH4/eu+wQK6yy0k/W/1jBqmusHtvtu2fce+W18dkbb8eOB+0bzQoLFzmlLu0mVuccOnxMlPYoXqCfSePHZ78/Vl6tW6RSqdz7Pm+/F+NHjcrdL2zQY93SyC/jhE3LAAAQAElEQVRotkSfwcLW9YwAAQIECBAgQIAAAQJNVEBsAgQWITB79Bcx4C8ts8eoR45dRJXHBAgQINBUBYaNGBPvf9q/qcaXmwABAgQan4COCRAgQIAAAQIECBAgQIAAgeQLSEiAQAMXSDfw/rRHgAABAgQIECBAgECjENAkAQIECBAgQIAAAQIECBAgkHwBCQkQIECAAAECBAgQIECAAIHkCzTehAXdu+eaLx88KDc2IECAAAECBAgQIECAAAECBH4o4J4AAQIECBAgQIAAAQIECBCoC4HWa24fhZ02jtScqdF69GORl5cfedkjL9J5edGqVato0aIo10qnjp2y4+kDH4707GFRVJQfy21wdvZZ7U/zz2jXsUNsvfduMXXipNhyj5/HCqusNH/BD+7W2GC9+MWZp8Zzdz8Yp+6yb7xw70Px5pPPxQ1//GucsddB0WOd0jjsjN9FKpWKFi2LYp/jj47Rw4bH6bseEP+55a5c7a3nXxKrlfacb/VV11g9Dvzt8fHSA4/Ot3ZmjwuPOSmeuOmO+eqX5k2PddeJnQ7eP7v3nw/+Zfz3kSeyx7mHHhOD+vaPtu2X/8ntvvzok/h2wDex3f57ZvP/5IQfKUilUtl1KirKY+XVusc6W/b+keqIurTr89XQaNasIEpLui7Q0yqrrxbtO3eOf511fu7z/sfp58Sj198aLdu2WaB+3gfd1l4rfnbA3kv0Gcy7njEBAgQIECBAgAABAgSatoD0BAgsSiDdvHXuVcXsybmxAQECBAgQyAiUzZkTzQoKMkMHAQIECBBoBAJaJECAAAECBAgQIECAAAECBJIvICEBAg1dIN3QG9QfAQIECBAgQIAAAQKNQECLBAgQIECAAAECBAgQIECAQPIFJCRAgAABAgQIECBAgAABAgSSL9CIE+Z3657rfs6gQbmxAQECBAgQIECAAAECBAgQIPADAbcECBAgQIAAAQIECBAgQIBAnQmscsAVMWt2YRRMHRBFQ++KdKo88vPyIi+dFwUFBdGta/F8vUz78uZIj306OraPKOz+i8hvvfJ872t8s5DCLXffJVZevVv8/LCDIpVKLaTif49SqVTsd+Kxcd7dN2Uf/v20c+LiX/023nrqhTjirNPjz3deHy3b/O8vUdv05z+Ly564NzqtslLc+Ke/xSXH/S5GDRkWf7jh77Hyav/7/fzMYqlUKvb9zdFx1o1/j7JZs2Lu2rf+9dIoatUyNtlp+0zZMjny8vPiuAvPjeMv+kt8983guOLE38f15/w1Vltn7Ti++nmzwsIf3beivCJeeuCxWGvjDaL72mv9aG1NX2bWWWeLzWKXIw+Ndh2qP/gfmZhK1Z3d6x9+Hr16FMdy83zOc1vrtOrKccb1V0ab5dvlPu9UOh2//+eV1Z9hq7llC70u6Wew0EU9JECAAAECBAgQIECAQFMVkJsAgUUK5DVvk3tXOWtybmxAgAABAgQyAjtvu0n8Yv+dMkMHAQIECBBo+AI6JECAAAECBAgQIECAAAECBJIvICEBAg1eIN3gO9QgAQIECBAgQIAAAQINXkCDBAgQIECAAAECBAgQIECAQPIFJCRAgAABAgQIECBAgAABAgSSL9CYExZ0/99fGFA+eFBjjqJ3AgQIECBAgAABAgQIECCwTAUsToAAAQIECBAgQIAAAQIECNStwKp7XxxTp1ZFxaj3o9nn50b+mJcjNWt8ton8/ILsdfbAe6Lsw5Ni+fI3o1m6PNLL7Rjt1j4o+662p9OuvSzu+Oi1WH6FFeab2nXNHnHjmy9E5jrvi0xdpj4zb97nqVQqNt5hu7j2pf/E06O+zh7//uzN2O/EY6OwqGje0uy458YbxpXPPJSte2rEV3HePTfHSqsVR2bdzPqZfbKF1ad0Xl5stdeu2X7mrv3Alx/GqX+/NFYsXrW64vtf+//21zHv3BYti+KSx+7Jrvl9RWRzZmoytXOfzb1uutP22X4y17nP8gvyY4+jD49MlszeD371Ufzyj2dEsxbNo7KiMvKq38+t/eH1u28GxSevvRk7HrRvNCss/OHrH73P9JDZL3OdtzCzzt/uuy3b07zPM+OlaZdZb+6RscqYzfuZZN5lesv0WLLZJjF0+JgoLSnOPI7V1y2NRwd/Hpl52QfVp169N4l/vfZM1jfzef/28gui6xo9sp9Xpu/qkuyvzJwf7rWoz6BL964LzM8u4kSAAAECBAgQIECAAAECCxXwkACBRQukC9vkXlbOnpwbGxAgQIAAgYxA5xWWj1VXWiEzdBAgQIAAgQYvoEECBAgQIECAAAECBAgQIEAg+QISEiDQ8AXSDb9FHRIgQIAAAQIECBAg0MAFtEeAAAECBAgQIECAAAECBAgkX0BCAgQIECBAgAABAgQIECBAIPkCjTphXpeVot3Zf4wV7ron2l93faPOonkCBAgQIECAAAECBAgQILAMBSxNgAABAgQIECBAgAABAgQI1LFA4Qrdosdh10W642YxdfT4mNXvvsgbcHnkfXR05H96RBT0PSJaTHsuKmdNignjmkfr0l9Hp61PW5IuzV0MgaFfDogJo0dHyXrrLHL2m089G23bLx/rbLHZImuS8KLPV0OiWUF+lJZ0TUIcGQgQIECAAAECBAgQIJBUAbkIEPgxgVQ60s1aZSsqZ03JXp0IECBAgAABAgQIECDQCAW0TIAAAQIECBAgQIAAAQIECCRfQEICBBqBQLoR9KhFAgQIECBAgAABAgQatIDmCBAgQIAAAQIECBAgQIAAgeQLSEiAAAECBAgQIECAAAECBAgkX6DxJ2x1+BHRbMONIt2yZeMPIwEBAgQIECBAgAABAgQIEFgmAhYlQIAAAQIECBAgQIAAAQIE6kMgv1WHKN77L7H2Kc9Hu42Oi1mpVWPa7JVj0oTlYsqUzjEnXRor73hZ9Dz2ieiwzv5L2KLptRWYPmVqPPqvW6P1cu2i56YbLnL6Yb8/OW58s/oz7NhhkTVJePH6h59HaUm3aNf6+78kLwmZZCBAgAABAgQIECBAgEDyBCQiQOCnBFquuVu0WfewaLP+kT9V6j0BAgQINDGBy/51f9x871NNLLW4BAgQINA4BXRNgAABAgQIECBAgAABAgQIJF9AQgIEGoNAujE0qUcCBAgQIECAAAECBBqwgNYIECBAgAABAgQIECBAgACB5AtISIAAAQIECBAgQIAAAQIECCRfQEICBAgQIECAAAECBAgQIEAg+QISEiBAgAABAgQIECBAgAABAvUu0GGDvaL7PufHGkfcGD1/fX/19c7ots9VUbTS+kunN6ssUmDm9BlxxYm/j2vP+FP895En4s0nn4sH/n59nLjd7vHZW+/G4X84Jbqu0WOR85vCiwmTp8bQ4WOiV0lxU4grIwECBAgQIECAAAECBBqvgM4JEPhJgRX3uy0673tTtN/2rJ+sVUCAAAECTUugbM6caFZQ0LRCS0uAAAECjVNA1wQIECBAgAABAgQIECBAgEDyBSQkQKBRCKQbRZeaJECAAAECBAgQIECgwQpojAABAgQIECBAgAABAgQIEEi+gIQECBAgQIAAAQIECBAgQIBA8gUkJECAAAECBAgQIECAAAECBJIvICEBAgQIECBAgAABAgQIECCQfAEJFy3QrHnz6NZzzfjsjXfiihN/Hxf/6rdx7xX/iOK11ogrn3owdj3ikEVPbiJv+g4YGs2bFURpSdcmklhMAgQIECBAgAABAgQINE4BXRMgQIAAAQIECCy+wEqdO8bKK3Zc/AXMJECAAAECdSRgGwIECBAgQIAAAQIECBAgQCD5AhISINA4BNKNo01dEiBAgAABAgQIECDQQAW0RYAAAQIECBAgQIAAAQIECCRfQEICBAgQIECAAAECBAgQIEAg+QISEiBAgAABAgQIECBAgAABAskXkJAAAQIECBAgQIAAAQIECBBIvoCEPyKQl58X+514bNzy7svx9Kivs8cTw/rHeXffFGtssG6kUqkfmd00Xr3+4edRWlIc7Vq3ahqBpSRAgAABAgQIECBAgEDjFNA1AQIECBAgQIDAEgj88qCd42dbbrAEK5hKgAABAgTqRMAmBAgQIECAAAECBAgQIECAQPIFJCRAoJEIpBtJn9okQIAAAQIECBAgQKBBCmiKAAECBAgQIECAAAECBAgQSL6AhAQIECBAgAABAgQIECBAgEDyBZKTsHLatCj/dmjMGTQwOaEkIUCAAAECBAgQIECAAAECS0XAIgQIECBAgAABAgQIECBAgEDyBSQksPgCEyZPjaHDx0Svkm6Lv4iZBAgQIECAAAECBAgQIFAHArYgQIAAAQIECBAgQIAAAQIEki8gIQECBAgQIECAAAECBAgQIJB8AQkJEGgsAunG0qg+CRAgQIAAAQIECBBogAJaIkCAAAECBAgQIECAAAECBJIvICEBAgQIECBAgAABAgQIECCQfIGEJKwqK4sRm24Yo3bZKSb+4YyEpBKDAAECBAgQIECAAAECBAgsJQHLECBAgAABAgQIECBAgAABAskXkJDAEgj0/XpoNG9WEKU9ui7BKqYSIECAAAECBAgQIECAwDIXsAEBAgQIECBAgMASCXwzeHhMmDR1idYwmQABAgQILHMBGxAgQIAAAQIECBAgQIAAAQLJF5CQAIFGI5BuNJ1qlAABAgQIECBAgACBBiegIQIECBAgQIAAAQIECBAgQCD5AhISIECAAAECBAgQIECAAAECyRdISsJUs2aR16VLNs6cb77OXp0IECBAgAABAgQIECBAgACB7wWcCRAgQIAAAQIECBAgQIAAgeQLSEhgSQRe/+DzKC0pjratWy7JMuYSIECAAAECBAgQIECAwDIWsDwBAjUTmPzxnTHs9p2zx6zv3qvZJFUECBAg0CQErrzpwfi4z4AmkVVIAgQIEGi8AjonQIAAAQIECBAgQIAAAQIEki8gIQECjUcg3Xha1SkBAgQIECBAgAABAg1MQDsECBAgQIAAAQIECBAgQIBA8gUkJECAAAECBAgQIECAAAECBJIvkKiEBd26Z/NUlZVFxciR2bETAQIECBAgQIAAAQIECBAgEAgIECBAgAABAgQIECBAgACB5AtISGCxBSZMnhJDh4+J0h7Fi72GiQQIECBAgAABAgQIECBQJwI2IUCghgIVM8bHzCFvZI85E4bUcJYyAgQIEGgKAuXlFdGsoKApRJWRAAECBBqvgM4JECBAgAABAgQIECBAgACB5AtISIBAIxJIN6JetUqAAAECBAgQIECAQIMS0AwBAgQIECBAgAABAgQIECCQfAEJCRAgQIAAAQIECBAgQIAAgeQLJCthfnG3XKDywYNyYwMCBAgQIECAAAECBAgQINC0BaQnQIAAAQIECBAgQIAAAQIEki8gIYHFF+gzYGg0b94sepUUL/4iZhIgQIAAAQIECBAgQIBAHQjYggCBmgqkm7fOlVbMnpIbGxAgQIAAgT123Dy6rboiZ5TDLQAAEABJREFUCAIECBAg0IAFtEaAAAECBAgQIECAAAECBAgkX0BCAgQak0C6MTWrVwIECBAgQIAAAQIEGpCAVggQIECAAAECBAgQIECAAIHkC0hIgAABAgQIECBAgAABAgQIJF8gYQnzi4tzieYMGZwbGxAgQIAAAQIECBAgQIAAgSYtIDwBAgQIECBAgAABAgQIECCQfAEJCSyBwBsf9oleJcXRtnXLJVjFVAIECBAgQIAAAQIECBBY5gI2IECgxgJ5zdvkaitnTcmNDQgQIECAwJ47bR6rdOkIggABAgQINFwBnREgQIAAAQIECBAgQIAAAQLJF5CQAIFGJZBuVN1qlgABAgQIECBAgACBBiOgEQIECBAgQIAAAQIECBAgQCD5AhISIECAAAECBAgQIECAAAECyRdIWsKC4m65SOWDBuXGBgQIECBAgAABAgQIECBAoCkLyE6AAAECBAgQIECAAAECBAgkX0BCAosrMGHylBg6fEyU9ihe3CXMI0CAAAECBAgQIECAAIE6ErANAQI1F0gXts0VV86enBsbECBAgAABAgQIECBAoKEL6I8AAQIECBAgQIAAAQIECBBIvoCEBAg0LoF042pXtwQIECBAgAABAgQINBABbRAgQIAAAQIECBAgQIAAAQLJF5CQAAECBAgQIECAAAECBAgQSL5A4hLmF3fLZZozeFBubECAAAECBAgQIECAAAECBJqwgOgECBAgQIAAAQIECBAgQIBA8gUkJLDYAn0GDI3mzQuiV0nXxV7DRAIECBAgQIAAAQIECBCoEwGbECBQC4F089aRLmwbzdqvFnktV6jFTKUECBAgkGSBCZOmxOXXPxDDRoxNckzZCBAgQKBxC+ieAAECBAgQIECAAAECBAgQSL6AhAQINDKBdCPrV7sECBAgQIAAAQIECDQIAU0QIECAAAECBAgQIECAAAECyReQkAABAgQIECBAgAABAgQIEEi+QPIS5nXpEqlmzbLBygcPyl6dCBAgQIAAAQIECBAgQIBA0xaQngABAgQIECBAgAABAgQIEEi+gIQEFl/gjQ/7RK8e3aJNq5aLv4iZBAgQIECAAAECBAgQIFAHArYgQKA2Ai26bhGrnz0iik/+PJbrfVJtpqolQIAAgQQLTJs+KwYMGhZz5pQnOKVoBAgQINC4BXRPgAABAgQIECBAgAABAgQIJF9AQgIEGptAurE1rF8CBAgQIECAAAECBBqAgBYIECBAgAABAgQIECBAgACB5AtISIAAAQIECBAgQIAAAQIECCRfIKEJlzv3vOh46x3R6bEnE5pQLAIECBAgQIAAAQIECBAgUAsBpQQIECBAgAABAgQIECBAgEDyBSQksJgC4ydNiaHDx0RpSfFirmAaAQIECBAgQIAAAQIECNSZgI0IECBAgAABAgSWWKBszpzsGs2a5WevTgQIECBAoMEJaIgAAQIECBAgQIAAAQIECBBIvoCEBAg0OoF0o+tYwwQIECBAgAABAgQI1LuABggQIECAAAECBAgQIECAAIHkC0hIgAABAgQIECBAgAABAgQIJF8gqQmL9tkvmm/WO9Jt2yY1olwECBAgQIAAAQIECBAgQKDGAgoJECBAgAABAgQIECBAgACB5AtISGBxBfoOGBLNmxVEaUnXxV3CPAIECBAgQIAAAQIECBCoIwHbECBAgAABAgQILLnA6sUrxUVnHRsd27db8sWsQIAAAQIEloGAJQkQIECAAAECBAgQIECAAIHkC0hIgEDjE0g3vpZ1TIAAAQIECBAgQIBAPQvYngABAgQIECBAgAABAgQIEEi+gIQECBAgQIAAAQIECBAgQIBA8gUkJECAAAECBAgQIECAAAECBJIvICEBAgQIECBAgAABAgQIECCQfAEJCSy2wBsf9Y1ea3SLtq1aLvYaJhIgQIAAAQIECBAgQIBAnQjYhAABAgQIECBAYCkJdGzfLpo3K1hKq1mGAAECBAgsVQGLESBAgAABAgQIECBAgAABAskXkJAAgUYokG6EPWuZAAECBAgQIECAAIF6FbA5AQIECBAgQIAAAQIECBAgkHwBCQkQIECAAAECBAgQIECAAIHkC0hIgAABAgQIECBAgAABAgQIJF9AQgIECBAgQIAAAQIECBAgQCD5AhISWDyB8ZOmxNDhY6JXSbfFW8AsAgQIECBAgAABAgQIEKhDAVsRIECAAAECBAgQIECAAAECyReQkAABAgQIECBAgAABAgQIEEi+gIQECDRGgXRjbFrPBAgQIECAAAECBAjUo4CtCRAgQIAAAQIECBAgQIAAgeQLSEiAAAECBAgQIECAAAECBAgkX0BCAgQIECBAgAABAgQIECBAIPkCEhIgQIAAAQIECBAgQIAAAQLJF5CQwGIK9B0wNAqbN4vSkq6LuYJpBAgQIECAAAECBAgQIFBnAjYiQGCxBGYOfSumfHp3THznn4s13yQCBAgQSJ7AOx99Eb8644oomzMneeEkIkCAAIHGLyABAQIECBAgQIAAAQIECBAgkHwBCQkQaJQC6UbZtaYJECBAgAABAgQIEKg3ARsTIECAAAECBAgQIECAAAECyReQkAABAgQIECBAgAABAgQIEEi+QNITVk6ZErPffSdmPPZI0qPKR4AAAQIECBAgQIAAAQIEFingBQECBAgQIECAAAECBAgQIJB8AQkJLK7AGx/1idKS4mjTsmhxlzCPAAECBAgQIECAAAECBOpIwDYECCyewJinTolRjx0XY587M6KqcvEWMYsAAQIEEiVQVlaezdOsoCB7dSJAgAABAg1JQC8ECBAgQIAAAQIECBAgQIBA8gUkJECgcQqkG2fbuiZAgAABAgQIECBAoJ4EbEuAAAECBAgQIECAAAECBAgkX0BCAgQIECBAgAABAgQIECBAIPkCiU84er+9YuwxR8WEv/w58VkFJECAAAECBAgQIECAAAECixDwmAABAgQIECBAgACBBApUVVWFg0FT/B5Y2I9zxmFhz5vYM3EJLJbAuIlTYujwMdGrpHix5ptEgAABAgQIECBAgAABAnUqYDMCBBZTIN28bW5m5awpubEBAQIECDRdgVYtW8Ta/rvxpvsNIDkBAgQatoDuCBAgQIAAAQIECBAgQIAAgeQLSEiAQCMVSDfSvrVNgAABAgQIECBAgEC9CNiUAAECBAgQIECAAAECBAgQSL6AhAQIECBAgAABAgQIECBAgEDyBZKfML+42/chKyqifNi334+dCRAgQIAAAQIECBAgQIBAkxIQlgABAgQIECBAgACBxipQVVWVbT1zXdiRfelEoIkILOxnIPNs3vg/vJ/3XfLHEhJYPIG+Xw+JwubNorRH8eItYBYBAgQIECBAgAABAgQI1KGArQgQWFyBdGGb3NSK2VNyYwMCBAgQaLoCG65TEqf8av+mCyA5AQIECDRgAa0RIECAAAECBAgQIECAAAECyReQkACBxiqQbqyN65sAAQIECBAgQIAAgXoQsCUBAgQIECBAgAABAgQIECCQfAEJCRAgQIAAAQIECBAgQIAAgeQLNIGEBcXdcinLhwzJjQ0IECBAgAABAgQIECBAgECTERCUAAECBAgQIECAAIFGJ1BVVZXrOTOee1RWVsbcI/Ns7tj1fy4skmuR+Z6fe2Q+58w484OyqGvmXZM6hCWwmAJvftQ3SkuKo02rosVcwTQCBAgQIECAAAECBAgQqDMBGxEgsNgC6RbtcnMrZ03OjQ0IECBAgAABAgQIECDQ4AQ0RIAAAQIECBAgQIAAAQIECCRfQEICBBqtQLrRdq5xAgQIECBAgAABAgTqXMCGBAgQIECAAAECBAgQIECAQPIFJCRAgAABAgQIECBAgAABAgSSL9AUEuZ365aLWT5kcG5sQIAAAQIECBAgQIAAAQIEmoqAnAQIECBAgAABAgQINC6BqqqqbMOVlZWRGWeuc4/sfVVlVFRWROX/XzNjR0XWhEPyHeZ+32d+JioqqvNWH5lx5mcj+4Pz/6cf3v//40RfhCOwOALjJ02JocPHRGmP4sWZbg4BAgQIECBAgAABAgQI1LGA7QgQWHyBvOZtcpMrZ0/OjQ0IECBAoOkKfPHVkHjlrU+aLoDkBAgQINBgBTRGgAABAgQIECBAgAABAgQIJF9AQgIEGq9AuvG2rnMCBAgQIECAAAECBOpYwHYECBAgQIAAAQIECBAgQIBA8gUkJECAAAECBAgQIECAAAECBJIv0CQS5nf93x9SP2fw4CaRWUgCBAgQIECAAAECBAgQIDCPgCEBAgQIECBAgAABAo1EoKqqKjLH3HYz42mvvBzT//tKTH/1lZhWfc0er1SPq4+pL78c06qvju89ODQNh9z3ffXPw/RX/xsVZbOjsrIyd8z9+UmlUvP9PM19nuCraAQWS6DPgCHRorBZ9CrpuljzTSJAgAABAgQIECBAgACBOhWwGQECSyCw3BanRvFJH8dqfxgWLbpuuQQrmUqAAAECSRH49Itv4vX3PktKHDkIECBAIDkCkhAgQIAAAQIECBAgQIAAAQLJF5CQAIFGLJBuxL1rnQABAgQIECBAgACBOhWwGQECBAgQIECAAAECBAgQIJB8AQkJECBAgAABAgQIECBAgACB5As0jYQF3brngpYPGZwbGxAgQIAAAQIECBAgQIAAgaYhICUBAgQIECBAgAABAo1FIJVKRSqViqqqqqisrMxep/77rhh72ikx7rRTY/zp3x8Tfn9aTDzjdAeDJvs9kPkZyByZn4k5c8qjorIiKqu+/5mZ+7OT+TlKpVKN5cd/KfRpCQKLJ/DmR32jtEe3aNOq5eItYBYBAgQIECBAgAABAgQI1KGArQgQWBKBguW6RrOOa0Re0fJLsoy5BAgQIJAggbLq32dqll+QoESiECBAgEAyBKQgQIAAAQIECBAgQIAAAQIEki8gIQECjVkg3Zib1zsBAgQIECBAgAABAnUoYCsCBAgQIECAAAECBAgQIEAg+QISEiBAgAABAgQIECBAgAABAskXaCIJ87p0iVSzZtm05UMGZ69OBAgQIECAAAECBAgQIECgyQgISoAAAQIECBAgQIBAoxCoqqqKuUem4cy4sqoyqp9mbh0ECCxCYE75nCgvr4iKisrI/sxU/yxlSlOpVObSdA5JCSyGwPhJU2Po8DFRWtJ1MWabQoAAAQIECBAgQIAAAQJ1LmBDAgQIECBAgACBpSqwbs/usU3vdZfqmhYjQIAAAQJLLGABAgQIECBAgAABAgQIECBAIPkCEhIg0KgF0o26e80TIECAAAECBAgQIFBnAjYiQIAAAQIECBAgQIAAAQIEki8gIQECBAgQIECAAAECBAgQIJB8gaaUML9rcTZuxejRUVVWlh07ESBAgAABAgQIECBAgACBpiAgIwECBAgQIECAAAECjUugqqoq23DmWllZGZlr5kHhOuvESjff4mDge6D6e2C5Y47N/Fhkj/Ly8phTPicy17k/M+EM63AAABAASURBVJmfm3mPbGHCT+IRWByBPgMGR2Fhs+hV8v3/pmJx1jCHAAECBAgQIECAAAECBOpOwE4ECBAgQIAAAQJLV2CDXiWxxcalS3dRqxEgQIAAgSUUMJ0AAQIECBAgQIAAAQIECBBIvoCEBAg0boF0425f9wQIECBAgAABAgQI1JGAbQgQIECAAAECBAgQIECAAIHkC0hIgAABAgQIECBAgAABAgQIJF+gSSVsc8JJ0eGGm2PFl16NVLNmTSq7sAQIECBAgAABAgQIECDQpAWEJ0CAAAECBAgQIECgEQhUVVVFKpXKHpl2M/dVURWVlVWZ29xRuN564WDge2C93M9EZjBr9uyYM2dOVFRWREVFZfVPTlVkf4aqf64y71OpVOaS9EM+Aosl8OZHfaNXj+Jo3bJoseabRIAAAQIECBAgQIAAAQJ1KmAzAgQIECBAgAABAgQIECBAIPkCEhIgQIAAAQIECBAgQIAAAQLJF5CQAIFGLpBu5P1rnwABAgQIECBAgACBOhGwCQECBAgQIECAAAECBAgQIJB8AQkJECBAgAABAgQIECBAgACB5As0rYQtdvp5FG61deStuGLTCi4tAQIECBAgQIAAAQIECDRxAfEJECBAgAABAgQIEGgsAlVVVZE5Mv1mrpWVlTH3yDxzECCwcIHy8vIoryiPioqK7M9M5udn4ZVJfiobgdoLjJs4JYYOHxOlJcW1n2wGAQIECBAgQIAAAQIECNSDgC0JEFgaAhUzJ0bZuK9jzoRBS2M5axAgQIBAIxe47/GX45mX32vkKbRPgAABAskSkIYAAQIECBAgQIAAAQIECBBIvoCEBAg0doF0Yw+gfwIECBAgQIAAAQIE6kDAFgQIECBAgAABAgQIECBAgEDyBSQkQIAAAQIECBAgQIAAAQIEki8gIQECBAgQIECAAAECBAgQIJB8AQkJECBAgAABAgQIEGjUApWVlY26f80TqAuB8oryqKiojMzPS1VVVe46d+/Ms7njxF4FI7AYAn0HDIkWhc2jV0nxYsw2hQABAgQIECBAgAABAgTqXMCGBAgsscDsMf1i4CUrx5Br14txr/x1idezAAECBAg0foFvhoyIcRMnNf4gEhAgQIBAcgQkIUCAAAECBAgQIECAAAECBJIvICEBAo1eIN3oEwhAgAABAgQIECBAgMAyF7ABAQIECBAgQIAAAQIECBAgkHwBCQkQIECAAAECBAgQIECAAIHkC0hIgAABAgQIECBAgAABAgQIJF9AQgIECBAgQIAAgToUSKcimuWFIy/mM6jDjyApW1VVVcX3R2SvScklB4FlJVBeXh6VlZXZn5fqn57qbar/87j63JR+yUpgcQTe/Lhv9CopjtYtixZnujkECBAgQIAAAQIECBAgUMcCtiNAYMkF8grb5BapnDU5NzYgQIAAgaYrUDZnTjQrKGi6AJITIECAQIMT0BABAgQIECBAgAABAgQIECCQfAEJCRBo/ALpxh9BAgIECBAgQIAAAQIElrGA5QkQIECAAAECBAgQIECAAIHkC0hIgAABAgQIECBAgAABAgQIJF9AQgIECBAgQIAAAQIECBAgQCD5AhISIECAAAECBAjUtUAqFeGY3yB8LZFA9bfUEs03mUATEKiqqorKysrIXDNxs9fqn53sNfMg+YeEBGotMG7ilBg6fEyUlnSt9VwTCBAgQIAAAQIECBAgQKBeBGxKgMBSEEg3b5tbpXLWlNzYgAABAgSarsDfzjg6Dt5r+6YLIDkBAgQINDQB/RAgQIAAAQIECBAgQIAAAQLJF5CQAIEECKQTkEEEAgQIECBAgAABAgSWqYDFCRAgQIAAAQIECBAgQIAAgeQLSEiAAAECBAgQIECAAAECBAgkX6BpJqycPj3KPvowpt1/b9MEkJoAAQIECBAgQIAAAQIEmpiAuAQIECBAgAABAgQINEaBVCoVUf2rqqoqMl9zr5mxgwCBBQUyPyPzHqlU9Q9QdVkq9f21epjwX+IRqL1A3wFDokVh8ygt6Vb7yWYQIECAAAECBAgQIECAQD0I2JIAgaUhkG7eOiL1/R/DXzl7SvgiQIAAAQIECBAgQIBAwxLQDQECBAgQIECAAAECBAgQIJB8AQkJEEiCwPf/y4MkJJGBAAECBAgQIECAAIFlI2BVAgQIECBAgAABAgQIECBAIPkCEhIgQIAAAQIECBAgQIAAAQLJF2iiCcef8tsYc8RhMelv50f5d8OaqILYBAgQIECAAAECBAgQINBkBAQlQIAAAQIECBAgQKBRC6RSqaiqqmrUGTRPoC4Efvhjkvm5yRx1sXeD2EMTBBZD4M2P+0ZpSXG0LmqxGLNNIUCAAAECBAgQIECAAIE6F7AhAQJLTSBd2Ca7VsWsKdmrEwECBAg0bYHhI8c1bQDpCRAgQKBhCeiGAAECBAgQIECAAAECBAgQSL6AhAQIJEIgnYgUQhAgQIAAAQIECBAgsMwELEyAAAECBAgQIECAAAECBAgkX0BCAgQIECBAgAABAgQIECBAIPkCTTVhQbfuuejlgwfnxgYECBAgQIAAAQIECBAgQCCJAjIRIECAAAECBAgQIECAAIGmJFBVVdWU4uayGhCorcDYCZNj6PAx0auka22nqidAgAABAgQIECBAgACBehKwLQECS0+g/TZnR/vtzol2mx6/9Ba1EgECBAg0WoG/XnNnvPzmx422f40TIECAQLIEpCFAgAABAgQIECBAgAABAgSSLyAhAQLJEEgnI4YUBAgQIECAAAECBAgsIwHLEiBAgAABAgQIECBAgAABAskXkJAAAQIECBAgQIAAAQIECBBIvkCTTZjfvXsue/nQIbmxAQECBAgQIECAAAECBAgQSKCASAQIECBAgAABAgQIECBAgEDyBSQkUGuBvl8PiaIWzaO0R3Gt55pAgAABAgQIECBAgAABAvUiYFMCBJaiwHK9T4r22/4xlt/y1KW4qqUIECBAoDEKVFRURmVlVTQrKGiM7euZAAECBJInIBEBAgQIECBAgAABAgQIECCQfAEJCRBIiEA6ITnEIECAAAECBAgQIEBgmQhYlAABAgQIECBAgAABAgQIEEi+gIQECBAgQIAAAQIECBAgQIBA8gWabsKCbt1z4ecMGpQbGxAgQIAAAQIECBAgQIAAgeQJSESAAAECBAgQIECAAAECBAgkX0BCArUXeOvjL6K0pFu0bllU+8lmECBAgAABAgQIECBAgEA9CNiSAAECBAgQIEBgWQhUVlZGSfdVosPybZbF8tYkQIAAAQK1FFBOgAABAgQIECBAgAABAgQIJF9AQgIEkiKQTkoQOQgQIECAAAECBAgQWAYCliRAgAABAgQIECBAgAABAgSSLyAhAQIECBAgQIAAAQIECBAgkHyBJpwwv7hbLn350CG5sQEBAgQIECBAgAABAgQIEEicgEAECBAgQIAAAQIECBAgQIBA8gUkJFBLgbETp8TQ4WOiV4+utZypnAABAgQIECBAgAABAgTqTcDGBAgQIECAAAECy0SgoCA/zvjNQbGW/858mfhalAABAgRqKaCcAAECBAgQIECAAAECBAgQSL6AhAQIJEYgnZgkghAgQIAAAQIECBAgsNQFLEiAAAECBAgQIECAAAECBAgkX0BCAgQIECBAgAABAgQIECBAIPkCTTlhXqdOkS4qyhKUDxmcvToRIECAAAECBAgQIECAAIEkCshEgAABAgQIECBAoCYCY8aMiQ022CB23XXXmDZt2k9O+eijj6Jly5Zx6aWX/mStAgIECBBY9gJ2IFBbgb4DBkdRi+ZRWlJc26nqCRAgQIAAAQIECBAgQKCeBGxLgAABAgQIECBAgAABAgQIJF9AQgIECBAgQIAAAQIECBAgQCD5AhISIJAcgXRyokhCgAABAgQIECBAgMBSFrAcAQIECBAgQIAAAQIECBAgkHwBCQkQIECAAAECBAgQIECAAIHkCzT5hPndumcNKkaNiqqysuzYiQABAgQIECBAgAABAgQIJExAHAIECBAgQIAAgXoSOPLIIyOVSv3ose2228a0adPqqcP5ty2r/r2SioqK+R+6I0CAAIHGIqBPArUWeOvjL6K0R3G0KmpR67kmECBAgAABAgQIECBAgEC9CNiUAAECBAgQIEBgGQlMnT4j/vPC2zFh0pRltINlCRAgQIBAjQUUEiBAgAABAgQIECBAgAABAskXkJAAgQQJpBOURRQCBAgQIECAAAECBJaqgMUIECBAgAABAgQIECBAgACB5AtISIAAAQIECBAgQIAAAQIECCRfQML87t1zCHMGDcyNDQgQIECAAAECBAgQIECAQHIEJCFAgAABAgQIEKgvgRNOOCEeeuih3LHVVlvFGmusEf/+979zz84777woLCys0xYnTZoUxxxzTFx77bXz7bvyyivHZ599Fs8880y0atVqvnduCBAgQKChC+iPQO0Exk6YHEOHj4nSkuLaTVRNgAABAgQIECBAgAABAvUoYGsCBJa2wOSP74wh164X31yyUkz78qmlvbz1CBAgQKARCUyYODWefPHtmDx1eiPqWqsECBAgkEwBqQgQIECAAAECBAgQIECAAIHkC0hIgECSBNJJCiMLAQIECBAgQIAAAQJLUcBSBAgQIECAAAECBAgQIECAQPIFJCRAgAABAgQIECBAgAABAgSSLyBhtD35lOj05DPR5e33o9maaxEhQIAAAQIECBAgQIAAAQLJE5CIAAECBAgQIECg3gQ23XTT2H///XNHt27donPnzrH33nvnnm277baRn59fpz3OnDkzXnrppZgxY0ad7mszAgQIEFiGApYmUEuBPgOGRFGL5tGrpLiWM5UTIECAAAECBAgQIECAQL0J2JgAgaUuUDlzYpSN+zoqZ06KytlTlvr6FiRAgACBxiNQNmdOttlm+QXZqxMBAgQIEKg3ARsTIECAAAECBAgQIECAAAECyReQkACBRAmkE5VGGAIECBAgQIAAAQIElpqAhQgQIECAAAECBAgQIECAAIHkC0hIgAABAgQIECBAgAABAgQIJF9Awoi8LitFQffVIt22LQ4CBAgQIECAAAECBAgQIJBIAaEIECBAgAABAgQIECBAgACB5AtISKC2Am9/8kX0KukWrYpa1HaqegIECBAgQIAAAQIECBCoJwHbEiCw9AXShW1yi1bOmpobGxAgQIBA0xNYqXOHOPKAn0fbti2bXniJCRAgQKBBCWiGAAECBAgQIECAAAECBAgQSL6AhAQIJEsgnaw40hAgQIAAAQIECBAgsJQELEOAAAECBAgQIECAAAECBAgkX0BCAgQIECBAgAABAgQIECBAIPkCEhIgQIAAAQIECBAgQIAAAQLJF5CQAAECBAgQIECgEQhUVVXF66+/HltuuWXk5eVFKpWKVq1axa9+9asYNWrUAgmmTJkSf/jDH6JTp07Z2lQqFaWlpfHII49EZq0FJszz4Mgjj4wuXbr9j+6pAAAQAElEQVTEt99+G2eddVZ2fsuWLeOjjz6KadOmxbbbbhuZmnmmREVFRTz44IOx5pprZuszPR533HExfvz4XFl5eXkccsgh0b59++jfv3/u+dzBO++8Ey1a+AuG53q4EiBAYCkLWI5ArQTGTpgcQ4ePidKSrrWap5gAAQIECBAgQIAAAQIE6lXA5gQILAOBdPM2uVUrZ03OjQ0IECBAoOkJFLUojC036RWtivy+dtP79CUmQIBAgxLQDAECBAgQIECAAAECBAgQIJB8AQkJEEiYQDphecQhQIAAAQIECBAgQGCpCFiEAAECBAgQIECAAAECBAgQSL6AhAQIECBAgAABAgQIECBAgEDyBSQkQIAAAQIECBAgQIAAAQIEki8gIQECBAgQIECAQEMXqKqqiquuuiq22WabmD59etx0003x0EMPxdFHHx133nlnbL311jF06NBcjMx48803j6uvvjoOOuigbO0tt9wSBQUFsf/++8fll18emTVzE34wOOGEE7J7tGvXLg499NDs/HvvvTe6dev2g8rvbzNrXXnllXHwwQfHqquuGnfffXfcddddMXjw4DjggANi5syZ2cL8/Pw48sgjY+LEifH6669nn817uu+++6Jjx47zPjImQIAAgaUmYCECtRPoM2BIZP4io14lC//nf+1WU02AAAECBAgQIECAAAECdSNgFwIEloVAurBtbtnKsim5sQEBAgQIECBAgAABAgTqR8CuBAgQIECAAAECBAgQIECAQPIFJCRAIGkC6aQFkocAAQIECBAgQIAAgaUgYAkCBAgQIECAAAECBAgQIEAg+QISEiBAgAABAgQIECBAgAABAskXkJAAAQIECBAgQIAAAQIECBBIvoCEBAgQIECAAAECDV7g448/jnPPPTd+9atfxfvvvx/HHHNM7L///vGPf/wj3nzzzRg7dmxcfvnlUVVVFeXl5fG3v/0thg8fnn2XqcnUZuZk5mbWuPjii+OLL76IRX1tuummsfvuu0ebNm1inXXWye611157xfLLL7/QKZn+zj///Dj22GPj6aefjsMOOyx7PPvss3HEEUdk+5o7sXfv3rHJJpvEY489FjNnzpz7OEaPHh0vvvhiZPbJPTQgQIAAgaUnYCUCtRR4+5MvoldJcbRsUVjLmcoJECBAgAABAgQIECBAoN4EbEyAwDIRKGizcrQo3ip75LVacZnsYVECBAgQaBwCfb8aHJdf/0DjaFaXBAgQIJBcAckIECBAgAABAgQIECBAgACB5AtISIBA4gTSiUskEAECBAgQIECAAAECSyxgAQIECBAgQIAAAQIECBAgQCD5AhISIECAAAECBAgQIECAAAECyReQ8H8CVbNnR1mfz2P6Iw9F5fjx/3thRIAAAQIECBAgQIAAAQIEGrmA9gkQIECAAAECBBq+wKOPPhrNmjWLk08+OQoKCuZreOONN4699947nn322RgzZkx8++238fTTT8dhhx0WmXfzFmfmHnfccVFWVhYvvPDCvK+WaPz8888vtL+8vLw44ogjokWLFrn127ZtG/vss0+89957MXDgwNzzzP3QoUPj0EMPzT0zIECAAIGlJ2AlArURGDN+UgwdPiZKS7rWZppaAgQIECBAgAABAgQIEKhnAdsTILBsBJqtsFas8svnssdyvU9cNptYlQABAgQahcC4CZNjwKBhjaJXTRIgQIBAcgUkI0CAAAECBAgQIECAAAECBJIvICEBAskTSCcvkkQECBAgQIAAAQIECCyhgOkECBAgQIAAAQIECBAgQIBA8gUkJECAAAECBAgQIECAAAECBJIvIOE8ApMvvzTGHHxATDz3T1HWv988bwwJECBAgAABAgQIECBAgECjFtA8AQIECBAgQIBAIxD47rvvYvXVV4+VVlppgW5TqVSsueaaMXbs2Bg1alRMnDgxpkyZEr17945UKrVAfZcuXaJDhw7Rr9/S+/2Or776apH9pdPpBfrYbbfdsn09/fTT2Wt5eXncd999sckmm0SvXr2yz5rqqbKqqqlGl5sAgWUrYHUCtRLoO2BIFLUojNKS4lrNU0yAAAECBAgQIECAAAEC9SpgcwIECBAgQIAAgWUsUFZWHs0KCpbxLpYnQIAAAQI/KuAlAQIECBAgQIAAAQIECBAgkHwBCQkQSKBAOoGZRCJAgAABAgQIECBAYIkETCZAgAABAgQIECBAgAABAgSSLyAhAQIECBAgQIAAAQIECBAgkHwBCecVyO/ePXdbPmRwbmxAgAABAgQIECBAgAABAgQat4DuCRAgQIAAAQIECCwdgcLCwsjPz6/RYmuuuWbsvPPO8dhjj8XkyZPj22+/jVdffTX233//aNWqVXzS75sYOnxMTJ42vUbrJanokpseiBFjJiQpkiwECDQIAU0QqJ3A25/2i14lxdGqRYvaTVRNgAABAgQIECBAgAABAvUoYGsCBAgQIECAAIFlLbDTNhvFPy/63bLexvoECBAgQOBHBLwiQIAAAQIECBAgQIAAAQIEki8gIQECSRRIJzGUTAQIECBAgAABAgQILIGAqQQIECBAgAABAgQIECBAgEDyBSQkQIAAAQIECBAgQIAAAQIEki8g4XwCBd265+7LBw/OjQ0IECBAgAABAgQIECBAgECjFtA8AQIECBAgQIBAoxBYeeWV45tvvonhw4cv0G9VVVV8+eWXscoqq8RKK60Uyy23XLRp0ybeeeedyLz74YQRI0bEuHHjYuONN/7hq8W+b9u2bba/sWPHLrDGzJkzo6ysbL7n+fn5ceSRR0a/fv2yxzPPPBN5eXmx2267Vfcc8a97n4oLrr83fn/JzfHbv/0rzrv233Ht3f+Je5/8b7zw5kfxYd8BMXDYyJgweUp1fdV8azf2mwkTp8ZFN96fzdjYs+ifAIEGJKAVArUQGDN+cgwdPiZKS7rWYpZSAgQIECBAgAABAgQIEKh3AQ0QIECAAAECBAgQIECAAAECyReQkAABAgQIECBAgAABAgQIEEi+gIQECCRSIJ3IVEIRIECAAAECBAgQILDYAiYSIECAAAECBAgQIECAAAECyReQkAABAgQIECBAgAABAgQIEEi+gITzC+R36557MGfI4NzYgAABAgQIECBAgAABAgQINGYBvRMgQIAAAQIECDQOgd133z1mzJgR//jHP2LOnDnzNf3BBx/E448/HjvuuGO0b98+Vl111dh2223jnnvuicy7eYszc2+88cYoKiqKLbfcct5Xixx//fXXi3w398UOO+wQo0aNigceeCCqqqrmPo6ZM2fGNddcE+Xl5blncwfrr79+rLTSStk+H3744dh7772juLg4UqmIPx5/SBx30K6x/8+3it7rrRXLt2sT4ydOjrc/6RcPPfdG3Hj/M3HJjQ/EHy6/LU786z/j3H/cFX+/8/H49xMvx7OvfxjvffplDBgyPMaMnxRzFrL33B4a4nXytOkxe3ZZNuOTr7zbEFusk55G9OsXF260Ybx526012i9Tl6nPzPupCZnv0b7PPRuXb71VnFe6drxz550/NaXG78uqf07v+OVR8dg5Z9d4zpIU1vV+S9KrufUrYHcCtRHo+/XgaFlUGKU9imszTS0BAgQIECBAgAABAgQI1LOA7QkQIECAAAECBJa9wJhxk2LIsFHLfiM7ECBAgACBRQh4TIAAAQIECBAgQIAAAQIECCRfQEICBJIpkE5mLKkIECBAgAABAgQIEFhMAdMIECBAgAABAgQIECBAgACB5AtISIAAAQIECBAgQIAAAQIECCRfQMIfCOR17hypZs2yT8uHDslenQgQIECAAAECBAgQIECAQCMX0D4BAgQIECBAgEAjEdhss83ib3/7W9x8882xySabxK233hoPP/xwnHzyybHlllvGhhtuGOeff36kUqnIz8+PSy65JDp27Jh9l6nJ1GbmzJ17ww03xNprr/2j6Vu3bh3dunWLRx55JP75z3/GtddeG3369FnonO233z523HHHOOecc+LQQw+N+++/P9vjVlttFeXl5dGiRYsF5nXq1CkOOuiguP322+Ozzz6Lww47LNt/prB45U6xUa+S+PlWG8ahe2wXJ/9irzjvt7+I6849Mf75l5Oy4xMO3T0O3GWb2Hqj0ujUfrmYPG16fNh3QDz6wptxy8PPxeW3PBR/vPqO+O3f/hV/qr5edfujcdfjL8VT/30v3vq4X/Qb+G2MGDMhZs0qy2zZII//vPJu3PjAMzG7bE6D7O/Hmpr43XdxxbbbxDU77hBTRo/+sdI6fzfo3XfjkTPPjC6lpbH3hRdF++LiOu/BhgTqWMB2BGol8PYn/aK0pDhaFS34z+9aLaSYAAECBAgQIECAAAECBOpSwF4ECCxjgYlv/yNGPXZcjLjvwGW8k+UJECBAoCELvPDaB3HXw8835Bb1RoAAAQLJFpCOAAECBAgQIECAAAECBAgQSL6AhAQIJFQgndBcYhEgQIAAAQIECBAgsFgCJhEgQIAAAQIECBAgQIAAAQLJF5CQAAECBAgQIECAAAECBAgQSL6AhAsTKFi9R/ZxxciRUVXWcP8ymGyTTgQIECBAgAABAgQIECBA4CcFFBAgQIAAAQIECDQWgVQqFWeccUY89dRT2ZaPPfbYOOCAA+KRRx6JCy+8MJ544olo27Zt9l3m1LVr13j77bfj17/+ddx2223Z2sy4S5cu8d5778V+++2XKfvRo1WrVnHNNddE586d46STToqrrroqmjdvvtA5mdrHHnss/vCHP8Rzzz0XhxxySJx77rlx1FFHZZ+lUqmFztt///2jWbNmscYaa0TPnj0XWvPDh80K8mOlTu1j/Z6rx45brB8H77ZtnHjYHnHuiYfF3//4m7jpb7+LC045Kn53xN5xyO7bxfabrRcrde4YM2fPjk/6DYwnXn4n7nj0hbj69kfjL/+4K06+8Po4+8rb4opbH47bH3khHn/57Xjtgz7x+ZeDYtjIsTFtxswftlCn9x/2GRAX33h/DPludJ3uu6Sbff3669GsRYsomzUrvv34oyVdbqnO/+K5Z6Ntp06xx1/Oi/X22itKttlmqa5vMQINT0BHBGouMGbC5Bg6fEz0Wr245pNUEiBAgAABAgQIECBAgEADENACAQLLWmDK5/fHlE/vjmlfPh1RVbmst7M+AQIECDRQgbI5c6Kg+vesG2h72iJAgACBxAsISIAAAQIECBAgQIAAAQIECCRfQEICBJIqkE5qMLkIECBAgAABAgQIEFgMAVMIECBAgAABAgQIECBAgACB5AtISIAAAQIECBAgQIAAAQIECCRfQMKFCuR37557PmfQwNzYgAABAgQIECBAgAABAgQINEoBTRMgQIAAAQIECDRIgTvvvDNeffXVaNWq1Xz9pVKp2G233eKTTz6Jqqqq7DF8+PA444wzomXLlvPVZm46dOgQ1113XUybNi1bW1FREU8//XRstNFGmdc1OtZbb73o379/dv7gK9LtigAAEABJREFUwYOjpKQk21emv0yf8y6S6eGSSy6JiRMnZuszvZ100knRu3fvmD59evzhD3+Yt3y+8eGHHx5t27ad79ni3qRSqejUoV2UlhTH9putGwfusnX85pDd4o/HHxJXn3Nc3HzBKXHpGUfH74/ZP36x9w7x8602jG6rrBhlc8rji6+HxtP/fT/ufuLluPbu/8Rf/3lPnHrRjfGHy2+NS296MG556Ll45Pk345V3P4uPv/g6Bn83KiZNnba4rdZ43vDR4+OiG++Ptz/pV+M59Vk4q/p77vOnnowN9t8/SrbZJj59/PGYM2tWfbaU27t89uyYOnZstFt55Shs3Tr33IBAogWEI1ALgb4DhkTLosLsP0drMU0pAQIECBAgQIAAAQIECNS3gP0JEFjmAnnN2+T2qJg1MTc2IECAAIGmJbBWj+JYc7VVm1ZoaQkQIECg4QjohAABAgQIECBAgAABAgQIEEi+gIQECCRWIJ3YZIIRIECAAAECBAgQIFBrARMIECBAgAABAgQIECBAgACB5AtISIAAAQIECBAgQIAAAQIECCRfQMKFC+R36557UT5kSG5sQIAAAQIECBAgQIAAAQIEGqOAngkQIECAAAECBAjUt8DDDz8cLVu2jN12261OW1m+bZtYo9vKsfVGpbHfTlvGrw/cJc45/uC44qxfxc0XnBJXnf3rOOvXB8bR+/889th+sygpXjnb34DBw+O5Nz6M+576b1x/39Nx0Q33xxmX3hK/v/TmuOTGB+KG+5+OB555LV548+N4//Ov4puhI2L8pKlRUVGZnf9Tp8dfenuRJVVVVXH7Iy/EI8+/uciahvJi7DffxOSRI6N7781jrZ/tEMP79o2Jw4Y1iPYqKypizsyZDaIXTRCoKwH7EKiNwNuffBGlPYqjZVFhbaapJUCAAAECBAgQIECAAIF6FrA9AQLLXiBd2Da3SeWsqbmxAQECBAg0LYHeG/aMfXbZqmmFlpYAAQIEGoyARggQIECAAAECBAgQIECAAIHkC0hIgEByBdLJjSYZAQIECBAgQIAAAQK1FFBOgAABAgQIECBAgAABAgQIJF9AQgIECBAgQIAAAQIECBAgQCD5AhIuQqDVfgdEp8efjC6vvx1FO++yiCqPCRAgQIAAAQIECBAgQIBAoxDQJAECBAgQIECAAIF6FRg9enQ88MADsffee0dxcXG99vLDzVu3LIrVVu0SvddbK/bcfrM45oCfxx9+fWBcduYxcfMFp8S1fz4h/nzCoXHcwbvGvjttGb1KiiM/Py+GDh8dL739STz03Otx84PPxqU3PxhnXXFrnHHpzXHB9ffGdXf/J+558pV49rUP4p1P+8WXg4bF6HGTYnbZnGwL4ydOzV5/7PTcGx/Gtf9+IqZOn/FjZfX2rqqqKvo8/XR0KimJjt27x0rrrBMtl18++r344kJ7qqyoiC+efy6u22P3OK907Th/nV7x5HnnxcxJkxZaP3v69Hjx6qvikt6bZesv33qr+Ojhh6Kqep2FTpjn4Zu33RoXbbJxDPngg+yRGV+40YYxol+/bFWm96Effhi3/eLwbB+Zfi7aeKP4z3l/iWnjxmVr5p4ya1294w4xsn//eOi007K9PHbO2XNfz3etqjZ569Zb4/xepfHCFZdHRXl59v34IUPi3hN+E39bb93s/Eymd+66K/tuSU+ZPWuaJbPXXNeMZyZ35vjX3ntVf24vRGatTE3mKJsxI+745VGRyZoxydjM7T/zGfZ7cf76TNb37703rqm2yqyZOW4/6siYNGJEZjlH3QjYhUCNBUaPn1T9z7Ix0atH1xrPUUiAAAECBAgQIECAAAECDUJAEwQI1IFAurBdbpfKWZNzYwMCBAgQIECAAAECBAjUkYBtCBAgQIAAAQIECBAgQIAAgeQLSEiAQIIF0gnOJhoBAgQIECBAgAABArUSUEyAAAECBAgQIECAAAECBAgkX0BCAgQIECBAgAABAgQIECBAIPkCEi5KIN2xYxT0KIl0+/aLKvGcAAECBAgQIECAAAECBAg0EgFtEiBAgAABAgQIEKgfgfvvvz9uuumm2GOPPaKsrCx+//vfRyqVqp9mFnPXwubNYtUuK8RGpSWxy9YbxZH77Bi/P2b/uPj0o+PmC06J68/7bZx/8hFx0uF7xoG7bB0b9SqJ1kVFMXLM+Hj9g77x6ItvxW0PvxBX3vZI/OmaO+LMy2+N86+7Oz4fMLhGHX3+1eC4+Ib7Y8CQ72pUX5dFU8eMiQGv/jdKttk2CgoLo+Xyy0f3zXrHF88/FzMmTpyvlaqqqnjnjjvi4ervgbadO8e+l1wa+1x0cUwa/l08eOopUT579nz1s6ZNiwdOPjnevfPOWHfPaturr46tjzs+3rjxxnj79tvnq13YzRrbbhf7XnxJdOjWLXtkxvtddnkst9JKke2let3bjzoyymbOij3+cl4cWL3++vvuG589/njcfuQRMWnkyPmWnV3dz/OXXRbr77df/KVP32zv8xVU32TW/eyJJ+Lla/8RGx5wYPzslFMjLz8/xnzzTdz6i8Nj+oQJsdcFF8b+l18ea2y3XYwbNKh61pL9yuz5Ti2yZHLdetihWdfSXXbJ5t7z/L9GOr+g+nM4Nd6+7basz7xdzZw0KR475+yoqP6M9rn44sjW5+XFQ6efHv1fejFbmunjxSsuj+cvuzR67b5Hdt1dzj4nymfNihnV87NFTnUgYAsCNRfoO2BItGrRIkpLutV8kkoCBAgQIECAAAECBAgQaAACWiBAoC4E0oWtc9tUzp6SGxsQIECAQNMSePP9PvFJ32+aVmhpCRAgQKCBCGiDAAECBAgQIECAAAECBAgQSL6AhAQIJFkgneRwshEgQIAAAQIECBAgUAsBpQQIECBAgAABAgQIECBAgEDyBSQkQIAAAQIECBAgQIAAAQIEki8gIQECBAgQIECAAAECBAgQIJB8AQkJECBAgAABAgQI1JPAiBEj4rjjjoupU6fGI488EsXFxfXUybLbNj8/L7qssHysu2b32HGLDeLQPbaL3x25d1x42i/jxr+eHDdfcEpcdPrRccpR+8Rhe24fW27YMzos1zZmzy6Lmn6NnTglrrj14Xjt/c9rOqVO6r79+KOYPWNGFG+8cXa/VCoVJdtsExOGDo0RX3yRfTb3NLJ//3j1+n/FBvvtH4def0Oss/vu2eOwG26MdffaK6qqquaWZq8fPvhADP7g/djv8stjl7PPiZ477hSbHnZYHHvf/dGqY8dszY+dOnbvHmv+7GfRqkOH7JEZr7n99tGibdvI9PLf666NDfc/IH51//3VPe2XXT+zz9H/vjumT5gQb99223w9zar+Hu65446x+hZbRCqVWujW/V96MZ4498+x/t77xC7nnBN5+fnZuoFvvRVzZs6MXf/052zm0l12jX0uurg619nZ90tyqk2WyvLyeP2G62PK6NGRyZnJm3HdYL/9sg4ZjzduuTnGfjP/X2Ly9RtvxPr77hv7XHxJZHrP1B91x53RpWfP+O9118WMiROzZl+9+mr0/PnPY/uTT856Zj6vY+6+JzqXlCxJRHNrI6CWQC0E3vm0X5SWFEfLosJazFJKgAABAgQIECBAgAABAvUuoAECBOpEYIVdroiS86dnjxbFW9XJnjYhQIAAgYYn8Mpbn0TfrwY1vMZ0RIAAAQLJF5CQAAECBAgQIECAAAECBAgQSL6AhAQIJFogneh0whEgQIAAAQIECBAgUGMBhQQIECBAgAABAgQIECBAgEDyBSQkQIAAAQIECBAgQIAAAQIEki8gIQECBAgQIECAAAECBAgQIJB8AQkJECBAgAABAgQI1JfAaaedFlVVVdG/f/9Yb7316quNet+343JtYu3Vu8a2m6wTB+y8dZx42B5RUVlZ677uefK/cd/Tr9Z63rKYUD57dnz25JOxUmlpLLfKKrktuqy9dizftWt8+sQTUVlenns+8K03I6+gIDY97LDIy8/PPU/n5cW6e+4VBYX/+wuoZ0+fHgNefTVW6907emy1da42M2jVoUOss/vumeFiH/1ffDEW1ktmwS7Vedb82c/i6zdej+kTJmQeZY9Mfyuts052vLDToHffif+ce26sv88+sfNZZ8W8GVuv0DEyXpmayoqK3PT85s1z48Ud1CbL5FGjYsBrr1X77RGZnPPumel3wwMPjIo5c2Lg22/P+ypW7NkzVtt8i/meFbVrF+vvt19MGj48JlYf+c2bR8vll48RffvGxGHDcrXp6s86c+QeGCxTAYsTqKnAmPGTYujwMVFa0rWmU9QRIECAAAECBAgQIECAQAMR0AYBAgQIECBAgEDdCZRV/95Zs+rf46y7He1EgAABAgS+F3AmQIAAAQIECBAgQIAAAQIEki8gIQECyRZIJzuedAQIECBAgAABAgQI1FBAGQECBAgQIECAAAECBAgQIJB8AQkJECBAgAABAgQIECBAgACB5AtISIAAAQIECBAgQIAAAQIECCRfQEICBAgQIECAAIEEC1RVVcXssjnZI8ExRasW6LbyivHL/XaMQ3bbtvqu/n9N+PbbGPbJJ1GyzbZRUFiYa6houeWi+2abxZAP3o/Jo0bF3K9xgwfH8quuGq07dZr7KHdNpef/I43KZsyIySNHxoo9155v7bkTUnl5c4eLdZ0yetSie0mlokP37jFj4sSYNm5sbv0WbdtG644dcvfzDoZ+8EE8eOqpUbzxxrHTGWcu0PPqW20da/9853j5mmviyu22jbduvTVmTJo07xKLPa5NlplTpsTsadNi5XXXjVQqtcCerTt2jMznN3bQwPnetS8ujsLWred7lrlp3XGFmDNrVrXTuChs1Sq2+c0J2fE/dt0l7j7+uBj26adRWVGRKXXUjYBdCNRYoM+AIdGyRYvoVVJc4zkKCRAgQIAAAQIECBAgQKBBCGiCAAECBAgQIECgDgWOOXjX2H6LDepwR1sRIECAAIGsgBMBAgQIECBAgAABAgQIECCQfAEJCRBIuMD8/7ZcwsOKR4AAAQIECBAgQIDAogQ8J0CAAAECBAgQIECAAAECBJIvICEBAgQIECBAgAABAgQIECCQfAEJayIw56svY8Z/nog5P/iLLmoyVw0BAgQIECBAgAABAgQIEKh/AR0QIECAAAECBAg0GIHKqojZ5Uv1OO4PV8VJf/x7TBk/Zamuu7T7/NH1GswH1DAbWXet1eJ3R+4dZx93UPRer2eDabLfiy/GrKlT45mLLozzStee73jvnnti2rhx8fXrr8/Xb37z5pHOy5vv2Y/dNCtq8WOv6/RdKp2OVHrhvbdZccVYftVVY2S//jHpu2EL9FXYqlXsd/nl8ZtHH43ijTeJl/5+TVy57TbR/6UXF6htiA/SeXmRSqUW2loqlYqCwubZdz222ipOf/W12PWcP8aEoUPj1sMPi3tPPCFmTZuWfe+0rAWsT6DmAu982i96lRRHUYvCmk9SSYAAAWw0zZcAABAASURBVAIECBAgQIAAAQINQEALBAgQIECAAAECdSnQbdUVo2P7tnW5pb0IECBAgEBEQCBAgAABAgQIECBAgAABAgSSLyAhAQJJF0gnPaB8BAgQIECAAAECBAjUQEAJAQIECBAgQIAAAQIECBAgkHwBCQkQIECAAAECBAgQIECAAIHkC0j4kwLT7r4rRu+7V0w4+8yY/dabP1mvgAABAgQIECBAgAABAgQINDgBDREgQIAAAQIECCRW4MzLbo2qqqo4/ej9ouPy/tKBpH3QW21UGn8+4dA46bA9orRHcYOKN3PKlBjw2qvRZe21Y//LL48Dr756vmO/Sy+LFVZfPT5/6smYNW1atvfC1q1jwrffxoyJE7P3857KZ82KivLy3KO8/PxoVlQUI/v1j8p5ns8tmD31+zXn3tf22qZT52wvU0ePXmBq5mdq3KBB0aZz52izQqcF3i/swXIrrxwHXvP3yG/eLB46/fTs2j+sS6VS0alkjTjgyivj1BdfjBV79oznL700piykhx/O/bH72mRp0aZNNG/VKr777LPsf3b8cN2pY8dmP58upaXzvZo8cmSUzZgx37PMTWadwuo1W8/j1KxFi9jk0Orv26eejj3OOy8GvvVWfPjgA5lyx7IWsD6BGgqMHjcphg4fE6UlXWs4QxkBAgQIECBAgAABAgQINBgBjRAgQIAAAQIECBAgQIAAAQLJF5CQAAECBAgQIECAAAECBAgQSL6AhAQIJF4gnfiEAhIgQIAAAQIECBAg8JMCCggQIECAAAECBAgQIECAAIHkC0hIgAABAgQIECBAgAABAgQIJF9Awp8WyO/WPVc0Z9Cg3NiAAAECBAgQIECAAAECBAg0FgF9EiBAgAABAgQIJFPg0psejIlTpsaR++4Ya3ZfJZkhm2CqohaFses2G8dlZx4TR+y9Q6zaZYUGqTD8889jZL9+scH++0fpLrtGzx13mu/otdtu0XOnn8fI/v1j7DffZDN036x3TBs3Lvo+92xUVVVln2VOc2bNinf//e+oLC/P3GaPFu3axUq9esXXb7weI6r3yT78/9O4wYPj08cf+/+7xbuUbLNNZPZ97557omKefTOrjejbN758+eVYrXfvyPSReVaTo92KK8Z+l10eM6dMiXt+c3xMGjkyN61izpz5Mrfp1DnW2G67mD1jRsyePj1XtziD2mRp27lzFG+8SXz+1JORyTnvfhmHjx58MApatIhV199g3lcx7NNPY3jfPvM9m/Dtt9nPYZX11ot2XbpEZUXFfJbpvLzosdVW0XqFFWLq6NHzzXWzbASsSqCmAn0GDI5WRS2iV0lxTaeoI0CAAAECBAgQIECAAIEGIqANAgTqTqCybFpM6/+fmPzhrTH9q2frbmM7ESBAgECDEjj1L/+Mj/sMaFA9aYYAAQIEki8gIQECBAgQIECAAAECBAgQIJB8AQkJEEi+QDr5ESUkQIAAAQIECBAgQOAnBLwmQIAAAQIECBAgQIAAAQIEki8gIQECBAgQIECAAAECBAgQIJB8AQlrIFDQrXuuqnzwoNzYgAABAgQIECBAgAABAgQINBIBbRIgQIAAAQIECCRQ4JaHn49vvh0Re2y/WWy5wdoJTJj8SHc8+sJ8ITt3WC4O2nWbuOqsX8c+O24Ry7VpPd/7hnRTWV4enz7xRLRs3z5W6735Ilsr2XbbSOflRZ+nn46qqqrotumm1fW94+VrrolHzjwz+j77THz8yCNx+xG/iMqK8igoLMytlUqlYtPDD4+8goK48+hfxmvX/yv6vfhCvH7jDXHviSfEimutlatdnMHK664b25/02/jo4Yfi5oMPzvaRWf/Ziy+K235xeHTpuXZsW/0+lUrVavkua68dh/3r+pg+YUL8+9hjYtLIkdn57/7733HLIf/b550774w3b7klum+6WSy/6qpRPnt23HPCb+LBU0+NjG92Ug1PtcmSzs+PHU47LVouv3w2ZyZvJnfmc8g6PPpI7H7uubHC6qvPt3vrDh3isbPPjpf//vfs55Dp/8YD9o85s2bFNsf/JvvZZTLfdOCB8dwlF2drMp/v0xdcEDMnT46eO/08u97YQYPi0i02j8+feip777RUBSxGoMYC737WP3qVFEdRi//9526NJyskQIAAAQIECBAgQIAAgfoUsDcBAnUoUD5lRIy4/5AY/eTJMfnTu+twZ1sRIECAQEMRKC+viGkzZsaMmbMbSkv6IECAAIGmISAlAQIECBAgQIAAAQIECBAgkHwBCQkQaAIC6SaQUUQCBAgQIECAAAECBH5UwEsCBAgQIECAAAECBAgQIEAg+QISEiBAgAABAgQIECBAgAABAskXkLAmAnldukSqWbNs6ZzBg7JXJwIECBAgQIAAAQIECBAg0HgEdEqAAAECBAgQIJA0gcdeejve+7R/9F6vZ+y5/WZJi9dk8oyfNDWbtUfXleJXB+wcfzvlyNhh8/UjL6/h/9E+k0ePjm8//ihWXX+DaNu5czbHwk4du3ePrhtuGANe/W9MHTMmmhUVxUH/uDa2PPqY+ObNN+LhM86I//7zulhv731ii+pnP1xjxTXXil/dd38Ub7JJvHr99fHgqafGgNdfj70vvChW3WijH5bX6j6VSsXmRx8dh/7r+uy8//zl3Oz6/V58MbY/+Xdx8HXXRWGrVtl3tT2t1KtX7PW3v8Wk4cPj3t8cH5NGjowupWvHnFmzYu4+b956S2xxzDGx14UXRl5+fsyYNCnGfv11dN+8d6Sr72uzZypVuyztVlwxjrn7ntjwgAPjk0cfzeZ+8vzzovUKHbPePXfcaYHtu268cRzyz3/GoHfezta/cOUVsWr1Z5v5fDJ5MxOat2wZq26wQXz8yCPZmkf+8IeYNXVq/PLOu7LfB5maCUOHRiqdjhV79szcOpaqgMUI1Exg9LhJMXT4mCgtKa7ZBFUECBAgQIAAAQIECBAg0IAEtEKAQF0KpAvb5LarnDU5NzYgQIAAgaYjUDanPBu2WUFB9upEgAABAgTqRsAuBAgQIECAAAECBAgQIECAQPIFJCRAoCkINPx/S7ApfAoyEiBAgAABAgQIEKhPAXsTIECAAAECBAgQIECAAAECyReQkAABAgQIECBAgAABAgQIEEi+gIQ1Fijovlq2tnLcuKicMSM7diJAgAABAgQIECBAgAABAo1CQJMECBAgQIAAAQKJEnj9g77xzKvvR0m3lePo/XdKVLamFqaoRfM4/ej94sxfHRCbrLtmo4q/3EorxWkvvxIHXn11pPPzF9l7QWFhHH7jTXHKiy9Fm06dsnXNWrSIHU47Lc565904r+8Xcfor/41NDj00Vllvvfjjhx/Flkcfk62be2pfXByH/ev6+MvnfbL1x95zb6y6/vrZukx9l54955Yu9NqsqCiOuv2O7JEZz1uUSqWiZOut4/iHH86uPbefLY4+OjJ9zlub6evU6hytO3ac93Fk1sysv89FF8/3fK0ddow/f/pZnPD4E9FuxRWj2yabZseZPTLHGa+/EVv/+rjcPpOGD4+q6hW6brhR9XnRvxa1XypV8yyZ1YuWWy52/eMf45wPPsxmz/hmnLusvXbm9UKPFddcK351/wPz1Wc+n7nFmd52+9Of5lvzl3fcGfOu+d3nn8dKvXrFctXfQ3PnuS4lAcsQqKFA36+HRKuiFlHao7iGM5QRIECAAAECBAgQIECAQIMR0AgBAnUqkNe8TW6/yrKpubEBAQIECDQdgaLq39O9+fLfxybrN67fz206n5CkBAgQSKiAWAQIECBAgAABAgQIECBAgEDyBSQkQKBJCKSbREohCRAgQIAAAQIECBBYpIAXBAgQIECAAAECBAgQIECAQPIFJCRAgAABAgQIECBAgAABAgSSLyBhzQXyu3fPFZd/83VubECAAAECBAgQIECAAAECBBq6gP4IECBAgAABAgSSI/DF10Pj30+8FO3btYkzjtk/OcGaaJLfHLJ7rNl9lSaaXuwfCowZ+E0st/LK0bZz5x++Ssx9+ezZMeqrL6PrRhtFfvPmicnVUILog0BNBd75tF+UlhRH5i8tqukcdQQIECBAgAABAgQIECDQMAR0QYBA3QqkCooiUt//cfyVsyaHLwIECBAgQIAAAQIECNSFgD0IECBAgAABAgQIECBAgACB5AtISIBA0xD4/n9x0DSySkmAAAECBAgQIECAwIICnhAgQIAAAQIECBAgQIAAAQLJF5CQAAECBAgQIECAAAECBAgQSL6AhLUQyO/WPVddPmhQbmxAgAABAgQIECBAgAABAgQauID2CBAgQIAAAQIEEiIwauzEuObOxyKdTsclvz86IanEIEAgI1BVVRVDP/wwVt9qq2hWVJR5lMhjxqSJMWXUqOi+We9E5qvnULYnUCOBUeMmxtDhY6JXj641qldEgAABAgQIECBAgAABAg1KQDMECNSDQF6LdtldK2dNyV6dCBAgQKBpCcwumxNfDRwWM2eVNa3g0hIgQIBAfQrYmwABAgQIECBAgAABAgQIEEi+gIQECDQRgXQTySkmAQIECBAgQIAAAQILFfCQAAECBAgQIECAAAECBAgQSL6AhAQIECBAgAABAgQIECBAgEDyBSSsjUB+99Wy5emioqgqm50dOxEgQIAAAQIECBAgQIAAgYYvoEMCBAgQIECAAIEkCJTNKY8///3ObJSrzz4ue3UiQCA5AqlUKva79LLY8uhjkhNqIUnadOocv3n0sejSs+dC3nq0ZAJmE6iZQN8BQ6JVUYsoLelWswmqCBAgQIAAAQIECBAgQKABCWiFAIH6EGi/3Z+j8943ROf9bquP7e1JgAABAvUsMHLM+Ljihgdi9LgJ9dyJ7QkQIECg6QhISoAAAQIECBAgQIAAAQIECCRfQEICBJqKQLqpBJWTAAECBAgQIECAAIGFCHhEgAABAgQIECBAgAABAgQIJF9AQgIECBAgQIAAAQIECBAgQCD5AhLWSqBwiy1jxRf/G10++CRaHnhwreYqJkCAAAECBAgQIECAAAEC9SZgYwIECBAgQIAAgUQInHbJTdkc5554WBS1aJ4dOxEgQIAAgZyAAYEaCrz7Wf/oVdLN/z9RQy9lBAgQIECAAAECBAgQaFACmiFAoF4E2m3y62iz/i+iqPu29bK/TQkQIECgfgXKysqzDTQrKMhenQgQIECAwDIXsAEBAgQIECBAgAABAgQIECCQfAEJCRBoMgLpJpNUUAIECBAgQIAAAQIEFhDwgAABAgQIECBAgAABAgQIEEi+gIQECBAgQIAAAQIECBAgQIBA8gUkrJ1AunXryOvSpXaTVBMgQIAAAQIECBAgQIAAgXoWsD0BAgQIECBAgEDjF/jTNXfE7NllceJhe8QqK3Zs/IEkIECgUQk0KyqKo26/I/a56OJG1XdTa1ZeAjURGDVuYgwdPiZ6lXStSbkaAgQIECBAgAABAgQIEGhgAtohQIAAAQIECBCoe4Fth44LAAAQAElEQVTl2raKPXbcPNq1aVn3m9uRAAECBJqkgNAECBAgQIAAAQIECBAgQIBA8gUkJECg6Qikm05USQkQIECAAAECBAgQ+IGAWwIECBAgQIAAAQIECBAgQCD5AhISIECAAAECBAgQIECAAAECyReQkAABAgQIECBAgAABAgQIEEi+gIQECBAgQIAAAQKNXODq2x+N0eMmxUG7bhPrrbVaI0+jfQIECBBYRgKWJVAjgb4DhkTroqIoLSmuUb0iAgQIECBAgAABAgQIEGhQApohQIAAAQIECBCoB4GO7dvFnjttHkUtCuthd1sSIECAQBMUEJkAAQIECBAgQIAAAQIECBBIvoCEBAg0IYF0E8oqKgECBAgQIECAAAEC8wm4IUCAAAECBAgQIECAAAECBJIvICEBAgQIECBAgAABAgQIECCQfAEJCRAgQIAAAQIECBAgQIAAgeQLSEiAAAECBAgQINCYBe567MXoN/Db2HGLDWKHzddvzFH0ToAAAQLLVMDiBGom8O5n/aO0pDhaFDav2QRVBAgQIECAAAECBAgQINCABLRCgAABAgQIECBAgAABAgQIJF9AQgIECBAgQIAAAQIECBAgQCD5AhISINCUBNJNKaysBAgQIECAAAECBAjMI2BIgAABAgQIECBAgAABAgQIJF9AQgIECBAgQIAAAQIECBAgQCD5AhISIECAAAECBAgQIECAAAECyReQkAABAgQIECBAoNEKPP3q+/HGR1/E+j1XjwN32brR5tA4AQIECNSBgC0I1EBg1NiJMXT4mOhV0rUG1UoIECBAgAABAgQIECBAoMEJaIgAgXoVKJ82OmaP6hMVM8fXax82J0CAAIG6F+j71eD49yMv1P3GdiRAgACBpikgNQECBAgQIECAAAECBAgQIJB8AQkJEGhSAukmlVZYAgQIECBAgAABAgRyAgYECBAgQIAAAQIECBAgQIBA8gUkJECAAAECBAgQIECAAAECBJIvIOHiCVROmBAzXng+pt13T5R9+sniLWIWAQIECBAgQIAAAQIECBCoIwHbECBAgAABAgQINE6Bdz/rH4+/9HZ07bJCnHDo7o0zhK4JECBAoM4EbESgJgJ9BgyO1kUtorSkuCblaggQIECAAAECBAgQIECggQlohwCB+hMY/+qFMejy7jH0+s1i5uA36q8ROxMgQIBAvQiMGTcpXn/383rZ26YECBAg0PQEJCZAgAABAgQIECBAgAABAgSSLyAhAQJNSyDdtOJKS4AAAQIECBAgQIDA/wu4ECBAgAABAgQIECBAgAABAskXkJAAAQIECBAgQIAAAQIECBBIvoCEiykwZ+A3MeHUk2PSBX+N6f95YjFXMY0AAQIECBAgQIAAAQIECNSJgE0IECBAgAABAgQaocDXQ4fHrQ89H61bFsWfTji0ESbQMgECBAjUsYDtCNRI4L3Pv4zSkm7RorB5jeoVESBAgAABAgQIECBAgECDEtAMAQL1KJBu1ia3e8XsKbmxAQECBAg0DYGyOXOiefOCphFWSgIECBCobwH7EyBAgAABAgQIECBAgAABAskXkJAAgSYmkG5iecUlQIAAAQIECBAgQCAr4ESAAAECBAgQIECAAAECBAgkX0BCAgQIECBAgAABAgQIECBAIPkCEi6uQEG37rmp5YMH5cYGBAgQIECAAAECBAgQIECg4QnoiAABAgQIECBAoLEJTJg8JS67+aFs21ed/evs1YkAAQIECPy4gLcEflpg1NiJMXT4mCgt6frTxSoIECBAgAABAgQIECBAoAEKaIkAgfoUSBe2yW1fOWtKbmxAgAABAk1DYJP11oxTjt2/aYSVkgABAgTqWcD2BAgQIECAAAECBAgQIECAQPIFJCRAoKkJpJtaYHkJECBAgAABAgQIEIgICAQIECBAgAABAgQIECBAgEDyBSQkQIAAAQIECBAgQIAAAQIEki8g4WILpDt0iHTLltn5cwYPyl6dCBAgQIAAAQIECBAgQIBAgxTQFAECBAgQIECAQKMTOPvK27M9X3rGMdmrEwECBAgQ+EkBBQRqINBnwJBo3bIoepUU16BaCQECBAgQIECAAAECBAg0OAENESBQrwLp5m1y+1fOmpIbGxAgQIBA0xBYvl2bWL14paYRVkoCBAgQqF8BuxMgQIAAAQIECBAgQIAAAQLJF5CQAIEmJ5BucokFJkCAAAECBAgQIEAgEBAgQIAAAQIECBAgQIAAAQLJF5CQAAECBAgQIECAAAECBAgQSL6AhEsmkF/cLbtA5dixUTljRnbsRIAAAQIECBAgQIAAAQIEGpqAfggQIECAAAECBBqXwOmX3ByVlVVx5q8OiOXbtm5czeuWAAECBOpNwMYEaiLw3uf9o1dJcbQobF6TcjUECBAgQIAAAQIECBAg0MAEtEOAQP0K5BW2yTVQOXtybmxAgAABAgQIECBAgACBpSlgLQIECBAgQIAAAQIECBAgQCD5AhISIND0BNJNL7LEBAgQIECAAAECBJq8AAACBAgQIECAAAECBAgQIEAg+QISEiBAgAABAgQIECBAgAABAskXkHAJBfK7dcutUD5oYG5sQIAAAQIECBAgQIAAAQIEGpCAVggQIECAAAECBBqRwF//eU9MmTY9jjng59Gj60qNqHOtEphf4M3bbo0LN9owRvTrN/+LOrrL7JvZP9NHHW1Z420eO+fsuHrHHWLq2LE1nrOkhZm9Mntm9l7StWoyP+Oe2S+zb03q1SwVAYsQ+EmBUWMnxtDhY6K0pOtP1iogQIAAAQIECBAgQIAAgQYpoCkCBOpZIL91l2i15m7RdsNfRovireu5G9sTIECAQF0L3PXwC/HXq++q623tR4AAAQJNT0BiAgQIECBAgAABAgQIECBAIPkCEhIg0AQF0k0ws8gECBAgQIAAAQIEmriA+AQIECBAgAABAgQIECBAgEDyBSQkQIAAAQIECBAgQIAAAQIEki8g4ZIK5Bd3yy1RPmhQbmxAgAABAgQIECBAgAABAgQajoBOCBAgQIAAAQIEGovAP+95MoaNHBt7/2zz2GzdtRpL2/psgAJVVVVRUVnZADvTEgECy07AygR+WqDP10Oidcui6NWj208XqyBAgAABAgQIECBAgACBBiigJQIE6lug2QprRZdDHoxOe14Xrdbcrb7bsT8BAgQI1LFA2Zw50axZfh3vajsCBAgQaHoCEhMgQIAAAQIECBAgQIAAAQLJF5CQAIGmKJBuiqFlJkCAAAECBAgQINCkBYQnQIAAAQIECBAgQIAAAQIEki8gIQECBAgQIECAAAECBAgQIJB8AQmXWCC/+H9/KH754EFLvJ4FCBAgQIAAAQIECBAgQIDAUhewIAECBAgQIECAQKMQuP/pV+PT/gNjq41KY7ftNmkUPWuy7gXmzCmP0eMnxVeDv4t3P+sfz73+YWS+d264/+m49JYH4y9/vzvOuer2uPTmB2Ps+Ml136AdCSymwKgv+8ddxx4bo776cjFXMC0QEKiBwHvV/+zoVVIchYXNalCthAABAgQIECBAgAABAgQanICGCBAgQIAAAQIE6lVguTato2WLFvXag80JECBAoAkIiEiAAAECBAgQIECAAAECBAgkX0BCAgSapEC6SaYWmgABAgQIECBAgEATFhCdAAECBAgQIECAAAECBAgQSL6AhAQIECBAgAABAgQIECBAgEDyBSRccoGC7t1zi1RVVubGBgQIECBAgAABAgQIECBAoKEI6IMAAQIECBAgQKDhC7z09ifx8jufxlqrrRpH7L1Dw29Yh0tdYMbM2TF89Pj44uuh8eZHX8RTr7wXdz3+Uvzj30/EX/95T5x+yc3xqz9dEyecf1386eo74opbH45bH3o+Hnvprfj4i4ExftLkaNWiRazRfeXYeuPS2H7T9aJtm5ZLvU8LElhWApNHjY5hn34SlRV+z3Vxjc0j8FMCI8dOiKHDx0Rpj64/Veo9AQIECBAgQIAAAQIECDRQAW0RIECAAAECBAjUr8B+u20dvz16n/ptwu4ECBAgkHgBAQkQIECAAAECBAgQIECAAIHkC0hIgEDTFEg3zdhSEyBAgAABAgQIEGiyAoITIECAAAECBAgQIECAAAECyReQkAABAgQIECBAgAABAgQIEEi+gIRLQaBgjTWj8zPPx8pffBVtTz19KaxoCQIECBAgQIAAAQIECBAgsFQFLEaAAAECBAgQINDABT7+4pt44JnXYoX27eK0X+7bwLvVXm0Fpkyfkf3Llj/7clC8+t7n8dhLb8ftj7wQ19z5WJx/3d1x6kU3xq/+dE387sLr47xr/519fudjL8Z//vtu9BkwJKZWz1++betYd81uses2G8fBu20bvz5o1/j9MfvH+ScfEVee/eu47Mxj4o/HHxonHrZHHLrHtrHzVhvHJuuuES2aN6ttu+oJEGi8Ajon8JMCfav/udKmVcsoLSn+yVoFBAgQIECAAAECBAgQINAgBTRFgAABAgQIECBAgAABAgQIJF9AQgIECBAgQIAAAQIECBAgQCD5AhISINBEBdJNNLfYBAgQIECAAAECBJqogNgECBAgQIAAAQIECBAgQIBA8gUkJECAAAECBAgQIECAAAECBJIvIOHSEsjv6g/HX1qW1iFAgAABAgQIECBAgACBpS1gPQIECBAgQIAAgYYsMHT4mLj+vqeiqEVhXHjqUQ25Vb3NI1BZWRXjJ02Jgd+OjA/7DoiX3/k0Hnnhzbjt4Rfi6jsei7/846445aIb4ld/uiZOv/imuOD6e+O6u/8T9zz5Sjz3+gfRf+CwmDFrdnRYrm1sVNoj9th+szhsz+3jN4fsHmf+6oC4oPp74R9//E1cfuax8cfjD4mTDt8zjth7h9hnxy3iZ73Xi417lcQa3VaOLissH61atJins/oZzp4+PV68+qq4pPdmcV7p2nH51lvFRw8/FFUVFQttaNq4cfGf8/4Sf1tv3Wz9ldtvF+/fe29UlJfn6quqqmLohx/Gbb84PM5fp1euru9zz0bmXa6welBZvc8Xzz8X1+2xe7YuU//keefFzEmTqt/W7FdmzX4vvjDfGvec8JsYP2RIboGyGTPijl8eFY+dc3ZMGT0qHjr99Fxvd/zylzFpxIj44Vembt6s/9hl5/j6jTeiOsQPS+PbTz5ZIO+XL7+8QN1PPchkydjdctihWY/MZ3LviSfEpOHDFzp1zqxZ8d4998Q1O+6Qq8+Mf/iZZCZnst9RbZCxyNzPPaaOHRtXV89/87Zb5z7KXTOfa2atzOec6SXzffLSVVdF2cyZ2Zq5c+876cTI9HLTgQdEpu7df/87+96ppgLqCPy0wHuffxmlPbpGi8LmP12sggABAgQIECBAgAABAgQaoICWCBAgQIAAAQIE6lvg2+GjY9TYCfXdhv0JECBAINECwhEgQIAAAQIECBAgQIAAAQLJF5CQAIGmKpBuqsHlJkCAAAECBAgQINAkBYQmpRo7pAAAEABJREFUQIAAAQIECBAgQIAAAQIEki8gIQECBAgQIECAAAECBAgQIJB8AQkJECBAgAABAgQIECBAgACB5AtISIAAAQIECBAg0GAFps2YGRdcf2+2v8vOOCZ7dapfgbI55TF6/KQYMGR4fNBnQLz41sfx8PNvxK0PPR9X3f5onPv3u+J3F14fx5379zjritvikpseiBvvfybuf/rVeOHNj+OrId/FzFmzo1P75WKTXiWx9882jyP22TFOOnzPOPv4g+Pi04+O6/58Ylx25jFxznEHx4mH7RGH7bl97Ln9ZrHtJuvEBmuvHj26rlQ9v10UFjarX4wa7j5r2rR44OST490774x199wzDrz66tj6uOPjjRtvjLdvv32BVSaNHBm3H3lEDHj11djpjDOz9T223jqeuejCePGKy6Oqqio7Z2T//nHviSdEQWFh7HPRxbHvJZdGy+XbxyNnnpmdmy2qPmXq37njjnj497+Ptp07Z+sy9ZOGfxcPnnpKlM+eXV31478ya7x9223x0GmnRec114r9L788dj/33Bg/eHDc+ovDY8w338y3wPghQ+K+E0+K5VddNQ648srY8phjY+hHH1b3cHpkPOYWZ7LeefTR8cWzz8Y2v/lNNut6e+8dj//xnOj34otzy7LXge+8E3f88qho0a5d7HfppdkcnUpKYsKwYdn3tTn1f+nFuOPoX1ZnL4s9z/9rNk+LNm3i7uN+HVNGj55vqUy/D5zyu3j24oui60YbZWsz1u2Li7OfyTMXXBAV5eXzzanNTVVlZfX3wW3x6eOPxXbVZhnb1bfcKt687dZ4vjpnZu3C1q2rvf8SWxxzTKTz82OH6s8h831UUv19UZu9mnwtAAI/ITBy7MQYOnxM9Cop/olKrwkQIECAAAECBAgQIECgwQpojACBBiMw6rHjYtjtO8d3d+3RYHrSCAECBAjUjcAdDz4XL73+Ud1sZhcCBAgQaJoCUhMgQIAAAQIECBAgQIAAAQLJF5CQAIEmK5BusskFJ0CAAAECBAgQINAEBUQmQIAAAQIECBAgQIAAAQIEki8gIQECBAgQIECAAAECBAgQIJB8AQkJECBAgAABAgQIECBAgACB5AtISIAAAQIECBAg0HAFzrnq9mxzfz35iGjerCA7dlr6ArPL5sS4iVNiyHejo8+AIfHWx/3i+Tc+ioeeez1ueei5uOLWh+PP19wZJ19wfZx4/nXxp6vviMtveShueuCZePDZ1+Oltz+Jr4cOj9llZdG54/Kx6Tprxt47bB5H7btT/O7IveNPJxwal595bFx/3klx6e+PjnOOPzhOOGyPOHSP7WO37TaJrTZcO9Zds3t0X7lzdFiuTRQU5EeSvj588IEY/MH7sd/ll8cuZ58TPXfcKTY97LA49r77o1XHjvNFrSwvj9dvuD4qKyri2Hvvy9Zl6vf4y3nxs1NOic+efDLGDR6cnZOXnx97XXBBHH7TzbHO7rtnjwOuvDKK2rWLvs89G1VVVdm6kf37x6vX/ys22G//OPT6G7J1mfrDbrgx1t1rr1xdtngRp7lrbP+738V+l10WpbvsGhvuf0Accett0bxly/jooQfnmzm8b9/Y6rhfx8+q6zP9Z3rf6le/juF9+sSIvn2ytXOzTp8wIY645dbY+rjjszaZ6y9uvjkKWrTI1s09fVGdqVX79rHbn/6U3T+boTpPxnJuTU2uk0eNjJeuvjq6bbxJHHXHHdUu+2XX2/uii6v7PSWqKivnWybz+Q18++04sHrOPhdfkq3N7J1x3/HU0+LjRx+Jwe++O9+c2txMGT06ymbMiGOqP+8N9vu+l4xxxiGz9rBPPo6CwsLosdVWser6G0Tmc+++We+s1fJdu9ZmqyZfC4DATwn0HTA42rQsitKS4p8q9Z4AAQIECBAgQIAAAQIEGqiAtggQaDgCZWP7x8whb8SMga9E9X/x2nAa0wkBAgQILHOB2WXl0axZsn7Pd5mj2YAAAQIEaiWgmAABAgQIECBAgAABAgQIEEi+gIQECDRdgXTTjS45AQIECBAgQIAAgSYnIDABAgQIECBAgAABAgQIECCQfAEJCRAgQIAAAQIECBAgQIAAgeQLSEiAAAECBAgQIECAAAECBAgkX0BCAgQIECBAgACBBipwzpW3xcxZZXHyEXvFiiss30C7bJhtzS6bE+MmTokh342OPgOGxFsf94vn3/goHn7+jbj9kRfiH3c9HhfecF+cdcVtcdJf/5k9zq72zjzLvLvj0Reyta+881kM/HZElJdXxEqdOkTv9daMfXbYPH65305xypH7xF9OOjyuOvvXccP5J8clvz86zj7u4Djh0N3j0D22i9223SS22KBnlPYojq5dVoh2bVpFOt30/vidshkzYsCrr8ZqvXtHj622jnm/WnXoEOvsvvu8j2LyqFEx4LXXonSXXaNdly65d6lUKrpv1jvKZ8+OCd9+m33eqaQkeu64U6RSqex95tS6Y8fouNpqMXXMmJgzc2bmUQx8683IKyiITQ87LPLy//cXbaTz8mLdPfeKgsLCbN2Pnfq/+GI0b9UqSnfeZb792q64Yqy87roxesCAyGSdu8Yq660Xq22+xdzb7JzijTfK3s+eNi17nTZ+XHzz5pvVBntEl9LS7LO5p04la1TP33zubfbaplPnmDp2bHz7ySdRVVWVfZZKpSKTLWrxNaJv35g4bFhs/stfRmGrVrmZqVQq1vzZ9tGmU6fcs5lTpkS/559f6OeXSqWiV/Xn17a6vt+LL+Tm1HaQrv5MNth3v5j3s0mlqtfebbcobN06hn36aW2XVL9wAU8J/KTAe59/GaUlxVHYvNlP1iogQIAAAQIECBAgQIAAgQYpoCkCBBqQQLp561w3FTPG58YGBAgQIJB8gW17rxe91lwt+UElJECAAIH6ErAvAQIECBAgQIAAAQIECBAgkHwBCQkQaMICTe/fQGzCH7boBAgQIECAAAECTV1AfgIECBAgQIAAAQIECBAgQCD5AhISIECAAAECBAgQIECAAAECyReQcGkKVM6YETNfejGmP3BfzHr1v0tzaWsRIECAAAECBAgQIECAAIElEDCVAAECBAgQIECgIQpcctMDMXbilDhsz+2jV0m3hthinfY0u2xOjKv2GPLd6OgzYEi89XG/eP6Nj+Lh59+I2x95If5x1+Nx4Q33xVlX3BYn/fWf2ePsK2/LPsu8u+PRF7K1L739SfQfOCwmTZ0eRYXNY/WuXWKrjUpjnx23iCP23iFOOHT3OOu4g+LCU4+Kv//xN3H9+b+Ni08/Ovvs+EN2i0N23y523XaT2Hz9nrF2j66xcucO0bplUZ1aNLbNymbOjMkjR8aKPdeOgsLCBdpP5eXN92zmlCkxe9q0eOPmm+K80rXnO24++KCYM2tWjB00MDdn8qiR8fYdd8RDp58ef9/553HFNlvHkA8+yL3PDMYNHhzLr7pqtO7UKXM735FK1+yPRJoyelRMGzcuu8e8fZ3fqzT6PP10TPzuu5g9fXpu7eVWXjmat2yZu88MCtu0jfzmzWP8t99mbmPa+Akxc/LkWHnddSOVSmWfzT2lUqlI581vs8F++8bK66wTD//+93HtrrvEp48/HhnfqOVXZv+W7dtH++LiBWam0nmRmsekfPbsmD5hwiI/v8LWraNdddZJ3w1frF4yDbSq7qXdSl0yw/mOzNrNiooi8/nN98LNYgqYRuDHBUaMmRBDh4+p/v87FvzPhh+f6S0BAgQIECBAgAABAgQINBwBnRAg0JAE0oVtc+1UzJqSGxsQIECAQPIFdtx6w1irx6rJDyohAQIECNSTgG0JECBAgAABAgQIECBAgACB5AtISIBAUxao2b/t1pSFZCdAgAABAgQIECCQFAE5CBAgQIAAAQIECBAgQIAAgeQLSEiAAAECBAgQIECAAAECBAgkX0DCpSswY0aM/91JMfGv58XUf9+5dNe2GgECBAgQIECAAAECBAgQWFwB8wgQIECAAAECBBqcwM0PPhsDvx0ZO2+1UWy7yToNrr8laaiiojKmz5gV4ydNieGjx8fAYSOjz4Ah8dbH/eL5Nz6Kh59/I25/5IX4x12Px4U33BdnXXFbnPTXf2aPs6+8Lfss8+6OR1/I1r709ifRf+CwmDR1ehQVNo/Vu3aJrTYqjX123CKO2HuHOOHQ3eOs4w6KC089Kv7+x9/EDeefHJedeUyce+JhcepR+8axB+wcB+26Tey6zcbZeev3XD1WW2XFWKF9uyhq0XxJopr7A4FmRS1+8OTHb3sfcUQcePXVCz3W2Ha7qKqqirfvuCOu3mGHeOeuOyO/ebPY/KijYs+//jU6r7nWAovnN28e6by8BZ7X5sHyq6wS+1x8yUJ72v3cv0Rh69a1WS5XW1D9vZu7+ZFBm06d45d33hVH3nZbtFtp5Xj8T3+Ma3baMUZ88cWPzFr4q3ReXuQV5C/8ZR0/TaXTkUov+rNZXNc6jtHwt9MhgZ8Q6Fv9z+O2rVpGaUnxT1R6TYAAAQIECBAgQIAAAQINVkBjBAg0KIF08za5fipnTc6NDQgQIECAAAECBAgQILBEAiYTIECAAAECBAgQIECAAAECyReQkACBJi2QbtLphSdAgAABAgQIECDQhAREJUCAAAECBAgQIECAAAECBJIvICEBAgQIECBAgAABAgQIECCQfAEJl65AukOHSLdsmV20fPCg7NWJAAECBAgQIECAAAECBAjUt4D9CRAgQIAAAQIEGpbAoy+8Ge9//lVsvM4asd/Pt2wQzc0umxOTp06L0eMmxtDhY+Krwd/FZ18Oivc++zJe+6BPvPDmR/GfV96JB599Pe56/KW46cFn4x//fiIuvenBOP+6u+OcK2+L0y66MU4477o4/i//iFMuuiHOuuK2OO/af8clNz4Q/7jr8bjj0Rfi4effiJfe/iT6DxwWk6ZOj6LC5rF61y6x1Ualsc+OW8QRe+8QJxy6e5x13EFx4alHxd//+Ju44fyT47Izj4lzTzwsTj1q3zj2gJ3joF23iV232Tg7b/2eq8dqq6wYK7RvF0UtmjcIz6bWRF5+fjQrKoqR/fpHZXn5AvFnV39vzfuwoLAw8ps3rz4Ko+eOOy306Ni9e0wdMybev+fuWG/vveOUF16MfS66ODY++JDosfU21fu1mHfJKGzdOiZ8+23MmDhxvueZm/JZs6JiIX1l3s17ZNYomzkzVl1//YX21GOrrSLT+7xzfmqcqc9v3jxGfNFvgdKM1ZyZsxZ4ns7Li26bbBpH3HJLHP/II9k9X7ji8iibMWOB2kU9yGSZNn58TBo+YoGS8tmzo2LOnNzz/ObNo+Xyy1d/fl/EnGqr3Iv/H8yaOjUmffdddFx9tWjW4n/uk0eOjIzX/5dlL1PHjl3oZ5D5XDLvskXznCYOGxaZ5x1XX32ep4aLK2AegZ8SeL/Pl1Fa0jUKmzf7qVLvCRAgQIAAAQIECBAgQKCBCvxXHkAAABAASURBVGiLAIGGJZDXol3ktewYzTutHal0XsNqTjcECBAgsEwFrrjhgfis38BluofFCRAgQKDpCkhOgAABAgQIECBAgAABAgQIJF9AQgIEmrZAumnHl54AAQIECBAgQIBAkxEQlAABAgQIECBAgAABAgQIEEi+gIQECBAgQIAAAQIECBAgQIBA8gUkXAYC+d26Z1etGD06Kmvxl3BkJzkRIECAAAECBAgQIECAAIGlL2BFAgQIECBAgACBBiTw2vufx7OvfxjdVu4cvz5wl0V2VlVVFeXlFTG7bE7MmDkrpk6fEZOmTItxE6fE6PGTYsSYCTFs5NgYOnxMDPpuVHw9dHj0+2ZofPzF1/H2J/3j5Xc+jadffT8eeeHNuOfJV+LWh5+Pf937ZFx1+yNx0Q33x7l/vyvOvOzWOPmC6+PXf/57nPTXf8bvL70l/nTNnXHB9ffGFbc+HNfd/Z+45aHn4u4nXo6HnnsjnnzlvXjjw77R56shMWzEmGxP+fl50WG5ttG960qxQWmP2L73urHXz3rHQbtuE0fus2Mcd9Cu8bsj9o6zjjsoLjz1qPj7H3/zf+zdCYCcdX038N/Mzu4Gkg2BQLjJJpDl2gVFAoJCiPUkiiDgfVvPGqxV22os2L493re1rSX1aNVaDxSqeIBV4gWJJwQEkgBJgGwCBNhFIIQzszPPvPvMkgHClWNnd+aZTzrP8/yf5/k//9/v+5kZqyFk4wt/fVb845+/K87+kzfFh9/+mvjjM19enX/ynNlxwtG98dzDDooD9987pk2dEjvv1Pm0Rm40jsCEyZNj376+uPGXS+L2669/QmN/6O+Pa77/vSdcm7LPPrFvb2+s+PGPYsPttz/h3uNPHtpwbzy8cWNMnT492gqF2q07V66M9cuX187TwcznHxcP/OEPseKSH0f6/UmvpdvQI4/E777+9UhKpfT0GbdZJ5wYD95995PWeMaHnuXmLnvtFXv29Dxl1nW/vypWXXbpE1Yobdr0hPM9ew6OA446Kh68557Y8t4TJm5xss/hvVWz33/3wig/LntSLsdV3/521WrzIztNnhw9c06Km3/72+p7uPl6ekwtl//wh7Hxrrui56S56aXqNnnPvWLj8D8PvXvt2up5ukvnrvz5zyM1T88fv6XXrl+0KNL6m6+nfV3+jW/EhK6uOOC5R22+XD2m89P3onpiR4DAqAjcMfzfHdL/3tDbM2NU1rMIAQIECBAgQOBZBNwmQIAAAQIECLSEwB4v+79x4J+vjekfuCI69z6yJTILSYAAAQIRQ8P//G3VzbfGgw893Ooc8hMgQIAAAQIECBAgQIAAAQLZF5CQAAECBAgQIECgDgL5OqxpSQIECBAgsAMCHiVAgAABAgQIECBAgAABAgSyLyAhAQIECBAgQIAAAQIECBAgkH0BCQkQIECAQPMIFLq7a82W+tfUxgYECBAgQIAAAQLPJuA+AQIECBAgQCAbAo88Uoz0Byted+O6+NVV18VFv/itjYHPgM+Az0CGPgM/+Plv47s/+XV8+5Ilcf7/XhbnXfSL+Pr3fxZfufAn8aXvLIr/uOBH8blv/jAWfv2i+MxXvxf//F8Xxj9+8dvxD184Pxb863/HNy66NApt+Xjo4UfiLz/9X/Gxf/xS/Nk//Gd86O++EB/8m8/G+z+1MN7zV/9W3dJxei29l85J5378n/8rPjm8zjnnfi3+5rPnxd9+/pvVtdMa//rf34vPf+t/h3tZVO3t+z/7Tfz8N9fEVStuiptvuT3+cO/GKJXKMXHnCbHvXrvH4bMOiBccdVjMO+mYOONlJ8SbT/mjSH8Y/wfffEp89F1nxCff/8b4P3/6tvinv/jjWPhXH4gv/u2fVo/peXp9wfveEB955+nxJ296VfzxGS8bfv5F1XVeOffYePHxz40XPu/wOLqvJ3p7uh/3A/07s/H/8KV4gkAul4tj3/zmaGtvj6++8x2x+POfi+t/+pNY8h9fiG/+yQdi70MPfcL89gkTYu4H58fD990Xnz/t1Oq8dP6KH/8ofvwPfx/f/shHovjQQzFl3/1ijwMPHL7/H7U1f/5v/xYXf+qcmLznnk9Yc8axx8aBxx0XP//MZ+LCP//zSNf6/YUXxlfe+pZIyqVIaz7hgac4mfH858dRp59RXeMb73l3LPvhD6s5lp7/rfjvd7w9blyy5CmeeuZLHTvvHMe99W2x4fbb40tvfENcft551TXTnD/5x396ks3//u3/iW+877212r8499y4ftGiOPTFL4mdpkyJ0qZNcd4H3h//8+EPR1IqPW3xvXp64shTXh3XfP/78Y33vKe6XprnvOG171y1MibuttsTnn3+W98aM2YfU133ex//y6pfOj91+Nln/jX+aP5ZMXPYZ/NDh73spVXTbw738tuvfrU6/8Jh9zW//c2T1k6fSf1v+NlP44I//VB1brr2f735TXHdTxbFC97+jur7nM5Lt65p06prp5+f9H3sv+Ly9LKNAIEdFFi+em3sMmli9PV07+BKHidAgAABAgQIbI2AOQQIECBAgAABAgQIECBAILsCxeLIP6frGP7no9lNuTXJzCFAgAABAgQIECBAgAABAgSyLyAhAQIECBAgQIBAPQTy9VjUmgQIECBAYLsFPEiAAAECBAgQIECAAAECBAhkX0BCAgQIECBAgAABAgQIECBAIPsCEhIgQIAAgSYSKMyYWeu21N9fGxsQIECAAAECBAg8i4DbBAgQIECAAIEmFVi3fjAuXPSr+LsvfCs++n+/GPP/9nNx9rlfi3/72vfjh5deHqv719sY+Az4DPgMZOgzcOPa9bHu9sG4feCeuOue++LejQ/EAw8/EsWhUiRJEoV8W+zU2RGTJ+4Uu+3SFXvtvmvsv/fuMW34OHj3hmjL5+KlL3xeHN3XE8cfdWicdMwR8eLjnxuvOPHoePUfHRdnvOyEeP28k+JNp7wo3nrqi+Ntr3lJvOP0l8a7znxZvOe1r4j3vv7keP8bXhkffPMpMf8tr44Pve3U+PDbT4uPvuuM+Mv3vi4+Nf8t8X8/+s74zCfeF1/467Pic5/6YPzLx98Tf/9n74iz/+RN8efvfm186K2nxntfd3K87bSXxOtOnlOt+7ITnhdzjumLY488JI48ZGYcPGO/mL7vtGr/U7omxYThTDEav6yRWYG9Dzk03v2t86P7mGPiss9/Pv7nwx+O1UuWxKl/9/dxwNFHPyn3vn198a5vnBcHPO95celnP1ud/72PfzzuuOGGeO5pp0X7TjvFhEmT4rS//4fY5/DDa3MGVq+KM//5X2KXvfd+wpodO+8crzt3Ybzwne+Km371y/jOxz42/My/x3NOPS1eMHztCZOf5qStUIiX/+Vfxis+/okYvPnm+O5f/kW1ryX/+Z+x92GHRdrz0zz6jJcPnjs33vHVr8WUffeNH//D38e3P/KRuOfWW+OMT386pnZ3P+HZ6UfPjj88rvbyH14cr/rUX8ec978/crlcPLRhQ9x1440x8/jjIj/c7xMeftxJeu8Vn/hEnPyJBfGHtf3VLD/6u7+NvQ89rJqv0Nn5uNlRtX79v/97vOiss+KmX/+66pfm3/TQQ/Gmz38hjn/nO6v149Ff6fv9+nMXVt+HRf/0j3HhX/xFTJq6W5z2D/83Cp1PXDt9ZOddd43X/du5w3N2r86trv3gg/Haf/3XJ6996KHx0uH3786VK6t9bFh/e7qEjQCBHRS4YvnK6O2ZHp0d7Tu4kscJECBAgAABAlshYAoBAgQIECBAgAABAgQIEMiwwMSdJ8RH3/e6OOSgAzKcciuimUKAAAECBAgQIECAAAECBAhkX0BCAgQIECBAgACBugjk67KqRQkQIECAwHYKeIwAAQIECBAgQIAAAQIECBDIvoCEBAgQIECAAAECBAgQIECAQPYFJCRAgAABAs0kUJj+2A/pKPWvaabW9UqAAAECBAgQGFcBxQkQIECAAAECzSRQqVTiimtXxWfPuzj+9vPfjKtvuDn6errj1JccHx9+x2vi7z78jvjCX58V//ej74yPvusMGwOfAZ8Bn4GMfQY+/PbT4kNvOzXmv+XV8cE3nxLvf8Mr472vPzne89pXxLvOfFm84/SXxtte85J466kvjjed8qI4/WUnxNLlq6r/r+7//fm74rSXvCBOffHxccqLjot5Jx0TJ8+ZHS8/4eh4yQuOij867jnxoucfGScdc0SccHRvvPCow+P45x4Wzz/y0Jh9xMFxdG9PHHX4QXHkITPjiINnRO+s7jjsoOlx8Iz94sD9945995waU6dMjvQHDrS15as1G2mnl2wLTO3ujjd97vNxzrLl8akV18Ufn/fNOOC5z40XvvNdseDKq2Kfww57AsAeBx74hPl/dc218c6vfT0OeuELI5fLVeema77jq1+rrpeu+cbPfi727OmJt3/lv6tbx847V+elu46ddooX/9mfxV/+9nfV+R/5xaVxzBvfGPs/5znV+mkf6bxn2tonTIhj3/SmSJ9N66VbOn7Zx/48dt511+qjac20/ml//w/V88fv0oxp1i1rpQ6pR7pe6pM6pdnSNT78059F1x57VJd5zqtfHX86fJ7OS7d0/JxTT422QqF6f8P69VEZHk1/3tHD+2d+pc+k+dP+07VSl9Rn6vTpkdZMaz9+hdTvxPe8Nz625JdVv/SZtOfHvx+Pn989e3Z84Ps/qM5NM738Lz8em9d+fP50nNabdtBB8apPfar2+fjgxT+Mw17y0tp7HY/+yuVyMft1r6++Z2kPzz3ttEfvOBAgsL0Ctw/cHevWD0bv8P9u3d41PEeAAAECBAgQ2BYBcwkQIECAAAECBAgQIECAQNYFDj5w/5g0caesx3zGfG4SIECAAAECBAgQIECAAAEC2ReQkAABAgQIECBAoD4C+fosa1UCBAgQILBdAh4iQIAAAQIECBAgQIAAAQIEsi8gIQECBAgQIECAAAECBAgQIJB9AQkJECBAgEBTCRRmzKj1W1pzc21sQIAAAQIECBAg8IwCbhIgQIAAAQIEmkbgol/8Ns459+vxxW//OIrFoXj7a14an/rgm+OUFx0XL3ze4XHYgQfEtKm7RD4/8kNrmyaYRgkQIECgbgKf+JevRLmcxCfe9/rYZdLEutVpgoW1SIDADgoM3nxT7LrffrHLXnvt4EoeJ0CglQSW37g2dumaFH2zulsptqwECBAgQIDA+AmoTIAAAQIECBAgQIAAAQIECGRfQEICBAgQIECAAAECBAgQIEAg+wISEiBAgAABAgQI1EkgX6d1LUuAAAECBLZDwCMECBAgQIAAAQIECBAgQIBA9gUkJECAAAECBAgQIECAAAECBLIvICEBAgQIEGgugfbpj/sL89vamqt53RIgQIAAAQIExk1AYQIECBAgQIBA4wtUKpX4+vd/Fhf/4vI48IC948/eeXp8+B2viRccdVgUCn4fqPHfQR0SIEBgfAQ+tfCMd3a8AAAQAElEQVTrcd/9D8Z7XvuKmLFfq//A7vF5D1QlkBWB9L+PrrvyyjjohBOiY+edsxJLDgIExkBg6fJV0dczPTo7O8agmhIECBAgQIAAAQIECBAgQIAAgdYRKD84GHdf9nfV7YEbLmqd4JISIECgxQX6b70j3v2xT8ct6wdaWEJ0AgQIECBAgAABAgQIECBAIPsCEhIgQIAAAQIECNRLIF+vha1LgAABAgS2WcADBAgQIECAAAECBAgQIECAQPYFJCRAgAABAgQIECBAgAABAgSyLyAhAQIECBBoMoHcTjvFnt+/OPa7blXs9ul/bbLutUuAAAECBAgQGCcBZQkQIECAAAECDS5wz333x7lf+0EsuXJFvOXVL463nfaSOHTm/g3etfYIECBAYLwF/uUr3431A3fH6S87IWYfcfB4tzP+9XVAgMAOCeRyuTj9//1jvPCd79qhdTxMgEBrCdw+eHesWz8YvbO6Wyu4tAQIECBAgMD4CahMgAABAgQIEGghgWTTg3H3pX9f3TZe+60WSi4qAQIEWlugWCxVATra26vHltwJTYAAAQIECBAgQIAAAQIECGRfQEICBAgQIECAAIG6CeTrtrKFCRAgQIDANgqYToAAAQIECBAgQIAAAQIECGRfQEICBAgQIECAAAECBAgQIEAg+wISEiBAgACBZhRon9XTjG3rmQABAgQIECAwbgIKEyBAgAABAgQaWWDNrXfEv/73d2P1uvXxZ+94TZw4u7eR29UbAQIECDSIwFe/99O44eZb4qRjjoiXn/C8BulqfNtQnQABAgQIEBh7gRWr18YuXROjr6d77IurSIAAAQIECLSkgNAECBAgQIAAgVYSyE/oqsVNHrmvNjYgQIAAgWwLdHQUomfm/rHzThOyHfQZ0rlFgAABAgQIECBAgAABAgQIZF9AQgIECBAgQIAAgfoJ5Ou3tJUJECBAgMA2CZhMgAABAgQIECBAgAABAgQIZF9AQgIECBAgQIAAAQIECBAgQCD7AhISIECAAAECBAgQIECAAAEC2ReQkAABAgQIECDQsAJXX39TfPrLF0aSVOJTH3xLHHrgAQ3bq8YIECBAoHEEfnjp5fGrq66LvoNnxJtOeVHjNDa+nahOgAABAgQIjIPAFctXRd+s7ujoaB+H6koSIECAAAECLSggMgECBAgQIECgpQTadtqtljfZtLE2NiBAgACBbAvM2H/v+Nj7XxeTu3bOdtCnT+cOAQIECBAgQIAAAQIECBAgkH0BCQkQIECAAAECBOookK/j2pYmQIAAAQLbIGAqAQIECBAgQIAAAQIECBAgkH0BCQkQIECAAAECBAgQIECAAIHsC0hIgAABAgQIECBAgAABAgQIZF9AQgIECBAgQIBAYwo89PCmuPjSy6Ozoz3+7sNvjz12m9yYjeqKAAECBBpK4LfXXB8/+Plv44B99oiz3vLqhuptfJtRnQABAgQIEBhrgfUDd8e69YPR29M91qXVI0CAAAECBFpWQHACBAgQIECAQIsJ5PKRK0yohi4/sqF6tCNAgAABAtkXkJAAAQIECBAgQIAAAQIECBDIvoCEBAgQIECAAAEC9RTI13NxaxMgQIAAga0WMJEAAQIECBAgQIAAAQIECBDIvoCEBAgQIECAAAECBAgQIECAQPYFJCRAgAABAgQIECBAgAABAgSyLyAhAQIECBAgQKBBBS6+9Hdx6x13xdtf85IG7VBbBAgQINBoAqv7b4v/+s5PYtfJk+KvPvCmRmtvfPtRnQABAgQIEBhzgRWr18YukyZGb0/3mNdWkAABAgQIEGhRAbEJECBAgAABAi0okO+cXE2dPHJ/9WhHgAABAtkXuGX9YCy9ZmX2gz5dQtcJECBAgAABAgQIECBAgACB7AtISIAAAQIECBAgUFeBfF1XtzgBAgQIENhKAdMIECBAgAABAgQIECBAgACB7AtISIAAAQIECBAgQIAAAQIECGRfQEICBAgQINDMAg/98OK4718+Hfd9+h+bOYbeCRAgQIAAAQJ1F1CAAAECBAgQINCIAldff1P87DdXx4lH98aRh8xsxBb1RIAAAQINJnD3ho3xT1/+TrS15eMfPvLOButu/NvRAQECBAgQIDD2AktXrIrenunR2dE+9sVVJECAAAECBFpSQGgCBAgQIECAQCsK7PeW78eMP70uDvyLda0YX2YCBAi0pMCN/bfFl771vy2ZPQ1tI0CAAAECBAgQIECAAAECBLIvICEBAgQIECBAgEB9BfL1Xd7qBAgQIEBgqwRMIkCAAAECBAgQIECAAAECBLIvICEBAgQIECBAgAABAgQIECCQfQEJCRAgQIBAUwts+Jtz4v4vfzEe/P53mzqH5gkQIECAAAECdRawPAECBAgQIECg4QQeenhTXHzp5bH/3rvHW059ccP1pyECBAgQaEyBv/nsedXG/vqst0Zbm79+pYrx2M6IAAECBAgQGGOB9QN3x7r1g9HXM2OMKytHgAABAgQItLCA6AQIECBAgACBlhTo3PvIaN+1uyWzC02AAIFWFRgaKkVHe3urxpebAAECBAgQIECAAAECBAgQyL6AhAQIECBAgAABAnUW8G+g1hnY8gQIECCwNQLmECBAgAABAgQIECBAgAABAtkXkJAAAQIECBAgQIAAAQIECBDIvoCEBAgQIECguQUK3SN/iX5y772RPPhgc4fRPQECBAgQIECgbgIWJkCAAAECBAg0nsDFl/4ubr3jrjjtJS9ovOZ0RIAAAQINKbDgX74SDz28Kf7sHa+JPadOacgex7cp1QkQIECAAIGxFlixem1M6ZoUvT1++NxY26tHgAABAgRaV0ByAgQIECBAgAABAgQIECDQGgIzp+8dr3zxca0R9kkpXSBAgAABAgQIECBAgAABAgSyLyAhAQIECBAgQIBAvQXy9S5gfQIECBAg8KwCJhAgQIAAAQIECBAgQIAAAQLZF5CQAAECBAgQIECAAAECBAgQyL6AhAQIECBAoMkFCjNm1BKUbrqxNjYgQIAAAQIECBB4nIAhAQIECBAgQKDBBNatH4yf/ebqOOVFz4++nsd+f6fB2tQOAQIECDSQwD984fwYvOe+eOupL45DDzyggTproFa0QoAAAQIECIy5wNIVq6K3Z3p0drSPeW0FCRAgQIAAgRYVEJsAAQIECBAgQIAAAQIECLSIQM/M/eNlJ81ukbRbxHRKgAABAgQIECBAgAABAgQIZF9AQgIECBAgQIAAgboL5OteQQECBAgQIPAsAm4TIECAAAECBAgQIECAAAEC2ReQkAABAgQIECBAgAABAgQIEMi+gIQECBAgQKDZBQrdj/2AuNLatc0eR/8ECBAgQIAAgboIWJQAAQIECBAg0GgCl11xbew6uStOPKav0VrTDwECBAg0oMBnz7s41tx2Z7xy7rFxwtG9DdhhY7SkCwIECBAgQGBsBdYP3B3r1g9GX0/32BZWjQABAgQIEGhpAeEJECBAgAABAgQIECBAgACB7AtISIAAAQIECBAgQIAAAQIECGRfQEICBAgQIECAAIH6C+TrX0IFAgQIECDwjAJuEiBAgAABAgQIECBAgAABAtkXkJAAAQIECBAgQIAAAQIECBDIvoCEBAgQIECg6QUK3TNqGUpr+2tjAwIECBAgQIAAgZqAAQECBAgQIECgoQTW3HpH/Oqq62LO7L7YZdLEhupNMwQIECDQeALf+t/L4pobbo7nH3lovPqPjmu8BhunI50QIECAAAECYyywYvXamNI1KXp7HvtzC2PcgnIECBAgQIBA6wlITIAAAQIECBBoWYGhe9fFQ2t/Wd3KD93Tsg6CEyBAoJUEFl22NL5x4U9bKfLmrI4ECBAgQIAAAQIECBAgQIBA9gUkJECAAAECBAgQGAOB/BjUUIIAAQIECDyDgFsECBAgQIAAAQIECBAgQIBA9gUkJECAAAECBAgQIECAAAECBLIvICEBAgQIEGh+gUJ3dy3E0Nr+2tiAAAECBAgQIEBgs4AjAQIECBAgQKCxBBZfsTymTpkcJx7T21iN6YYAAQIEGk7gJ7/6ffzit9fEwTP2i3ed+bKG66+xGtINAQIECBAgMNYCS1esit6e6dHRXhjr0uoRIECAAAECLSsgOAECBAgQIECgdQXuX3Z+3PaVl1e3h/ova10IyQkQINBCArfePhjrB/7QQok3R3UkQIAAAQIECBAgQIAAAQIEsi8gIQECBAgQIECAwFgI5MeiiBoECBAgQOBpBdwgQIAAAQIECBAgQIAAAQIEsi8gIQECBAgQIECAAAECBAgQIJB9AQkJECBAgEAGBNoPPKiWotTfXxsbECBAgAABAgQIPCrgQIAAAQIECBBoIIGbbrk9fnP19XHi7L7omrhzA3WmFQIECBBoNIGrVtwY375kSewzbbf46LvOaLT2Gq8fHREgQIAAAQJjKrD+zj/EuvWD0dvTPaZ1FSNAgAABAgRaXEB8AgQIECBAgEALC+Qn7FJLn2zaWBsbECBAgEB2BYpDQ9HZ3p7dgE+XzHUCBAgQIECAAAECBAgQIEAg+wISEiBAgAABAgQIjIlAfkyqKEKAAAECBJ5GwGUCBAgQIECAAAECBAgQIEAg+wISEiBAgAABAgQIECBAgAABAtkXkJAAAQIECGRBINfREW17712Nkmtrqx7tCBAgQIAAAQIEHhMwIkCAAAECBAg0ksCSK5bHHrvtEicd09dIbemFAAECBBpMYO1tA/GF8/83unbeKf76rLc2WHeN2Y6uCBAgQIAAgbEVWH7j2th18qTom9U9toVVI0CAAAECBFpaQHgCBAgQIECAQCsL5Cd01eInj2ysjQ0IECBAILsCH3jbqfGn7z4juwGfJpnLBAgQIECAAAECBAgQIECAQPYFJCRAgAABAgQIEBgbgfzYlFGFAAECBAg8pYCLBAgQIECAAAECBAgQIECAQPYFJCRAgAABAgQIECBAgAABAgSyLyAhAQIECBDIjMAeX/yv2O+6VTHtwu9nJpMgBAgQIECAAIFRErAMAQIECBAgQKBhBFavXR+/veaGmDP7iNh5pwkN05dGCBAgQKCxBDY++FD8vy/9T7Wp//Onb6se7Z5VwAQCBAgQIEBgjAWuXLE6enu6o6OjfYwrK0eAAAECBAi0sIDoBAgQIECAAIGWFsh3TK7lLz+yoTY2IECAAAECGRMQhwABAgQIECBAgAABAgQIEMi+gIQECBAgQIAAAQJjJJAfozrKECBAgACBpxBwiQABAgQIECBAgAABAgQIEMi+gIQECBAgQIAAAQIECBAgQIBA9gUkJECAAAEC2REozJiZnTCSECBAgAABAgRGVcBiBAgQIECAAIHGEViydHnsufuUOHF2b+M0pRMCBAgQaDiB//PZb0apVI6/+sAbY+LOExquv8ZsSFcECBAgQIDAWAqsH7g71q0fjN5Z3WNZVi0CBAgQIECg5QUAECBAgAABAgRaWyA/YZcaH+75VwAAEABJREFUQPLIfbWxAQECBAgQyJaANAQIECBAgAABAgQIECBAgED2BSQkQIAAAQIECBAYK4H8WBVShwABAgQIPEnABQIECBAgQIAAAQIECBAgQCD7AhISIECAAAECBAgQIECAAAEC2ReQkAABAgQIECBAgAABAgQIEMi+gIQECBAgQIAAgQYRWNV/W1x+7cqYM/uI2GlCZ4N0pQ0CBAgQaDSBv/nsebFh4wPxgTe+Mg7YZ1qjtde4/eiMAAECBAgQGFOB5av7Y8rkSdHX0z2mdRUjQIAAAQIEWlxAfAIECBAgQIBAiwt0TD0w9nj5/4u9T/+vmDL73S2uIT4BAgRaQ+BT//Lfcd53f9YaYTendCRAgAABAgQIECBAgAABAgSyLyAhAQIECBAgQIDAmAnkx6ySQgQIECBAYAsBpwQIECBAgAABAgQIECBAgED2BSQkQIAAAQIECBAgQIAAAQIEsi8gIQECBAgQIECAAAECBAgQIJB9AQkJECBAgAABAo0isHjp8thn2m4x55gjGqUlfRAgQIBAgwn8y1e+G7fecVe89hUnxnMPO6jBumvsdnRHgACBZhKoVCrN1K5eCTylwJUrVkffrOnR3l54yvsuEiBAgAABAgTqIWBNAgQIECBAgECrCxQm7xu7HvfB6DriddGxxyGtziE/AQIEWkKgWCxFR0dr/V58S7yxQhIgQIAAAQIECBAgQIAAgRYXEJ8AAQIECBAgQGDsBPJjV0olAgQIECDwBAEnBAgQIECAAAECBAgQIECAQPYFJCRAgAABAgQIECBAgAABAgSyLyAhAQIECBAgQIAAAQIECBAgkH0BCQkQIECAAAECDSFww823xNJlq+LE2UdEhx+O2BDviSYIECDQaAJf/J8fR/r/L158/HPjJS84qtHaa/R+9NcAApVKpQG60AKB5hDI5XLN0aguCTyNwG13/iHWrR+M3p4ZTzPDZQIECBAgQIBAXQQsSoAAAQIECBAgQIAAAQIEWk7ggH2nxd57Tm2l3LISIECAAAECBAgQIECAAAEC2ReQkAABAgQIECBAYAwF8mNYSykCBAgQIPA4AUMCBAgQIECAAAECBAgQIEAg+wISEiBAgAABAgQIECBAgAABAtkXkJAAAQIECGRP4JFfLomN/35u3POXH8teOIkIECBAgAABAtsl4CECBAgQIECAQGMIXHbF8th3r6kxZ3ZfYzSkCwIECBBoKIELf/KruGLZqjjq8IPidSfPaajemqMZXTaCQC6Xe1IbpcGBsDHwGRh4wndj81cll3vsO5PLPTZ+wmQnBBpUYMXqtbHr5K7o7elu0A61RYAAAQIECGRTQCoCBAgQIECAAAECBAgQINB6Au97yynxwpb6M2et9x5LTIAAAQIECBAgQIAAAQIEWk9AYgIECBAgQIAAgbEUyI9lMbUIECBAgEBNwIAAAQIECBAgQIAAAQIECBDIvoCEBAgQIECAAAECBAgQIECAQPYFJCRAgAABAhkU2Ljw32Lj5z8bD118USQPPpjBhCIRIECAAAECBLZRwHQCBAgQIECAQAMIrLhxbfz+uhtjztFHRKHQ1gAdaYEAAQIEGkngsiuWxSVLroxZ0/eJ97/hlY3UWvP0otPxF6iMtJDL5SKXy1VPHlm2LNbNm2dj4DMw/Bm498tfqn4v0l0+n699T9LzzVul8ugXafMFRwINLHDldaujr2d6dLQXGrhLrREgQIAAAQKZExCIAAECBAgQIECAAAECBAgQyL6AhAQIECBAgAABAgQIECBAgED2BSQkQIAAAQIECBAYU4H8mFZTjAABAgQIPCrgQIAAAQIECBAgQIAAAQIECGRfQEICBAgQIECAAAECBAgQIEAg+wISEiBAgACBLAoUZs6sxSrdfFNtbECAAAECBAgQaFUBuQkQIECAAAECjSCwZOnyOGCfaTHnmCMaoR09ECBAgEADCSxf3R/nXfSL2HP3KfHn735tA3XWXK3otoEEKg3Ui1YINKhALpeLfD4fuVwuqv83fAzfnfCreQRuu/MPsW79YPT2dDdP0zolQIAAAQIEMiEgBAECBAgQIECAAAECBAgQaEWBi37ym7hl/UDLRBeUAAECBAgQIECAAAECBAgQyL6AhAQIECBAgAABAmMrkB/bcqoRIECAAIGqgB0BAgQIECBAgAABAgQIECCQfQEJCRAgQIAAAQIECBAgQIAAgewLSEiAAAECBDIpUJgxs5ar1N9fGxsQIECAAAECBFpUQGwCBAgQIECAwLgLLFvVH1dff3OcOLsv8vncuPejAQIECBBoHIHbB++Oc7/2g9h5p8742z99e+M01nyd6LhBBHLD/1Unn89H4cQ5UXj/ByLe/Z4oveOd8chb3xoPvfnN8eCb3hwPvPFN1e3+N7wxbAxa4TOQfubTz376HUi/C0Nvf0cUCoXh/22Qj7a2tuox/e7E8K9cbvhLNHz0ItDoAitWr41dJ3dFb8+MRm9VfwQIECBAgEC2BKQhQIAAAQIECBB4VOCOC98Z/f96aNz093s9esWBAAECBLIqsKk4FBf/9Dex/s4/ZDXilrmcEyBAgAABAgQIECBAgAABAtkXkJAAAQIECBAgQGCMBfJjXE85AgQIECAQERAIECBAgAABAgQIECBAgACB7AtISIAAAQIECBAgQIAAAQIECGRfQEICBAgQIJBNgfYZM2vBSuvW1sYGBAgQIECAAIHWFJCaAAECBAgQIDD+AkuWLo/uffeMObP7xr8ZHRAgQIBAwwhs2lSMf/zSt6v9nP0nb6oe7bZXwHPjJZDL5Wqlc7lc5HIj286ve310nn5GtJ16WuRe/eqIV50SleGtPG9epFvp5JOrx3RsGzHhkE2H5JWvrH3Wk1e+KirDW274O1HonBCFtrbI5/O1700ul3vC96l2YkCgAQWuvG519PZMj/ZCWwN2pyUCBAgQIEAguwKSESBAgAABAgQIbBYYuntNDG24JZJN90dSfGDzZUcCBAgQyKBAcWiomqq9vVA9Zn8nIQECBAgQIECAAAECBAgQIJB9AQkJECBAgAABAgTGWiA/1gXVI0CAAAECgYAAAQIECBAgQIAAAQIECBDIvoCEBAgQIECAAAECBAgQIECAQPYFJCRAgAABAhkVKMycWUtW6l9TGxsQIECAAAECBFpSQGgCBAgQIECAwDgLXHvDzXHtyjVx4uy+ce5EeQIECBBoNIG//fy34sGHHomP/fEZMXXK5EZrr7n60e24CORyuWrdXG7kmJ7kcrnI5/ORz+Wjra0t2tvbo6O9Izo7O2PC8LbThAm1Yzq2TQgG2TZIP/fplr7P6XHC8Hegs6Oz+t1Ivx9t+bZIvzO5XC5yuVz4RaAZBG69465Yt34w+nq6m6FdPRIgQIAAAQJZEpCFAAECBAgQIECgJpCf8Ng/W0oeua923YAAAQIEsifQNXHneNcbTo4D9pmWvXBPlcg1AgQIECBAgAABAgQIECBAIPsCEhIgQIAAAQIECIy5QH7MKypIgAABAi0vAIAAAQIECBAgQIAAAQIECBDIvoCEBAgQIECAAAECBAgQIECAQPYFJCRAgAABAlkVKBwwvRZtqL+/NjYgQIAAAQIECLSigMwECBAgQIAAgfEWWLx0RczYb6844eje8W5FfQIECBBoIIH/95//E3f+4d545xkvjZ7u/Rqos+ZsRdfjJ1CpVKrFc7lc5PP5yA3/X1tbPgqFQrS3t0fH8DahszN2mrBTbdt5p50j3R5/zfgxHxbZskg/6+m2+X2d0Dkh0u9E+t1IvydtbW3D3530mzO8DX+Pcrlc+EWg0QVWrF4bu+3SFb093Y3eqv4IECBAgACBjAmIQ4AAAQIECBAg8JhA24RdaifJIxtrYwMCBAgQyKbA8486LKbtvms2w22RyikBAgQIECBAgAABAgQIECCQfQEJCRAgQIAAAQIExl4gP/YlVSRAgACBFhcQnwABAgQIECBAgAABAgQIEMi+gIQECBAgQIAAAQIECBAgQIBA9gUkJECAAAECmRXIdXREYf8DqvlK69ZWj3YECBAgQIAAgRYVEJsAAQIECBAgMK4CV19/Uyxf3R8nHXvEuPahOAECBAg0lsBnz7s4brrl9jjlRcfFcc85rLGaa85udD2OArlc7gnV8/l85HK5yOdz0V5oj472jujs7IwJj247TZgQNgat+hnY/D3oGP7nuZ0dnVFoK0Sh0Db8fclXt3j0Vy73xO/Vo5cdCDSMwFXX3xi9Pd3D/zlfaJieNEKAAAECBAi0hICQBAgQIECAAAECjxPId06unZU33VcbGxAgQIAAgSYX0D4BAgQIECBAgAABAgQIECCQfQEJCRAgQIAAAQIExkEgPw41lSRAgACBlhYQngABAgQIECBAgAABAgQIEMi+gIQECBAgQIAAAQIECBAgQIBA9gUkJECAAAEC2RZonzUr8rvvHoUZMyPZsCHbYaUjQIAAAQIECDytgBsECBAgQIAAgfEVWLx0RRx0wD5x/HMPG99GVCdAgACBhhH46vd+GtfccHO84KjD4lUvOrZh+mruRnQ/3gKVSiVyuVxty+fyUSgUoq0tHx0dHdHRPrJ1dnTGhM4JI9uECbHTTjvFhOGjbQKHjH4Oap/x4c99+vnfacJOkR7T70T6HWlvL0Q+n4/0O5PL5arfofCLQIML3HrHH2Ld+sHo6+lu8E61R4AAAQIECGRPQCICBAgQIECAAIHHC0zY96jo6j09phz7vihM3PPxt4wJECBAIGMCtw/cHf/0+Qvirrtb4d8RzNibJw4BAgQIECBAgAABAgQIECDwFAIuESBAgAABAgQIjIdAfjyKqkmAAAECLSwgOgECBAgQIECAAAECBAgQIJB9AQkJECBAgAABAgQIECBAgACB7AtISIAAAQIEMi4wdeHnYp/Fv449v/uDyE+ZkvG04hEgQIAAAQIEnkbAZQIECBAgQIDAOApcteLGuO7GtXHiMX3j2IXSBAgQINBIAhf/4nfxq6uuiyMPmRlvf81LG6m15u5F9+MukMvlntBDPp+PfC4fhbZCtLXlo729UN06OtqHj+3R0dERHe0jW2dHZ9gYZPUzsPlz3pF+5oe3zd+F9FgotEVbfmTL5/Ox+Vcu98Tv0+brjgQaRWDFjf2x2y5d0Turu1Fa0gcBAgQIECDQKgJyEiBAgAABAgQIPEFgl6PfFXuf+bWYdvI/R/tuM55wzwkBAgQIZEtg4wMPxuo1t0Y5SbIV7KnSuEaAAAECBAgQIECAAAECBAhkX0BCAgQIECBAgACBcRF47N9eGpfyihIgQIBAqwnIS4AAAQIECBAgQIAAAQIECGRfQEICBAgQIECAAAECBAgQIEAg+wISEiBAgAABAgQIECBAgAABAtkXkJAAAQIECBAgMJ4Ci69YFj3d+8Zxzzl0PNtQmwABAgQaROA3V18fF/3idzFzv73ig28+pUG6ykYbUjSOQC6Xi3w+H7ncYxVvrcoAABAASURBVMe2fFvkc/kotBUe3dqivVCoboW2tuFrNg7Z/gw88fNeGP7MFyL9XqRb+n1Jt1wuV/3e5HK58ItAowtcdd2N0dszPQqFtkZvVX8ECBAgQIBAxgTEIUCAAAECBAgQIECAAAECrSpQLJaq0Tva26vHLO9kI0CAAAECBAgQIECAAAECBLIvICEBAgQIECBAgMD4COTHp6yqBAgQINCiAmITIECAAAECBAgQIECAAAEC2ReQkAABAgQIECBAgAABAgQIEMi+gIQECBAgQIAAAQIECBAgQIBA9gUkJECAAAECBAiMm8AVy1bFDWtujTnHHDFuPShMgAABAo0jsKr/tvjKhT+J3XedHB9/3+sbp7FsdCJFAwrkcrlqV/l8PnK5XKTHzVtbW1v1PJd74vXN9x3zVR8O2XPY8rOfy+Wq348Y/pXLPTYePvUi0LACt95xV6xbPxi9s2Y0bI8aI0CAAAECBDIrIBgBAgQIECBAgAABAgQIEGhZgSMOnRlf/KePxm5TurJuIB8BAgQIECBAgAABAgQIECCQfQEJCRAgQIAAAQIExkkgP051lSVAgACBlhQQmgABAgQIECBAgAABAgQIEMi+gIQECBAgQIAAAQIECBAgQIBA9gUkJECAAAECBAgQIECAAAECBLIvICEBAgQIECBAYPwElixdHofM3D+OOeLg8WtCZQIECBBoCIE/3Lsxzv36D6Kzoz3O+eCbG6KnbDUhTaMK5HK5amv5fD5yudyTtvS6LR8Msm+Qyz3x85++57lcrvrex/CvXC43vPci0BwCy1evjV136Yq+nu7maFiXBAgQIECAQIYERCFAgAABAgQIECBAgAABAgSyLyAhAQIECBAgQIAAAQIECBAgkH0BCQkQIECAAAECBMZLID9ehdUlQIAAgRYUEJkAAQIECBAgQIAAAQIECBDIvoCEBAgQIECAAAECBAgQIECAQPYFJCRAgAABAgQIECBAgAABAgSyLyAhAQIECBAgQGCcBC6/5oZY1X9bzJndN04dKEuAAAECjSJQqVTin778nSgWh+Lj7319TOjsaJTWstOHJA0tkMvlqv3lcrnI5Ua26gU7Ai0qkMuNfA9yuVxVIJcbOVZP7Ag0gcDvr78x+mZNj0KhrQm61SIBAgQIECCQKQFhCBAgQIAAAQIECBAgQIBACwts2PhArF5za/YFJCRAgAABAgQIECBAgAABAgSyLyAhAQIECBAgQIDAuAnkx62ywgQIECDQcgICEyBAgAABAgQIECBAgAABAtkXkJAAAQIECBAgQIAAAQIECBDIvoCEBAgQIECgVQSK11wdG//j83HPRz8cycaNrRJbTgIECBAgQIBAVcCOAAECBAgQIDBeAouXrojDDjwgju7rGa8W1CVAgACBBhH4289/K+7ZsDHmv/mU2HfPqQ3SVbbakKb5BHK5XORytlyOQS7XegbN943VMYHHBG69465Yt34wenu6H7toRIAAAQIECBAYIwFlCBAgQIAAAQIEnixQfvCuuOvHH4s7vvP2uGfJp588wRUCBAgQyIzAldeuin/94ncyk+fpgrhOgAABAgQIECBAgAABAgQIZF9AQgIECBAgQIAAgfETyI9faZUJECBAoMUExCVAgAABAgQIECBAgAABAgSyLyAhAQIECBAgQIAAAQIECBAgkH0BCQkQIECAQMsIPPCt82LjuZ+Jh378oyit7W+Z3IISIECAAAECBCICAgECBAgQIEBgXAR+e831ceO69THnmCPGpb6iBAgQINA4Ap/57+/FLbcPxhtfNTeOOGRm4zSWrU6kIUCAAAECBMZIYPnqtbHbLpOjr2fGGFVUhgABAgQIECBQEzAgQIAAAQIECBB4CoGk+FDc+7vPxf3Lvx0P3/a7p5jhEgECBAhkRaA4VIqO9kJW4jxdDtcJECBAgAABAgQIECBAgACB7AtISIAAAQIECBAgMI4C+XGsrTQBAgQItJSAsAQIECBAgAABAgQIECBAgED2BSQkQIAAAQIECBAgQIAAAQIEsi8gIQECBAgQaB2BwozHfqBQae3a1gkuKQECBAgQIEAgEBAgQIAAAQIExkdg8RXLo7enO446/KDxaUBVAgQIEGgIgS99+5K47qZ18dIXPi/mHntkQ/SUzSakIkCAAAECBMZK4PfX3xh9PdOjUGgbq5LqECBAgAABAgQeFXAgQIAAAQIECBB4KoF8Z1ftcvLI/bWxAQECBAhkT2DK5IlxyEEHZC/YExI5IUCAAAECBAgQIECAAAECBLIvICEBAgQIECBAgMB4CuTHs7jaBAgQINBCAqISIECAAAECBAgQIECAAAEC2ReQkAABAgQIECBAgAABAgQIEMi+gIQECBAgQKCFBAozZtbSltb218YGBAgQIECAAIHMCwhIgAABAgQIEBgHgV///vq4+ZY7Ys7svnGoriQBAgQINIrA+f97WVx+7cp4/nMOjTNffkKjtJXNPqQiQIAAAQIExkTg1jvuinXrB6O3p3tM6ilCgAABAgQIEHiCgBMCBAgQIECAAIGnFGjbaUrterLpvtrYgAABAgSyJ3D80b3x/re+OnvBHp/ImAABAgQIECBAgAABAgQIEMi+gIQECBAgQIAAAQLjKpAf1+qKEyBAgEDLCAhKgAABAgQIECBAgAABAgQIZF9AQgIECBAgQIAAAQIECBAgQCD7AhISIECAAIFWEmifObMWt7S2vzY2IECAAAECBAhkXUA+AgQIECBAgMB4CCy5YlkccfCMeM6hB45HeTUJECBAoAEEFv3yqvj5b6+Jw2dNj3ed8bIG6CjbLUhHgAABAgQIjI3AitVrY7dduqK3p3tsCqpCgAABAgQIEHicgCEBAgQIECBAgMDTCOTyke+YVL2ZPHJf9WhHgAABAgSaVUDfBAgQIECAAAECBAgQIECAQPYFJCRAgAABAgQIEBhfgfz4lledAAECBFpEQEwCBAgQIECAAAECBAgQIEAg+wISEiBAgAABAgQIECBAgAABAtkXkJAAAQIECLSUQGH6Y3/5/lB/f0tlF5YAAQIECBBoaQHhCRAgQIAAAQJjLvDLq66LNbfdGXOOOWLMaytIgAABAo0hcNWKG+M7i34ZB+yzR/zp205rjKay3YV0BAgQIECAwBgJXHX9jdHb0x2FtrYxqqgMAQIECBAgQKAmYECAAAECBAgQIPAMAvnOydW7SfGB6tGOAAECBLIpcM11N8UvL1+ezXAjqewJECBAgAABAgQIECBAgACB7AtISIAAAQIECBAgMM4C+XGurzwBAgQItISAkAQIECBAgAABAgQIECBAgED2BSQkQIAAAQIECBAgQIAAAQIEsi8gIQECBAgQaC2BXEdHFPbdrxq6tLa/erQjQIAAAQIECGRfQEICBAgQIECAwNgLLL7i2njuYQfGEQfPGPviKhIgQIDAuAv03zYQ/3HBj2LK5EnxVx9407j30xoNSEmAAAECBAiMhcAtt98V69YPRl9P91iUU4MAAQIECBAgsIWAUwIECBAgQIAAgWcSmPnRG6Pnrx+MA//i1mea5h4BAgQINLnAFdesjN/9/romT/FM7btHgAABAgQIECBAgAABAgQIZF9AQgIECBAgQIAAgfEWyI93A+oTIECAQAsIiEiAAAECBAgQIECAAAECBAhkX0BCAgQIECBAgAABAgQIECBAIPsCEhIgQIAAgRYUKMycWU1dKRajfPvt1bEdAQIECBAgQCDTAsIRIECAAAECBMZYYMnS5dUfhnji7L4xrqwcAQIECDSCwMYHH4qFX/9B5PO5WPD+1zdCS63Rg5QECBAgQIDAmAisWN0fU6dMjt6e7jGppwgBAgQIECBA4AkCTggQIECAAAECBAgQIECAAIEoDg1FR3t7diUkI0CAAAECBAgQIECAAAECBLIvICEBAgQIECBAgMC4C+THvQMNECBAgEDmBQQkQIAAAQIECBAgQIAAAQIEsi8gIQECBAgQIECAAAECBAgQIJB9AQkJECBAgEArCrTPPDDyu+0W7QfNiuT+ja1IIDMBAgQIECDQYgLiEiBAgAABAgTGUiCpVOKyK5bFUYfPit5ZfhjiWNqrRYAAgUYR+PSXvhP3P/hQfOyPz4wpXZMapa3M9yEgAQIECBAgMDYCv7/hpujtmR6FtraxKagKAQIECBAgQOBxAoYECBAgQIAAAQIECBAgQIBAxGkvOyHOeOWczFIIRoAAAQIECBAgQIAAAQIECGRfQEICBAgQIECAAIHxF8iPfws6IECAAIGMC4hHgAABAgQIECBAgAABAgQIZF9AQgIECBAgQIAAAQIECBAgQCD7AhISIECAAIGWFNjlz/8y9vnlb2PPH/ww2g8+pCUNhCZAgAABAgRaSkBYAgQIECBAgMCYCiy+YlncesddcdIxfWNaVzECBAgQaAyBf/zit+OOu+6Jd5/58jhw/70bo6nW6EJKAgQIECBAYAwEbrn9rli3fjD6emaMQTUlCBAgQIAAAQJPEnCBAAECBAgQIECAAAECBAgQGBbYd+/dY9+9dh8eZfIlFAECBAgQIECAAAECBAgQIJB9AQkJECBAgAABAgQaQCDfAD1ogQABAgQyLSAcAQIECBAgQIAAAQIECBAgkH0BCQkQIECAAAECBAgQIECAAIHsC0hIgAABAgQIECBAgAABAgQIZF9AQgIECBAgQIDA2AmUSuVYvHRZzO47OA498ICxK6wSAQIECDSEwOe++cO4cd36eM1LXxjHHHlIQ/TUOk1ISoAAAQIECIyFwIob18bUKZOjd1b3WJRTgwABAgQIECCwhYBTAgQIECBAgAABAgQIECBAIPsCEhIgQIAAAQIECBAgQIAAAQLZF5CQAAECBAgQIECgEQTyjdCEHggQIEAgwwKiESBAgAABAgQIECBAgAABAtkXkJAAAQIECBAgQIAAAQIECBDIvoCEBAgQIECAAAECBAgQIECAQPYFJCRAgAABAgQIjKHA4qXLY/2dd8eJs3vHsKpSBAgQINAIAl/7/s/i6utvij867jnxihOPboSWWqsHaQkQIECAAIExEfj99TdGb8/0aGvz17yNCbgiBAgQIECAwBMFnBEgQIAAAQIECDyrwNA9/XH/8m/Hht99Pop/WP2s800gQIAAgeYU+Ptzz4tFi5c2Z/PP1rX7BAgQIECAAAECBAgQIECAQPYFJCRAgAABAgQIEGgIAf9mSEO8DZogQIBAdgUkI0CAAAECBAgQIECAAAECBLIvICEBAgQIECBAgAABAgQIECCQfQEJCRAgQIAAAQIECBAgQIAAgewLSEiAAAECBAgQGCuBYnEolixdFsceeUgcMnP/sSqrDgECWyFQqVSqszYfqyd2BEZR4Ls//XX88soVccwRB8fr5500iitbamsFzCNAgAABAgTqL3DL7YOxbv1g9M3qrn8xFQgQIECAAAECTyHgEgECBAgQIECAwLML3L/iO3HHd94egz/QmDPQAAAQAElEQVT+aGy6/epnf8AMAgQIEGhKgY0PPBT33/9QU/b+bE27T4AAAQIECBAgQIAAAQIECGRfQEICBAgQIECAAIHGEMg3Rhu6IECAAIGMCohFgAABAgQIECBAgAABAgQIZF9AQgIECBAgQIAAAQIECBAgQCD7AhISIECAAAECBAgQIECAAAEC2ReQkAABAgQIECAwZgKLl66I2wfviTnH9I1ZTYUIENg6gVwuF5VK5UmTn+rakya5QOBZBC69/Nr48eKlccjM/ePdr33Fs8x2u04CliVAgAABAgTGQGD56rWx+66To7dnxhhUU4IAAQIECBAg8CQBFwgQIECAAAECBLZCID9hl9qs8qaNtbEBAQIECGRLYKg0FB0dhWyFGkljT4AAAQIECBAgQIAAAQIECGRfQEICBAgQIECAAIEGEcg3SB/aIECAAIFMCghFgAABAgQIECBAgAABAgQIZF9AQgIECBAgQIAAAQIECBAgQCD7AhISIECAAIHWFhi6cXXc/5Uvxz2f+ItIx62tIT0BAgQIECCQXQHJCBAgQIAAAQJjI/DIpmIsWbosjnvOYTFr+r5jU1QVAgSeUqBSqVSvP/6YjtMtvZEe0y0db962PN983ZHAswksW7kmvnnxpbHvnlPjI+88/dmmu183AQsTIECAAAECYyFw9Q03Re+s7mhr81e8jYW3GgQIECBAgMCWAs4JECBAgAABAgS2RiA/oas2Ldl0f21sQIAAAQLZEvjnsz8Qp7z0BdkKVU1jR4AAAQIECBAgQIAAAQIECGRfQEICBAgQIECAAIFGEfBvhzTKO6EPAgQIZFFAJgIECBAgQIAAAQIECBAgQCD7AhISIECAAAECBAgQIECAAAEC2ReQkAABAgQItLjAwz/9Sdz36X+Mh37w/Ri67roW1xCfAAECBAgQyKyAYAQIECBAgACBMRJYsnR53PmHe2POMX1jVFEZAgSeTiCXy0WlUqneTo/pliTJE87Tk8dfy+Ueeya9ZyOwNQLrB+6O//z2JdE1cef45PvfuDWPmFMvAesSIECAAAECdRe45fbBWLd+MHp7uuteSwECBAgQIECAwFMKuEiAAAECBAgQILBVAm2dU2rzkk331cYGBAgQIECgKQQ0SYAAAQIECBAgQIAAAQIECGRfQEICBAgQIECAAIGGEcg3TCcaIUCAAIHMCQhEgAABAgQIECBAgAABAgQIZF9AQgIECBAgQIAAAQIECBAgQCD7AhISIECAAIFWFyjMmFkjGOpfUxsbECBAgAABAgSyJCALAQIECBAgQGAsBB56eFNcdsWyeMFRh8WBB+w9FiXVIEDgaQQqlUqkW3o7PSZJEvcNJvH9TxejXC4/Yds856mO6TUbgWcSeGRTMRZ+/Qexafj45+8+MwqFtmea7l6dBSxPgAABAgQI1F9g+eq1MXXK5Ojr6a5/MRUIECBAgAABAk8h4BIBAgQIECBAgMDWCeQnTK5NTB7ZWBsbECBAgEC2BFbdfGvcd/+D2QoVEQIRIECAAAECBAgQIECAAAEC2ReQkAABAgQIECBAoHEE8o3Tik4IECBAIGMC4hAgQIAAAQIECBAgQIAAAQLZF5CQAAECBAgQIECAAAECBAgQyL6AhAQIECBAoOUF2mfOrBmU+tfUxgYECBAgQIAAgQwJiEKAAAECBAgQGBOBJUuXx1333BdzjjlyTOopQoDAUwtUKpXqjfSYJEmk24aBcnz9Ew/FNYuG4vufLkapXIpyUh7ZyuVI56Zb9cFHd1ueP3rZgcATBP75vy6MuzdsjA+//bTYa/ddn3DPyZgLKEiAAAECBAiMgcDVN9wUfT3dkc/7693GgFsJAgQIECBA4MkCrhAgQIAAAQIECGylQOfeR8Z+77ikuk059gNb+ZRpBAgQINBMAps2DcWnv3BB3HDjumZqe2t6NYcAAQIECBAgQIAAAQIECBDIvoCEBAgQIECAAAECDSTg3xBpoDdDKwQIEMiWgDQECBAgQIAAAQIECBAgQIBA9gUkJECAAAECBAgQIECAAAECBLIvICEBAgQIECBQmDGzhlDq76+NDQgQIECAAAEC2RGQhAABAgQIECBQf4EHH34kLrtiWZxwdG/M2G/P+hdUgQCBpxSoVCrV6+lx87ZhoBzf/KtNcdfa6q1Y9tNyXPTPpSiVytWtnJQj3ZIkiXQbmTWyT9cYGdkTeLLAv331+7F2/UC85dV/FIcdNP3JE1wZYwHlCBAgQIAAgXoLrFs/GOnW29Nd71LWJ0CAAAECBAg8jYDLBAgQIECAAAECWyuQ75gUO3efUN06dp+1tY+ZR4AAAQJNJFAcGqp229FeqB6zs5OEAAECBAgQIECAAAECBAgQyL6AhAQIECBAgAABAo0kkG+kZvRCgAABAhkSEIUAAQIECBAgQIAAAQIECBDIvoCEBAgQIECAAAECBAgQIECAQPYFJCRAgAABAgQi19ERbfvsU5UYWrc2olyuju0IECBAgAABApkREIQAAQIECBAgMAYCl12+LO7esDHmzD5iDKopQYDAUwlUKpXq5fSYbuWkHPfeWYpvnV2Mwf6Re9UJw7sVP6/ERf88FEOloSiVysO/LZpEUkkifS7dhqfUXlue124YtLTAl7+9KFbcuDZe+aJj48TZfS1t0TDhNUKAAAECBAjUXWD56v7YfdfJ0dfTXfdaChAgQIAAAQIEnlLARQIECBAgQIAAAQIECBAgQKAmUCi0xQtn98WUyV21a5kYCEGAAAECBAgQIECAAAECBAhkX0BCAgQIECBAgACBhhLIN1Q3miFAgACBzAgIQoAAAQIECBAgQIAAAQIECGRfQEICBAgQIECAAAECBAgQIEAg+wISEiBAgAABAiMC7TNmjgzK5SjdduvI2J4AAQIECBAgkBEBMQgQIECAAAEC9RbY+MCDsWTp8phzTF9M33davctZnwCBpxCoVCrVq+kx3ZJKEvcNJHH+OUMx2D9yb/LUfJx81sTqvHR3w2X5+NFnKlEcKsbQ0FCUSuVIn0uSJNI10jmbty3PN193bE2BC360OH537Q3V/9x/9YuOa02EBkytJQIECBAgQKD+AtesvDn6erojn/dXu9VfWwUCBAgQIEDgqQRcI0CAAAECBAgQIECAAAECBB4T2GlCZ7zttS+LmdP3fuxiBkYiECBAgAABAgQIECBAgAABAtkXkJAAAQIECBAgQKCxBPxbIo31fuiGAAECWRGQgwABAgQIECBAgAABAgQIEMi+gIQECBAgQIAAAQIECBAgQIBA9gUkJECAAAECBB4VKMyY+egoYmjNmtrYgAABAgQIECCQAQERCBAgQIAAAQJ1F1h8xYq474EH46Rjjqx7LQUIEHiyQKVSqV5Mj+mWVJLYMFCO888ZisH+kXuTp+bj9AVd0XdSZ5x81sTq/HR3w2X5+NFnKlEcKkapVBreypE+nyRJpGulczZvW55vvu7YWgI/Wrw0fvabq+Ooww+KN5/yR60VvrHT6o4AAQIECBCos8C69YORbr09M+pcyfIECBAgQIAAgacVcIMAAQIECBAgQIAAAQIECBDIvoCEBAgQIECAAAECBAgQIECAQPYFJCRAgAABAgQIEGgwgXyD9aMdAgQIEMiEgBAECBAgQIAAAQIECBAgQIBA9gUkJECAAAECBAgQIECAAAECBLIvICEBAgQIECCwWaD9oIOicMD02OlFfxRtu+66+bIjAQIECBAgQCADAiIQIECAAAECBOorsOH+B2LJ0uUxZ3Zf7LfX7vUtZnUCBJ4kUKlUqtfSY7ollSQ2DJTj/LOHYrB/5N7kqfk4fUFXTOtuq87tO6kzTj5rYnWc7lYtKcSihfkoDhVjaGgoSqVypOskSRLpmumczduW55uvO7aGwK9/f31876e/joMO2Cfe/4ZXtkbopkmpUQIECBAgQKDeAitWr43dd50cvT3d9S5lfQIECBAgQIDA0wi4TIAAAQIECBAgsD0CQxtuiUfWX7U9j3qGAAECBBpc4J4N98dFP/lN3P/AQw3e6ba0Zy4BAgQIECBAgAABAgQIECCQfQEJCRAgQIAAAQIEGk0g32gN6YcAAQIEMiAgAgECBAgQIECAAAECBAgQIJB9AQkJECBAgAABAgQIECBAgACB7AtISIAAAQIECNQEJp75utjrxz+JqQs/Fx3PeW7tugEBAgQIECBAoOkFBCBAgAABAgQI1FlgydLl8eDDD8eJs4+ocyXLEyCwpUClUqleSo/pllSS2DBQjvPPHorB/pF7k6fm4/QFXTGtu606d/Ou76TOOPmsiZtPY+Xitrjk3FwMlYZiaGgoSqVylJNyJEkS6dq1icODLc+HL3m1gMDKNbfG177/09hr913jL97z2hZI3GQRtUuAAAECBAjUXeDqlTdFb0935HO5utdSgAABAgQIECDwlAIuEiBAgAABAgQIbLPAus/Ojv5/PTRu+c8TI4b/eeo2L+ABAgQIEGhogYG77o2Lf/qbePiRTQ3d5zY1ZzIBAgQIECBAgAABAgQIECCQfQEJCRAgQIAAAQIEGk4g33AdaYgAAQIEml5AAAIECBAgQIAAAQIECBAgQCD7AhISIECAAAECBAgQIECAAAEC2ReQkAABAgQIECBAgAABAgQIEMi+gIQECBAgQIAAgXoK3HPf/XHZ5cvjxNl9se+eU+tZytoECGwhUKlUqlfSY7ollSQ2DJTj/LOHYrB/5N7kqfk4fUFXTOtuq87dctd3UmecfNbE2uVVSwpxybm5GCoNRalUinI5iXJSjiRJIq1Rmzg82PJ8+JJXhgXuuue++OL/XBITOjvjL97z2gwnbd5oOidAgAABAgTqK7D2toFYt34w+nq661vI6gQIECBAgACBZxBwiwABAgQIECBAYNsF8p271B5KHtlYGxsQIECAQDYEikND1SAd7e3VYxZ2MhAgQIAAAQIECBAgQIAAAQLZF5CQAAECBAgQIECg8QTyjdeSjggQIECgyQW0T4AAAQIECBAgQIAAAQIECGRfQEICBAgQIECAAAECBAgQIEAg+wISEiBAgAABAgQIECBAgAABAtkXkJAAAQIECBAgUFeBJUuXR7FUipOOObKudSxOgMATBSqVSvVCeky3pJLEhoFynH/2UAz2j9ybPDUfpy/oimndbdW5T7frO6kzTj5rUu32qiWFuOTcXBSHilEa/n6Xy0mUk3IkSRJprdrE4cGW58OXvDIokAx/3v79GxfFxgcejA+//bSYtPNOGUzZ9JEEIECAAAECBOossOLGtbH7rpOjd9aMOleyPAECBAgQIEDgaQXcIECAAAECBAgQ2A6B/E671J4qb9pYGxsQIECAQDYEDpy+T3z0fa+LKbs89mdfmjyZ9gkQIECAAAECBAgQIECAAIHsC0hIgAABAgQIECDQgAL5BuxJSwQIECDQ1AKaJ0CAAAECBAgQIECAAAECBLIvICEBAgQIECBAgAABAgQIECCQjJWoIgAAEABJREFUfQEJCRAgQIAAAQIECBAgQIAAgewLSEiAAAECBAgQqJ/A3Rvuj8suXx5zZvfGXnvsWr9CViZA4AkClUqlep4e0y2pJLFhoBznnz0Ug/0j9yZPzcfpC7piWndbde6z7fpO6oiTz3rsL0JftaQQl5ybi+JQMUqlUpTLSZSTciRJEmnNx6+35fnj7xlnQ+Cfv3xh3D54d7z/DfOie989sxEqcykEIkCAAAECBOotcM3Km6O3pzvy+Vy9S1mfAAECBAgQIPA0Ai4TIECAAAECBAhsj0B+wi61x5JN99fGBgQIECCQDYFJE3eKgw/cPxthqinsCBAgQIAAAQIECBAgQIAAgewLSEiAAAECBAgQINCIAvlGbEpPBAgQINDEAlonQIAAAQIECBAgQIAAAQIEsi8gIQECBAgQIECAAAECBAgQIJB9AQkJECBAgAABAgQIECBAgACB7AtISIAAAQIECBCoo8DipcsiqSRx4uwj6ljF0gQIPF6gUqlUT9NjuqXfwQ0D5Tj/7KEY7B+5N3lqPk5f0BXTutuqc7d213dSR5x81qTa9FVLCnHJubkoDhWjVCpFuZxEOSlHkiSR1q5NHB5seT58ySsjAp//1v/G6rW3xetOnhNHHT4rI6kyGEMkAgQIECBAoK4Ca9cPxLr1g9E3q7uudSxOgAABAgQIEHhGATcJECBAgAABAgS2S6Ctc3LtuWTTfbWxAQECBAgQaEgBTREgQIAAAQIECBAgQIAAAQLZF5CQAAECBAgQIECgIQXyDdmVpggQIECgaQU0ToAAAQIECBAgQIAAAQIECGRfQEICBAgQIECAAAECBAgQIEAg+wISEiBAgAABAk8WKC67Nu79m0/F3R/6YDzyyyVPnuAKAQIECBAgQKDJBLRLgAABAgQIEKiXwF333BeLr1gWc2b3xZ5Tp9SrjHUJEHicQKVSqZ6lx3RLKklsGCjH+WcXY7B/5N7kqfk4fUFXTOtuq87d1l3fSR1x8lmTao+tWlKIS87NRXGoGKVSKcrlJMpJOZIkibSH2sThwZbnw5e8mlzg6z/4efz+uhvj5Dmz48XHP7fJ02S7fekIECBAgACB+gqsWL029thtl+jt6a5vIasTIECAAAECBJ5BwC0CBAgQIECAAIHtE5h06Ckxde4nqlth0t7bt4inCBAgQKBhBX665Mr4wMc/07D9bWtj5hMgQIAAAQIECBAgQIAAAQLZF5CQAAECBAgQIECgMQXyjdmWrggQIECgSQW0TYAAAQIECBAgQIAAAQIECGRfQEICBAgQIECAAAECBAgQIEAg+wISEiBAgAABAk8hUL7rrnjwgm/Fwz/7aRR/f9VTzHCJAAECBAgQINBUApolQIAAAQIECNRN4LIrlkV++P/mHHNE3WpYmACBxwQqlUr1JD2mW1JJYsNAOc4/uxiD/dVbMXlqPk5f0BXTuttGLmznvu+kjjj5rEm1p1ctKcQl5+aiOFSMUqkU5XIS5aQcSZJE2ktt4vBgy/PhS15NKvCDn/82lixdHi983uFx2kte0KQpWqZtQQkQIECAAIE6C1yz8ubondUd+by/zq3O1JYnQIAAAQIEnl7AHQIECBAgQIAAge0U2PnAF8XUkxZUt/bdZmznKh4jQIAAgUYVKBZL0dFRaNT2trUv8wkQIECAAAECBAgQIECAAIHsC0hIgAABAgQIECDQoAL+jZEGfWO0RYAAgeYU0DUBAgQIECBAgAABAgQIECCQfQEJCRAgQIAAAQIECBAgQIAAgewLSEiAAAECBAg8lUBhxmN/mdtQ/5qnmuIaAQIECBAgQKCJBLRKgAABAgQIEKiPwJ1/uDeWLF0eJx7bF7vvOrk+RaxKgEBNoFKpVMfpMd2SShIbBspx/tnFGOyv3orJU/Nx+oKumNbdNnJhB/d9J3XEyWdNqq2yakkhLjk3F8WhYpRKpSiXkygn5UiSJNKeahOHB1ueD1/yajKBn//2mvjhpZfHkYfMjLed9pIm674V25WZAAECBAgQqKfAuvWDkW69Pd31LGNtAgQIECBAgMCzCLhNgAABAgQIECBAgAABAgQIPJXApIk7xeRJE5/qVhNe0zIBAgQIECBAgAABAgQIECCQfQEJCRAgQIAAAQIEGlUg36iN6YsAAQIEmlBAywQIECBAgAABAgQIECBAgED2BSQkQIAAAQIECBAgQIAAAQIEsi8gIQECBAgQIPCUAu3TuyPaRn5AVmnNmqec4yIBAgQIECBAoGkENEqAAAECBAgQqJPAkiuWRXuhEHNm99apgmUJENgsUKlUqsP0mG5JJYl7B8px/tnFGOyv3orJU/Nx+oKumNY98nubI1d3fN93UkecfNak2kKrlhTiknNzURwqRqlUinI5iXJSjiRJIu2tNnF4sOX58CWvJhFYunxVnP+/l8WM/faKD775lCbpusXbFJ8AAQIECBCoq8Dy1f2xx66To6+nu651LE6AAAECBAgQeEYBNwkQIECAAAECBAgQIECAAIGnFJhz3JHxNx97x1Pea7qLGiZAgAABAgQIECBAgAABAgSyLyAhAQIECBAgQIBAwwrkG7YzjREgQIBA0wlomAABAgQIECBAgAABAgQIEMi+gIQECBAgQIAAAQIECBAgQIBA9gUkJECAAAECBJ5GoK0tCvvsW705tLY/olyuju0IECBAgAABAs0ooGcCBAgQIECAQD0Ebh+8Jy5bujzmHNMXu+0yuR4lrEmAwKMClUqlOkqP6ZZUkrh3oBwXnF2MweHfvkxvTt49H6cv6Ipp3W3p6ahvfSd1xMlnTaqtu2pJIS45NxfFoWKUSqXh30JNopyUI0mSSHusTRwebHk+fMmrwQXW3HpHfP0HP4/dd50cH3/v6xq8W+1tFnAkQIAAAQIE6itwzcqbo7dnRuRyufoWsjoBAgQIECBA4BkE3CJAgAABAgQIECBAgAABAgSyLyAhAQIECBAgQIAAAQIECBAgkH0BCQkQIECAAAECBBpXIN+4remMAAECBJpMQLsECBAgQIAAAQIECBAgQIBA9gUkJECAAAECBAgQIECAAAECBLIvICEBAgQIECDwDAKF7u6Ru+VylNbfNjK2J0CAAAECBAg0n4COCRAgQIAAAQJ1EViydFlMnDAh5hzTV5f1LUqAwIhApVKpDtJjuiWVJO4dKMcFZxdjsL96Kybvno/TP9EV07rbRi7Uad93UkecfNak2uqrlhTiknNzURwqRqlUinI5iXJSjiRJIu21NnF4sOX58CWvBhW47/4H4kv/8+Ph97ESH3nnGX7AbYO+T0/RlksECBAgQIBAHQXW3jYQ69YPRm/Po3+OoI61LE2AAAECBAgQeAYBtwgQIECAAAECBAgQIECAAIGnEbhz8J64Zfj38p/mdjNd1isBAgQIECBAgAABAgQIECCQfQEJCRAgQIAAAQIEGlgg38C9aY0AAQIEmkpAswQIECBAgAABAgQIECBAgED2BSQkQIAAAQIECBAgQIAAAQIEsi8gIQECBAgQIPBMAoXuGbXbpTVramMDAgQIECBAgEBzCeiWAAECBAgQIDD6Auvv/EMsvmJ5zJndF1O6Jo1+ASsSIFAVqFQqtWM6TipJ3DtQjgvOLsZgf/VWTN69LU7/RFdM624buVDnfd9JHXHyWY9971ctKcQl50YUh4pRKpWiXE6inJQjSZJIe358O1ueP/6eceMIfPa8i+OuezfGB998Suy+6+TGaUwnzyLgNgECBAgQIFBPgeWr18Yeu+0SfT3d9SxjbQIECBAgQIDAswi4TYAAAQIECBAgsCMCQxtuiXWff36s+aeZced337UjS3mWAAECBBpQ4KKf/CYuuOjSBuxsW1synwABAgQIECBAgAABAgQIEMi+gIQECBAgQIAAAQKNLJBv5Ob0RoAAAQJNJKBVAgQIECBAgAABAgQIECBAIPsCEhIgQIAAAQIECBAgQIAAAQLZF5CQAAECBAgQeEaB9hkzaveH+tfUxgYECBAgQIAAgaYS0CwBAgQIECBAoA4Ci5cuj8mTdo4Tj+mrw+qWJEAgFahUKukh0mO6JZUk7h0oxwVnF2Owv3oruqbm4/RPTIpp3W0jF8Zo33dSR5x81qRatVVL2uOScyOKQ8UolUpRLidRTsqRJEm1/9rE4UGaZfjg1aAC537t+9F/20C8/TUvjUNm7t+gXWrrKQVcJECAAAECBOoqcO2qm6OvpztyuVxd61icAAECBAgQIPCMAm4SIECAAAECBAjskEAun49Ndy6P0gMDUX7w7h1ay8MECBAg0HgCxaGh6OgoNF5j29qR+QQIECBAgAABAgQIECBAgED2BSQkQIAAAQIECBBoaIF8Q3enOQIECBBoGgGNEiBAgAABAgQIECBAgAABAtkXkJAAAQIECBAgQIAAAQIECBDIvoCEBAgQIECAwDMLFGbMjLZ99okJc06KwgHTn3myuwQIECBAgACBBhXQFgECBAgQIEBgtAVuveOuWLx0WZw4uy8mT9p5tJe3HgECwwKVSmV4H5Ee0y2pJHHvQDkuOLsYg/3VW9E1NR9nfLIrpnW3jVwY433fSR1x8vyJtaqrlrTHJedGFIeKUSqVolxOopyUI0mSao7axOFBmmn44NVgAl+58CexfPXaOP2lL4wXHHVYg3WnnWcTcJ8AAQIECBCon8Da2wZi3frB6O3prl8RKxMgQIAAAQIEtkLAFAIECBAgQIAAgR0TyHd01RYoP7KxNjYgQIAAgWwIPO+Ig+P4ow9v+jACECBAgAABAgQIECBAgAABAtkXkJAAAQIECBAgQKCxBfKN3Z7uCBAgQKBJBLRJgAABAgQIECBAgAABAgQIZF9AQgIECBAgQIAAAQIECBAgQCD7AhISIECAAAECzyLQecyxsfdPL43dP/cfsdMfvfhZZrtNgAABAgQIEGhIAU0RIECAAAECBEZdYPHS5bHbLl1x0rFHjPraFiRAIKJSqVQZ0mO6JZUk7h0oxwVnF2Owv3oruqbm44xPdsW06W0jF8Zp3ze3M06eP7FWfdWS9rjk3IjiUDFKpVKUy0mUk3IkSVLLtXlymm3z2HH8Bb59yS/jN1dfHy974fPi5ScePf4N6WBbBcwnQIAAAQIE6iiwYvXa2GO3XaK3Z0Ydq1iaAAECBAgQIPCsAiYQIECAAAECBAjsoEB+wi61FZJN99XGBgQIECCQDYHjnndYzD7ykGYPo38CBAgQIECAAAECBAgQIEAg+wISEiBAgAABAgQINLhAvsH70x4BAgQINIWAJgkQIECAAAECBAgQIECAAIHsC0hIgAABAgQIECBAgAABAgQIZF9AQgIECBAgQIAAAQIECBAgQCD7AhISIECAAAECBEZXYN36wVh8xbKYM/uImLjThNFd3GoECESlUqkqpMd0SypJ3DtQjgvOLsZgf/VWdE3Nxxmf7Ipp09tGLozzvm9uZ5w8f2Kti1VL2uOScyOKQ8UolUpRLivXedgAABAASURBVCdRTsqRJEkt3+bJacbNY8fxE/jxkivjJ7+6Ko57zmFxxstPCL+aUUDPBAgQIECAQD0Frll1c/T1dEeunkWsTYAAAQIECBB4VgETCBAgQIAAAQIERkMg3zm5ukyy6f7q0Y4AAQIECDSWgG4IECBAgAABAgQIECBAgACB7AtISIAAAQIECBAg0OgC+UZvUH8ECBAg0AQCWiRAgAABAgQIECBAgAABAgSyLyAhAQIECBAgQIAAAQIECBAgkH0BCQkQIECAAAECBAgQIECAAIHsC0hIgAABAgQIEBhlgcVXXBvTpu4SJ87uG+WVLUeAQKVSqSKkx3RLKkncO1COC84uxmB/9VZ0Tc3HGZ/simnT20YuNMi+b25nnDx/Yq2bVUva45JzI4pDxSiVSlEuJ1FOypEkSaTZahOHB1ueD1/yGkOBX151XXz3J7+K3lnd8c4zXjqGlZUaVQGLESBAgAABAnUT6L/1zli3fjB6e7rrVsPCBAgQIECAAIGtEjCJAAECBAgQIEBgVATaJu4ehcn7RcfuPaOynkUIECBAoHEEzvvez+La625unIa2pxPPECBAgAABAgQIECBAgAABAtkXkJAAAQIECBAgQKDhBfIN36EGCRAgQKDhBTRIgAABAgQIECBAgAABAgQIZF9AQgIECBAgQIAAAQIECBAgQCD7AhISIECAAAECBAgQIECAAAEC2ReQkAABAgQIECAwmgL9tw3EL6+6Lk6cfUTsvFPnaC5tLQItL1CpVKoG6THdkkoSGwaSuODsYgz2V29F19R8nPnJrpg2vW3kQoPt++Z2xsnzJ9a6WrWkPS45N6I4VIxSqRTlchLlpBxJkkSasTZxeLDl+fAlrzEQuHblmjjvop/HAftMiw+97dQxqKhEvQSsS4AAAQIECNRPYMWNa2Pa1CnRO6u7fkWsTIAAAQIECBDYCgFTCBAgQIAAAQIERkdgxoeWx8yPrIr93vbD0VnQKgQIECDQMALLb1gTN61d3zD9bE8jniFAgAABAgQIECBAgAABAgSyLyAhAQIECBAgQIBA4wvkG79FHRIgQIBAgwtojwABAgQIECBAgAABAgQIEMi+gIQECBAgQIAAAQIECBAgQIBA9gUkJECAAAECBAgQIECAAAECBLIvICEBAgQIECBAYFQFFl9xbey1x65x0jFHjOq6FiPQ6gKVSqVKkB7TLakksWEgifPP3hSD/dVb0TU1H2d+siv2mN42cqFB931zO2Pe/Im17lYtaY9FC3NRHCpGqVSKcjmJclKOJEkizVqbODzY8nz4klcdBW678w/x9R/8PCZPnBgffefpdaxk6TEQUIIAAQIECBCoo8C1q9ZEb0935HK5OlaxNAECBAgQIEDgWQVMIECAAAECBAgQIECAAAECBJ5FoFgsRUdH4VlmNfRtzREgQIAAAQIECBAgQIAAAQLZF5CQAAECBAgQIECgCQTyTdCjFgkQIECgoQU0R4AAAQIECBAgQIAAAQIECGRfQEICBAgQIECAAAECBAgQIEAg+wISEiBAgAABAlsrULr1ltjwd/8n7vmzD8WDF357ax8zjwABAgQIECDQAAJaIECAAAECBAiMnsDNt9wev/799TFn9hHR2dE+egtbiUCLC1QqlapAeky3pJLEhoFynH/2phjsr96Krqn5OPOTXbHH9LaRCw2+753bGfPmT6x1uXJxIRYtzEVxqBilUinK5STKSTmSJIk0c23i8GDL8+FLXnUQePiRTfGlb/84HnzokTjrra+OnSZ01qGKJcdOQCUCBAgQIECgXgL9tw3EuvWD0Teru14lrEuAAAECBAgQ2EoB0wgQIECAAAECBAgQIECAAIFnE/jA218dL5jd+2zTGvi+1ggQIECAAAECBAgQIECAAIHsC0hIgAABAgQIECDQDAL5ZmhSjwQIECDQwAJaI0CAAAECBAgQIECAAAECBLIvICEBAgQIECBAgAABAgQIECCQfQEJCRAgQIAAga0WqAwNxQPf/EY8tOiS2PSrX271cyYSIECAAAECBMZdQAMECBAgQIAAgVEUWHzFithn2tSYM7tvFFe1FIHWFqhUKlWA9JhuSSWJDQPlOP/sYgz2V29F19R8nPnJrthjetvIhSbZ987tjHnzJ9a6Xbm4EIsW5qI4VIxSqRTlchLlpBxJkkSavTZxeLDl+fAlr1EW+Ox5F8f6gbvjva8/Ofbba/dRXt1yYy6gIAECBAgQIFA3gRWr+2Pa1F2it6e7bjUsTIAAAQIECBDYKgGTCBAgQIAAAQIECBAgQIAAgWcVOKh739htyuRnndewEzRGgAABAgQIECBAgAABAgQIZF9AQgIECBAgQIAAgaYQyDdFl5okQIAAgYYV0BgBAgQIECBAgAABAgQIECCQfQEJCRAgQIAAAQIECBAgQIAAgewLSEiAAAECBAhsvUD79O6ItpEfrjW0Zs3WP2gmAQIECBAgQGCcBZQnQIAAAQIECIyWwI3r1sdvr7k+5hzTF+3thdFa1joEWlqgUqlU86fHdEsqSWwYKMf5ZxdjsL96K7qm5uPMT3bFHtNHfn9y5Grz7Hvndsa8+RNrDa9cXIhFC3NRHCpGqVSKcjmJclKOJEkiNahNHB5seT58yWuUBP7jgh/Fqv7b4q2nvjiec+iBo7SqZcZTQG0CBAgQIECgfgLXrloTvbNm1K+AlQkQIECAAAECWylgGgECBAgQIECAAAECBAgQIJB9AQkJECBAgAABAgQIECBAgACB7AtISIAAAQIECBAg0BwC+eZoU5cECBAg0KAC2iJAgAABAgQIECBAgAABAgSyLyAhAQIECBAgQIAAAQIECBAgkH0BCQkQIECAAIFtEWhri8I++1afKN2yrnq0I0CAAAECBAg0gYAWCRAgQIAAAQKjJrB46YrYf+894sTZfaO2poUItLJApVKpxk+P6ZZUktgwUI7zzy7GYH/1VnRNzceZn+yKPaa3jVxo0n3v3M6YN39irfuViwuxaGEuikPFKJVKUS4nUU7KkSRJpBa1icODLc+HL3ntoMA3L/5FXLl8dZz64uPjhKN7d3A1jzeIgDYIECBAgACBOgmsue3OWLd+MPp6uutUwbIECBAgQIAAga0WMJEAAQIECBAgQGAUBR7qXxwDF58Vt5//hnh43a9HcWVLESBAgMB4Cjz8SDHe/bFPx+VX3zCebexIbc8SIECAAAECBAgQIECAAAEC2ReQkAABAgQIECBAoEkE8k3SpzYJECBAoCEFNEWAAAECBAgQIECAAAECBAhkX0BCAgQIECBAgAABAgQIECBAIPsCEhIgQIAAAQLbKlCYMaP6SKVYjNJtt1bHdgQIECBAgACBxhbQHQECBAgQIEBgdARW9d8Wl19zQ5w4uy8KbW2js6hVCLSwQKVSqaZPj+mWVJLYMFCO888uxmB/9VZ0Tc3HmZ/sij2mZ+M71zu3M+bNnzgSbni/cnEhFi3MRXFo+PdbS6Uol5MoJ+VIkiRSk+EptdeW57UbBtsscNEvfhuXXr4s/ui458S8k47Z5uc90KgC+iJAgAABAgTqJbBi9drYc+qU6O3prlcJ6xIgQIAAAQIEtlLANAIECBAgQIAAgdEUeGT97+O+K78cD9xwUQzd++g/pB3NAtYiQIAAgXERKA4NVet2tLdXj8230zEBAgQIECBAgAABAgQIECCQfQEJCRAgQIAAAQIEmkUg3yyN6pMAAQIEGlBASwQIECBAgAABAgQIECBAgED2BSQkQIAAAQIECBAgQIAAAQIEsi8gIQECBAgQILDNAoXpj/2F/qU1a7b5eQ8QIECAAAECBMZcQEECBAgQIECAwCgJLFm6PA7YZ1rMmd03SitahkDrClQqlWr49JhuSSWJDQPlOP/sYgw++nMluqbm48xPdsUe09uqc7Oy653bGfPmT6zFWbm4EIsW5qI4VIxSqRTlchLlpBxJkkRqU5s4PNjyfPiS1zYK/OJ318TFv7g8Zh9xcLx+3knb+LTpDS2gOQIECBAgQKBuAstWrYnensf+rEDdClmYAAECBAgQIPBsAu4TIECAAAECBAiMqkDbhMm19ZJND9TGBgQIECDQ/AI9M/ePXXeZ1JxBdE2AAAECBAgQIECAAAECBAhkX0BCAgQIECBAgACBphHIN02nGiVAgACBhhPQEAECBAgQIECAAAECBAgQIJB9AQkJECBAgAABAgQIECBAgACB7AtISIAAAQIECGy7QPuMGbWHhvrX1MYGBAgQIECAAIFGFdAXAQIECBAgQGA0BG5Yc2tcsWxVzJl9RORyudFY0hoEWlagUqlUs6fHdEsqSWwYKMf5ZxdjsL96K7qm5uPMT3bFHtPbRi5kbN87tzPmzZ9YS7VycSEWLcxFcagYpVIpyuUkykk5kiSJ1Kg2cXiw5fnwJa+tFLji2pXxrR9eFofM3D/e89pXbOVTpjWLgD4JECBAgACB+gj033ZnrFs/GL09j/1ZgfpUsioBAgQIECBA4NkFzCBAgAABAgQIEBhdgXxnV23B5JH7amMDAgQIEGhugV26JsbH3v+66N5/r6YMomkCBAgQIECAAAECBAgQIEAg+wISEiBAgAABAgQINI9Avnla1SkBAgQINJiAdggQIECAAAECBAgQIECAAIHsC0hIgAABAgQIECBAgAABAgQIZF9AQgIECBAgQGA7BAozZtaeKq1ZUxsbECBAgAABAgQaVEBbBAgQIECAAIFREVh8xbKYsf9eceLs3lFZzyIEWlWgUqlUo6fHdEsqSWwYKMf5ZxdjsL96K7qm5uOMBZNij+ltIxcyuu+d2xnz5k+spVu5uBCLFuaiOFSMUqkU5XIS5aQcSZJEalWbODzY8nz4ktezCNyw5tY474eXxr57To2PvPP0Z5ntdhMKaJkAAQIECBCok8Dy1Wtjz6lTonfW9DpVsCwBAgQIECBAYKsFTCRAgAABAgQIEBhlgfyEXWorljfdVxsbECBAgACBcRRQmgABAgQIECBAgAABAgQIEMi+gIQECBAgQIAAAQJNJJBvol61SoAAAQINJaAZAgQIECBAgAABAgQIECBAIPsCEhIgQIAAAQIECBAgQIAAAQLZF5CQAAECBAgQ2B6BwvTuyO++e3Qed3x0HH749izhGQIECBAgQIDAGAooRYAAAQIECBDYcYHrb1oXV624MebMPmLHF7MCgRYWqFQq1fTpMd2SShIbBspx/tnFGOyv3oquqfk4Y8GkmNZdGLmQ8X3v3M6YN39iLeXKxYVYtDAXxaFilEqlKJeTKCflSJIkUrPaxOHBlufDl7yeRmDw7vviG9//WRTaCvGht536NLNcbm4B3RMgQIAAAQL1Eli2ak309nTXa3nrEiBAgAABAgS2QcBUAgQIECBAgACB0RbIT5hcWzJ55P7a2IAAAQIEmlvg7ns3xm+uvC6KQ0NNGETLBAgQIECAAAECBAgQIECAQPYFJCRAgAABAgQIEGj6ghlrAAAQAElEQVQmgXwzNatXAgQIEGggAa0QIECAAAECBAgQIECAAAEC2ReQkAABAgQIECBAgAABAgQIEMi+gIQECBAgQIDAdgm07bln7LP417HHl74SE1/7+u1aw0MECBAgQIAAgTETUIgAAQIECBAgMAoCl12xPA7cf+94wVGHjcJqliDQmgKVSqUaPD2mW1JJYsNAOc4/uxiD/dVb0TU1H2csmBTTugsjF1pk3zu3M+bNn1hLu3JxIRYtzEVxqBilUinK5STKSTmSJInUrjZxeLDl+fAlry0EUr8vf/vHcde9G+P9b5wXu07u2mKG00wICEGAAAECBAjURWDNrXfEuvWD0dvTXZf1LUqAAAECBAgQ2CYBkwkQIECAAAECBEZdoHNab0x/329i5kdvij1PWTjq61uQAAECBMZH4M677omvXPDj2HDfg+PTwI5U9SwBAgQIECBAgAABAgQIECCQfQEJCRAgQIAAAQIEmkog31TdapYAAQIEGkZAIwQIECBAgAABAgQIECBAgED2BSQkQIAAAQIECBAgQIAAAQIEsi8gIQECBAgQIECAAAECBAgQIJB9AQkJECBAgAABAjsqsHxVf1x9/U1x4jF9O7qU5wm0rEClUqlmT4/pllSS2DBQjgvOGYrB/uqt6JqajzMWTIpp3YWRCy22753bGfPmT6ylXrm4EIsW5qI4VIxSqRTlchLlpBxJkkRqWJs4PNjyfPiS1+MEPv+tH8aa2+6M977u5DjogH0ed8cwSwKyECBAgAABAvURWL56bUybOiV6Z3XXp4BVCRAgQIAAAQLbIGAqAQIECBAgQIDA6AvkO7uic+8jo9C19+gvbkUCBAgQGDeBoaFStXZHR/P9OZxq43YECBAgQIAAAQIECBAgQIBApgWEI0CAAAECBAgQaC6BfHO1q1sCBAgQaBABbRAgQIAAAQIECBAgQIAAAQLZF5CQAAECBAgQIECAAAECBAgQyL6AhAQIECBAgAABAgQIECBAgED2BSQkQIAAAQIECOywwOIrV8RBB+wTxz/3sB1eywIEWlGgUqlUY6fHdEsqSWwYKMcF5wzFwJqRe11T83HGgkkxrbu1/9Lx3rmdMW/+xKpXulu5uBCLFuaiOFSMUqkU5XIS5aQcSZJEapnO2bxteb75eqsf//u7P4lrV66JN73qRfG83lmtzpHl/LIRIECAAAECdRJYvro/+nq667S6ZQkQIECAAAEC2yRgMgECBAgQIECAAAECBAgQILCVAtN2nxKvesnxMXGnCVv5RMNM0wgBAgQIECBAgAABAgQIECCQfQEJCRAgQIAAAQIEmkwg32T9apcAAQIEGkJAEwQIECBAgAABAgQIECBAgED2BSQkQIAAAQIECBAgQIAAAQIEsi8gIQECBAgQIECAAAECBAgQIJB9AQkJECBAgAABAjsmcO3KNXHtDTfHSccesWMLeZpAiwpUKpVq8vSYbkkliQ0D5bjgnKEYWDNyr2tqPs5YMCmmdReqc1t91zu3M+bNn1hjWLm4EIsW5qI4VIxSqRTlchLlpBxJkkRqWps4PNjyfPhSS7++s+iX8evfXx+vetHz/ed45j8JAhIgQIAAAQL1EFhz652xbv1g9PZ012N5axIgQIAAAQIEtlHAdAIECBAgQIAAAQIECBAgQGBrBfbZc/c45aXHR3t7s/15nK1NaB4BAgQIECBAgAABAgQIECDQvAI6J0CAAAECBAgQaDaBfLM1rF8CBAgQaAABLRAgQIAAAQIECBAgQIAAAQLZF5CQAAECBAgQIECAAAECBAgQyL6AhAQIECBAgAABAgQIECBAgED2BSQkQIAAAQIECOygwJKly+PgGfvFsUcesoMreZxA6wlUKpVq6PSYbkkliQ0D5bjgnKEYWDNyr2tqPs5YMCmmdfvLxqtYj+5653bGvPkTHz2LWLm4EIsW5qI4VIxSqRTlchLlpBxJkkRqW5s4PNjyfPhSS74u+eWVseiXV8VJxxwRp7zo+S1p0FKhhSVAgAABAgTqIrDixv7Yc/cp0Turuy7rW5QAAQIECBAgsE0CJhMgQIAAAQIECBAgQIAAAQLZF5CQAAECBAgQIECAAAECBAgQyL6AhAQIECBAgAABAk0nkG+6jjVMgAABAuMuoAECBAgQIECAAAECBAgQIEAg+wISEiBAgAABAgQIECBAgAABAtkXkJAAAQIECBDYMYFk48a4Z8HHY/DM18Q9Hz5rxxbzNAECBAgQIECgTgKWJUCAAAECBAjsiMDV198cy1b1x5zZfTuyjGcJtKRApVKp5k6P6ZZUktgwUI4LzhmKgTUj97qm5uOMBZNiWnehOtfuiQK9cztj3vyJtYsrFxdi0cJcFIeKUSqVolxOopyUI0mSSI1rE4cHW54PX2qp169+f11cuOhXcdThs+JNp7yopbK3ali5CRAgQIAAgfoIpP+buK9nRn0WtyoBAgQIECBAYBsFTCdAgAABAgQIEKifwCO3XRkPrf1lPLzuV/UrYmUCBAgQGFOBpdeujH/78oVjWnM0ilmDAAECBAgQIECAAAECBAgQyL6AhAQIECBAgAABAs0nkG++lnVMgAABAuMsoDwBAgQIECBAgAABAgQIECCQfQEJCRAgQIAAAQIECBAgQIAAgewLSEiAAAECBAjsoEB+4sR46PvfjeL110Vx1aodXM3jBAgQIECAAIG6CFiUAAECBAgQILBDAouXLotDZ+4fs484eIfW8TCBVhOoVCrVyOkx3ZJKEhsGynHBOUMxsGbkXtfUfJyxYFJM6y5U59o9tUDv3M6YN39i7ebKxYVYtDAXxaFilEqlKJeTKCflSJIkUuvaxOHBlufDl1ridc0NN8d5F/0iZk3fN97/hnktkVnIQECAAAECBAjUQWDNbXfGuvWD0Turuw6rW5IAAQIECBAgsM0CHiBAgAABAgQIEKijwMAP58dtX3l53PpfL4sY/ue7dSxlaQIECBAYI4GBu+6NtbfcOUbVRq2MhQgQIECAAAECBAgQIECAAIHsC0hIgAABAgQIECDQhAL5JuxZywQIECAwrgKKEyBAgAABAgQIECBAgAABAtkXkJAAAQIECBAgQIAAAQIECBDIvoCEBAgQIECAwA4LtLVFYf8DqsuUbrs1olyuju0IECBAgAABAo0joBMCBAgQIECAwPYL/P66G+O6G9fFibP7tn8RTxJoQYFKpVJNnR7TLakksWGgHBecMxQDa0budU3NxxkLJsW07kJ1rt0zC/TO7Yx58yfWJq1cXIhFC3NRHCpGqVQa/q3ZJMpJOZIkidS8NnF4sOX58KVMv9bcekecd/GlsfuUyfHht5+W6azCPV7AmAABAgQIEKiHwIrVa2PP3afE4bOm12N5axIgQIAAAQIEtlHAdAIECBAgQIAAgXoK5Dt3qS1ffnhDbWxAgAABAs0rUCyWoqOj2f5sTvN665wAAQIECBAgQIAAAQIECBDYWgHzCBAgQIAAAQIEmlEg34xN65kAAQIExlFAaQIECBAgQIAAAQIECBAgQCD7AhISIECAAAECBAgQIECAAAEC2ReQkAABAgQIEBgVgUJ398g65XKUbr1lZGxPgAABAgQIEGgUAX0QIECAAAECBHZA4LIrlld/yOHRfT07sIpHCbSWQKVSqQZOj+mWVJLYMFCOC84ZioE1I/e6pubjjAWTYlq3v2C8irWVu965nTFv/sTa7JWLC7FoYS6KQ8UolUpRLidRTsqRJEmk9rWJw4Mtz4cvZfK14f4H4hsX/WLYpBQfeNOror3dZyyTb/RThXKNAAECBAgQqIvAslVronfWo38moC4VLEqAAAECBAgQ2AYBUwkQIECAAAECBOoq0DZhcm39ZNP9tbEBAQIECDSvwGtOPiE+9MdnNFcA3RIgQIAAAQIECBAgQIAAAQLZF5CQAAECBAgQIECgKQXyTdm1pgkQIEBg3AQUJkCAAAECBAgQIECAAAECBLIvICEBAgQIECBAgAABAgQIECCQfQEJCRAgQIAAgdERKHTPqC001N9fGxsQIECAAAECBBpBQA8ECBAgQIAAge0VuHL56rjh5ltizuy+7V3CcwRaTqBSqVQzp8d0SypJbBgoxwXnDMXAmpF7XVPzccaCSTGtu1Cda7dtAr1zO2Pe/Im1h1YuLsSihbkoDhWjVCpFuZxEOSlHkiSRvge1icODLc+HL2Xu9V/f+Uncesdd8b7Xnxx777Fb5vIJ9PQC7hAgQIAAAQKjL3DzrXfEuvWD0dfz2J8JGP0qViRAgAABAgQIbL2AmQQIECBAgAABAvUVyHdMrhVIHtlQGxsQIECAQHML7LPn1KYKoFkCBAgQIECAAAECBAgQIEAg+wISEiBAgAABAgQINKdAvjnb1jUBAgQIjJOAsgQIECBAgAABAgQIECBAgED2BSQkQIAAAQIECBAgQIAAAQIEsi8gIQECBAgQIDBKAu0zHvvL/ktr+0dpVcsQIECAAAECBEZFwCIECBAgQIAAge0WWHzF8ujr6Y7nHnbQdq/hQQKtJFCpVKpx02O6JZUkNgyU44JzhmJgzci9rqn5OGNBV0zrLlTn2m2fQO/czpg3f2Lt4ZWLC7FoYS6KQ8UolUpRLidRTsqRJEmk70Vt4vBgy/PhS5l5ffF/fhw33HxL/PGZL49DDzwgM7kE2SoBkwgQIECAAIE6CKxYvTb22n3XOHzW9DqsbkkCBAgQIECAwDYLeIAAAQIECBAgQKDOAvkJXbUK5U0ba2MDAgQIECAwhgJKESBAgAABAgQIECBAgAABAtkXkJAAAQIECBAgQKBJBfJN2re2CRAgQGBcBBQlQIAAAQIECBAgQIAAAQIEsi8gIQECBAgQIECAAAECBAgQIJB9AQkJECBAgACB0RIodM+oLVVau7Y2NiBAgAABAgQIjL+ADggQIECAAAEC2ydw+bUrY2X/rXHi7L7tW8BTBFpMoFKpVBOnx3RLKklsGCjHBecMxcCakXtdU/NxxoKumNbdVp1rt2MCvXM7Y978ibVFVi4uxKKFuSgOFaNUKkW5nEQ5KUeSJJG+J7WJw4Mtz4cvNf3rWz+8NK5Ytiped/KcOPbIQ5o+jwDbKmA+AQIECBAgUA+B5av7o7enux5LW5MAAQIECBAgsB0CHiFAgAABAgQIEKi3wKTDTo1pr/xM7PO686Jz2uH1Lmd9AgQIEBgDgf/4+sXxz1/4nzGoNFolrEOAAAECBAgQIECAAAECBAhkX0BCAgQIECBAgACBZhXIN2vj+iZAgACBcRBQkgABAgQIECBAgAABAgQIEMi+gIQECBAgQIAAAQIECBAgQIBA9gUkJECAAAECBEZNoNA9o7ZWaW1/bWxAgAABAgQIEBh3AQ0QIECAAAECBLZTYMnS5XHkoQfGc4a37VzCYwRaRqBSqVSzpsd0SypJbBgoxwXnDMXAmpF7XVPzccaCrpjW3Vadazc6Ar1zO2Pe/Im1xVYuLsSihbkoRJl6/QAAEABJREFUDhWjVCpFuZxEOSlHkiSRvje1icODLc+HLzXt6+Jf/C5+8btr4xVzZseLj39u0+bQ+A4IeJQAAQIECBAYdYGbb70j1q0fjL6e7lFf24IECBAgQIAAge0S8BABAgQIECBAgEDdBXaeMSemzH53TDrs1Gjbebe611OAAAECBOovUBwaio6OQv0LjVYF6xAgQIAAAQIECBAgQIAAAQLZF5CQAAECBAgQIECgaQXyTdu5xgkQIEBgzAUUJECAAAECBAgQIECAAAECBLIvICEBAgQIECBAgAABAgQIECCQfQEJCRAgQIAAgdETaNtzz8jvvnt0Hj07Oo99/ugtbCUCBAgQIECAwA4KeJwAAQIECBAgsD0Cv73mhli9dn3Mmd27PY97hkBLCVQqlWre9JhuSSWJDQPluOCcoRhYM3Jv8tR8nLGgK6Z1t1Xn2o2uQO/czpg3f2Jt0ZWLC7FoYS6KQ8UolUpRLidRTsqRJEmk71Ft4vBgy/PhS033uvTya+OiX/wuTji6N17zkhc0Xf8aHh0BqxAgQIAAAQKjL7Bi9drYa/dd47CDpo/+4lYkQIAAAQIECGyHgEcIECBAgAABAgQIECBAgACBbRfYc4/dYvp+e237g+P0hLIECBAgQIAAAQIECBAgQIBA9gUkJECAAAECBAgQaF6BfPO2rnMCBAgQGGMB5QgQIECAAAECBAgQIECAAIHsC0hIgAABAgQIECBAgAABAgQIZF9AQgIECBAgQGCUBfZZ/OvY46vfiMkf+OAor2w5AgQIECBAgMB2C3iQAAECBAgQILBdAkuuWB7PPeyg6OuZsV3Pe4hAqwhUKpVq1PSYbkkliQ0D5bjgnGIMrBm5N3lqPk5f0BXTutuqc+3qI9A7tzPmzZ9YW3zl4kIsWpiL4lAxSqVSlMtJlJNyJEkS6XtVmzg82PJ8+FLTvJYuWxXfvPjSeM6hB8ZbT31x0/St0VEXsCABAgQIECBQB4Hlq/ujt6e7DitbkgABAgQIECCwXQIeIkCAAAECBAgQIECAAAECBLZD4LWvOilOeenx2/HkuDyiKAECBAgQIECAAAECBAgQIJB9AQkJECBAgAABAgSaWCDfxL1rnQABAgTGVEAxAgQIECBAgAABAgQIECBAIPsCEhIgQIAAAQIECBAgQIAAAQLZF5CQAAECBAgQIECAAAECBAgQyL6AhAQIECBAgACBbRf4zdXXx0233B5zZvdu+8OeINBCApVKpZo2PaZbUkliw0A5LjinGANrqrdi8tR8nL6gK6Z1t41csK+rQO/czpg3f2KtxsrFhVi0MBfFoWKUSqUol5MoJ+VIkiTS96w2cXiw5fnwpYZ/3XDzLXHeDy+NmfvvHX/yplc1fL8arKeAtQkQIECAAIHRFrh5+H8Xr1s/GL093aO9tPUIECBAgAABAtsp4DECBAgQIECAAAECBAgQIEAg+wISEiBAgAABAgQIECBAgAABAtkXkJAAAQIECBAgQKCZBfLN3LzeCRAgQGAMBZQiQIAAAQIECBAgQIAAAQIEsi8gIQECBAgQIECAAAECBAgQIJB9AQkJECBAgAABAgQIECBAgACB7AtISIAAAQIECBDYDoHLLl8WR/f2xOGz/JDD7eDzSIsIVCqVatL0mG5JJYkNA+W44JxiDKyp3orJU/Nx+oKumNbdNnLBfkwEeud2xrz5E2u1Vi4uxKKFuSgOFaNUKkW5nEQ5KUeSJJG+d7WJw4Mtz4cvNezrtjv/EN+8+NLYeUJnfPDNr2rYPjU2RgLKECBAgAABAqMusHz12thrj13j8IOmj/raFiRAgAABAgQIbJeAhwgQIECAAAECBAgQIECAAIHtEvjFr38f1w3/vv92PTzWD6lHgAABAgQIECBAgAABAgQIZF9AQgIECBAgQIAAgaYWyDd195onQIAAgTETUIgAAQIECBAgQIAAAQIECBDIvoCEBAgQIECAAAECBAgQIECAQPYFJCRAgAABAgQIECBAgAABAgSyLyAhAQIECBAgQGBbBX511XXRf9udceIxfdv6qPkEWkagUqlUs6bHdEsqSWwYKMcF5xRjYE31Vkyemo/TF3TFtO62kQv2YyrQO7cz5s2fVKu5cnEhFi3MRXGoGKVSKcrlJMpJOZIkifQ9rE0cHmx5Pnyp4V4PPbwpzrvoF3Hv/Q/Ge183L7om7txwPWpobAVUI0CAAAECBEZfYMWNa6OvZ8boL2xFAgQIECBAgMB2CniMAAECBAgQIEBgbASKf7gxVp8zsbrd8T9vGZuiqhAgQIBAXQUWXbY0Vt98a11rjNbi1iFAgAABAgQIECBAgAABAgSyLyAhAQIECBAgQIBAcwvkm7t93RMgQIDAGAkoQ4AAAQIECBAgQIAAAQIECGRfQEICBAgQIECAAAECBAgQIEAg+wISEiBAgAABAgQIECBAgAABAtkXkJAAAQIECBAgsM0Ci69YFrOPODgOnbn/Nj/rAQKtIFCpVKox02O6JZUkNgyU44JzijGwpnorJk/Nx+kLumJad9vIBftxEeid2xHz5k+q1V65uBCLFuaiOFSMUqkU5XIS5aQcSZJE+l7WJg4PtjwfvtRQr6989ydx0y23x/ted3JM33daQ/WmmXERUJQAAQIECBAYZYGbb7kj1q0fjN6e7lFe2XIECBAgQIAAge0W8CABAgQIECBAgMAYCeQndNUqlR+5rzY2IECAAIHmFSgOlaK9vdAMAfRIgAABAgQIECBAgAABAgQIZF9AQgIECBAgQIAAgSYXyDd5/9onQIAAgTERUIQAAQIECBAgQIAAAQIECBDIvoCEBAgQIECAAAECBAgQIECAQPYFJCRAgAABAgTqJXDvX58Tg296fQye+Zp6lbAuAQIECBAgQGArBUwjQIAAAQIECGybwJIrV8Ta9QMxZ3bftj1oNoEWEahUKtWk6THdkkoSGwbKccE5xRhYU70Vk6fm4/QFXTGtu23kgv24CvTO7Yh58yfVeli5uBCLFuaiOFSMUqkU5XIS5aQcSZJE+p7WJg4PtjwfvtQQr69+76dxzQ03xztOf6kfSNsQ70gjNKEHAgQIECBAYLQFlt+4NvbaY9c47MADRntp6xEgQIAAAQIEtlPAYwQIECBAgAABAmMl0NY5uVYq2XRfbWxAgAABAs0r8JITj45DDmqG3/NvXmOdEyBAgAABAgQIECBAgAABAlsrYB4BAgQIECBAgECzC+SbPYD+CRAgQGAMBJQgQIAAAQIECBAgQIAAAQIEsi8gIQECBAgQIECAAAECBAgQIJB9AQkJECBAgACBugls+u1vonjN1VFctTKiXK5bHQsTIECAAAECBJ5VwAQCBAgQIECAwDYIVCqVWHzFtfH8Iw+Ng2fstw1PmkqgNQTS70iaND2mW1JJYsNAOS44pxgDa9I7EZOn5uP0BV0xrbtt5IJ9Qwj0zu2IefMn1XpZubgQixZGFIeKUSqVhn8bN4lyUo4kSSJ9b2sThwdbng9fGtfXhT/5VfzqquvijJedEMc/97Bx7UXxBhLQCgECBAgQIDDqAitW90dfT/eor2tBAgQIECBAgMB2C3iQAAECBAgQIEBgzARy7TtH5Eb+uv7kkfvCLwIECBBofoGTX3RsHNS9b+MH0SEBAgQIECBAgAABAgQIECCQfQEJCRAgQIAAAQIEml5g5E8UNH0MAQgQIECgngLWJkCAAAECBAgQIECAAAECBLIvICEBAgQIECBAgAABAgQIECCQfQEJCRAgQIAAgfoJFGbOHFm8XI7SbbeOjO0JECBAgAABAuMgoCQBAgQIECBAYFsELrtiedxy+10x55i+bXnMXAItIVCpVKo502O6JZUkNgyU44JzijGwpnorJk/Nx+kLumJad9vIBfuGEuid2xHz5k+q9bRycXssWhhRHCpGqVSKcjmJclKOJEkifY9rE4cHW54PXxqX16JfXRWXLLkyXvrC58XLTnjeuPSgaGMK6IoAAQIECBAYXYGbbrk91q0fjN5ZM0Z3YasRIECAAAECBHZAwKMECBAgQIAAAQJjK9C205RqweSRjdWjHQECBAgQGAsBNQgQIECAAAECBAgQIECAAIHsC0hIgAABAgQIECDQ/AL55o8gAQECBAjUWcDyBAgQIECAAAECBAgQIECAQPYFJCRAgAABAgQIECBAgAABAgSyLyAhAQIECBAgUEeB9hkza6sPrXn0p3/VrhgQIECAAAECBMZMQCECBAgQIECAwFYLlMtJLFm6LI5/7mFx0PR9tvo5Ewm0gkClUqnGTI/pllSS2DBQjgvOKcbAo7/9N3lqPk5f0BXTutuqc+0aU6B3bkfMmz+p1tzKxe2xaGFEcagYpVIp0v8sLCflSJIk0ve6NnF4sOX58KUxff3699fHdy75ZRz3nMPizJefEH4ReJyAIQECBAgQIDDKAitWr429p+0Whx10wCivbDkCBAgQIECAwHYLeJAAAQIECBAgQGCMBSbOekVMPvKNscvsd41xZeUIECBAYLQFNm0ain/6/AWx8uZbRnvp0V7PegQIECBAgAABAgQIECBAgED2BSQkQIAAAQIECBDIgEA+AxlEIECAAIG6ClicAAEC/5+9PwGQ47zrhP9ft0Ya2zNjx5Jt2fE1o8TKpREQYhNCYgfJBKyQLKwUCGdg9w0JkTkWwrFSIu+yLH+udxdYaVkW9g/sEqzAcgYCVgBJiQPBzoEtxVJkjzR2fI3kaxQf0lR11dtPj6ctjyVb0oyknuqPUk89Tz311FPP96PqGsVXEyBAgAABAgQIECBAgAABAgSqLyAhAQIECBAgQIAAAQIECBAgUH0BCQkQOJUCPUND7enze0fbbQ0CBAgQIECAAAECBAicXgF3I0CAwPELbL/tzrj/4Ufi2muGj/8iIwl0gUBZlq2UqU6lKIsY31/ER2+aiLG9rVNx7qJ6rF4/EBcNzpvssO9ogWXfuCDe/iP97TXu3j4/bvlvERPZROR5Ho1GEen3uSiKSL/n7YHNxvTjZtdp2XZ8aV/84V9tjWVXDca/WfO203JPNyFAgACBuSRgrQQIzLbAjj2jrT97zfa85iNAgAABAgQIECBAgMDJC7iSAAECBE63wMX/+n/Gxf/6t2PRW9ef7lu7HwECBAjMssChwxOxZ++X49ChiVme2XQECBCYbQHzESBAgAABAgQIECBAgAABAtUXkJAAAQIEqiBQr0IIGQgQIECAAAECBE6hgKkJECBAgAABAgQIECBAgACB6gtISIAAAQIECBAgQIAAAQIECFRfQEICBE6pwPyhJe3583372m0NAgQIECBAgAABAgQInFYBNyNAgMBxCkxkeWy7/c5489e+Ll5x+SXHeZVhBKovUJZlK2SqUynKIsb3F7F5w+EY29s6FQOLarF6/UBcNDhvssN+Tggs+8YF8fYf6W+vdff2+bFlYy0msonIsizyvBHp97soiki/9+2Bzcb042bXKd323Vbmlb8AABAASURBVP9w/MHHtsbFF5wfN37fO0/pvUxOgAABAnNUwLIJEJhVgXvuezDue3B/DC8dnNV5TUaAAAECBAgQIECAAIEZCbiYAAECBAgQIECAAIGTFpjIsta1C+bPb9V2BAgQ6FgBCyNAgAABAgQIECBAgAABAgSqLyAhAQIECFRCoF6JFEIQIECAAAECBAicMgETEyBAgAABAgQIECBAgAABAtUXkJAAAQIECBAgQIAAAQIECBCovoCEBAicWoGeoSXtG+T3jrbbGgQIECBAgAABAgQIEDidAu5FgACB4xX45O074qH9j8V1Vy8/3kuMI1B5gbIsWxlTnUpRFjG+v4jNGw7H2N7WqRhYVIs168+NiwbnTXbYzymBZd+4IFbd2Nde865tPbFlYy2yPIssyyLPG5F+34uiiPQMtAc2G9OPm12nZDvw2Hj8wV/+Q5TNNbz/3W+PeXX/SZBTAm1SAgQIzHEByydAYHYFdu4ZjUsuXBivecUVszux2QgQIECAAAECBAgQIDADAZcSIECAAAECBAgQIHDyAhcueln89q98MF679MqTn8SVBAgQOA0CbkGAAAECBAgQIECAAAECBAhUX0BCAgQIEKiGgH/btxq/j1IQIECAAAECBE6VgHkJECBAgAABAgQIECBAgACB6gtISIAAAQIECBAgQIAAAQIECFRfQEICBE6xQH3hwqifc07rLtm+Z78NrHVkR4AAAQIECBAgQIAAgdMm4EYECBA4LoHDhydi+213xrVvWBaDly0+rmsMIlB1gbIsWxFTnUpRFjG+v4jNGw7H2LN/uW9gUT3WrD83Lhqc1xprNzcFhlf0xqob+9qL37WtJ7ZsrEWWZ5FlWeR5I9Lvf1EUkZ6F9sBmY/pxs2tWt3Tvj/zlP8SD+x+N933X2+PChefN6vwmI0CAAIHKCAhCgMAsC+zYMxrLlg7O8qymI0CAAAECBAgQIECAwIwEXEyAAAECBAgQIECAAAECBAhUX0BCAgQIECBAgAABAgQIECBAoPoCEhIgQIBARQTqFckhBgECBAgQIECAwCkRMCkBAgQIECBAgAABAgQIECBQfQEJCRAgQIAAAQIECBAgQIAAgeoLSEiAwOkQOOfbV8c53/qO6Hv7O07H7dyDAAECBAgQIECAAAEC0wQcEiBA4PgEtt++M/Y/9kRce83y47vAKAIVFyjLspUw1akUZRHj+4vYvOFwjO1tnYqBRfVYs34gLhqcN9lhP6cFhlf0xqob+9oZdm3riS0ba5HlWWRZFnneiPQcFEUR6ZloD2w2ph83u2Zt+70/+0R88Z574/3vfnu84vJLZm1eExEgQIBA1QTkIUBgNgXuvveBuO/B/TG8dHA2pzUXAQIECBAgQIAAAQIEZijgcgIECBAgQIAAAQIEZiLw9DOH47EnDs5kCtcSIEDgNAi4BQECBAgQIECAAAECBAgQIFB9AQkJECBAoCoC9aoEkYMAAQIECBAgQOAUCJiSAAECBAgQIECAAAECBAgQqL6AhAQIECBAgAABAgQIECBAgED1BSQkQOC0CLxs3Ydi4S/9apz30z97Wu7nJgQIECBAgAABAgQIEHiegAMCBAgch8Azhw7H9tvviOuuHo4rX37RcVxhCIFqC5Rl2QqY6lSKsojx/Y3YvOFwjO1tnYqBRfVYs34gLhqcN9lhXwmB4RW9serGvnaWXdt6YsvGWmR5FlmWRZ43Ij0PRVFEejbaA5uN6cfNrhlvm/96W/zzHbvj+7/9m+KrXr1kxvOZgAABAgQqLCAaAQKzKrBzz2hccuH58ZpXXDGr85qMAAECBAgQIECAAAECMxJwMQECBAicEYGDd3wkvvy739Iqz9z76TOyBjclQIAAgdkR2Hvfg/Ez//l/xoFHx2dnQrMQIEDgVAiYkwABAgQIECBAgAABAgQIEKi+gIQECBAgUBmBemWSCEKAAAECBAgQIDDrAiYkQIAAAQIECBAgQIAAAQIEqi8gIQECBAgQIECAAAECBAgQIFB9AQkJECBAgAABAgQIECBAgACB6gtISIAAgeMR2H77znhs/Mm49urlxzPcGAKVFijLspUv1akUZRHj+xtx84aJGNvbOhUDi+qxZv1AXDQ4b7LDvlICwyt6Y9WNfe1Mu7b1xJaNtcjyLLIsizxvRHouiqKI9Iy0BzYb04+bXSe9/dXWf46//6d/iW//pm+It3zt6056HhcSIECAQHcISEmAwOwK7NwzGsuWDs3upGYjQIAAAQIECBAgQIDADAVcToAAAQJnRqDx9OPxzOinWiV77Nm/aXxmluKuBAgQIDBDgSzLWzMsWNDTqu0IECDQiQLWRIAAAQIECBAgQIAAAQIECFRfQEICBAgQqI5AvTpRJCFAgAABAgQIEJhlAdMRIECAAAECBAgQIECAAAEC1ReQkAABAgQIECBAgAABAgQIEKi+gIQECBAgQIAAAQIECBAgQIBA9QUkJECAwEsKPPX0odh+2x1x7RuWxWUXX/CS4w0gUGWBsixb8VKdSlEWMb6/ETdvmIj9z36Pw8CieqxZPxAXDc5rjbWrpsDwit5YdWNfO9yubT2xZWMtsjyLLMsizxuRno+iKCI9K+2Bzcb042bXCW/bbrsz/uLv/ymuf9PXxKrrrj7h611AgAABAl0nIDABArMocM+9D8Z9Dx2I4aWDszirqQgQIECAAAECBAgQIDBjARMQIECAwBkSqPcOtO/cOHSw3dYgQIAAgbkncPZZvbF0yeVxVu+Cubd4KyZAoFsE5CRAgAABAgQIECBAgAABAgSqLyAhAQIECFRIoF6hLKIQIECAAAECBAjMqoDJCBAgQIAAAQIECBAgQIAAgeoLSEiAAAECBAgQIECAAAECBAhUX0BCAgQIECBAgAABAgQIECBAoPoCEhIgQOClBbbfdmccfPKZuO7q5S892AgCFRYoy7KVLtWpFGUR4/sbcfOGidi/t3UqBhbVY836gbhocN5kh32lBYZX9MaqG/vaGXdt64lbNtYiy7PIsizyvBHpOSmKItIz0x7YbEw/bnYd9/a5nXfHH35sa1zzVa+O71x13XFfZyABAgQIdLOA7AQIzKbAjj374uUXLYzXvOKK2ZzWXAQIECBAgAABAgQIEJihgMsJECBA4EwJ1HvPbd+6ODTebmsQIECAwNwTePUrr4if+uHvjN4F8+fe4q2YAIEuERCTAAECBAgQIECAAAECBAgQqL6AhAQIECBQJYF6lcLIQoAAAQIECBAgMIsCpiJAgAABAgQIECBAgAABAgSqLyAhAQIECBAgQIAAAQIECBAgUH0BCQkQIECAAAECBAgQIECAAIHqC0hIgACBlxD4ytPPxLbbd8R11wzHyxcveonRThOorkBZlq1wqU6lKIsY39+ImzdMxP69rVMxsKgea9YPxEWD8yY77LtCYHhFb6y6sa+ddfe2nrhlYy2yPIssyyLPG5Gel6IoIj077YHNxvTjZtdLbl/ad3985GNb49VLLo/3vutbXnK8AQQIECBAoCVgR4DArArsvHs0li0dnNU5TUaAAAECBAgQIECAAIEZC5iAAAECBM6YwLyzzmvfuzg83m5rECBAgAABAgQIEJh1ARMSIECAAAECBAgQIECAAAEC1ReQkAABAgQqJVCvVBphCBAgQIAAAQIEZk3ARAQIECBAgAABAgQIECBAgED1BSQkQIAAAQIECBAgQIAAAQIEqi8gIQECp1fg4G//Vhz4ge+LB6/7htN7Y3cjQIAAAQIECBAgQKCrBYQnQIDASwls/+c745lDh+Paq4dfaqjzBCorUJZlK1uqUynKIsb3N+LmDROxf2/rVAwsqsea9QNx0eC8yQ77rhIYXtEbq27sa2feva0nbtlYiyzPIsuyyPNGpOemKIpIz1B7YLMx/bjZdcztgbFH4yN/+Q9x7sDZ8f53rzrmOCcIECBAgMB0AccECMyewD33Phj3PXggli0dmr1JzUSAAAECBAgQIECAAIFZEDAFAQIECJw5gfpZA1HvPTcWLHpFzOu76MwtxJ0JECBAYMYC94w+EH+z9Z9nPI8JCBAgcKoEzEuAAAECBAgQIECAAAECBAhUX0BCAgQIEKiWQL1acaQhQIAAAQIECBCYJQHTECBAgAABAgQIECBAgAABAtUXkJAAAQIECBAgQIAAAQIECBCovoCEBAicZoGJz302Dt9+WxSPPBL5ffee5ru7HQECBAgQIECAAAECXSogNgECBF5UYPwrT8b223bEtVcPx8UXnP+iY50kUFWBsixb0VKdSlEWMb6/ETdvmIj9e1unYmBRPdasH4iLBudNdth3pcDwit5YdWNfO/vubT1xy8ZaZHkWWZZFnjciPT9FUUR6ltoDm43px82uF2zjTz4VH/nLf4innj4U7//Ob41zzj7rBWN0ECBAgACBYwjoJkBgFgV23D0al1y0MF6z5PJZnNVUBAgQIECAAAECBAgQmLGACQgQIEDgDAqcdenV8cp1D8Xgj94ZC9/yk2dwJW5NgAABAjMV2HX3vfGJT35uptO4ngABAqdKwLwECBAgQIAAAQIECBAgQIBA9QUkJECAAIGKCdQrlkccAgQIECBAgACBWREwCQECBAgQIECAAAECBAgQIFB9AQkJECBAgAABAgQIECBAgACB6gtISIDA6RaYP7Skfct877PfHNbu0SBAgAABAgQIECBAgMCpEDAnAQIEXlxg++07YyLP47qrh198oLMEKipQlmUrWapTKcoixvc3YvNNWex/9i/hDSyqx5r1A3HR4LzWWLvuFhhe0RurbuxrI+ze1hO3bKxFlmeRZVnkeSPSc1QURaRnqj2w2Zh+3Ox63vaRv9wa99z7QLzvu94eF194/vPOOSBAgAABAi8u4CwBArMpsHPPaAwvHZzNKc1FgAABAgQIECBAgACBWRAwBQECBAgQIECAAAECsyEwMZHHgvnzZ2MqcxAgQOAUCJiSAAECBAgQIECAAAECBAgQqL6AhAQIECBQNYF61QLJQ4AAAQIECBAgMAsCpiBAgAABAgQIECBAgAABAgSqLyAhAQIECBAgQIAAAQIECBAgUH0BCQkQOO0CPUuWtO+Zje5rtzUIECBAgAABAgQIECBwygRMTIAAgRcRePzgV2L7bXfGddcMx0WLXvYiI50iUE2BsixbwVKdSlEWMb6/EZtvymJsZPLcwKJ6rFk/EBcNzmuNtSOQBIZX9MaqG/tSs1V2b+uJWzbWIsuzyLIs8rwR6XkqiiLSs9Ua9Oxu+vGz3fG///zv4gt33RPve/fbY+ngpVPdagIECBAgcHwCRhEgMGsCd9/7QNz34P5YdtXgrM1pIgIECBAgQIAAAQIECMyKgEkIECBAgAABAgQIEJgVgWvfuDze933fOitzmYQAAQKzLmBCAgQIECBAgAABAgQIECBAoPoCEhIgQIBA5QTqlUskEAECBAgQIECAwIwFTECAAAECBAgQIECAAAECBAgW0MowAAAQAElEQVRUX0BCAgQIECBAgAABAgQIECBAoPoCEhIgcPoFegaH2jfNR0fbbQ0CBAgQIECAAAECBAicKgHzEiBA4MUEtt++M4qijOuuXv5iw5wjUEmBsixbuVKdSlEWMb6/EZtvymJsZPLcwKJ6rF7XHxcNzmuNtSNwpMDwit5YdWNfu2v3tp64ZWMtsjyLLMsizxuRnquiKCI9Y+2Bzcb04z/9xKfjU5/dGd/9jhXxtcuuao6wESBAgACBExMwmgCB2RPYsWc0Xr54UbzmFVfM3qRmIkCAAAECBAgQIECAwCwImIIAAQIECBAgQIAAgdkRuHDRy2Lo8kvCLwIECHSigDURIECAAAECBAgQIECAAAEC1ReQkAABAgSqJ1CvXiSJCBAgQIAAAQIEZijgcgIECBAgQIAAAQIECBAgQKD6AhISIECAAAECBAgQIECAAAEC1ReQkACBMyAwf2hJ+6756L52W4MAAQIECBAgQIAAAQKnSMC0BAgQOKbAo08cjO3/fGdcd81wLHrZwDHHOUGgigJlWbZipTqVoixifH8jNt+UxdjI5LmBRfVYva4/Fg/1tMbaETiawPCK3lh1Y1/71O5tPXHLxlpkeRZZlkWeNyI9X0VRRHrW2gObjanjT3z68/E322+Pd6x4Y3zj1y1vnrERIECAAIETFnABAQKzKLBzz2gMXzU4izOaigABAgQIECBAgAABArMiYBICBAgQIECAAAECBAgQIECg+gISEiBAgAABAgQIECBAgAABAtUXkJAAAQIEKihQr2AmkQgQIECAAAECBGYk4GICBAgQIECAAAECBAgQIECg+gISEiBAgAABAgQIECBAgAABAtUXkJAAgTMhUL/ggqifc07r1tnovlZtR4AAAQIECBAgQIAAgVMnYGYCBAgcW2D7bXfGvHo9rr16+NiDnCFQQYGyLFupUp1KURYxvr8Rm2/KYmxk8tzAonqsXtcfi4d6WmPtCLyYwPCK3lh1Y197yO5tPXHLxlpkeRZZlkWeNyI9Z0VRRHrm2gObjX/6wl3xR3/zyXjrNcvjnSve2OyxESBAgACBkxFwDQECsyVw970PxJcfOhDLlg7O1pTmIUCAAAECBAgQIECAwCwJmIYAAQIEOkHgmS9/Jg7+yx/E45/+tU5YjjUQIECAwEkK/OWWT8cf/9W2k7zaZQQIEDiVAuYmQIAAAQIECBAgQIAAAQIEqi8gIQECBAhUUaBexVAyESBAgAABAgQIzEDApQQIECBAgAABAgQIECBAgED1BSQkQIAAAQIECBAgQIAAAQIEqi8gIQECZ0yg56qlrXsXBw5E8dRTrbYdAQIECBAgQIAAAQIETomASQkQIHAMgQOPH4xP3r4zrr1mOBaeN3CMUboJVE+gLMtWqFSnUpRFjO9vxOabshgbmTw3sKgeq9f1x+KhntZYOwLHIzC8ojdW3djXHrp7W0/csrEWWZ5FlmWR541Iz1tRFJGevTTwi3ePxkf+alu8/nWvjO9554rUpRAgQIAAgZMTcBUBArMmsHPPaLz8ooXx6iWXz9qcJiJAgAABAgQIECBAgMCsCJiEAAECBDpCYP/HfzIe/rP3xYEt66PMD3XEmiyCAAECBE5cYPTLY/Hw/sdP/EJXECBA4FQLmJ8AAQIECBAgQIAAAQIECBCovoCEBAgQIFBJgXolUwlFgAABAgQIECBw0gIuJECAAAECBAgQIECAAAECBKovICEBAgQIECBAgAABAgQIECBQfQEJCRA4cwJnr1gZ59ywKvq/9/sjDh8+cwtxZwIECBAgQIAAAQIEKi8gIAECBI4lsP22O2L+/J647urhYw3RT6ByAmVZtjKlOpWiLGJ8fyM235TF2MjkuYFF9Vi9rj8WD/W0xtoROBGB4RW9serGvvYlu7f1xC0ba5HlWWRZFnneiPTcFUURo/ePxR9+bFtcecmF8f53vz3SM9m+UIMAAQIECJyggOEECMyewI49o7Fs6dDsTWgmAgQIECBAgAABAgQIzJKAaQgQIECgMwTm9Z7bXkhx+GC7rUGAAAECc0tgIstiwQL/fNDc+l2zWgLdISAlAQIECBAgQIAAAQIECBAgUH0BCQkQIECgmgL1asaSigABAgQIECBA4CQFXEaAAAECBAgQIECAAAECBAhUX0BCAgQIECBAgAABAgQIECBAoPoCEhIgcAYFBv6fH4qFv/pf42X/fn3UFy48gytxawIECBAgQIAAAQIEKi4gHgECBI4qsP/RJ2L7bTviuquH47yBvqOO0UmgagJlWbYipTqVoixifH8jNt+UxdjI5LmBRfVYva4/Fg/5j3u3sOxOSmB4RW+suvG5d+vubT1xy8ZaZHkWWZZFnjfikccPxkf/ZlssWDAvfujdq9r3Sc9m+0CDAAECBAgcv4CRBAjMksCe0Qfiyw8diOGlg7M0o2kIECBAgAABAgQIECAwawImIkCAAIEOEaifdV57JY1DB9ttDQIECBCYWwIffP93xvu+9x1za9FWS4BANwjISIAAAQIECBAgQIAAAQIECFRfQEICBAgQqKhAvaK5xCJAgAABAgQIEDgpARcRIECAAAECBAgQIECAAAEC1ReQkAABAgQIECBAgAABAgQIEKi+gIQECBAgQIAAAQIECBAgQIBA9QUkJECAwNEFtt12Z/SdfVZcd83w0QfoJVAxgbIsW4lSnUpRFjG+vxGbb8pibGTy3MCieqxe1x+Lh3paY+0IzERgeEVvrLqxrz3F7m09ccvGWmR5Fk89/XT82ZZb44mDT8a/XfMtMXDO2e1xqZGe0VQrBAgQIEDg+AWMJEBgtgR27tkXly5eFK9ecvlsTWkeAgQIECBAgAABAgQIzJKAaQgQIECgUwTqvee1l1I880S7rUGAAAECBAgQIEBg5gJmIECAAAECBAgQIECAAAECBKovICEBAgQIVFWgXtVgchEgQIAAAQIECJyEgEsIECBAgAABAgQIECBAgACB6gtISIAAAQIECBAgQIAAAQIECFRfQEICBAgQIECAAAECBAgQIECg+gISEiBA4CgCD+1/LLbftiOuu3o4BvrOOcoIXQSqJVCWZStQqlMpyiLG9zdi801ZjI1MnhtYVI/V6/pj8VBPa6wdgdkQGF7RG6tu7GtPtXtbT9yysRZbbv1c7Hvgofied66IxRe8LIqiiPRstgc2G9OPm102AgQIECBwbAFnCBCYNYEde0Zj2dLBWZvPRAQIECBAgAABAgQIEJg1ARMRIECAQMcIzDvr3PZaisMH220NAgQIEJhbAvvueygOPDo+txZttQQIVF9AQgIECBAgQIAAAQIECBAgQKD6AhISIECAQGUF6pVNJhgBAgQIECBAgMAJC7iAAAECBAgQIECAAAECBAgQqL6AhAQIECBAgAABAgQIECBAgED1BSQkQIAAAQIECBAgQIAAAQIEqi8gIQECBI4m8MnP7ojz+s+Oa68ePtppfQQqJVCWZStPqlMpyiLG9zdi801ZjI1MnhtYVI/V6/pj8VBPa6wdgdkUGF7RG6tu7GtPuXtbT9z9l5fEv1r5xrji4gsizxuRnsuiKCI9o+2Bzcb042aXjQABAgQIHFVAJwECsyOwZ/SBuP/hR2J46dDsTGgWAgQIECBAgAABAgQIzKKAqQgQIECgcwRe9vU/EoM3fj5e8bP3xTmvWNE5C7MSAgQIEDghgf/+v/8iPn37jhO6xmACBAicagHzEyBAgAABAgQIECBAgAABAtUXkJAAAQIEqitQr240yQgQIECAAAECBE5QwHACBAgQIECAAAECBAgQIECg+gISEiBAgAABAgQIECBAgAABAtUXkJAAAQIECBAgQIAAAQIECBCovoCEBAgQeIHAA2OPxrbb7oxrr1kefeec9YLzOghUSaAsy1acVKdSlEWM72/E5puyGBuZPDewqB6r1/XH4qGe1lg7AqdCYHhFb6y6sa89dWPflTH615dHlmeRZVnkeSPS81kURaRntT2w2Zh+3OyyESBAgACB6QKOCRCYJYGde0bj0sWL4lVDl4VfBAgQIECAAAECBAgQ6DAByyFAgACBDhKY/7IrYsGFr4p5Zy/qoFVZCgECBAicqMDERB7z5/tnhk7UzXgCBE6pgMkJECBAgAABAgQIECBAgACB6gtISIAAAQIVFqhXOJtoBAgQIECAAAECJyRgMAECBAgQIECAAAECBAgQIFB9AQkJECBAgAABAgQIECBAgACB6gtISIBAJwg8/Wd/Eo/80L+NB9/65shH93XCkqyBAAECBAgQIECAAIFKCQhDgACBFwp88vY7Y9HLBuK6q4dfeFIPgQoJlGXZSpPqVIqyiPH9jdh8UxZjI5PnBhbVY/W6/lg85D/k3cKyO6UCwyt6Y9WNfe177N7WE7dsrEWWZ5FlWeR5I9JzWhRFpGe2PbDZmH7c7LIRIECAAIEjBDQJEJgtgZ1374tlSwdnazrzECBAgAABAgQIECBAYBYFTEWAAAECBAgQIECAwGwLvPmaZXHxhQtne1rzESBAYAYCLiVAgAABAgQIECBAgAABAgSqLyAhAQIECFRZoF7lcLIRIECAAAECBAicgIChBAgQIECAAAECBAgQIECAQPUFJCRAgAABAgQIECBAgAABAgSqLyAhAQIdITCxe3cc+vStURw4ENm+fR2xJosgQIAAAQIECBAgQKBCAqIQIEBgmsCXH3oktt+2I667enmcfVbvtLMOCVRHoCzLVphUp1KURYzvb8Tmm7IYG5k8N7CoHqvX9cfioZ7WWDsCp0NgeEVvrLqxr32r3dt64paNtcjyLLIsizxvRHpei6KI9Oy2BzYb04+bXTYCBAgQIDApYE+AwKwI7Bm9P9L/b162dHBW5jMJAQIECBAgQIAAAQIEZlXAZAQIECBAgAABAgQIzLrAu771rfG1y5fO+rwmJECAwEkLuJAAAQIECBAgQIAAAQIECBCovoCEBAgQIFBpgXql0wlHgAABAgQIECBw3AIGEiBAgAABAgQIECBAgAABAtUXkJAAAQIECBAgQIAAAQIECBCovoCEBAh0hsD8JUvaC8n37W23NQgQIECAAAECBAgQIDAbAuYgQIDAdIHtt98RFy06L669enj6KccEKiNQlmUrS6pTKcoixvc3YvNNWYyNTJ4bWFSP1ev6Y/FQT2usHYHTKTC8ojdW3djXvuXubT1xy8ZaZHkWWZZFnjciPbdFUUR6htsDm43px80uGwECBAgQCAQECMyOwI49o3HZxRfEq4cuD78IECBAgAABAgQIECDQaQLWQ4AAAQIECBAgQIAAAQIECFRfQEICBAgQIECAAAECBAgQIECg+gISEiBAgEC1BerVjicdAQIECBAgQIDAcQoYRoAAAQIECBAgQIAAAQIECFRfQEICBAgQIECAAAECBAgQIECg+gISEiDQIQI9S17RXkm2d2+7rUGAAAECBAgQIECAAIFZEDAFAQIEnidw34P7pm7oaAAAEABJREFUY/ttO+K6q5dH74L5zzvngEBVBMqybEVJdSpFWcT4/kZsvimLsZHJcwOL6rF6XX8sHuppjbUjcCYEhlf0xqob+9q33r2tJ27ZWIsszyLLssjzRqTntyiKSM9ye2CzMf242WUjQIAAge4WkJ4AgVkS2LlnNJYtHZyl2UxDgAABAgQIECBAgACBWRUwGQECBAh0oEDxzBMx8cjdMfHoPR24OksiQIAAgZcSyLI8/nLLP8aDY4++1FDnCRAgcLoE3IcAAQIECBAgQIAAAQIECBCovoCEBAgQIFBxgXrF84lHgAABAgQIECBwXAIGESBAgAABAgQIECBAgAABAtUXkJAAAQIECBAgQIAAAQIECBCovoCEBAh0isD8waH2UvJ9e9ttDQIECBAgQIAAAQIECMxcwAwECBB4vsC22+6MSy++IK69Zvj5JxwRqIhAWZatJKlOpSiLeGJ/IzbfNBFjI5PnBhbVY/W6/lg81NMaa0fgTAoMr+iNVTf2tZewe1tP3LKxFlmeRZZlkeeNSM9xURSRnun2wGZj+nGzy0aAAAECXSsgOAECsyGwZ/T+uP/hR2LZVYOzMZ05CBAgQIAAAQIECBAgMMsCpiNAgACBThOYePSeuOcXL43R//bV8cgnPtxpy7MeAgQIEDgOgaeePhQf+8Q/xoFHnziO0YYQIEDgdAi4BwECBAgQIECAAAECBAgQIFB9AQkJECBAoOoC9aoHlI8AAQIECBAgQOA4BAwhQIAAAQIECBAgQIAAAQIEqi8gIQECBAgQIECAAAECBAgQIFB9AQkJEOgYgfqFF0b9nHNa68n3fKlV2xEgQIAAAQIECBAgQGBWBExCgACBIwRG7x+LT312Z1x39fKY39NzxBlNAtUQKMuyFSTVqRRlEU/sb8RHb5qIsZHWqRhYVI/V6wZi8ZDPwKSIfScIDK/ojVU39rWXsntbT9yysRZZnkWWZZHnjUjPc1EUkZ7t9sBmY/pxs8tGgAABAt0oIDMBArMisGPPaFx68aJ41dBl4RcBAgQIECBAgAABAgQ6TsCCCBAgQKDjBOaddW57TcWh8XZbgwABAgTmjsBElrUWu2D+/FZtR4AAgTMuYAEECBAgQIAAAQIECBAgQIBA9QUkJECAAIHKC9Qrn1BAAgQIECBAgACBlxQwgAABAgQIECBAgAABAgQIEKi+gIQECBAgQIAAAQIECBAgQIBA9QUkJECgswR6XvHK1oKKp5+O4rHHWm07AgQIECBAgAABAgQIzFTA9QQIEDhSYPttd8bll1wY11297MhubQKVECjLspUj1akUZRFP7G/ER2+aiLGR1qkYWFSP1esGYvHQvMkOewIdJDC8ojdW3djXXtHubT1xy8ZaZHkWWZZFnjciPddFUUR6xtsDm43px80uGwECBAh0mYC4BAjMjsDOPaMxfNXQ7ExmFgIECBAgQIAAAQIECMyygOkIECBAoPME6r3ntRdVHD7YbmsQIECAwNwReNl5/fHB939nDF6+eO4s2koJEKi0gHAECBAgQIAAAQIECBAgQIBA9QUkJECAAIHqC9SrH1FCAgQIECBAgACBlxBwmgABAgQIECBAgAABAgQIEKi+gIQECBAgQIAAAQIECBAgQIBA9QUkJECgwwR6lixpryjft7fd1iBAgAABAgQIECBAgMAMBFxKgACBtsDe+x+OWz//xbju6uVRr/tXxtswGpUQKMuylSPVqRRlEU/sb8RHb5qIsZHWqRhYVI/V6wZi8dC8yQ57Ah0oMLyiN1bd2Nde2e5tPXHLxlpkeRZZlkWeNyI930VRRHrW2wObjenHzS4bAQIECHSPgKQECMyCwJf23R/3P/xILFs6OAuzmYIAAQIECBAgQIAAAQKzLmBCAgQIEOhAgVpPb0Rt8p/BKA4fDL8IECBAYO4JLJg/P171isvj7LOa7/S5t3wrJkCgegISESBAgAABAgQIECBAgAABAtUXkJAAAQIEukBg8p8k6IKgIhIgQIAAAQIECBxLQD8BAgQIECBAgAABAgQIECBQfQEJCRAgQIAAAQIECBAgQIAAgeoLSEiAQKcJnPX13xD93/v9cf6G/xA9V/pCgU77/bEeAgQIECBAgAABAnNTwKoJECDwnMD2f74zBi9dHNdevey5Ti0CFRAoy7KVItWpFGURT+xvxEdvmoixkdapGFhUj9XrBmLx0LzJDnsCHSwwvKI3Vt3Y117h7m09ccvGWmR5FlmWRZ43Ij3nRVFEeubbA5uN6cfNLhsBAgQIdIWAkAQIzIbAzj374tLFi+JVQ5eFXwQIECBAgAABAgQIEOg8ASsiQIAAgU4VmHfOotbSGocOtmo7AgQIECBAgAABAicv4EoCBAgQIECAAAECBAgQIECg+gISEiBAgEA3CNS7IaSMBAgQIECAAAECLyLgFAECBAgQIECAAAECBAgQIFB9AQkJECBAgAABAgQIECBAgACB6gtISIBAxwmc8453xsv+/fro+87vivoFF3Tc+iyIAAECBAgQIECAAIE5KGDJBAgQeFbg7nsfjH/8wl3xlquHo1arPdurIjD3BcqybIVIdSpFWcQT+xvx0ZsmYmykdSoGFtVj9bqBWDw0b7LDnsAcEBhe0Rurbuxrr3T3tp64ZWMtsjyLLMsizxuRnveiKCI9++2Bzcb042aXjQABAgSqLiAfAQKzIrBjz2gMLx2clblMQoAAAQIECBAgQIAAgVkXMCEBAgQIdKzAomt/JhZ947o4/41rO3aNFkaAAAECxxbYuXtfvPenfjUeffzgsQc5Q4AAgdMl4D4ECBAgQIAAAQIECBAgQIBA9QUkJECAAIGuEKh3RUohCRAgQIAAAQIEjingBAECBAgQIECAAAECBAgQIFB9AQkJECBAgAABAgQIECBAgACB6gtISIAAAQIECBAgQIAAAQIECFRfQEICBAhMCWy/7c4YuuziuPYNy6a61ATmvEBZlq0MqU6lKIt4Yn8jPnrTRIyNtE7FwKJ6rF43EIuH5k122BOYQwLDK3pj1Y197RXv3tYTt2yMyPIssiyLPG9Eeu6Looj0GWgPbDamHze7bAQIECBQYQHRCBCYucCX9t0fD4w9GsuWDs18MjMQIECAAAECBAgQIEDgFAiYkgABAgQ6V+Blb/zhWPTW9bHw2p/q3EVaGQECBAgcU2Aiy1rnFizoadV2BAgQOJMC7k2AAAECBAgQIECAAAECBAhUX0BCAgQIEOgOgXp3xJSSAAECBAgQIEDgGAK6CRAgQIAAAQIECBAgQIAAgeoLSEiAAAECBAgQIECAAAECBAhUX0BCAgQIECBAgAABAgQIECBAoPoCEhIgQKAlsGf0/vjnO3bHddcsbx3bEaiCQFmWrRipTqUoixg/UMRHb5qIsZHWqRhYVI/V6wZi8dC8yQ57AnNQYHhFb6y6sa+98t3b5sctGyOyPIssyyLPG5Ge/6IoIn0W2gObjenHzS4bAQIECFRTQCoCBGZBYOee0bjs4gviVUOXzcJspiBAgAABAgQIECBAgMCsC5iQAAECBAgQIECAAIFTJDCR5a2ZF/TMb9V2BAgQOIMCbk2AAAECBAgQIECAAAECBAhUX0BCAgQIEOgSgXqX5BSTAAECBAgQIEDgqAI6CRAgQIAAAQIECBAgQIAAgeoLSEiAAAECBAgQIECAAAECBAhUX0BCAgQIECBAgAABAgQIECBAoPoCEhIgQGBSYNttO+KVV7w8vuH1r53ssCcwxwXKsmwlSHUqRVnE+IEiNm84HGMjrVMxsKgeq9cNxOKheZMd9gTmsMDwit5YdWNfO8HubfNjy6ZaZHkWWZZFnjcifQ6Kooj0mWgPbDamHze7bAQIECBQOQGBCBCYDYEdd++LZUsHZ2MqcxAgQIAAAQIECBAgQOAUCJiSAAECBAgQIECAAIFTJfDG1782fvtXPhi9vfNP1S3MS4AAgeMUMIwAAQIECBAgQIAAAQIECBCovoCEBAgQINAtAvVuCSonAQIECBAgQIDAUQR0ESBAgAABAgQIECBAgAABAtUXkJAAAQIECBAgQIAAAQIECBCovoCEBAgQIECAAAECBAgQIECAQPUFJCRAgEBTYPfeL8ftd34prr1mWfPIRmDuC5Rl2QqR6lSKsojxA0Vs3nA4xkZap2JgUT1WrxuIxUPzJjvsCVRAYHhFb6y6sb+dZNfWntiyqRZZnkWWZZHnjUifh6IoIn022gObjenHzS4bAQIECFRJQBYCBGYs8KV998cDDz8aw0sHZzyXCQgQIECAAAECBAgQIHBKBExKgAABAgQIECBAgAABAgQIVF9AQgIECBAgQIAAAQIECBAgQKD6AhISIECAQNcI1LsmqaAECBAgQIAAAQIvENBBgAABAgQIECBAgAABAgQIVF9AQgIECBAgQIAAAQIECBAgQKD6AhISINC5Ak/9yR/Hw6u+OR584xvi0LatnbtQKyNAgAABAgQIECBAoOMFLJAAAQJJYPttO2Lp4KXx9V/92nSoEJjTAmVZttaf6lSKsojxA0Vs3nA4xkZap2JgUT1WrxuIxUPzJjvsCVRIYHjFglh1Y3870a6tPbFlUy2yPIssyyLPG5E+F0VRRPqMtAc2G9OPm102AgQIEKiIgBgECMxcYOfdo3HZxRc0///zZTOfzAwECBAgQIAAAQIECBA4BQKmJECAAAECBAgQIEDg1Ak89sTBuGf0gVN3AzMTIEDgOAUMI0CAAAECBAgQIECAAAECBKovICEBAgQIdI9AvXuiSkqAAAECBAgQIDBNwCEBAgQIECBAgAABAgQIECBQfQEJCRAgQIAAAQIECBAgQIAAgeoLSEiAQAcL1Or1yO8djeIrX4ls394OXqmlESBAgAABAgQIECDQ4QKWR4AAgbhr5L747M49ce3VwzQIzHmBsixbGVKdSlEWMX6giM0bDsfYSOtUDCyqx+p1A7F4aN5khz2BCgoMr1gQq27sbyfbtbUntmyqRZZnkWVZ5Hkj0uejKIpIn5X2wGZj+nGzy0aAAAECc19AAgIEZkFg557RWLZ0cBZmMgUBAgQIECBAgAABAgROiYBJCRAgQKDDBQ7+yx/E6H/76hj5xcviK1/80w5freURIECAwHSBW2/bGb/5v/9ierdjAgQInG4B9yNAgAABAgQIECBAgAABAgSqLyAhAQIECHSRQL2LsopKgAABAgQIECDwPAEHBAgQIECAAAECBAgQIECAQPUFJCRAgAABAgQIECBAgAABAgSqLyAhAQKdLNAzONReXr53b7utQYAAAQIECBAgQIAAgRMTMJoAAQIR22+7M1695PL4uq96NQ4Cc1qgLMvW+lOdSlEWMX6giM0bDsfYSOtU9C+sxep1A7F4aN5khz2BCgsMr1gQq27sbyfctbUntmyqRZZnkWVZ5Hkj0uekKIpIn5n2wGZj+nGzy0aAAAECc1rA4gkQmKnA7n1fjvsffiSGlw7OdCrXE6jIUm8AABAASURBVCBAgAABAgQIECBA4BQJmJYAAQIEOl2gcehgTDxydzSeeTyKwwc7fbnWR4AAAQLTBCayLBbMnz+t1yEBAgROt4D7ESBAgAABAgQIECBAgAABAtUXkJAAAQIEukmg3k1hZSVAgAABAgQIEDhCQJMAAQIECBAgQIAAAQIECBCovoCEBAgQIECAAAECBAgQIECAQPUFJCRAoKMFegaH2uvL9u1ttzUIECBAgAABAgQIECBwQgIGEyDQ9QI79ozG5794T1z7hmVdbwFgbguUZdkKkOpUirKI8QNFbN5wOMZGWqeif2Et1qw/NxYPzZvssCfQBQLDKxbEqhv720l3be2JLZtqkeVZZFkWed6I9HkpiiLSZ6c9sNmYftzsshEgQIDAXBWwbgIEZiyws/n/ny+/5MJYOnjZjOcyAQECBAgQIECAAAECBE6JgEkJECBAoOMF5p11bnuNxaGD7bYGAQIECMwNgVe/4op423VvmBuLtUoCBKorIBkBAgQIECBAgAABAgQIECBQfQEJCRAgQKCrBOpdlVZYAgQIECBAgACBtoAGAQIECBAgQIAAAQIECBAgUH0BCQkQIECAAAECBAgQIECAAIHqC0hIgEBnC9TPPz/qfX2tReaj+1q1HQECBAgQIECAAAECBE5UwHgCBAhsv+3OeO0rr4irl78KBoE5K1CWZWvtqU6lKIsYP9CIzRsOx9hI61T0L6zFmvXnxuKheZMd9gS6SGB4xYK4Ye3kX09OsXdt7Yktm2qR5VlkWRZ53oj0uSmKItJnKI2ZKtOPp/rVBAgQIDC3BKyWAIGZC+zcMxrLlg7OfCIzECBAgAABAgQIECBA4BQJmJYAAQIEOl+g3ntue5HF4fF2W4MAAQIE5obAslcPxTe+6WvmxmKtkgCBygoIRoAAAQIECBAgQIAAAQIECFRfQEICBAgQ6C6BenfFlZYAAQIECBAgQOBZARUBAgQIECBAgAABAgQIECBQfQEJCRAgQIAAAQIECBAgQIAAgeoLSEiAwBwQ6HnlVa1VFo8/HsXTT7fadgQIECBAgAABAgQIEDgBAUMJEOhygTt37407muW6q4e7XEL8uSxQlmVr+alOpSiLGD/QiM0bJmJspHUq+hfWYs36c2Px0LzJDnsCXSiwfGVv3LC2r51819ae2LKpFlmeRZZlkeeNSJ+foigifZbaA5uN6cfNLhsBAgQIzC0BqyVAYIYCX9p3fzww9mgsu2pwhjO5nAABAgQIECBAgAABAqdMwMQECBAgMAcE6med115lcehgu61BgAABAgQIECBA4DgFDCNAgAABAgQIECBAgAABAgSqLyAhAQIECHSZQL3L8opLgAABAgQIECDQErAjQIAAAQIECBAgQIAAAQIEqi8gIQECBAgQIECAAAECBAgQIFB9AQkJEJgLAj1DQ+1l5l/a3W5rECBAgAABAgQIECBA4PgEjCJAoNsFtt2+I4aXDsbrX3dVt1PIP0cFyrJsrTzVqRRlEeMHGrF5w0SMjbRORf/CWqxZf24sHpo32WFPoIsFlq/sjRvW9rUFdm3tiS2bapHlWWRZFnneiPQ5Kooi0meqPbDZmH7c7LIRIECAwJwRsFACBGYqsGPPvrjskgti6eClM53K9QQIECBAgAABAgQIEDhFAqYlQIAAgbkg0DPw8jh78C2t0nOuv9Y0F37PrJEAAQJHCvz1330mPvmZO4/s0iZAgMBpFnA7AgQIECBAgAABAgQIECBAoPoCEhIgQIBAtwnUuy2wvAQIECBAgAABAhEBgQABAgQIECBAgAABAgQIEKi+gIQECBAgQIAAAQIECBAgQIBA9QUkJEBgTgj0XDnYXme2b2+7rUGAAAECBAgQIECAAIHjEjCIAIGuFviXXSOx40v74i1vWNbVDsLPXYGyLFuLT3UqRVnE+IFGbN4wEWMjrVPRv7AWa9afG4uH5k122BMgEMtX9sYNa/vaEru29sSWTbXI8iyyLIs8b0T6PBVFEemz1R7YbEw/bnbZCBAgQGAuCFgjAQIzFti5ZzSGr3ru78/PeEITECBAgAABAgQIECBAYLYFzEeAAAECc0JgwQVXxeU/+Letcv43/PicWLNFEiBAgMBzAneP3h937n72H0x6rluLAAECp0/AnQgQIECAAAECBAgQIECAAIHqC0hIgAABAl0nUO+6xAITIECAAAECBAgEAgIECBAgQIAAAQIECBAgQKD6AhISIECAAAECBAgQIECAAAEC1ReQkACBuSHQ+9VfE+d8++o472f+ffRefc3cWLRVEiBAgAABAgQIECDQMQIWQoBAdwtsv21HLH/VUHzNa1/Z3RDSz0mBsixb6051KkVZxPiBRmzeMBFjz/43tvsX1mPN+nNj8dC81lg7AgSeE1i+sjduWNvX7ti1tSe2bKpFlmeRZVnkeSPS56ooikifsfbAZmP6cbPLRoAAAQIdLmB5BAjMTGD33i/HA2OPxrKlQzObyNUECBAgQIAAAQIECBA4hQKmJkCAAAECBAgQIEDg1AtMTOSxYP78U38jdyBAgMAxBHQTIECAAAECBAgQIECAAAEC1ReQkAABAgS6T6DefZElJkCAAAECBAh0vQAAAgQIECBAgAABAgQIECBAoPoCEhIgQIAAAQIECBAgQIAAAQLVF5CQAIE5ItB7zdfFwp//hRj4/h+InsuvmCOrtkwCBAgQIECAAAECBDpEwDIIEOhigc9/8Z7YefdoXHfN8i5WEH2uCpRl2Vp6qlMpyiLGDzRi84aJGBtpnYr+hfV41/qBWDw0b7LDngCBFwgsX9kbN6zta/fv2toTWzbVIsuzyLIs8rwR6fNVFEWkz1p7YLMx/bjZZSNAgACBzhWwMgIEZiiwY89oXH7JhbF08NIZzuRyAgQIECBAgAABAgQInDIBExMgQIAAAQIECBAgcBoE3v2vVsQ7v+lNp+FObkGAAIGjCugkQIAAAQIECBAgQIAAAQIEqi8gIQECBAh0oUC9CzOLTIAAAQIECBDocgHxCRAgQIAAAQIECBAgQIAAgeoLSEiAAAECBAgQIECAAAECBAhUX0BCAgQIECBAgAABAgQIECBAoPoCEhIg0M0C22/fEV/z2lfG8lcNdTOD7HNQoCzL1qpTnUpRFjF+oBGbN0zE2EjrVPQvrMe71g/ERUPzJjvsCRA4psDylb1xw9q+9vldW3tiy6ZaZHkWWZZFnjcifc6Kooj0mWsPbDamHze7bAQIECDQkQIWRYDATAV27tkXw0sHZzqN6wkQIECAAAECBAgQIHAKBUxNgAABAgQIECBAgMDpELji0ovi4osWno5buQcBAgSOIqCLAAECBAgQIECAAAECBAgQqL6AhAQIECDQjQL1bgwtMwECBAgQIECgqwWEJ0CAAAECBAgQIECAAAECBKovICEBAgQIECBAgAABAgQIECBQfQEJCRAgQIAAAQIECBAgQIAAgeoLSEiAQNcKfHbHnrjrnnvjLW9Y1rUGgs9NgbIsWwtPdSpFWcT4gUZs3jARYyOtU9G/sB7vWj8QFw3Nm+ywJ0DgJQWWr+yNVWv72uN2be2JLZtqkeVZZFkWed6I9HkriiLSZ689sNmYftzsshEgQIBApwlYDwECMxLYvffL8eD+x2LZ0sEZzeNiAgQIECBAgAABAgQInFIBkxMgQIAAAQIECBAgQIAAAQLVF5CQAAECBAgQIECAAAECBAgQqL6AhAQIECDQlQL1rkwtNAECBAgQIECgiwVEJ0CAAAECBAgQIECAAAECBKovICEBAgQIECBAgAABAgQIECBQfQEJCRAgQIAAAQIECBAgQIAAgeoLSEiAQPcKbL99R7z+dVfFsC8v7N6HYA4mL8uytepUp1KURYwfaMTmDRMxNtI6Ff0L6/Gu9QNx0dC8yQ57AgSOW2B4ZW+sWtvXHr9ra09s2ViLLM8iy7LI80akz11RFJE+g+2Bzcb042aXjQABAgQ6SMBSCBCYmcDOPaNx+SUXxlVXXjqziVxNgAABAgQIECBAgACBUyhgagIECBCYWwKPf+a/x8N/9r544A/+9dxauNUSIECAQHzwP/1m/Pktt5IgQIDAGRFwUwIECBAgQIAAAQIECBAgQKD6AhISIECAQHcK1LszttQECBAgQIAAga4VEJwAAQIECBAgQIAAAQIECBCovoCEBAgQIECAAAECBAgQIECAQPUFJCRAYI4KFAcORPHoo3N09ZZNgAABAgQIECBAgMBpFnA7AgS6VOC2O3bH7r1fjuuuHu5SAbHnokBZlq1lpzqVoixi/EAjNm+YiLGR1qnoX1iPd60fiIuG5k122BMgcMICwyt7Y9XavvZ1u7b1xJaNtcjyLLIsizxvRPr8FUUR6bPYHthsTD9udtkIECBAoDMErIIAgRkK7Lh7NIaXDs5wFpcTIECAAAECBAgQIEDglAqYnAABAgTmmMBX7vyjOPgvfxBP3X1LFBNPzrHVWy4BAgS6W2BiIo8F8+d3N4L0BAicKQH3JUCAAAECBAgQIECAAAECBKovICEBAgQIdKlAvUtzi02AAAECBAgQ6FIBsQkQIECAAAECBAgQIECAAIHqC0hIgAABAgQIECBAgAABAgQIVF9AQgIE5prAoU/fGg9+/dXx4FvfHE/+yR/PteVbLwECBAgQIECAAAECZ0TATQkQ6FaB7bfviKuXvype+8orupVA7jkmUJZla8WpTqUoixg/0IjNGyZibKR1KvoX1uNd6wfioqF5kx32BAictMDwyt5Ytbavff2ubT2xZWMtsjyLLMsizxuRPodFUUT6TLYHNhvTj5tdNgIECBA44wIWQIDATAR2jdwXD449GsuWDs5kGtcSIECAAAECBAgQIEDgFAuYngABAgTmmkD9rHPbSy4Of6Xd1iBAgACBzhe46IKXRe+C+Z2/UCskQKCCAiIRIECAAAECBAgQIECAAAEC1ReQkAABAgS6VaDercHlJkCAAAECBAh0pYDQBAgQIECAAAECBAgQIECAQPUFJCRAgAABAgQIECBAgAABAgSqLyAhAQJzTqDe1xfFwYOtdef79rZqOwIECBAgQIAAAQIECLyogJMECHSlwGfu2BV7Rh+Ia9+wrCvzCz33BMqybC061akUZRHjBxqxecNEjI20TkX/wnq8a/1AXDQ0b7LDngCBGQsMr+yNVWv72vPs2tYTWzbWIsuzyLIs8rwR6fNYFEWkz2Z7YLMx/bjZZSNAgACBMyng3gQIzEhg592jccXLL4qrrrx0RvO4mAABAgQIECBAgAABAqdUwOQECBAgMOcE5p11XnvNxaHJfxek3aFBgAABAh0t8KEf+75Y+ebXd/QaLY4AgYoKiEWAAAECBAgQIECAAAECBAhUX0BCAgQIEOhagXrXJhecAAECBAgQINCFAiITIECAAAECBAgQIECAAAEC1ReQkAABAgQIECBAgAABAgQIEKi+gIQECMw9gZ4rB9uLzvfta7eeh8BGAAAQAElEQVQ1CBAgQIAAAQIECBAgcCwB/QQIdKfA9n/eEV/3Va+OVy+5vDsBpJ5TAmVZttab6lSKsojxA43YvGEixkZap6J/YT3WrOuPi4bmTXbYEyAwawLDK3tj1dq+9ny7tvXElo21yPIssiyLPG9E+lwWRRHpM9oe2GxMP2522QgQIEDgDAm4LQECMxPYsWc0li197u/Hz2w2VxMgQIAAAQIECBAgQODUCJiVAAECBOaeQP2s89qLLg6Pt9saBAgQIECAAAECBI4loJ8AAQIECBAgQIAAAQIECBCovoCEBAgQINC9AvXujS45AQIECBAgQKDrBAQmQIAAAQIECBAgQIAAAQIEqi8gIQECBAgQIECAAAECBAgQIFB9AQkJEJiDAvXzz4963+QXMeV7n/32szmYw5IJECBAgAABAgQIEDhtAm5EgEAXCvzjF+6Ke+57MK69ergL04s81wTKsmwtOdWpFGUR4wcasXnDRIw9+5e/+hfWY826/li8pKc11o4AgdkXGF7ZG6vWTv615zT7rm09sWVjLbI8iyzLIs8bkT6fRVFE+qymMVNl+vFUv5oAAQIETquAmxEgMAOBXXu/HA/tfyyWXXXlDGZxKQECBAgQIECAAAECBE65gBsQIECAwBwUqJ91bnvVxeGvtNsaBAgQIND5Al8a+XI8+dQznb9QKyRAoGoC8hAgQIAAAQIECBAgQIAAAQLVF5CQAAECBLpYoN7F2UUnQIAAAQIECHSZgLgECBAgQIAAAQIECBAgQIBA9QUkJECAAAECBAgQIECAAAECBKovICEBAnNVoOeVV7WWXjz1VBSPPtpq2xEgQIAAAQIECBAgQODoAnoJEOhGge237Yiv/+rXxtLBS7sxvsxzSKAsy9ZqU51KURYxfqARmzdMxNhI61T0L6zHmnX9sXhJz2SHPQECp0xgeGVvrFrb155/17ae2LKxFlmeRZZlkeeNSJ/ToigifWbbA5uN6cfNLhsBAgQInFYBNyNAYCYCO/fsiytefmFcdaX/Hz0TR9cSIECAAAECBAgQIHCqBcxPgAABAnNR4MK3/UIs/Y9Ptco5r1g5FyNYMwECBLpS4PHxr8Sv/o+Pxt77HuzK/EITIHAmBdybAAECBAgQIECAAAECBAgQqL6AhAQIECDQzQL1bg4vOwECBAgQIECgqwSEJUCAAAECBAgQIECAAAECBKovICEBAgQIECBAgAABAgQIECBQfQEJCRCYswI9Q0Pttef3jrbbGgQIECBAgAABAgQIEHiBgA4CBLpO4NOfvyv2fvmhuPaaZV2XXeC5JVCWZWvBqU6lKIsYP9CIzRsmYmykdSr6F9Zjzbr+WLykZ7LDngCBUy4wvLI3Vq3ta99n17ae2LKxFlmeRZZlkeeNSJ/XoigifXbbA5uN6cfNLhsBAgQInC4B9yFAYEYCO/eMxrKlz/19+BlN5mICBAgQIECAAAECBAicKgHzEiBAgAABAgQIECBw2gQmJvLWvRbMn9+q7QgQIHDaBNyIAAECBAgQIECAAAECBAgQqL6AhAQIECDQ1QL1rk4vPAECBAgQIECgiwREJUCAAAECBAgQIECAAAECBKovICEBAgQIECBAgAABAgQIECBQfQEJCRCYuwI9g8998UA2um/uBrFyAgQIECBAgAABAgROuYAbECDQfQLbbrsjvuH1r41XXvHy7gsv8ZwRKMuytdZUp1KURYwfaMTmDRMxNtI6Ff0L67FmXX8sXtIz2WFPgMBpExhe2Rur1va177drW09s2ViLLM8iy7LI80akz21RFJE+w+2Bzcb042aXjQABAgROg4BbECBw8gJ3jdwXD+5/LIavGjz5SVxJgAABAgQIECBAgACB0yDgFgQIECBAgAABAgQInD6Bs8/qjXd805viogvOP303dScCBAhEBAQCBAgQIECAAAECBAgQIECg+gISEiBAgEB3C9S7O770BAgQIECAAIGuERCUAAECBAgQIECAAAECBAgQqL6AhAQIECBAgAABAgQIECBAgED1BSQkQGAOC8y/8rkvHsj37ZvDSSydAAECBAgQIECAAIFTLGB6AgS6TOCTt++I0fvH4rprlndZcnHnkkBZlq3lpjqVoixi/EAjNm+YiLGR1qnoX1iPNev6Y/GSnskOewIETrvA8MreWLW2r33fXdt6YsvGWmR5FlmWRZ43In1+i6KI9FluD2w2ph83u2wECBAgcGoFzE6AwAwEdu4ZjStefmG88sqXz2AWlxIgQIAAAQIECBAgQOCUC7gBAQIECBAgQIAAAQKnUeDcgXPinW97Uyx82cBpvKtbESBAIBAQIECAAAECBAgQIECAAAEC1ReQkAABAgS6XKDe5fnFJ0CAAAECBAh0iYCYBAgQIECAAAECBAgQIECAQPUFJCRAgAABAgQIECBAgAABAgSqLyAhAQJzWWD+q18d57zjnXHeT3wwzn77t87lKNZOgAABAgQIECBAgMApFTA5AQLdJFCWEdtvvzOufcOyGLrs4m6KLuscEijTg9pcb6pTKcoixg80YvOGiRgbaZ5obv0L67FmXX8sXtLTPLIRIHAmBYZX9saqtX3tJeza1hNbNtYiy7PIsizyvBHpc1wURaTPdHtgszH9uNllI0CAAIFTJmBiAgRmIrBzz75YdtXgTKZwLQECBAgQIECAAAECBE6DgFsQIECAAAECBAgQIECAAAEC1ReQkAABAgQIECBAgAABAgQIEKi+gIQECBAg0O0C9W4HkJ8AAQIECBAg0BUCQhIgQIAAAQIECBAgQIAAAQLVF5CQAAECBAgQIECAAAECBAgQqL6AhAQIzGmBniuujIW/+Csx8G/fGwte/Zo5ncXiCRAgQIAAAQIECBA4hQKmJkCgqwS2335n3PfggXjL1cNdlVvYuSNQlmVrsalOpSiLGD/QiM0bJmJspHUq+hfWY826/li8pGeyw54AgTMuMLyyN1at7WuvY9e2ntiysRZZnkWWZZHnjUif56IoIn222wObjenHzS4bAQIECJwKAXMSIHDSArtG7ouHDjwey5YOnvQcLiRAgAABAgQIECBAgMBpEXATAgQIEJizAmX2dDy562Mx/tn/1arnbBALJ0CAQJcJjNz7YPzKb340nnzqmS5LLi4BAmdUwM0JECBAgAABAgQIECBAgACB6gtISIAAAQJdL1DvegEABAgQIECAAIEuEBCRAAECBAgQIECAAAECBAgQqL6AhAQIECBAgAABAgQIECBAgED1BSQkQIAAAQIECBAgQIAAAQIEqi8gIQEC3SNQFEVsv+3OuO6a4Ri8dHH3BJd0zgiUZdlaa6pTKcoixg80YvOGiRgbaZ2K/oX1WLOuPxYv6ZnssCdAoGMEhlf2xqq1fe317NrWE1s21iLLs8iyLPK8EelznX4epc94e2CzMf242WUjQIAAgVkWMB0BAicvsGPPaFzx8oviqisvPflJXEmAAAECBAgQIECAAIHTIOAWBAgQIDB3BfIn98eDm98dYx/70Rj/wu/P3SBWToAAgS4TeHz8K7Fn75e7LLW4BAicaQH3J0CAAAECBAgQIECAAAECBKovICEBAgQIEKgjIECAAAECBAgQqLyAgAQIECBAgAABAgQIECBAgED1BSQkQIAAAQIECBAgQIAAAQIEqi8gIQECBAgQIECAAAECBAgQIFB9AQkJEOgigW237YiHDjwW1129vItSizpXBMqybC011akUZRHjBxqxecNEjI20TkX/wnqsWdcfi5f0THbYEyDQcQLDK3tj1dq+9rp2beuJLRtrkeVZZFkWed6I9PkuiiLSZ709sNmYftzsshEgQIDA7AmYiQCBGQjs3DMaw0sHZzCDSwkQIECAAAECBAgQIHBaBNyEAAECBOawQP2sgfbqi0MH220NAgQIEOhsgYmJvLXABQv880wtCDsCBE6HgHsQIECAAAECBAgQIECAAAEC1ReQkAABAgQIRJ0BAQIECBAgQIBA1QXkI0CAAAECBAgQIECAAAECBKovICEBAgQIECBAgAABAgQIECBQfQEJCRAgQIAAAQIECBAgQIAAgeoLSEiAQLcI5Hkjtt92Z1z7hmVx+SUXdktsOeeIQFmWrZWmOpWiLGL8QCM2b5iIsZHWqehfWI816/pj8RL/sexJEXsCnSswvLI3Vq3tay9w17ae2LKxFlmeRZZlkX4mpc95URSRPvPtgc3G9ONml40AAQIEZkXAJAQInKzArpH74qEDj8WypYMnO4XrCBAgQIAAAQIECBAgcJoE3IYAAQIE5rLAvLPOby+/OHyw3dYgQIAAgc4WeNMbXhc/91M/GAvmz+/shVodAQIVEhCFAAECBAgQIECAAAECBAgQqL6AhAQIECBAIKIOgQABAgQIECBAoOIC4hEgQIAAAQIECBAgQIAAAQLVF5CQAAECBAgQIECAAAECBAgQqL6AhAQIVEqg+MpXovHgg5XKJAwBAgQIECBAgAABArMgYAoCBLpGYPvtO+LAY0/EdVcv75rMgs4NgbIsWwtNdSpFWcT4gUZs3nA4xkZap6J/YT3WrOuPxUt6JjvsCRDoeIHhlb2xam1fe527tvXElo21yPIssiyLPG9E+rwXRRHps98e2GxMP2522QgQIEBgpgKuJ0DgpAV27BmNK15+Ubzyipef9BwuJECAAAECBAgQIECAwGkRcBMCBAgQmNsCtXrU5p/dylAcGm/VdgQIECAwNwQuuWjR3FioVRIgUA0BKQgQIECAAAECBAgQIECAAIHqC0hIgAABAgSaAvVmsREgQIAAAQIECFRYQDQCBAgQIECAAAECBAgQIECg+gISEiBAgAABAgQIECBAgAABAtUXkJAAgWoIZHtH4qEV18aDb3xDjG/6jWqEkoIAAQIECBAgQIAAgVkTMBEBAt0hcHgii2233RHXXrM8Lr34gu4ILeWcECjLsrXOVKdSlEWMH2jE5g2HY2yk1jrXv7Aea9b1x+IlPa1jOwIE5o7A8MreWLW2r73gXdt6YsvGWmR5FlmWRZ43In3ui6KI9A5oD2w2ph83u2wECBAgMAMBlxIgcPICO+8ejeGlgyc/gSsJECBAgAABAgQIECBwmgTchgABAgTmvsC83nNbIYrDX2nVdgQIECBAgAABAgSmCzgmQIAAAQIECBAgQIAAAQIEqi8gIQECBAgQSAL1tFMIECBAgAABAgQqKyAYAQIECBAgQIAAAQIECBAgUH0BCQkQIECAAAECBAgQIECAAIHqC0hIgEBFBOadvzAaY2OtNPneva3ajgABAgQIECBAgAABAs8KqAgQ6BKB7bfdGY8ffCquu3p5lyQWcy4IlGXZWmaqUynKIsYPNGLzhsMxNlJrnetfWI816/pj8ZKe1rEdAQJzT2B4ZW+sWtvXXviubT2xZWMtsjyLLMsizxuRPv9FUUR6F7QHNhvTj5tdNgIECBA4OQFXESBwkgJ33XNfPLT/sVi2dPAkZ3AZylKkrQAAEABJREFUAQIECBAgQIAAAQIETpuAGxEgQIBABQQWrfhQLP6234xLvuP/VCCNCAQIEOgOgb+45dPxwf/0m90RVkoCBDpBwBoIECBAgAABAgQIECBAgACB6gtISIAAAQIEWgL11t6OAAECBAgQIECgogJiESBAgAABAgQIECBAgAABAtUXkJAAAQIECBAgQIAAAQIECBCovoCEBAhURaB+/vlR75v8cqV85J6qxJKDAAECBAgQIECAAIFZETAJAQLdIPDMoYnYftudce0blsUlF57fDZFlnAMCZVm2VpnqVIqyiPEDjdi84XCMjdRa5/oX1mPNuv5YvKSndWxHgMDcFRhe2Rur1k7+deqUYte2ntiysRZZnkWWZZHnjUjvgaIoIr0T0pipMv14ql9NgAABAiciYGy3Cvg5OvPf+Z1374srL70oXnnFy2c+mRkIECBAgAABAgQIECBwSgVMToAAAQJVEDjva/9NnPc13x/nLPnGKsSRgQABAl0hMJFlsWD+/K7IKiQBAp0gYA0ECBAgQIAAAQIECBAgQIBA9QUkJECAAAECkwL1ycqeAAECBAgQIECgkgJCESBAgAABAgQIECBAgAABAtUXkJAAAQIECBAgQIAAAQIECBCovoCEBAhUSqDnlVe18hRPPRXFY4+12nYECBAgQIAAAQIECBAIBAQIdIXA9tvvjK88fSiuu3p5V+QVsvMFpr6ENNWpFGURBx8pYvOGwzE2UmsF6F9YjzXr+mPxkp7WsR0BAnNfYHhlb6xa29cOsmtbT2zZWIsszyLLssjzRqT3QVEUkd4N7YHNxvTjZpeNwJwRmHp+U62Urc83hzPgULpnNz53R3tRJoej9es7tsCOPaOxbOnQsQc4Q4AAAQIECBAgQIAAgU4RsA4CBAgQIECAAAECBM6IwMLzzo2lSy47I/d2UwIEulBAZAIECBAgQIAAAQIECBAgQKD6AhISIECAAIFnBerP1ioCBAgQIECAAIEKCohEgAABAgQIECBAgAABAgQIVF9AQgIECBAgQIAAAQIECBAgQKD6AhISIFAtgZ7BwXagfHRfu61BgAABAgQIECBAgEB3C0hPgMDcF/il//lH8f//v1uOGeTpZw7F9tvujOuuHo7FF7zsmOOcIHC6BKa+cDTVqRRlEQcfKeLmDx+KsZFaaxn9C+uxZl1/LF7S0zq2I0CgOgLDK3tj1dq+dqBd23riE5vqkeVZZFkWed6I9F4oiiLSO6I9sNmYftzsshHoOIGp5zTVUyUtcqqt9iX0Z+oZcF/P3tQzUKvVXvAzNr2nlKML3DVyXzx84PEYXvrc328/+ki9BAgQIECAAAECBAgQOPMCVkCAAAECBAgQIECAwJkRWPmW18cPfMe3nJmbuysBAl0nIDABAgQIECBAgAABAgQIECBQfQEJCRAgQIDAlEB9qqEmQIAAAQIECBConIBABAgQIECAAAECBAgQIECAQPUFJCRAgAABAgQIECBAgAABAgSqLyAhAQIVE+gZHGonyu8dbbc1CBAgQIAAAQIECBDoagHhCRCogEB/39nxT/9yV7z3Q78Wv/enW16QaNttO+LQoSyuvWb5C87pIHC6BdKXjqZ7pjqVoizi4CNF3PzhQzE2Ukunon9hPdas64/FS3pax3YECFRPYHhlb6xa29cOdtfWefGJTbXI8iyyLIs8b0R6PxRF8YIvKE7vjvaFGgQ6TCA9n7Xac1+snY5TSc9yKke207FSBIPTZsC6+TOl2563qXdOqqdKem2m9pF1aivHFti5ZzSuvPSieMXllxx7kDMECBAgQIAAAQIECBDoDAGrIECAAAECBAgQIECAAAECBKovICEBAgQIECBAgAABAgQIECBQfQEJCRAgQIBAW6DebmkQIECAAAECBAhUTEAcAgQIECBAgAABAgQIECBAoPoCEhIgQIAAAQIECBAgQIAAAQLVF5CQAIGqCcwfHGpHyvbubbc1CBAgQIAAAQIECBDoZgHZCRCogkD/OWe1Y3z683fFez/0a/G///zvWn1PPv1MbL9tR7zlmmVx4fnntvrsCJwpgSO/aDS1i7KIg48UcfOHD8XYSK21rIGF9VizbiAWL+lpHdsRIFBdgeGVvbFqbV874F1be+ITm2qR5VlkWRZ53oj0nkhf1pzeGe2Bzcb042aXjcAZF0jPZa02+fMstadKeoYbRSOOLHkjf8Fx6lPyYHCqDMxb9WfraO+YlHmqP72Lpt5LUy/MWq0WqW/qWH10gR179sWypYNHP6mXAAECBAgQIECAAAECHSVgMQQIECBQJYHGU/vj8MM7o/H0I1WKJQsBAgQqK/CFnXfHvi8/VNl8ghEg0EkC1kKAAAECBAgQIECAAAECBAhUX0BCAgQIECDwnED9uaYWAQIECBAgQIBApQSEIUCAAAECBAgQIECAAAECBKovICEBAgQIECBAgAABAgQIECBQfQEJCRConEDP0FA7Uz66r93WIECAAAECBAgQIECgiwVEJ0CgEgL955z9ghyf+uzOeO+Hfi1+/ff/PLI8j+uuHn7BGB0ETqfA1BeLpjqVoizi4CNF3PzhQzE2UmstZWBhPVavG4jFS+a1ju0IEKi+wPDK3li1tq8d9K6tPfGJTbXmz64ssiyLPG9Eel9MfWlxe2Czkd4lzcpGoGMEarXJL9JOz2Yq6dn9hls+EG/esjbesuXGZvmRVrn2Ez8a1/3dj0Wqp0o6Vn6s5cLhFDk0nzm21badep+kOv1epzqVt2z5kfjk2B3RKCZ/pqb305GlVpv8s3jHvEw7bCFfvOfeePjA4zF81XN/r73Dlmg5BAgQIECAAAECBAgQeE5AiwABAgQqI/DYJ38lRn55KO79za+Lp+/5+8rkEoQAAQJVFtj2T/8SH//7f65yRNkIEOgUAesgQIAAAQIECBAgQIAAAQIEqi8gIQECBAgQOEKgfkRbkwABAgQIECBAoEICohAgQIAAAQIECBAgQIAAAQLVF5CQAAECBAgQIECAAAECBAgQqL6AhAQIVE9g/lVL4+zrvynO/ZEfi/73/GD1AkpEgAABAgQIECBAgMAJC7iAAIFqCPSfc/Yxg4w+MBZfeerp2HLr5445xgkCp1ogfcFoukeqUynKIg4+UsTNHz4UYyOTXzg6sLAeq9cNxOIl89JQhQCBLhIYXtkbq9b2tRPftbUnPrGpFlmeRZZlkeeTX1hcFEWkd0h7YLMx/bjZZSNwRgTSs5hKuvlUnX7e7Xvq4Uhl9OmxGH36YYXBGXsGPH/d/flLP0tTaTQa0SiaP1ebP1PT+6pWq73gZ2vqV54T2LlnNAYvWxyvuOKS5zq1CBAgQIAAAQIECBAg0KEClkWAAAEC1RGo957bDtM4fLDd1iBAgACBzhWYyPJYsKCncxdoZQQIVEZAEAIECBAgQIAAAQIECBAgQKD6AhISIECAAIEjBepHHmgTIECAAAECBAhURkAQAgQIECBAgAABAgQIECBAoPoCEhIgQIAAAQIECBAgQIAAAQLVF5CQAIGKCiz69Y1x7vs/EL1vuLqiCcUiQIAAAQIECBAgQOAEBAwlQKAiAn3nnPWSSf7hM3fEez/0a/HRj29/ybEGEJhNgbIsW9OlOpWiLOLgI0Xc/OFDMTZSa50bWFiP1esGYvGSea1jOwIEuk9geGVvrFrb1w5+19ae+MSmWmR5FlmWRfrS4vT+KIriBV9UnN4t7Qs1CJwhgVpt8mdaeh5TSc9q+qLtqeWsvOyaUBicwWfA89eln8Gpd1D6WZp+pqafp+ndVMZzf0av1SbfX1Nj1c8X2LlnNJZdNfj8TkcECBAgQIAAAQIECBDoTAGrIkCAAIEKCdTPGminKQ4dbLc1CBAgQKBzBd70ta+Lq7/q1Z27QCsjQKAqAnIQIECAAAECBAgQIECAAAEC1ReQkAABAgQIPE+g/rwjBwQIECBAgAABAhUREIMAAQIECBAgQIAAAQIECBCovoCEBAgQIECAAAECBAgQIECAQPUFJCRAgAABAgQIECBAgAABAgSqLyAhAQJVERg45+zjjvJ3//iFeO+Hfi3++G8/edzXGEjgZAXK8rkvFk3toizi4CNF3PzhQzE2MvlFowML67F63UAsXjLvZG/jOgIEKiIwvLI3Vq3ta6e5a2tPfGJTLdIXFqcvLk5fWpzeI0VRRHqntAc2G9OPm102AqdNID1/qaQb1mq11vOZvly7KCZ/Dqb+oXNfHv/t2p9SGJyhZ8Cz142fv3cvfVt6/bRK3sij9bO0Wad3U3HEz9Kp91droN3zBO665954+JHHY3jp4PP6HRAgQIAAAQIECBAgQKAzBayKAAECBKokUO89rx2nmDjYbmsQIECAQOcKvOXrlsdXv+6VnbtAKyNAoCICYhAgQIAAAQIECBAgQIAAAQLVF5CQAAECBAg8X6D+/ENHBAgQIECAAAEClRAQggABAgQIECBAgAABAgQIEKi+gIQECBAgQIAAAQIECBAgQIBA9QUkJECAAAECBAgQIECAAAECBKovICEBApUR6O8/+4SzbLn18/G+Db8ef7Ll1hO+1gUEjkdg6otEU51KURZx8JEi/vDDh2JspNaaYmBhPVavG4jFS+a1ju0IECAwvLI3Vq3ta0PctbUnPrGpFlmeTX5xcd6I9D458ouLpwand81UW03gTAlMPYfpGU3lTK3DfQk8T8BB1wtkWRZ5I49Go9Eq6V2V3lGpTjhTdWorzwns2DMag5cujiWXX/JcpxYBAgQIECBAgAABAgQ6VcC6CBAgQKBSAvWzzm3nKQ4dbLc1CBAgQIAAAQIEulxAfAIECBAgQIAAAQIECBAgQKD6AhISIECAAIFpAvVpxw4JECBAgAABAgQqICACAQIECBAgQIAAAQIECBAgUH0BCQkQIECAAAECBAgQIECAAIHqC0hIgAABAgQIECBAgAABAgQIVF9AQgIEqiPQd/ZZJxVm4XkDccXFF57UtS4i8GICU18gmupUirKIg48U8YcfPhT7R2qtSwcW1mP1uoFYvGRe69iOAAECUwLDK3tj1dq+qcO4a2tPbNlUiyzPovUFxnkj0nvlyC8unhqc3jlTbTWBMyGQnsHJEpGe0TOxBvckMF3AMYFGUTR/huaR53k031BRlk2TyT+WNxu2Ywns3DMay5YOHuu0fgIECBAgQIAAAQIECHSUgMUQIECAQLUEevovjv5Xvz3O+9ofjHOGrqtWOGkIECBQUYH//vt/Ef/42S9WNJ1YBAh0ioB1ECBAgAABAgQIECBAgAABAtUXkJAAAQIECEwXqE/vcEyAAAECBAgQIDDnBQQgQIAAAQIECBAgQIAAAQIEqi8gIQECBAgQIECAAAECBAgQIFB9AQkJEOgCgfKZZyK/794uSCoiAQIECBAgQIAAAQLHENBNgECFBPr7zjrhNG978+vjP/34e+Lq5a864WtdQODFBMrWt4lGpDqVoizi4CON+MMPH4r9I8+M+E4AABAASURBVJPfMjqwsB6r1w3E4iXzXmwq5wgQ6GKB4ZW9sWptf1tg19ae2LKpFlmeRZZlkeeNSO+Xoiha75v2wGYjvXualY3AaRWo1SZ/xtVqzbq5pecwfcn2aV2EmxE4uoBeAtFoNH9uPvszM72fjvz5mY4RvVDgi3ffGw8/8ngsWzr4wpN6CBAgQIAAAQIECBAg0HkCVkSAAAECFRNYcMFV8fLv+qNY/M6N0f/ab6tYOnEIECBQTYHd99wbB7/yVDXDSUWAQKcIWAcBAgQIECBAgAABAgQIECBQfQEJCRAgQIDACwTqL+jRQYAAAQIECBAgMMcFLJ8AAQIECBAgQIAAAQIECBCovoCEBAgQIECAAAECBAgQIECAQPUFJCRAoMoCxTPPxMPffH088Iavjsf+/c9UOapsBAgQIECAAAECBAi8qICTBAhUSaD/7LOPO86rhi6Ln33fd8a7vuXa6Jk377ivM5DA8QhMfXloqlMpyiIOHmjEH374cOwfqbWm6D+/FqvXDcTiJZ6/FogdAQLHFBheuSBWre1vn9+1tSe2bKpFlmeRZVnkeSPSe+bILzGeGpzeQVNtNYHTJZCeu1Sm7peezam2msCZE3BnAhHpfdQqzT+fp3rKZOqdVatN/ll9ql8dsWPPvhi8bHG84vJLcBAgQIAAAQIECBAgQGAOCFgiAQIECBAgQIAAAQJnWuDwRBYLFvSc6WW4PwEClRYQjgABAgQIECBAgAABAgQIEKi+gIQECBAgQOCFAvUXdukhQIAAAQIECBCY0wIWT4AAAQIECBAgQIAAAQIECFRfQEICBAgQIECAAAECBAgQIECg+gISEiBQaYH62WdH8dijrYz53XtatR0BAgQIECBAgAABAl0oIDIBApUTGDjnnBfN1LtgfnzX298aH/y3a3yB4YtKOXmyAlNfHprqVIqyiIMHGnHzTROxf2TyC0X7z6/FmvXnxuIl8072Nq4jQKDLBIZXLogbPtDXTr1ra09s2VSLLM8iy7LI80ak9036MuP07mkPbDamHze7bAROi4Bn77Qwu8nxChhHoCmQ3kvp52VZRtRqk382j+av1N+sbEcR2Hn3aAwvHTrKGV0ECBAgQIAAAQIECBDoQAFLIkCAAAECBAgQIEDgjAv81i/9ZKz4htef8XVYAAECFRYQjQABAgQIECBAgAABAgQIEKi+gIQECBAgQOAoAvWj9OkiQIAAAQIECBCYwwKWToAAAQIECBAgQIAAAQIECFRfQEICBAgQIECAAAECBAgQIECg+gISEiBQfYGepa9qhSyeeiqKxx5rte0IECBAgAABAgQIEOguAWkJEKieQH//WccM9aaveW38/L97T6z4+q8+5hgnCMxEYOqLQ1OdSvpy0YMHGnHzTRMxds/kzP3n12LN+nNj8ZJ5kx32BAgQOE6B5df3xg0f6GuP3rW1J7ZsqkWWZ5FlWeR5I9J7pyiKSO+g9sBmY/pxs8tG4LQIpGcvldNyMzch8CICThGYLpDeTVNl+jnHkwJfvPveGHvkiXjdVVdOdtgTIECAAAECBAgQIECgwwUsjwABAgQIECBAgAABAgQIEKi+gIQECBAgQIAAAQIECBAgQIBA9QUkJECAAAECRxOoH61THwECBAgQIECAwJwVsHACBAgQIECAAAECBAgQIECg+gISEiBAgAABAgQIECBAgAABAtUXkJAAgS4Q6Bla0k6Z3zvabmsQIECAAAECBAgQINA1AoISIFBBgb6zz3pBqpdftDDWfs874gdXvy1eNtD/gvM6CMyGQPry0DRPqlMpyiIOHmjEzRsmYuyedCai//xarFl/bixeMm+yw54AAQInKLD8+t644QN97at2be2JLZtqkeVZZFkWed6I9P4piiLSu6g9sNmYftzsshE45QK1Wu2U38MNCByHgCEE2gJ+HrYpXrKx8+7RGLxscbzi8ktecqwBBAgQIECAAAECBAgQ6AABSyBAgAABAgQIECBAoAME9j/yeAeswhIIEKiwgGgECBAgQIAAAQIECBAgQIBA9QUkJECAAAECRxWoH7VXJwECBAgQIECAwBwVsGwCBAgQIECAAAECBAgQIECg+gISEiBAgAABAgQIECBAgAABAtUXkJAAgW4QmL9kSTtmPrqv3dYgQIAAAQIECBAgQKBbBOQkQKCKAgN9Zz8v1jtWfF38xx/9/vjq17zief0OCMymwNSXiKY6laIs4uCBRty8YSLGRibv1H9+LdasPzcWL5k32WFPgACBkxRYfn1v3PCBvvbVu7b2xJZNtcjyLLIsizxvRHoPFUUR6Z3UHthsTD9udtkIECDQBQIiEpgU8HNw0uF49zv27IvhpYPHO9w4AgQIECBAgAABAgQInGEBtydAgACBqgqM/cUH4su/+y1xf7NUNaNcBAgQqIrAo4+Px/pf+l+xY/feqkSSgwCBjhOwIAIECBAgQIAAAQIECBAgQKD6AhISIECAAIGjC9SP3q2XAAECBAgQIEBgTgpYNAECBAgQIECAAAECBAgQIFB9AQkJECBAgAABAgQIECBAgACB6gtISIBAVwj0DC1p58z27Wu3NQgQIECAAAECBAgQ6BIBMQkQqKRA39lntXKlLym86cbvjXeu+PrWsR2BUyUw9SWiqU6lKIs4eKARN2+YiLGRybv2n1+LNevPjcVL5k122BMgQGCGAsuv740bPtDXnmXX1p7YsqkWWZ5FlmWR541I76OiKCK9m9oDm43px80uGwECBKotIB0BAicssPPu0Rh75IlYtnTohK91AQECBAgQIECAAAECBM6IgJsSIECAQGUFJg7siWdGPxVPN0tx+GBlcwpGgACBKghMZHkrxoL581u1HQECBGZdwIQECBAgQIAAAQIECBAgQIBA9QUkJECAAAECxxCoH6NfNwECBAgQIECAwBwUsGQCBAgQIECAAAECBAgQIECg+gISEiBAgAABAgQIECBAgAABAtUXkJAAge4QmL9kSTtoPrqv3dYgQIAAAQIECBAgQKA7BKQkQKCaAv19Z8d7/vU3xY9+/7fFZRdfUM2QL5KqLMsXOevUbAtMeac6laIs4uCBRty8YSLGRibv1n9+LdasPzcWL5k32WFPgACBWRJYfn1v3PCBvvZsu7b2xJZNtcjyLLIsizxvRHovFUUR6R3VHthsTD9udtkIECBQWQHBCBA4cYGde0Zj8LLFseSyi0/8YlcQIECAAAECBAgQIEDgDAi4JQECBAhUV6B+1kA7XHH4YLutQYAAAQKdJzCvPi+WLrk8zh04p/MWZ0UECFRCQAgCBAgQIECAAAECBAgQIECg+gISEiBAgACBYwnUj3VCPwECBAgQIECAwJwTsGACBAgQIECAAAECBAgQIECg+gISEiBAgAABAgQIECBAgAABAtUXkJAAgS4R6Lns8oh5k1+8lu/b1yWpxSRAgAABAgQIECBA4FkBFYFZEyjLsjVXqo8src5puyPPT29PGxrTzx95PJOx6doj55reTuePLNPPH3l85LjUPvLc9HY6P71MH3Pk8cmOXf22N8c3fM1rj+l3svNOXXfkGqe3p8ZM1dPPH3k8NWaqPvLc9PbUmCPr6WPS8ZHnp9rH6p86rz55gSnbVKdSlEUcPNCImzdMxNjI5Lz959dizfpzY/GSyb8GNdlrT4AAgdkTWH59b9zwgb72hLu29sSWTbXI8iyyLIs8b0R6PxVF0frZ2B7YbKR3V7OyESBAoOoC8hEgcBICO/aMxrKlgydxpUsIECBAgAABAgQIECBwRgTclAABAgQqLFA/67x2usahg+22BgECBAh0nsBFF7wsfuqHvzMuuWhR5y3OiggQqIKADAQIECBAgAABAgQIECBAgED1BSQkQIAAAQLHFKgf84wTBAgQIECAAAECc0zAcgkQIECAAAECBAgQIECAAIHqC0hIgAABAgQIECBAgAABAgQIVF9AQgIEukZg3rw4f/2HY+HP/0K87EMbuia2oAQIECBAgAABAgQIJAGFwMwEyrKMqZJmKoqidZzaU/3T66kxR/Yfa/yRY481ZmqeY4091nVHjp+a40TGTl0zvT5y3mPNd+Q1U+OPHHtk+2hjj+w7nrHHGjM1z9Qa0vGRY49sp3NT5cjxU30nMnbqmun1kfMea74jr5kaf7Sx0/tqtVrqaj+frQO7GQuk3480SapTKcoiDh5oxM0bJmJsJJ2J6D+/FmvWnxuLl8yb7LAnQIDAKRJYfn1v3PCBvvbsu7b2xJZNtcjyLLIsizxvRHpPHfnzY2pweodNtdUECBCopoBUBAicqMDOu0dj/6NPxPBVgyd6qfEECBAgQIAAAQIECBA4QwJuS4AAAQJVFqj3ntuOVxweb7c1CBAgQIAAAQIEuk1AXgIECBAgQIAAAQIECBAgQKD6AhISIECAAIFjC9SPfcoZAgQIECBAgACBOSVgsQQIECBAgAABAgQIECBAgED1BSQkQIAAAQIECBAgQIAAAQIEqi8gIQECXSXQ953fFed8++ro/bo3dlVuYQkQIECAAAECBAh0vQAAAicpUJZlpJIuT3UqRVG0+lK70Wi02qlveknnp/dNjZ9+7sjjNGb6dUceH2tsuu7Ic0deM709NXb6+OnHU9cdrf/IvjTf1NiXqo8cm9ppnlSOvG76cTp3PGPTmDT2WOXIeY8cm9pHnpu6/mh9U2Onn5t+PDXH0eojx6b5jjbmaH1Hjp2a48g6tadKrVZrPZvp2VVmJpBM0wypTqUoizh4oBE3b5iIsZF0JqL//HqsWX9uLF4yb7LDngABAqdYYPn1vXHDB/rad9m1tSe2bKpFlmeRZVnkeSPS+yr9PEnvrvbAZmP6cbPLRoAAgeoISEKAwAkL7NwzGkOXXxxLLr/khK91AQECBAgQIECAAAECBM6IgJsSIECAQKUF5p11Xsw758Lovei1UavNr3RW4QgQIDDXBR4+8Fj85ZZ/jMOHs7kexfoJEOhEAWsiQIAAAQIECBAgQIAAAQIEqi8gIQECBAgQeBGB+oucc4oAAQIECBAgQGAOCVgqAQIECBAgQIAAAQIECBAgUH0BCQkQIECAAAECBAgQIECAAIHqC0hIgAABAgQIECBAgAABAgQIVF9AQgInKlCWZaSSrkv1VCmKIoqyiEbRiLyRP69OfUcrU+PSudROJbWPLEfrS+eP1n+0vqmxxzo3dT7VqaRxqaT2kWWqb6qeOpeOp3If2TfVPrJOY9PxVP1S7SPHpbGpTPVN1VN9Rx6nvlSO1nes/hcbe6xz0+dK41JJ/UeWo/Wl80frP1rfscam/qly5HWpPVWmns+peuq5PbJObeXEBZJpuirVqaTPwcEDjbh5w0SMjaQzEf3n12PN+oFYvGTeZIc9AQIETpPA8ut744YP9LXvtmtrT2zZVIsszyLLssjzRuvPLenPL+kd1h7YbEw/bnbZCBAgUAkBIQgQOHGBHXtGY9lVgyd+oSsIECBAgACScE3JAAAQAElEQVQBAgQIECBwhgTclgABAgSqLXDBN/2neMXPjMaVa2+Psy57Q7XDSkeAAIE5LvDlB/fHxz7xj5E3GnM8ieUTINCJAtZEgAABAgQIECBAgAABAgQIVF9AQgIECBAg8GIC9Rc76RwBAgQIECBAgMCcEbBQAgQIECBAgAABAgQIECBAoPoCEhIgQIAAAQIECBAgQIAAAQLVF5CQAAECBAgQIECAAAECBAgQqL6AhAROSKAsy6jVaq2S2uniwxMT8WMf/sX48Q2/FP9uwy/HT9z0K/GT/+FX2+Xw4YmYmMgiy/JW2fS7m9tjPvgf/9/2uNS+44tfao1N41P5+099pn3+yDlT+6N/cUtrvjQulQceGjvm2P/4q/+jNXZqDan+z7/22+3x6d5pzlRS+94vP/i8dfzJX/3dUcem8X/7D7c+b+wXvzTSHpvOH1l+7bf/oLWOPG+0rknr+On/9F/a49O9p8an9hPjX2mNS/lS+Z2P/Okxx37mc3c+b+w/3vYv7bFTc07Vv/fRv2itI90/zfvYE+PHHPuz//nXWmPTuDQ+lf/yP37/mL+Hu+7e97x1fPzvP3XMuf/s4//QnjvNv+++B4459v/3G/+rNTbdf6p8+Jc3tscnr6l8qX5o7EAk5yzPolE0oiiKSM9sKum5TaVWq7X6Uls5MYEpx1SnUpRFHDzQiJs3TMTYyORc/efXY836gVi8ZN5khz0BAgROs8Dy63vjhg/0te+6a2tPbNlUi/SzIcuy1s+J9P6a+hnRHthspHdbs5pb2/zm+1aJOJbBvPrc+v20WgKzL2BGAgROUGDn3aOx/9EnYnjp4AleaTgBAgQIECBAgAABAgTOmIAbEyBAgAABAgQIECDQIQITE3lrJQvm97RqOwIECMyigKkIECBAgAABAgQIECBAgACB6gtISIAAAQIEXlTAvy35ojxOEiBAgAABAgTmioB1EiBAgAABAgQIECBAgAABAtUXkJAAAQIECBAgQIAAAQIECBCovoCEBAgQIECAAAECBAgQIECAQPUFJCRw4gJlWcZUKYoiGo3yxSfpXRDRLOWC+dEqUTv2+PQfu22OTeNTKeov8q8ep3NHjI358485b5lu2Rzbuv+z63ixZZRprub4tIZUynlpgqNPX05bR9lz7P9gb+3ZsWkdrXmbazn6rM/2Lpi0S2NbJV3/7KnpVTGvaXXEmlvH0wdNHad5mmOn1vFidq1LmmPT/dP4VKJ2bI84kd/D6Wt+UbvmPZvrSPefKq21HWOXfg+L5loazaxZlkejaLRKemannt9U12rNeY8xh+6jCyS3dCbVqRRlEQcPNOLmDRMxNpLORPSfX4816wdi8ZJ5kx32BAgQOEMCy6/vjRs+0Ne++66tPbFlUy2yPIssyyLPG5HeY1M/H9oDm430jmtWc2urN3+uKRFHM5hbv5NWS+AUCJiSAIETFdi5ZzSGLlvcLBef6KXGEyBAgAABAgQIECBA4AwJuC0BAgQIECBAgAABAp0i8Lqlg/E93359zJ9/7H+esFPWah0ECMw1AeslQIAAAQIECBAgQIAAAQIEqi8gIQECBAgQeHGB+oufdpYAAQIECBAgQGBOCFgkAQIECBAgQIAAAQIECBAgUH0BCQkQIECAAAECBAgQIECAAIHqC0hIgEBXC2R7n/22tq5WEJ4AAQIECBAgQIBAFwiISOAEBWq1WtRqtSjLsnVlGWXU67X4xZ/76WOWev35//rwD/2bdx9z7GtffVVr3qnddW/+umOOXf1t3zI1rFVfeOGiY4790E+vbY05cvdTP/5Dxxx/6csXHzk03rnq+mOOvX7Fm+PIX0tfOXjMsWt/6PuOHNpq/+ebPnjM8X19Z7fGTO2+/7u//Zhjr3798qlhrfqaN3zVMcd+77u/rTVmatff33fMsT+/4SenhrXrG9//nmOOf+WSK9vjUuNtTZ9jPR/vWLUyDWmXyy+9+JjzfvDH3tseN9X48M/8yDHHX3jBwnjq6Wfinn33xoNjY5FleTQaRRRlsxRFa4pabfJZnnqeW512LyowZZXqVJLnwQONuHnDRIw9+5eT+s+vx+r1/bF4ybwXnctJAgQInC6B5df3xg0f6GvfbtfWntiyqRZZnjV/PmSR5432z4f0bmsPbDamHze7bAQIEJibAlZNgMAJC+zcMxrLlg6d8HUuIECAAAECBAgQIECAwBkTcGMCBAgQIECAAAECBDpG4GXn9cdb3/TVHbMeCyFAoEICohAgQIAAAQIECBAgQIAAAQLVF5CQAAECBAi8hMDz/wseLzHYaQIECBAgQIAAgc4UsCoCBAgQIECAAAECBAgQIECg+gISEiBAgAABAgQIECBAgAABAtUXkJAAge4UOPCe7437X/eqOPA97+5OAKkJECBAgAABAgQIdJmAuARORKAsy0hl6prULorieX1T59QEOkFgdPT++J3f/+P4u0/+c2R5FnmeR+uZjclnOT3DaZ21Wi1VyksITHmlOpWiLOLggUbcvGEixkYmL+4/vx6r1/fHxUt6wi8CBAh0ksDy63vjhg/0tZe0a2tPbNlUa/18yLL0M6IR6b3W+jnR/DNPe2Czkd55zcpGgACBOS1g8QQInJjAnV/aG2OPPhHLlg6e2IVGEyBAgAABAgQIECBA4AwKuDUBAgQIECBAgAABAgQIECBQfQEJCRAgQIAAAQIECBAgQIAAgeoLSEiAAAECBF5KoP5SA5wnQIAAAQIECBDoeAELJECAAAECBAgQIECAAAECBKovICEBAgQIECBAgAABAgQIECBQfQEJCRDoUoEyy1rJi4MHo3j00VbbjgABAgQIECBAgACBygoIRuCEBWq1WpRlOVmijKIo4+5998boffef8FwuIHCqBZqPa+sWjaIRWfOveeSNPBqNovncFpPPcPNZbg2we0mB9LlPg1KdSlEWcfBAI27eMBFjI+lMRP/59Vi9vj8uXtITfhEgQKATBZZf3xs3fKCvvbRdW3tiy6ZaZHk2+XMib0R6vxXF5M+J9sBmI737mpWNAAECc1XAugkQOEGBWz93Vwy/aiiWXHbxCV5pOAECBAgQIECAAAECBM6YgBsTIECAQBcINJ5+JB7d9p9b5Stf/LMuSCwiAQIE5q7ArbftiN/6Px+buwGsnACBThWwLgIECBAgQIAAAQIECBAgQKD6AhISIECAAIGXFKi/5AgDCBAgQIAAAQIEOlzA8ggQIECAAAECBAgQIECAAIHqC0hIgAABAgQIECBAgAABAgQIVF9AQgIEulWgZ2hJO3q2b2+7rUGAAAECBAgQIECAQBUFZCJwcgJlWbYuLIoiJrIsfucjfxK/+7//b6vPjkAnCTz7qEZ6VrM8j0ajEXmzLooyirJoLzU906m0OzSeJzBlk+pUkt3BA424ecNEjI1MDu0/vx6r1/fHxUt6wi8CBAh0ssDy63vjhg/0tZe4a2tPbNlUiyzPImv+uSbPG62fEUXzzznpndce2GxMP2522QgQIDBHBCyTAIETEfjSvi/HF+66J978+teeyGXGEiBAgAABAgQIECBA4AwLuD0BAgQIdINAmR+KR7f+Qqsc/ML/6YbIMhIgQGDOCjw49mjc9+DYnF2/hRMg0KkC1kWAAAECBAgQIECAAAECBAhUX0BCAgQIECDw0gL1lx5iBAECBAgQIECAQEcLWBwBAgQIECBAgAABAgQIECBQfQEJCRAgQIAAAQIECBAgQIAAgeoLSEiAQNcKzF+ypJ0937e33dYgQIAAAQIECBAgQKCCAiIROEGBWq0WZVm2rpqqi6JoHdsR6GSB9JzmeR5ZlkWZ/vfsc5z6p9Zdq9WmmuojBKY+66lOpSiLOHigETdvmIixkcmB/efXY/X6/rh4SU/4RYAAgbkgsPz63rjhA33tpe7a2hNbNtUiy7PWz4o8b0R636WfE+nd1x7YbEw/bnbZukBg9P6x+IfP3NEFSUWsrIBgBAickMCtn70rXjV0Wbz+dVed0HUGEyBAgAABAgQIECBA4IwKuDkBAgQIdIVAvffcds7i0MF2W4MAAQIEOk9gIstiwfz5nbcwKyJAYG4LWD0BAgQIECBAgAABAgQIECBQfQEJCRAgQIDAcQjUj2OMIQQIECBAgAABAh0sYGkECBAgQIAAAQIECBAgQIBA9QUkJECAAAECBAgQIECAAAECBKovICEBAt0r0DM41A6f79vXbmsQIECAAAECBAgQIFA9AYkIzFSgLMtI/5vpPK4ncKoF0rPaKBrN5zWiKIpIx6mk+07Vqa08X2DKJtWpFGUR4wcacfOGiRgbmRzbf349Vq/vj4uX9IRfBAgQmEsCy6/vjRvW9rWXvGtrT2zZVIsszyLLssjzRqT33tTPjfbAZiO9E5uVrcsEbv6rrfErv/PHcc+9D3ZZcnGrICADAQLHL7Dv/rH4zB274s1f+7rjv8hIAgQIECBAgAABAgQIdICAJRAgQIBAdwjUe89tBy0Oj7fbGgQIECDQeQLf+6+/KW76ifd03sKsiACBOS1g8QQIECBAgAABAgQIECBAgED1BSQkQIAAAQLHI1A/nkHGECBAgAABAgQIdKyAhREgQIAAAQIECBAgQIAAAQLVF5CQAAECBAgQIECAAAECBAgQqL6AhAQIdLHA/CVL2umzfXvbbQ0CBAgQIECAAAECBConIBCBExIoyzJSSRelOpWIWrsv/CLQ0QK1KIqiVdKzO1U6eslneHHJKC0h1akUZRHjBxqxecNEjI2kMxH959dj9fr+uHhJT/hFgACBuSiwfGVv3LC2r730XVt7YsumWmR5FlmWRZ43Ir3/0s+Q9C5sD2w2ph83u2zHEHjPe94TV155ZTz00EOtEfv374/Xv/71sWrVqnjyySdbfelcGvNLv/RLreOX2qVxaXy67qXGzub5PaMPxC/99h/F5r/eFocOT8zm1B0xV3quf+n//EZc9/53xO7RPR2xJouYFYGOneSx8cfjXev+TbzvF38ynj70dMeu08K6S2DLrZ+Locsujjd+9Wu6K7i0BAgQIECAAAECBAjMdQHrJ0CAAIEuEqj3nttK2zg03qrtCBAgQIAAAQIEukZAUAIECBAgQIAAAQIECBAgQKD6AhISIECAAIHjEqgf1yiDCBAgQIAAAQIEOlTAsggQIECAAAECBAgQIECAAIHqC0hIgAABAgQIECBAgAABAgQIVF9AQgIEulmg54orI+bNaxHke/e2ajsCBAgQIECAAAECBKooIBOBGQrUIoqiiLIsJyeqNTsmW/YEOkagr//suPKKl8f55/W3ntX0vKaSFlirTT6ztdpknfqUSYEpo1SnUpRFjB9oxOYNEzE2Mjmm//x6rF7fHxcv6Qm/CBAgMJcFlq/sjRvW9rUj7NraE1s21SLLs8iyLPK8Eek9+Lw/9zw7Or0jn212ZPXUU0/Fxo0bY9myZVGr1dplwYIF8RM/8RNnbM0TExPRaDTO2P1n48Z/yk1IVwAAEABJREFU/0//Euv/6+/HrZ//4mxMd0rm2Pq5W+PV3/HG55XXvftNcd373xE/+esb4o67v9j689GRN280/3yfnvsj+7SrINC5GSaa79pGMbffB52ra2UnI/Bbmz8en925J77pG77mZC53DQECBAgQIECAAAECBM6ggFsTIECAQDcJ1HvPbcUtDh9s1XYECBAg0JkCDzz0SDzw8COduTirIkBgjgpYNgECBAgQIECAAAECBAgQIFB9AQkJECBAgMDxCdSPb5hRBAgQIECAAAECHSlgUQQIECBAgAABAgQIECBAgED1BSQkQIAAAQIECBAgQIAAAQIEqi8gIQEC3S0wb170XH5FyyC//8tRTky02nYECBAgQIAAAQIECFRMQBwCMxQoy/L5M0w/fv5ZRwTOiMDgFZfFd7/rW+Nrhl/Vun+tVotardZq2x1dYOqznepUirKI8QON2LxhIsZGJq/pP78eq9f3x8VLesIvAgQIVEFg+creuGFtXzvKrq09sWVTLbI8iyzLIs8bkd6HRVFEeje2BzYb04+bXR2x3X777fGa17wmfuRHfiTOPvvs+Kmf+qn4vd/7vdbxqlWr4plnnjlj67zsssvijjvuiI9//OPR399/xtYx0xsffPKp+P0//UT8+u//edz7wP6ZTnfKrn/vv/q++PWf+IX4lR/9j/Hd3/yueOVlQ7Ht87fGd67/t/Hj/3V9PPHkc18O1NP8e0Qf+jc/Gdv/x8fi1YNLT9maqjDxRHY4fuOj/zN+8fd//ZTE2bVvT/w/P/9jsXt0z8zn7+AZLl50UfzpL/5+/NbP/r9xzlnnnLGVdoL3waeejA/9j1+IP/jbPz5jDt1+49/a/PH47M498f3fdn1c/ez/h+x2E/kJECBAgAABAgQIEJhDApZKgAABAl0lcOn3/N8Y+vEvxivXPdxVuYUlQIDAXBP46Mf+If5yyz/OtWVbLwECnSxgbQQIECBAgAABAgQIECBAgED1BSQkQIAAAQLHKVA/znGGESBAgAABAgQIdKCAJREgQIAAAQIECBAgQIAAAQLVF5CQAAECBAgQIECAAAECBAgQqL6AhAQIEDj3x/5dXPBbvxOX/P32qC1YAIQAAQIECBAgQIAAgQoKiETgZARqtVqUZfm8S+fV63HFpRfH0OBlz+t3QKBTBGrR/F/z2a3Vaq0lTX+Gpx+3BnXpbsoi1akUZRHjBxqxecPhGBuZROk/vx6r1/fHxUt6wi8CBAhUSWD5yt64YW1fO9KurT2xZVMtsjyLLMsizxuR3otFUbzgz0Ppndm+sAMat912W7ztbW+Lvr6+uOOOO+L222+PX/7lX473vOc98Ru/8Rvx53/+5/Gbv/mbHbDSaixh592j8fO/+YfxJ1tujaJ4/p+VOyHh61/9VfHNb1wR73jzN8f6H/x38b8+9Bvxqd/6q/jh1T8Yf3fbtvi53/mVyBp5Jyx1Tq0hbzTi81+6I8afHD8l6374sf2xY+SuaDTfOTO9getfWqATvA9PHIp/vuvzcejw4ZdesBGzKvDEwSfjtzZ/PD67c09856rr4i1vWDar85uMAAECBAgQIECAAAECp0PAPQgQIECguwR6Lx6O+ecPdldoaQkQIDAHBSayPBbM989YzcHfOksm0LECFkaAAAECBAgQIECAAAECBAhUX0BCAgQIECBwvAL14x1oHAECBAgQIECAQMcJWBABAgQIECBAgAABAgQIECBQfQEJCRAgQIAAAQIECBAgQIAAgeoLSEiAAIE4523fHGe9+S0x7+KLaRAgQIAAAQIECBAgUE0BqQiclEBZllGr1VrX1mqTdTr4vne9I37ge9ekpkKg4wRqtVrrua3VJut6vd467riFnuEFpc93WkKqUynKIsYPNGLzhsMxNlJLp6L//HqsXt8fFy/xH6YOvwgQqKTA8pW9ccPavna2XVt7YsumWmR5FlmWRZ43Ir0fi6KI9K5sD2w2ph83u87I9uSTT8ZP//RPx4UXXhh/+7d/G8uXLz8j6+jGm/7tJz8bH/qvvxu33/mljo9/zlnnxI9+xw/F997wHfF3t22Lz+z4bMev2QJPWsCFBAgcQ+DhR56IP7nlU/FzGz8Sn925J779+jfF9W/6mmOM1k2AAAECBAgQIECAAIGOFrA4AgQIECBAgAABAgQ6UODSiy+Iy15+YQeuzJIIEJijApZNgAABAgQIECBAgAABAgQIVF9AQgIECBAgcNwC9eMeaSABAgQIECBAgECHCVgOAQIECBAgQIAAAQIECBAgUH0BCQkQIECAAAECBAgQIECAAIHqC0hIgAABAgQIECBAgAABAgQIVF9AQgIzE6jVahFlRK1Wa5V6vRZ+EehUgbJsPqxHWVytNvnc1mq11nN8lCEd1TV6/1g89fShU7KmKaNUp1KURRx8pIjNGw7H2Eitdc/+8+uxen1/XLykJ/wiQIBAlQWWr+yNG9b2tSPu2toTWzbVIsuzyLIs8rwR6T1ZFEWkd2Z7YLMx/bjZddq3W2+9NT71qU/Fhg0b4sorr3zJ+z/55JPx1re+Nd7znvfE9u3b4zWveU3r5+LHPvax9rWf/vSn4+u//utb/bVardVOfe0Bzzbuv//+eO973xsLFixojX3lK18Zf/M3f/MCpyPv+eylz6v27NkTb3/722PevHmtedK9j3a/51307MHDDz/8vDVceumlsXHjxtbv3bNDTml14PGD8T//6G/iN2/+63ho/2On9F4znbxWq8Xqb3xn9Pf1xye/8E/t6X7nL/4gvulH18SBxx9p9z35zFPx/35kU7z1h98Zr/6ON8ZXfe918RO/9uF45IlH22NSI30GPnvXF+K7N7wvln3XN7TK2l/+6fjCl+5szfnvN/1cGtYqaf50n9/+i/8TH//HT8R1739HfN0PflN8ce/u1jOT5vne//DDrXule6688dtb49I9WhM0d1NzpDXfftfn41/99PfF6979ptZc2z5/a2ueI/uv+cHr43f/6g8ja+TNq198G33wvvjAL/9UfO17VrQyv+m9N8Tv//Xm1kXpfq///hXxmZ2fiz/b/vHW+bTGrZ+7tXW+0Xw//M0//V1rPckhrSmtLa2lNeDZXZonGdy190stzzT23/3XdS2rH/6lD8b4U1+J1T/7A635f+Dn1sbTh55uXfm53XfEdJu/u31769wLd8/1pOv/yx/+90hZ0npTnY5T/3OjIo7n9ztdk9aUfk9Trnd+8Ltb60wGR/6+3HP/vvj+//CB1rOQnpuf/m//IZ548mD7dkfOM9V5Itena9IzkZ6X43nu0vgjy9S9juU9df5oz2l6VtMzmzIfOWdqT/3epuvTcSov9vuWHN/yvm+NLz98f/zqRza2LNPc6R7pWmX2BMaffCruvvfB+MjH/iF+btMfxN9+6nOxdMll8WPf/22x6q3XzN6NzESAAAECBAgQIECAAIHTKuBmBAgQIECAAAECBAh0osD3rX5bfPN1V3fi0qyJAIE5KWDRBAgQIECAAAECBAgQIECAQPUFJCRAgAABAscvUD/+oUYSIECAAAECBAh0lIDFECBAgAABAgQIECBAgAABAtUXkJAAAQIECBAgQIAAAQIECBCovoCEBAgQIPD/sXcfgE1VfR/Hf+fmJmnLkL1nWQooorJURBH3FtxbceLe21cF96O4996Ce++9xU1xsMveUGhLmybvPTcmNFBGoS1t+Mb87xn33DM+9+a0jzwSBBBAAAEEEEAAAQQQQAABBNZBwJj4l4Ibxf9Zh0togkCVC4zN+Vc3/O9BffTFjzLGe1ZNcgp+xph4RSwW88vV/XDlyCf1+Y9/VOg0E2u3qY1oLKol86J6/qpCzZ4Q96ld39HgK2qrWbYrXggggMCmILDVrmHtNaxWcqnjPnX1wb1GxZFiFRcXKxIpkd0vo9Go7N6ZbOhlVi57VVX6/vLLL9WkSRNtv/325Rr3hx9+0D333KMPP/zQX9N+++3nX//yyy9rp512UmZmpp555hk/SkpK/Drb1m/kHaZMmaKBAwfqpZde0tVXX61Ro0bp+OOP98P24TVZp/eECRN0+OGHq0OHDnrxxRd15513avLkydp3331l57imTqZ4c7Bzfeutt3Tbbbf5c9h777111lln6aKLLtK4CVP1xiffrld88VP5fv7+PPZfXXP3U3rr0+/XNOWNfq5Vk2bq3Dpb/+aOV35h/mrnM+Kx/2n0p2/qsEEH6c7zb9Dx+xyuj3/6Qpfee13KdR/+8JlOuuFcFRUX6f9OvkS3nPV/qpNVS2fcerHmLJhbZv+f/fy1vv7tB719xwv6/vEP1S17c+VM+ltn/e9SZQRDGn7a5br17GtVv049XXbfcH065qtV+vn57990+/MP6KjdB+uaoRerVmaWLrn7Wj33wcu68sEbdeBOe/l9bNNla932zD16+ZM3VumjdMW/uZN07HVnaMGShbLruP3c6zVg636aMH2y32yXbXf019apdXv17rqNb2Jdurbv4p//4pdvdNFd12iLNh39dnZOywrydc4dV2jcpH/8NonDsoJluvWZu3XwLvvqj+e+0k3DrtFVJ16gkw84RpnhTF141JmyfZ8x5CSFgmF9/fsPGjriXNWrVVc3nnGlv64OLdsrd/b0RJdlpnn5y3TWbZfqxQ9f1VF7DPH7PGTg/nr2/dHeXP9Py4uWJ69b1/ttLxg76S899/4revDSO/TXS9/J2th6G/a+nHP7ZRrYq7/+d8712neH3fX21x9o+GO3KeLtI7bNmmJdr1+f5y4xbt1addbonWhX1nOaOLcu6dru2+Hes3v9qZepwWb1tX//Pf37c8Owq9SySQtV5mveoiX6d/J0/TZugr75JUeffv+r3v9qjN79/Ee99dl3evPTb/XmJ9+tdd8s3aZ0fn333Iq8zs7n4Zfe1Q0PPK/zb3xIF970sG55+CV99v3v6tW9sy4aeohOO3wfde/crjKp6XvjCjA6AggggAACCCCAAAIIIIAAAgikvwArRAABBBBAAAEEEEAAAQQQQACB9BdghQgggAACCCCAAAIIIIAAAgggkP4CrLAcAk452tIUAQQQQAABBBBAAAEEEEAAgWokwFQQQAABBBBAAAEEEEAAAQQQQCD9BVghAggggAACCCCAAAIIIIAAAgikvwArRAABBBBAAAEEEEAAAQQQKEvAmPgXgaeei39p+sb+otvUOVFCYF0E4m1KP7ul8/Gz1e+4NL9Az7z+sW5/7GVNmjZrgyeYWLNNbURjUS2ZF9XzVxVq9oT4Z752fUeDr6itZtmueCGwNgH7HH3+5o86rOf52rPtyXr54Q/Xdkny/II5i3Vsv0s06v73knWVkbH923HseJXR/6beZzr5brVrWHsNq5W8peM+dfXBvUbFkWIVFxcrEimR3Tej0ajss59s6GVWLntV5XpHozEVFUe0LL9Qi/OWaf6iJZo1b6GmzZqnSbmz9O+U6Ro3Yar++HuSfs4Zr3sJ8+AAABAASURBVO9/+0tf/5yjJUvzNW3aNLVq1Ur169cv15izZs3SNddc41+buDA3N1eXXnqpjj32WL3//vs66qij/Pjwww+1ww47aOTIkSosLPQsIrr++us1d+5c2XNXXnmlhgwZIpt+8MEHysrKSnS51vTZZ5/V/fffr7vuusvv4+yzz9aXX36pzMxM3Xjjjf54ZXUSicTnUFJSom+//Vb2OjuHhx56SDfccIOefvppjfljnN785Pv1ii9/+rOsYddaZ+/PH/9MXmu7jdUgM5ypJvUbr3X4LTt105u3PavTB5+gPfoO1LmHn6Zj9zpUv48fqwnT4uubOW+27nzxQW23eQ89ftU9GjJwf+29/W66cdjVGrr/Md5zUlzmOHnLluj8I05X7cwVn7egG9S1p1yqhy8fqf123MOP/519nerVrqv3vv1YK3/G/pr8r24edpUOHXSgH7eeda0/1i1P360LjjxDJ+x7pD+XEaddrg6t2umzMd94n7HlfpuyDl///p0KlxfqiuPP98fe+791XHnCeX5z28egXjup4WYN1LJxM99kD8+laYO4Zd1adfSQN/ebzrzGH9fOy45d4H1evvj1W7+PxGHB4oUa1Gdn7dijj4wxCofC2mnrftrGcwy5rvptuZ3ff++u28gNBPTeNx9549bXlSde4PdtfR689H86as9DEl2Wmb744av6c8I4f17Dhpzk93me5379qZfpu7E/aczfvyevW5f7nWg8z5v/6YNPVPNGTRNVyfTXf//UjWdcreP3OcIf7/9OucRLd9X3Y3/WlJm5yXary6zL9ev73CXGXJt3ol1Zz2ni3Lqka7tvPbzP2M7b7KBa3uegc5uOntNA7brdTv4zvy79r2+b+QuXeD9TZujXvybqu1/H6bPvf9eHX/2st7/4QW9/+qO3X/6gNz75zku/X2OUblM6v757bkVeZ+czMXemQsGQemzeXgfs2k8nHbKHrjjtCJ0weHd1btdyffm4rsYIMFEEEEAAAQQQQAABBBBAAAEEEEh/gU1vhcWLpip/8pd+lOTP2/QAWDECCCBQQwTe/+xH/TNxWg2ZLdNEAAEEEEAAAQSquwDzQwABBBBAAAEEEEAAAQQQQACB9BdgheURcMrTmLYIIIAAAggggAACCCCAAAIIVBsBJoIAAggggAACCCCAAAIIIIAAAukvwAoRQAABBBBAAAEEEEAAAQQQ2AQFiv/5e9NaNatFAAEEEEAAAQQQQAABBBBYrYAx8S8ETzQwxqgkFtX1dzyka4aPTFSTIlDtBOyXxMbjv6n9lxhjZOtt0ZjU59vWVdcYNzFXNzzwgka996WKI5H1mmZi3Ta1EfU+y0vmRfX8VYWaPSFuUbu+o8FX1FazbFfV4XXb+Y/p2H6XaMGcxSrrVbhsuS469FY/bL6sNtRVrsAvX43TzWc/rC492umC209Q6+ymlTsgvddYAbvv/PTZnzp/8M3au/0p2rPtyTqq90V69/kvFS2JVpt1bbVrWHsNq5Wcz7hPXb1623KNmzBFv4z9R9/9+pe++nmsPvnuV33w5Ri9/dkPevWjb/z9+dk3PtFTr32kx0a/rwdffEf3PPOGRj75qm57dLRuevBFXX/fc7rm7qd1+e2P6+JbHtX5Nzyos4ffp9P/726devWdGnbtPTr3hgd04c0P69LbHtNVI5/Utfc8oxsefEG3PDxKtz/+iu56+nXd/9xbemTUe3rilQ80Z8Eif661atVSMBj08+t66N69u9q2bZvS/IsvvtDkyZN10kknpfS32Wabac8999Sff/6phQsXatasWXrvvfd01FFHqVevXil9bLXVVtp9991T6tZU2GuvvbTtttumNOnYsaOGDBmiH3/8UfPmzUs5lyhMnTpVb7/9tg4//HC1a9cuUS1jjAYNGqSCggLt0qu7Hh5+7nrFFacdkexzXTMHDtpBVw87Slt2XjGfdb22qtoVR4q0ZNnStQ535O6D1ahew2Q7Y4y22byHf+28xQv8+nGT/9G0OTN1/L5Hqk7Wis+NMUb77LCbmjdq5rdb+bB5285qsFn9lOrObTpo9z67+PdP/70a12+o9i3aaM7CuSpYXvBfbTzZbout1bppq3jBO7Zq2lLtvLabt+2oPt2382ribzuOHW/m/FlaVlgYryzj2KR+IxV457/98yeVRFfsSaFguIzWq1Zt69lsv2XqZyG7RVs18tYwecaUlAvq1qqtrTp0TalbU6Fpwyaau2i+fv77t5TfY0Pu6j/zi5fl6cMfPlW/LXurW/bmKd1v06WH6tepp5yJK/48cF3ud6KTDi3bq2Xjsu/tjlv10ZYdtkg0VTDgevdjGy0vKlR+YX6yfnWZdbl+fZ+71Y25unr73DRY6TldXduy6tfnvpXVT0XXdWnfSnsP6KXjDtpN558wWNeefaxuu/Rk3XPVMN1/7Vl66Ppz1mvPXN+9trKuu/GCE3XhSYP9de67Sx/17bGF2rXi99SKfp6qbX9MDAEEEEAAAQQQQAABBBBAAAEE0l9gE1xh3p8va9rje/qxbPyHm6AAS0YAAQRqhsCbH32jSVNn1ozJMksEEEAAAQQQQKC6CzA/BBBAAAEEEEAAAQQQQAABBBBIfwFWWC4Bp1ytaYwAAggggAACCCCAAAIIIIBANRFgGggggAACCCCAAAIIIIAAAgggkP4CrBABBBBAAAEEEEAAAQQQQACBTUlgwRWXaVq3Lpp90P6KLly4ySydhSKAAAIIIIAAAggggAACCCCAQPoK2C+ctquzaSJsuabGB1+N0RV3PKlvfx1XriXYtdsLbBqNRhWNRbVkXlTPX1Wo2ROMPaXa9R0NvqK2mmW74lU1Aj98/LuuPO5OLZy3pGoGrIRRPn/zRzVu3kBn33Ssdhu8vXrvulUljEKXG1ugaHmxnrr9dT143YvrPZXl+UV644lP1LZTc11858m6eORQNWpWT3de+pReffSj9e63Mi7catew9hpWK9n11O9q6717onrvq5/01qff6vWPvtYbH3vpJ9/qrc++14df/6wvfvxdP/75j34fN1H/Tpmu6bPnacHiPBUUFsnuvRkZITXYrI5aNGmojm1aqnvntuq1VRf1325L7dl/Ox04aHsN2aO/Dt9nZx19wK46YfDuOuXQvXTGkfvq7GMP0PknHKxLTjlUV5x+hP7vzGM0/NzjddOFJ6p9q2YKBoMaP368Fi1apPK82rRpo9q1a6dcMm3aNEUiEfXv31/GmJS44oorNG/ePM2YMUOzZ8/WQu/PEfr16+e3Kd2JMUauu+4/S7bZZpsy27ds2dIfw45Vuv9E3o6/ZMkS3XDDDf4cjFkx3969e6ugoECLlyxONK/UdLvunTTivOO194BelTpORXReUFSkhXkLVa92PYWC4dV2WVwS0Ve/f68Rj9+hI646RQPPOFBn3XZJSvuJ06eoQd16at+8tVZ+BRxHxouV6225Q6v2/j2z+dIxc95sPf7Wczp/5FXa89xDteuwg/Tdn2NKN0nmO7fpmNJHMBBQZjjDD5tPNDTGKOA4yl9e6D3bxVrdq//W22v3vgN15wsPeGs9QI++8azntO7Pj/2cT54xVXe/9LDndKkGnTXYX0PurGmrDFm3Vl01rt9olfrVVQwZuL+6d9jCd9nn/MP16mdvK78wf3XN/fqiouVakLdY7333sbofsYM2P7RvMnY+fX9NmzNDE6ZN9Nvaw7rcb9vORvOGTZSVkWmzq8TK98U2aFK/sZYsW6p5ixfY4hpjXa5f3+dujQOXcXJ1z2kZTcusWp/7VmZHVCKAQLkFuAABBBBAAAEEEEAAAQQQQAABBNJfYFNcYSCjbnLZ0cK8ZJ4MAggggED1Eli+vFihkFu9JsVsEEAAAQQQQACBGirAtBFAAAEEEEAAAQQQQAABBBBAIP0FWGH5BJzyNac1AggggAACCCCAAAIIIIAAAtVCgEkggAACCCCAAAIIIIAAAggggED6C7BCBBBAAAEEEEAAAQQQQAABBDYtgVg0ud7IxAnJfJpnWB4CCCCAAAIIIIAAAggggMBqBOyXWNqwp21qw+YJBGqKgP2iezvXaDRqEz+MMX5akw8LF+fpsdHv655n3tC0WfPWupTEZ9emiVgyL6rnryrU7Alxj9r1HQ2+oraaZfMXUKsKX1P+maGpXsSisSocteKGKlperIVzFqtJq4aqXSez4jqmp2onEI1E9cd3/yhv0bL1nls4K6SrHj5D59x0rHbev5cGHtRH1z91jjp2b6PvPvpNywuL17vvyrhwq13D2mtYrWTXJZPaq+PCfXXGkfvo4qFDdO3ZR+vWS4bqnqvO8OOuK8/QHZedqtsuO0U3nH+Crjv7WF097ChdduphumjoITr3uIM07Kj9dOphe+vEIbvr2AMH6Yh9d9Yhe/bXAbv20z4799Ye/bfVrv221oBeW2r7nl3Va6su6tm1o7bs3F5bdGijjm1aqF3LpmrZrKGaNqqnhvXqKuA46tWrl2bMmKE///wzOd91ybiuK2PiPwdKt69bt67uv/9+jRo1apV47rnn1L59+2TzzMwN/+wHAoFkfytnMjIylJWVtXJ1Svm8885bZZ6Jubdq2SqlbUUX7H047fB9dKoXTRrWq+juK6W/idMna8K0yerVrafc1dhPnztTQy47QcNuudhrO1Hbbr6VLjx6mM4YctIqcwo4AblucJX6NVXYa0qft7+fPP7Wc9rtrIP1zHujFA4Gdezeh+mqky5U9w5bqCpedbJq6bazr9UrNz/lrXdr3fXSQxp05kH64IdP1zp8cUlE1z16q/a74Eh98P0nalC3vk476Dhv/hepaYPGq1xvHMf/7K5yYjUVzRo20VPX3Kcnrr5XLRo201UP3qA9zz1Uf04Yt5orVlTvvf1uuvP8G8qMw3cf7Dcsz/22FwQcp8y9w56rqgisx3NX3rnZMcp7Ten2G3LfSvdDHgEEyi3ABQgggAACCCCAAAIIIIAAAgggkP4Cm+QKnXDd5LqjhYuTeTIIIIAAAtVL4MLTDtM23TtXr0kxGwQQQAABBBBAoGYKMGsEEEAAAQQQQAABBBBAAAEEEEh/AVZYTgGnnO1pjgACCCCAAAIIIIAAAggggEA1EGAKCCCAAAIIIIAAAggggAACCCCQ/gKsEAEEEEAAAQQQQAABBBBAAIFNS8Btn51ccPGkicl8emdYHQIIIIAAAggggAACCCCAQHkEYjEpGo2W5xLaIrDRBOyXydqQpNKpMWajzakiB/7tr4m69p5n9NpH35TZrV2zDXvSpjbs53fJ/Kiev6pQsyfEHWrXdzT4itpqlu2KFwLlEYhGoirIX16eS2i7CQsYYxQMpu4ztWpnqVmbRtVWZatdw9prWK3k/MZ/malvHs9U0A3I8dZjIxqLJn/G2IZ2rzUmvr/aclXE7rvvrhYtWui2227T4sUb9oUv9erVU35+vrp3764hQ4asEgcccIAaNGigrKwsZWRkaMyYMauZCDp7AAAQAElEQVQsMRKJaNmyZavUr67ir7/+SjG07WwfP/74o5o1a6bGjRvbqlUiMYfMzMxV5pmYe926dVe5rqIq9tm5t4afe7y27d6porqs9H7y8pfpnpceVtOGjTVw2/6rHe/dbz7WrLmz9NQ19+mxq+7WhUedqb23300dW7dPucb1PgvzFy/U9LkzU+ptYXnRckUixTa71pizcJ6e/+BV7d9/L7135yjdOOxqHbn7YA3ouYMyw5lrvb6iGhhj1KVtR91+7vV6b+RL6tymo2575j7NXjB3jUP8M2W83vn6Q5112Cl647bndO0pl2jIwP3Vt9u23n4RXOO163oy4Djq231bPXLlnRp94+MKhzJ027P3KL8wv8wuXDeorHCG/7/ddu01QHv0HbhK9OjUTfa1rvfbtq0OUVHP3YasZcqs3JTL7d4/cfrklDpbCDjlu2/2GgIBBDZUgOsRQAABBBBAAAEEEEAAAQQQQCD9BTbNFToZK/7Mo6Rw0aaJwKoRQACBGiDQpUNrbVa3Vg2YKVNEAAEEEEAAAQSquwDzQwABBBBAAAEEEEAAAQQQQACB9BdgheUVcMp7Ae0RQAABBBBAAAEEEEAAAQQQ2OgCTAABBBBAAAEEEEAAAQQQQAABBNJfgBUigAACCCCAAAIIIIAAAgggsIkJBNtnJ1ccmTgxmU/rDItDAAEEEEAAAQQQQAABBBBYdwGz4kvU1/0iWiKwcQTsl3Aa4z20dvg0j7c/+0FXjXxSP4/9N2WlxhgZY/w662FjyfyoXrh6uWZPiNfXru9o8BW11SzbVbq98vMK9OiNL+vwbc7Xnm1P9uPU3a7RV+/8LGuRWO+COYt1bL9LNOr+9zT13xm6cMgtftu925+im895RHmLliWaJtOcn8br3ANv9NvZvm3e1iUbeJnl+cv16E0rxrf9jTjjQS1bnK9//5iiAzcf5p+fM2OBjux1od/Xbec/5l1Zse/lhcV6/YlPdNz2l/pj2Pna/BtPfqJIcUnKYNbAWoz/c6rsXG3b1c3Jtj2w65n64/t//LB5uya7Ntvp3FkLNfKSp3TAFmf64+7b8TQ9eN2Lsi72/OrCzunOS5+S9bJzTNwre531HLzVOX5/NrVlW7+6vlauLyos0ugH35e91q7tqN4X6fM3f0x5Hux4f/zwj84ffLM/h9W1+/6j3/x7+M/vk/1nauguV/nzsuu06144d3HK8NbL2s6ePl92XXZs27edS+l1fPbGj34/7zz7ecr1trBsSYHOOeAGXXnsSNn7autWjtLP8/SJs3X18Xcl11HWc7ou67Vzt/fX3uuPXv7Wn5+duzUoPf66+JZub/Pj/5yiMV/kqO+gHgpnBG1VtYutdg1rr2Er/nL+cZ8G9eF9RsWRYhUXF6ukJKpozIto1H+WjDF+am2rajHt27fXeeedp48//lgnnniiFixYsN5D77DDDqpdu7YeffRRf32r66h169bacsst9cILL2jy5Mkpzb744gu9+eabKXVrKrz//vv6+++/U5p8++23fh+77babGjZsmHIuUWjXrp169epV5hwSbSoj3apLtq4edpQOHLR9ZXRfaX3OnDdbl917nX766zedc9ipat6o6WrHmjJzqurUqqOmDRon2xSXRPTeN58kyzbTo1N3BRxHL3/ypux5W2ejxPs8jPrkDdkxbXltsXDJQuUtW6K2zVsrGFjxO8lfk//RuEmpz8ba+lrf80XeZ7r059b67LzNDipYXqCl+am/C8xZOM+vT4w135v/0oJlateidfJ3L3vuh5yfPYNZNrvOYfux/ZW+oKh4eemiurTtpJ6e/cK8xVru7UMpJ/8r1KtdV7226Klv//hBYyf+9V9t2cm63u+yr6762op67uzMy/K29auLzbzPRVZmln7/Nyflmc+dPU3f/flTymXluW/2HqRcTAEBBNZfgCsRQAABBBBAAAEEEEAAAQQQQCD9BTbRFToZdZMrjxYuSebJIIAAAggggAACCCCAAAIIIJCWAiwKAQQQQAABBBBAAAEEEEAAAQTSX4AVllvAKfcVXIAAAggggAACCCCAAAIIIIDARhZgeAQQQAABBBBAAAEEEEAAAQQQSH8BVogAAggggAACCCCAAAIIIIDApibgtm+fXHLx5EnJfDpnWBsCCCCAAAIIIIAAAggggMCaBYyJf4mtbZX4QsxEausIBKqbQLeunXT5hadq0E69/KkZY2QzNk3nZ3fWvIW6//m39dBL72rO/EWya7Vh125TG4vnlej5qwo1a7ytlWrXdzT4itpqlu0q3V6zp8/XeQffpFcf/VAD9uulK+4/TefdcpzcYEDDT79fox983zcqve4/fvhX/zf0XvXbo6ffftDg7fXpa9/r3queVUkkmmz61Ts/68JDblE4I6SLRw71IxaN+nU/f5njt1teWKwRZz6kt5/5XIecvpff3zHnHaA53ryWLy9Ws9aNdMldJ2uXA/uo1mZZOuemY/02+x27i399RR2WLSnQ9afep/uveV7d+3TWpXef4s+3ZXZT3Xf18/7aIsUlKcMtW1aoh65/SXsctqPenfyQLrz9xJTziUKf3XroopEnqVV2Mz9s3q7Jrq1w2XLdcvYj+vmLsTrh4oP8tQ08sK93Pz7SQyNGpXgm+rOpncsL976t9174SiddNkTWw352l3nruMa7N28+8YkOPnGQ399+x+ysVx/50He23vb6NYVtc89Vz+nPH//VWcOP1jk3HiPHcXTbeY9p7E//fSi8Dsb/OVVXn3C3MjJD3tpP8r3qNaqjm89+WN9/9LvXIvX9xVs/6bFbXta+x+7sz2vvIwfog5e+0s3nPCo779Kto95z8vKDH+jDUd/o2AsO8O9HrwHdNOr+9/TAdS/Krr/H9l3UukMzfffhbyrynpXS1//z+2T968WgITt4z1+w9KlV8jOmzNGNZz2k5m0b67J7T9Vp/3e4Zk+br6tOvFt//zop2X5d1lv6Xnfv1Un282SjQ/e2yX7W1Td5gZeZOn6mN8eHtf1uW2vfowd4NdX3vdWuYe01rFZygjmfuPrwPqNISUSRSET23tp9NhG2oX12bVpVcfbZZ+v666/XK6+8osaNG+uAAw7Qfffdp2effVb23KBBg3T66aevdTrdunXTZZddpieeeEK9e/fWo48+qtGjR/vp4MGDNXLkSL+P2rVr6/zzz9fkyZPVr18/3XXXXX47O9aFF16onj17+u3W5dCoUSMNGDBAt99+u9/HFVdcoV133VVt27bVeeedp9VZZmZm6rrrrtOCBQvUo0cPDR8+3L/+hRde0DnnnKPDDjvMvz/rMod1adNgszo6ccjuOuuY/dW6eeN1uWSjtfn5r9/0/nef6M2v3teIx+/QYVecpN3OOlhj/v5Nd54/Qrv13nmNc+u3VS/NnDdLl993vd+H7efY/ztDC5YsSLluyw5dtV//PfTKZ2/p1BvOS7Y99cbzNG7yv2raYN2cWjZpqXYt2uqxN57RvaMf9ed+x/P36/8euVmN6jdMGbOyCs+8+5KOuOpkjf7kDX/8J95+XjZ6bdFTbZq38ofNDGeqRaPm+snzffLtF/Xs+6M1xstne3Nv3qiZbnxipGw/1v6qB2/UU++8qM3qbOZfuy6HJvUbqXZmLT346pN655sP/fHzC/N17SO36ZQbz/d9bd8jX3hAH//0hQZu11/1aq/4wqfSY9jPzQn7HanGXp8nDj/Lfw7stTas7dAR52juwnn+Jet6v/3G1eBQUc/d6rzXtMRm3n3eeZsdvGfkY513+xX+fbL3/IxbLlb7Fm1SLl2X+1YrM0stGzXVx2O+9J+nZ94bpX+mTkjphwICCJRPgNYIIIAAAggggAACCCCAAAIIIJD+ApvqCoP1s9V4z5vV7OBHVb/vGZsqA+tGAAEEqrXA3PmLddH1D2hS7sxqPU8mhwACCCCAAAII1AQB5ogAAggggAACCCCAAAIIIIAAAukvwArLL+CU/xKuQAABBBBAAAEEEEAAAQQQQGCjCjA4AggggAACCCCAAAIIIIAAAgikvwArRAABBBBAAAEEEEAAAQQQQGCTEwi2ay8FAv66IxMn+mmaH1geAggggAACCCCAAAIIIIBAOQTsl0iWozlNEdhoAvYLmEsNLvvs2jqb2nqbt+mGxPLlxVqwOE/TZs3T35Om6Zec8frq57F6/6sxeu2jb/TsG5/ooZfe1cgnXtXND7+kGx98QSPuf17X3fuMrrnraV018kldfvtjuuTWx3TRzY/o/Bse0jkjHtBZ19+nM/7vHp185UiNeOD5ck/xx9//1hV3PKF3Pv8xuW673qULpRevKdLsCcbvs3Z9R4OvqK1m2a6q+2vOjAU6steF2rPtyavEgV3P1B/f/5OyhJJIVM/d+ZbmzV6k/42+RKdfe4T6772t9jhsR935+hXa64j+euG+dzXlnxkp140dM16X3DlUg0/ezW9/9o3HqP8+22nMFzmaPnm233buzAV67OaXtevB/TTi6XM18KA+ftzwzPnqum1HvfboRyryno3pE2f58zr0tD2T/R1x9j7+fOo1rKM69Wqp3+5bK3vzVqpVK0N9dt1Kdo5dtm7vj1NRh3ee/Vw/fzFWV95/ui6640TtvH8vf7527iddNljvv/iVfv16XMpwyxbna8e9t9F2A7r5z1DKyVKFNh2ba4fde6p+47p+2Lxdk12bbTZgv156+OPrdOAJu8quzXr226Onvv/oNy2Yt9g2SQn7nL766Id6duRbOvHSg3Wwdx8Sn1m7jr9+nqCbX7hQR527n9/f8Rcd5K3pJH99OT+NT+mrrMLiBXlq3Ly+b2Ed9jpyJ11y91C/6Zdv/eSn9uAGXV1w6wkp9/eKe0/z7lltff7Wj7LztO1sFBYU6a+fJ+ruN65MrvOM647QBbef6Lt+/uYPtlky5s1apIJlhbrj1cv853Fn735cctfJss/Gey985T8z9RvV1QCvfqy33hmT5ySvteN+8/4vatm+qXps30Vre3362vc6a8TRyeff3of/jb5Y4XBQz458039ObR/rst7S97pZm0a+v72njZrVs134sa6+fmPvMGFsrq44eqR69Ouis286VuGssFdbvd9b7RrWXsNqJSeZ84mrD+6VSqIlikZj8v+JeUcvko2qMBMMBnXllVdq7NixOuSQQ/Txxx9r2LBhOvroo3X33Xfr33//VefOndc6I/u5u+CCC/Tiiy+qoKBAQ4cO9fu76KKLVLduXe23337JPvbff3998cUXateunc455xwddthhmjBhgl544QV16dIl2W5tmSOPPFJPPPGE7rvvPn+sW2+9Vccdd5zfd9u2bdd4ee/evfX1119rxx131DXXXONff+yxx+rnn3/WCSecINd113j9up7cbYdtNPy849Vv667reslGbffw60/rnNsv10V3XaOXPn5NRZFiXXDUMH1498vaeZsd17i/24nv1mcXXXj0mfpr6ni/j9ueuUcH77yPWglMjwAAEABJREFUjt7rUJV+ud6fKV1+wvm66qQLNWX2NL/tjU+OVNf2XXTF8ecpFFq3z3adrFq68fQr1aVtJ93/8mO64M6rND53kv53znA1a9C49JCVlu/afnMVFC3X/z18s2/3xFvP67i9D9fw0y5TMOD649rPx9mHnaIeHbvp7pce0p0vPCB5n/lWTVroxjOuVN3adWXXf/E918oxjld3tWpl1vKvXZeDdTv3iNP173/uf04YJ2u8XdeemjwzV5d6/Z4/8kq9++0nuvKEC3TGkJPWeC9bNm6uhy8fqb23302vfPamvy47ty9+/Vb79d9T9erW86e1rvfbb1wNDtakIp671XmvaYl27Iu8z8Yxex2mb//8UeePvMr/jF0z9CL127J3yqXrct+yMrJ0yTHnqNFm9XX9o7fp6XdfUsgNpvRDAQEEyiVAYwQQQAABBBBAAAEEEEAAAQQQSH+BTXaFbu2mqt/vTNXtcbhCTbbYZB1YOAIIIFCdBYq9P5ddtGSpiosj1XmazA0BBBBAAAEEEKgJAswRAQQQQAABBBBAAAEEEEAAAQTSX4AVroeAsx7XcAkCCCCAAAIIIIAAAggggAACG1GAoRFAAAEEEEAAAQQQQAABBBBAIP0FWCECCCCAAAIIIIAAAggggAACm6BAICC3ZSt/4ZHcqYoVFfn59D2wMgQQQAABBBBAAAEEEEBg0xH4d8qMDV6s/fJh+6WXQdfVFeeerGuvPHeD+6QDBCpDwMj7xxg5jv3P2OW/jInX+YUyDovylip35lyNHT9F3//6lz78+he99tE3evKVD3X302/opode1FUjn9T5Nz6kk68cqTOvv1eX3Pqorr3nGd326Gg9/soHeuuT7/X9b39pwtSZWrKsQBmhoNq0aKKuHdqqR5cO2rZ7J/XbupsG9N5Su27fU3vt1EcHDOqrwXvuoCP2G6DjDtxVJw3ZQ6cfuY/OPf4gHb3/rmXMdM1VzZs00OlH7Kt9du4t+5m1rW2auVmJdj3ZUbiWrZGWLozq40fzVVQQi1dU42OtzbJ0zk3H6or7T1slLhp5klplN0uZ/dwZ8/XDJ39o4AF91LlHu5RzbjCgvY8aoJKiiMZ8kZNyrvcuW6a0t2177rC5igqLVLBsud/2j+/+1exp87Tn4f1lz/uV3qFW3Uxtt3N3Tf57upYuzletOpmqVTtDv3w1TnmLlnkt4m97jRNY8VzGayvnaOfx5TtjtE3/ruo1cMuUQYwx2uXAvmrcvIFsm9InwxlBddk6u3RVufMZtcLa95idFc4KJ6+1a+/aM9v3WTR3SbLeZuwz+tHL3+qJW1/V8RcdqMEn7y5jjD3lt7dz3G6X7urYva1flzh07dVR9RrW0fg/piSqVpvade15xE4p961d55Zqv0UrLcsrSF7XfvOW2nHvbZLj2xMNmmymNp2aa97MhVqen/rvTO3zZO+/Sr16ec9Cm04t9McP/yY/h/Z0wHW08rNjjNEu3rNa23vO//51km2mPrv28J/R37/72y/bw/zZi/XDx79rwP69VL9RXVu1xijLq0W7Juq/97aaOC5Xixcu9a9vX871+heVcVhXX3vp8sJiPfm/19Qyu6lOufJQ2WttfXWPqWOL9dGj+clpNutSpH5HL1ckElFJSYmi0WjK/bbPtY3kBVWU6dq1q1544QUtXbrUn4+dg40pU6bovPPO82dRu3ZtffbZZ3ryySf98sqHQCCgQw89VH/99VeyjwULFujxxx9Xhw4dUprvsMMO+vbbb/121uHtt99W586d/b7tmM2bN/fblzWmPWfbXHrppdprr700fvx4v58i788mHn74YTVrlrq/X3LJJbLt7XV+p/8d7JrtuHZ8u1Z7/Zdffqk999zzvxbrn2ye3VqXnXqYDt1rJwXdwPp3VEVX7rLtjvrrpe9S4rdnPterNz+lE/Y9UrUza5U5k6EHHK0P7xqtxvUb+eeDAddv/83D7/p9ff7Amzpk1wM0qNcAv2zH8Rt6B9v2qD2G6ON7XvXP2WvOP/IMhUNhxbzPhev15TXz37Z/O44dz68odWjXoo2e+r/79OfzX/tx78W3qHObDnri6nv9yMrI8luvrg97fuW2/gXe4cZhV6esz6ta5d23+7Z6/Zan/bGt4Wf3v6HTDj5ett/SjZs1bOLPc+wL3+iHxz/Stlts7Z/u1XUb/3pbb82vPeUSdWrd3h/Xju838g527dbArsMrpryNMTpi94P9fm0/t519nULBsA4asLc+uGuUbJ0Nmz9o531k7VM6KKPQvFFTXX/qZRrz5Cf+/bFzs8/DATvtlbze9mOfD3vv7NpXd7+thTUuvZ7EkI29Z8euy64vUZdI7fNi+7WprSurn/Jcb/uwc17X5862LyuMKdt7TXOx/dj5X3rcOUnTN257Tvb+27VbA3u9bbeu922L9p1l+7BG7985SvazYK8nEEBgfQS4BgEEEEAAAQQQQAABBBBAAAEE0l+AFSKAAAIIIFB9BYqKI/7kQsGgn3JAAAEEEEAAAQQQWF8BrkMAAQQQQAABBBBAAAEEEEAAgfQXYIXrI1A1/4X6+syMaxBAAAEEEEAAAQQQQAABBBAoS4A6BBBAAAEEEEAAAQQQQAABBBBIfwFWiAACCCCAAAIIIIAAAggggMAmKhAs9eU9kalr/+KsGs3E5BFAAAEEEEAAAQQQQACBTUggZ/wUPf36x8pbtuKLa9dl+fZLVI0x/hchG2P8S4wxXtnPckAgRcB+lfxvC4LKzdv4X5BrvwR4aX6h5sxfpH8mT9cPf/yt978aoxfe+UwPvviObnlklK4e+aTOGfGATr5ypC66+RFdd++zGvnEq3rpvS/09S9/asLUmVoeiahxg7raslN7Dey3tQ7fe4DOOe5AXX7a4Rpx3vG64/JT9fDwc3XXlWfopgtP1NXDjtIFJw7W6Ufso2MPHKSDd99B+w3so7137qU9+2+n3XboqYF9t9bOvbdS/+26afueXdW3xxbqtWUXbdOtk7beooO27Nxe3Tq2VdsWTVSe1/4D++q6s49Vz64dZD+79lqbGmNsVi23kA64PKpwLb+oaeMiGjU8T0UF9s7F66rjsVatDPXZ1fPae1v1Xyl22L2n6jeumzLtvMX5KlhaoC226eDtVfG1l27QsGk91a1fW1P/nVG6Wtmbt1qlvW27vLBYi+Yu9tvOn7VQJZGoLhhys/Zse3JKPHHrq1qycKnmz16kJq0a6vAz99HYn/7VYT3P023nP+aPZ++H31EVHIqWe/Oet0Qdt2yrcMaqf7F47TqZ/jxnT5uv5fnLkzOqU6+WGjTdLFle34zt88u3f9Kdlz2tM/a6znM4X4/e9HKZ3X36+ve646IntP9xAzX4lD3kBJxku8Q6vnrnZ+3T4dQU82P6XKx5sxZpykr3UmW8ylqX6wYUzgzJGhQuW2Ewd+YCvfzQB7ph2IM6vv/lOmy7C/TH9/9o5Zd1bZnddOVqhUJBbdagtubNXOjZFiXP129UV01aN0yWE5nadbOUmRXWtImz/Ko2nVqoe+9O+vLtMUrM688f/tWSxcu8z0IPv83aDh27tVXAdVZp1qhZfS31PiOL5i5JnlvX9SYvKCNTHt9lS/I1edw0bdu/q2rVzSyjt+pXNXVssUaPWKriwvh+2aTTcu1y9mI5wRJ/v41Go4pGY7L/2NknPuvGrLoH2fNEzRCot1kt/2d6duvmNWPC1WyW/+ZO1JwFc9W9o/cLSDWbG9NJXwGeu/S9t6wMgXUSoBECCCCAAAIIIIAAAggggAACCKS/ACtEAAEEEECgGgu0a9VMD996odq1blaNZ8nUEEAAAQQQQACBGiDAFBFAAAEEEEAAAQQQQAABBBBAIP0FWOF6Caz6Xw2vVzdchAACCCCAAAIIIIAAAggggEDVCDAKAggggAACCCCAAAIIIIAAAgikvwArRAABBBBAAAEEEEAAAQQQQGBTFah1xFFqeM/9avbehwp27JTWDCwOAQQQQAABBBBAAAEEENjUBL748Q9dOfJJffb97+Veuv0iWyOTvM6UyicryWzyAuMXBVTsBjQz6mrS4o3zn5BPnjpNz7z0ht7++Dt9+t1veveLH/XRN7/o+9/+0r+Tpmtp/nJtVjtLW3RorYH9eurYA3bVRUOH6LpzjtUdV5yqh64/V/+79BT935nH6IITB+uUQ/fS4fvsrH126a1d+vRQ7x5d1L1TO7Vv1UxNGtZT7azMjX7ft96ig649+1jtN7BvmXOxn197wqYtNo9qr4sKFcqK2SpNGxfRqOF5KiqIl/1KDmsUyKqTqbNGHK0r7j9tlbjkrpPVrHUjGWO07zE767mfbtMRZ++rHz/9U6cMukb3XPmsIsUla+x/Y590HEcBZ8M+v//8PlnHbH+pbj7nES2at0T9dt9aZ444Snsd0b/M5TVv10QNm9bX2B/Ha+H8JWW26b/Pdqt4J+7BfsfuUuY1pSvXZV32M/LyQx/omL6X6JVHPlQoHNSQU3bXeTcfpw7dWpfuzs8bY+Q4Rqt7ZWaF5bgrLNc2h1res2X7CmcENWjIDvrnt0ma9Pc0lUSi+urdn9Rt2w5q06mFbbLWCARWjLty46C3rnBmSOVd78r9lC47zro/N24woIxaGVq2tKB0F9U2P3VssUaPWKriwvg+2bBDvnY4fa4CoahvaB1V6jHwy95qjClV6ZV51zyBenVq17xJV5MZ5+Uv0xNvPad6dTfTNl22riazYhrpLsBzl+53mPUhsHYBWiCAAAIIIIAAAggggAACCCCAQPoLsEIEEEAAAQQQQAABBBBAAAEEEEh/AVaIAAIIIIAAAggggAACCCCAAALpL8AK109g9f/l8Pr1x1UIIIAAAggggAACCCCAAAIIVKYAfSOAAAIIIIAAAggggAACCCCAQPoLsEIEEEAAAQQQQAABBBBAAAEENlmBjB12VOYuA+W2bpPuBqwPAQQQQAABBBBAAAEEENgkBfILluvZNz/RbY+O1vipM9ZoYMyKL641xvhfcivF/PcaL9wETv71z0Ttc9hpevrF1zeB1a77EjvWK9GiRcUKhx3NU1ATlwTW/eIKamm/UHpq7kyFQ65226GnThi8u848en+dfcyBOvOY/XXyIXvqiH130X679NWA3ltq2+6d1LldKzVv3EC1MzPlPeoVNJPK76ZR/bo6+dC9NOyo/dSiSYOUAY1Z8flNnDDGeOszarF5VIPOzVMwM+qfmjYuolHD81RU4H2+/ZqafaizWZYya2dq3M8T/tu3Utczf/YiLVm4VF16tEs9sQ6lWnUztdzbR9t1aan+e2+7SvTbfWvVqVcr2VPderV1zHn766lvb9YRZ+2jt5/5XD999mfyfGVmQuGg6jWqq/F/TNHywuJVhlqaV6A50+arbafmCmeFVzm/vhWxWExvPvmpsupk6tHPRuiah4f5BtaraatGZXa7xdbZuvKB0zR9yhzddu5jylu0LNnODQaUUSvDuyJV+VsAABAASURBVJdRbb97z1XMbb9dtm6fbL8hmfmzF+uNJz7RbkO215Nf36QLbz9R+x6zs/oM3FIZZRgVFhRp/qxFqwy5aP4STZs4W83bNpa9D4kG9rmb7z1/iXIinTllrubPWaS2nVskqtRj+y5q0rKhxnwxVrkTZuq3b/7WoCE7KJwRTLZZU2bq+JmeWSylSUkkqr9/n6T6jTdTvYZ1NL+c603pbAMKdevX1kMfXavjLzpoA3qpmkunji3W6BFLVVwYt2yQvUx9T56lYIbkOI6/p/oz8U4bY5JlYxK/N/lnOSCQtgL5hfm65J5rdc1DN+vNr97X+999ogdffVIHX3qcfvrrN51+8Inq1Lpi9ui0RWRh5RbguSs3GRcgsKkIsE4EEEAAAQQQQAABBBBAAAEEEEh/AVaIAAIIIIBAtRZYuqxAf0/IrdZzZHIIIIAAAggggEANEGCKCCCAAAIIIIAAAggggAACCCCQ/gKscD0FnPW8jssQQAABBBBAAAEEEEAAAQQQ2AgCDIkAAggggAACCCCAAAIIIIAAAukvwAoRQAABBBBAAAEEEEAAAQQQQCD9BVghAggggAACCCCAAAIIILBpC/w9aZpufuglvfD2Z1peVLxaDGNM8pwxxv9iW2OMnhr1pp54ZnTyXGVkrr/1fu2833Epsechp+jia27VlNwZlTFktetz/KRc7X/kMF1z0z2KREpWO78/cv7RXoecqoefWvWe2C/j/uKbn3TCmZdr7vyFq+2jIk7MWuo9IwFH02cWKxR2NF+uJi2p2v+U3Hs8/aW4gYAywiEvb2QNvEzK2xhvrl6kVNagwp79t9OI845X7626rDJrY0xKnTHG/+w6jiM/jKOWW0gDz1miYGbUbzttXESjhuepqCDml2vyoXGLhurRr7M+ef17/fPb5JSlRIpL9M6znyuUEVK3Xp1Szq1Loet2HZVRK0PvvfClbF+ru6YkEpWNxPlwRlB9d9taNl0wZ1Gi2k/zluRr0bwlfr4iD7U3y1LvXbfUz1/m6MdP/kjp2n4mPn3tO82bvVB9BvVIObehhaKCIs2duVANm26muvVqJbtbsmipvv3gl2R55UyXrdvr/JuP09if/tWIMx7UsiUFfpM6Xh89+nXRT5/+qfF/TvHrKuuwZEGelixeppbtm8oNBpLDTBiXq39+TX2WEic/euUbLS8sThT9/eb9UV9r8fwlq9gWejZfvjNG0ZL4585eZJ+j1x7/WLXqZKU8k/Ua1tHWO2yhHz7+Qx+9/K1sucf2q37ebR9lxZgvxmraxNkpp8b9MkHff/i7tum/hazr+qx33qxFWp6/PKXfdC1MHVus0SOWqrgwvi82yM5Xn5NnKpzlKODYCCgQ8FLv543jlb2tVvKaGmPSlYR1IbCKQCgYVpe2HfXjuJ912b3X6ZzbL9dDrz2pTq3a66lr7tPhux20yjVUILChAjx3GyrI9QikqwDrQgABBBBAAAEEEEAAAQQQQACB9BdghbNeOUWT7thC/w5vBAYCCCCAQDUUGPfvFN32wIvKL9g0/n8V1fAWMCUEEEAAAQQQSAsBFoEAAggggAACCCCAAAIIIIAAAukvwArXV8BZ3wu5DgEEEEAAAQQQQAABBBBAAIEqF2BABBBAAAEEEEAAAQQQQAABBBBIfwFWiAACCCCAAAIIIIAAAggggAAC6S/AChFAAAEEEEAAAQQQQAABBHyBj7/9VVfe8aS++WWcX16XQyRaoinTZmrS5Gnr0nyD2tStU1vnnn6srr7odJ158lHq0a2Lfv3jb511yQj99e+kDeq7JlzcukVTdenYXuP+maA58+avdsrf/fS7f67vdlv5aeIwY9YcXT58pP7vpntUUMl/sfC0JUY5i10VKKBw3aBmzi5WKORonoKatKTq/nPyWEzJV8wrxLywFaVTm7dh62tadOvUVlecdoQG77GjHGf1rnZ9xhgZY/wlGhmvvVHACSgQCMh1A2rRJaqdz1qkYGZU9jVtXESjhuepqKAUoj1RwyLgOjrh0sHarEFtXTDkZt1/zfP68p0xev/Fr3TOASP89OwbjlHbzi3KvTJ7zeFn7KUPR3+T7CvR9/Wn3a9XH/3I73PiuFyduts1ev6ut/2xP3n1e9131bOqVTdLW++whd/GHlp3bK6CpYV67u639NkbP+r1Jz5R4bLluvzoO3T6ntdq7qyFtpm++/A37dvxtGT/4/+cqiFbnaN7r3pOJZH4/fMbrnQ46MTdtFW/zTX89Pt163mP+WPYuVxxzEg9dtMrOv6ig9RzxxXzWeny9SqGs8Lq3rujxv44Xnde9pQ/5rvPfaELh9wqJxBYY5877LWNLr3rFP3+7V+ynsuWFMgYoyGn7aEGzeql3E/r/sStr/pWC+YsXmO/63qyaatGatOxuV645209O/JN/97ZMUZe/JQaNq+/Sjf2WZv6z0xdfOgtsq72Hl578r3+fd/jsB21Vd8uKddkZIb01btjdN2p9/ku9poLBt+kL9/+SYd4a2zTqXmyvTFGAw/qo+lT5uitpz7VgP17qX6jusnza8vY5/+iQ27Ryw9/mFzHpUf8T41bNdBBQ3fzXcuz3nBWSM1aN/LvzSvec/6mNyd7j9c2j7LOJ57xM/e5Xovm55XVZKPXTR1brNEjlqq4ML4fNsjOV++h05WRFVDQDSoYjIcbcOW6rux+nIjE5I0xiSwpAmkr4Hr7+on7HaV37nhRfz7/tf566TuNefIT3XfxrerRqZu/14gXAhUswHNXwaB0h0C6CLAOBBBAAAEEEEAAAQQQQAABBBBIfwFWqOJFk72YqlhxgUryFyCCAAIIIFDNBJYXF/szCoVcP+WAAAIIIIAAAgggsB4CXIIAAggggAACCCCAAAIIIIAAAukvwArXW8BZ7yu5EAEEEEAAAQQQQAABBBBAAIEqFmA4BBBAAAEEEEAAAQQQQAABBBBIfwFWiAACCCCAAAIIIIAAAggggAAC6S/AChFAAAEEEEAAAQQQQAABBFYILMpbqsdffl93PvWaps6Ymzxhv0DcRqKidD5RV9lpVmaGduizjQbu1FdD9t9dN//fBbrjhktUUlKiV9+Kf9F2Zc9hY/YfDoe06059NG/eQv057t8yp5K3dJl+/Pl3de3SQZ07tPPb5C3N13mX36SjT7lYU6bOUIvmTf36yjpMXmz0d56rAgWUmWFUN1Nq0SKoGTOLFQo5mm9CmrTEqazhV9uvfWZtRKNR2dSGMWa17avzic1q19JxB+2mc487SO1arf1+GhNfpzFGxsTDcRwFAgEFg0EF3aB3b0JquXlMA85cqFBWzF/+tHERjRqep6KCeNmvrIGHpi0bauSrl2mvI3bSey99rRGnP6A7L31KDZvU08jXL9eOe2+zXqsyxmjwybvr8ntP1fKCYt1x8ZN+3w+PGKWsWhnqO6iH32/DpvXUpnNzPXvXm/752y96XE28Of1v9CVq0a6J38Yettu5uw49Yy99894vuumsh7Rw7mJbXWFRy/swXvvIMB134YEa8/mf/hi3nPuI8pcW6vonztaQU/fwn48KG/C/jg45ZQ8ddNIgffXuz/6YLz3wnk6+8hD12y3u81+zMpMd9uqpky4bol+/HqcbPZNlSwpk7+fNL1yoQYO319vPfu6b3jjsQX3/0W/a9eC+qlu/tiriZb0uvuMkdezeVk/f8YY/zsRx03TF/aepcfP6qwwRDLo69+Zj1WuXrbzn60l/rf/+PkVnXHeEhl1/lNxgIOUaO89rHhqm+o030y3nPCx7L5blFerK+08v815kd22jLbZur5JIVNvu1C2lr7UVdjmgjy64/US99fSn/jpGP/i+7/e/URf7nvb68qzXGKNjLzpQXbftqCdve02PeM98TDV7n7AGZcXUscUaPWKpigvj62uQna9eJ01TRlZ8/wyFvP0zGPL2UVfBYFCOcby91ZHx/rH9GWNsQiCAAAIIIIAAAghUoQBDIYAAAggggAACCCCAAAIIIIBA+guwQsnJqJtkiC5fksyTQQABBBCoHgKtmjXWfrttLzcQqB4TYhYIIIAAAggggEANFGDKCCCAAAIIIIAAAggggAACCCCQ/gKscP0FnPW/lCsRQAABBBBAAAEEEEAAAQQQqFIBBkMAAQQQQAABBBBAAAEEEEAAgfQXYIUIIIAAAggggAACCCCAAAIIIOAJlMyeraKcsYoVFnqltHuzIAQQQAABBBBAAAEEEEAAgTIE/vxnsq6/71m9+uHX/pell25ivzjdlmMxrXLO1ldlZLdtpex2rTVj1hwVFBRU5dAbZaytundRo0b19dnXPyoSKVllDjl/T9TEKdPUt1cPhcMh/3zh8uUq8P43/WknHq7H7xmhLh3b+fWVcXjuh2/127xCFSigzAyjuplSRlDK825NLDOo6TOKFQwazY0G9e9CUxlTKLPPWCzmP6uJZzfRyJaNqbp5JMbdkHRgv611/bnHasdtu5WrG7tWe4ExRsZ4IaNAwJEbcL17ElQo6EUopFZdpZ2GLVAoy/uAS5o2LqJRw/NUVBAve1Ub7X3h7SfqqW9vVoMmm5U5h4xaYd360kV+2HzpRnXr19aw64/U6+Pu0XtTHtY7kx7SdU+crc5bpX4ebN92jENO37P05X6+z6Ae/rU29Su8g+MZ7rTvdnrk0+v9c7bv0b/fqQv+d4Kat23stZA/36sfPENvjX/Ab2PTK+4/LXneb+Qd3GBAJ15ysD8328/xFx0ku44bnjlP9793jRo3q++1kvru1sPv66CTBvnljt3byI45zFtfwHX8utUdwllhHXHWPnrh59v9udhxRr52mbbbubuMMSmXWQNrYU1STqymYOdalr8d89SrD/PnbMd7/Isb1Msb79Az9tJrf92rTlu29Xu049jx7Lh+hXcwxmjwKbv7cx3+5DmqZTcVr95anHvzsck+7f28//3/064H95N19Jqs9m37t+PY8Uo3Kmv+LbOb6rbRF/vj27lf99hZar95S/8Zs2u115TuIxgO6ujz9tPrf9/nX/PsD7dq/+MGrnZOderV0jk3HpO85/Y52nHvbVa5F6XH6LF9F2V3bVO6aq15Y4xvbu3tOuwzaP3qN079LJVnvfYeJGzserv36uTPozy+9gJraJ/xe96+SvUa1rFV1SZycyIaPWKpigvj+1+D7Hz1OmmaMrICCnn7ZdiLUDAkmwaDQX8/dV3X21sDchwneR+NSf1sqTJfxd7vBssjElG2QUm0MvXpGwEEEEAAAQSqhwCzQAABBBBAAAEEEEAAAQQQQACB9BdghZ5AIGPFn/VFCxd7NbwRQAABBKqTQLvWzbT/7ttXpykxFwQQQAABBBBAoKYJMF8EEEAAAQQQQAABBBBAAAEEEEh/AVa4AQLOBlzLpQgggAACCCCAAAIIIIAAAghUoQBDIYAAAggggAACCCCAAAIIIIBA+guwQgQQQAABBBBAAAEEEEAAAQQQWPh/V2vmwJ0055A1gRs0AAAQAElEQVSDVTwuJw1BWBICCCCAAAIIIIAAAggggMCaBN75/EddcccT+vGPv1OaxRT/MtyUyo1QsLOIRqOqU6eWgsFQcgbzFizSTSMf1p6HnKKd9ztOh5xwnka9/r6KI5Fkm7nzF+rwky7Q0y++romTp2nYRcM18IATtPvBQ3XtzfdqSd7SZFubseN89Pm3OvrUSzRw/+P9djff+agWLUltZ9vaKCgs1H2PPq/9jxzmz8Gmtmzr7XkbiTk89cLr+vCzb3TQMWdpn8NO01//TLSnV4kmjRpqi84dlPPXeOVOn5Vy3n7B+1ff/aTN6tbR9r23Tp5r3LC+Hrj9/3TogXsqHF5hlGxQQZm5+dKLf/6kOz57QDGnQPZ7ujOC0pICabF3zpRIWV7FnFlF3n2IaWEkUEEjr72bWCwmY4zf0DrZTCK1+ZoSF598iI7YZ2dlZoTLPWVj4uu3FzqOIz+Mo0DAkRtwvc9PUOFQSCHvc9Sqq7TTsAUKZcVkX9PGRTR6xFIVFcTLto5AAIGqFZiYM1V/fP+PBg3ZQWFvL63a0Te90XJzIho1PE/FhfF9r0F2vnoPna7MWq7C4bC3Vwa9CMnum8FgUEE3KNd1/T3V8fZWY0zy586mp8eKEUAAAQQQQACBjSnA2AgggAACCCCAAAIIIIAAAgggkP4CrNAKOOG6NvGjZPkSP+WAAAIIIIAAAggggAACCCCAQPoIsBIEEEAAAQQQQAABBBBAAAEEEEh/AVa4IQLOhlzMtQgggAACCCCAAAIIIIAAAghUmQADIYAAAggggAACCCCAAAIIIIBA+guwQgQQQAABBBBAAAEEEEAAAQQQkNuuXVKheFLZXz6YbFATM8wZAQQQQAABBBBAAAEEEEhDgcVLlyln/BR9/XOO3v7sBz335ie699k3NeKB53XRzY/orU+/L9eq5y5YrIdfelcPvvCOpsyc419rjPHTjf0l6t/99LsmTMrVzjv0kusG/DnNmjVX5152o3785U+dcORBuvqi07Vtj666/7EXdO/Dz2nlOf+R84+uuuEu7dinp6684FTtvGMvff71j/rfvU8oEinx+7TXPDfqLd14x8Nq3LC+Lj77JJ1/xnGaNXuuRvzvAS0vKvLbJQ5Ll+Xr0mvv0NsffK799x7oz2HvQf31xnuf6v9uukfLl6e2//an3/Tjz3/omQdv0dsvPqDNO2cnukpJ7Rr3HLijbP+//jku5dyChYv16x9/q/sWndS0caOUc5VdGLf0PX1TfKoG7/ud6jWerfzAzWpQ9w7VDd+qdnVuUq8mN2i7JsO1Rf0fNKhdieqZYvVqHFFlv5o0aaD+22+r7LYtkkMZE392jYmnyRPVPNOuVVN1attyg2dpTHzdxhg5jqOAE/A/O0E3qGAwqHAopFAwpJZbxNT/jPkKZcVkX7k5xRo9YqmKCuJlW0cggEDVCNifQZ+8+r2atGyoHtt3qZpBN+FRcnMiGjU8T8WF8f2uQXa+eg+droysgEL+Hmn3yrDCYW+/9Mp2/3RdV4GAI8c4MsakhHghgAACCCCAAAIIVJ0AIyGAAAIIIIAAAggggAACCCCAQPoLsEJfINy8h+p0O1j1+pwqt05zv44DAggggED1ERj371R99OWY6jMhZoIAAggggAACCNQ0AeaLAAIIIIAAAggggAACCCCAAALpL8AKN0jA2aCruRgBBBBAAAEEEEAAAQQQQACBKhJgGAQQQAABBBBAAAEEEEAAAQQQSH8BVogAAggggAACCCCAAAIIIIAAAlKwXfskQ2TixGQ+XTKsAwEEEEAAAQQQQAABBBCo6QIFhcs1bsJUvfP5j7r/+bd16W2P6cKbHtadT72ul9//St/9Nk5TZ8xVNBpVs4YNtG33jurcrmW5l92icQP13XpztWnW2L/WfhlxIvyKKjjkFxTq6+9/1idffKfRb3ygsy4ZoRtvf0iHHrSndunfx59BJFKix59/TSXeeu+5+QoddtBeGrhTX11yzlAdd/gB+uzrHzR56gy/beLw17+Tdfn5p+iIIfv4bS86+yRt37enfvvzL+VOn+U3+/vfSXr+lXe02y7b65brLtSeg/r78b/hF2vn/r1lx/Ub/nd49a0PNX7iFN1y7QUaevRgv9/TTjxcFww7Xr+N/Ue//vn3fy3jydKl+Tr1+MNUKyszXrGGY+eO7dS8aRN99e3PWr68KNly7F/jNWPWHO3qrdd1A8n6ys68Pf4V/Vn0nBZGJiucVaKz93fVrfVmiqhYsZJiOdFimUiRigu3VtPMLWW8CXVrGPNTL1up78aNGqr/9tspu238mTfGjr5iSGOM7HO8ombTyBljZIyR4zh+BJyA7DMTdIMKBoMKeREOhdWqq9T/jPkKZcVkX7k5xRo9YqmKCuJlW0cggEDlCUz6a7pef+IT3Xnp03r72c919Hn7q36jupU3ID0rNyeiUcPzvJ9Z8X2uQXa+eg+droysgEKhUHJ/DIdtPiS7b7qu6++hjonvqeKFAAIIIIAAAgggsNEEGBgBBBBAAAEEEEAAAQQQQAABBNJfgBXGBTbb5ng1P/RpNdn7doUadoxXckQAAQQQqDYCf/w1UZ99+2u1mQ8TQQABBBBAAAEEapoA80UAAQQQQAABBBBAAAEEEEAAgfQXYIUbJuBs2OVcjQACCCCAAAIIIIAAAggggECVCDAIAggggAACCCCAAAIIIIAAAgikvwArRAABBBBAAAEEEEAAAQQQQAABT8DNzvaO8XfxpInxTPocWQkCCCCAAAIIIIAAAgggUCMFFi7O0/tfjdGND76o8258SLc//ore/fJHLS8q0oDeW+rK04/Ug9edrdsvO0XXn3OcLj31MJ11zAE66ZA9dPg+O6tz+1blWvd+A/vq/84+Vj02z/a/NDxxsTFGQdfV0UP20QnHDklUV1q6JG+pRt7/lK679X7d8/Czmrtgoe6+5UqdeNTB/jzswLPnztNPv/6pAf22VfNmTWyVH8YY9eq5pYqKIsqdMdOvSxy27dFVXbt0SBT9vrbt0c1vW1BQ6Nd/N+Z3BQIBDdl/D/+8X+kd7Beo7zWwv7IyM71S/J23dJm+/HaMemy5ubp0zI5X/nfs0W1z1a1TS/+MT/3f2B3bt1aD+pv912rNScMG9dRzq83178Qp3lpm+40jkRJ9/MV3auGtudvmVfcXu383f5Tu+PhrvTsmpIxQPTWu3VkNMlso4s0qViJFFVM0KhUV9FGLOrt6tRvhHZP/3BpjUlI7k1gsZpNNMowx/rrtM2wj4ATkugHv+Q4qFAopFAwqHAqrVVep/xnzFcrymys3p1ijRyz17ummaxeX4IhA5QvEvA30iVtf1aevfaczrj1CO+27XeUPugmPkJsT0ajheSoujO9vDbLz1XvodGVkBVL2xXDY7pEhf790vd+D7N7pGEd2L5X3Msb4P2+8LG8EEEAAAQQQQACBqhVgNAQQQAABBBBAAAEEEEAAAQQQSH8BVogAAggggECNECgqLvb//1c1YrJMEgEEEEAAAQQQqH4CzAgBBBBAAAEEEEAAAQQQQAABBNJfgBVuoICzgddzOQIIIIAAAggggAACCCCAAAJVIMAQCCCAAAIIIIAAAggggAACCCCQ/gKsEAEEEEAAAQQQQAABBBBAAAEErIDbspUUCNisIhNTv5zQr6zRByaPAAIIIIAAAggggAACCNQsgZzxU/TUqx/qmruf0ej3vlRmRkh7D9hO5x53kO664nQ/3WunXmrbskmFLKxn1w667uxjtf/Avin9GWNSvti2XesWatfG+9+PKa0qvtCsSSONemKkPn3jCd1zy5WKlUR1292PasHCxcnB8vKWqbBwuV549V3tvN9xKXHGRdcpv6BAU6ZOT7a3mex2rVLWY+saNqjnt523cKEtKnfaTDVr0lBNGzfwy6UPjmM9VtQULi/SEm8e33z/iwYddGLKHA498TzNmbtAk6fOWHGBl2vbpuUqc/CqV/se2L+PioqK9cvvOX6bOfPma9w/E9Rzq81l5+5XVvLhj6Wva0rsHR241yT9PauxMt0uqp/RQjH7vcmxqKIqUdQrBIt2UovNdq7k2ay+e2Ps/YnHyq2MMX6VMfHUL2xCB2Pi63YcRzYCTkCuG1DQDSoUCvl/CXU4FFarrlL/M+bJzYj6Ork5xRo9YqmKCuzN9qs4ILBJC/QZ1EOv/XWvOm3Zdp0cDjl9Tz317c1q0GSzNbbP7tpar469W6//fZ/2PWbncv2csB3b/u04djxbJlYvkJsT0ajheSoujO9rDbLz1XvodGVkBVL2w3DY7o0hf590XdffMx0T30PlvYwx5b5P3mW8EUAAAQQQQAABBCpEgE4QQAABBBBAAAEEEEAAAQQQQCD9BVghAggggAACNUNgUP9tdfyhe9SMyTJLBBBAAAEEEECg2gkwIQQQQAABBBBAAAEEEEAAAQQQSH8BVrihAs6GdsD1CCCAAAIIIIAAAggggAACCFS6AAMggAACCCCAAAIIIIAAAggggED6C7BCBBBAAAEEEEAAAQQQQAABBBCICwQCclu38fOR6dOkkhI/nxYHFoEAAggggAACCCCAAAII1ACBJcvy9cl3v+mWh0fpjideVc6EXO3Uq7uuOO0InXvcQdp/YD9169S2Qr9stlH9uhp6yJ4648j91LxJg1WUYrGY5L3tCWOM7D82X1VhjFH3LTrp/GHHa+q0WXrqhdflz6nUBA7aZ5Cuvuj0MmPHvtuVarnu2WAwqEBg3f9T6B37bVPm+HZeB+83KGXggGNSymsrdMxuq3ZtWuiLb35SQUGBfv/zb+Xl5Wu3nbdf26UVcn7Mgnf0R8EbKjaL1KxBloYfE1LbBi38vk20RE4s/kXxtQp2UpNavf36jXGYO2++vvjmR02cMj05vDFGxsRj5ecm2WgTyhhj/NU6jiMbAScg1w0o6AYVCoUU8p77cCisVl2lAWcukJsRv7e5OcUaPWKpigr+2wz8XjgggAACNU8gNyeiUcPzVFwY388aZOer99DpysgKpOyD4bDdE0P+/ui6rr9XOia+d8p7GWP8ny9eljcCCCCAAAIIIIDAxhBgTAQQQAABBBBAAAEEEEAAAQQQSH8BVogAAggggEANEWjWuIHatGxaQ2bLNBFAAAEEEEAAgWomwHQQQAABBBBAAAEEEEAAAQQQQCD9BVjhBgus+996scFD0QECCCCAAAIIIIAAAggggAAC6yfAVQgggAACCCCAAAIIIIAAAgggkP4CrBABBBBAAAEEEEAAAQQQQAABBFYIBNu3jxdKSlQ8eVI8nwZHloAAAggggAACCCCAAAIIVHeBL8eM1Q33v6Dn3/pUGeGgjj94d1179jEaskd/tWtVOX857J79t9Pwc49Xnx6bp/AYY5JlY0zyC269XLK+qjPb9uimQbtsrw8/+0Y5f4/3hw+HwwoGXYVDQQ3cqW+Z0b5tS79teQ61amVq1px5WrhoySqXFS5fR30bNAAAEABJREFUrpKS+Jei25OuG1A4HFI0GtNO2/cqcw7dNu+kDXnVrpWlHfr01MTJufpnwhR9/MX3atu6udq3bbUh3a7TtR/PeEFnPvmJxk2VssKbqVHtDqqf2VyxmGSiJXJiJQpEo6q/dICa1+qljfmaM2eBvvxmjCZOmeFPw3t0/ZRDqoAxxq9wHEc2Ak5A9jkOukGFQiGFgkGFQ2G16ioNOHOB3Iz4856bU6zRI5aqqMC7+X4PHBBAAIGaJZCbE9Go4XkqLozvYw2y89V76HRlZAVS9j/7cz0UDMnui67r+nukY+J7pryXMSb5u5FX5I0AAggggAACCCCwEQQYEgEEEEAAAQQQQAABBBBAAAEE0l+AFSKAAAIIIIAAAggggAACCCCAQPoLsEIEEEAAAQQQQAABBBBAAAEEEEh/AVa44QLOhndBDwgggAACCCCAAAIIIIAAAghUqgCdI4AAAggggAACCCCAAAIIIIBA+guwQgQQQAABBBBAAAEEEEAAAQQQKCXgtmufLEUmTkzma3iG6SOAAAIIIIAAAggggAAC1VZg2qx5evCFd/TUqx+qTYsmuuK0I3T2sQdqh226KhwKVsq8u3ZsqytOP0KD99hRgUDZ/7mvMSZl7ETxy+9/1mdffJdyrioK9gvKjxy8tzIzwnrkqZdVUFCgFs0aq0O7Nvr82zGaOWtOhU1ju627a+HCxfros28Vi8W/JNh2vnx5kV56/X0VLl9ui37Uq1tHW3XrrN/++Et/j6+8/x3dr/c23r0K6NW3Pta/Eydr1wH9VLtWlj+HyjpMXPa9/in6WNv3WqoXv26lhlnt1CCzuT+ciZbIiZUoEI2pydJBal6rp1+/MQ/GaKXhV36GU8srNd6kisbELRzHkY2AE5D9jAXdoEKhkELBoLf/hNWqqzTgzAVyM6K+T25OsUaPWKqighWfC/8EBwQQQKCaC+TmRDRq+BIVF8b3rwYd8tV76HRlZAVS9r1w2O6BIdn90HVdf290THyvlPcyxsgY4+V4I4AAAggggAACCGxEAYZGAAEEEEAAAQQQQAABBBBAAIH0F2CFpQRKCuZr7rsXaeboEzT/sxtLnSGLAAIIIFAdBG5/cJQeePqN6jAV5oAAAggggAACCNQ0AeaLAAIIIIAAAggggAACCCCAAALpL8AKK0Cg7L8RpAI6pgsEEEAAAQQQQAABBBBAAAEEKkaAXhBAAAEEEEAAAQQQQAABBBBAIP0FWCECCCCAAAIIIIAAAggggAACCJQWyNxrbzW49XY1ffUNZe62e+lTNTjP1BFAAAEEEEAAAQQQQACB6inw/ldjdMsjo5QzYYoO23uAzjhyX7Vr1bTSJlu3VpaOO2g3nXf8QWrXsvzjRKIl+uybn/TpF99V2hzX1HGrFs108H676fecf/Tux1/JfknviUcfrGXL8nXKef+nx559RZ94c/vg0290x31P6uob7lZBQcGauizzXK+e3dSj++Z68vnX9H833yvb3xvvfqphF1+vaEmJsjIzk9cZY3TU4H1Vv95muuCqW3X7fU/4c7DzeOCxF3Te5Tdp7vyFyfbrm2ndoqk6ZbfVl9+N8bvouVVXP63Mw5iFH8gJRNRri5geOD2m+llN/OGMZ+B4z4ITjalR3m5qnNnNr9/Yh1gsdQaxWCy1olRpTedKNUvrrDHGX5/jOLIRcAJy3YCCblChUEihYFDhUFitvEdtwJkL5GZE/fa5OcUaPWKpigpW7+s35IAAAghUE4HcnIhGDV+i4sL4hBp0yFfvk6YrIyuQst/Z3ytCwZC/D7qu6++JjonvkfJexhgZY7wcbwQQQAABBBBAAIGNK8DoCCCAAAIIIIAAAggggAACCCCQ/gKssLRALLJcC7+7T3l/vKSCqd+UPkUeAQQQQKAaCCwvLvb/v1bVYCpMAQEEEEAAAQQQqGECTBcBBBBAAAEEEEAAAQQQQAABBNJfgBVWhIBTEZ3QBwIIIIAAAggggAACCCCAAAKVJkDHCCCAAAIIIIAAAggggAACCCCQ/gKsEAEEEEAAAQQQQAABBBBAAAEEUgRC3bora+99FOzcJaW+RheYPAIIIIAAAggggAACCCBQzQT+mTxdI594VaPf+1KbZ7fWhScO0aDte1bqLAf27aER5x2vHbftttZx7Jej20g0LJ1P1G2sdJ/dd1bH9q313Ki3NG3GLHXbvKNG3nCZNu+UrRdefkfX3Xq/br/vCY2fNFV7DuqvjIyMck81MzNTN1x9roYcsId++X2cbrj9QT390hvaY+COOuqQ/bTyd/82a9ZY/xt+sXbeoZc++PQbfw43jXxE3435Xbvvsr3qbVan3HNY+QL7pcS77dxPJSUl6uqtuV3rFis3qfCyq/oKuSHVzWjgRUMZ48hEo37IS5suG6SmWV0rfNz17vC/C+3zasMWbZoIW7Zhy8YYm93kw5i4g+M4shFwAnLdgIJuUKFQSKFgUOFQWK282zzgzAVyM6K+WW5OsUaPWKqigphf5oAAAghUV4HcnIhGDV+i4sL4DBt0yFfvk6YrIyuQss/Zn7OhYMjf/1zX9fdCx8T3RnkvY4yMMV6ONwIIIIAAAggggMBGF2ACCCCAAAIIIIAAAggggAACCCCQ/gKsMEXACddNlqPLlyTzZBBAAAEEqodAw/p1lZkRqh6TYRYIIIAAAggggEBNEmCuCCCAAAIIIIAAAggggAACCCCQ/gKssEIEnArphU4QQAABBBBAAAEEEEAAAQQQqCQBukUAAQQQQAABBBBAAAEEEEAAgfQXYIUIIIAAAggggAACCCCAAAIIIJD+AqwQAQQQQAABBBBAAAEEEKhOAu99+ZNufWSUJk2fpcP2HqAzjtxXrZs3rtQpXnzyITpi312UsR5/yaz9snQ7uVhMSuRtuTLjqotO1wuP/k+NG9ZfZZjN6tbWg3dcq9FP3qlWLZr557PbtdKt112oD155RJ+9+aTeG/WQ7r31Km3fe+vkl/Xavmyfxxx2gH9N6cNO/bbzr7Npoj4zI0NnnHSE3njuXv/cqMfv0CEH7KEtu3bW2y8+oJX7adq4oS4992R/bDsHO5cn7r1Be+22k4KuK/ta0xzs+bXFnoP6+3O54cpz/S8mXlt7e35Nlvb8mqJJuJ0y3FqqFawrxxg5sahMtESBaEQtCvZU44xuqk6v0nOxz6oNW2fTRNgykSpgjPErHMeRjYAT8J+voBtUKBRSKBhUOBRWq67SgDMXyM2I+u1zc4o1esRSFRV4m4NfwwEBBBCoXgK5ORGNGr5ExYXxeTXokK/eQ6crIyuQsr+Fw3avC3k/r4Pe/ud6EfB+7sX3RHkvY0zy9wmvyBsBBBBAAAEEEEBgIwswPAIIIIAAAggggAACCCCAAAIIpL8AK0wVcEK1JePIvqKFi21CIIAAAghUI4FTjtpXRxy4azWaEVNBAAEEEEAAAQRqhgCzRAABBBBAAAEEEEAAAQQQQACB9BdghRUjEP9/DFRMX/SCAAIIIIAAAggggAACCCCAQEUL0B8CCCCAAAIIIIAAAggggAACCKS/ACtEAAEEEEAAAQQQQAABBBBAAIH0F2CFCCCAAAIIIIAAAggggEC1EJi/aIkeevFdvfz+V+reqZ0uPHGIBm3fs9LndsCu/dSpbcv1HscYk7zWfol6skAm7QV2aLyvWgf6yj4CTiwmE40q4EXT/D3VKLx5dVt/cj6ln9PSedvAmBXPsy0TcQFj4i6O48hGwAnIdQMKukGFQiGFgkGFQ2G16ioNOHOB3Iyof2FuTrFGj1iqooKYX+aAAAIIVBeB3JyIRg1fouLC+IwadMhX76HTlZEZSNnXwmG7x4X8/c51XX/vc0x8L5T3MsZ4PweNl+ONAAIIIIAAAgggUE0EmAYCCCCAAAIIIIAAAggggAACCKS/ACssQyCQWc+vjRYu8VMOCCCAAAIIIIAAAggggAACCNRwAaaPAAIIIIAAAggggAACCCCAAALpL8AKK0jAqaB+6AYBBBBAAAEEEEAAAQQQQACBShCgSwQQQAABBBBAAAEEEEAAAQQQSH8BVogAAggggAACCCCAAAIIIIAAAukvwAoRQAABBBBAAAEEEEAAgY0v8EvOeN3++Cv68Y+/tffOvXXOcQeqdfPGG39i6zAD/wvUzUoNzcoVK52nmDYCOzY4VC0KBym8sLfCi3oqu+gkNcrYohquT6pVO1NtWjdXg3p1/Pn5z66fk4zhmdVaXsbEjRzHkY2AE5DrBhR0gwqFQgoFgwqHwmrVVRpw5gK5GVG/x9ycYo0esVRFBTG/zAEBBBDY2AK5ORFvX8pTcWF8Jg065Kv30OnKyAyk7GfhsN3bQv4+57quv+c5Jr4HynsZY/j54Tnw3jABY8yGdcDVCCCAAAIIILCSAEUEEEAAAQQQQAABBBBAAAEEEEh/AVZYlkAgq5Hcuq0UatylrNPUIYAAAghsRIHxk6drwaIlG3EGDI0AAggggAACCNREAeaMAAIIIIAAAggggAACCCCAAALpL8AKK0rAqaiO6AcBBBBAAAEEEEAAAQQQQACBChegQwQQQAABBBBAAAEEEEAAAQQQSH8BVogAAggggAACCCCAAAIIIIAAAqsVKPprnPLfeF2RKZNX26ZGnGCSCCCAAAIIIIAAAggggMBGFnjt429033NvyX4Z+elH7KODBm2/kWe0bsMbY/w529Z27omwZe+En3DYNAQ61umlLer2U4esHRQO1K6ei/Zm1a5NKx192P7aZqvNvVLq2z6/qTWUyhIwxvjVjuPIRsAJyHUDCrpBhUIhhYJBhUNhteoqDThzgdyMqN8+N6dYo0csVVFBzC9zQAABBDaWQG5OxNuP8pL7UYMO+eo9dLoyMgMp+1g4bPe0kL+/ua7r73WOie998l7GGBljvBxvBNZfwP7+YWP9e+BKBBBAoOIEjFnxcy2xNxmzoq7iRqInBCpZgO4RQAABBBBAAAEEEEAAAQQQQCD9BVhhmQLtzvpF2Rf8rVbHv1vmeSoRQAABBDaewJ2PvKwff/t7402AkRFAAAEEEEAAgZoowJwRQAABBBBAAAEEEEAAAQQQQCD9BVhhhQk4FdYTHSGAAAIIIIAAAggggAACCCBQwQJ0hwACCCCAAAIIIIAAAggggAAC6S/AChFAAAEEEEAAAQQQQAABBBBAoGyBvCce05zBB2rBZRer8Ntvym5UQ2qZJgIIIIAAAggggAACCCCwsQSmz56vu556XW9/+oO27d5J558wWNt067SxplMh47qBgHbqu4122alvhfRHJwhUlECyn5hkjPHDcRw/NSZelveKxbwGXsp79QLGGP+k9bMRcAJy3YCCblChUEihYFDhUFitukoDzlwgNyPqt8/NKdboEXkqKsDYB+GAAAJVLpCbE0nZhxp0yFfvodOVkRlI2b/CYbuXhfx9zXVdf49zjCO758l7GWP8nx9eljcCGyRgjFnl+o+n/SACA54BnoGqeu55H0YAABAASURBVAYKI8tT9iFj4vuSMYafdSkyFGqSAHNFAAEEEEAAAQQQQAABBBBAAIH0F2CFCCCAAAII1DSB5UXFCgeDNW3azBcBBBBAAAEEENioAgyOAAIIIIAAAggggAACCCCAAALpL8AKK07Aqbiu6AkBBBBAAAEEEEAAAQQQQACBChWgMwQQQAABBBBAAAEEEEAAAQQQSH8BVogAAggggAACCCCAAAIIIIAAAqsRcNu2S56JTJqUzNfADFNGAAEEEEAAAQQQQAABBDaKwLe/5uj2x1/RH/9M0uDdd9Rph++jRvXrbpS5rO+g9ovSjYl/KaAxxu/GGKOd+m2rnXfq65c5IFBNBJLTMMbIGLPacvIEmTUKGBM3dBxHNgJOQK4bUNANKhQKKRQMKhwKq1VXacCZC+RmRP3+cnMiGj0iT0UFMb/MAQEEEKgqgZX3nwYd8tV76HRlZAZS9q1w2O5hIX8/c13X39scE9/r5L2MMSk/R7wq3gisl4Axxr/OmHhqC4/kvKazvriVwIBngGegSp8Bu/8kwsj7xyRK8dSYlSri1RwRqK4CzAsBBBBAAAEEEEAAAQQQQAABBNJfgBUigAACCCBQ4wT22217ZbdtUePmzYQRQAABBBBAAIGNKMDQCCCAAAIIIIAAAggggAACCCCQ/gKssAIFnArsi64QQAABBBBAAAEEEEAAAQQQqEABukIAAQQQQAABBBBAAAEEEEAAgfQXYIUIIIAAAggggAACCCCAAAIIILA6gWB2dvJUZPKkZL7mZZgxAggggAACCCCAAAIIIFC1ApFIiV54+zM9NvoD1aubpfNOOFh77rRd1U6igkeLxWKS9zbGyJh4VPAQdIfABgqsuNx/Xr2iMcY7rngbEy8bY/zneMUZcqsTMMb4pxzHkY2AE5DrBhR0gwqFQgoFgwqHwmrVVRpw5gK5GVG/fW5ORKNH5KmowNs4/BoOCCCAQOUKrLzvNOiQr95DpysjM5CyX4XDdu8K+fuY67r+nuaY+B4n72WM4WeE58B7wwSMMSkd2J+hKRUUEEAAgY0kYPcjG0ZGNpX3MsZ4R8mYeCpeCFR7ASaIAAIIIIAAAggggAACCCCAAALpL8AKEUAAAQQQqHkC++3WT21aNql5E2fGCCCAAAIIIIDARhNgYAQQQAABBBBAAAEEEEAAAQQQSH8BVliRAk5FdkZfCCCAAAIIIIAAAggggAACCFSYAB0hgAACCCCAAAIIIIAAAggggED6C7BCBBBAAAEEEEAAAQQQQAABBBBYrYDbqrUUCPjnI5Mm+WmNPDBpBBBAAAEEEEAAAQQQQKAKBSbkztQdT7yij7/9VTtu203nn3CwunZoU4UzqJyhjDHJLwP0crJROSPRKwLrKfDfZWNz/tUN/3tQH33xo4zxnlTz34n/EmPiFbFY7L8akrUJGBM3cxxHNgJOQK4bUNANKhQKKRQMKhwKq1VXacCZC+RmRP0uc3MiGj0iT0UFWPsgHBBAoNIEVt5v6mcvU++h05WRGUjZp8Jhu2eF/P3LdV1/L3NMfG+T9zLG+D87vCxvBCpGwPsRaIz3XMnoqW0u1aNbXaD7upylOzucpv+1HapbWp+gm1oel4wbWxwrAgOeAZ6BingG7N5i+7Gp3WvsnmP3nqxQhvfHvwE/jPH2Jy8SG57930g2EmVSBKqtABNDAAEEEEAAAQQQQAABBBBAAIH0F2CFCCCAAAIIIIAAAggggAACCCCQ/gKsEAEEEEAAAQQQQAABBBBAAAEE0l+AFVaogFOhvdEZAggggAACCCCAAAIIIIAAAhUkQDcIIIAAAggggAACCCCAAAIIIJD+AqwQAQQQQAABBBBAAAEEEEAAAQTWIBAIyG3V2m8QmT5NsaIiP1/TDswXAQQQQAABBBBAAAEEEKgqgU+/+00jn3hVU2bM0ZH7DdRxB+2mWpmZVTV8hY9jjCmjz5hfN2X6TE2eOs3Pc0CgOggk5lDmY5s46aWxWPwZ9rIqnbdlYvUCxsT3A8dxZCPgBOS6AQXdoEKhkELBoMKhsFp1lXYaNl9uRtTvLDcnotEj8lRUsMLdP8EBAQQQqCCBlfeZ+tnL1OfkGcrIDKTsT+Gw3atC/r7luq6/hzkmvqfJexljZIzxcrwR2DCBxO8Xxhj/mfIS2Z+b2zXoom3rd/Zjm3qdZKPnZp1kY+u6HZUIWybiLjjgwDOwfs9AYj/Zpl5nf4+JO3b0951tvH3H/h5vf6f3dik5jpH++1XdGC+/YVsgVyNQJQIMggACCCCAAAIIIIAAAggggAAC6S/AClcvULxwivL+HK1F392vorl/r74hZxBAAAEEqlRg0ZKluu2BlzR1+uwqHZfBEEAAAQQQQACBmizA3BFAAAEEEEAAAQQQQAABBBBAIP0FWGHFCjgV2x29IYAAAggggAACCCCAAAIIIFAhAnSCAAIIIIAAAggggAACCCCAAALpL8AKEUAAAQQQQAABBBBAAAEEEEBgLQLB7Oxki8jUKcl8DcowVQQQQAABBBBAAAEEEECg0gWW5hfoyVc/1HNvfao2zZvo/BMO1i59tqr0catiAGNSvwDQGKNItERPvviGHn9qdFVMgTEQWBeBZJtYLJ6NeZl4xMuJozFGtt6WjUl9vm0dsXoBY+JejuPIRsAJyHUDCrpBhUIhhYJBhUNhte5mtNOw+XIzon5nuTkRjR6Rp6KC/26OX8sBAQQQ2HCBlfeX+tnL1OfkGcrIDKTsS+Gw3aNC/n7luq6/dzkmvpfJexljZIzxcrwR2DABY0zKs2RMvGx/bvrPXsBV8L+fl/ZnZmZGhggMeAZ4BirrGcgIh5N7TIa334SC3s9D7/d219uL7J4UCAT8PcuY+F5ld0BjjE0IBKqzAHNDAAEEEEAAAQQQQAABBBBAAIH0F2CFaxBYmvOaZo46TnPevVCF039cQ0tOIYAAAghUpcCy/EL9MzFXRUWRqhyWsRBAAAEEEEAAgZoswNwRQAABBBBAAAEEEEAAAQQQQCD9BVhhBQs4Fdwf3SGAAAIIIIAAAggggAACCCBQAQJ0gQACCCCAAAIIIIAAAggggAAC6S/AChFAAAEEEEAAAQQQQAABBBBAYG0Cbtt2ySaRSZOS+ZqTYaYIIIAAAggggAACCCCAQOUK5EyYqjueeEVfjRmr3XboqfNPOFjZrZtX7qAbqffEl6ZvpOEZFoE1CKz+VOK5tWkiVt+aM2sTMMb4TRzHkY2AE5DrBhR0gwqFQgoFgwqHwmrdzWinYfPlZkT99rk5EY0ekaeigphf5oAAAghsqMDK+0r97GXqc/IMZWQGUvajcNjuTSF/n3Jd19+zHBPfw+S9jDEyxng53ghUjID9fcOY+DNljFH8eTNyA67/bIa9n5c2MjMzlZkRj6zMLD+fSBP1pHEfHHDgGSjfM1Arq5bsfpKIjHCG4hH2flf3fi56+5DdkwIBR47j+D8HjYnvW+KFQLUXYIIIIIAAAggggAACCCCAAAIIIJD+AqxwTQJORt3k6ZLCJck8GQQQQACBjStQVFzsTyAUcv2UAwIIIIAAAggggMDaBDiPAAIIIIAAAggggAACCCCAAALpL8AKK1rAqegO6Q8BBBBAAAEEEEAAAQQQQACBDRagAwQQQAABBBBAAAEEEEAAAQQQSH8BVogAAggggAACCCCAAAIIIIAAAmsVcNu3T7aJTJmczNeYDBNFAAEEEEAAAQQQQAABBCpR4L0vftKdT76qJXkFOumQPXToXgNkv0CvEoes0q7tl5fasIOuSKVE3tYTCFQLgdVMIhqN+mcSqS0YY2xCbICAMXFDx3FkI+AE5LoBBd2gQqGQQsGgwqGwWncz2mnYfLkZ8fuQmxPR6BF5KiqIbcDoXIoAAghIK+8n9bOXqc/JM5SRGUjZh8JhuyeF/P3JdV1/r3JMfO+S9zLGyBjj5XgjUPEC9mek7dWmNgIBR27A9X5OhpSRkeH9rPTScFiZXt5GVmamCAx4BngGKuIZsHtKIjL+22dsGvby9nd2G/b3d8dxZH8uihcCNUmAuSKAAAIIIIAAAggggAACCCCAQPoLsMI1Cjjhusnz0cIlyTwZBBBAAIGNK9CscUNdcOqhatq4wcadCKMjgAACCCCAAAI1RYB5IoAAAggggAACCCCAAAIIIIBA+guwwgoXcCq8RzpEAAEEEEAAAQQQQAABBBBAYAMFuBwBBBBAAAEEEEAAAQQQQAABBNJfgBUigAACCCCAAAIIIIAAAggggMDaBcJ9+qrBiJvUZNQrqjP0lLVfUM1aMB0EEEAAAQQQQAABBBBAoDIE5i/K04MvvqOXP/hKW3Zur/NOOFh9e2xRGUNVmz6NWfHluLEYX95dbW4ME/EFVnewz6oNe750asyK59meI8ovYEzc0HEc2Qg4AbluQEE3qFAopFAwqHAorNbdjHYaNl9uRtQfJDcnotEj8lRUwD7ig3BAAIFyC6y8j9TPXqY+J89URmYgZf8Jh+1eFPL3Jdd1/T3KMfE9S97LGCNjjJfjjUDFChiz4rkyxvjPmX32AoGA/xwGvZ+R9uel/TlpIyOcIRs2T4T93x9wwIFnoPKeAfu7uv293e5Jdm8yxvj7lN0JjTE2IRCo1gJMDgEEEEAAAQQQQAABBBBAAAEE0l+AFa5ZIJBZL9kgunxxMk8GAQQQQGDjCmRmhNSlQ2vvzzuDG3cijI4AAggggAACCNQQAaaJAAIIIIAAAggggAACCCCAAALpL8AKK17Aqfgu6REBBBBAAAEEEEAAAQQQQACBDRLgYgQQQAABBBBAAAEEEEAAAQQQSH8BVogAAggggAACCCCAAAIIIIAAAusg4LZuo6wDD1Koa7d1aF3tmjAhBBBAAAEEEEAAAQQQQKDCBX4eO163Pz5aP/3xj/Yb2FdnHr2/WjRpUOHjVLcO/S9PN5KfVrfJMZ9NXaDM9dtn1RjvoS3zLJUVIWBM3NdxHNkIOAG5bkBBN6hQKKRQMKhwKKzW3Yx2GjZfbkbUHzY3J6LRI/JUVBDzyxwQQACBdRVYef+on71MfU+eqYxMJ2XfCYftHhTy9yPXdf29yTHxvcqOZYyRMcZmCQQqVcAY4z9r9uekfQaTPyuDroIrRSgU9J5jAgeeAZ6BynkG7J7jer+rBwLez0PvZ6K3O8lx4n/tlzFeyYtK3RDpHIGKEaAXBBBAAAEEEEAAAQQQQAABBBBIfwFWuBYBJ6NuskW0cEkyTwYBBBBAAAEEEEAAAQQQQACBGiTAVBFAAAEEEEAAAQQQQAABBBBAIP0FWGElCMT/S6BK6JguEUAAAQQQQAABBBBAAAEEEFg/Aa5CAAEEEEAAAQQQQAABBBBAAIH0F2CFCCCAAAIIIIAAAggggAACCCCQ/gKsEAEEEEAAAQQQQAABBBCoWIHXPvpG9z//lv8leWcevb/2H9i3Ygeohr0ZY2S/SN1OLZHaPIFA9RFInUm3rp10+YWnatBOvfwTxpjLreOvAAAQAElEQVRkyjPsU1TowZi4r+M4/t4YcAJy3YCCblChUEihYFDhUFituxkNGDZfbkbUHz83J6LRI/JUVBDzyxwQQACBtQnk5hSn7Bv1s5ep78kzFc50UvabcNjuPSF/H3Jd19+THBPfo+wYxhgZY2yWQKBKBIwx/jNnjJH/89I48n9eBrznk5CLAQY8A5X+DCT2HJv6EQgo4IUxK/Yn8UKgRggwSQQQQAABBBBAAAEEEEAAAQQQSH8BVrg2gVDjrmp1wnt+1N/+7LU15zwCCCCAQBUJfP/LOJ1y8f9UUFhURSMyDAIIIIAAAgggUJMFmDsCCCCAAAIIIIAAAggggAACCKS/ACusDAGnMjqlTwQQQAABBBBAAAEEEEAAAQTWW4ALEUAAAQQQQAABBBBAAAEEEEAg/QVYIQIIIIAAAggggAACCCCAAAIIpL8AK0QAAQQQQAABBBBAAAEEKkhg+qz5uvOp1/T2Zz+oT4/Ndf4JB6vH5tkV1HvN6cYYU3Mmy0w3HYEyVhqLxVJqjTGydcbEn2GbT2lAYYMEjIm7Oo4jGwEnINcNKOgGFQqFFAoGFQ6F1aqb0YBh8+VmRP3xcnMiGj0iT0UFqffLP8kBAQQQKCWQm1Ps7RdLk/tF/exl6nvyTIUznZR9Jhy2e07I339c1/X3IsfE9ybbnTFGxhibJRCocgH7M9IYo9KpzRPxzygOOPAMVP4zYMyKPUjeyxjDz0XPgXcNEmCqCCCAAAIIIIAAAggggAACCCCQ/gKscK0CTqiWstr19yPUuMta29MAAQQQQKBqBIqKIv5A4VDQTzkggAACCCCAAAIIrEGAUwgggAACCCCAAAIIIIAAAgggkP4CrLBSBJxK6ZVOEUAAAQQQQAABBBBAAAEEEFhPAS5DAAEEEEAAAQQQQAABBBBAAIH0F2CFCCCAAAIIIIAAAggggAACCCCQ/gKsEAEEEEAAAQQQQAABBBCoCIFvfsnRyCdf1Z//TNYhe/bX0EP2VP26dSqi6xrXR+JL0wOOoyvOPVnXXnlujVsDE04/gbJWZOT9Y4wc71nVfy9j4nX/FUkqWMAY4/dozW0EnIBcN6CgG1QoFFIoGFQ4FFarbkYDhs2XmxH12+fmRDR6RJ6KC/0iBwQQQGAVgdycYm+fWKqigph/rn72MvU9eabCmU7K/hIO270m5O87ruv6e5BjHNk9yV5ojJExxmYJBKpcwJj4s2dMPF35uTTG+M+nMaTGYGAMBsZgYEzFGtiNz5h4n4m8TQkEapIAc0UAAQQQQAABBBBAAAEEEEAAgfQXYIUIIIAAAgjUVIHatTK0Rac2chxTU5fAvBFAAAEEEEAAgSoTYCAEEEAAAQQQQAABBBBAAAEEEEh/AVZYOQJO5XRLrwgggAACCCCAAAIIIIAAAgislwAXIYAAAggggAACCCCAAAIIIIBA+guwQgQQQAABBBBAAAEEEEAAAQQQKKdA8cQJyn/3HRX9/ls5r9xozRkYAQQQQAABBBBAAAEEENgggeJIRC+8/Zkef/kD1d+sti44cbB233HbDeqzJl4ci8VW+TJS+4Wlhr+ntibeznSc82rXZIzxn9348xrPr7YxJypEwBjj92PNbQScgFw3oKAbVCgUUigYVDgUVqtuRgOGzZebEfXb5+ZENGr4EhUX+kUOCCCAQFIgN6dYo0csVVFBzK+rn71MfU+eqXCmk7KvhMN2jwn5+43ruv7e4xhHdi+yFxpj/J8JNk8gsLEFjDH+FIwx/nNpDKkxGBiDgTEYGFP5BnYDMsbYhECgpgkwXwQQQAABBBBAAAEEEEAAAQQQSH8BVogAAggggECNFejZvZPOO/mQGjt/Jo4AAggggAACCFShAEMhgAACCCCAAAIIIIAAAggggED6C7DCShJwKqlfukUAAQQQQAABBBBAAAEEEEBgPQS4BAEEEEAAAQQQQAABBBBAAAEE0l+AFSKAAAIIIIAAAggggAACCCCAQHkECj/7VLP321sLLjxP+W+/VZ5LN2JbhkYAAQQQQAABBBBAAAEE1l9gwtQZuv2xV/Txt79qQO8tdf4JB2vz7Nbr32EaXBmLxSTvnViKkUlkSRHYiAKrDj156jQ9O+pN/fz7X/5J4z2qxngHr+Q/x15qTLzsZXlXsIAxcVvHcWQj4ATkugEF3aBCoZBCwaDCobBadTMaMGy+3IyoP4PcnIhGDV+i4kK/yAEBBBBQbk6xRo9YqqKC+C8g9bOXqe/JMxXOdFL2k3DY7i0hf59xXdffcxwT34MsozFGxhibJRBAAAEEEEAAAQRqrAATRwABBBBAAAEEEEAAAQQQQACB9BdghQgggAACCCCAAAIIIIAAAgggkP4CrBABBBBAAAEEEEAAAQQQQAABBNJfgBVWloBTWR3TLwIIIIAAAggggAACCCCAAALlFuACBBBAAAEEEEAAAQQQQAABBBBIfwFWiAACCCCAAAIIIIAAAggggAAC5RJws7OT7SOTJyXz1TrD5BBAAAEEEEAAAQQQQACB9RT45LvfdNfTryt31lwde+AgHb3/rsoIh9azt5p9mTErvizXmEQ+JuP9U7NXxuzTRqCMhSxbWqApU2dowaI8/2wsFpMNWzDGe3q9sHkbiXqbJypOwBjjd+Y4jmwEnIBcN6CgG1QoFFIoGFQ4FFarbkYDhs2XmxH12+fmRDRq+BIVF/pFDgggsAkL5OYUa/SIpSoqiPkK9bOXqe/JMxXOdFL2kbD3O1ooGPL3F9d1/b3GMfG9x15ojJExxmYJBBBAAAEEEEAAgZoswNwRQAABBBBAAAEEEEAAAQQQQCD9BVhhuQSKF01V4fQx5bqGxggggAAClSfw14SpyvlnSuUNQM8IIIAAAggggEC6CLAOBBBAAAEEEEAAAQQQQAABBBBIfwFWWGkCTqX1TMcIIIAAAggggAACCCCAAAIIlFOA5ggggAACCCCAAAIIIIAAAgggkP4CrBABBBBAAAEEEEAAAQQQQAABBMon4LZsJQUC/kWRyZP9tLofmB8CCCCAAAIIIIAAAgggUF6BvGX5evLVD/X8W5+qbYumuuikQ9R/u+7l7Sbt2htjkmsyxiS/RPfJl97QE8+MTp4jg8DGEChrTO8x/a86plgs9l9+1cSYFc/zqmep2VABY4zfheM4shFwAnLdgIJuUKFQSKFgUOFQWK26GQ0YtkBuRtRvn5sT0ajhS1Rc6Bc5IIDAJiiQm1Os0SOWqqggvofXz16mPkNnKJzppOwf4bDdS0L+vuK6rr/HOCa+51g2Y0zy9xZbJhBAAAEEEEAAAQRqrgAzRwABBBBAAAEEEEAAAQQQQACB9BdghesuMOXBHTTpji009aGdFIssX/cLaYkAAgggUGkCv/45QS+8/kml9U/HCCCAAAIIIIBAugiwDgQQQAABBBBAAAEEEEAAAQQQSH8BVlh5Ak7ldU3PCCCAAAIIIIAAAggggAACCJRLgMYIIIAAAggggAACCCCAAAIIIJD+AqwQAQQQQAABBBBAAAEEEEAAAQTKKxAIKNg+278qMi1XKinx89X4wNQQQAABBBBAAAEEEEAAgXIJ5IyfopFPvqqvxozVnv2303nHH6S2LZuUq49NqXEkWqKp02dp0uRpm9KyWWv1EyhzRrFYvHrV9L8T3umYd9KGl+VdiQLGGL93x3FkI+AE5LoBBd2gQqGQQsGgwqGwWnWTBgxbIDcj6rfPzYlo1PAlKi5ccc/8ExwQQCDtBXJzijV6xFIVFcQ///Wzl6nP0BnKyAqk7BvhsN1DQv5+4rquv7c4Jr7XyHsZY2SM8XK8EUAAAQQQQAABBNJAgCUggAACCCCAAAIIIIAAAggggED6C7DCcggEwnWTraPLlyTzZBBAAAEENp5AcaRYoZC78SbAyAgggAACCCCAQM0QYJYIIIAAAggggAACCCCAAAIIIJD+AqywEgWcSuybrhFAAAEEEEAAAQQQQAABBBAohwBNEUAAAQQQQAABBBBAAAEEEEAg/QVYIQIIIIAAAggggAACCCCAAAIIrI+A27598rLiyZOS+eqZYVYIIIAAAggggAACCCCAwLoLvPvFT7rr6de1JK9Apxy2twbvsSNfGLuOfMuLivTRp1/78dffE1KuWros369PnC+dfvntTyltbeErr650m9L5pUvzbZNk/PXPxNX2PXnKtGQ7m5m/YOFq2/405nfbJCVKj7tyvjgSSWn76x/jVtv3zNlzU9pOmzF7tW3/yPk7pW1p15Xn8OkX36a0tYXvf/h1tX0vXLjYNknGhElTVtv23wmTk+1sZvGSvNW2/faHX2yTlPjiq+9X276gcHlK27E5/662be60mSltZ8+Zv5q2X+uX38amtLWF3/4cZxPvcywvjB/67xWLxWTjvyJJFQgYY/xRHMeRjYATkOsGFHSDCoVCCgWDCofCatVNGjBsgdyMqN8+NyeiUcPzVFwY88scEEAg/QVyc4o1esRSFRXEP/f1s5epz9AZysgKpOwX4bDdO0L+PuK6rr+nOCa+x8h7GWNS9n6vijcCCCCAAAIIIIBAjRZg8ggggAACCCCAAAIIIIAAAgggkP4CrLA8Ak5GvWTzksIlyTwZBBBAAIGNJ9C9S3vt3G/rjTcBRkYAAQQQQAABBGqEAJNEAAEEEEAAAQQQQAABBBBAAIH0F2CFlSngVGbn9I0AAggggAACCCCAAAIIIIDAOgvQEAEEEEAAAQQQQAABBBBAAAEE0l+AFSKAAAIIIIAAAggggAACCCCAwHoJBNtnJ6+LTJqUzFfLDJNCAAEEEEAAAQQQQAABBNZBYN7CJXrwhXf0ygdfaasu2bpo6BD12rLzOly56TSxX5RuI7HiRN4Yk6jSR59+7cevv4/V/LlzNW/OHM2bO0e5ubl+feJ86fSLL7/T3DmzU+LLr39YbfspU6f4fSau+fW3P1fb9o+x41L6nTBh0mrbfvPDmJS2tv/S81w5P3vmzJR5/PjTr6vt+99//k3p+++//1ltW9uPHTsRM2fMWG3bTz7/NqVfe81X3/242vaTp0xOmfPvf4xbbdvf/xib0vfkyVNW2/arb35IaWvn8ckX3662/TTvebDPhW1nY8wvv622bc64v1L6Hj9+fNltvWfv+x9/SbadP2+uZs+cpd///Mt/Po0xsv9IsRVlr84vcKhSAWOMP57jOLIRcAJy3YCCblChUEihYFDhUFitukkDhi2QmxH12+fmRDRqeJ6KC+P30K/kgAACaSmQm1Os0SOWqqgg/nmvn71MfYbOUEZWIGWfCIftnhHy9w/Xdf29xDHxvUXeyxgjY4yX440AAggggAACCCCQNgIsBAEEEEAAAQQQQAABBBBAAAEEapRA4v9bUq5J07hcAk64brJ9dPmSZJ4MAggggMDGE+jZvZN27L3lxpsAIyOAAAIIIIAAAjVBgDkigAACCCCAAAIIIIAAAggggED6C7DCShVwKrV3OkcAAQQQQAABBBBAQl+8UQAAEABJREFUAAEEEEBgHQVohgACCCCAAAIIIIAAAggggAAC6S/AChFAAAEEEEAAAQQQQAABBBBAYP0E3PbZyQsjkycl89Uxw5wQQAABBBBAAAEEEEAAgbUJ/Dz2X9355Kv66c9/dMCu/XTGkfuqScN6a7tskz9vTPwLdV0noF2276X+fXqq37ZbqnfPrmracDPNmzvH/zL2ObNmKX/pEvXo2lFbbdFBW26enRKdO7TR7Fkz/Zgze5Zs+07tWyXbl77G5guW5mnWzBnJ9g02y/L7tedslO6/VthNtrN9lxQXJtuWbmfzbVs0TWlr22/lzdnO254v3bfNz5s3J2UezZvUT/Ztz9trEqFYJKXvYECrbduscb2UtosWLvDbJuaR6NOmXTu389taPztfG9mtm/nt7Rxs2HY2bH55QX7KnOvWCpXZ1ravWyvD79v2aaOocFmyrT1fOrLbtEjp17bfomNb/x7adnZsm9qw+bwli1LaN/GeF1ufCNsuEeGgkzIPRSPJedj2iXY2bdm0od927uzZ/nO0aOF8bbNlZ23XY3N1ym6jQCAgxzgyJv7s2g+xMSvytkxUjYAxcXfHcWQj4ATkugEF3aBCoZBCwaDCobBadZMGDFsgNyPqTyw3J6JRw/NUXBjzyxwQQCD9BHJzijV6xFIVFcQ/5/Wzl6nP0BnKyAqk7A/hsN0rQv6+4bquv4fYPd7uKfJexpiU/d6r4o0AAggggAACCCCQBgIsAQEEEEAAAQQQQAABBDaeQCwW//e2NiViwgADnoG1PwN2xzLG+J8Xm7dh3Wy6puBc+QQCGXWTF0SXL0nmySCAAAIIIIAAAggggAACCCBQnQWYGwIIIIAAAggggAACCCCAAAIIpL8AK6xcAadyu6d3BBBAAAEEEEAAAQQQQAABBNZJgEYIIIAAAggggAACCCCAAAIIIJD+AqwQAQQQQAABBBBAAAEEEEAAAQTWU8DNzk5eWTx5cjJfDTNMCQEEEEAAAQQQQAABBBBYo8CrH32t+59/2/+C2HOOPVD77tJnje035ZPGmFWWb4zx7XbZsZcG9NtWO/bpqX7bbaWO7Vv7X96dkZGhcDis+pttpl49u6r3Nt38SORtunW3TrJf9J2Zkemn9pqtu3dOtt9u6y2Sedt+s7p1lBHOkG1v0+y2rdRn2+5+G3vehh3Hpq1bNvPb2v5tNGnU0G9rz9uwbRJp1y7t4+N7fdu2tu/e3pwTbRLzsGUbtTKz/L4T89i8Y7tk34m2tm8bzZs09vu2/dpo0bRxsq3ty4ZtZ9NO7duktK1Tq5bf1p5LtLF5G9v12MJva+dq+7Xpll07+ca2bel52PYN69dLmXPbVi38vm1be95GIt+udQu/re3XRoN69ZJtE20S6VZdO/ptrYVta+exrTe3RH/b/XcPbdmGXZNtY9vbtKP3vKzuHrZs1sTv2/Zro1mTRsl52L5s9N6mm3//N+/ULt7We+bscxcKhtR32y21fa8e6topW67rKhAIyDGOHMdJPs/GGP85TlaQqRIBY4w/jr0XNgJOwLtHAQXdoEKhkELBoP98t+omDRi2QG5G1G+fmxPRqOF5Ki6Mf8mMX8kBAQTSQiA3p1ijRyxVUUH8810/e5n6DJ2hjKxAyr4QDts9IuTvF3Zvd91Ayt5ujGFfFy8EEEAAAQQQQCAtBVgUAggggAACCCCAAAIIVIFALBb/d7SlU5snYsIAA56B9XsG7NZl7WyaiJXLiXpJZMspUGvzfdVwl8v9cOu2LOfVNEcAAQQQqAyBF9/8VG999G1ldE2fCCCAAAIIIIBAugiwDgQQQAABBBBAAAEEEEAAAQQQSH8BVljJAk4l90/3CCCAAAIIIIAAAggggAACCKyDAE0QQAABBBBAAAEEEEAAAQQQQCD9BVghAggggAACCCCAAAIIIIAAAgisr0CwU2c1GfWKmn/8uRoMv2F9u6mC6xgCAQQQQAABBBBAAAEEEChbYNqsebrzydf0zmc/avueXXXh0CHq3rld2Y2pTQoYY1Lyxhj/i9QDgYDsF/AGg67/hd3hUFgZGV6Ew8rKzFSGl2ZmZCTTlfOJNja15xJp4jpbZ/M2bN5GIm/bJvI2TZRtatslIlG2bRJ1Nk2UbWrbJFJ7LlG2+dJh2yTKiXyirS3bvD1v8zZsPlFnUxu2PhGJsm1n62zZ5hOpzdt6m5aOsuoS15Q+Z/M2Etcm8ratzSciUbZpoq1NS5dtW1tno3TetrFlm9pzidTmS4dtkygn8rZtIl86tfWJtjZNlG0bG7bORkY4rNKpzfuRaZ+5DP+ZDIVCCrqu7LNqQ4rJ2H+8Z1jeiy8X8BA2wtsY44/qOE58L3EC3l4S8O5VUPaehYJB//616iYNGLZAbkbUb5+bE9Go4XkqLoz5ZQ4IIFDzBXJzijV6xFIVFcQ/1/Wzl6nP0BnKyAqk7AfhcEihoN3Tg95+4XoRkGPie4i8lzFGxhgvxxsBBBBAAAEEEEAg/QRYEQIIIIAAAggggAACCFS2gP0zM2OMbGrHsqmNaDTq15VObd6GPU/EfB8ccOAZiMnuCzashU1t2LwNm0/sLaVTm18R5MorkNV+gBrufIUfoYYdy3s57RFAAAEEKkFg4uSZmrdgcSX0TJcIIIAAAggggEC6CLAOBBBAAAEEEEAAAQQQQAABBBBIfwFWWNkCTmUPQP8IIIAAAggggAACCCCAAAIIrFWABggggAACCCCAAAIIIIAAAgggkP4CrBABBBBAAAEEEEAAAQQQQAABBNZbwITDCnXtpkCzZuvdR5VcyCAIIIAAAggggAACCCCAQBkC3/ySo7uffl1//jtZh++zs04YvLvq1soqoyVVKwvYv5DdGJP8Yl0vJ8cxCvhf2u3Gv7Q7GFRGRliZGZnJyMrMUiJsvc2XTkvnS5+zeRuJ8za/cqx8LiOc4Y+1cv3qyqXrE/m1pSvPwZYT16yct+XSYdvZKF1n51y6LpFfW1q6j0Q+cc3qyol6m67c1s6jrPpEuzWlqztn+7OROG/zK8fqzq1cX1bZ1mV6z1qiz0Q5mWZmKMP+ewzvuQx64QZc75l1FAgEks+xvJcxxjvy3hgCxsTtHceJ3xsnINcNxPeTUEgh776FQ2G16iYNGLZAbkbUn2ZuTkSjhuepuDDmlzkggEDNFcjNKdboEUtVVBD/PNfPXqY+Q2coIyugUKl9IBy2e0LI3x9c1/X3CsfE9w55L2NMyt7uVfFGAAEEEEAAAQQQSCcB1oIAAggggAACCCCAAAKVKpD4s2Cb2oFsGo1GlUhLoiUqKyIlEREY8AzwDCSegdL7hK2LxqKye4kNu5/YsHtMIlYuK3GCFAEEEEAAgRosUFRc7P9/nmrwEpg6AggggAACCCBQuQL0jgACCCCAAAIIIIAAAggggAAC6S/ACitdwKn0ERgAAQQQQAABBBBAAAEEEEAAgbUIcBoBBBBAAAEEEEAAAQQQQAABBNJfgBUigAACCCCAAAIIIIAAAggggED6C7BCBBBAAAEEEEAAAQQQQKC0QHFxRM+/9akef/kD1atTSxeffKh27bd16Sbk10Eg8ZevGxP/kl37pd3JL+sOhhQOh2W/rDscCikzI/7l6/YL2G3eRlZmpl+fSG1dImxdom0itedsvU1tlK4vnbfnbJRua8uJNrY+kbepLdvzidTmE2HrbJtEOZHa+kTepok2idTWrU/Yfm2sfK2tS/Rt84nzpfOl6xJtE6k9V7rtvJIlvr2tL93Glm2UbmvP20jUJ/KJcunU5hNh+0i0takNe87W2zQRifpEmqgvKy3dpnTetrX92rD50mHbxSNDIe9ZDIfCCrpBBYNBBQKOHOPImPgzvA6PPU0qWcAY44/gON698SLgBJTcV7z7F/Lum72HrbpJA4YtkJsR9dvn5kQ0anieigtjfpkDAgjUPIHcnGKNHrFURQXxz3H99svUZ+gMZWQF/P078fkPh0MKBUOye7nruv4eYfdyu2/Iexlj/H3dy/JGAAEEEEAAAQQQSFMBloUAAggggAACCCCAAAKVK2CMUeLPgm1qY86F52vuRRdo3sUXat5FF2ruhRf4YfNE3AQHHHgGyn4G7H5hbeZccL7y3n9P0VhU0WjU32fs/mLD7mrGGJskgwwCCCCAAALpIHDJsCO0x8690mEprAEBBBBAAAEEEKgUATpFAAEEEEAAAQQQQAABBBBAAIH0F2CFlS/gVP4QjIAAAggggAACCCCAAAIIIIDAGgU4iQACCCCAAAIIIIAAAggggAAC6S/AChFAAAEEEEAAAQQQQAABBBBAIP0FWCECCCCAAAIIIIAAAgggkBQYP3WGRj75qj757jcN7Le1LjhxsDq1bZE8T2bdBIwx/pfrGhNP7ZfuJr58NxBwZL9c3X45r/2i7oxwhhJp6XyiLpHaczZs2V6byNs0Efacza+cJuoS9SuXE/U2tX3b1EaiXenU5m3Y87ZtIm/TRNhzNm9TGzafCFu2UVbZ1pcVtm1mRqZsas/bNBG2XHoetlz6XCJvU3uudFtblwh7zuZzlk3R6WNu1yOT3lGhKfbvjT1nw55PRFll27ett2HbrZzaOhu23rZN5G1qw9bbWDlvyzbsORs2b8PmbSTyidTWJcLW/Wfnr8WWE2HbJPJ2PrZsn81g0JV9TgNOwH+OHYf/rF3V6GWM8Wdj74uNgHefXDegoBtUKBRSKBj073WrbtKAYQvkZkT99rk5EY0esVTFhTG/zAEBBGqOwLRx8c9vUUH881uv5UL13PlzOTMnK7B0afJzHw7bPSDk7weu68ruDYnfP+xqjTH+vm7zBAIIIIAAAggggEDaCrAwBBBAAAEEEEAAAQQQqESBWCwmG3YIm9qIRqPK/+xTLfvoQ+V//JEKPvlYhZ9+QmDAM8AzUO5nIBKJqLg4opJoiR92j7H7jY3SeUm2ikAAAQQQQKDGC2SEQ2pYv26NXwcLQAABBBBAAAEEKkmAbhFAAAEEEEAAAQQQQAABBBBAIP0FWGEVCPA3JVQBMkMggAACCCCAAAIIIIAAAgisSYBzCCCAAAIIIIAAAggggAACCCCQ/gKsEAEEEEAAAQQQQAABBBBAAAEE0l+AFSKAAAIIIIAAAggggAACcYFPvv1V9zz9hqbMmKMTBu+uI/bZWaFQMH6SY7kFSv/l68bEv3DXflG3DfuFvDbsF62vHNa8dJ39Ml9bTtQn0pWvt/Urh73ORqKtPW/LNrVRum9btmHP2yidt+XSbW05cd72ncjbehu2ra1LhK2zYdvaNBGJ87a9rUuUbWrLNkrnbbl0W1tOnLd9J/K23oZta+ts2LINm7dtbT4Rti4RRSaqJdFCPTn5Pe3/xeV6esoHsu3s+dKp7TtRtuds2LKN0nlbLt3WlhPn7TwSeZvadjZsPhG2vQ3b1qa2PpHavG1fumzrbNlG6Xww6GpNbW17O0Yg4Mgxjuxzakz8ubUPvzEr8rZMbFwBY4w/AWxB8fEAABAASURBVMdxZCPgBGTvX9ANevt2SKFgUOFQWK26SQOGLZCbEfXbTx1brNEjlqq4MOaXOSCAQPUXmDYuolHD81RUEP/c1mu5UNsM+lrBgoXSxAla/v57KnjmaUW++VqB/HzZfcB1XX9PsPu53SPsKo0xMsbYLIEAAggggAACCCCQ1gIsDgEEEEAAAQQQQAABBCpTwJgV/57V/nlwNBpVNBZN/vvXYKtWIjDgGeAZKO8zkNi3SqIlKo4Uq6TE21vs/uKF3WtsJNrEU44IIIAAAggggAACCCCAAAIIIJD+AqwQAQQQQAABBBBAAAEEEEAAAQTSX4AVVoWAUxWDMAYCCCCAAAIIIIAAAggggAACqxXgBAIIIIAAAggggAACCCCAAAIIpL8AK0QAAQQQQAABBBBAAAEEEEAAgQoRiEzLVcHHH6nw668qpL8K7YTOEEAAAQQQQAABBBBAYJMXWLIsX0+88oGef/sztWvVVJeecpi279l1k3fZUABj4l/+YMyK1Biz4su6A65cL+wXd68ctt5+ga+NRN62sfk1RVntS19XOr9yW3vORqL/RN62s2HrbZqot+VEJOrseRuJeptPnEukiXOJ1LaxeZvaNomwdTZs2aY2bJtEmqhPpLY+kbftbNg6G4n6lfO2nIhE+4gpUWFsuRfFWlCcp1vGPa/dP7lQr077yr9ftn2irU1t34mw52zYsk3teRuJfKLelhNRVp09Z69LnEuktr503raxdTa19YmwdTZs2aY2gm7Qn39ZbR3jyLa1Yds6juN/SUkiNSb+DItXtRIwJn5f7H2yEXACct2A7D0OhUIKBYMKh8Jq1U0aMGyB3IyoP/+pY4s1esRSFRfG/DIHBBCovgLTxkU0anieigrin9f67Zep1+F/K6RCBfLy5CxZItcLM3WqCl4ercK33vL2AdeLgOzebvcGuzpjjL+v2zyBAAIIIIAAAgggkOYCLA8BBBBAAAEEEEAAAQQqTSAWi8mGHcCmNmSkkpL4n8HY+lo77aQ2r75GYMAzwDOwzs9A0xE32O3Dj+LiYtmIlEQUjcYUjUWT+47fIHEgXS+BSN4MTbm/rybe2kEzXzp6vfrgIgQQQACBihUYdsWd+vCLnyq2U3pDAAEEEEAAAQTSRYB1IIAAAggggAACCCCAAAIIIIBA+guwwioRcKpkFAZBAAEEEEAAAQQQQAABBBBAYDUCVCOAAAIIIIAAAggggAACCCCAQPoLsEIEEEAAAQQQQAABBBBAAAEEENhwgciUyZq1xyDNP3uYlj795IZ3WME90B0CCCCAAAIIIIAAAghs2gJjx0/R3U+9rq9/ztE+O/fWuccdpFbNGm3aKJWwemOM7JfwGhNPS+cDgYBKhz1XVtg2tt4Ys07tbdtE2GttJMorp6XP2byNldskyolzxqzbPBLt7fU2b8Pmy4rS52zeRlntbF3pczZvw9aXFaXP2XwiympbFC1WUaxERYqoWCV+TFg2Qxf8fK+GfHm1Pp/7m38vE9favkrnS5cT9Yk0cc6YdbNLXGdTe60Nmy8rSp+zeRul25XOr+mcvJdta4yRMfHwqnhXUwFjjD8ze89sBJyAXDegoBtUKBRSKBhUOBRWq27SgGEL5GbEv4Bm6thijR6xVMWFMf96DgggUP0Epo2LaNTwPBUVxD+n9bPz1efkGarVuonq9u6jOttup8wGDeTm5cnxIrBsmTbbZVd/D3CMI7sn2FUZY/z93OYJBBBAAAEEEEAAgfQXYIUIIIAAAggggAACCCBQtQIlJSWKxeL/HrdqR2Y0BBBIR4FIpESRkogikYgS+4vdY2zY9SZSmyfKL2CcoJbP+kORpbNUkr+g/B1wBQIIIIBAhQsUF0f8/39ThXdMhwgggAACCCCAQBoIsAQEEEAAAQQQQAABBBBAAAEEEEh/AVZYNQJO1QzDKAgggAACCCCAAAIIIIAAAgiUKUAlAggggAACCCCAAAIIIIAAAgikvwArRAABBBBAAAEEEEAAAQQQQACBChBwW7WWAgG/p8ikSX5ajQ5MBQEEEEAAAQQQQAABBDZhgXc//1H3PfeWFi1ZptOP2FcHDtp+E9aomqUbY/yBjDGr/TJeY+LnjDH+l/c6jpNMjYmfU6mXMfG60u0SeWPi5xLNjYmXE+dLp8bEz63c1hiTHD/R3pjUtvJexsTrEm0SqTHxemOM1yr+Nsb460+0KZ0aEz8Xbym/nTFmlTnYa4wpu60xq7Y3JrWtvJcx8TrbVyIKYxFF7T8x77hSfD8vR8d8PVynfH+rcpZMTs7JmHg/Xpf+25h42RiTbJPo35j4OZV6GROvS7QpnRoTP5dobky8XLpNIm9M/FwZbdc4D2OMf4kxxve2BWOMTYgaIGBM/F4lnoOAE5DrBhR0gwqFQv5fkh0OhdWqmzRg2AK5GVF/VVPHFmv0iKUqLoz5ZQ4IIFB9BKaNi2jU8DwVFcQ/n/Wz89Vn6HRlZAXin2vvs127Q0c1PuJINb/sctXbdVdlde6izM6d5Jj47w3yXsYYRaZM0bTDD9GSV19RrLDQq+WNAAIIIIAAAgggkMYCLA0BBBBAAAEEEEAAAQSqSCAWiykR0Wj8z16qaGiGQQCBNBaIlERkvwi5pKREJdESRaPeXqP4nxfZPee/pZOsp4ATrpu8Mrp8STJPBgEEEEBg4wl0zm6tRg0223gTYGQEEEAAAQQQQKD6CjAzBBBAAAEEEEAAAQQQQAABBBBIfwFWWEUCThWNwzAIIIAAAggggAACCCCAAAIIlCFAFQIIIIAAAggggAACCCCAAAIIpL8AK0QAAQQQQAABBBBAAAEEEEAAgQoRCAQUbNvO7yoyLVcqKfHz1ePALBBAAAEEEEAAAQQQQGBTFJi7cIkeeOFtvfLh19qqS3tdeuph2qZbx02RYqOs2Rjjj2uM8b9s3ZjVp37DUgdjKqetHcKYyunbmHXvd03zsOdWDmPWvW9j1q3t8pIi/6/Pt3+FflkRjcX01rRvNejD83XZzw9oVsH8Nd7HqphzYgxjyl6jlGixIjVm1bb2rDHxepsnao6AMcafrOM4shFwAnLdgIJuUKFQSKFgUOFQWK26SQOGLZCbEf8imqljizV6xFIVF9qn3e+CAwIIbGSBaeMiGjU8T0UF8c9l/ex89Rk6XRlZgZTPczhsP9shZTRppobHnqAWt9wqx8T3AHkvY4z/82nJ6Je0PCdHc6+5SpMH7aJ5t9yk4qlTvRa8EUAAAQQQQAABBNJPgBUhgAACCCCAAAIIIIBAZQsYY/whjPFS7y0ZRWNRxbw/QxQvBBBAYAMFotGoSkpKZFO7r9hIdGmMv+lIStSQllfAuGHJ+/M0ea+SwsXekTcCCCCAwMYWuPC0Q9WtS/y/udvYc2F8BBBAAAEEEECgegkwGwQQQAABBBBAAAEEEEAAAQQQSH8BVlhVAk5VDcQ4CCCAAAIIIIAAAggggAACCKwiQAUCCCCAAAIIIIAAAggggAACCKS/ACtEAAEEEEAAAQQQQAABBBBAAIEKE3Czs5N9FU+elMxv9AwTQAABBBBAAAEEEEAAgU1OYMyf/+rup1+TTQfvvqNOPWxvNaxXZ5NzYMEIrE6gKFqs2Dr+89iEd7XdO6fof2NfULQ6f6nH6hZLfVoJGBP/wgfHcWQj4ATkugEF3aBCoZBCwaDCobBadZMGDFsgNyPqr3/q2GKNHrFUxYUxv8wBAQQ2nsC0cRGNGp6nooL457F+dr76DJ2ujKxAyuc4HLaf6ZD/+XZd1/+sOyb+2Zf3MsbIGCNFo8p7802vJv6OLlmixc88ran77a0ZJ5+kZR99qFhJSfwkRwQQQAABBBBAAIGaL8AKEEAAAQQQQAABBBBAoEoEYt6fC9qwg9k06v27WJsnEEAAgQ0V8PeUWFRRL2y+dH+2bIyRSleSL7dAIKuhf010eZ6fckAAAQQQQAABBBBAAAEEEECgWgowKQQQQAABBBBAAAEEEEAAAQQQSH8BVlhlAk6VjcRACCCAAAIIIIAAAggggAACCKwkQBEBBBBAAAEEEEAAAQQQQAABBNJfgBUigAACCCCAAAIIIIAAAggggEDFCbjt2ic7i0yenMxv7AzjI4AAAggggAACCCCAwKYl8OqHX+uBF96WYtJ5xx+kPXfabtMCYLUIrIPA8pLidWi1oklxNKJbcp7Xdu+crKcnfrDiRDXKMZVNR8AY4y/WcRzZCDgBuW5AQTeoUCikUDCocCisVt2kAcMWyM3wfiB4V0wdW6zRI5aquDBe9qp4I4BAFQtMGxfRqOF5KiqIfw7rZ+erz9DpysgKpHx+w2H7WQ75n2vXdf3PuGPin3l5L2OMjDFezns7jpqNvFN1DzpYTmamV/HfOxZTwfffadb552rWuWf/V0mCAAIIIIAAAgggUNMFmD8CCCCAAAIIIIAAAghUrUDM+3etVTsioyGAQLoL2H0lHitWassrShL5DROo1WGQMtv1V0bzHhvWEVcjgAACCGywwNL8Ar354beav3DxBvdFBwgggAACCCCAQLoJsB4EEEAAAQQQQAABBBBAAAEEEEh/AVZYdQJO1Q3FSAgggAACCCCAAAIIIIAAAgikCFBAAAEEEEAAAQQQQAABBBBAAIH0F2CFCCCAAAIIIIAAAggggAACCCBQgQLB9tnJ3iKTJyXzGznD8AgggAACCCCAAAIIILCJCOTOnKe7n35d73z+o/pv110Xn3yIunZsu4msnmUiUD6Bomhx+S74r/W2DTvrmOzd/ytVq4TJbGICxhh/xY7jyEbACch1Awq6QYVCIYWCQYVDYbXqJg0YNl9uRsxvP3VssUaPWKriwnjZr+SAAAJVIjBtXEQvDc9TUUH881c/O199hk5XRlYg5XMbDtvPcMj/PLuu63+2HRP/rMt7GWNkjPFyK94ZPbdR42uvV7vPvlST60coY5ttV5z0crV3HeQdeSOAAAIIIIAAAgikgQBLQAABBBBAAAEEEEAAgY0kEIvF/93uRhqeYRFAII0E7H5iI7GkRD6RSkqcIl1PgWaDH1HrE95Ty2NeX88euAwBBBBAoKIEFi1epjc//EY2rag+6QcBBBBAAAEEEEgTAZaBAAIIIIAAAggggAACCCCAAALpL8AKq1DAqcKxGAoBBBBAAAEEEEAAAQQQQACBUgJkEUAAAQQQQAABBBBAAAEEEEAg/QVYIQIIIIAAAggggAACCCCAAAIIVKSAm52d7K540qRkfuNmGB0BBBBAAAEEEEAAAQQ2BYGvf87Rvc++rt//nqSj9h+oYw8cpNpZmZvC0lkjAuslsDxWXK7rejbspNmHvK6H+15cruuqrjEjbYoCxhh/2Y7jyEbACch1Awq6QYVCIYWCQYVDYbXqJg0YNl9uRvyLaaaOLdaoEUtVXBgv+51wQACBShWYNi6il4bnqbgg/rlrkJ2vPkOnKyMrkPJ5DYftZzfkf45d1/U/046Jf8blvYwxMsZ4ubJ6l6JvAAAQAElEQVTfJjNTdQ44UC2feEpt3n5P9U85VaGOHVV7r73LvGDu8OtUMOanMs9RiQACCCCAAAIIIFAdBZgTAggggAACCCCAAAIIbAyBWCz+73Y3xtiM+f/s3QdgHMXZxvFntp2Km9y7LdON6WBKwJjeQ28hoQQTwAYCIYQaQhLbhAQCCclHN73adDDF9BrAdBeKG7Zs415ULOlO0rezh87qlpssnf7Hze7M7szOvL+d3TtL4g4BBNJTwN5XKpMx9f/uJz2jJyoEEEAAgdYkUBpP/p2e73utKWxiRQABBBBYawEaIIAAAggggAACCCCAAAIIIIBA+gsQIQIIILBxBZyNe3iOjgACCCCAAAIIIIAAAo0SoBICCCCAAAIIIIAAAggggAACCKS/ABEigAACCCCAAAIIIIAAAggggED6CxAhAhtZwNt8i1QPiVkzU3kyCCCAAAIIIIAAAggggMDGErAfjvroC2/qvqdeVfs22brqvFM0dPD2G6u7lnFcRolAIwRKy5IfLLymqp1jHbTgxGf18v43rqkq+xHYJALGJL8MwnEc2eQ6rjzPle/5CoJAge8rFsTUe1tp3xFL5Gckv6BmzuS4xo4qULw4Wd4kg6dTBFqJQN7UhJ4Yma/4quT11nFAkQYPm6uMLLfadRqL2Ws2iK5fz/Oia9kxyWtb4cMYI2NMmGvc0+/TRx0vuEh9nnpWJhar1ajgxRe08onHNe+sMzT7yMO07K47lVi4oFY9NiCAAAIIINBsBRgYAggggAACCCCAAAIIIIAAAgikvwARIpCGAhUVFdHvfIxp/O990pCBkBBAAAEEWolAj64ddfoJByunQ5tWEjFhIoAAAgiskwCNEEAAAQQQQAABBBBAAAEEEEAg/QWIEAEEENjIAs5GPj6HRwABBBBAAAEEEEAAgUYIUAUBBBBAAAEEEEAAAQQQQAABBNJfgAgRQAABBBBAAAEEEEAAAQQQQCD9BYgQgY0t4GRlqesTT6rHhDfV9aFHN3Z3HB8BBBBAAAEEEEAAAQRaucD3P8zTrQ88pzf+96UO+tnO+sM5Jym3d/dWriIBgEBjBErL42usNrB9f03++f1rrEcFBDa1gDEmGoLjOLLJdVx5nivf8xUEgQLfVyyIqfe20pARS+RnVET150yOa+yoAsWLk+VoIwsEENigAnlTE3pi5ErFVyWvs44DijR42FxlZLnVrs9YzF6rQXTdep4XXcOOSV7TCh/GmOiLYMLsBnuueGz1z7Djs2dr6a3/0g8HH6j555+rgldfUUV8za+VG2wwHAgBBBBAAIF1EKAJAggggAACCCCAAAIIIIAAAgikvwARIoAAAggggAACCLRsgcyMmPYevJ3aZme17EAYPQIIIIDARhXg4AgggAACCCCAAAIIIIAAAgggkP4CRIgAAghsbAFnY3fA8RFAAAEEEEAAAQQQQGCNAlRAAAEEEEAAAQQQQAABBBBAAIH0FyBCBBBAAAEEEEAAAQQQQAABBBBIfwEiRKBJBIJtB8nt2bNJ+qITBBBAAAEEEEAAAQQQaL0Cr3/4hW5/9EXNnPujhp14qE46bIhcl/8lVVLrnRREvlYCxYl4/fUrkrumrJil1+ZPTBZYItDMBYwx0Qgdx5FNruPK81z5nq8gCBT4vmJBTL23lYaMWCI/IznR50yOa+yoAsWLk+XoICwQQGCDCORNTeiJkSsVX5U8XMcBRRo8bK4ystxq12UsZq/RILpePc+Lrl3HJK9lhQ9jjIwxYW7DPjtfdY3aHXe8TCy2+sDl5Sp6/z0t+P3vNOfoI1dvJ4cAAggggEDzE2BECCCAAAIIIIAAAggggAACCCCQ/gJEiAACCCCAAAIIIIAAAggggAAC6S9AhAgggAACCCCAAAIIIIAAAgggkP4CRIgAAghsdAE+bWWjE9MBAggggAACCCCAAAJrEmA/AggggAACCCCAAAIIIIAAAgikvwARIoAAAggggAACCCCAAAIIIIBA+gsQIQIIIIAAAggggAACCCCAAAItX2BlQaHue+pVPfbiW+rTo7OuPv9U7b7D1i0/sA0WAQdCoHECpeWJWhV36rSFxg75i2SUetw7/aVUngwCzV3AmOTkdRxHNrmOK89z5Xu+giBQ4PuKBTH13lYaMmKJ/IyKKKQ5k+MaO6pA8eJkOdrIAgEE1ksgb2oivK7yFV+VPEzHAUUaPGyuMrLcatdjLGavzSC6Tj3Pi65ZxySvYYUPY4yMMWFuwz9j22yjLtf9Rf3ffEedL79Sfv/+1TrJ2ndotTIFBBBAAAEEmpcAo0EAAQQQQAABBBBAAAEEEEAAgfQXIEIEEEBg3QRWzXpXC57/reY9dqqKZr69bgehFQIIIIDABhGY+v1s3Xj7E4onav+93gbpgIMggAACCKSBACEggAACCCCAAAIIIIAAAggggED6CxAhAgggsPEFnI3fBT0ggAACCCCAAAIIIIBAgwLsRAABBBBAAAEEEEAAAQQQQACB9BcgQgQQQAABBBBAAAEEEEAAAQQQSH8BIkQAAQQQQAABBBBAAAEEEECghQt8/d0s/eeh5/X+Z1N01P576OIzjlWPLh3Fo4oAWQQaKVBSHk/V7BzroAUnPquX979RQ7rtoFP7H5Da99r8iXpoxqupMhkEmruAMSYaouM4ssl1XHmeK9/zFQSBAt9XLIip97bSkBFL5GdURPXnTI5r7KgCxYuT5WgjCwQQWCeBvKmJ8HrKV2lR8nrqOKBIg4fNVUaWW+06jMXsNRlE16fnedG16pjktavwYYyRMSbMbdyn06aN2p/2S/V97kX1vOsetTn4kKjDdsefGK1rLgpff03lK1fW3EwZAQQQQACBphWgNwQQQAABBBBAAAEEEEAAAQQQSH8BIkQAAQTWUaB4/ldaMfFuFUx9TvGlM9bxKDRDAAEEENgQAkuXr9R3M+bI/g3Thjgex0AAAQQQSEMBQkIAAQQQQAABBBBAAAEEEEAAgfQXIEIEEECgCQScJuiDLhBAAAEEEEAAAQQQQKABAXYhgAACCCCAAAIIIIAAAggggED6CxAhAggggAACCCCAAAIIIIAAAgikvwARIoAAAggggAACCCCAAAIIINCSBca//YnufHy8lq0o0IjTjtLP99+jJYez0cbOgRForEBpeTyqOmKrYzX55/dH+crFhVufoMD1K4saM/1FLS1dmSqTQaC5CxhjoiE6jiObXMeV57nyPV9BECjwfcWCmHpvKw0ZsUR+RkVUf87kuMaOKlC8OFmONrJAAIG1Esibmgivo3yVFiWvo44DijR42FxlZLnVrr9YzF6LQXRdep4XXaOOSV6zCh/GGBljwlzTPjN330Pdbvyn+r/1joLNN6/VeWL+PP14yW81c+89teCyS1X0/nvigQACCCCAwKYQoE8EEEAAAQQQQAABBBBAAAEEEEh/ASJEAAEE1lXAzWiXalpekp/Kk0EAAQQQaHqB0tKEPNeV4zT930A0fbT0iAACCCCwLgK0QQABBBBAAAEEEEAAAQQQQACB9BcgQgQQQKApBJym6IQ+EEAAAQQQQAABBBBAoF4BdiCAAAIIIIAAAggggAACCCCAQPoLECECCCCAAAIIIIAAAggggAACCKS/ABEi0KQCZQsWqPjdd1T0ystN2i+dIYAAAggggAACCCCAQPoJLFq6Qnc98ZKenvC+Bm3ZX1eff4p23Gaz9At0w0TEURBotEDgeFpw4rO6dvsza7XZrG1PXbT18antk5fP0j3TXkyVySDQEgSMSX5otuM4ssl1XHmeK9/zFQSBAt9XLIip97bSkBFL5GdURGHNmRzX2FEFihcny9FGFggg0CiBvKmJ8PrJV2lR8vrpOKBIg4fNVUaWW+26i8XsNRhE16PnedG16ZjktarwYYyRMSbMbbqn27FTnZ2veOLx1PaC8Off888/Vz8cdICW/uffiuflpfaRQQABBBBAYCMLcHgEEEAAAQQQQAABBBBAAAEEEEh/ASJEAAEE1lnAibVNtS0vWZHKk0EAAQQQaHqB/X62o/7v+oubvmN6RAABBBBoKQKMEwEEEEAAAQQQQAABBBBAAAEE0l+ACBFAAIEmEXCapBc6QQABBBBAAAEEEEAAgXoE2IwAAggggAACCCCAAAIIIIAAAukvQIQIIIAAAggggAACCCCAAAIIIJD+AkSIQBMKlJVp/kH7afF552jlP29swo7pCgEEEEAAAQQQQAABBNJNYOKk7/Tfh5/Tx199q5MOG6JzTz5cHdq1SbcwN2A8HAqBxgvcucdlDVa+cKvjNaBtj1SdMd+P1+Tls1JlMgi0BAFjTDRMx3Fkk+u48jxXvucrCAIFvq9YEFPvbaUhI5bIz6iI6s+ZHNfYUQWKFyfL0UYWCCDQoEDe1ER43eSrtCh53XQcUKTBw+YqI8utdr3FYvbaC6Lr0PO86Jp0TPIaVfgwxsgYE+aa5zNj4LbK2HmXaoNLLPhRy+68Q7MPP0Rzzzxd5atWVdtPAQEEEEAAgQ0vwBERQAABBBBAAAEEEEAAAQQQQCD9BYgQAQQQWHcBJ6N9qnFZ8YpUngwCCCCAAAIIIIAAAgg0NwHGgwACCCCAAAIIIIAAAggggAAC6S9AhAgggEDTCDhN0w29IIAAAggggAACCCCAQJ0CbEQAAQQQQAABBBBAAAEEEEAAgfQXIEIEEEAAAQQQQAABBBBAAAEEEEh/ASJEoCkFXFden75Rj4m8OaooLY3yLBBAAAEEEEAAAQQQQACBtRF46tX3dNcTL6m8vEK/P/sEHfSzndemeeusS9QIbECBDDfQhVudkDri0tKVumfaC6kyGQRaioAxJhqq4ziyyXVceZ4r3/MVBIEC31csiKn3ttKQEUvkZ1RE9edMjmvsqHzFi5PlaCMLBBCoUyBvaiK6XkqLktdLTm6hBg+bq4wst9p1FovZay6Irj/P86Jr0THJa1PhwxgjY0yYa77P7IMOVq/7HlDf8a8o5zfnyuvWvfpgy8rkZGZW30YJAQQQQACBDS3A8RBAAAEEEEAAAQQQQAABBBBAIP0FiBABBBBYDwEn1i7Vurw4P5UngwACCCDQ9AJLlq3UqmL+37qml6dHBBBAoIUIMEwEEEAAAQQQQAABBBBAAAEEEEh/ASJEAAEEmkjAaaJ+6AYBBBBAAAEEEEAAAQTqEGATAggggAACCCCAAAIIIIAAAgikvwARIoAAAggggAACCCCAAAIIIIBA+gsQIQJNLeAPGJDqMvHDrFSeDAIIIIAAAggggAACCCCwJoE58xfpPw8/r5femaif7bytrjz3ZG2V23tNzdgvCQQENrTAL3IP1N5dt08d9uGZE/Ta/E9TZTIItBQBY0w0VMdxZJPruPI8V77nKwgCBb6vWBBT722lISOWyM+oiOrPmZzQ2FH5ihcny9FGFgggUE0gb2ryOiktSl4nObmF2v2cecrIcqtdX7GYvdaC6LrzPC+6Bh2TvCYVPowxMsaEwGzdhwAAEABJREFUuZbx9Hv3VscLLlK/Ca+rx//drjaHHR4NvP0pp0brmouiD95X2dIlNTdTRgABBBBAYJ0EaIQAAggggAACCCCAAAIIIIAAAukvQIQIIIDA+ggEXbZSv/M+0IDff6/ux96xPoeiLQIIIIDAegpMeOdT/e0/j6znUWiOAAIIIJCuAsSFAAIIIIAAAggggAACCCCAAALpL0CECCCAQFMJOE3VEf0ggAACCCCAAAIIIIBALQE2IIAAAggggAACCCCAAAIIIIBA+gsQIQIIIIAAAggggAACCCCAAAIIpL8AESLQ5AJe7oBUn/EZM1J5MggggAACCCCAAAIIIIBAQwLvfTZZtz/2or6cOl2nH3uQTj/mQGVmxBpqwr7VAuQQ2CgCF219fLXjjpn2YrUyBQRaioAxJhqq4ziyyXVceZ4r3/MVBIEC31csiKn3ttKQEUvkZ1RE9edMTmjsqHzFi5PlaCMLBBCIBPKmJq+P0qLk9ZGTW6jdz5mnjCy32nUVi9lrLIiuN8/zomvPMclrUeHDGCNjTJhrmc+svfdRtxv+odz3PlSbI46sM4iFV12pWUOHaMHll2nVpxPrrMNGBBBAAAEEGilANQQQQAABBBBAAAEEEEAAAQQQSH8BIkQAAQTWS8AJ2ijWYwd5bXuu13FojAACCCCw/gLxeEJB4K3/gTgCAggggEA6ChATAggggAACCCCAAAIIIIAAAgikvwARIoAAAk0m4DRZT3SEAAIIIIAAAggggAACNQQoIoAAAggggAACCCCAAAIIIIBA+gsQIQIIIIAAAggggAACCCCAAAIIpL8AESLQ9AJ+bm6q08TMGak8GQQQQAABBBBAAAEEEECgLoGS0rgee/Et3f/UBLXJzNAfh/9C++yybV1V2VavADsQ2DgC+3bbUaf03z918Nd//FQPzXw1VSaDQEsSMMZEw3UcRza5jivPc+V7voIgUOD7igUx9Q5fgoaMWCI/oyKqP2dyQmNH5StenCxHG1kg0MoF8qYmr4vSouR1kZNbqN3PmaeMLLfa9RSL2WsriK4zz/Oia84xyWtQ4cMYI2NMmGv5T6dduzqDKHzjdZUtXRLtK3hpvOaddYbmHHe0Vj7xuMoLC6PtLBBAAAEEEGi8ADURQAABBBBAAAEEEEAAAQQQQCD9BYgQAQQQQAABBBBAIF0EOndqr8369UqXcIgDAQQQQGCDCnAwBBBAAAEEEEAAAQQQQAABBBBIfwEiRAABBJpOwGm6rugJAQQQQAABBBBAAAEEqglQQAABBBBAAAEEEEAAAQQQQACB9BcgQgQQQAABBBBAAAEEEEAAAQQQSH8BIkRgEwh4uQNSvSZmzkjlySCAAAIIIIAAAggggAACNQW+/2Gu/vvw83r9wy908N676MrzTlHfnl1rVqO8JgH2I7ARBS7c+gT5jpfq4Z7vX9SSkhWpMhkEWpKAMSYaruM4ssl1XHmeK9/zFQSBAt9XRixDfQYZDRmxRH5GRVR/zuSExo7KV7w4WY42skCglQrkTU1eD6VFyeshJ7dQu58zTxlZbuo6igUxxWL2mgqi68vzvOhac0zy2lP4MMbIGBPm0vtZtmKFnLZtqwVZOm2aFo38i2btv68Wjx6psqVLqu2ngAACCCCAQL0C7EAAAQQQQAABBBBAAAEEEEAAgfQXIEIEEEAAAQQQQACBtBE4bL/BOuXo/dImHgJBAAEEENiAAhwKAQQQQAABBBBAAAEEEEAAAQTSX4AIEUAAgSYUcJqwL7pCAAEEEEAAAQQQQACBKgJkEUAAAQQQQAABBBBAAAEEEEAg/QWIEAEEEEAAAQQQQAABBBBAAAEE0l+ACBHYFALelluluk3MmJHKk0EAAQQQQAABBBBAAAEEqgq89sHnuvOxlzRjznyde/LhOvHQfaruJr8WAlRFYGMKbN62ly7a5oRUF1NWzNKY6eNTZTIItDQBY0w0ZMdxZJPruPI8V77nKwiCcO0pFsTUZ5DRkBFL5GdURPXnTE5o7Kh8xYuT5WgjCwRamUDe1OR1UFqUvA5ycgu1+znzlJHlRtdP4PvR9ROLBQp8ez354fXlhcmVY5LXnMKHMUbGmDCX/s92xx6n/m+9q243/lNZP9tbcpxU0BWrVmnlU0/KhPec1EYyCCCAAAIINCDALgQQQAABBBBAAAEEEEAAAQQQSH8BIkQAAQQQQAABBBBAAAEEEEAAgfQXIEIEEEAAAQQQQAABBBBAAAEEEEh/ASJEAAEEmlJg9f+52pS90hcCCCCAAAIIIIAAAggggAACCCCAAAIIIIAAAggggAAC6S9AhAgggAACCCCAAAIIIIAAAgggkP4CRIjAJhFwsrLkdO6c7Nv3k2uWCCCAAAIIIIAAAggggMBPAisKCvXgM6/p8fFvq1f3Trr2gl9q1+22/Gkvq3UQoAkCG13gwq2OU26bHql+7vn+RU1aNjNVJoNASxMwxkRDdhxHNrmOK89z5Xu+giAI155iQUx9BhkNGbFEfkZFVH/O5ITGjspXvDhZjjayQKCVCORNTc7/0qLk/M/JLdTu58xTRpYbXTdB+LNge93EYoEC315HfnhdeWFy5ZjktabwYYyRMSbMtZ6n8X21OfgQ9bjtDvV79TV1vOAi+X37RgBtf360nDZtonzVRdmSxVWL5BFAAAEEELACJAQQQAABBBBAAAEEEEAAAQQQSH8BIkQAAQQ2iEBx3kda+cVDWvb+LRvkeBwEAQQQQGDdBD78dIo++/r7dWtMKwQQQACBdBYgNgQQQAABBBBAAAEEEEAAAQQQSH8BIkQAAQSaVMBp0t7oDAEEEEAAAQQQQAABBH4SYIUAAggggAACCCCAAAIIIIAAAukvQIQIIIAAAggggAACCCCAAAIIIJD+AkSIwKYT6HLvA+o9+Vt1feTxTTcIekYAAQQQQAABBBBAAIFmJ/D1tzN128Mv6J2Jk3TMAXvq4jOOVdeO7ZvdOFvWgBgtAhtfINON6cKtj091tKw0X2Omv5gqk0GgJQoYY6JhO44jm1zHlee58j1fQRCEa0+xIKY+g4yGjFgiP6Miqj9nckJjR+UrXpwsRxtZIJDmAnlTk/O+tCg573NyC7X7OfOUkeVG10vg+9H1EosFCnx7/fjh9eSFyZVjkteYwocxRsaYMNd6n17Xbsr5zbnq+8JL6nnv/epw5q/rxFh49VX64YD9tPQ//1Y8L6/OOmxEAAEEEGhtAsSLAAIIIIAAAggggAACCCCAAALpL9B6I6yoqNAr//i7/jFkH/347TetF4LIEdhAAgtf+oN+fPpcLXr1apWXFmygo3IYBBBAAIG1FXj7wy816ZuZa9uM+ggggAACaS9AgAgggAACCCCAAAIIIIAAAgggkP4CRIgAAgg0rYDTtN3RGwIIIIAAAggggAACCEQCLBBAAAEEEEAAAQQQQAABBBBAIP0FiBABBBBAAAEEEEAAAQQQQAABBNJfgAgR2IQC/oDNNmHvdI0AAggggAACCCCAAALNUWD8Wx/r7nEva8nyfP329GN0xH67N8dhtrwxMWIEmkjgtNyD9LMu26V6e3jmBE2YPzFVJoNASxQwxkTDdhxHNrmOK89z5Xu+giAI155iQUx9BhkNGbFEfkZFVH/O5ITGjspXvDhZjjayQCBNBfKmJud7aVFyvufkFmr3c+YrI8uNrpPA96PrJBYLFPj2uvHD68gLkyvHJK8thQ9jjIwxYY5npUDmLrvK79u3sphaJ+bPU9GHHyixaKGW3XmHZh9+iOaeebryn3laFatWpeqRQQABBBBoZQKEiwACCCCAAAIIIIAAAggggAAC6S9QJcL3xtyj6wZt22C6+aADlb9oUZVWLTdbUVamstL4RgmgNPzZ+vtjxuiW0KvS9O7TfqH530zdKP1xUASag4ATa5caRnnJylSeDAIIIIBA0wqUxuMKAq9pO6U3BBBAAIHmL8AIEUAAAQQQQAABBBBAAAEEEEAg/QWIEAEEEGhiAaeJ+6M7BBBAAAEEEEAAAQQQkAQCAggggAACCCCAAAIIIIAAAgikvwARIoAAAggggAACCCCAAAIIIIBA+gsQIQIIIIAAAggggAACCCCAAALNQWDh0hW6e9zLevq1DzRw837644hTNWjL/s1haGkxBoJAoCkFLtrm+Grd3TttfLUyBQRaooAxJhq24ziyyXVceZ4r3/MVBEG49hQLYuozyGjIiCXyMyqi+nMmJzR2VL4SJVGRBQJpKZA3NTnPS4uS8z4nt1C7nzNfGVlOdH0Evh9dH7FYoMC314sfXj9emFw5JnlNWRhjjIwxNktqhEDpzJlyO3aqVrP4s0+18NprNGvoPlr0pz8qPnu2eCCAAAIItC4BokUAAQQQQAABBBBAAAEEEEAAgfQXqBrhVkP300k335xK2x1xhDLattVR112X2nbktX+KtlVt11Lzjufp8Kuv1mXvvKvuW229QcNYHP7c/esXX9QuJ50U2R1y2R+0aNo03X/WWZr/zdQN2hcHQ6C5CLgZ7VNDKS/OT+XJIIAAAgg0rcDpJx6sA/beuWk7pTcEEEAAgWYvwAARQAABBBBAAAEEEEAAAQQQQCD9BYgQAQQQaGoBp6k7pD8EEEAAAQQQQAABBBAQBAgggAACCCCAAAIIIIAAAgggkP4CRIgAAggggAACCCCAAAIIIIAAAukvQIQIIIAAAggggAACCCCAAAIIbHKBiV9/pzsee0EfffGNTj1yqM49+XC1a5O9yceVRgMgFASaVGBot510cr/9U32+/uOnenDGK6kyGQRaqoAxJhq64ziyyXVceZ4r3/MVBEG49hQLYuozyGjIiCXyMyqi+nMmJ/TEyJVKlERFFgiklUDe1LjGjspXaVFyvufkFmr3c+YrI8uJrovA96PrIhYLFPj2OvHD68YLkyvHJK8lC2KMkTHGZkmNFMja62fqN+F1dbvhH8rcZddqrcpXrdLKp59SRbiutoMCAggggEC6CxAfAggggAACCCCAAAIIIIAAAgikv0C1CLsMGKCBBx2cSt222kqxNm205b5DU9u22Gcf+RkZ1dpRqC3Qfcst9ZvHH9c+5/wmstvzjDN0yq23qjT8Wfv0Dz6o3YAtCKSBgBO0TUVRXrIilSeDAAIIINC0Av17d1eXTh2atlN6QwABBBBo7gKMDwEEEEAAAQQQQAABBBBAAAEE0l+ACBFAAIEmF3CavEc6RAABBBBAAAEEEECg1QsAgAACCCCAAAIIIIAAAggggAAC6S9AhAgggAACCCCAAAIIIIAAAgggkP4CRIgAAggggAACCCCAAAIIIIDAphV45rUPdPe4lxWPl+ny35yk/ffYcdMOKC17JygEml7gwm1OkO94qY7HTB+vpaUrU2UyCLRUAWNMNHTHcWST67jyPFe+5ysIgnDtKRbE1GeQ0ZARS+RnVET150xO6ImRK5UoiYosEEgLgbypcY0dVaDSouQ8z8kt1O7nzFdGlhNdD+eCcMQAABAASURBVIHvR9dDLBYo8O314YfXixcmV45JXkMWwhgjY4zNktZSwHie2hx2uHree7/6PPWs2p1wopysrOgosYEDFWy1VZSvuihfwZe3VPUgjwACCKSXANEggAACCCCAAAIIIIAAAggggED6CxDhxhJwwp+521T1+B169lJWhw5VN5FHIK0EnIx2qXjKivmbjhQGGQQQQAABBBBAAAEENrkAA0AAAQQQQAABBBBAAAEEEEAAgfQXIEIEEECg6QWcpu+SHhFAAAEEEEAAAQQQaOUChI8AAggggAACCCCAAAIIIIAAAukvQIQIIIAAAggggAACCCCAAAIIIJD+AkSIQDMQKPnkYxU9/aQKHn24GYyGISCAAAIIIIAAAggggEBTCcyet0j/98gLevGtj7XXTgN1zfBfaPO+PZuq+9bVD9EisAkEtmjbSxdufXyq5ynLZ+meaS+mymQQaMkCxpho+I7jyCbXceV5rnzPVxAE4dpTLIipzyCjISOWyM+oiOrPmZzQEyNXKlESFVkg0KIF8qbGNXZUgUqLkvM7J7dQu58zXxlZTnQdBL4fXQexWKDAt9eFH14nXphcOSZ57VgAY4yMMTZLWk+BYPPN1eXa69TvzXfU5Y9/Uoezzq7ziMvuukMz995Ti68fpdLp0+usw0YEEEAAgRYqwLARQAABBBBAAAEEEEAAAQQQQCD9BdYjwkXhz4QfGX6+/rrjDrpu0LbR2paXzJpV66jx4mJ99PDDuuWgA6O6tr7Nf/zIIypLJGrVr7nh27fe0qhdd9Hcr7/W1+PH66b994uO87c995A9RnlZWbUmFRUV+mHiRI351S/15+23i+qO3m1XPXfdn1SweHG1uu+NuUc3h+PKX7Qotd3GYGOpjM328+EDD6g8HOu4yy7TDT/bS4tmzEjVr8zM+eIL/XWnHaMxVW6rXFeEY5r08kvh7/ZKtNlee1VuZo1AWglkb32kuh5xs3qe/LAyeu6YVrERDAIIINCSBP4w6k5N/PLbljRkxooAAgggsLEFOD4CCCCAAAIIIIAAAggggAACCKS/ABEigAACm0DA2QR90iUCCCCAAAIIIIAAAq1agOARQAABBBBAAAEEEEAAAQQQQCD9BYgQAQQQQAABBBBAAAEEEEAAAQTSX4AIEWgOAstHj9TSa67S8pF/UUVpaXMYEmNAAAEEEEAAAQQQQACBjSzw3qeTddcT4/X5lGk66/iDdfoxByrwvY3ca+s9PJEjsKkELtjqWPXL7pbq/p7vX9Sk5TNTZTIItGQBY0w0fMdxZJPruPI8V77nKwiCcO0pFsTUZ5DRkBFL5GdURPXnTE7oiZErlSiJiiwQaJECeVPjGjuqQKVFyXmdk1uowcPmKSPLieZ/4PvR/I/FgvA9nr0e/PD68MLkyjHJa8YGboyRMcZmSRtQwMnMVLsTT1KbQw6t86j5zz+v8pUrteLRRzTn2J9r7mmnKv+Zp1VeVFRnfTYigAACCLQcAUaKAAIIIIAAAggggAACCCCAAALpL7CuEU59bYJuP/44Lfj+ex182R900s03a9/zz9cPn36qu049RXO//jp16OKCAj1+8W/10vWj1W/XXXXCP/6h4/52gzr176/xo0dp/MiRKkskUvUbyrx715366KEHddDvLo2O0aFX7+gYU159JdWsoqJCH95/v+498wyVrirWUX+6LhrfTscdpy+feUb3nnG6ls+fn6pfM7Nw2jTd86tfqnDpUh09clQ03q3220+LZ8yQ43na8eijVRz+XPyHTyfWbKpJL41XdseO2mLffVX1Ycf05bPP6p3bb9ehl1+h7lttXXU3eQTSRiCr/z7qMPg3ajPwGLlZndMmLgJBAAEEWppAfkGRCsP3QS1t3IwXAQQQQGDjCXBkBBBAAAEEEEAAAQQQQAABBBBIfwEiRAABBDaFgLMpOqVPBBBAAAEEEEAAAQRasQChI4AAAggggAACCCCAAAIIIIBA+gsQIQIIIIAAAggggAACCCCAAAIIpL8AESLQLAT83NzUOBKzf0jlySCAAAIIIIAAAggggED6CZSUxPXES+/o/qcnKCsjpusu/JX22mlg+gXavCJiNAhsMoFsL1MXbX1Cqv9lpfkaM+3FVJkMAi1dwBgTheA4jmxyHVee58r3fAVBEK49xYKY+gwyGjJiifyMiqj+nMkJPTFypRIlUZEFAi1KIG9qXGNHFai0KDmfc3ILNXjYPGVmu9G8D3w/mvexWKDAt9eBH14XXphcOSZ5rSh8GGNkjAlzPJtSoPjLL1S2bGm1Lou//koLr71GM/fYTYv+9EclFi2stp8CAggggECLEWCgCCDQkgV8VyKtvUFLPueMHQEEEEAAAQQQQACBdRNYp1YrfpyvCf/8p/rtsqvOf/oZ7X7aaRp40MEacu55Ov+ZZ5XdsaPe/M+tihcXyz4mPvG4pn/wgU66+WYde/3fNOiww7X9kUfql3fepYMu+Z0+e+pJzfzf/2zVBlM8PF5pYVHUzra36aRwHG27dNGXzz8f/q4s+cuy+VOnRv3vcsKJOuexx7Tz8cdH4zvsyqv06wcfUuHSpfpgzBhVVCR/N1Gz0+nvv6/4qlU6/Jo/RuO04z129PU67Moro6q9d9xRvbbbTt+89loqRrujYMmSKM6t9z9AHXr2tJuiZPv55NFH9eLIv+rokSO1w9FH8zuNSIYFAggggAACCGwMAft3tfa49u8t7JqEAAIIIICAJBAQQAABBBBAAAEEEEAAAQQQQCD9BYgQAQQQ2CQCzibplU4RQAABBBBAAAEEEGi1AgSOAAIIIIAAAggggAACCCCAAALpL0CECCCAAAIIIIAAAggggAACCCCQ/gJEiEDzEPByB6QGEp8xI5UngwACCCCAAAIIIIAAAukl8N2subrt0Rc04f3PdPDeu+jK805Rr26d0ivIZhkNg0Jg0wr8csDB2qvLoNQgHp45QRPmT0yVySDQ0gWMMVEIjuPIJtdx5XmufM9XEATh2lMsiKnPIKMhI5bIz0h+McmcyQk9MXKlEsnvNYmOwQKB5i4wZ2pcY0cVqLQoOY9zcgs1eNg8ZWa70XwPfD+a77FYoMC3898PrwcvTK4ck7xGFD6MMXxRTuiwKZ4ZO+yofq+9oY4jLpRX5cuMKsey8umnVPjaa5VF1ggggAACLUqAwSKAQIsWcIzCN82ktXFo0SecwSOAAAIIIIAAAgggsK4C69buh4mfatmcOdrrrLOU0aZNtYN06NFDOx1/vOZ88YWW/DBLq1au1JRXXtFme+6pLfYZUq2uMUbbHXmk2nfrpikTXq22r77CbqeeUq3PdmHb7ttso5KCApUlElGzqRMmyPV97X7aaXI9L9pWueg5aJC2PuAAff/uOypcurRyc7V1265dwt+5lWjG/z5UeVlZap8Xi0V5G/PWBx6ovK++ihyijeFiblheMX++tjviiGq/t1g0fbrevv02DT1/uLY95NBq+8JmPBFAAAEEEEAAgQ0qEIv5uu36i7XnLgM36HE5GAIIIIBASxZg7AgggAACCCCAAAIIIIAAAgggkP4CRIgAAghsGgFn03RLrwgggAACCCCAAAIItFIBwkYAAQQQQAABBBBAAAEEEEAAgfQXIEIEEEAAAQQQQAABBBBAAAEEEEh/ASJEoJkIeP36p0aSmDE9lSeDAAIIIIAAAggggAAC6SPwxv++0D1jX9a02fN0/qlH6sRD90mf4Jp7JIwPgWYgcNHWJ1Qbxb3Tx1crU0CgpQsYY6IQHMeRTa7jyvNc+Z6vIAjCtadYEFOfQUZDRiyVn1ER1Z8zOaEnRq5UvCQqskCgWQvMmRrXuFEFKi1Kzt+c3EINHjZPmdluNM8D34/meSwWKPDtvPfD68ALkyvHJK8NhQ9jDF+UEzpsyqfXtZtyzj1P/V6eoJ533q02Bx+SGo6JxdT250enypWZiuJila9YUVlkjQACCCDQHAUYEwIIIIAAAggggAACCCCAAAIIpL/AOka4cuECZXfqpE79+9d5hC4DNlNJYaHyFy5SoqREhUuXqsfAbeVnZNSqn9G2rTr07q3leXNVumpVrf1VN9j27Xv2qrpJXiymrA4dtGL+fJUWFUX7Vi74UR379lXbbt2ictWFMUadBwxQ0bJlKli8qOquVH7zfYZo20MO1eu33KKb9huq9++5R0XLl6f228yWYR27/u7dd+xK5YmEvh4/Xr22207dttwy2la5WJaXF40td889+Z1GJQprBBBAAAEEEEAAAQQQQACBphOgJwQQQAABBBBAAAEEEEAAAQQQSH8BIkQAAQQ2kYCzifqlWwQQQAABBBBAAAEEWqUAQSOAAAIIIIAAAggggAACCCCAQPoLECECCCCAAAIIIIAAAggggAACCKS/ABEi0FwEvNzc1FASs2am8mQQQAABBBBAAAEEEECg5QusyC/QQ8+9rkdfeEs9unbUdRf+Sjtvu3nLD6wFRcBQEWgOAvt130kn9ds/NZTX53+qB2e8miqTQSAdBIwxURiO48gm13Hlea58z1cQBOHaUyyIqc8gaciIpfIzKqL6cyYnNHbkSsVLkuVoIwsEmpnAnKlxjRtVoNKi5DzNyS3U4GHzlJntRvM78P1ofsdidq774Xz3w/nvhcmVY5LXhMKHMYYvygkdmtMzc4891e3Gfyr3w4/VdeQodTx/hJzs7FpDLHzzDc3cZy/NO/ssrXjoQSXmz6tVhw0IIIAAAptWgN4RQAABBBBAAAEEEEAAAQQQQCD9BYiwboGMNm10/D/+ofOfekr9dxus1/51i24auq+mvjYh1aBzbq4233sfffPaayouKNCKH3/UrE8+1sCDDlaQlZWqZzN+RsyulCgujtYsEEAAAQQQQACBjSlQGo/ruxl5WlVcsjG74dgIIIAAAi1IgKEigAACCCCAAAIIIIAAAggggED6CxAhAgggsKkEnE3VMf0igAACCCCAAAIIINAKBQgZAQQQQAABBBBAAAEEEEAAAQTSX4AIEUAAAQQQQAABBBBAAAEEEEAg/QWIEIFmI+AN2Cw1lsSMGak8GQQQQAABBBBAAAEEEGjZAl99O1N3Pv6S3v74ax1zwJ66+Ixj1TmnXcsOquWNnhEj0GwELtrmeHmOmxrPmOkvamnpylSZDALpIGCMicJwHEc2ueGc9zxXvucrCIJw7SkWxNRnkDRkxFL5GRVR/TmTExo7Ml/xkmQ52sgCgWYiMGdqXONGFai0KDk/c3ILNXjYPGVmu9G8Dnw/mtexmJ3jvgI/kOd5YXLlmOS1oPBhjJExJszxbI4CTna22v78GHX49dl1Dq/glZej7as++ViL//43/XDIQZr7q9O08qknVV5YGO1jgQACCCCwSQXoHAEEEEAAAQQQQAABBBBAAAEE0l9gnSNs17WbCpcs0ZJZs+o8xqIZ05XZvr069OolLxZTdseOmj9lsuLFxbXqF+fna3lenrpsvpmCzMxa+9dlQ7tu3bWIUFrSAAAQAElEQVR09mzlL1hQq3lFRYUWz5ihdt27y8ZRq8JPG4wx6rblVjrxppt0yYQJ6jFwoF654Qat/OmYjudpx6OP1qLp07Vo2jR9/847clxXW+y7709HWL0asMeeunrip+q7886rN5JDIE0F4st+0Hd/yo7SvEdPTtMoCQsBBBBo3gILFy/XzXeN0/wFS5v3QBkdAggggEBTCdAPAggggAACCCCAAAIIIIAAAgikvwARIoAAAptMwNlkPdMxAggggAACCCCAAAKtToCAEUAAAQQQQAABBBBAAAEEEEAg/QWIEAEEEEAAAQQQQAABBBBAAAEE0l+ACBFoPgL2i4WcTp2iASVmzojWLBBAAAEEEEAAAQQQQKBlC7z0zkSNGfeKFi5Zod+ddZyO2G/3lh1Qix09A0eg+Qhs0ba3Ltz6+NSApiyfpbu/fyFVJoNAuggYY6JQHMeRTa7jyvNc+Z6vIAjCtadYEFOfQdKQEUvlZ1RE9edMTmjsyHzFS5LlaCMLBDaxwJypcY0bVaDSouS8zMkt1OBh85SZ7UbzOfD9aD7HYnZu+wr8IJzvXphcOSZ5DSh8GGNkjAlzPFuqQPHnn9caevGXX2jRdddq1tB9tOSmf9TazwYEEEAAgaYUoC8EEEAAAQQQQAABBBBAAAEEEEh/gXWPsM9OO6lt16764N57VVxQUO1Ay+fP1+dPPqk+O+6oDj17KrNdO22571BN//BDff/uO9XqVlRU6OsXXtDKRYu05dD9qu1bn8KW++6reHGxPnr4YZUlEtUONW/SJH3z+uvabM89ldmhQ7V9lYWyeFx2bJXldt26a6v99lNJUZFKCgsrN6v7NttEDl+/+KKmTHhVW+9/QBRzqgIZBFqhgJPRJhV1efGKVJ4MAggggEDTCcTjZVFnvu9FaxYIIIAAAq1dgPgRQAABBBBAAAEEEEAAAQQQQCD9BYgQAQQQ2HQCzqbrmp4RQAABBBBAAAEEEGhlAoSLAAIIIIAAAggggAACCCCAAALpL0CECCCAAAIIIIAAAggggAACCCCQ/gJEiEAzE/D650YjcnI6qnzlyijPAgEEEEAAAQQQQAABBFqewMIlyzVm3Kt66tX3tM3mfXXdhb/UNpv1bXmBpMuIiQOBZiYwYstj1Te7a2pUY6a9pEnLZ6bKZBBIFwFjTBSK4ziyyXVceZ4r3/MVBEG49hQLYuozSBoyYqn8jIqo/pzJCY0dma94SbIcbWSBwCYSmDM1rnGjClRalJyPObmFGjxsnjKz3WgeB74fzeNYzM5pX4EfhPPcC5MrxyTnvsKHMUbGmDDHsyUL9H/zbfW89351OP0M+X36VAuloqRE5VW+QKnaTgoIIIAAAk0jQC8IIIAAAggggAACCCCAAAIIrIdAybffasUjD6/HEWjaJALr0UlOr1469IorNPOTj3Xbscfoo4cf1pQJr+qdO27XbcccHR358Gv+KD8jI8rvcfrpyt1tsJ645BI9feUVmvTSeH31wgt66Dfn6LVbbtYBF16kAXvsEdXdEIveO+yg/S+4UJ+OG6u7TjlFnz35ZDS+l64frTG/+qV6DtxWQ8P9xtT9+4b/Pfig7j51dbsP779f7919twbsvoc69l39NyttOnXSoMMO1+dPP6Ufv/lG2x1xRJ2/w5j/zVTdsNeeeuUff1dFRfL3JBsiTo6BQHMUcDNyUsMqK1mRypNBAAEEEGg6gbZtsrT7TtsoOyvWdJ3SEwIIIIBA8xVgZAgggAACCCCAAAIIIIAAAgggkP4CRIgAAghsQgFnE/ZN1wgggAACCCCAAAIItCoBgkUAAQQQQAABBBBAAAEEEEAAgfQXIEIEEEAAAQQQQAABBBBAAAEEEEh/ASJEoLkJdBw5Wj0nfqHur74up1275jY8xoMAAggggAACCCCAAAKNEJj49Xe664mX9OEXU3TqEUN17smHKzsr+eHwjWhOlY0gwCERaG4Cbf0sXbT1ialhLStdqXumvZAqk0EgnQSMSX4BieM4ssl1XHmeK9/zFQRBuPYUC2LqM0gaMmKp/Izkl4fMmZzQ2JH5ipcky+lkQiwtRyBvakLjRhWotCg5D3NyCzV42DxlZrvR/A18P5q/sZidy74CPwjntxcmV45JznmFD2NMnV+cE+7i2dIEHEeZu+yqTr//g/q++LJ6P/qE2p/6C7ntO0SRZA3ZN1rXXOT94mTNv3CElt93r0omTZLKympWoYwAAgggsAEEOAQCCCCAAAIIIIAAAggggAAC6yuw+G+jNe/M07Xq04nreyjabySB9T3swIMO1jmPPqYOvXrp5Rv+picuuUQf3Hefdj7hBJ390MPq0KNHqouMNm10yn/+o/0vukjT3n9f4y67TE9dcblKiop02m23a69f/3qD/vzfGBMd8xf/d5vs47k/XRuNb8qECeEYfhuNxY7J7qsr9Ry0reLFxaps9949d+tnZ5+to0eNkut51ZoMPOggub6vzrm56rL55tX2UUCgVQqEv9szflYUennximjNAgEEEECgaQU6d2ynM086RB078P/TNa08vSGAAALNU4BRIYAAAggggAACCCCAAAIIIIBA+gsQIQIIILApBZxN2Tl9I4AAAggggAACCCDQigQIFQEEEEAAAQQQQAABBBBAAAEE0l+ACBFAAAEEEEAAAQQQQAABBBBAIP0FiBCBZifg9e0nJzOz2Y2LASGAAAIIIIAAAggggEDjBJ5743+69+kJKimN66rzTtX+e+7YuIbU2pgCHBuBZinwqwEHa68ug1Jje2Tma5owny8SSYGQSSsBY0wUj+M4ssl1XHmeK9/zFQRBuPYUC2LqE14SQ0YslZ9REdWfMzmhcaMKFC9JlqONLBBoIoG8qQmNHZWv0qLk/MvJLdTgYfOUme1G8zbw/WjexmJ2DvsK/CCc116YXDkmOdcVPowxG/TLf8JD8mxGArFtt1XnK69W/3ffV/eb/6Ws3feoNbrEgh9VMmmSit5+S0v+eaPyfnGyZv5sD80/7zdafs/dKv7i81pt2IAAAgggsE4CNEIAAQQ2msDzzz+v7OxsffrppxutDw6MAAIIIIAAAggg0HwEVn32qeaddYYWXz9K5QUFzWdgjMQKNDrt/euzdcmE19S2S5dabXqGP9s967779aevvtZ1kybrig//p0Mu+4OycnJq1Q0yMzXkN+fqsnfejera+sMefkSb7713o37+v9XQobp64qfqOXBgrWMfO/r6WmM0xmjLIUN03rhxqf4ufeNN/ezXv5YdS9WD1Iwxd/DuGv7Ms6l2dsx27DXbVT3G9kcepYw2bapuSuV7bL2NLv/gw8jGGJPaTgaBdBVwY22j0MpL8qM1CwQQQAABBBBAAAEEENhkAnSMAAIIIIAAAggggAACCCCAAALpL0CECCCAwCYVcDZp73SOAAIIIIAAAggggECrESBQBBBAAAEEEEAAAQQQQAABBBBIfwEiRAABBBBAAAEEEEAAAQQQQACB9BcgQgQQQAABBBBAAAEEEEAAAQQ2jMDseQt1+2Mv6vk3/qfdt99K1134S+X27rZhDs5R1lOA5gg0X4ELtz6+2uDGTHuxWpkCAukkYEzyS0Ecx5FNruPK81z5nq8gCMK1p1gQU59B0pARS+VnVEThz54U17hRBYqXJMvRRhYIbGSBvKkJjR2Vr9Ki5LzLyS3U4GHzlJntRvM18P1ovsZidu76CvwgnM9emFw5JjnHFT6MMY368p+wKs80EMg+4ECZzMxakRS9/36tbeVFRSr64H0t+dfNmnv6L1Xw6iu16rABAQQQQGBtBaiPAALpIHDjjTdG76GNSb6XNqb2ul+/fpo/f346hEsMCCCAAAIIIIAAAs1cYMWjj2j2UUdo5VNPNvORtqbhEeuGEpgyYYKCrCxtse++G+qQHAeBFi+QvcUharfDL9R+t3NafCwEgAACCLREgbz5i/XCa/9riUNnzAgggAACG1yAAyKAAAIIIIAAAggggAACCCCAQPoLECECCCCwaQWcTds9vSOAAAIIIIAAAggg0EoECBMBBBBAAAEEEEAAAQQQQAABBNJfgAgRQAABBBBAAAEEEEAAAQQQQCD9BYgQAQQQQAABBBBAAAEEEEAAgQ0g8MHnU3T3uJf16aTv9esTDtbpxxwo+8XGG+DQHGJDCHAMBJqxwP7dd9aJ/fZLjfCNHz/TgzNeTZXJIJBuAsaYKCT7OmmT67jyPFe+5ysIgnDtKRbE1GeQNGTEUvkZFVH92ZPiGjeqQPGSZDnayAKBjSSQNzWhsaPyVVqUnG85uYUaPGyeMrPdaJ4Gvh/N01jMzllfgR+E89gLkyvHOLJzW+HDGBN9cWmY5dnKBdodd7x6jrlPHYdfoMw995KJxWqJZO68c61tpdOmadb+QzV/+HlacvNNKnjxBZV++22temxAAAEEEPhJgBUCCKSFwJFHHqmxY8em0i9+8Qt16NBBd955Z2rb7bffHm1Li4AJAgEEEEAAAQQQQKDZC5QtWaxF112r+ef9RiWTJzf78ab9AAlwgwgULFmiSS+N19b7H6AOPXtukGNyEATSQaDbMbep+3F3qfP+16ZDOMSAAAIItDiBWXk/6sXX/9fixs2AEUAAAQQ2ggCHRAABBBBAAAEEEEAAAQQQQACB9BcgQgQQQGATCzibuH+6RwABBBBAAAEEEECgVQgQJAIIIIAAAggggAACCCCAAAIIpL8AESKAAAIIIIAAAggggAACCCCAQPoLECECCCCAAAIIIIAAAggggAAC6yNQXFKqca+8q3uffFWZQaC//vYM7bnjwPU5JG03ggCHRKC5C1y49fFyzer/RfyeaS9oaenK5j5sxofAOgsYY6K2juPIJtdx5XmufM9XEL6e+p6nWBBTn0HSkBFL5WdURPVnT4pr3KgCxUuS5WgjCwQ2sEDe1ITGjspXaVFynuXkFmnwsHnKzHaj+Rn4fjQ/Y7EgOWf9IJy/XphcOSY5pxU+jDEyxoQ5nggkBTJ33U05552vnnfcpQGffKZeDz2iTr/7vbL2HarY1lvL7dwlWbHKsuSbKSpbvEhF772r5feO0YIrL9ecE4/T9O23Vd5Jx2vh1VepbNnSKi3IIoAAAq1bgOgRQCA9BLYO3xudcMIJqkzbb7+92rVrpyOPPDK17bDDDlNmZmZ6BEwUCCCAAAIIIIAAAi1GoOiD95V36klacvNNUiLRYsadbgMlnvUTmPTSeH06bqweHTFcZfG49jrrLH6fsX6ktEYAAQQQQACBDShQWpqQ/buhDXhIDoUAAggg0EIFGDYCCCCAAAIIIIAAAggggAACCKS/ABEigAACm1rA2dQDoH8EEEAAAQQQQAABBFqBACEigAACCCCAAAIIIIAAAggggED6CxAhAggggAACCCCAAAIIIIAAAgikvwARItBsBUonT1LRs88of8zdzXaMDAwBBBBAAAEEEEAAgdYu8N2sPN31xEt65d1PdfDeu+jK805RMGq5ewAAEABJREFU9y45rZ2lOcbPmBBo9gJbteujC7Y+LjXOqSt+0N3TXkiVySCQjgLGmCgsx3Fkk+u48jxXvucrCIJw7SkWxNRnkDRkxFL5GRVR/dmT4ho3qkDxkmQ52sgCgQ0kkDc1obGj8lValJxfOblFGjxsrjKz3WheBr4fzctYzM5RX4EfhPPWC5MrxyTnssKHMYYvywkdeDYskLH9Dupw5lnqcet/1fuJJ+usXDJlSp3b7caSb75R/vPPyoT3Sluumoq//koLfv87LfnnjVrx6CMqeu9dFX/1pUpnzFDZ4kWqWLWqanXyCCCAQLoIEAcCCCCAAAIIIIAAAggggAACTSKw/N4x+uHIw1TwIr/PaxLw6p1QWk+B/IWL9Px116mksFAn33KLOvTsuZ5HpDkCCCCAAAIIILDhBHYatLl+e/bqv6PbcEfmSAgggAACLUyA4SKAAAIIIIAAAggggAACCCCAQPoLECECCCCwyQWcTT4CBoAAAggggAACCCCAQNoLECACCCCAAAIIIIAAAggggAACCKS/ABEigAACCCCAAAIIIIAAAggggED6CxAhAs1XoODuO7X0qsu14qZ/KD59WvMdKCNDAAEEEEAAAQQQQKCVCrz50VcaM+4VfTszTyNOO0onHrpPK5VoCWEzRgRahsAFWx2nPlldU4Md8/1LmrR8ZqpMBoF0FDDGRGE5jiObXMeV57nyPV9BEIRrT7Egpj6DpCEjlsqLlUf1Z0+Ka9yoAsVLKqIyCwQ2hEDe1ITGjspXaVFyXuXkFmnwsLnKzHaj+Rj4fjQfYzE7N30FfhDOVy9MrhyTnMMKH8YYGWPCHE8E1l+g028vUe9HHleXP/9VHX51ujJ33U1O27apA3tdu8nJzk6VKzOl33+vgldf0fL77tXi60dp/vDzNPeXv9CcY47SrP2Hasbuu6ps+bLK6ql1fObMqM3KJ8ep4JWXteqj/2nVxE+qpYqSklT9ykx5QUG1OjXb2HL5ypWV1aut7b6GUtmSxdXqVxYaamP3JebPq6xabV389VcNjjX+ww/V6lcWSr/9tsF2pd99V1m12tqa2vHUl0q+/rpa/cpCYt68Bvsr/uzTyqrV1mWLFzXYzo6jWoOfCvb82H0NpfKiop9qr15VFBevsb+65po9QkN92X2JBT/aarVS8ZdfNNhnfM6cWm3shpIpUxpsVzqt7t/H2e12PPUle1x7/JrJjqO+Nna7jaNmG1u2cdv9DSVbr2ayzg21sfvs+arZrrywsEEX287Oj5rtbNnuayjVd/3a+dtQOzv/7fFrJnu9NNQuPrPufz/Z67Ohdvb6rtmXLcdnzWrQxt5PbL2ayd5/Gupv1acTazaJytarwXbh/TiqWGNhz8+a2tn7dI1msvfzNbUrW7a0ZrOovKZ2iR/nR/VqLuy8b6htfPbsmk2icsnUqQ2eC3udRhVrLEqnT2+wXcnkyTVaJIvxvLwG2xV/8XmyYo1lYtHCBtvZ2Gs0iYplK5avsV35qlVR3aoLu80es6FUvmJF1SapfENt7D4bS6pylUzx5581ONb43LlVaq/OWmt73PpS6YwZqyuvZW5KeH8/8sgjo/fsxphobcvf1fHavCp0vPXWW9W/f//oPbsxJsr/5z//UTweb3TPFRUVevLJJ7X11ltHxwnCf7+ec845+vHH6q9dZ5xxhoYOHaqC8L1S1YPPnz9f/fr10w033JDaXBjej6+44gp169YtOqbrujrppJO0fPlyPfbYY9G2O+64I1W/MrMiPMd77LGH/vqnP1U7N/aeUlmn6rq+c1C53d7DqtavzBd/9WW141fWr1zX9x6q5JtvGmxn37dW9lF1vcb3UJMmVa2eyts5WDmmutb2NShVuUpmnd9Dhf519VN1W53vocK5WLVOXXl7b6gyxFS2rrpVtyUWLkjVrZqx966q9Wrm7XuXqvUr8/a9Ts26Vcv2XltZt+ra3pur1quZt8etWr8yb18LatatWravJZV1q67X+T1U+FpX9fh15ZvLeyj7HqKu8VVuq+/6XeN7qPA9T1XLyrx9j1R57LrWdn9l3arreHi8uupXbrPjqVq/Mm/fA1bWqXO9Kd5DhffmyvFVru18qHN84Xu1yu3r/B5qXf8NVN97qPA1snJMda3tdVoZV9W1va7rql+5rd7rN/y3WGWdutb2PlS1n8q8vW/VVb/qtsq6Vdf2Plm1Tl35ivB+W7WNzdv7cl11q25b1/dQ9vXE9lEz2defqsevmbevXzXb2HJJ+HpXs27Vsn29tPVqJvv6WrVezbx9fa7Zxpbt63nNulXL9v2ArVcz2ftP1Xp15Wu2sWX7fqWuulW32Xo1U3l+foPvL2z7uv4NZI9j9zWUypYusdUaney9a8GVl2v+eb9RfddUow9GxbUQoOr6CuwZ/lvlukmTdcHzL6j71tus7+Fo30QC5YUFSoT/nozPmqmS8OfVJZO+VvEX4c9Kw58VR/e2Tz7WKlKzN7DvoxPh7y/s61kTTR26QQABBFqcQE77Ntqsf88WN24GjAACCCCwoQU4HgIIIIAAAggggAACCCCAAAIIpL8AESKAAAKbXsDZ9ENgBAgggAACCCCAAAIIpLkA4SGAAAIIIIAAAggggAACCCCAQPoLECECCCCAAAIIIIAAAggggAACCKS/ABEi0IwFvNwBqdEl1uPD7lMHIYMAAggggAACCCCAAAIbRGB5foEeef7NML2h7l066q8Xn6Edt9lsgxybg2wkAQ6LQAsRaOdn66JtTkiNdlnpSt0z7YVUmQwC6SpgjIlCcxxHNrmOK89z5Xt+9MWNvucpFsTUZ5C07wXL5MXKo/qzJ8U1blSB4iUVUZkFAusjkDc1obGj8lValJxPOblFGjxsrjKz3WgeBr4fzcNYLEjOTT8I56kXJleOSc5dhQ9jTPTFnGGWJwIbRMDEYooNGqR2xx6nTpddrp5j7lPu+/9Tv9ffVI/b7lCnS39fZz+JeXV/+W7Vym6HnKrFKF8ydYqW/PNGLfrzn7Tgsks175yzNe/XZ1ZLdX0RWumM6dXq1GxjyyXffauaD/vlwnZfQ6nog/drNovKDbWx+/Kfey6qV3Ox8A+/b3Csy+8bU7NJVF7897812G7xTf+I6tVcLLvn7gbbLbj6ippNovLKp59ssN28834T1au5KHznnYbbheezbPmyms1UMmXyGtvFZ82q1S6xYMEa2xVPrP1l5/aLx+15aigVTphQqz+74ceLLmywz5WPPWKr1UqL/vKnBtstve2/tdrYDXZ7Q+NcNPLPtlqtZMfRUDsbR61G4QYbd0Pt7D7rF1at9rTOdl9DyZ6vao3Cgj2vDbWx++z8CKtWe9p5ZPc1lIrefbdam8qCnb8NtbPzv7Ju1bW9Xhpqtyy83qrWr8zb67Ohdvb6rqxbdb383nsanDMLr/hD1eqpvL3/NNTfvLPOSNWtmrH3uwbbhdevvW9WbWPz9v66pnb2Pm3rVk2JRYsajM8ec9XHH1dtksrbfQ2lgpdfTtWtmllw6e8a7HPFQw9UrZ7KLx49ssF2S/99S6pu1cyyO25rsN3C6/5YtXoqv3Ls4w22m3/B8FTdqpnCN95osJ01Ky8qqtokypd88cUa2yXm1n5tT8yZs8Z2xV99GfVRdVG+cuUa2xW9+WbVJqn8/OHnNdg2/8mxqbpVMwuvvbrBdsvuuqNq9Ubnn3rqKe244476+uuvdeONN2rs2LG69tpr9W54/9l99931cZU5vGLFCh133HG66KKLNGTIED366KN66KGHtOWWW+rCCy/UiBEjFI/HG9X3448/riuvvFLDhw+P+jz33HM1ZswY/fKXv5Ttp1EHqVJp1apVOuWUU3Tbbbfp8ssvj4755z//WbNnz5bdt99++2nrrbfWc+H7m+Li4iotpU8++SRK+2y+WTXjov99WK1eZcHOw4ZS/gt1/yxqwWVreA/1wH2VXVRbL/7b6Grjqtn3kptvqla/srDsrjsbbLfwmisrq1Zb56/hPdT888+tVr+yUPjWWw32Z8ddHs6hyvqV6+JJX6+xXTw8j5X1K9eJH39cY7vizz+vrJ5aV4RzxY6loWTfS6QaVMn8eOEFDfa58onHqtRenV3052sbbLesvvdQt/6rwXaLR/11dSdVcisefbjBdj9ecnGV2quzBa+80mA7a7a69urcqvC9qt3XUEosXLi6wU+5+IwZa+yv5JupP9VevSpbsniN7Yree291gyo5+x6ioXHmP/tsldqrswuu/EODfS4bc/fqylVyi2/8e4Pt7P4q1VNZe7yGxmnHk6pcJbPy2acb7M/GX6V6Kmu9GurP7qvr37H2/Nh9DSV7nlMd/ZSx86GhNnafnVc/Va+2svsaSnYeV2vwU+HHi3/boI29bn6qWm1lr7OG+lsaXqfVGvxUsNd1Q+3sfeGnqtVW9j7SUDt7H6rW4KeCvW811M7us/e/n6qnVvY+afc1lOz9NtXgp4y9LzfUxu6z9/efqqdW9nXA7mso2deTVIMqGfv601A7+/pVpXoqa1/vGmpnXy9Tlatk7OtrQ+2WhD/jqFI9lV0evp431M6+H0hVrpKx7x8aamf3Vameytr3K3ZfQymx4MdU/cpMo/4NNH1aZfXU2n7ZckN92X2rPvooVX9tMvbfc3OOP0bLbv+/tWlG3XUVoB0CrVSgdPp0Fbw0Xsvvvy/6Of7Ca6/Rj7+7WD+OOF/zzz0n+fP8s8/SPFKzNphz4nH64ZCDNPNne2j6DoM0a5+9NPvwQ5R3yomaN+zXWnDpJVr0pz9qSfg7hxUPPqDiL79QRSLRSmc9YSOAAAIIIIAAAgi0agGCRwABBBBAAAEEEEAAAQQQQACB9BcgQgQQQKAZCDjNYAwMAQEEEEAAAQQQQACBtBYgOAQQQAABBBBAAAEEEEAAAQQQSH8BIkQAAQQQQAABBBBAAAEEEEAAgfQXIEIEmrOA1z83Nbz4zBmpPBkEEEAAAQQQQAABBBDYdAKTvpule554RW9+9KWOOWBPXXzGscpp12bTDYieGyVAJQRaksDpAw7Rnp23TQ35kZmvacK8T1JlMgikq4AxJgrNcRzZ5DquPM+V7/kKgiBce4oFMfUZJO17wTJ5sfKo/uxJcY0bVaB4cUVUZoHAugjkTU1o7Kh8lRYl51FObpEGD5urzGw3mn+B70fzLxazc9FX4Afh/PTC5MoxyTmr8GGMkTEmzPFEYOMLeF26Kutne6vNYYfX2Vmbw45Q17+MVM75w9X2mGOVufse8vv2TdV12rdP5atmyletqlqsO+84dW9fh63GNOKaaUydtel7Tcerb39923/q25hGxPJT3Uat1nS8Ne1vVCdrWamuPuvaVvOwjalTs01D5TUdb037Gzr2uuyrr7/6tlf2sab9lfUau27M8RpTp7H9rU+9NY1jTfvr6bu+zcas4fpc0/76DryhtzdiHMasIZa1GVNjjtWYOmvTZ7rUrcfFmA14fhpj1RXfCU8AABAASURBVJj+GlOnMX1V1lnT8erbX9/2yuOuw3rOnDm6/PLLNWTIEH311Ve66KKLdMIJJ+iaa66Jyl26dNG1116rVT+9v7n99tv16quvaty4cXrggQd0yimn6LTTTtMrr7yiG264Qffcc49ef/31NY6kqKhIH330kT755JNUn7feeqvuv/9+vfHGG9Hx13iQGhW+++47vf3221E8v/vd71JxvPvuu+ratau6deumk08+WR988IGmTZuWal1RUaFnnnlGW265pbbZbLPU9vXKbOBzZcwarov69te3vTK4Ne2vrNfYdWOO15g6je1vXes1ZgyNqbM2/a/peGvavzZ9NaKuMfXMqfq2N+KY61SlMf01ps46dV5Po/r6q297PYfZ6Js3xXjq6rOubTWDb0ydmm3Wp9zU/dU31jWNY0376ztufdsbc7zG1Knv+Btqe2PG0Jg6azOeNR2vvv31bV+bvtembhP3Z0w9rwVrGvO6tlvTcavsL5jwqgrferPKFrIbQ4BjIoAAAhtboKJPocr2+TFKFV2KN1534b/ry1asUDwvTyVTpmjVxx/JvpasfPopLb//Pi3+xw2a+6vTNGPnHaK1LRe8NF7xWbM23pg4MgIIINAMBB5//i399ZYHm8FIGAICCCCAwKYUoG8EEEAAAQQQQAABBBBAAAEEEEh/ASJEAAEEmoPAhvs/JZtDNIwBAQQQQAABBBBAAIHmJ8CIEEAAAQQQQAABBBBAAAEEEEAg/QWIEAEEEEAAAQQQQAABBBBAAAEE0l+ACBFo1gJe//6p8SVmzkjlySCAAAIIIIAAAggggMCmEXj1vc9071MT9OPiZfr92SfoiP123zQDode1FaA+Ai1O4MJtjq825jHTx1crU0AgXQWMSX5pj+M4ssl1XHmeK9/zFQRBuPYUC2LqM0ja94Jl8mLlEcXsSXGNG12geHFFVGaBwNoI5E1NaOyofJUWJedPTm6RBg+bq8xsN5p3ge9H8y4Ws3PQV+AH4bz0wuTKMcm5qvBhjJExJszxRKB5CASbbaa2xxyrjuePUNe/jFTPu+5R3xde0mZfTVb/N99Wr3vuq3OgwZZbqv0vfxW1zT7wIGXusacyd92tWnIyMmu1dbLbVKtTs40tO23a1mpnwmvK7msoeZ0612pnN2QO3r3BPr1ePW21Wim2w44NtvP759ZqYzfEtt66wXbBVlvZarVSkJvbYLuMQdvXamM3+L16N9guc+ddbLVayevcueF24fk0rlerndOu/RrbOdnZtdqZjNga27kdO9ZuF2tEu27darWzGzJ22qnBPv2+/Wy1Wik2cNsG29nrplajcIPdnhm61Zdi2wwMa9V+2nHU18Zut3HUbiW5Ydx2f0PJhH4121rnhtrYffZ81Wxnz6vd11Cy86NmOzuPGmpj97ldutRsFpXt/LX760t+OP+jijUW9nqpr03mrrvJXm81mkRFe3021M5e31HFGgs/vB802G77HWq0SBbt/aehdpl77pWsWGNp73cNtgvnob1v1mgme39dUzt7n67VLqMR12Ed1689zpr687p3t9VqpYwddmjwOvT7rf4dedXGsYEDG2xnX7+q1q/MBwM2a7BdRnhfqKxbde336dtgu8yddq5aPZV3u3ZtuJ09h46Tql+ZcTp0WHO7zNqvvyYra43t3PYdKrtZvfa8NbcLY1Edj4zw9aeh8+/17lNHKylj20EN9hnkDqizXUMb33nnHU2fPl2///3v1b59+2pV+/Xrp7PPPlsffPCBvvvuOy1btkzjxo3TQQcdpMMPP1xVH8YYnXbaaerTp09Up+q++vLnnnturT4PPfRQbbPNNnrjjTdUUZH890V97Wtub9eunWx67bXXtHTp0tRu3/flum5UPuqoo1RaWqq33norKtvFvHnz9MILL+jkk09WTo8e1Yy9jp1slVppTe+h/PA4tRqFGzLW8foN1vQeKnz/GR6+1jMYMKBaPDXnXWzQdrXa2A1e+BpSs27Vsp3Dtl7N5IWvWVXr1ZUP/yFYs5ncxryHCq/Vmg3ta3JdfVTd5ubk1Gwmk5HRoItt74XvJWo1DDdkrOk9VHjvC6vVesbCe6U9bn0p2GzzWm3shmCLLRocaxBeL7ZezbTG91A77lizSVT2wtee+sZYuT2qWGNhnSv317e256tGs/D1txH/BmrbrmYzGc9v0MWOwQ3f09dqGG7IDN9D2P31JfseJKxW65mxXcOvv/Xdg2Phv3Hq68tut/trdRZusMez++tLdjxhtVpPv2evhm3C+Gs1CjdYr/r6qtxu3cOq1Z5OeH4q99e3dtq0qdbGFux8qK9+5XY7r2zdmqlyf31rO49rtrHljB3X8O/Yev4NZK+z+vqy2+11ao9fM9nr2u6vL9n7Qs02trym91D2PmTr1Uz2vlVfX5Xb7f2vZjvrXLm/vrU9XzXbOeF9ub76ldvt/b1mO/s6ULm/vrV9PanVLtxgX3/qa2O329evsFqtp329s/vrS/b1slajcIN9f1xfG7vd/hsprFbrad+P2/31Jft+oFajcIN9/1Bfm2h7+DOcsFqtp32/Eu0P3yfXtzbh7wZqNmzc9VvHz6HCf0vX10/ldrdT3e+hao6hrrL9OVyfJ59R9tD96trNtg0nwJEQaLUCXrfusq+nWfsOVdsjj1K7k09RhzPOVIdh56jDuecp57zzlXP+cNIGMMjaf2+pc3GUsg7fa4Oatj/pZEW/fwl/vuT36xf926Ixk7r4yy+04sEHtODyyzT750foh4MO0I+XXqJld96hwnffUWLxosYchjoIIIBAixAoLU0oCH822iIGyyARQAABBDaWAMdFAAEEEEAAAQQQQAABBBBAAIH0FyBCBBBAoFkI1P4/PJrFsBgEAggggAACCCCAAALpIkAcCCCAAAIIIIAAAggggAACCCCQ/gJEiAACCCCAAAIIIIAAAggggAAC6S9AhAg0bwGvygdkJ2bObN6DZXQIIIAAAggggAACCKSxwIIly3XfU69q7MvvaMvcXvrrxadrq9zeaRxxuoVGPAi0PIEDuu+iE/oOTQ38jR8/04MzX02VySCQzgLGmCg8x3Fkk+u48jxXvucrCIJw7SkWxNRnkLTvBcvkxcqj+rMnxTVudIHixRVRmQUCjRHIm5rQ2FH5Ki1Kzpuc3CINHjZXmdluNN8C34/mWyxm556vwA/C+eiFyZVjknNU4cMYI2NMmOOJQMsQcDt1lv0iuLpGm7Hd9ur8hyvU9S8j1f2ft6jnnXer55j7qiWnxhfs2uMEm21WrU7NNrZc1xds22PZfQ0l+yWXto+aqefdYxrss+2RP6/ZJCp3u/6GBtt1OP2MqF7NRaff/6HBdp0uubRmk6jc4exhDbbrOvr6qF7NRdujj2mwXY/b7qjZJCpnDdm3wXbW2mlb+0vwYgMHrrGd37dv1EfVhde12xrbZey0c9UmqbwdS0OpzUEHp+pWzXS/+V8N9tnupJOrVk/lu1x7XYPtOg6/IFW3asZub2icXa65tmr1VN6Oo6F2No5U5SoZG3dD7ey+KtVTWets9zWU7PlKNfgp4/fv36CLPZ6dHz9VT63sPLL7GkpZP9s7Vb9qxs7fhtrZ+V+1fmXeXi/1t7tP9nqrrFt1ba/PhtrZ67tq/cp8h7N+3aCNvZ9U1q26bhvefxrqr+cdd1Wtnsrb+12D7cL7sb1vphr8lLH31zW1s/fpn6qnVvb1YE3tMnfdLVW/amZN7doceljV6ql8t5tubtC0/Wm/TNWtmul85dUNtut4wUVVq6fy9ovvGhprlz//NVW3aqbdCSc22F/3f/+navVUPnvofg22s2MxGRmp+pWZjB12XGM7v1evyuqptd1mj9lQim23Xap+ZcbJylpjfzaWyvpV1z3+838Ntm137HFVq6fy1rqhceb85txU3cZm8vLy1K1bN2255ZZ1NhkYvrbl5+dr3rx5Ki4u1sKFC7XLLrsoMzOzVv324fub/uH9cNasWSosLKy1v+oG276uPjPCc9ulSxfNnTt3jceoejybt31fddVVeu+992SPccYZZ2jKlCmqqEj+W8XWsfHss88+GjdunAoKCuwmvfvuu1q6dKmOOuooBbkDqp0be0+JKtVYrOk9VJsjjqzRIlns9vcbqx2/5vms7z1U58uvbLBdp99ekuygxtLe02v2UbXc9a+jarRIFu0crFqvZt6+BiVrVl826j1UeO1UbyXZa6xmHzXLdb6H6tGzQRd7DHtvqNmfLdt9DaXsAw601Wole+9qqJ1971KrUbhhTe+h7L02rFbrae/NDfXXpZ73UO1P/UWDNva1pFZn4YZ1fQ9lX+saGqfdt87vobbeOhxZ9ad9LbfHbCjV9x7KvodoqF3b8D1I9d6SpTW+hwrf8yRrVl/a90gN9Wf3V2+RLK3pPZQdT7Jm9aV9D9hQfzb+6i2SJevVYDv7HqqufwOF52dN7ex75WQvq5d2PqypnZ1Xq1uszq2pnZ3Hq2uvztl/OzTU1l43q2uvznUJr7OG2tnrdHXt1Tl7XTfUzt4XVtdenbP3kYba2fvQ6tqrc/a+1VA7u2917dU5e5+0+xpKXni/Xd0imbP35Yba2H32/p6svXrZmPdQ9vVkdYvVOfv6Y49bX7KvX6trr87Z17v62tjt9vVyde3VOfv6avfXl+zr8+raq3P29by+Nna7fT+wuvbqnH3/YPfXm8Kf4ayuvTpn36/U2ya8du0+N6fj6gY/5YIttmjwtcK2q/PfQOGx7L6GUubg3X/qpfErO4f7PvO87LXT+FbUXHcBWiLQegW88N/A9meA9t/sbY/6udqffKo6nHGmcs4+Rx1/c546njdcHc8fQdoABm0OPDw10TJ233mDmnYO36NFv3+5/0H1fX68cj/4SAM++Uz9XpmgXg8/ph63/lddw59Zdbzwt2pz+BHy+/VLjaVqJrHgRxVOeFVL//Nv/TjifP2w/1DNv+gC5T/ztMqWL6talTwCCCDQ4gQSiTL5vtfixs2AEUAAAQQ2pADHQgABBBBAAAEEEEAAAQQQQACB9BcgQgQQQKB5CDjNYxiMAgEEEEAAAQQQQACBNBUgLAQQQAABBBBAAAEEEEAAAQQQSH8BIkQAAQQQQAABBBBAAAEEEEAAgfQXIEIEmrmAk50tp2Pyw0sT06c189Fu/OHZD7YnVUQf8I8DDsyBljUH1nSHtOdzTXXYjwACCCCw6QQ+nfy97hn7st7/bIpOPWKozj35cGXEgk03IHpeewFaINBCBS7Y+jg5ZvX/Mn7P9y9oWWl+C42GYSOwdgLGmKiB4ziyyXVceZ4r3/MVBEG49hQLYuozSNr3gmXyYuVR/dmT4ho3qkDx4oqozAKBhgTypiY0dlS+SouS8yUnt0iDh81VZrYbzbPA96N5Fgvf+0Vzzw/CeeiFyY3uz3ZuKnwYY2SMCXM8EUAAAQQQQGCTCtA5Aggg0EQCxpjo36qq55GdnR3+u8GrZ2+sOc2LAAAQAElEQVTdm40xGj58uObPn69rrrlGL730krbddttoWzwejxplZmbqzDPP1Mcff6yvv/5aiURC48aN01577aWBAwdGdVgggAACCCCAAAIINJ2A37u3uv3t7+p+87/kDxjQdB239p6IHwEEEGgCASfWPtVLecmKVH5jZUwsJq9HT2Vst52y9h2qtscep5xzfhO9zvR9frxy3/tQPe8eo06XXqY2hx8hv1+/OodS9NabWnjtNZrz86OitS3XWZGNCCCAQDMXOOvkQ/S735zQzEfJ8BBAAAEENqoAB0cAAQQQQAABBBBAAAEEEEAAgfQXIEIEEECgmQg4zWQcDAMBBBBAAAEEEEAAgbQUICgEEEAAAQQQQAABBBBAAAEEEEh/ASJEAAEEEEAAAQQQQAABBBBAAIH0FyBCBFqCgNc/NxpmeVGRyhctivLpsqioSH6xlo2nMm/XpAphgAFzoPXMAXsPrEz2vFfmWSOAAAIINA+BF978SPc9NUHFJaX64/DTtP+eOzaPgTGKtRKgMgItVWCb9v104VbHpYY/dcUPumvaC6kyGQTSXcAYE4XoOE70xYqu48rzXPmeryAIwrWnWBBTn0HSvhcskxdL/qxp9uS4xo0qULw4WY4OwgKBGgJ5UxMaOypfpUXJeZKTW6TBw+YqM9uN5lfg+9H8isXsXPMV+EE4/7wwuXJMck4qfBhjZIwJczwRQAABBBBAYFML0D8CCLQ+gd69e2vBggX67rvv6gx+ypQp6tixo/r376+MjAx17dpVn376qVatWlWr/ooVKzRr1iwNHDhQ2dnZtfZX3VBUVKS5c+dW3RTlFy5cqG+//VabbbZZ1F+0MVzMmTNHhYWFYW71c968eVq8ePHqDT/lOnXqpD//+c/64YcfdPXVV+v222/XSy+99NNeab/99lO/fv30yiuv6JtvvtGbb76pM888U5mZmak6ZBBAAAEEEEAAAQQ2vkCHX5+tPs+Pj76EeeP3Rg9VBcgjgAACTSHgZrRLdVNevCKV31QZp107ZQ7eXR3OOFPd/vZ39Q1fg/pNeF09bv2vOo64UNkHHiSnTZvU8MqWL1P+M09r/kUXaPbPj9CSm29S8Refp/aTQQABBBBAAAEEEECguQswPgQQQAABBBBAAAEEEEAAAQQQSH8BIkQAAQSai4DTXAbCOBBAAAEEEEAAAQQQSEMBQkIAAQQQQAABBBBAAAEEEEAAgfQXIEIEEEAAAQQQQAABBBBAAAEEEEh/ASJEoEUI+LkDonG6XbvKfhBbVEiDRUVFRfTFWHZtkw2pvLxcNl+ZbLlqqtzOuqKaEx54MAea/xyovJfZc2XzlWt777N5u65MNcuV21kjgAACCDStwOx5C3XXEy/p2dc/1G7bbam//PZ09e3ZpWkHQW8bSoDjINCiBYZvdax6Z3VNxXDP9y9q0rKZqTIZBNJdwBgTheg4jmxyXVee58r3fAVBEK49xYKY+gyS9r1gqbxYRVR/9uS4xo0qULw4WY42skDgJ4G8qQmNHZWv0qLk/MjJLdLgYXOVme1G8yrw/WhexWJ2jvkK/CCcd16YXDkmORcVPowx0c84wyxPBBBAAAEEENj0AowAAQRaocBee+2lnj176sYbb9SKFSuqCfzwww+65557ZOv0799fOTk5OuKIIzRhwgSNHz++Wl37+7mHH35Yc+fO1VFHHVVtX32FBx54QKtWrUrttse49957tXDhwmrH6N27t/Ly8vTdd99Vq/vMM8+oqKgotS2RSMimyg2ZmZk6+uijZdfz58+v3KyuXbvqgAMO0Isvvig7Blveb7/9UvvJIIAAAggggAACCGxcgcy9fqbej41Vp4t/JxP+zmLj9sbR6xBgEwIIINAkAk6snWzyOw6Q16Z7k/S5tp143bora9+hyjn3PHX/5y3q++zz6nL1H5W1517VDhWfNUvL7x2juaf/Mko2b7dVq0QBAQQQaGYCc+Yt0oJFy5rZqBgOAggggEATCtAVAggggAACCCCAAAIIIIAAAgikvwARIoAAAs1GwGk2I2EgCCCAAAIIIIAAAgiknQABIYAAAggggAACCCCAAAIIIIBA+gsQIQIIIIAAAggggAACCCCAAAIIpL8AESLQMgTanTdcPf83UT3efFf+Flu2jEGvYZT2g++NMbJrW9Wuy8vLo7Jd21RWVqaKcFt5uCaVCQMMmANpNAfCe1t0j6uokF3be569D9pk74k2Vc3bMgkBBBBAoGkFPvxiisY8+Yo+/upb/fqEg3X6MQc27QDobQMLcDgEWrZAh6CNLtr6+FQQy0vzdc/0F1JlMgi0BgFjTBSm4zhyjCPXdeV5rnzPVxAE4dpTLIipzyBp3wuWyotVRPVnT45r3KgCxYuT5Wgji1YvkDc1oXGjC1RalJwXOblFGjxsrjKz3Wg+Bb4fzadYzM4tX4EfhPPNC5MbzT87DxU+jDEyxoQ5nggggAACCCDQPAQYBQIItEaB3Nxc/etf/9Kbb76p7bffXv/+9781btw4jRw5Mipbk//85z/KzMy0WV1yySXab7/9dMIJJ+j000/XY489pocffliHHHKIrrjiCo0aNUoHHrjmnwd7nqcpU6Zo3333jdrb4xxzzDFRv2effbaGDh0a9WcXtq+srCwdeeSR+uc//xn1+Ytf/EITJkxQly5dbJUoffnllxo0aFB0DBuDHdeIESPUoUMHHXDAAVEduzDG6LTTTtO0adP03//+VyeffLK6detmd5EQQAABBBBAAAEENqKA26mzuv5lpHrefqdiAwduxJ44dMMC7EUAAQSaRiDWYwdtftV85f72a3Xc9/Km6XQ9e3G7dFW7k09RjzvuUu/Hxirn3PMUbL55taMWf/G5ltx8k2b//AgtvOpKrfrwg2r7KSCAAALNReDRZ9/Qq+9MbC7DYRwIIIAAAk0uQIcIIIAAAggggAACCCCAAAIIIJD+AkSIAAIINB8Bp/kMhZEggAACCCCAAAIIIJBmAoSDAAIIIIAAAggggAACCCCAAALpL0CECCCAAAIIIIAAAggggAACCCCQ/gJEiEALEXB79pTTtm0LGe2ah1lRUZH6YiybLy8v16rpb6l4xtsqmvZmlLfrKIXbi2wKt0dl1pERFm/iwLXQMudAeD8rrHLu7L2vIl4sex+sTFXvovYeWbVMHgEEEEBg4wsUF5fqqVff031PTVDM9zXqkjO15458cP/Gl9/IPXB4BNJA4IzNDtUenVffjx6Z+ZomzPskDSIjBAQaL2CMiSobY2T/c11XnufK93wFQRCuPcWCmPoMkva9YKm8WEVUf/bkuMaNKlC8OFmONrJotQJ5UxMaNzpfJYXlkUFObpEGD5urzGw3mkdB+B7QzqNYzM6pcG75QTjPvDC5cowjx3FkH8YYGWNsloQAAggggAACzUWAcSCAQKsVOP744/XRRx+pf//+uuSSS3TiiSfqpptu0rBhw/TBBx+oX79+KZv27dvr2Wef1ciRI/XKK6/o1FNP1S9/+Uvl5+dr/Pjxuuyyyxr1Xj8I/x1611136YgjjtA555wTHWfixIm69dZb9d///ld++G+Lyk532mknPfPMM+rTp48uvfRSnXbaaerWrZsefPBBZWZmVlZTz549NXDgQP3lL3+JYjjrrLNkx/7uu+9q8xpf1rfjjjtq9913VyKR0CGHHJI6BhkEEEAAAQQQQACBjSPQ/henqd8L49X2mGM3TgcctfEC1ERgAwqsuPNlFV/4T5WefrES/7he5W+Pr/PoS174QHkX/11LThuuFZddopUP3KXyooI667IRgeYiEAt/xtBxxIXq89Sz6nHrf9Xu2OPktu9QbXj5Lzyneeeeo3nn/Ub5Lz5fbd/aFhaP/IsKxr+4ts2ojwACCNQrUFqakP0bjnorsAMBBBBAIL0FiA4BBBBAAAEEEEAAAQQQQAABBNJfgAgRQACBZiSQ/D+Hm9GAGAoCCCCAAAIIIIAAAukiQBwIIIAAAggggAACCCCAAAIIIJD+AkSIAAIIIIAAAggggAACCCCAAALpL0CECCCw6QQqKipkU+UISvM+0eL7D9PSB4+I0rKHjtTyh49S5Xr5Iz8XCQPmAHOgxc+B8L5m722Vyd7z4om4ysvKVFFeLntfrEz2/mgMXyRoHUgIIIBAUwlM+2Ge7n7yFb30zkQduNfOuvK8U9S1U/UPPW6qsdDPhhXgaAiki8CF25xQLZQx0+v+8oFqlSggkGYCxpjoixgdx1GYk+u68jxXvufLfvmi73mKBTH1GSTte8FSebGKSGD25LjGjSpQvDhZjjayaHUCeVMTGjc6XyWFyXmQk1ukwcPmKjPbjeZP4PvR/InFguSc8oNwfnlhcuUYR3beKXwYY2SMCXM8EUAAAQQQQKA5CTAWBBBIf4HLL79cP/zwg3r06FEr2F133VVvv/22yuzv3SoqtGzZMt10003q3LlzrbrZ2dm6+uqrtWDBgtTv5z788EMdeuihjXqvf9RRR6mwsFA/+9nP9Kc//UlFRUWyv+ObO3euLrjgAvnhvy1qdrrvvvtq0qRJUT07xltuuUVbbLFFFI+Ny9a3cT311FMqLS2N6tn12LFjtdlmm9nddab99ttPO+64Y5372IgAAggggAACCCCw/gKZu+yqnvc9oM5XXCUTvo9c/yM2nyMsmjFDN+2/n8aPGqXyRCIaWP6iRbr5oAP13ph7orJdfPvWWxq16y6aN2WKLa5Xquv4a3vA5ly/NPy3wX1nnamnr7qyOQ9zncdWuHSp7jjhBD18/nmysa7zgTZww3WZoyXzlqjgnLsVPP6xzMz50qpiVXw7RRXjH1PZvy+S4iWpUc6/5Wl5t45Xl5nz1LasRFnL5qnNN2+q5JYLVLZiYaoeGQSas0DWvkPV5c9/VZ/nnleXP/1ZWfsMqTbcVR+8r4VXXqG8k47X8gfuV/mKFdX2N6aw4onHtfiGv6lsyeLGVKcOAgggsEaBvXcbpO23GbDGelRAAAEEEEhPAaJCAAEEEEAAAQQQQAABBBBAAIH0FyBCBBBAoDkJOM1pMIwFAQQQQAABBBBAAIE0EiAUBBBAAAEEEEAAAQQQQAABBBBIfwEiRAABBBBAAAEEEEAAAQQQQACB9BcgQgQQ2AQC9kPvjTHRh+bbfJTKy6MPr98Ew6FLBBBAYJMLlCUSSpQlVFZeporwflgeJjsoY4xdkRBAAAEEmkjgnYmTdO9Tr+qb6bM14rSjdOKh+zRRz3TTBAJ0gUDaCBzYfRcd329oKp43fvxMD8x4JVUmg0BrETDGRD9bchxHYU6u68rzXPmeryAIwrWnWBBTn0HSvhcslReriGhmT45r3KgCxYuT5Wgji1YjkDc1oXGj81VSmDz/OblFGjxsrjKz3WjeBL4fzZtYzM4hX4EfhPPKC5Mrxziy803hwxgjY0yY44kAAggggAACzUyA4SCAAAKtSuCLL77QO++8ozPPPFOZmZmtKnaCRQABBBBA4fVDCQAAEABJREFUAAEEmkrA69JZPe+9X5k779JUXa53P/OmTNGoXXfRe2PuqXWsKRNe1Z+3305PXXmFSletUlm8VOWJRK16zXwDw9uEAtGcKS/fhCPYcF0X3fic3O8XRgc0A/tr5W47a6XfQRXLlsksWyp98Gi0b959Lynz2UmKVYS/G+rUXvF999HSLpurYvlSZVQk5Iy9LKrHAoGWIuDmdFS7409Qj//epl73PaB2J54kJzs7NfySb77Rkhv/rtnHHq0lN9+k+MyZqX2NyZSF18/iv13fmKrUQQABBNYoMHSvHbTNFn3XWI8KCCCAAAJpKUBQCCCAAAIIIIAAAggggAACCCCQ/gJEiAACCDQrAadZjYbBIIAAAggggAACCCCQNgIEggACCCCAAAIIIIAAAggggAAC6S9AhAgggAACCCCAAAIIIIAAAgggkP4CRIgAAptKoKKiQjbZ/u26vLxcNtmyTb1+cb9IGDAHmAPpPAc67ftbe7uLUklJiRLxuMrKyqJ7ob0v1kxRRRYIIIAAAhtFYPnKAj324lt68JnX1KVje11/6VnacZvNNkpfHHRTCdAvAuklcMFWx8oYkwpqzLQXtax0ZapMBoHWImCMia4Fx3EU5uS6rjzPle/5CoIgXHuKBTH1GSTte8FSebGKiGb25LjGjSpQvDhZjjaySHuBvKkJjRudr5LC5HnPyS3S4GFzlZntRvMl8P1ovsRidu74CvwgnE9emFw5xpGdZwofxhgZY8IcTwQQQAABBBBofgKMCAEEEGg9AvZ3iQ8//LD69eun/fbbr/UETqQIIIAAAggggEATC7gdOzVxjxuvu7lff63nrr1WubsN1uFXX6MgM1Pdt9pal73zbli+Wo7nbbzON+iRpe/eflsPnXeuCpYsqXbkREmJ3vzPf/TyDX+rtp3ChhNo1627zn/qKZ122+0KsrI23IGb+EirvpmjjM/mR716p+6t4O8j1PkPv1Gn225VQXY3VSzNU8XE56P9xROnK1bhSh3bKnb7Nco+/0x1u36UFm1/VFhvpjTrM2nF3KguCwRamkDGzruoyx//pD7jnlbHCy5SMGBAKoSyxYu0/N4xmnPc0Vr4x6u1auInaujxw/5DU7sLXnlZK594PFUmgwACCCCAAAIIIIDA2gvQAgEEEEAAAQQQQAABBBBAAAEE0l+ACBFAAIHmJeA0r+EwGgQQQAABBBBAAAEE0kSAMBBAAAEEEEAAAQQQQAABBBBAIP0FiBABBBBAAAEEEEAAAQQQQAABBNJfgAgRaGEC8e++Vf6Yu7X0yj8oPn1aCxt9crj2Q+iNMakvybJlVVSovKJc5eXlyUrhMqP3Dsrecj8SBswB5kDazoHwVpd6JhJxJRIJldlUXqaK8H4Y3R9/qmGM+SnHCgEEEEBgQwtMnvaDxjz5ql7/8Asdc8CeuviMY9U2u+V+QPmG9kmb4xEIAmkmMLB9f1241XGpqKau+EF3fv9CqkwGgdYkYIyJfs7kOI7CnFzXlee58j1fQRCEa0+xIKY+g6R9L1gqL1YR8cyeHNe4UQWKFyfL0UYWaSuQNzWhcaPzVVKYPN85uUUaPGyuMrPdaJ4Evh/Nk1jMzhlfgR+E88gLkyvHOLLzS+HDGCNjTJjjiQACCCCAAALNUoBBIYAAAq1A4Ouvv9att96q3/zmN7r99tt13XXXqVu3bq0gckJEAAEEEEAAAQQQWB+B5fPn66krLld2x476+ciRymjTZn0Ot2nbhr0vnD5Ni6ZPj/7OLiymnuVlZfrh04latWJFahsZBOoSWPndD9FmNycmd9fcKF+5KO32U3nlomhT+7gnE4S/LxrYV+EvkaJtdmF6bWFXybTyx+SaZVoKrJh4j5a8NSpKaRlgGJTXq5dyfnOuej8+Tl1HjlLmnnuFW5PPivDemv/sM5r36zM1f/h5Knj1leSOGsvE4kXVtiy+4XrFZ82qto0CAgggsLYCdz86XjNmz1/bZtRHAAEEEEgHAWJAAAEEEEAAAQQQQAABBBBAAIH0FyBCBBBAoJkJOM1sPAwHAQQQQAABBBBAAIG0ECAIBBBAAAEEEEAAAQQQQAABBBBIfwEiRAABBBBAAAEEEEAAAQQQQACB9BcgQgRamsCql8ZrxU3/UNFzzyr+zTctbfip8VZUVMimyg3l5eWyqbLMGgEEEGhtAqWlpUrE4yorK4vuh5X3yMp1a/MgXgQQQKCpBF774HPd9+QEzV+4VL8/+wQdsd/uTdU1/TSxAN0hkI4Cw7c6Rr2yuqRCGzN9vCYv54PTUyBkWpWAMUbGGDmOozAn13Xlea58z1cQBOHaUyyIqc8gaZ/hi+XFKmQfsyfHNW5UgeLFybLdRko/gbypCY0bna+SwuR5zskt0uBhc5WZ7UbzI/D9aH7EYnau+Ar8IJw/XphcOcaRnVcKH8YYGWPCHE8EEEAAAQQQaK4CjAsBBBBoDQL2byuuvvpqPfzww7r11lt10kkntYawiREBBBBAAAEEEEBgPQSKCwr03DXXREf41d33qEOPHlG+pS4YNwIbQiCjbzcVmYTCXwSp7LPVv2cvW5GvjsunJ7vI6RWtE9kxVZSWq/ybOVJpPNpmF86CGVLQ1malnL7JNcu0FFj5xaNa8uboKJWXrEzLGCuDMrGY2v78GPW84y71CFO7Y46VCYLK3Sp6710t+P3vlHfKiVr52KMqX7VK9mHLdl01VcTjWvy30VU3kUcAAQTWSsD+LPSLydM1f8GStWpHZQQQQACB9BAgCgQQQAABBBBAAAEEEEAAAQQQSH8BIkQAAQSam4DT3AbEeBBAAAEEEEAAAQQQSAMBQkAAAQQQQAABBBBAAAEEEEAAgfQXIEIEEEAAAQQQQAABBBBAAAEEEEh/ASJEoMUJeP1zU2NO/LD6wwZTG1tYpqIi+aVbdtg2bz+cyeZJCCCAQGsTKEskVFZeJnsftPdDG79d21SZt2sSAggggMCGEVi4ZLkefOY1PT7+bW3ev6dGX3qmtsrtvWEOzlGaowBjQiAtBXKCdrpo6+NTsS0vydfd3z+XKpNBoLUJGGNkjJHjOApzcl1XnufK93wFQRCuPcWCmPpt72if4YvlxZI/l5o9Oa5xowoUL06WxSOtBPKmJjRudL5KCpPnNye3SIOHzVVmthvNi8D3o3kRi9k54ivwg3DeeGFy5RhHdj4pfBhjZIwJczwRQAABBBBAoBkLMDQEEECgVQjssMMOWrlypYqKinT++efzb5VWcdYJEgEEEEAAAQQQWHcB+3dpE268UfOmTNZxf7tBHXr0qHaw/EWLdPNBB+q9MfdU274+hfKyMk1+5WX93zFH67pB20bppv330zevv17vYW3/dhx2PFUrlYbve+8760w9fdWV0eZ5U6Zo1K676LV//lMr5s/XTfsNjY5v99tjjB68m2Z98om+fO65aLvt/9u33lLlY/bnn+vu036R2mfzdlvlfru29W0f9jgv/+16/Xn77WTHYMdi969Lsn8H+P499+jP2w3Sqzf+Q/a82OPY7VMmvKr/HHVkNCbb18PDz9eSWbPs7mqpYPFiPXfdn/TXHXeI6lrTjx95JHUsW7ly7PMmT1bV49o2tq09hq3XULJjs8e9JZwX1s+me888Q8vnzYuaWQfrYc2jDT8tKs971Viev+46Tf/gg+ic2fPzU1VVjnPu11/r6/HjZWOx/fxtzz1k+7bHqqxbUVGhHyZO1Jhf/TI6F7aerT/p5Zdk91XWW9t1+x230Iot2qs8v1SJh99V4q5nVfjS24r/8yZp6SKFvyxSfFlRdNgflxdHa7esQqVX3aryjyYq8cRD6vjZM1JpvtR3B6lNl6gOi/QUcDLapQIrL1mZyqd7JmvPvdTlLyPV+7Gxyjn3PHl9+qRCLpkyRYtGj9Scnx+ppf+9Vbac2lklU/TB+1q+AV9jqhyaLAIItAKB0nhZFKXvedGaBQIIIIBAqxIgWAQQQAABBBBAAAEEEEAAAQQQSH8BIkQAAQSanYDT7EbEgBBAAAEEEEAAAQQQaPECBIAAAggggAACCCCAAAIIIIAAAukvQIQIIIAAAggggAACCCCAAAIIIJD+AkSIQMsT8HJzU4NOzJqZyrf0TEVFxXp9CGNLj5/xI4AAAmVlZSovL49SeENUeFeMUIzhywUjCBYIIIDABhT4fMo0jRn3it6ZOEmnHjFU5558ePSFwBuwCw7V7AQYEALpK3DmZodp984DUwE+Mut1vTZ/YqpMBoHWJmCMib740HEchTm5rivPc8PXel9BEIRrT7Egpn7bO9pn+GJ5sYqIaPbkuMaNyle8OFmONrJo8QJ5UxMaNzpfJYXJ85qTW6TBw+YqM9uN5kMsnBOxcD7EYnZuhHPED8L54oXJlWMc2Xmk8GGMkTEmzPFEAAEEEEAAgeYtwOgQQAABBBBAAAEEEEAAAQQQQKCqQHk8rvEjR+qLZ57W0X/9q3ptt13V3Rslb788/sWwr7GXXqq2XbrouL/doJNuvlnbHnyw8hcvWu8+c3r10vF//4e2O+IIZbRtq6Ouuy46/m6nnKqthu6n467/mzrn5qrfLrtE223fPbbZJup3yoRXde8Zp8uPZUTjsmOrKCuLtk3/8MOoTtXF6/+6RV232FJ//PwLnXnvfQqysqrubnTe/o30l88+q9dv/bd2OfEkHXDxJXI9T3b7B2PGaOzvfqfuW2+jE/7xDx157bVaMnOm7vnVL7Vw2rRUH8vnz4/G+d1bb+ngy/4QxbbFkCEaP3qUJtz4j+hYqcphZtLLL+n1W26RdbEGu5x0kj5/6ik9dfnlKi4oCGvU/bRjssd75e83aLsjj4r6OezKq5QoLlbR8uV1Nwq32nYf3nefxv3+92rfvXvke+zo67V8bp6euORiJUpKwlq1n+/edac+euhBHfS7S6M2HXr1jmKa8uorqcrzp07VIyOGy8/IkD2mPW/ZHTvpyT/8QdYjVXEdMjlnHaSiWLJh2bPvyR/zqNyZ30UbXC+QX7JAn93wO/WbsVgrSkpVtixfFd/PVuLm21Tx0rNRPbso2PkcuyKlsYCT0S4VXVnxylS+tWSCzTdXxxEXqvcjj6vzNdcqc9fdUqEnFvyoZXfcnirXlVlyyz9V8vXXde1iGwIIINCgQEbM12/PPk7bbNm3wXrsRAABBBBIRwFiQgABBBBAAAEEEEAAAQQQQACB9BcgQgQQQKD5CTjNb0iMCAEEEEAAAQQQQACBFi7A8BFAAAEEEEAAAQQQQAABBBBAIP0FiBABBBBAAAEEEEAAAQQQQAABBNJfgAgRaIEC3mabp0admDkzlW+pGfuBjzbZ8du1TTZPQgABBFqbQHl5uWyqvA/atf1qQbu2qbV5EC8CCCCwMQTs/XT8Wx/rvqcnqKi4RH8cfpr233PHjdEVx2xuAowHgTQXuHDr46pFePf3L1QrU0CgtQkYY2SMkeM4CnNyXVee58r3fAVBEK49xYKY+m3vaJ/hi25y7HUAABAASURBVOXFKmQfsycnNG5UvuLFybLdRmq5AnlTw/M5Ol8lhcnzmZNbpMHD5ioz243mQSycC4EfKBazcyKcG2He87xorjjGkZ0/Ch/GGBljwhxPBBBAAAEEEGj2AgwQAQTSV6AkIZHWziBelr7zgcgQQAABBBBAAAEEGi3w4f3367OnntSx11+vbQ48qNHt1qfi52F/nz05Tgdd8jv98s67tP2RR2rgQQfr0Cuu1G4nn7I+h47aZrZvr63331/dttpKsTZttOW+Q6Pj995+e3UZMEBbH3CA2nTurA69ekXbbd/tunXTih/n67Wbb9YOP/95OK47o3HZsf3q7nvUd6ed9L8HH1CipCTqwy7ixcXqsc1A7XTccXJc125a5zT1tQl69to/aqdjjtVhV10lN/x9hD3Y/KlT9dZt/6f9f/tbHf/3v2vQYYdrlxNO1On3jFEsO1ufjn3CVlN5IqF3br9N5WVlGvbIo9r9tNOi2I7603U64OKL9eXzz2txlb8pt2Of+9VXOufxJ1J1D7/qah07arRmfPQ/TXppfHTcuhaFS5fq27fe0sBDDtH+F10U9WP7O/uhh9V9yy3rahJtq4xl5+NP0C9uuz3la/M2Lvs3O1HFKgs7ztLCovB8JOeJPR8n/fOfatulSxRT5fmwXkePHFmt3ok33aSsDh006eWXVNexq3TTYDZnz4Fyrz1Gcwe0UVFFeaqu8aSyklWalbmF3nH30Yt791FGzNXKVakqUaZgq58pPuJ+td1136jMIn0FnFi7VHDlxctT+daWccN7cPuTTlbPMfep+79uVZvDj1D4y1Q15rH4husbU406CCCAQC2BLXJ7qW12Vq3tbEAAAQQQSHMBwkMAAQQQQAABBBBAAAEEEEAAgfQXIEIEEECgGQo4zXBMDAkBBBBAAAEEEEAAgRYtwOARQAABBBBAAAEEEEAAAQQQQCD9BYgQAQQQQAABBBBAAAEEEEAAAQTSX4AIEWiJAk52tpyOHaOhx6d9H63TYWE/fNEYI4VP8UAAAQRaoUCFwv8qVidjuCG2wmlAyAggsBEF5sxfrHuefEVPv/aBdtl2C/3lt6erb88uG7FHDt2cBBgLAukucFCP3XRcv9VfKPDmgs/1wIxX0j1s4kOgQQFjjIwxchxHYU6u68rzXPmeryAIwrWnWBBTv+0d7TN8sbxYhexj9uSExo3KV7w4WbbbSC1PIG9qeB5H56ukMHkec3KLNHjYXGVmu9H5j4VzIPADxWJ2LoRzIsx7nhfNEcc4svNG4cMYI2NMmOOJAAIIIIAAAi1BgDEigAACCCCAAAIIIIAAAggggEB1gT477ij7RfKfjXtSxQUF1XduhFJpUZEmvfSSNttrLw0+7bSN8jP2dR32DxM/1fJ587TzccfLDX8nUHmcjDZttPnee2vh999r1cqVlZujde7ug9c7hhn/+1DPXXutdjr2WB16xRXV+p46YYJiYf+DDj2sWj/te/RQ7x120ILvvpM1XfHjj/ru7bc16LDD1aFnz2hsdmGM0YA99lSipERLZ8+2m1JplxNPko0ttSHM2Di7bLaZfpg4UfbvtsNNtZ5eLKbsjh01b9IkLZszJ7XfCc1sSm2okbFxur6v3cPzXtXX5nc+4QT5GRk1WiSLu516SrVxtuvWTd232UYl4XwtSySiSt223FIDDzq4mlHbLl1kY8lfuFDxVauieuu6aL/bVtr8rt8p58WbFIy9Xf4Dj2jh/ufo28zBer/fMHXr2UYru+fo5YM3l/n9z+XfcY1Kzj9H8ctGqv1v/6jYgM3FI/0F3Ix2qSDLi6vfK1I7Wlkme7/91e1vf1fW0P0aFXnxV19qyb9vaVRdKiGAQOMF6ntNb/wRqIkAAggggEDzFGBUCCCAAAIIIIAAAggggAACCCCQ/gJEiAACCDRHAac5DooxIYAAAggggAACCCDQggUYOgIIIIAAAggggAACCCCAAAIIpL8AESKAAAIIIIAAAggggAACCCCAQPoLECECLVbA69c/GntFaanKFi6M8i19YYyJPkySD59q6WeS8SOAwLoKVL3/2XxlWtfj0Q4BBBBAYLXAx199q/uefkUfffGNfn3CwTr9mANX7yTXGgSIEYFWITBiy2OrxTlm+otaVsqHzldDodDqBIwx0ReBOI6jMCfXdeV5rnzPVxAE4dpTLIip3/aO9hm+WF6sIjKaPTmhcaPyFS9OlqONLFqMQN7U8PyNzldJYfL85eQWafCwucrMdqPzHgvPfeAHisXsHAjnQpj3PC+aG45xZOeLwocxRsaYMMcTAQQQQAABBFqIAMNEAAEEEEAAAQQQQAABBBBAAIEaAn133VU//8tfNPOTj/XcH/+o4oKCGjU2bLGksFDL8vLUY+C2qu8L39ezx3VuvnLhApUnEhpz+q903aBtq6XX//UvFS1bpvxFi1LHt+Nv171HqrwumR8++URPXHKJ+u+2mw6+7A+1TFYu+FEFixfrX4ceoqpj+vN2g/T1i+Hve0NLa7pq5UqVhOfu3bvurFbPtrnrlJPD32kVa9GM6akh2rF36t8/Va7MeLGYsjt2VP7ChYqvWlW5udo6o00b7Xv+8Ghc/z78MD103rma88UXKi8rq1avZmHRtGnq2Lev2nbrVnOXjOPU2mY32HG279nLZlPJi8WU1aGDVsyfr9KiotT2FT/O1wf33aexl14aed247xDNCn1TFTZwZtEW2+rtHkPllmWq4MeEfDdbCzOyNKWDJ6d7Z7Xddw9lDdxqA/fK4ZqzQPvdfqP+F3yqza6YrewtD23OQ23ysRW9+Uaj+1x+910q+vCDNda3f0NdWcnmSRWp/9cGCyyqzoHK66Tq2u6vWm7p+bk/LtYF19yqWXk/tvRQGD8CCCCAwNoJUBsBBBBAAAEEEEAAAQQQQAABBNJfgAgRQACBZingNMtRMSgEEEAAAQQQQAABBFqsAANHAAEEEEAAAQQQQAABBBBAAIH0FyBCBBBAAAEEEEAAAQQQQAABBBBIfwEiRKDlCnj9c1ODT/wwK5UngwACCCCAAAKtW8B+aCOJD/dkDqyeA0WrivXMa+9rzJOvyHNcjbrkTO2xwzZ8GG7FaqNNPV/qu2vbcdW3b+230wKB1iEwqEOuLtz6uFSwU5f/oDu/fyFVJoNAaxUwxsgYI8dxFObkuq48z5Xv+QqCIFx7igUx9dve0T7DF8uLVcg+Zk9OaNyofMWLk2W7jdT8BfKmhudtdL5KCpPnLSe3SIOHzVVmthud71h4zgM/UCxmz304B8K853nRnHCMIztPFD6MMTLGhDmeCCCAAAIIINByBBgpAggggAACCCCAAAIIIIAAAgjUJbDNgQfpwN9erCkTXtWEG29UWSJRV7UNui3Iytygx1t9sPXLxbKzdeS11+qkm2+ulY7/+z+U06tXtQ5M+PulahvWstCuRw917NtX86dM1fK8OXW27tinj469/m+1xmPHeOS1f1JG27apdnuefnqd9WzdrYbul6pnMw2N3c/MlOO6tlqdaYt99tGlb72tw6+6Wkt/+EH3/PI0PTJiuIoLCuqsX7nRi8UaPG5lvbVZ278f+eC++3TzgQfqwwfuD3+XF2ivM8/Uz//yF3Xfepu1OVSj63715XS9/cZkZWRkyM9w1bFLD7XJaqPsMH39eZ7efvvzRh+Liukj4Hfoq6DL1nIzO6VPUBsgkmX/95+1PsriG66XyspqtbPXe2WyO22+vLy82t/62e0kBFq7gL026ktVbWydquWWmi8tTb53DXy/pYbAuBFAAAEE1kmARggggAACCCCAAAIIIIAAAgggkP4CRIgAAgg0TwGneQ6LUSGAAAIIIIAAAggg0EIFGDYCCCCAAAIIIIAAAggggAACCKS/ABEigAACCCCAAAIIIIAAAggggED6CxAhAi1YwB8wIBq9066dKgoLozwLBBBAAAEEEGgdApUfyGjXpIpqH+6KBx5V58D0OfN139Ovafzbn+iAPXfU5b85SZ1zwvfPFThVdWpueXsnt2MyJvmFuzZvt61XojECrUhg+FbHqmdml1TEY6aP1+Tls1JlMgi0VgFjjIwxchxHYU6u68rzXPmeryAIwrWnWBBTv+0d7TN8sbxYhexj9uSExo3KV7zElkjNXSBvani+RuerpDB5/nJyi7T7sLnKzHaj8xwLz3XgB4rF7DkPz32Y9zwvmguOcWTnh8KHMUbGmDDHEwEEEEAAAQRalACDRQABBBBAAAEEEEAAAQQQQACBOgWMMdrjjDO0ywkn6tNxY/W/+++P/t6mzsrrudENf+4eZGVp9uefK1Gy9r9gKV65UoVLl1QbRXF+vpbn5SW3rccyo23b8Hc+Jeq6+RYaeNDBtdLW+++vzPbt16OH2k1zevfWSbf8K/zdU6Cxl16qpbNnV6tkx1S6apX67rRTrfHYMW6xzz7yMzKi5MVi4XEy6qxn63b56W/LbQfx4mLlL1hgs9VS4dKlWjxzpjr26RMeK1ZtX81CkJmpwb/4hS544UUddd11mv7++5r4xOM1q6XKru9H8RUtW5baVplJhOMpSyQqi2u1zl+4UB8//JB2POYYXfzqBB07+nrtdsqp2mLIvgqyMtfqWI2p/NWX0/X2G5OUndVGbbLaqmu3Ttr7oC3Uo2eXsNxGWZnZmvTFXL399ueNORx1EEh7gRVPPLHWMcZnzNCiv41OtbN/H2aT3WDXNpWXl8umqnlbLisrEwmD1j4HKq+L+taV15IxZqO957N9NFXyfU+b9+8VvgY3/N6lqcZDPwgggAACTSRANwgggAACCCCAAAIIIIAAAgggkP4CRIgAAgg0UwGnmY6LYSGAAAIIIIAAAggg0CIFGDQCCCCAAAIIIIAAAggggAACCKS/ABEigAACCCCAAAIIIIAAAggggED6CxAhAi1ZIPvoY9XjzXfV88NPlDF0v5YcCmNHAAEEEEAAgTUI2A9otFXs2qaqeVu2yX6wqU02T6qIPrASh9bt8P5nU/TgM6/p2xmzdf6pR+q4g37GvKhovnOi6v3L5qve54xZ/w+htccjIdBaBDoG7XTRNsenwl1ekq+7v38+VSaDQGsWMMbIGCPHcRTm5LquPM+V7/kKgiBce4oFMfXb3tE+wxfLi1XIPmZPTmjcyJWKr/131NjmpCYSyJsanqfR+SopTJ63nNwi7T5srjKy3ej8xsJzHPiBYjF7rsNzHuY9z4vmgGMc2Xmh8GGMkTEmzPFEAAEEEEAAgZYmwHgRQAABBBBAAAEEEEAAAQQQQKB+ATf8mfhBv/+9Buy+h1771y368tlno7+jqL/Fuu3J7NBB2xx4kKa9956+e+fttTpIu67dwp/zF2rhd99Xazfr44+1fP78aFvNRfHKlSpcuqTm5qicv2ChSletivJ20XfHnRRkZuqzp55UWSJhNzVJ6tCjh47/+z+0Khzrw+efVy2WLfYZosIlSzTp5ZcaPB8devZUr0GDNOml8VqREYYPAAAQAElEQVQ+b16jxv3lc88pXlycqmv/lurzp58OvZZqywb+9ry8rKyaj+O62mKffdS2a1flL1iQOl7NzIA99lDB4sW1YrFj+N+DD6p8Hc2Lli+L7Dr16yc7jyv7/fGbbzT3668rixtk/dWX0/XW618rO6uN2mS3VddunbTjbj3UrXu2dtuzr3r06KI2WW2VlZmtyV/O09tvf7FB+uUgCLRkgbJ67sFrimnl44+p4NVXqt377H3KJvv3YzaVlYf3I5JwYB7UnAOJskSteVF57dhrz+Yr18YYm23RqXePzrp42HHq0K5Ni46DwSOAAAIIrJ0AtRFAAAEEEEAAAQQQQAABBBBAIP0FiBABBBBorgJOcx0Y40IAAQQQQAABBBBAoAUKMGQEEEAAAQQQQAABBBBAAAEEEEh/ASJEAAEEEEAAAQQQQAABBBBAAIH0FyBCBFq0gNOpk9yuXVt0DAweAQQQQAABBNYsYD+E0RiT+pBTW7bJfrhpZSorK1N5RXn0YY6V65of9kiZDwBtLXNgeX6+nprwnh5/8S11zmmn6y76pbbdom90fbQWg5YSZ9X7VeX9zK4r73GVd0hbNmb1fbBy+1qsqYpAqxM4a7PDNLjTNqm4H5n1mibMn5gqk0GgNQsYY2SMkeM4CnNyXVee58r3fAVBEK49xYKY+m3vaMjwxfJiFbKP2ZMTGjdypeIltkRqbgJ5U8PzMzpfJYXJ85WTW6Tdh81VRrYbnddYeG4DP1AsZs9xeK7DvOd50bl3jCM7HxQ+jDEyxoQ5nggggAACCCDQAgUYMgIIIIAAAggggAACCCCAAAIIrEEgo00b/XzkSHXs00fPXvtHTX1twhparP1uY4z2Ouss5e42WE9ccomevvKK6Evr7RfXv/DnP+uTxx+r96D9d9tVnXNz9ewfr9Hr//qXpkx4VeNHj9L7946Jtkuq1rZL7oDwdwOFeuf2O6I+Pnr44Wi/n5mpDr16aeYnH+t/Dz6gjx99RLM/+0xdNt9c+ww7R18884zuOuUUffbkk1Efdv34xReHdR+M2je0SJSU6OHh50exlScSDVWttq/nttvqtP+7TYVLl+rBYWdr+fz50f7cPfbQzsefoNdvuUUP/eYcffXCC9GYPnnsUd131pn6/p13onp+Rob2u+BCrVqxQrcde4zeueP2qJ51fen60Rp76aUqLSqK6tqFE/4eZNH0abrvzDOiY9p6j110YdRu5+OOV//ddrPV6kx2jHeedJJe/tv1qT5eDOeN7XvgwYfU2cZu3HLfodpszz2jWJ78wx+ic2Jt7z39VyovS8jGYOutberQq7e6bLZZOPY79PZt/xeNyc6P56/7k9p167a2h6u3/tdfzdCbr32l7Ky2YWqn7t07a6fBPdWufSxqk9XG16579lGPnp3VJqyTlZmtyV/O1dvvfhHtZ4FAaxTIO/G4NYbt9eipjF12VdujjlbH84er619Hqec996rvy68q+6CDU+0rKir0wmdzNfyeiRox5lNdcO9numBM3enCez8XCYPWOAfquybsdvt3o9HfZJaVRX9zbq8pe4HZtU02T0IAAQQQQKAFCTBUBBBAAAEEEEAAAQQQQAABBBBIfwEiRAABBJqtgNNsR8bAEEAAAQQQQAABBBBocQIMGAEEEEAAAQQQQAABBBBAAAEE0l+ACBFAAAEEEEAAAQQQQAABBBBAIP0FiBABBBBAAAEEEEAAgeYvYIyJPojRjtR+AON3P+brnakL9O43C6P121N/1Nth+Z2pC8Nti/T2lAXh9oWk0MOakFrXXHj87an6+6Pv6LmPZmjANttrmx121aezVnI9NNProfJ+Fa3De9rb4f3M3t+iD6ItL1d5mOx9r/L+Z4yx2XVINEGgdQpcsPVx1QK/Z9oL1coUEGjNAsYYGWPkOI7CnFzXlee58j1fQRCEa0+xIKa+2zsaMnyxvFiF7GP25ITGjVypeIktkZqLQN7U8LyMzldJYfI85eQWafdhc5WR7UbnMxae08APFIvZcxue4zDveV50zh3jyM4DhQ9jjIwxYY4nAggggAACCLRMAUaNAAIIIIAAAggggAACCCCAAAKNEejQo4dOufU/6tCzp5679lrN/frrxjRbqzoZbdro5H//Wz87+2xNe/99jbvsMj15+eVaOO179dhmYL3Hatetu04Nx9Z7hx307l13Rl+yX7h4iU66+Ra16dxZUvWmm++zj/Y+e5imvv5a1EfB4sVRBWOM9r/wQvXdaSe9EY5jwk03RX9/ZYzRnmeeqRPDcqKkWM/96dqojwk33ahYm2xtOXRo1L6hRdHy5Vr0/fcasNeecsLfNzRUt+a+Xtttp6P/+lctnztXj5x/npbPny83PMahV1yhw668SgunT9dTV1wejemdO+9Uj4EDZdtUHsfmz37oYfXdZRe9+d//RvWevvJKzZ86VTsde6z8zMzKqtFxj/rzX7TFkCF6/ro/RT7zJk/W4VddrcOvuSban6pcIxPLzlbfnXfWZ08+GfVhz11xfr7Ouv8B9Qv7rlE9VQyyssLzfqv2/nV43t97N+rzzf/+Rzsec6x+Fm5LVVzLjJ1Px46+Xj233TYV94Lvvg3P4z/VPpzPa3m4OquvXFmk11/9QtlZbdUmu6169uyiXXbvpXbtY6r6yGrjh9t7q3efLmoT1s0O05TP52n+j0uqViOfxgLlq5ardMk0lS7+Po2jbHxoJd9+K7dTZ2XssKPaHH6EOgw7R12uvU4977hLfZ8frwGffal+r0xQr3vvV9dRo5Vz/gi1PfoYZe42WH7PXqmOKioqVPm3Yu9/t1iV6YPvl8imD6ctVdVkt5GSNji0Loeq14HNV57/ucuKFI8nlEiUqbyiPHrfY68rm+yFZkzL/luIlQVF+n7mXBsKCQEEEECg1QgQKAIIIIAAAggggAACCCCAAAIIpL8AESKAAALNV8BpvkNjZAgggAACCCCAAAIItDABhosAAggggAACCCCAAAIIIIAAAukvQIQIIIAAAggggAACCCCAAAIIIJD+AkSIAAIIIIAAAggggEAzF7AfvGiTMckPXrT5srIyXXDvZ1G66P4v9Nv7v9TFD3wZrm3+iyhvy6SkCw6ty+GGl/P04nRXn+d31ZiP87kewntDS7kGfvvT/ezrOctVVlYefQht5Yc623ufMavvg2t966YBAq1U4JCeg3Vs3yGp6N/88XM9MOOVVJkMAq1dwBgjY4wcx1GYk+u68jxXvucrCIJw7SkWxNR3e0dDhi+WF6uQfcyenNC4kSsVL7El0qYWyJsa17jR+SopTJ6fnNwi7T5snjKy3eg8xsJzGfiBYjF7TsNzG+Y9z4vOtWMc2fOv8GGMkTEmzPFEAAEEEEAAgRYrwMARQAABBBBAAAEEEEAAAQQQQKCaQM+BA3X1xE+jL2OvtiMsdBkwQL99+RVd8eH/oi+Yb9uliy6Z8Fq1unVt22ro0OiY9tjhYRp82i+RP+iS3+myd97VdZMm609ffa1fP/iQem+/fdSuruPbHZ3695f9onnbxqYT//lPderXT2fee5+OHX29rZJKbvgz/wMvuSQ6tq17wG9/m9rXrlv31HGsQ79ddon2Oa6rbQ85VBc8/0I0Ltvu8g8+1DEjR6ljnz5RHbuoL9blc+fK/lai3y672mr1piArq84xb3PgQfrjF19q+DPPqkOPHlF7PyNDu592mi59483UmGz+kMv+oKycnKhO5aLLZpvptP+7LRWzPdavH3hQm++9d63fdXixmIYOHxGdMxunPebgX/xC1q3yeHWt7diPuOYaXfXJxGg89tyddd/96rnttqnqtk5d5yTIzNSBv/tdNLeq9umE58o2dl3PrqJUn7HdeWx4ru2ctPPElmvOi1/89//UbcstI2M7DjseW6+hY9r99aVlSwvUJrttlHr26KJd9uit7LZBndWz2vjR/l69O6tNVhtlh+0SJRV11mVjegnEl8/WtL/10qx/76BFL1+eXsGtQzTx6dM14ONP1f/Nt9XrwYfV7W9/V6eLLla7E05U5p57yQ/v3eana7+hw9u/DYtSeHe1fy9m63ZsG9PJQ7YgYcAcaMQcsNdMRfgyVBovVSKRUHl5hcorymWvK7vPmOTfQlSW7baWliZ9M0v/uuepljZsxosAAgggsD4CtEUAAQQQQAABBBBAAAEEEEAAgfQXIEIEEECgGQs4zXhsDA0BBBBAAAEEEEAAgRYlwGARQAABBBBAAAEEEEAAAQQQQCD9BYgQAQQQQAABBBBAAAEEEEAAAQTSX4AIEUAAAQQQQAABBBBoCQLGmOhDGMvLkx/GaNeV4/Y9RyQMmAPMgXSZAwof9gNo4/G4ysrKUx9Caz94tjIZk/ww2rBqo59URKA1Cwzf8phq4d8z7QUtL82vto0CAq1ZwBgTfRGK4zgKc3JdV57nhu+xfQVBEK49xYKY+m7vaMjwxfJiFRHX7MkJjRu5UvGSqMhiEwnkTY1r3OgClRQmz0tObpF2HzZPGdlOdP5i4TkM/ECxmD2X4TkN857nRefYMY7sebdDN8bIGGOzJAQQQAABBBBowQIMHQEEEEAAAQQQQAABBBBAAAEE0l+gOUS4cPo05fTurfbduzeH4bSYMcz96islSkrUbastm+WYe/XurM6dO6lnz67aZc8+ysr2GhxnEHO1yx691bNXJ3Xq2EHde+Q0WJ+d6SHgxNqmAikvXpnKt9aMv9lmMhkZ6xR+5d+CVTa25bKysuhvZSu3nXfoQJEwYA40PAe6t8+MLhl7DZWWliqeiMv+Dab9W3O7rWoypuX+XUQ8kZDvN/zaHEGwQAABBBBIGwECQQABBBBAAAEEEEAAAQQQQACB9BcgQgQQQKA5CzjNeXCMDQEEEEAAAQQQQACBFiTAUBFAAAEEEEAAAQQQQAABBBBAIP0FiBABBBBAAAEEEEAAAQQQQAABBNJfgAgRSAuBxNw8FTz0gJZde41KPvxAPBBAAAEEEEAgfQTshy4aY6IPNLV5m8orymU/5LQyynFXHKJX/3IUCQPmAHOgxc+BrXsnPwi9rLw89SG0iUSZysqTH+xs74GV976q+cptDazZhUCrFtg+ZzNdsNVxKYNvVszWHd8/nyqTQQAByRgTJcdxFObkuq48z5Xv+QqCIFx7igUx9d3e0ZDhi+XFKmQfsycnNG7kSsVLbInU1AJ5U+MaN7pAJYXJ85GTW6TBZ89VRrYTnbdYeO4CP1AsZs9heC7DvOd50bl1jCN7vu2YjTEyxtgsCQEEEEAAAQRatgCjRwABBBBAAAEEEEAAAQQQQACB9BfY5BHav1f4YeJEbb7PPgqysjb5eFrKAJbPn6+PHn5IXTbbTN223KpZDtvzHO06eIB23bOPsrK9Ro0xiLnaZY/e2mf/LeQHbqPaUKllC7gZ7VMBlJesSOXJrJuAMat/T1uh8L/wV7/l5eXrdjBaIdDKBex7lHgiEf2Nuf2by/Ly8JqKrqvwubeUHAAAEABJREFUwgptjFl9vYXFFvfs07OLDt9vcIsbNwNGAAEEEFhnARoigAACCCCAAAIIIIAAAggggED6CxAhAggg0KwFnGY9OgaHAAIIIIAAAggggECLEWCgCCCAAAIIIIAAAggggAACCCCQ/gJEiAACCCCAAAIIIIAAAggggAAC6S9AhAikh0Dpp59q+fWjVPjkWJV8/ll6BEUUCCCAAAIIIJASsB/ImCqEmfLyctXcFm7miQACCKSNQCKRUGlpqeKJuCrvefa+Z5MN0q6NWZsPo7WtSAi0boHztzpaPTM7pxDGTHtRk5fPTJXJIICAZIyJkuM4CnNyXVee58r3fAVBEK49xYKY+m7vaMjwxfJiFbKP2ZMTGjdypeIltkRqKoG8qXGNG12gksLkecjJLdLgs+cqs40bna9YeM4CP1AsZs9deA7DvOd50Tl1jCN7nhU+jDEyxoQ5nggggAACCCDQ8gWIAAEEEEAAAQQQQAABBBBAAAEE0l9g00dojNHxN/xde//67E0/mGY4goIlS/TQeefqlb/foEkvjdeUCa9qws3/1G3HHK2VCxbo4Mv+oOyOHZvhyJND6t2vg7KyvWShkcsg5qpd+4xG1qZaixcw4e8aY22jMMqKV0RrFusvYP8erPLvxMorytf/gBwBgVYoUKEKxeNxJcoSKisri/720l5XlsJeYzbZfEtNA/r20EFDdmmpw2fcCCCAAAJrLUADBBBAAAEEEEAAAQQQQAABBBBIfwEiRAABBJq3gNO8h8foEEAAAQQQQAABBBBoIQIMEwEEEEAAAQQQQAABBBBAAAEE0l+ACBFAAAEEEEAAAQQQQAABBBBAIP0FiBCBNBHwBgxIRZL4YVYqTwYBBBBAAAEE0kfAfuhilFShigqFKVykT3hEggACCFQTsB86mygrUyKRkP1A5/Ly8N4X3v9sJXsvNGYtv6TXNiQh0MoFOsc66MJtjk8pLC8t0N3TXkiVySCAQFLAGCNjjBzHUZiT67ryPFe+5ysIgnDtKRbE1Hd7R0OGL5YXS74vnz05oXEjVypeIh5NIJA3Na5xowtUUpj0z8kt0uCz5yqzjRudp1h4rgI/UCxmz1l47sK853nRuXSMI3t+FT6MMTLGhDmeCCCAAAIIIJAWAgSBAAIIIIAAAggggAACCCCAAALpL0CEzV4gyMxUlwEDNOnllzXussv0xCWX6JNHHtE2Bx2kc8eO0+Y/+1mzj4EBIrAmASfWLqpSXrIyWrNYPwH792CVR7B5myrLrBFAYO0EysrLVFZWrvLyZLKtuaasAgkBBBBAoMUJMGAEEEAAAQQQQAABBBBAAAEEEEh/ASJEAAEEmrmA08zHx/AQQAABBBBAAAEEEGgRAgwSAQQQQAABBBBAAAEEEEAAAQTSX4AIEUAAAQQQQAABBBBAAAEEEEAg/QWIEIF0EfAGbJYKJTFjRipPBgEEEEAAAQTSQ8AYk/pSSvshjNGHMlYkv+gyPSIkCgQQQKC6gP0Q2kQikfoQWnvvq6xhjKnMNnpNRQQQSAr8erPDtVunrZOFcPnIzNc0Yf7EMMcTAQSqChhjovffjuMozMl1XXmeK9/zFQRBuPYUC2Lqu72jIcMXy4sl35vPnpzQuJErFS+pejTyG1ogb2pc40YXqKQw6Z6TW6TBZ89VZhs3Oj+x8BwFfqBYzJ6r8JyFec/zonPoGEf2vCp8GGNkjAlzPBFAAAEEEEAgXQSIAwEEEEAAAQQQQAABBBBAAAEE0l+ACBsvsNXQobp64qfqOXBg4xttgJpBVpYO+cPluvSNN3XdpMlRuuqTiTpm5Ch1zs3dAD1wCAQ2vUCnoVeq2zG3qcdJD236wbTwEdi/CzPGyK5tKPbvYyvztkxCAIHGC9hrp6ysLPq7S9vKlm2qzNt1S05v/+8rPfLM6y05BMaOAAIIILAWAlRFAAEEEEAAAQQQQAABBBBAAIH0FyBCBBBAoLkLOM19gIwPAQQQQAABBBBAAIEWIMAQEUAAAQQQQAABBBBAAAEEEEAg/QWIEAEEEEAAAQQQQAABBBBAAAEE0l+ACBFIGwEnK0tu165RPIkfZkVrFggggAACCCCQ3gKVH8iY3lESHQIItFYBe48rKy9TeUWFKj/U2W6rmtbChqoIIFBF4IKtj6tSku6Z9kK1MgUEEEgKGGNkjJHjOApzcl1XnufK93wFQRCuPcWCmPpu72jI8MXyYhWyj9mTExo3cqXiJbZE2tACeVPjGje6QCWFSe+c3CINPnuuMtu40XmJhecm8APFYvYchecqzHueF507xziy51PhwxgjY0yY44kAAggggAACaSRAKAgggAACCCCAAAIIIIAAAgggkP4CRIgAAgg0C4H2u5yl9judruzND2wW42npg7B/E9bSY2D8CDQXgcrrqXItpc/fRsz9cYlsEg8EEEAAgdYgQIwIIIAAAggggAACCCCAAAIIIJD+AkSIAAIINHsBp9mPkAEigAACCCCAAAIIINDsBRggAggggAACCCCAAAIIIIAAAgikvwARIoAAAggggAACCCCAAAIIIIBA+gsQIQLpJeD1z40CKi8sVPmiRVGeBQIIIIAAAgikj0DlBzHWXKdPhESCAAIIrBaw97ry8nLZ9eqtyZwxa/uBtMl2LBFAIClwaM//Z+8+AKMo3j6O/2Zv7y6BUEJvUqR3lSIoRhA7CjasrxWs2HsvKNgbNhD0b29g71go9t5AeidICy2F9Lw7G3PmSIDQk+N7Zm5nd6c8z2c3Z0zOuX01YI8DCne85wlLf9MLcz/1anwhgMCGAsYYGWPkOI68mgKBgFw3oKAbVCgU8rauwqGwGndylHRRitxwgexj4dRcjbtrnXKyCvftMcq2CyyelqNxw9OUlV7omtgsQ90HJSs+IeBfj7B3TULBkMJhe228a+TVXdf1r5ljHNnrKO9hjJExxqvxhQACCCCAAAIIIIBALAuQGwIIIIAAAggggAACCCCAAAIIxL4AGSIQWwKlvVcstjIkGwR2rID9Hipe7GzGxM77I3JycxUOBm1aFAQQQAABBBBAYDcTIF0EEEAAAQQQQAABBBBAAAEEEIh9ATIsjwJOeQyKmBBAAAEEEEAAAQQQQAABBCqwAKEjgAACCCCAAAIIIIAAAggggEDsC5AhAggggAACCCCAAAIIIIAAAgiUewG32Z6RGHPmz4vUy1yhIQIIIIAAAgiUewG7KKMxRnZb7oMlQAQQQGA7CRS95hVtt9OwDIPA7ivgZT6k9bHe839fz8z+QGuyUv87QA0BBCICxhgZY+Q4jryaAoGAXDegoBtUKBTytq7CobAadzJKuihFbrhA9rFwaq7G3ZWqnKzCfXuMsvUCi6flaNzwNGWlF3omNstQ90HJik8I+Nch7F2LUDCkcNheE+/aeHXXdf1r5RhH9vrJexhjZIzxanwhgAACCCCAAAIIIBDjAqSHAAIIIIAAAggggAACCCCAAAKxL0CGCCCAAAIIFBMwZoP3Q3i7sfS+y1OP6aNTvFIsZaoIIIAAAggggMDuIUCWCCCAAAIIIIAAAggggAACCCAQ+wJkWC4FnHIZFUEhgAACCCCAAAIIIIAAAghUWAECRwABBBBAAAEEEEAAAQQQQACB2BcgQwQQQAABBBBAAAEEEEAAAQQQKP8CwT33jASZO39epF7WCu0QQAABBBBAoGIIxNJCjBVDnCgRQGBXCNjXuqJi57d1Y4ytUhBAYBsFbPfOic01pPWxtuqX6WsXauTs9/w6TwggUFLAGCNjjBzHkVdTIBCQ6wYUdIMKhULe1lU4FFbjTkZJF6XIDRfIPhZOzdW4u1KVk1W4b49RtlwgebrnODxNWemFjonNMtR9ULLiEwK+f9i7BqFgSOGwvRbeNfHqruv618gxjux1k/cwxsgY49X4QgABBBBAAAEEEEAg9gXIEAEEEEAAAQQQQAABBBBAAAEEYl+ADBFAAAEEEChNwL7f0pbSzlXkY0HXVe2a1StyCsSOAAIIIIAAAghslQCdEEAAAQQQQAABBBBAAAEEEEAg9gXIsHwKOOUzLKJCAAEEEEAAAQQQQAABBBCooAKEjQACCCCAAAIIIIAAAggggAACsS9AhggggAACCCCAAAIIIIAAAgggUAEE3GZ7yqlSRW7jJlJB4YdhbUHYNEUAAQQQQAABBBBAAAEEyo2AMYYP6C03V4NAYkwgks4FrQaofnzNyP7/Zn+kv9fOj+xTQQCBaAFjCv/d5DiOvJoCgYBcN6CgG1QoFPK2rsKhsBp3Mkq6KEVuuPD3cwun5urNYWnKySrcjx6Vvc0JJE/P1dhhqcpKL/RLbJah7oOSFZ8Q8N3Dnn0oGFI4bK+Bdy28uuu6/rVxjCN7veQ9jDEyxng1vhBAAAEEEEAAAQQQ2C0ESBIBBBBAAAEEEEAAAQQQQAABBGJfgAwRQAABBBBAAAEEEEAAAQQQQCD2BcgQAQQQQAABBBBAAAEEEEAAAQRiX4AMy6mAU07jIiwEEEAAAQQQQAABBBBAAIEKKUDQCCCAAAIIIIAAAggggAACCCAQ+wJkiAACCCCAAAIIIIAAAggggAACFUEgbv9eavD9z6r38XhVPvHkLQyZ5ghsnUBBQYE+euJe3X1ckv6ZPW3rBtlEr7HDr9MDpxyi1JTlm2i18VPZGRkac/mZsuNsvNWOPzPtmwkaemQ3Jc+cuuMnKzbDT++/oTu8ee38xQ5TRQABBBBAAAEEyr2A/Tmz3AdJgAhUSIH/gq4Tl6iL2xwfObAmO01Pz3wvsk8FAQRKChhjZIyR4zjyagoEAnLdgIJuUKFQyNu6CofCatzJKOmiFLnhAtnHgik5enNYmnKyCvftMcrmBZKn52rssFRlpRe6JTbLUPdByYpPCPjeYc88FAwpHLb23jXw6q7r+tfEMY7sdZL3MMbIGOPV+EIAAQQQQAABBBBAYHcRIE8EEEAAAQQQQAABBBBAAAEEEIh9ATLclQKpf72h+Y/trTn3NNK6P17blaEwNwIIILDbCDw0+k298s6Xu02+JIoAAggggAACCBQK8IwAAggggAACCCCAAAIIIIAAArEvQIblVcApr4ERFwIIIIAAAggggAACCCCAQAUUIGQEEEAAAQQQQAABBBBAAAEEEIh9ATJEAAEEEEAAAQQQQAABBBBAAIHYFyBDBEoRSJ45VUOP7KYbklqXKA+ccohSU5arID9PubnZpfTmUHkQyM7MLA9hEAMCCCCAAAIIIIAAAgiUF4EN4hjcop+61mwTOfrq/C/0+dJfIvtUEECgpIAxRsYYOY4jr6ZAICDXDSjoBhUKhbytq3AorMadjJIuSpEbLpB9LJiSozeHpSknq3DfHqNsXCB5eq7GDktVVnqhV2KzDHUflKz4hIDvHPasQ8GQwmFr7tl7ddd1/WvhGEf2+sh7GGNkjPFqfCGAAAIIIIAAAgggsBsJkCoCCCCAAAIIIIAAAggggAACCMS+ABnuUoG89U3Fs04AABAASURBVGuUvXKm8tavVn7Wul0aC5MjgAACu4tAdnauQiF3d0mXPBFAAAEEEEAAgUIBnhFAAAEEEEAAAQQQQAABBBBAIPYFyLDcCjjlNjICQwABBBBAAAEEEEAAAQQQqHACBIwAAggggAACCCCAAAIIIIAAArEvQIYIIIAAAggggAACCCCAAAIIIBD7AmSIwKYE9j50gE4bOiKqHH3ZLYpLqCYn4Kq/V7/hrcmq36LtpobZoecy09bpzXtv0ndvvrRD59nc4Etm/a1nrxqkf2ZP21zTnXJ+/4Fn6LaPflLb/fvslPmYBAEEEEAAAQQQQAABBMq3QGnRDWl9TNTh0TPfj9pnBwEESgoYY2SMkeM48moKBAJy3YCCblChUMjbugqHwmrcySjpohS54QLZx4IpOXpzWJpysgr37TFKSYHk6bkaOyxVWemFTonNMtR9ULLiEwK+b9gzDgVDCoettWfu1V3X9a+BYxzZ6yLvYYyRMcar8YUAAggggAACCCCAwO4lQLYIIIAAAggggAACCCCAAAIIIBD7AmS4awWccNVIAPmZayN1KggggAACO06gYb1aalCn5o6bgJERQAABBBBAAIFyKEBICCCAAAIIIIAAAggggAACCCAQ+wJkWH4FnPIbGpEhgAACCCCAAAIIIIAAAghUMAHCRQABBBBAAAEEEEAAAQQQQACB2BcgQwQQQAABBBBAAAEEEEAAAQQQiH0BMkRgkwL1mrdSh96HRZXWPZIUDIc32W9nnszJytS8339UTnbmzpy2xFxrly/T4ml/Kj8/v8Q5DiCAAAIIIIAAAggggAACu1ig1OmPbNhTA/boFTk3cdlvemHup5F9KgggULqAMUbGGDmOI6+mQCAg1w0o6AYVCoW8ratwKKzGnYySLkqRGy6QfSyYkqM3h6UpJ6tw3x6j/CeQPD1XY4elKiu90CexWYa6D0pWfELAdw17tqFgSOGwNfasvbrrur69YxzZ6yHvYYyRMcar8YUAAggggAACCCCAwG4nQMIIIIAAAggggAACCCCAAAIIIBD7AmS4iwUC8dUjEeRnrYvUqSCAAAII7DiB04/vq/26tt9xEzAyAggggAACCCBQ/gSICAEEEEAAAQQQQAABBBBAAAEEYl+ADMuxgFOOYyM0BBBAAAEEEEAAAQQQQACBCiVAsAgggAACCCCAAAIIIIAAAgggEPsCZIgAAggggAACCCCAAAIIIIAAArEvQIYIIIAAAggggAACCCCAAAIIIBD7AhvP8KJWx0SdfGb2B1qTlRp1jB0EECgpYIyRMUaO48irKRAIyHUDCrpBhUIhb+sqHAqrcSejpItS5IYLZB8LpuTozWFpyskq3LfHKFLytFyNHZaqrPRCl8RmGeo+KFnxCQHfM+yZhoIhhcPW1jP26q7r+uaOcWSvg7yHMUbGGK/GFwIIIIAAAggggAACu6MAOSOAAAIIIIAAAggggAACCCCAQOwLkOGuFghUrhkJIS9jVaROBQEEEEAAAQQQQAABBBBAAIHtJ8BICCCAAAIIIIAAAggggAACCCAQ+wJkWJ4FnPIcHLEhgAACCCCAAAIIIIAAAghUIAFCRQABBBBAAAEEEEAAAQQQQACB2BcgQwQQQAABBBBAAAEEEEAAAQQQqFAC+atXK/2N17TmzjuU8c7bZYudVghso8DkV8fogVMOUWrKcn+k7IwMjbn8TI0dfp3WLl+q1+64Urce0kk39WmvMVecpdVLk/12xZ9su7fuv0W3H76PbkhqrYdOP0Izvp8sFX7eW/GmJep2nuHHHqCU5IX6+Kn7/f5Dj+ym5JlTo9raOYrHMvqy07Vy0byoNnYnddUKFY/lvhMP0ndvvay83Bx7utRic7cGL9xwgdanrdPjg4/z47AO1qOoU35env74/APZMW2ew/rvp6/f+F+JsQsKCjRl0qd65Mx+uql3O9/v+esvKBGvjf+FGy+MuNnxvhn7fNF0mvbNBG1oYeP5dNSDuuf4JD9Ge21evf0KZXpx247Tvv7SH++bsS/YXQoCCCCAAAIIIIAAAgjEisAm8tirRktd1PqYSIvpaxdq5Oz3IvtUEEBg4wLGGBlj5DiOvJoCgYBcN6CgG1QoFPK2rsKhsBp3Mkq6KEWBUL7sY8GUHL05LE05WWX45YftEOMleVqu97ukVGWlF3okNluv7oOSFZ8Q8B3DnmUoGFI4bE09W6/uuq5v7RhH1l/ewxgjY4xX4wsBBBBAAAEEEEAAgd1UgLQRQAABBBBAAAEEEEAAAQQQQCD2Bchwlwu4VRsqULmOKu3ZR3GNuu7yeAgAAQQQ2B0EPp30ixYkL9sdUiVHBBBAAAEEEECgUIBnBBBAAAEEEEAAAQQQQAABBBCIfQEyLNcCTrmOjuAQQAABBBBAAAEEEEAAAQQqjACBIoAAAggggAACCCCAAAIIIIBA7AuQIQIIIIAAAggggAACCCCAAAIIlA8Bx0hlKVq3VtmTJqhg6RJp7aoy9dnYuOUjc6KoyAIpixfqpZsvVo0Ge+jEm+5X0imDtHDKr3p96NXKTEuNpLbGu1+fvXqQ/v7qcyWdOlinDR2hvQ45Wm/ff7OmffNlpN3GKj2OOVXHXXOnEqrX1N6HDvD7n3DDPUqs3yjSpbRYFv39h8YOu14Z69ZE2tlYxlx+lmb+MFmHnnuFP1aLbvvrg8eG6+On7ldBQeGH0EU6/FuJS6imoy+7RQeeeq5C8fE64sJr/L4HnTlEbjjkt7I9J730tL5762Vv7Mt10i33q3rd+vr4yfv155cf+W3sk53jq9ee1Wt3XKX6zdvqpFsf0FGX3KSU5AUafdkZWjZvtm3mb+1++qpVOuaq23XK7Q+rVY8DtHzBHP98aU85WVl6fdjV+unDcep10jl+jL1Pv0Brly9VTlZmaV04hgACCCCAAAIIIIAAAjEisLk0Lmg1QPXiakSa/W/2R/p7zfzIPhUEENi4gDFGxhg5jiOvpkAgINcNKOgGFQqFvK2rcCisxp2MDhyySoFQvuxjwZQcvTkszftvcvtbA3tk9yzJ03I1dniqstILHRKbrVf3QYsVnxDw/cKeYSgYUtj7HYtv6tVd1/WNHePIust7GGNkjPFqfCGAAAIIIIAAAgggsPsKkDkCCCCAAAIIIIAAAggggAACCMS+ABnuegG3SgM1v3aeGp35gap1OXvXB0QECCCAQIwL5Obl6dNJP2vJspQYz5T0EEAAAQQQQACB/wSoIYAAAggggAACCCCAAAIIIIBA7AuQYfkWcMp3eESHAAIIIIAAAggggAACCCBQQQQIEwEEEEAAAQQQQAABBBBAAAEEYl+ADBFAAAEEEEAAAQQQQAABBBBAoJwI2M+tCgakzZX45k1Vb9QovyQOGrTZ9sGASm3jenOVk9QJoxwIfPzU/bohqXVUmfzqmM1GtmTWVB142rk69Nwr1KH3Yf72gJMGafGMv7R4+l9+//y8XH35wpPKWLNaZ947SgedcZHf1m7tfjAuzm+3qac92nVWm/16K1y5suo1b+X3b3dAX1WqUi3SbWOxJHsxLpn5t9+uKJb8vDyd//gr2u/40/2xjr16qA4ZfJn+/PJjrVg412+74VMwHFbrHklq0rGLAoGgmnfp6ffdc+/ucgKu3zwzbZ2yMzN01n1Pa69D+vvl5NseUtXadfyxc7Oz/HZLZv2tiS+O1MGDLtWJt9yvTgcdqe79T9LZ949RKL6yfnz/db/drJ++9sbL1NGX3+yPZdsNvPFeHX3pTf750p5WLpqrBX/+qv0HnqleJ57lx2itzx3xgion1vS7tO11kG7/xLY5w9/nCQEEEEAAAQQQQAABBGJCYLNJ1I2roUvaHh9ptyY7TU/Pei+yTwUBBDYtYIyRMUaO48irKRAIyPV+yRZ0gwqFQgq6rsKhsBp3MjpwyCoFQvmyjwVTcvTmsDTlZBXY3d2uJE/L1dhhqcpKL8w/sdl6dR+0WPEJAd8t7NmFgiGFw9bQs/TqrmdpbR3jyHrLexhjZIzxanwhgAACCCCAAAIIILBbC5A8AggggAACCCCAAAIIIIAAAgjEvgAZIoAAAgggsNsJ5Obm+TkH//3/c/wdnhBAAAEEEEAAgdgWIDsEEEAAAQQQQAABBBBAAAEEEIh9ATIs5wJOOY+P8BBAAAEEEEAAAQQQQAABBCqEAEEigAACCCCAAAIIIIAAAggggEDsC5AhAggggAACCCCAAAIIIIAAAgjEvgAZIrB5gb0PHaDTho6IKm3267PZjo3adlLLbr0i7YwxarZXN38/KyPN36auStHsX75Tx75HqFGbjv6xoqd6zduo+T49i3a3aVtaLC2791LAdZWTleWPvWbZP5r541fq2PswJdZr6B+zT8YYtejS02uXqZTFC+2hrS77DjhZcQlVIv0T6zfUHm07KydzvfL/XZBs6qTxClWqpE59joj64LrqdRt4bTtp2dyZys7IUJWatf1+1i8/v3AxMzuwGwrbTaklrnIVb+zKmvvbD8pIXRtpE3CDcpxAZJ8KAggggAACCCCAAAIIxJpA2fIZ3OIodanROtL41flf6PN/fonsU0EAgU0LGGP8/5Z3HEdeTYFAQK4bUND77+5QKORtXYW9/25v3MnowCGrFAjl+wMumJKjN4elKSerwN/fXZ6Sp+Vq7LBUZWUU5p3YbL26D1qs+ISArFfYMwsFQwqHrV1Qtu56v8uxpo5xZJ3lPYwxMsZ4Nb4QQAABBBBAAAEEENjdBcgfAQQQQAABBBBAAAEEEEAAAQRiX4AMEUAAAQQQ2P0E7HtEDjuwqxo1qLX7JU/GCCCAAAIIILCbCpA2AggggAACCCCAAAIIIIAAAgjEvgAZlncBp7wHSHwIIIAAAggggAACCCCAAAIVQIAQEUAAAQQQQAABBBBAAAEEEEAg9gXIEAEEEEAAAQQQQAABBBBAAAEEYl+ADBEog0C95q3UofdhUaVOk+ab7ZlYr6HClSpHtYuvWk2hcLxSkhf6x9NWr1Rm6jo1bte5xAe1GWNkHOO329an6nUaKBRfKWqYYFycAoGgViyc4x9fn7ZO2RkZmvDiSN2Q1DqqPHHeCcr0zhe19Tts4VNcQlVVq1M/qpcTcGXjWLNsibLWp/nn1q5YqrXLl+r+kw+OiuHGA9vot/Hvqqht632T/Gvy2ehHdO8JfTT51WeUsW6NP8bGnqp71yTp5EFa9Pcfuue4AzR2+HVaPn+2CgoKP2hvY/04jgACCCCAAAIIIIAAAhVcYAvCv6j1MVGtR896P2qfHQQQ2LSAMcb/HYddeNyrKRAIyHUDCrpBhUIhb+sqHAqrcSejA4esUiCU7w+4YEqO3hyWppys3eO/0ZOn5eqNYanKyijMN7HZenUftFjxCQHfKexZhYIhhcPWzLPz6q7r+paOcWR95T2MMb63V+ULAQQQQAABBBBAAAEEEEAAAQQQQAABBBBAAIEKJWCMqVDxEiwCCJQTgVLCMMbkNOs4AAAQAElEQVT47wUuej9w0baUphxCAAEEEECgQgqEgq4OO7CL6tWuUSHjJ2gEEEAAAQQQQGCLBeiAAAIIIIAAAggggAACCCCAAAKxL0CG5V7AKfcREiACCCCAAAIIIIAAAggggEC5FyBABBBAAAEEEEAAAQQQQAABBBCIfQEyRAABBBBAAAEEEEAAAQQQQACB2BcgQwTKi0AwHLdDQzGOKfOHwfU68WydNnREqaXNfn22Ok7j9TRO2f6XjtpN9tSJN91bagxHX3aL4hKqeaWKTrrlAV3yzNtq1rmrPn/2Ud134kGaOnm8N1PpX8YY9Tj2VF37xpdKOuVczf75Oz16Vn+99/BQ5eXmlN6JowgggAACCCCAAAIIIFDhBbYkgaMa7af+jfaPdJm47De9OHfj/50RaUgFAQQiAsYY//cQjvd7AK+mQCAg1w0o6AYVCoW8ratwKKzGnYwOHLJKgVC+33fBlByNG5amnKwCfz9Wn5Kn5eqNYanKzijMs0az9eo+aLHiEwK+T9gzCgVDCoetlWfm1V3X9Q0d48i6ynsYY3xnr8oXAggggAACCCCAAAIISAIBAQQQQAABBBBAAAEEEEAAAQRiX2BjGRpT+LczY4zfxJjCrb/D0w4XyF45SwtG7a/MxT/s8LnK+wSLnjlY2avmlvcwiQ8BBBBAAAEEEEAAAQQQKNcCBIcAAggggAACCCCAAAIIIIAAArEvQIblX6Bsq8WV/zyIEAEEEEAAAQQQQAABBBBAYNcJMDMCCCCAAAIIIIAAAggggAACCMS+ABkigAACCCCAAAIIIIAAAggggEDsC5AhArtcIBiOk+uV5BlTS8SSn5ernMzMEsd31IGiWILhsDr0PqzUUqdJ8x01fWTcuISqyl6foSYdu5QaQ+seSbIx2g7GGNVr3lon3/aQrnp5vOrt2Vofj3xA61Yus6c3WipVra6Dz7lEV7/6mQ487Tz9+N7rmvn9VxttzwkEEEAAAQQQQAABBBCo0AJbHPyFrY+J6jN61ntak50WdYwdBBDYtIAxRsYYOY4jr6ZAICDXDSjoBhUKhbytq3AorMadjA4cskqBUL7sY+GUHI0blqacrAK7G3MleVquxg5PU3ZGYX41mq1Xt0GLFZ8Q8F3Cnk0oGFI4bI08K6/uuq5v5xhH1lPewxgjY4xX4wsBBBBAAAEEEEAAAQT+FWCDAAIIIIAAAggggAACFVxg9bPPiIIB9wD3wGbugcjrRMb330Ve9YwxUX87M8aooKDw73GRRlR2mMD6Rd9rwcj9lLXkdy0cfZDW/DBSBTkZO2y+8jzwio+u0vqF32mR55A+a3x5DpXYEECgggmsWLVWTzz/vpavXFPBIidcBBBAAAEEEEBgqwTohAACCCCAAAIIIIAAAggggAACsS9AhhVAwKkAMRIiAggggAACCCCAAAIIIIBAuRYgOAQQQAABBBBAAAEEEEAAAQQQiH0BMkQAAQQQQAABBBBAAAEEEEAAgdgX2DEZZnzy8Y4ZmFFjUqB67fqq02RP/TXxU61emhyV47w/ftbMn76OOra5nZWL5m+uyUbPJ9ZrpAYt25Qay0Y7lXIiKyNdaatSSjlTtkOt9z1AaatT9OeEjze5+GZeTk7U+Wp16ql1zwOVvX69MtNL/2DO/Lxc2VIUSTAcVrsD+ipUqbLWpSwvOswWAQR2oMCkn/7agaMzNAIIIIAAAgggUJrAlh/bp0YrXdj6mEjHGesWaeTMdyP7VBBAoGwCxhR+0IbjOPJqCgQCct2Agm5QoVDI27oKh8Jq3MnowCGr5Iby/YEXTsnRuGFpysmKrQ/lSJ6Wq7HD05SVXphnjWbr1W3QYsUnBHyPsGcSCoYUDlsbz8iru67rmznGkXWU9zDGyBjj1fhCAAEEEEAAAQQQQACB/wSoIYAAAggggAACCCCAQEURMMaU+D33mlde0aqnnqJgwD3APbCZeyD6daL4654x9rXlvyPG2H3z3wFqO0wgfo8eSmjTLzL+8o+u0pz7mytt2nuRY8UrGfO/0oYlO2VO8SaRetayqcpc8puyV85S7rpk5a1fHTlXHis5q+f7YeVlrFDyS8dq9fdP+vs8IYAAAtsqkJ6RqTkLligvP29bh6I/AggggAACCCBQAQQIEQEEEEAAAQQQQAABBBBAAAEEYl+ADCuCgFMRgiRGBBBAAAEEEEAAAQQQQACBcixAaAgggAACCCCAAAIIIIAAAgggEPsCZIgAAggggAACCCCAAAIIIIAAArEvsIMyzPzsU6268jLlzJ+3g2Zg2FgSCFWqpP1POFNrly/RqItP1bdvvqgpEz/V+yOG6ZORD6hes1ZlSjccn6DqdRto2tdf6ru3XtZ3b76kpXNmlqlvUaNgOKy+Z1+izNR1euK8E/TlC0/6sfz55Uf64LFheu2OK5WdkVHUvNRt1dp1FK5UWRNfGinb7+s3nttsnw0Hat6lp7occZw+G/2InrvmXP3+2Xt+HN+//YrGXH6mZnw3ye/y7ZsvaOSFJ+vnD8f55+1c34x9Xs06d1XNho39Nhs+/TNnhkacMyCSmx37/UfuUlzlymrhzWvbW8PbD99H34x9we5SEEBgOwusWrNODz77puYs+mc7j8xwCCCAAAIIIIDARgS28vD5LfurblyNSO9n53yov9fMj+xTQQCBsgkYY/wP8XEcR15NgUBArhtQ0A0qFAp5W1fhUFiNOxklDVklN1TgD7xwSo7GDUtTTlbhvn+wAj8lT8vV2OFpykrP97Oo0Wy9ug1arPiEgO8Q9ixCwZDCYWvi2Xh113V9K8c4sn7yHsYYGWO8Gl8IIIAAAggggAACCCAQJcAOAggggAACCCCAAAIIlHsBY/77/bYxJvK7b/FAAAEEyiqwkXbGGNm/qRl5/3h1FXsYY4rtUd1RAvVPeE41DrwuMnx+1jqvXtI+f/0aLf7f4SXKmu8f99qX/Frx0VVaOKqX5j+2l+Y+2Epz7mmkOfc1K9nQO5I27X0tef00Lf/gcqVMvFtrfx6jtL/flZ3TO71TvrJXzY2aZ8XH12j5h1eIx44RePrF19R7wKlasXLVFk+wLX03NdmOGndTc27Pczb+Tgf205TpW/b/omzPGBirdIGcnDz/RCgY9Lc8IYAAAggggAACMS1AcggggAACCCCAAAIIIIAAAgggEPsCZFghBJwKESVBIoAAAggggAACCCCAAAIIlFsBAkMAAQQQQAABBBBAAAEEEEAAgdgXIEMEEEAAAQQQQAABBBBAAAEEEIh9gR2ZYcann2hZv8O1buSTO3Iaxo4Rgba9DtI5D/5P1es21IeP36M3hl2jVUsW6aRb7lfNRo3LlGWoUiUdOeQ6Va5RQ+89MlTfvvmi3NCWL+y1R9tOOnfEC9qjXWdNfHGkXr71Ur11381aMmua9jn8GAXj4zcZT4OW7XToeVdo6dxZen3o1UqePkWOG9hknw1PBtygjrrkJq/cqBUL5+r1O6/Rq7dfocmvjpEdv1G7Tn6XBq3aKyc7U28/cJsf59evP6v9B56h468dJjuG32iDp6o1a6t24+aa/MoYv887D97uudfX4Ede8KybbNCaXQQQ2FEC0+cu0j2jXtcbH09STk7ujpqmXI9rF8jc2kVHy3ViGwSXk5urZ14Zq469+6lVj4M1+bsfN2jB7vYQKCgo0D2PjlSPI47X9FlzNjukXezW3n/XDr13s2031+DLr7/T9lzstSg2+z2yubk5jwACCJRVYGvb1Y+vqYvbHBfpvjY7XU/Pei+yTwUBBMouYIyRMcb/IB+vpkAgINcNKOj9DiAUCnlbV+FQWI07GSUNSZEbKpB9LJySo3HD0pSTVbhvj1XEkjwtV2OHpykrPd8Pv0az9eo2aLHiEwKy+Yc9g1AwpHDYWgRl667r+kb2g0ocx5F9GGN8R1unIIAAAggggAACCCCAQLQAewgggAACCCCAAAIIIFC+Bex7G2yExhjJ/7V/gf9h3VXfeU/hN99WwSuvKuu5F5Q25hmtHfW0Vj81UqueesovKU8+KQoG3APcA/Y1wd4HdmvLmpGjlDp6jLKef0Fu167+3yDt3yGNMVF/U7OvP7bY1yDKjhWoddCtanLh96ra+VR/ovgm+/vbbXkqyMsp0d0JVy5xzB7IXjFdaX+/ozU/jVbKhLu07P3LtOT1U5WzZqE9HVVy05Yp+ZUTtOzdi7Tyy6Fa98crylrye1SbrdnJWT2/RLc1Pz6txS8crby0pSXO7aoDyf8s9d/3Z9/Xuali3x+4q2JkXgQQiBZo2ayBHrr1fNVMrBp9gj0EEEAAAQQQQCAGBUgJAQQQQAABBBBAAAEEEEAAAQRiX4AMK4ZA4f/dXDFiJUoEEEAAAQQQQAABBBBAAIHyJ0BECCCAAAIIIIAAAggggAACCCAQ+wJkiAACCCCAAAIIIIAAAggggAAC5Uxg7dq1atCggXr37q20tLRSoxs5cqSqVq2qX375pdTzGxzcKbvrHntUy47tr8yJE3bKfEyyfQUatmqvWz/6SUmnDN7kwPb81a9+pio16/jtQpUqafAjz2vgjff6+8WfNjZm005ddMETr2jYhKka+tmfOvOekaq1RzN/jOJjFx9rw3qDlu10+XMf6O7JM3TVK5/6/bcmljpNW/jz2zjsWLd/8qvOG/GSWu2bFLUg5obz231jjHocc6pu89yGTfxbJ936gNxQWG337+Nb2vxtu+LFOm2YYzAcVs/j/0/XvvGln48dy9aPHHKdKldL9Ls336eHLn32Xd/Mxnn9m5PV5/QLZXP2G3hPG85rr9Fpd46Qzcn2sdtT7nhENRs29loXfrXtdZB/fv+BZxQe4BkBBHaYwGff/KabHn5e3/729w6bY3sPvGjJP9qv34nqfcxpWrZ85fYevkzjTZk+01949ekXX9to+4z16/V/F13pF1vfWMNrh94ru3jroMuuV1Zm1saa+cftIsh3PPCY39728w9u5unN9z7WfY89raMO7qOh11+hGonVtaMfdsFZm1PXg4/RrDnzNzvdV9//pNY9D1HvAadqxcpVm21fHhvk5ecrKyenPIZGTAgggEB5ENimGM5rebT2qdEqMsar87/Q5//8HNmnggACZRcwpvCDNhzHkVfzP4DDdQMKukGFQiFv6yocCqtxJ6OkISne7xMK/MEXTsnRuGFpyskq3PcPVqCn5Gm5Gjs8TVnp+X7UNZqtV7dBixWfEPDzDnu5h4IhhcPWwLPw6q7ryto4xpH1kvcwxsgY49X4QgABBBBAAAEEEEAAgVIEOIQAAggggAACCCCAAAIVSMAY4//+2xijQLVqcr0SrJ6oYGJ1BavbkqhQjRoKJdbw9r26t7V1SqEJDjjsrvdAsHqi/7pg8w/XqPlvPdF/DXGrVff/vhYIBBRwAt5rjJH9R97DGOM987WzBML1OqrecaPV/PqFClSqUWJaE4xTzT43liiVWx1eoq09EKrbQfFND4guTXrZUyVKXuaayfkL1gAAEABJREFUEsfsgUCVunYTVXLXLFL6jI+19tfntWrSvVr61rlaMGp/r35fVLuinezl05S3PqVod6PbgrzsUs9lzPlSC0f30fr5X5V6fmcftO/lfPjOmzRi+K1+uXrIYLne98+5p5/k7xcdb9+q5c4OjfkQQAABBBBAAAEEEEAAAQQQQAABBBBAAAEEEEAAAQQQQCD2Bciwggg4FSROwkQAAQQQQAABBBBAAAEEECiXAgSFAAIIIIAAAggggAACCCCAAAKxL0CGCCCAAAIIIIAAAggggAACCCBQ3gSqVaumQYMGafLkyRo/fnyJ8BYtWqQHH3xQJ554ojp37lzifMkDO+9IzswZWjnkAqXccK3y/vln503MTAgggAACCFQAgdXrUvW/N8drxIvvatE/K8t9xJO+/UGV4uK0PjNTP//+V7mPtywBGmP04x9/adqsOZtsPmfeAn30+cRNtil+0hp9PGGyuu3dUbdcNUQnH9NPHdr89wHKxdvuiHpqero+8ebf1NhZmVl6aey7KiiomB8mW5SbXXj3tqsv0fcfv6k2LZsXHd4ttxO++V6DLr9BK1et3i3zJ2kEEChNYNuPXdT6mKhBRs/6IGqfHQQQKLuAMUbGGDmOI6+mQCDgfxBH0A0qFAop6LoKh8Jq3MkoaUiK3FDhz2kLp+Ro3LA05WQV7quCPJKn5Wrs8FRlpef7Eddotl7dBi1WfELAzzfs5RwKhhQO29w9A6/uegauG5BjHFkneQ9jjIwxXo0vBBBAAAEEEEAAAQQQKF2AowgggAACCCCAAAIIIFCeBYwxUb/nNqZw3/4ePOAEvL8VuAoGC/9GEBeOU3y8V+IKS6X4eMX/W2dbaIIDDrvvPVB47ePCYdliXyvsa0bY+/tiKBRU0PubY8D7+6N9bbHFGBN57THGlOeXyZiMLRBfs9S8jBunmr1vKlEqtzys1PZ1j35Ue5z9SVSpd8zIUttW2+cs1T/hf6p9+H2q2efGSHET6pZon5u6pMQxeyBYo5ndlCgLRx+oOfc01uzh9bVwVC8tef00rf3lfyXabepAzpqFWvS/w7X21+c21WynnLOvI32T9tPhByX5Zb9u+/j/Pu7SuYO/X3S8bp1aOyUeJkEAgc0LpKVnal1axuYb0gIBBBBAAAEEEKjwAiSAAAIIIIAAAggggAACCCCAAAKxL0CGFUXAqSiBEicCCCCAAAIIIIAAAggggEA5FCAkBBBAAAEEEEAAAQQQQAABBBCIfQEyRAABBBBAAAEEEEAAAQQQQACBcilw5plnql69ehoxYoTS0tKiYnzmmWe0ZMkSXXjhhf7CY1EnS9vZBcfWv/eulvY7TKnPb9lCb7sgVKZEAAEEEEBgpwv8NWOehj7xkt75/NudPndZJ0xNS9e7H3+hEwccqT7799BbH36qrMyssnYvt+0CjqOwG9S7n36hgoKNf6Dqx19OVn5evmomVi9TLpmezYqVq9SgXl3ZxdjL1Gk7NqpTu6Y+/GyCVq5avdFRp82aox9/+1N7Ntljo204UbEEZs2drznzFqggf+P3csXKiGgRQGCbBbbDAEc32l+2FA01cdlvenHu+KJdtgggsIUCxhj/gzb8D92Qkf0QDtcN+B/IEQqFvK2rcCisxp2MkoakyA0V/nt94ZQcjRuWppyswn2V80fytFyNHZ6qrPTCeBObZqjboMWKTwjI5hn2cg0FQwqHbc5B2brrut7vNgNyjCPrI+9hjJExxqvxhQACCCCAAAIIIIAAAhsV4AQCCCCAAAIIIIAAAgiUewH7nhRjjP87b2PMv78LN97vxV3vbwNBxYXjvBKW/UDi+Lh4b/tfqRRfSRQMuAe4Byr9+1pQuVJl/zXBf62IL3ztsH9rCwaD/utJIODI2H+81xpjjHjsPgKhWi1VpeOJSuw5RDV73xQppQnE7dFd9U98UXWOfMhrd4OqdTlbCW36KVy3Q4nmeRkrlJ+d7h/Pz1qnzCW/Ke3vd5S5+Cf/2JY+LXt3iFaMv2lLu9EeAQR2c4E/p8/T7Q+9uJsrkD4CCCCAAAII7BYCJIkAAggggAACCCCAAAIIIIAAArEvQIYVRsCpMJESKAIIIIAAAggggAACCCCAQLkTICAEEEAAAQQQQAABBBBAAAEEEIh9ATJEAAEEEEAAAQQQQAABBBBAAIHyKdCiRQudd955mjRpkj744INIkLNnz9bTTz+tU045RZ07d44c31RlV50ryMrS2vvu0fJTT1LW99/tqjCYFwEEEEAAgXIr8OHEH3XzI8/r5ykzy12Mc+Yt0JJly7Rf9310SO/99de0GVqY/E+5i3NLA6pTq6YO7dNL73/yhWbPXVBq95WrVuvDzybooAN6yg26pbbZ8GBubp4yMtZveHin7R91yEFavOQfffLlpFLntAvLv/vpF2reZA81rFe31DYcRAABBBCo+ALbK4MLWw+IGmr07Pe1Jjst6hg7CCBQdgFjjIwxchxHXk2BQECuG/A/kCMUCnlbV+FQWI07GSUNSZEbKpB9LJySo3HD0pSTVbhvj5XHkjwtV2OHpyorvTDOxKYZ6j44WfEJAdn8wl6OoWBI4bDNNShbd13XN3CMI+si72GMkTHGq/GFAAIIIIAAAggggAACmxLgHAIIIIAAAggggAACCFQ8AWOMAk7A/9140Yd2h8NhxcXFKZ6CAfcA90Ap90Cl+Pgolzj7mhGO8/7mFvb/3hZ0gwoEHK8E/L+3GWPEA4GNCbgJ9VSl/XGqvu/5qtnnZtXt/7ganPKGQnXaluhSkJ+val3OUaXmBymY2CRyPpi4Z6RuKylf3mE3ZSqrv3lES147WdkrpitnzcIy9dmVja4deq/+76IrlbE++j2hK1auUu8Bp+rpF1+LhPfl19+p04H99Mff0/XBZ1+q19EnqVWPg9X14GP00rh3lJeXH2lrK+szM/XAE2P880Xt7L49bs9vabHjf/T5JB156mB/Xjumrf/465+lDpWTm+PHVTzO0ua37zn9dMJXOvyks/1x2+x3iM698ibNW7i41HGLH7RtzrvqJrXvdbjf11r877U3izcpc332vAUqPpYd0+7bOYoPUnQdbN7DHn5SNt7i1zAtPUP3PzE64t7jiOP1+rsfKX+D61M05q9/TtXAwZf48VtTW7fHis7b7ebmtG0oWy9g35cdCrpbPwA9EUAAAQQQQACBCiJAmAgggAACCCCAAAIIIIAAAgggEPsCZFhxBJyKEyqRIoAAAggggAACCCCAAAIIlDMBwkEAAQQQQAABBBBAAAEEEEAAgdgXIEMEEEAAAQQQQAABBBBAAAEEECjHAmeeeaYaNmyohx56SCkpKbKLaD3++ONau3atLrzwQtkPyrLhL126VOeee67/gVrGGL+PbZeTk2NP+8XW7bGmTZv6H6RljNGBBx6o+fPn++d35FP2H79rxaCztPqO25S/Zo14IIAAAggggMB/AstWrtao1z7yy/KU8vHvSfszx7uffqE2zfdUy6ZN1Ll9W9VIrK5PJkz+L/BiNbuo5cnnXeYvmGkXurQLg34+6ZtiLUpW7WKndlHP48+6SEuXryjZYAceOeLg3v7oG8vnky8naWXKah112EEKmM3/73l2sdf9jzpRS5Yt1zsffeYv+GkXebWLvdqJihYO7XnECf45a2QXWLWLo1pr28YWu1isXXDUjmcXIS1aONUuEmrPb6p0aNNK++6zl979+AulpqWXaDp77gK9/8kXOqbfIapZM7HEeXvAXke7SKmNzxZbt8fsuaJiF661uU2dMUuX3XSnn4+N154vOjd/UbKGP/JUZPHWK24dpjXrUmUXqC1+3I6/4SKsZV2MtmiuImM7v7X86bc/Zce18dty/lU3a/E//9jTZSo2Hrs4rF0k1va39+jmFp5dsnSZDh14pg4ccIqmzZwTmWdlyirdfPdDEQf7fWEX9M3JzY202VjFWtlFde38RXHYfXvc9pkyfaa/aLA9Zu87e//ZdkXXwrbJyszSi2PfUe9jTvOvkz1v6y+Ne0fFYyh+39nvxctvvjPyvXz6RVcp+Z+ldjgKAghUDIHtFmWXGq11fqv+kfFmrF2oUbPei+xTQQCBLRcwxvi/k3McR17N/yAO1w3IfjBHKBTytq7CobAadzJKGpIiN1TgT7JwSo7GDUtTTlbhvn+wHD0lT8vV2OGpykovjC+xaYa6D05WfELA/11l2MstFAwpHLY5Bv0PI7G/07S5O97P2tZD3sMYI2OMV+MLAQQQQAABBBBAAAEENiPAaQQQQAABBBBAAAEEEKgAAsYU/s7bGOP//tuYwq393bj9HXkw6Hp/Gwj6vzcPe38fsCUuHCcKBtwD3AP/3gMqel2wW1vscft3N7+EgnK9vzUGnIDs64oxJvLKaMx/9chBKghsgYCbUFd1+z+mRme8r2aX/61Wd6R726mqus/pUaPkrN6y/w8lbdr7WvTMoZr/aAelzxofNVZF3ynwvu1GPveKnn/tbV178Xl64I4b1LBBXQ194HF98sWkSHr2vZ0XXHOLXnjjbZ11yvEaMfxWnXpCf/3v1XG6/Ka7ZN/zF2lcxsqk736Qfc9f+9Yt9fDQmzT0+iuUnp6ui669VX/PmB01Sl5Bvsa8NFZvfTBel517lt/+gP26yb4fc/jDT0beV2jfiznmpTd06Y1D1bZ1C7/d7ddernkLFsm+V3j23I1fe3vOtlm1ao3uvuUav+9BST01d96CqFjKsjN+4tcacPr5mjl7nq679Hzfa8g5p+vn3//SwHMuln0fcvFx7HV44KkxatW8maZ+9aleevIhVYqP999TO+T62/Tcq29qwBEH++NcdPb/6an/vaxnXh5bfAi/bt/be+oFlys+HPavpb2eBXn5sse++fEXv03R08bmLDrPdusFEirHq9WejbZ+AHoigAACCCCAAAIVQ4AoEUAAAQQQQAABBBBAAAEEEEAg9gXIsAIJOBUoVkJFAAEEEEAAAQQQQAABBBAoVwIEgwACCCCAAAIIIIAAAggggAACsS9AhggggAACCCCAAAIIIIAAAgggUJ4FmjVrpsGDB+unn37Sxx9/rF9//VWjR4/W2WefrX322ccPfcGCBUpKStIHH3ygBx54QGPHjtWRRx6pSy65RNdcc40KCgpkF+Cy9SuvvFKnnXaa3+bRRx/V+vXrlZKS4o+Tn5GhFWedvsmyfsKXftutfUp/4zUt7XeY0se+vrVD0A8BBBCISYHcnFxlZ2UrMzNLGRmZSk9br7S0DK+kKzV155SgcmWLjSHdiyEt3YvBK6leHLas8+LYnYrN2Zb07FxlOgFl5BdoXVr6Fpes7Jwy37M/T5mpmx5+Th9N+qnMfXZUw+UrUjTh6+/V54AeCseFVTOxunp220cffzFJq9esjZrWLmb5fxdeqcRq1fTg7Tf6i122br6nFiQviWpXfGfO/IW68uZhqlOnlh675zbVq1O7+OkdXm/RtIkOO+gAffjZBK1ctVx2hqQAABAASURBVDpqPrvA6rsffyG7qKltF3VyIzunHd9fd95wpaomJKjrXh39xUGHXn+5t19ZS5Yu04nnXuovHHrkwb39c8NuvEpBN6BLbrhDdpFU+7Na8aH/nDpdL417R889dp9mfv+5DurVs/jpUuvx8WGddOxR+nvGLP0+5e8SbT6ZMFnxleLUe78eJc7ZA1uyYGlaeobueXSkTuh/hGZ895nuu/U6O4RfMrOzNOzhJ5Xh/Zz54NAbdeKAI/Xh+An+sTvuf0zzFi7229vFWGfMmqsh19+ulNVr/L72aUsWo7Xtixe72OvpQ65Sdna2rLFdzLZq1SoadPkNWrpiRfGmpda3ZuHZlSmrdPXt92htapoev/cOtW3V3B/bXvdTL7hCX3rfRzZXu1Bv7/329Rf0ve+xp/2fz/2GpTzZe3Bzi/w2alBfD995k44+9CDvPkvw7z87h70X7ZB2jIs82zsffFzd9u4ka2EXoW3WuJGGPvC4ht4/IrJYr21vy7wFi2XnbdyooR656xadd8bJ+un3P3W5971qx7NtKAggUN4Ftm9857fsrzpxiZFBn5n9gaat3fLFuCMDUEEAgcgH/DiOI+P9EwgE/A/mCLpBhUIh72dE1/8gj8adjJKGpMgNFfhqC6fkaNywNOVkFe77B8vBU/K0XI0dnqqs9MK4EptmqPvgZMUnBPx8wl5O9gNIwmGbm5djMOTl63ol4H8QiXWQ9zDGyBjj1fhCAAEEEEAAAQQQQACBzQvQAgEEEEAAAQQQQAABBCqagDHG/z24/buAX5yAAl6xH94dDBb+3txuKa4wwIB7oOgeKH3rugH/+8S+hthi/95mjPFfY4wp3Fa010jirRgCwcSmchPqRgWbvWpu1H5ZdvIyV8n+dTlYs0VZmleYNln2/d/r1+vZR+9R/8P6+sW+n692rRp655PP/feI22Refft9/fbn33rxyQd08aDTdfhBSbrygnN0323X6+sfftYvf061zbaoVKtSRc+NuE/333ad+h3aRycf00/33nqd7Hs4J3/3Y9RYy5av9I+/PmaEBvY/wm//0B036qJzTtPY9z/Wr//OP3XGLD025gU/Nnu+aNznH79PCZUq6dW3P4gat/jOZC+PjMxM3Xrtpb6D7WvfY3rLlRcXb7bZ+j/LVuj+x0er694d9f7Lo3XGicf6XjbWD7z9GonVNGLUc7L2RYPZevvWLXXC0YcrEHCKDnvxvq8ffvldD915k2656mJ/HDveuGcek71GkYZexc77wBNjdMwRh+qZYtfzf4/dp306ddBzr70VuZ5ec3/+0ua05yjbJrBPh+Y656TDtm0QeiOAAAIIIIAAAuVegAARQAABBBBAAAEEEEAAAQQQQCD2BciwIgn891fGihQ1sSKAAAIIIIAAAggggAACCOx6ASJAAAEEEEAAAQQQQAABBBBAAIHYFyBDBBBAAAEEEEAAAQQQQAABBBAo9wJnnnmmGjZsqIceekg33HCD/+FZF1xwgb9QX25uru68807l5eXpu+++06WXXqoTTjhBTz/9tIYPH64XX3xR06dP1/Lly/X+++9r4MCBuuuuu/w2tu23336rzp07Fxp4Y2X99KM2VfKXLytsuw3P+WvXavXQ27Vi0FnKXbRwG0aiKwIIIBA7Ar9NmanPJv+k19/7XCNffFsPjHxZdz7yP9163xjdfO8o3Xj3SN0w/KkdVm68+yl1jZvnl3EffqXHXvhY9416S0MffUU33/+crr97jK4d9rSuuWuUrr5zpK4a+lRMFpubzfG64aN1wz3P6LaHXtSTv8zSuEZ7avSabF11z+gtLl989/sW36jvfP6Nhj7xsqbPXbTFfbdXh59//0sZGRnad++9/CGNMTqoVw8tWJSsKdNn+seKnj76fKJq1kzUbddc4i8GahcvHfPwcJ0+8NiiJlHbJUuX6cJrbvEX1xzz0DA1qFc36vzO2HEDAQ08+gglL1uub3/8JWrK737+TbPnLdBpx/WXbRd1ciM7ndu31UH791BC5Upq1KCevzhoUs/uCgRdPfHsS97PYiv1ytOPRBYOtQunjnv2CZ004EiNev5VzZ67IGrklSmrdcmgM1SvTu2o45vb6dl1b7Vr3VLj3v9EOd7PdkXt7YKk733yhY4/6jA1rF/S257fkgVL16Wl6bCDDtAB+3b1fyYtmsduV61eq/ZtWujO66/wHW6/9jLZfN/9+DP94/1M+tDQG/37ZNCpA3XtJedqjmc9Y9Z/CwFvyWK0dr6iUpTDvl320ktPPuTPWbhw7LW68sJzlJ9vlw0ual36dksXnk1NS9dVt9+tmbPn6WnvXu7YppU/cK73s7m97nl5+Ro7ZkRk4VlrctWFg2Qt5i7Y+Pf3q2VY5Ld61Srqm7SfWrfc07/v7P1nFwO296INwo7xzY8/67G7b4ss7Gu/N+0Cw9cMOddfrPd77163bYvKX9Om68KzTtOVF5zjXzsb6wVnnao//56uv/6eUdSMLQIIlGeB7Rxbw0q1NaT1f/8+X5udrlEz393OszAcArufgDGFH7zhOI68mvdzcUCu/aAON+j/3i/ougqHwmrcyShpSIrcUOHPMQun5GjcsDTlZBXu72q55Gm5Gjs8VVnphfEkNs1Q98HJik8I+HmEQyGFgiGFwyEFbW5e3fVys7k6xpHNX97DGCNjjFfjCwEEEEAAAQQQQAABBMokQCMEEEAAAQQQQAABBBCokALG/Pe7cGOM//eBgBOQLW7AjdraY5RCGxxw2G3vgX9fH2z+Ra8Rxev2b23FizGGv7mJx84WyEmZvwVTGlXrOkiJPS9TQusjFaqx5xb0rRhNTzt+gKokVI4EW792bbVr1VJp6enKycvV2tRUffrFZB24X3e1//e9hvr30aVze9WoUV1TZkS/P/ff05vcdOncQft13yeqTfMmjVWnVk3NXRj9PkX7ntiB/Y/w/obvRtobY3T0oX1VNSFBv/051T8+fuLXSvByOfKQ3lGvLfb9vnt1aKsZc+YqY/16v+2GT3Vr1lR2Vra++/FX2fdQFp0PhUNF1TJtf/r9Ty1MXqLBp50Y5Wo72zhO8PL49a+/NW/RYnsoUuz7aI0xkf30jAxN+Pp77d+ti3r37B45biu1ataQfV+lrRcVO2/yP0v996AG3f+cqngeST26adaced61TCtq7m83nNM/yBMCCCCAAAIIIIAAAmURoA0CCCCAAAIIIIAAAggggAACCMS+ABlWKAGnQkVLsAgggAACCCCAAAIIIIAAAuVGgEAQQAABBBBAAAEEEEAAAQQQQCD2BcgQAQQQQAABBBBAAAEEEEAAAQTKv0CzZs00ePBg/fbbb/rss8902mmnqX379n7gCxcu1IcffqiTTz5ZTZs29Y/ZJ2OMDj74YK1fv16zZ89WXFycateurZ9++klz5syxTfxS+KFb/y1K5R/cCU+VjztBNe99QO4ejXfCbEyBAAIIlH+BFs0aaZ/ObdR7vy466pBeGti/r0474XCdefKROvuUo3XOqUdr0Gn9d2iZkVNftiT16KRjDu2uk44+QKcf31dnn3SYBp96pM77v6N0/ulH++WCM/orFktRfuee1k+DTjlCZw48RP1bN1TSyn90ZIKrC07pt8Vln3YttvgG3LtdS5174hFqs+ceW9x3e3SwC2++88nn6ti2tRo3rB8ZskObVmqyR0O99dF45eblRY7Xq1NbK1am6Jc/pqqgoPDDP40xCgXdSJuiyvKUFF19+z3+7uiHh6tBvbp+fVc8tW3ZXN07d9SLY99Valq6H0JWZpZef/sD7dOxnTp6+foHt+Hpn2XLNeGbH3T04X3VyfMsPpRdGPSkY49Sdk6Ovvrx5+Kn1LJ5UzWoXyfqWFl27AKjA47oqy8mf6Op0/5bCPaLr77R6jVr1a9vn6jFWIvG3NIFS8NxYXVq37aoe9TWnjvogP0i89gFY/ftspff5vijDo9aiNWOYRd1XZC8xD9vn7ZkMVrbvqj8NW1GqYu9GmN0cNL+qlunVlHTjW63ZOHZjIxM3fHAY57zLI1+eJg6t2sTGbfouvc7tI8a1q8XOW6MUc/u+2h9drYWLE6OHC9e2R6L/BaNUdqCtcYYf8HaenXq6JMvJxefWnt3bK9e+3aJHDPGqPtenf39tIwMf8sTAgiUb4EdEd35Lftr75otI0O/Ov8LfbH0l8g+FQQQ2DoBY4z/85L9UA6vpkAgINcNKOgGFQqFvK2rcCisxp2MkoakyA0V/py9cEqOxg1LU05W4f7Wzb7tvZKn5Wrs8FRlpRfGkdg0Q90HJys+IeDHH/ZyCAVDCodtLl5OXr3w95ABOcaRzVvewxjjO3hVvhBAAAEEEEAAAQQQQKCMAjRDAAEEEEAAAQQQQACBiitgjPF/R25M4e/H7e/LNyz2bwaUgP+3Exxw2J3vgeK529cJu29M4WuIvIc9Zkzha0nRe/a8w3whsFMF8tav3Ox8brU9VPOg29T8uvmqe/QI1T5smBqc/Npm+1W0BnHhsBrUi37Pp31vZGL1qvpn6XLZ9xtmZ+UoZfUafTrhK7Xb/zC16nFwpCT1P0XLlq/U7HkLtjh1+xowb+FijRj9vC689lYdOOAU9T7mVC1ZtrzEWDVrJqph/ZLv262akKBK8fGau3CR32fp8hVambJKfY87PRKjjbd1z0P0/vgvtTh5qdLT1/ttN3xK2q+7jjz4QD341DPa/6iBGv3i61qzdt2GzTa7b2OoWSNRTRs3KrVti2ZNlJ6RoeUrUyLnw3Fh1atbO7JvK9beXoP2bVvJnrfHihcn4BTflZ3Xvkf6lPMvj8q9lXe9Hhr5rFatWatlK/+798OlzBk1IDtbLTBt9iJ998u0re5PRwQQQAABBBBAoCIIECMCCCCAAAIIIIAAAggggAACCMS+ABlWLIHovx5WrNiJFgEEEEAAAQQQQAABBBBAYNcJMDMCCCCAAAIIIIAAAggggAACCMS+ABkigAACCCCAAAIIIIAAAggggEAFETjzzDPVsGFD1apVSxdeeGHkg7FWr16tdevWafjw4f4xY0xk2717d61fv15///23qlWrpttuu03Lli1Ty5YtdcQRR+jbb79VXl5eRMCpWlWNps7YZKl80inalkeofQfVGjVGiXfcKcfLZVvGoi8CCCAQSwJ2gcf6dWqqSaN6arXnHmrXqpk6tWmuzu1aaq/2LbV3h1Y7tOzVvpVW5SX4pXHDOmqzZ0O1b9lYHVs31V7tmmvv9i20T4eWfunSsZViuRTlaXPu3HZPta5RVY0z0tQyFFAX71psaalXO7HMt2rtxKo678QjdOEp/VS/do0y99veDRcsXqLf/pyqPgf0iFrsMrF6NfXsurd++OUP/VNsYdCB/Y9Qp/ZtdcUtd+mQE87UWx9+qvWZmSXCWrVmrS678U4tWJysh++62bvfG5ZoszMP2EU3Tzr2KP09Y5Z+n/K3P/W0WXP04x9/6bh+h0Xl7p/ciqc4ZCXpAAAQAElEQVS161KVlpauvTu2839G23CIut7PQzU81zkbLNraoG4dfzHVDduXZb/vAfurft26evfTL2QXdk315n/34y90wH7d1KzpHqUOsaULllavWkV1apZ+j9b0fu6sX7t21DwJlSv5+0Vbf8d7cuzPrgVSalqat1f4ZWMu62K0hT0Kn+cvWqyNLfYacAIKGKew4Saey7rwbG5urm677xF98sVE3X/H9d71bR81atF1H/ncKyUWgD3h7CHKysza6EK922OR36IxNrZgbZUqldWoQV0t/mdp1PfqHg3rq3KlwmtVlFDVqgmyH+BrfYuOsUUAgXIrsEMCM8bowpbHRI399Kz3o/bZQQCBrRMwxvg/IzqOI6/mf5CN6wYUdIMKhULe1vX+PRxW405GSUNS5Ia8H5y8qRZOydG4YanKySrc9w7t1K/kabkaOzxVWemF8yc2zVD3wcmKTwj4cdufHULBkMJhm4OXi1d3XVc2N8f7mczmK+9hjJExxqvxhQACCCCAAAIIIIAAAlsgQFMEEEAAAQQQQAABBBCIAQFjon8/bozhd+YxcF1JAYHtKFDqUMYUvlYYY/zzxkRv/YM8IVBOBOL36Kn6x4/WnldOV80Dr1WgUq1yEtmuD+OIvgdqxPBbSy2nHd9/iwLMse9lvH+EDj/pbH30+UTVrpGoiwedoWE3XqUaidVKjGXfRxlwAiWOFx2oUrlyUVWNGzbQ/bddV2qcQ6+/XFUT/msb6eRVqnjHHxp6k95/6Wn16LKXHnxqjPbvd6LGT/zaO7tjv0yB5Pz72rjhTJXi4jY8tNF9+17XoddeVmruD995kxo1qB/pu6k5I42obJXAX9Pn66c/ZmxVXzohgAACCCCAAAIVRIAwEUAAAQQQQAABBBBAAAEEEEAg9gXIsIIJOBUsXsJFAAEEEEAAAQQQQAABBBAoFwIEgQACCCCAAAIIIIAAAggggAACsS9AhggggAACCCCAAAIIIIAAAgggUFEEateurRYtWqh9+/Zq0qRJibCvuOIKjR07tpQyVv37Fy4CdsQRR2jJkiV67LHHNGvWLO2///466qijtHbt2hLjbe8DxnVV7aprVOeNNxW3f6/tPTzjIYAAAgggUOEFDk/qqruuOFvdOrXe5bl8MmGy1qWlaegDj6tVj4Ojyotj39HKlFWa9O0PkTjr1amtV0c+oucfv1+NGtbT9Xfer97HnKa/ps+MtLGVSpXi1L5NS61evVa//TVVBQUF9vAuLT277q12rVvqrY/GKyszS8+PfVt7NKivHt323qVxBdzAVi/sXr9ubfU/vK8+n/yNkv9Zpsnf/qip3rU44ajD5QYCG81rSxYsDRhHm1oEdqOTbObEli5Gu+FwgYDjf1CutvJR1oVnA0FXbVu2UH5+gX785Q/ZuEub8uyTjy91AVi7eG/fA/YrrUvk2PZc5DcyKBUEEIhxgR2X3oA9eumoRv+9bk1c+ptenDt+x03IyAjsRgLGGP/nPsdx5NUU8H5ec72fBYNuUKFQyP/ZJhwKq3Eno6QhKXJDhT9DL5ySq3HDUpWTVbi/s8iSp+Vq7PBUZaUXzpvYNEPdBycrPiHgxxv2Yg4FQwqHbexeDl7d9X4vaHNyvJ8hbZ7yHsZ42XrFq/KFAAIIIIAAAggggAACWyRAYwQQQAABBBBAAAEEEIgVAWMKf1dujPFTMsbIGIoxGBiDgTG7u8HG87cvGMYUnrd1CgLlTaBKx4Ha4+xPtMfgz1Wl06nlLbwtiuefpSuUsT4zqs+ylSu1as3W/f839u/mlSrFKz8/XwcfuL8OPyipROncvm3UfJvbmTF7rt75cLyuvOAcffzasxp6/RUa2P8I9ei6l4LBYInuNnabw4YnFiYv0fKVKWqxZ1P/VJXKlZWRmal9OncoEaONO6lnd4Xjwn7b0p6MMWrdYk89ctctmvjOK/77dIc/8pSWLV9ZWvNSj9n3JqesWq35CxeXen72vAWqXrWKGtavp009itynzpil3Ly8Ek3T0jOijlVJSFBmZpZaNm9Wau59k/bz543qxM4OEbDvzQ0G3R0yNoMigAACCCCAAALlQ4AoEEAAAQQQQAABBBBAAAEEEEAg9gXIsKIJOBUtYOJFAAEEEEAAAQQQQAABBBAoBwKEgAACCCCAAAIIIIAAAggggAACsS9AhggggAACCCCAAAIIIIAAAgggUOEFKlWqpLi4OMXHx+uEE04oWbxjbdv+twhY5cqVdfHFF2vGjBkaNWqUPv30U40cOVI78lHpqKNV7+PxqnLO4B05DWMjgAACCCBQIQU6tGyqWy46Vccf2kuOY3Z5DmtTUzXx6+/VsU0rPTz0Jo0YfmtUeXDojf4Cn+9+/IVS09Ij8QYCjnp23VvPjbhP7704SvHhsO4dMVIZ69dH2sSFwrrukvN0/FGH6a6HntBHn09SQUFB5PyuqFRJqKwBR/TVV9/+pPGTv/G3px53lGomVt8u4VSrWkUJ3hy//fV3qbnahVRXrVmrDm1bb5f5igY5vE+S1mdk6uMvJumtDz/1r03XTh2KTpfYlpcFS7d0MdriidgcUlJWK/mfZcUP+/XM7Cxl5+b69c09GbP5hWeNd9uefdoJuuKCc/Tsq+P07MtjlZeXHxk63vv5PC4c8he4tYvdllaaN20caV+84roBbesiv6Fw0L+Hp06bqazMrOLD+/XU1HQtXrJMLZo2kY3VP8gTAghUfIEdnMEFrQZEzTB69vtak50WdYwdBBDYOgFjjP+BPo7jyKspEAjI/kwQdIMKhUIKuq7C3s/SjTsZJQ1JkRv2fhjxplo4JVfjhqUqN9vb2QlfydNyNXZ4qrLSC+dPbJqh7oOTFZ8Q8OMMe7GGgt7PQN7PQUEbu1d3vdhtLo5xZPOT9zDGyBjj1fhCAAEEEEAAAQQQQACBLRagAwIIIIAAAggggAACCCCAAAIIxL4AGSJQwQScuGpK3P9yNbt8iuqf8Jzimx5QwTIoGW69OrW1bMUKzV+4OHLSvt/188nfKDOr5HvyIo02Ualerar27bKXJn37o6ZOn7mJlmU/tWr1Gj+eZk32iPo7/I+//qFly1eWGMjG/smXk6Pe75iTm6sX3nhbVaokqFvnDn6f3vvvq5RVq/XRZxNLfe+r32gjT9k5uVF9rGXfA3oqIyNDaV7ZSLcSh/fp2F51atfUmJffiHq/sm24ZOkyjXvvY+3ttWlUr649tNFi3Tu1a1Oq+9wFi/TmB59E9bXvta0UH6+x3vjWJuokOztV4MB9O2r/ru136pxMhgACCCCAAAII7FQBJkMAAQQQQAABBBBAAAEEEEAAgdgXIMMKJ+BUuIgJGAEEEEAAAQQQQAABBBBAYJcLEAACCCCAAAIIIIAAAggggAACCMS+ABkigAACCCCAAAIIIIAAAggggEDFF2jatKm6deum1157TfPnzy+RUNGBvLw85eTkFO36HyR25JFHqkGDBkpOTo4c356VYIuWqjniCdW49wEFGjTcnkMzFgIIIIAAAhVeoFqVBJ157CG67Mxj1LhBnXKTz59Tp2vKjFk6YcCR6ndoHx1+UFJUOfrQg3SEd2zazFmaM2+BH3d2VvQnjrZusae6dO6gVavXKmuDc/aDQK+95Hzt372rrrptmMZP/NofY1c+HX7QgapVM1F3PvCY4ivFqfd+PbZbOPXr1tG+XTrr/U++0J/TZkSNaxcGff3tDxQfHxdZNDWqwTbstNiziY4+vK8eG/OCvvv5Nx3X7zCF48IbHbG8LFi6agsXoy2eUMe2rWQ/YHbDRVfz8vL1+jsfamXKquLNS61vycKz9iNrzzrleJ107FF6aOSzevaVsZFFa+2Csh3bttaH4yco+Z+lpc61sYN2sdktXeR3bWqaUlavjgxZrUoV9e7VQ9/89Ismfvdj5Lit2EWI3/v0Cy1fsVIHHdDTHqIggECMCOzoNLrVbKPzWvWPTDNj7UKNmvVeZJ8KAghsm4Axxl+M33EceTX/d3euG5D9+TkUCnlbV+FQWI07GSVdlCI3XOBPuHBKrsbetU650T+S++e251PyNG+e4anKSi+cN7FphroPTlZ8QkA2vrAXYygYUjhsYw3K1u3PZjYHxziyecl7GGNkjPFqfCGAAAIIIIAAAggggMDWCNAHAQQQQAABBBBAAAEEEEAAAQRiX4AMEagIAsvfv1ShOu1U+8gH1fza+ap96DAFE5tVhNDLFOPhfZIUF47TeVfdpGdfHee/F/DK24brmx9+VY3EamUaY8NGxhid+38nql6dWjr1/Ct054OP65MvJ/vFvgfx7Euv04qVm3+fY/Fx92zSWHW98W6/f4ReeONtf6yb735Iz7wyVlUTEoo39etx4bDGT/hKF19/u5+TfS/hKedepo+/mKTBp52o5s2a+O16dN1bJ/Y/Qg8+9YzOuex62XY21lfGvaf/u+hKTfr2B79daU8vvP6WBp5zsex7OW0f6/f0i6+pZ7d91LhRA9n3HJ975U265IY7lJuXV9oQ/rFGDerp5iuG6IdfftfRp50bye/JZ1/WUd6+bXTbNZdoU++NtW2MMTrjxGMVCgZ1+kVX6/FnXvSd7DjnX3Wz2rduaZtFin3/7flnnqK3PvxUJ5wzJJKHzce6Pffam5G2G6uUNceN9ed4oUCj+rXUqW2zwh2eEUAAAQQQQACBGBQgJQQQQAABBBBAAAEEEEAAAQQQiH0BMqx4Ak7FC5mIEUAAAQQQQAABBBBAAAEEdrEA0yOAAAIIIIAAAggggAACCCCAQOwLkCECCCCAAAIIIIAAAggggAACCMSAQHx8vIYOHapVq1apc+fOuuuuuzRu3Di99tpruuyyy3TSSScpLS1Ny5cvV9euXXX55ZdHzg8ZMsTvN3DgwO0uUWXIJar77geK73vwdh+bARFAAAEEEKjoAn177qVhV5ypXl3al6tU8vPz9dZH41WzRqJ67dtlo7H16dVDjhPQu59+oYKCAt12/wgNuvyGyAKfD4/6n7845qF9eql6taolxqmSUFmP3HWz9u2yly67aag+nfBViTalHZgxa64/rl0QtKh8MflbrVmXGmm+MmW1Pp/0TYl2c+YvjLTZsFLLy7ffIX38ceyirQ3r192wyVbvu4GArrlosL/g66nnXR5ZsNUuBOovDPr+xxp63eVqsWfTrZ6jtI7GGA04rK/y8/PUtMke6tFt79KaRY5tjwVLI4NtQ2VLF6MtPlWbls11TL9D/UVXB/274KxddHbwFTdo2sw5/jUo3r60+uYWnt2wT9B1dcuVQ/yFbu9/YrTGvPSG/z1hF5S99PyztNa7N4/+v/NkF4q19+yH4yforoee0OU336mM9es3HM7fN8Zs0SK/zZs2VnpGhp549iV/Qd4Xx77jj3PWycfLfo/ZRXKvueNe/5z1sIvxPvDkGF1xwTnar9s+flueEEAgJgR2ShIXtOyv2uHqkbmemf2Bpq1dENmnggAC2yZgjJExxvtZ2cj9ywAAEABJREFU25FXU8D7WdJ1Awq6QYVCIW/rKhwKq3Eno6SLUuSGC2QfC6fkauxd65Sbbfe2f0me5o0/PFVZ6YXzJTbNUPfByYpPCPhxhb3YQsGQwmEboxerV3e9n5Ns7I5x5DiO7MMYI2OMrVIQQAABBBBAAAEEEEBg6wTohQACCCCAAAIIIIAAAggggAACsS9AhghUCIFKLQ5R0yE/KXHfC2QCoQoR85YE2a51Cz1531DVq1tH9zw6UlfdPly1EhN1/+3XK877u/2WjFW8bYN6dfXCEw/o2H6H6rW3P9ClNw7130/45dff6ZgjDlb16iXfc1u8/4b1Rg3q6cHbb5R9r27RexMdY7xjNyihcqUNm6tG9Wp68t47VLtmop/T1bfdrbSMDD12920a/H8nRv6mH/T+5n/zFUN0y1UXa9a8+bLtbKxPPv+yOrRupU7t2pQYu+hA+zYtlZGVpZuGP+jnN/qF13Tu/52ke265xn/fw+q16zRr7nzt172L7Htsi/qVtj2szwEa++wTaujlOfyRJ/3xnn1lrE7sf6ReHz1C1rO0fhses9dz7LOP+++pfPyZF/xxJnz7ve699Vp13atjVHNjjM45daAeuesWZWVlR/K477GnPdPKOuiAnlHtS9vZkhxL688xBBBAAAEEEEAAgd1CgCQRQAABBBBAAAEEEEAAAQQQQCD2BciwAgoU/h/RFTBwQkYAAQQQQAABBBBAAAEEENhVAsyLAAIIIIAAAggggAACCCCAAAKxL0CGCCCAAAIIIIAAAggggAACCCAQKwLdu3fXN998o169eum2226T/UD/M844Q7/++qvOPvtsVa5cWVWqVPHPjxkzxj9/2mmnac2aNZo8ebIOOOCA7UYRf/Ahqvf+R6p20cXbbUwGQgABBBBAIFYEWjVrpGvPHaiT+/VWOBQsd2mlr1+vn3//S106tVf9unU2Gl/Lpk3Uba+OmvD191q+IkXd9+mkOfMXRhb4fO+TL3TnDVdoyDmnRxYD3XCwKgmVdfdNV2tPb6wrbxmm8RO/3rBJif33x3/pL7ppFxEtKld4fRcv+SfSdu6CRbr69ntKtPviq28jbUqrHN4nSXs22cNfFNQYU1qTrT5mFxi1C42eeEw/jXv/Ez+2W+55SHVq1fIXJrULlG714Jvo2LZlc+27z1469bijVDPxvw9rLq2LMWabFywtbdwtPbali9EWH98uBHvLlUN069UXa+5C7z647W4Nvf8xtW/d0l+EtiyL7m5u4dni8xXV7UK3115yvg7o0U33PzFaz746TgUFBercro1eG/2ounTuqBFjnvOv+7VD79XUGbN0/FGHKz4urmiIElt7z5R1kd+knt113hkn67NJX+uKW4dpRcoqfzz7PTby/jt1xfln6+vvf/LP2UV47WK9Yx4eHrVYr9+BJwQQqOACOyf8hpVqa0ib4yKTrc1O16iZ70b2qSCAwLYLGGP8n6Edx5FXUyAQkOsGFHSDCoVC3tb1/lsirMadjJKGpMgNF/iTLpySq7F3rVNutr+73Z6Sp3njDk9VVnrhPIlNM9R9cLLiEwJ+PGEvplAwpHDYxubF6NVd1/Vjdowjm4e8hzFGxhivxhcCCCCAAAIIIIAAAghsvQA9EUAAAQQQQAABBBBAAAEEEEAg9gXIEIGKIZDQ9uiKEehGouzQppX+nPShDurVcyMt5L839qNXxmjm959r+ref6aYrLlLTPRpq4ruv6LzTT470s2PYseyYkYP/Vu679TrZ9rVr1fj3iFSvTm3ddcOVmvr1J5GxP3hptAYccYj/noBIw1Iqdt4Nx7Pv4S0e59Drr1CLPZv689r5i4Yp6mvP2TY2J5vbJ6//T/Z9rMZE/00/HBfW6QOP0dfvv+7Hadva+vWXXaDE6tWKhvUtisfUs+veKorH9vnu43G68OzTIu+ZXPzPUqmgQN337hQZY1OVjt61evmph/xrYMf7+fN3tGEMtv+mroM936xxI41+aFhknLFjHtM+ndr78W94/QIBR0cefKCsjZ3Tlp8+e1v33HKNGjdsYIfzy8bm3NIc/cF4KiHw5sffaNL3f5U4zgEEEEAAAQQQQCA2BMgCAQQQQAABBBBAAAEEEEAAAQRiX4AMK6KAUxGDJmYEEEAAAQQQQAABBBBAAIFdKMDUCCCAAAIIIIAAAggggAACCCAQ+wJkiAACCCCAAAIIIIAAAggggAACFUogISFBEydO9Iutbxh8u3bt9OGHHyovL0/2A0ezs7P11Vdf6fDDD/c/XMv2eeKJJ5SWluaft+0mTZqkrl27bjjUVu0HGjZSjfseVM1HH5e7Z/OtGoNOCOxqAfu989ET9+ru45L0z+xpuzSc1JTleuCUQzT51TG7NA4mRwCB7SMQHxfWqUf30TWDTlDLJg23z6A7YJQqlSvrq/de02N33yY3ENjoDHZRz2cevUcT33lZdevU0rFHHurX7QKXttjjx/U7LGoh0qKFQ4svYtqgXl1/kU+7iOmhvXttdD67KKpdXNOOvWGxx+35SvHxeunJhyKLjG7Yzs5vJ7CLmRZfaNQes6Vl86b+Qp12a/eLio3Xtrf9io5tbLuptnax09uuvkR/TPzAj9EunGoXEu3YplXUcEV5lGW+oo52AVGbr90WHbPbouv0fyccY3ejih3f5mVjLjpR1gVLreWGfYvG2Ng5G1tpMdprZ6+h7Vc0xpYuRls8h6DryuZrF5m189mFXq8eMjiy6K7Nu2ie0rabW3jW9rG52Jht7HbflioJlfXMI3f713bQqQP9n7/t8RbNmkQtGGvv9VdHPaIDenSLtLHxW8/iBrZvWRf5tTlffdHgyKK0V15wju3ul/i4OH/hXLuArvWwxS5aW3x+23BT953N0+a7YXy2HwUBBMqRwE4M5fyW/dU5sUVkxlfnf6Evlv4S2aeCAALbLmCM8X9WcBxHXk0B72dz1w14P18HFQqFvK2rcCisxh2NkoakyA0X+JMunJKrsXetU262v7vNT8nTvPGGpyorvXD8xKYZ6j44WfEJAT+OsBdLKBhSOGxj8mLz6q7385iN1TGObPzyHsYYGWO8Gl8IIIAAAggggAACCCCwTQJ0RgABBBBAAAEEEEAAAQQQQACB2BcgQwQQQCDGBWbOna9GDeupft3aMZvp7pDjzrh48xcv0+q1qTtjKuZAAAEEEEAAAQR2vgAzIoAAAggggAACCCCAAAIIIIBA7AuQYYUUcCpk1ASNAAIIIIAAAggggAACCCCwywSYGAEEEEAAAQQQQAABBBBAAAEEYl+ADBFAAAEEEEAAAQQQQAABBBBAIPYFdlaGbsNGqvfxeFXqd9TOmpJ5ENghAgX5ecrdXp+St0MiZFAEEKioAsOuOFN99u1cUcMnbgQQQAABBBAo5wI7MzzHGF3UakDUlKNmvhe1zw4CCGy7gDFGxhg5jiOvpkAgINcNKOgGFQqFvK2rcCisxh2NkoakyA0XyD4WTsnV2LvWaVt/vZE8zRtneKqy0gvHTWyaoe6DkxWfEPDnD3sxhIIhhcM2Fi8mr+66rh+jYxzZuOU9jDEyxng1vhBAAAEEEEAAAQQQQGBbBeiPAAIIIIAAAggggAACCCCAAAKxL0CGCCCAQCwLFBQU6Off/lRSz+6qFB8fk6nuDjnurAuXk5OnUMjdWdMxDwIIIIAAAgggsFMFmAwBBBBAAAEEEEAAAQQQQAABBGJfgAwrpoBTMcMmagQQQAABBBBAAAEEEEAAgV0kwLQIIIAAAggggAACCCCAAAIIIBD7AmSIAAIIIIAAAggggAACCCCAAAKxL7DTMqx65dUygcBOm4+Jdo7A9G8n6LnrzlPa6pU7Z8JyMIsTcNX/slt0w1uTVb9F23IQESEggEAsCBx7yP6qUrlSLKRCDggggAACCCBQPgV2elTHNE5Sv0Y9I/NOWva7Xpo3PrJPBQEEto+AMUbGGDmOI6+mgPf7N9cNKOgGFQqFvK2rcCisxh2NkoakyA0XyD4WTsnV2LvWKTfb7m15SZ7m9R+eqqz0wvESm2ao26DFik8I+POGvblDwZDCYRuDF4tXd11XNjbHOLLxynsYY2SM8Wp8IYAAAggggAACCCCAwHYQYAgEEEAAAQQQQAABBBBAAAEEEIh9ATJEAAEEYlrAGKMHh96o804/OWbzNCb2c9xZF+/6iwbqyD7dd9Z0zIMAAggggAACCOxMAeZCAAEEEEAAAQQQQAABBBBAAIHYFyDDCirgVNC4CRsBBBBAAAEEEEAAAQQQQGCXCDApAggggAACCCCAAAIIIIAAAgjEvgAZIoAAAggggAACCCCAAAIIIIBA7AuQIQLbJrB8wRytXDhPBfn52zYQvRFAAAEEEEAAAQQQQAABBHagwK4Z+vyW/aMmHjXzPa3NTo86xg4CCGy7gDFGxhg5jiOvpkAgINcNKOgGFQqFvK2rcCisxh2NkoakyA0XyD4WTsnV2LvWKTfb7pW9JE/L0djhqcpKLxwnsWmGug1KVqUqrj9f2JszFAwpHLZzezF4ddd1/Zgc48jGaWczxsgYY6sUBBBAAAEEEEAAAQQQ2C4CDIIAAggggAACCCCAAAIIIIAAArEvQIYIIIAAAggggAACCCCAAAIIIBD7AmSIAAIIIIAAAggggAACCCCAAAKxL0CGFVXAqaiBEzcCCCCAAAIIIIAAAggggMAuEGBKBBBAAAEEEEAAAQQQQAABBBCIfQEyRAABBBBAAAEEEEAAAQQQQACB2BcgQwQQQAABBBBAAAEEEEAAAQQQiH2BXZThvrXa6dyWR0Vmn7lukUbOejeyTwUBBLafgDFGxhg5jiOvpkAgINcNKOgGFQqFvK2rcCisxh2NkoakyA0XyD4WTsnV2LvWKTfb7m2+LJ6Wo7HD05SVXtg/sWmGug1KVqUqAX+esDdXKBhSOGzn9Ob26q7r+rE4xpGNT97DGCNjjFfjCwEEEEAAAQQQQAABBLabAAMhgAACCCCAAAIIIIAAAggggEDsC5AhAggggAACCEQE5i5cqnWpGZF9KggggAACCCCAQMwIkAgCCCCAAAIIIIAAAggggAACCMS+ABlWWAGnwkZO4AgggAACCCCAAAIIIIAAAjtdgAkRQAABBBBAAAEEEEAAAQQQQCD2BcgQAQQQQAABBBBAAAEEEEAAAQRiX4AMNy6QnZGhMZefqbHDr1PqqhV66/5bdPvh++im3u30yJn9NGXSpyooKPygMzvKtG8maOiR3TTv95/0wWPDdeshnfz+dhx7PicrS9+9+ZIeOPVQfww7jq1/99bLysvNsU0iZeWieXrhxgv9+W5Iaq1h/ffTN2Ofj5y3leIx2Tb3nXiQShvLtt2wlGV8G/enox7057bj2xjsvj1ux0ueOdXP9+On7ldK8kINP/YA2XbWy563Odl4bI4215v6tNfoy87Q6qXJ9vRGi+1v3YvmKWqYmrJcD5xyiCa/OqbokIrMF8+Y4l8Pe13sXK1KvHIAABAASURBVPY62etljSKNy1D544sPdfNBHWS3GzZf/c9i3XdSX7336J3+dbdx2HhsXEVtN+daWh/b1+Zqc7a52/2isnb5Utk87jxqX9/W5vXh43fLti9qU9p2a+3tWKXdp9bVXm973pbS2tjrbK+3ndu2scXGWZSXtRl92emy98Ed3veJbZufn6fix+33jP3esf1sf1tsvWgMez2th3Ww1/mRUr4P7fWw12XSK6P155cf6e7jkvz7tCh+O569j+39bO9Xu7X79ridr6jYuDb1PWjb2373HJ/kXxsb+6u3X6Hc7KyiIdgigAACCCCAAAIIIFCuBHZlMOe3HKBa4eqREMbM+kDT1iyI7FNBAIHtJ2CMkTFGjuPIqykQCMh1Awq6QYVCIW/rKhwKq3FHo6QhKXLDhb/bWjglV2PvWqecbG3ysXhajsYNT1NWemG/xKYZ6jYoWZWqBPzxw94coWBI4bCdy5vTq7uu68fgGEc2LnkPY4yMMV6NLwQQQAABBBBAAAEEENieAoyFAAIIIIAAAggggAACCCCAAAKxL0CGCCCAAAIIIFAokJuXp9GvfqIZcxcVHuAZAQQQQAABBBCIIQFSQQABBBBAAAEEEEAAAQQQQACB2Bcgw4or4FTc0IkcAQQQQAABBBBAAAEEEEBgJwswHQIIIIAAAggggAACCCCAAAIIxL4AGSKAAAIIIIAAAggggAACCCCAQOwLkGEZBNanrdO4u29UXna2jrv2Lh17zVA5AVdv3HWNpk4eHzWC/eiz8WMeVr09W+n2T3/T4EeeV6hSJWWmperlWy/RB4/frSbt99ZJtz6ggTfdo5oNGuuDEcP03iN3Ki83xx9r2bzZGn3ZGUpftUrHXHW7Trn9YbXqcYCWL5jjn7dPa5Yu0ZjLz9LMHybr0HOv0GlDR6hFt/31wWPD9fFT96ugwEZiW5YsZRnfxvvSLRfrh3dfU4/jTvXH73b0QH339st6fdjVysnKUmL9Rjrhhnu096EDlFC9po675k6/XY9jTvXnt3F8+vSD6tTnCD+Hfhdfr1yvX8a6NSWD2sYjf335kT57ZoS69z/Zn6vLEcfp9/Hvauyw63z7sg7ffJ99VatxU02dNF75eblR3RZM+VU29r0OPqrUD6gri2vUgJvZyc7I0Njh12nur9+r79kX+7Yd+xyub8e9qI9H3l8ivqLh7LXfWnt73V+88cKo+9Teqw1bd1D6mlX+FLZNWe9lv4P3lLJ4od689ya13b+vBt54t+o03lMfPnG3vhn7vF6940o19r4nTrntIXX2bL978yWNf+YR/x7yuka+tuT70Haa/u0Ezfrpa1354ke69aOf1LBVe/9e2Nx9bftu7lra+99+H/z04Tj1Oukc/9r0Pv0CrV2+VPm5eXYICgIIIIAAAggggAAC5U1gl8azR+U6uqj1MZEY1uWka9SsdyP7VBBAYPsKGGP83104jiOvpkAgINcNKOgGFQqFvK2rcCisxh2NkoakyA0X/h5p4ZRcjbtrnXKyS49n8bQcjRuepqz0wvaJTTPUbVCyKlUJ+OOGvbFDwZDCYTuHN5dXd13Xn9sxjmw88h7GGBljvBpfCCCAAAIIIIAAAgggsJ0FGA4BBBBAAAEEEEAAAQQQQAABBGJfgAwRQAABBBBA4F+BnJzC/3/Dvi/m30NsEEAAAQQQQACBWBEgDwQQQAABBBBAAAEEEEAAAQQQiH0BMqzAAk4Fjp3QEUAAAQQQQAABBBBAAAEEdqoAkyGAAAIIIIAAAggggAACCCCAQOwLkCECCCCAAAIIIIAAAggggAACCFQUgbx8aevKlvfL9+aqKC7bK86ZP3ylLkccq4E33atOBx2prv1O0OBHnlf95m31xXNPKH3t6shUmWnrVL9lW3U58ng5TiBy/Mf3X9fcX7/XKbc/FBlnr0P666z7R+uw86/Sb5++ozm/fOe3n/XT18rOzNTRl98s28bOOfDGe3X0pTf55/PzcvXlC08qPy9P5z/+ivY7/nR16H2Yjr16qA4ZfJn+/PJjrVg4129b2tPmxrd9bLyLp/2lsx8Yo75nXeyPf+i5V+i4a+/y4vxeC/76RZWqVFO7A/qqXvNWCleurDb79fbb7dGus9LXpGjG95PVrtfBXkyX+8dtnOc/8bLn1tpOsd3Kes988fS/dOGTr0Usjr7sZh17zZ1+rH988WGZ50pIrKXm+/TU/L9+1crFCyL9crOz9McXH6lR6w6q16z0+MviGhmwjJUOBx6mS595N5LXMVfdoba9+mrGD5OVuiql1FG21r6goECf/+8xzf/z56j7tOj+a9X9AH8+e2+U9V72O3hPS+fN1GHnXaVeJ57l39OnDn1UNRs01idPPaDOfY+SvbfsPdz/8tvUsvv+muN9r2SsW+P1/O9rS74PbS97Xxx23pXevZlgd/1iY9/cfW0bbu5arlw0Vwv+/FX7DzzTz8nGftAZF+ncES8oFB9vh6AggAACCCCAAAIIIFDOBHZ9OOe36q/Oic0jgbw6/wt9sfSXyD4VBBDYvgLGGBljvN9POfJqCgQCsoudB92gQqGQgq6rcCisxh2NkoakyA0XyD4WTsnVuLvWKSfb7v1XFk/L0bjhacpKL2yX2DRD3QYle78fCvjjhb0xQ8GQwmE7tjeHV3e9OeycjnHkOI7swxgjY4ytUhBAAAEEEEAAAQQQQGC7CzAgAggggAACCCCAAAIIIIAAAgjEvgAZIoAAAggggECRgOMYde3UUolVqxQdYosAAggggAACCMSIAGkggAACCCCAAAIIIIAAAggggEDsC5BhRRYo/L+mK3IGxI4AAggggAACCCCAAAIIILBzBJgFAQQQQAABBBBAAAEEEEAAAQRiX4AMEUAAAQQQQAABBBBAAAEEEECgQgjk5Uu5W1u2sl+FgNmOQTZo2U4tu/eKGrFS1era54hjtWbZP1r9z+Koc8333jfqg8zWp63TlEnjtad3vHWP3lFtjTHa65CjVLV2Pb+NPVmlZm3lZK7X7F++U35+nj3kFzcU9rd2zpk/fqWOvQ9TYr2G/jH7ZIxRiy49lZOVqZTFC+2hUsvmxi+Kt0XX/dSwdfuoMZp07KJK1RK1ZNbfUcc33HGDYVX22iXPnKpVyf/F4gRc2bJh+23d73bUQMUlRC/Y1WrfJNVp1kIL/vpVBQWFH05Xlnk69z1S2ZkZmvPL95Hm1nPx33+qfdKhClWqFDlevLI51+Jty1K38/Q49tSo+QJuUI3bd1Zm6jqlrV5Z6jBba5+aslzTv5uorp6lzbO0wYvujbLey0VjNGjZVvVbtCnaVZWatVS3WUtVqVVbHQ48NPL9EgyHZe+x9DWrlb5mVaS9rWzp92GDFu1UuXpN29UvRbGX5b6uspnvwbjKVbzrUllzf/tBGalr/fHtk70+XjK2SkEAAQQQQAABBBBAoHwJlINoXBPQha2OiYpk1Mz3ovbZQQCB7StgjPH+M9XIcRx5NQUCAbluQEHv9wuhUMjbugqHwmrc0ShpSIrccOHvTxZOydW4u9YpJ1v+I3m6tz88TVnphecTm2ao26BkVaoSkB0n7I0VCoYUDtsxg7J113X9uRzjyM4v72GMkTHGq/GFAAIIIIAAAggggAACO0SAQRFAAAEEEEAAAQQQQAABBBBAIPYFyBABBBBAAAEEIgLhUFDHH7G/mu5RN3KMCgIIIIAAAgggEBMCJIEAAggggAACCCCAAAIIIIAAArEvQIYVWsCp0NETPAIIIIAAAggggAACCCCAwE4TYCIEEEAAAQQQQAABBBBAAAEEEIh9ATJEAAEEEEAAAQQQQAABBBBAAIHYFyDDsgnUatRUcZWrlGhctVZdZaatU2rKysi5uISqqlanfmTfVnKzMpWxdrUatGynYDhsD0WVuEpVVN3rs2bZEmWvX6/W+yapQ+/D9NnoR3TvCX00+dVnlLFuTaTPem/O7IwMTXhxpG5Iah1VnjjvBD+mFQvnRNpvWNnc+EXx/jXxE93Up33U+Pccn6TV/yzWsnmzNhw2aj8uoYr6nHGh0tes0kOnH6nnrjtPC/76Rfn5eVHttseONa+1R7MSQwWDYVWulqh1K5cpx3Mt0WAjB+o1a61GrTtoxvcTlZOV5bea8cMkBePj1abngf5+aU+bcy2tz+aO2etsr8M7D96mxwcfp7uPS9Knox7aZLettU9dtVIZa1arcbvOG/0wvqJ7o6z3clGgifUaKlypctGunICrYFyc3GCoxPdEwHVl58nxvm8iHbzKlnwfes1Vu8meUXnYMe33ofXc3H29uWtZ3csn6eRBWvT3H7rnuAM0dvh1Wj5/tgoKCj8I0c5PQQABBBBAAAEEEECgPAmUl1iObZykIxr2iIQzadnvemne+Mg+FQQQ2P4Cxhj/v48dx5FXUyAQkOsGFHSDCoW8/y73/js8HAqrcUejpCEpcsOF/227cEquxt21TsnTczV2WKqy0guPJzbNUNdzFqtSlYDfP+yNEQqGFA7bsbwxvbrrjWnncIwjO6+8hzFGxhivxhcCCCCAAAIIIIAAAgjsKAHGRQABBBBAAAEEEEAAAQQQQACB2BcgQwQQQAABBBBAAAEEEEAAAQQQiH0BMkQAAQQQQAABBBBAAAEEEEAAgdgXIMOKLeBU7PCJHgEEEEAAAQQQQAABBBBAYCcJMA0CCCCAAAIIIIAAAggggAACCMS+ABkigAACCCCAAAIIIIAAAggggEDsC5BhGQWMYzb6AWWBYFDBcDgykvFqxtm2t+bHJVTRSbc8oEueeVvNOnfV588+qvtOPEhTJ4/3Rv/vq9eJZ+u0oSNKLW326/Nfww1qZR2/00FHljq2nbPHMaduMGrJ3dY9knTta1/oqEtu1KolizRyyKl64YYLlZmWWrLxNhzZnHkwLl6OGyjzDKFKldQ+6VAlT5+qVckL/Xj//uoLtdmvt6rXa7jRccrqutEBNjixeMYUPfh/h+nNe25U2qoUtfGu6dGX3qSuR52gzT22xT4Yjtvc8Lvk/JZ8H9oAA65rNyVKWe7rzV1LY4x6HHuqrn3jSyWdcq5m//ydHj2rv957eKgK8vNLzMkBBBBAAAEEEEAAAQR2sUC5mv6CVgOi4hk18z2tzU6POsYOAghsXwFjjP+7Lcdx5NUUCATker8rCbpBhUIhBb3/hg6Hwmrc0ShpyCq54QI/gIVTcjV2WKqy0gv3E5tmqNugZFWu6vr9wl7fUDCkcNiO4Y3l1V1vLDu2YxzZ+exAxhgZY2yVggACCCCAAAIIIIAAAjtOgJERQAABBBBAAAEEEEAAAQQQQCD2BcgQAQQQQAABBIoJpKat1+df/651aRnFjlJFAAEEEEAAAQQqvAAJIIAAAggggAACCCCAAAIIIIBA7AuQYQUXcCp4/ISPAAIIIIAAAggggAACCCCwUwSYBAEEEEAAAQQQQAABBBBAAAEEYl+ADBFAAAEEEEAAAQQQQAABBBBAIPYFyLDUAbT9AAAQAElEQVSsAmuXL1V2RsnFoBb9/bsqVU1U1dp1NzmUG45TpWqJWjLrb+VkZZVom5mRqjXL/1HtJs0Vio/3zxtjVK95a51820O66uXxqrdna3088gGtW7lMQW88O2YwHFaH3oeVWup4Y/kDbeTJmI2P77hBBePiVZCfr3YH9C11/D3add7IyNGHQ5Uqqedxp+ny5z/QsVcP1eyfv9WP778e3aiUvbUrlik7K9p8XcoKZaxdU6J1Vka61i1fVuJ42poUrVw8XzUa7CE3FC5xflMHWvdIUiAU1IwfJmnp3Jla9c9i7XXwUZv9sDpjNu5aNF9mWqrSVqcU7frbonvA3/GeCgoK9P3bL3v3Q2Vd9tz7+r9hj+vgcy7xr0X1ug28Fpv/2lL7ovtq7u8/bXRwe99t6b280cG28MS2fh9u6X1tzOavZaWq1f3rcvWrn+nA087Tj++9rlVLFm5hZjRHAAEEEEAAAQQQQGBHC5Sv8XvUaqdBLfpFgpq5bpFGzX4vsk8FAQR2jIAxxv+9huM48moKBAJy3YCCblChUMjbugp7vz/Zo0OBDrx4tQKhfD+QrPQCf5vYNEP7nvuPKlUJ+O3DXp9QMKRw2Pb1xvDqruv6YzrGkZ1H3sMYI2OMV+MLAQQQQAABBBBAAAEEdqwAoyOAAAIIIIAAAggggAACCCCAQOwLkCECCCCAAAIIFBdYtTZVX3zzu9Znlvx/tYq3o44AAggggAACCFQsAaJFAAEEEEAAAQQQQAABBBBAAIHYFyDDii7gVPQEiB8BBBBAAAEEEEAAAQQQQGAnCDAFAggggAACCCCAAAIIIIAAAgjEvgAZIoAAAggggAACCCCAAAIIIIBA7AuQYZkFFs+YokXT/4xqn7J4gX4b/672aNdRifUaRZ3bcCc+oapa7Zukub/9oBnfT4w6XVBQoN8/+0CpKcvVpmdv/1xeTo7scX/He6pWp55a9zxQ2evXKzM9zZ+vQcs2+mvip1q9NNlrsWVfmxu/UtXqarZXN83++Vslz5iqsjwy01KVtjol0jQ/P095uTmRfccJeDn0VtVadbV2xbLI8dIq1WrXU+qqFVq5aEHktPX4e/LnWp+2LnKsqGLnstciJ+u/Bbts+18+eksZa1dHXIval2VbvW59NevUTTN/+Eo/fzhWdZrsqXrNWm+y6+Zcbeeqtepofeo6LZ070+5Gypxfv9fqJYsj+zmZmVrnOVWpWUv2ehSdyFi3RtO/mVC0W+rWemyNfc2GjdWsc1f9+fmHWjQt+n4vmmhL7+Wifttju63fh9axrPf15q5lfl6ubCnKKxgOq90BfRWqVFlZ6zOKDrNFAAEEEEAAAQQQQKB8CJTDKM5vOUA1w9UikY2e+b6mr10Y2aeCAAI7RsAYI2OMHMeRV1MgEJDrBhR0gwqFQt7WVTgU1h4dCtT7kjVywwWyj5p7Zmq/85erclV7PuS1sSWscDjk9fH6BkPeOK5XAnKMIzu+7WeMkTHGVikIIIAAAggggAACCCCwowUYHwEEEEAAAQQQQAABBBBAAAEEYl+ADBFAAAEEEEAgSiAnJ8/fDwWD/pYnBBBAAAEEEEAgJgRIAgEEEEAAAQQQQAABBBBAAAEEYl+ADCu8gFPhMyABBBBAAAEEEEAAAQQQQACBHS7ABAgggAACCCCAAAIIIIAAAgggEPsCZIgAAggggAACCCCAAAIIIIAAArEvQIZlF0hIrKk3771J40c/rCkTP9XXbzynpy46WblZ2er9fxcoGA5vdrBeA89U005d9ertV2rssOv055cf6ffP3tNz15zrj9v3rEvUout+/jjfvvmCRl54sn7+cFxkvm/GPq9mnbuqZsPG/nx9z75Emanr9MR5J+jLF57029kxP3hsmF6740plZ2T4Y5X2tLnxjTFKOmmQqtSqo2euPFvvjxjmj29ztwb/u3qwUlOWR4auvceeWu/FMuGFkX5e3735ktJXp+jJC07UB48N9/va2N57eKjfrmPvwyN9S6t06H2YgsGwXrr5Yt/a9n3jzms059fvVbVW3RJdQvHxWrForsZcdoZvatu/dNPFmvjSKO192DHac+/ufp/c7Cw9f/0FeuXWy5Sfl+sf29iTE3C9vv2VPHOq/v7qC7VPOlShSpU21tw/vjlX26jZXvuqdtM99e5Dd/jX3Zq+/+hd+vr151S7STPbxC82p8Yd9tGCP3/VOw/c5rv++N7rGu3l6LgBv83GnrbWPuAGdcQF16hS9UQ9c8VZketu71N7T8388St/yi25l/0O2+lpW78PjSn7fb25a/nPnBkacc6AyPeeNXr/kbsUV7myEus32k4ZMwwCCCCAAAIIIIAAAttHoDyO0iShri5sNSAS2rqcdI2a9W5knwoCCOw4AWOMjDFyHEdeTYFAQK73u4ag93uBUCikUDCocCisxh2kPpeuVZ0WOUoaskpVqgcV5/0OLC4uzj9v24WCIb/uuq4/hmMc2XHlPYwxMsZ4Nb4QQAABBBBAAAEEEEBgZwgwBwIIIIAAAggggAACCCCAAAIIxL4AGSKAAAIIIIBAtECDejV07imHK7FaQvQJ9hBAAAEEEEAAgQosQOgIIIAAAggggAACCCCAAAIIIBD7AmRY8QWcip8CGSCAAAIIIIAAAggggAACCOxgAYZHAAEEEEAAAQQQQAABBBBAAIHYFyBDBBBAAAEEEEAAAQQQQAABBBCIfQEy3AKBJh321v/d9Zjm/PK9Xr39Co0f/ZD2aNdZ5z/xsvZo26lMI8UlVNH/3fm4Dj7nYs359Tt/nLHDb1DW+gydcfeTOuDkcyIfitagVXvlZGfq7Qdu08u3XqqvX39W+w88Q8dfO0wBN+jPZ+c9d8QLfhwTXxzpt3vrvpu1ZNY07XP4MQrGx/vtSnsqy/jV6zXQOQ88o059++mXj970x39j2DWa8f1k7XXIUapULTEydKseByjp1MGa/t0EvX7nNUpdtULh+ARZt98+fdfvO+7u65WZnqpBD/9PTTt1ifQtrdKgZTudOvRRVa1VRx8/eZ9s38qJNXTCjXcrGA6X6BIIBDXgitvVat9eevfhO33bf2ZP01GX3qT+l98SMctYt0YrFs5V8y495QTcEuNseKBBq3aqVqee4qpUVZueB254usR+gzJct2q163r3wWNq2Lq9Jr0yRq/ecaXSVqfolNsfUkJiragxk046R/udcLqmfful7H339djndPj5V6vNfn2i2m24sy321Ytd99/Hv+dfu3cevF3ZWetVq1FTf6otuZf9Dtvpyd5P2/p9WDy/Td3Xm7uWVWvWVu3GzTXZu4b2e9QaVa9bX4MfeUHxCVW3U8YMgwACCCCAAAIIIIDAdhEot4Oc32qAOiXuGYnvlXmf68ulv0b2qSCAwI4TMMb4v4dyHEdeTYFAQK4bUNANKuz97iUULNw26Wh0yJVpqpoYUlxcnMKh8L8lpMJ2oUhfxziy49mojTEyxtgqBQEEEEAAAQQQQAABBHaOALMggAACCCCAAAIIIIAAAggggEDsC5AhAgiUA4GnX3xNvQecqhUrV202mtff/Ugde/fTl19/t9m25bGBjbvTgf00ZfrM8hjeNsVkr5+9jvZ6Fg1U0a9XUR6727ZSXFh7Nq63u6VNvggggAACCCAQ2wJkhwACCCCAAAIIIIAAAggggAACsS9AhjEg4MRADqSAAAIIIIAAAggggAACCCCwQwUYHAEEEEAAAQQQQAABBBBAAAEEYl+ADBFAAAEEEEAAAQQQQAABBBBAIPYFyHBLBRq0bKcLR76uYRP/1tDP/tSZ94xUrT2aRQ3Tdv8+uvWjn9SwVfuo40U7oUqV1Of0C3X9m5N19+QZGjZhqi544hW12jcp6kPRmu/TQ5c++65/3raz7W0/279oLLut07SFH4eNx7a7/ZNfdd6Il0qMZ9sWL2Udv1qdejrumjtlx7Xj23kueeZt7X3YMQq4wciQtn7YeVf6LjanQ8+9QjbW/pffqls++MHP1fY999EX1Kh1h0i/TVWa7dWt0OBf76MuuVG1GjXV1a9+pqRTBpfoGoyLU9+zL9Ftnr+N9do3vlTP406LinPVksVSQYHs2CUGKOVAQmItXf7cB7r29S+UWL9RiRY2DhtPlZp1/HNldbX3zbmPvuhfX+t1yu0Pyx4b/MjzGnjjvf5Y9ska9rv4hoj/lS9+rNY9knTgqedG3Wd2fhuHjaeo37bYF133omtnr/8Zw59SjQZ72OH9YmOz96S9N623zaO0e9m22zAvfwDvyeZq47bxe7uRL5vHrd51LO37qCzfh3Y8O64dJzJosUpRfjYvG7u9Nze8rzd3Le0cp905InJt7Fin3PGIajZsXGwmqggggAACCCCAAAIIlAeB8htDyHF1QcsBUQGOnPlu1D47CCCw4wSMMf7voxzHkVdTwAnIdQMKer/zCYVCiguHFfa2VRPDXj3u32Lr3nHvnG0XCAT8Po5xZMex0RpjZIyxVQoCCCCAAAIIIIAAAgjsNAEmQgABBBBAAAEEEEAAAQQQQACB2BcgQwQQqGgC69evr2gh79bxcr1268tP8ggggAACCCCAQDkSIBQEEEAAAQQQQAABBBBAAAEEEIh9ATKMBQEnFpIgBwQQQAABBBBAAAEEEEAAgR0owNAIIIAAAggggAACCCCAAAIIIBD7AmSIAAIIIIAAAggggAACCCCAAAKxL0CGCOyGAsvmzVL1ug1UvXb93TB7UkYAAQQQQAABBBBAAIHdUqCcJ318k946vOG+kSgnLftdL80dH9mnggACO1bAGCNjjBzH8UvACch1AwoFQ34Jh8MKh0KK87a2FO6HFXSDXjtXwaArxxT2lfcwxvjjeVW+EEAAAQQQQAABBBBAYGcKMBcCCCCAAAIIIIAAAggggAACCMS+ABkigECFEzjr5OP118QPdVCvnhUu9vIecHZWth59+jkNf+Sp7RYq12u7Ue7UgX76c5Yee+69nTonkyGAAAIIIIAAAjtUgMERQAABBBBAAAEEEEAAAQQQQCD2BcgwJgScmMiCJBBAAAEEEEAAAQQQQAABBHaYAAMjgAACCCCAAAIIIIAAAggggEDsC5AhAggggAACCCCAAAIIIIAAAgjEvgAZIrC7CRQUFGjBX7+q1b4HKFSp0u6WPvkigAACCCCAAAIIIIDAbipQEdI+v2X/qDBHzXpPa7PTo46xgwACO07AGCNjCovjOAo4AbmuLa5CwZBfwqGwv7X7ruv65wMBR8b7x3EcPzhjvD2v+Ds8IYAAAggggAACCCCAwE4VYDIEEEAAAQQQQAABBBBAAAEEEIh9ATJEAAEEEPhPIDc/Tz/9/qfWrFv330Fqu6VATk6eVq7mPtgtLz5JI4AAAgggEKMCpIUAAggggAACCCCAAAIIIIAAArEvQIaxIVD4f1fHRi5kgQACCCCAAAIIIIAAAgggsP0FGBEBBBBAAAEEEEAAAQQQQAABBGJfgAwRQAABe9RcIQAAEABJREFUBBBAAAEEEEAAAQQQQCD2BcgQgd1OwBijE2++T0mnDN7tcidhBBBAAAEEEEAAAQQQ2G0FKkTi+9XuoHNaHBmJdea6RRo1693IPhUEENjxAsYYGVNYHMeRYxy5bsAvwaCr4sW1xwOuAk5Atq0xJtJXPBBAAAEEEEAAAQQQQGBXCDAnAggggAACCCCAAAIIIIAAAgjEvgAZIoAAAggggEApAjm5eQq6bilnOIQAAggggAACCFRIAYJGAAEEEEAAAQQQQAABBBBAAIHYFyDDGBFwYiQP0kAAAQQQQAABBBBAAAEEENghAgyKAAIIIIAAAggggAACCCCAAAKxL0CGCCCAAAIIIIAAAggggAACCCAQ+wJkiAACCCCAAAIIIIAAAggggAACsS9QcTI8v+UA1QhVjQQ8evYHmr52YWSfCgII7HgBY4yMMf5EjuPIMY7cgKuAE/BL8boxxm9r2xlTWBcPBBBAAAEEEEAAAQQQ2EUCTIsAAggggAACCCCAAAIIIIAAArEvQIYIIFDeBDKzszTmpTfU9eBj1KrHwep19En68LOJKigoiIT65dffqdOB/TRl+szIMVtZmbJKN9/9kNr3OjzS96Vx7ygnN9ee9suKlavUe8CpevqF1/xxexxxfGQsO8dPv/2pk8+7TG32OyQyxsbm//HXPzXs4Sf9tv930ZXKWL/enyMvL18ffT5JR5462B+jKI/PJ33jny96ysvP1weffennaNvYnJ95ZWwk3g/HT/D7v/r2B0VdItvUtHQNHHSJBl12vbIysyLHN1eZt3CxzrvqpoiRnfN/r73pd3v6xde0V5+jZfN656PP/LltXB9+NsGf68hTBmn1mrV+2+JPNk7r9dX3PxU/HKmXdr3sXPY6LFryT4nrPeGb76Outx0oLT1D9z8xOnJf2Ov2+rsfaeRzr0Sun21H2X4CB+7bXjdfcvL2G5CREEAAAQQQQACBXSrA5AgggAACCCCAAAIIIIAAAgggEPsCZBgrAk6sJEIeCCCAAAIIIIAAAggggAACO0CAIRFAAAEEEEAAAQQQQAABBBBAIPYFyBABBBBAAAEEEEAAAQQQQAABBGJfgAzLLBCqVEmDH3leA2+8t8x9aLhzBdru30e3fvSTGrZqv3MnZradJsD34U6jZiIEEEAAAQQqlIBdxLhCBUywCOwKgQo0Z9OEerqw9TGRiNdlp2vUzHcj+1QQQGDnCBhj5DiOjPlvGwgE/GP2ePFijCmxkL14IIAAAggggAACCCCAwM4XYEYEEEAAAQQQQAABBBBAAAEEEIh9ATJEAIFyJZCZnaXb7xuhX/6YojuuvUxDr79CAcfRdUPv8Y9tKtglS5fp1Auu0Jdff6/rLj1fI4bfqt777auhDzyu+x57usTf4T//6lt9/cPP+nzci/pz0ofq0KaVps6YpfOuulnxcXG677br9cAdN6hmYnVdddswb9zvoqYvMNIDT41Rq+bNNPWrT/XSkw+pUny8cnJzvRwe0eU336m6tWr6Y9hYjjjoQK1YuSoyhu0/8rlX9Pxrb+vai8/z2zVsUFf3jhiljz+f6Lfbt+te2rPJHvryq++UnZXtHyt6+uvvGfpr2nQd1+8whePCRYc3uZ09d75OPu8yrVq1Rnffco0eHnqTDkrqqbnzFvj9+h6wnx64/Xp/zq57dfQNbexdO3fUgCP6as78hZo2c47ftujJxvXOJ5+rY9s22qtDu6LDZdpu7Hpfcv3t+mPKtMgYqWnpGnL9bXru1Te9OA7247ro7P/TU/97Wc+8PDbSjgoCCCCAAAIIIIAAAhsV4AQCCCCAAAIIIIAAAggggAACCMS+ABnGjIATM5mQCAIIIIAAAggggAACCCCAwHYXYEAEEEAAAQQQQAABBBBAAAEEEIh9ATJEAAEEEEAAAQQQQAABBBBAAIHYFyBDBBBAAAEEEEAAAQQQQKCiCxhjKnoKxI/ADheoaBNc0Kq/OlbfMxL2K/M/15dLf43sU0EAgZ0nYIyRMf8Vx3Ei+zYKY/47Z/cpCCCAAAIIIIAAAgggsOsEmBkBBBBAAAEEEEAAAQQQQAABBGJfgAwRQKB8CaxavVYN6tbWiLtvVb9D++jkY/rpwTtu9IP8+ItJ/ra0p9y8PD3x7EvKy8vX2DEjdMaJx+rwg5J05/VX6KoLB+ndjz/T3AWLorquW5eqqy4apITKlSLHQ25Q99xyjZ599B71P6yvXx4ddquqV6uqjz6bqIKCgkjbrMwstW/dUiccfbgCASdy/M33PtYbXrlmyLmRcWwsN11xkU45/uhIO9s/Y/36SBs734jht6p2rRp6f/wEZWdlq1aNRPU7pI9++3OqFixeEulr4/hs8jdqukcj7dt1r8jxzVUm//CzMjIzdeu1l/q5WeP7br1Ot1x5sd+1edPGOvjA/VWrZqIaNajnG9rY69appd779VCd2jVl57Xz+x28JxuXjW/AEX1VJaGyd6TsX5u63u+P/zIy0Ktvv68ffvldD915k2656mI/LnuNXxn5kBKrV420o7J9BVauXqcly1K276CMhgACCCCAAAII7CIBpkUAAQQQQAABBBBAAAEEEEAAgdgXIMPYEfjvr6+xkxOZIIAAAggggAACCCCAAAIIbB8BRkEAAQQQQAABBBBAAAEEEEAAgdgXIEMEEEAAAQQQQAABBBBAAAEEEIh9ATJEAAEEEEAAgRgWMMbEcHakhgACCJQuYAyvfaXLcHQ3F6hw6YecoM5v1T8q7lGz3ovaZwcBBHaugDHR/441xsgYs3ODYDYEEEAAAQQQQAABBBDYlADnEEAAAQQQQAABBBBAAAEEEEAg9gXIEAEEyplAOC6sgcf0U9B1I5G1bN5UrZvvqdT09MixDSv/LFuuCd/8oH6H9lHD+vUip40x6tl9H63PztaCxcmR47bSvnVL1UysbquR0qpFMx3W54Cov9/XqVVDLZo10bKVK7U+M1PFHz277h3VNmP9en3w+QT16t5FZww8Jupc8X5F9dOOH6AqCZWLdmVj36dje2+e9crNz/OP9+nVQ9k5Ofrht9/9ffu0fEWKJnz9vfod0ke1aiTaQ2UqdWvWVHZWtr778Vfl5eVH+oTCoUh9Y5WG9etq/25d9N1Pvypl9ZpIswnffq/4SnHqvV+PyLGyVkq73s2bNlbjRg21Zu06FRQUyJpO/u5Hf+7ePbtHDd2gXl0d1++wqGPsbD+Br376W+999sP2G5CREEAAAQQQQACBXSfAzAgggAACCCCAAAIIIIAAAgggEPsCZBhDAk4M5UIqCCCAAAIIIIAAAggggAAC21WAwRBAAAEEEEAAAQQQQAABBBBAIPYFyBABBBBAAAEEEEAAAQQQQAABBGJfgAwRQAABBBBAIFYFjDH+IpLGRH8g5x2v/qyrnvmWggH3APdAhb8Hil6/jTH+osPGFG6LjrNFAIHiAhWzPrBJHx3a4L9FsCcu/U0vz/usYiZD1AjEiIAxhf++NcbESEakgQACCCCAAAIIIIBALAmQCwIIIIAAAggggAACCCCAAAIIxL4AGSKAQHkTqF61iurUrBEVVtB1FV8pTkuWLlPG+vUq7bF2XarS0tI18rlX1KrHwVHlhLOHKCszS7PnLYjq2nLPpv575aIOejv/LFuhZ14Zq8tvvlN9jztdPY8YqB9//dM7E/0VjgurXt3aUQfT09drcfJStW/bSvZ81MkNduz5Dfu7gYDi4+P8MexYtkvLpk3Uba+O+uTLyZH8f/79L9mc+/TqYZuUuSTt111HHnygHnzqGe1/1ECNfvF1rVm7rkz9jTHqd0hvzV+0WH9Mneb3SfXMP5v4jfbv1kUN69f1j23JU81q1VS/drRhOBxSjcRqWrZypdZnZso6bMrUCfDxH1tiviVtc3LyFAq5W9KFtggggAACCCCAQDkVICwEEEAAAQQQQAABBBBAAAEEEIh9ATKMJQH+AhhLV5NcEEAAAQQQQAABBBBAAIHtKcBYCCCAAAIIIIAAAggggAACCCAQ+wJkiAACCCCAAAIIIIAAAggggAACsS9AhggggAACCCAQkwLGGBUUFEQW+TTmvw/n/HXOClEw4B7gHoiFe+Cv+Sn+a7gxRo7jRF7zVOxhXwuL7VJFYPcVqMCZX9Cyf1T0T818R+ty0qOOsYMAAggggAACCCCAAAIIIIAAApJAQAABBBBAAAEEEEAAAQQQQACB2BcgQwQQKHcCAeMo4AS2Oq6zTz5eI4bfWmrpe8B+UeM6ASdq374/7plXxurAAafof6+OUygU0qBTB2r4jVepbavmUW3tjimQHGNstUSpFBdX4tiGBzbVv3jbcFxYx/U7TH/8PUMzZ89Tbl6ePpkwWft0bKeWTZsUb7rZepWEynpo6E16/6Wn1aPLXnrwqTHav9+JGj/x6832tQ326tBOHdu20QefTfDjmDlnnmbMnqt+h/Qu9T2Hts/2KmUx3V5zMU6hQNvmjdSlQ8vCHZ4RQAABBBBAAIGKLEDsCCCAAAIIIIAAAggggAACCCAQ+wJkGFMC0X/JjanUSAYBBBBAAAEEEEAAAQQQQGBbBOiLAAIIIIAAAggggAACCCCAAAKxL0CGCCCAAAIIIIAAAggggAACCCAQ+wJkiAACCCCAAAKxK2BM4QKdxhh5XzptvwY6ed+6Or5LDR2zVzUd3TFBR3VI0JHtKlEw4B7gHqhQ90C/9pVli30ds69njuPIMbYY2box9nUvuogHAru5QEVOf/86HXVW8yMiKcxat1gjZ74b2aeCAAIIIIAAAggggAACCCCAAAKFAjwjgAACCCCAAAIIIIAAAggggEDsC5AhAgjEjkB8XJziwiGF48I6/KCkUkvzpo03mfDyFSl68Y13dFy/wzTh7Zd1363X6dQT+qt3r31VKT5+k32LTrpuQJUqxeuXP6cqOyu76PA2b/ftupca1q2jr374WfPmL9IPv/zux2nz3dLBjTFq3WJPPXLXLZr4zitq17qlhj/ylJYtX7nZoaokVNaAI/rq59//0j/LluuDzyb4Y+3Vod1m+25tA+MYBQIBTZ0xS7l5edrwkZaeseEh9reTQMc2TdS5XbPtNBrDIIAAAggggAACu06AmRFAAAEEEEAAAQQQQAABBBBAIPYFyDC2BJzYSodsEEAAAQQQQAABBBBAAAEEtpMAwyCAAAIIIIAAAggggAACCCCAQOwLkCECCCCAAAIIIIAAAggggAACCMS+ABkigAACCCCAQAwKFBQU+FkZYyLbVvWqavCBe+isXg10Rs96Om3f2jrVKyd3q6GiclLXRJ3YpToFA+4B7oFyfQ/Y1ypbTuleU6d0r/Xv61ldua7rL5jrOI6MKXz9818EeUIAAStQ4cv5rQYoMVQ1ksfTs97X9LULI/tUEEAAAQQQQAABBBBAAAEEEEBAECCAAAIIIIAAAggggAACCCCAQOwLkCECCMSQQKN6ddWxbWt9OH6Ckv9ZulWZrV67Vg/5P7EAABAASURBVGvXparpHg0VdN3IGNNmztFff0+P7G+qUr1aVR3ap5e++v5HTfj2h0013aJzNROrq2e3fTTx6+/19sfjVcPb37frXls0hm2cnZOrovdG2/16dWqr7wE9lZGRoTSv2GNFZdmKlVqfmVm0G9nuu/deWp+RqY8+m6gJXjwDjuirKgmVI+e3d8WadurQRpO+/VFTp8+MGn7ugkV684NPoo6xgwACCCCAAAIIIIDABgLsIoAAAggggAACCCCAAAIIIIBA7AuQYYwJODGWD+kggAACCCCAAAIIIIAAAghsFwEGQQABBBBAAAEEEEAAAQQQQACB2BcgQwQQQAABBBBAAAEEEEAAAQQQiH0BMkQAAQQQQACBWBdwjCPHMV5xFAgE/MU9Q6GQwqGwV0KKC4cVHxcXVbf7lDjfBQccwt73yN+zF2n5qnXKzM5Tbl6BCgq87ynv+ykUDHGfeK8fu+L7xL52hb3XMru118EWu3ix67oqet0z8v4xRvZRfPFfu09BYPcTqPgZ75lQXxe26h9JJDUnQ6NmvhvZp4IAAggggAACCCCAAAIIIIAAAggggAACCCCAAAIIIIAAAggggEDsC5AhAgjEkkA4LqxLzz9La9el6uj/O09PPvuyPvlysj4cP0F3PfSELr/5TmWsX7/JlBvWr6cWzZroyf+9rMefedHv/9DIZ3Xz3Q+pbu3am+xbdNIYo0Gnnqh9u+ylS264Q9fcca8fg43jtnsf0atvvl/UdIu2xhgNOKyvFixeopfGvqt+h/RRrRqJkTGys7J17pU3+XPm5uVFjm9YeeH1tzTwnIs19r2P/fyefXWcnn7xNfXsto8aN2rgN7fvY2xUv75++OV3Pffqm3p53Lv65Y8p/jn71KzpHjpgv26+U8Bx1Hu/HvbwDituIKBzTztJoWBQp190deTa2Gt8/lU3q33rljts7t194E8m/aapMxfu7gzkjwACCCCAAAIVXoAEEEAAAQQQQAABBBBAAAEEEEAg9gXIMNYEnFhLiHwQQAABBBBAAAEEEEAAAQS2gwBDIIAAAggggAACCCCAAAIIIIBA7AuQIQIIIIAAAggggAACCCCAAAIIxL4AGSKAAAIIIIBAzAkYY2SMieRljJHjOAoEAnIDroLBoMKhkOLi4hQfFx8pleIryZbix6j/54PF7msRcFylZWRr2tzF+uHPGfrmt2ma/MtUTfjhL3323e/65Otf9fl3f2rST1P17W/T9eNfs/XbtHn6a+ZCr0+yZi9cqvlLVka+17iXtu1eKnqdKtrGheP81zP7umZf3+zrnH29s697xhgVPYz5r150jC0Cu5VAjCR7fqsB6pDYLJLNK/M/15dLf43sU0EAAQQQQAABBBBAAAEEEEBgtxYgeQQQQAABBBBAAAEEEEAAAQQQiH0BMkQAgZgT6NyujV4b/ai6dO6oEWOe06U3DtW1Q+/V1BmzdPxRhys+Lm6TOVdJqKz7brtOHdq20ojRz/v9Z8yaqxHDblX9erU32bf4STvOE/fcoXNPP0lff/+Trrh1mK66fbhmzJmndm1aFG+6RfW2LZurc/s2ys/P0wH7do3qu3rtOs2aO1/7de8iNxCIOld8p32blsrIytJNwx/08xv9wms69/9O0j23XKOg6/pNjTG6/PyztE+nDnp41P90z+NPq6CgwD9nn+z4xx15qDK9cTp1aKN6dctuY/tvTWnXuoXGPvu49u2ylx5/5gU/9gnffq97b71WXffquDVD0qcMArMXLNGC5GVlaEkTBBBAAAEEEECgHAsQGgIIIIAAAggggAACCCCAAAIIxL4AGcacgBNzGZEQAggggAACCCCAAAIIIIDANgswAAIIIIAAAggggAACCCCAAAIIxL4AGSKAAAIIIIAAAggggAACCCCAQOwLkCECCCCAAAIIxKaAXbDSGCNjCosKpEDAUTAYVNANKhQKKeyVuHBYttjFQSvFx/uLhNotJV4YYFB0D9SoXk199++i9PU5Gy1r09Zr5Zo0/bNyrRYtTdHcxcs1c8E/+nvOYv0xY4HWrMvgnvJeY4pMt2VrX6+KF/saZot9XbOvb67rynGM/H+KXgPFAwEEYkUgLhDS+S37R6UzauZ7UfvsIIAAAggggAACCCCAAAIIILC7CpA3AggggAACCCCAAAIIIIAAAgjEvgAZIoBA+RM47/STNfHdV1S7Vo2o4Oz75F568iHZYuv25EG9eurPSR+qQ5tWdjdSWjRrotEPDdP0bz/TzO8/19SvP9Grox7RAT26yRjjt7Pj23nsfP6BYk/NGjfSKyMf9vva/qMevEutWjTz5y7L/EVDJVSupGuGnKvvPh7nj2Xjee3pR9W5fVu/ycbityfvu/W6Uh3sOVv23WcvtW3Z3FYjZfE/S6WCAnXfu1PkWGmVnl331kevjPFjsvnZ+C48+zT/fc/F29erUzvi8NfED9V1r47FT/t1NxDQcUceKrv1D/z7VJpvaflaf3sdbPt/u/obe42ttS227h/0nuy1KX5tx455TPt0aq/8vHwFvFg2jMPrwtc2CuTk5Ml1A9s4Ct0RQAABBBBAAIFdK8DsCCCAAAIIIIAAAggggAACCCAQ+wJkGHsCTuylREYIIIAAAggggAACCCCAAALbKEB3BBBAAAEEEEAAAQQQQAABBBCIfQEyRAABBBBAAAEEEEAAAQQQQACB2BcgQwQQQAABBBCIUQFjChf7LErPcRw5xlEg4CgYdBV0gwoFQwqHwooLxykujoIB98Cm7oG6tWqoWaP6ysjM3uKiAqN+fXrwfbajXme81zD7emZLMBj0X+cCTsBf9NiY6NdC8UBg9xWIqcxPbHKQDq7fNZLTxGW/6eV5n0X2qSCAAAIIIIAAAggggAACCCCwmwqQNgIIIIAAAggggAACCCCAAAIIxL4AGSKAAAIVTmDarDn68Y+/dFy/wxSOC0fFP3PufDVqWE/169aOOr4jdnLz8vTWR+PVrnVL7dWh3Y6YosxjZmVm6aff/vTzrlu7Vpn70bBsAgOP3F/dOrUqW2NaIYAAAggggAAC5VOAqBBAAAEEEEAAAQQQQAABBBBAIPYFyDAGBZwYzImUEEAAAQQQQAABBBBAAAEEtkmAzggggAACCCCAAAIIIIAAAgggEPsCZIgAAggggAACCCCAAAIIIIAAArEvQIYIIIAAAgggEMsCBQUFfnrGGDmOI2O8rXEUCATkugGFQkG/hMNhBV2vHgwpRMGAe2Cj90CXDq2UmZW7xeXqwSdudEy+57budSccCv/3uuW9lgWDrv+65nqvbQEnIPuaZ4sxxn/tM8aIBwK7t0DsZX9hqwFRSY2c+a7W5aRHHWMHAQQQQAABBBBAAAEEEEAAgd1LgGwRQAABBBBAAAEEEEAAAQQQQCD2BcgQAQQQqFgC9r3M7376hRrWraN9u+4VFbw99/NvfyqpZ3dVio+POrcjdubNX6Svvv1JA47oqyoJlXfEFGUec+J3P+qbn37R/t27qHq1qmXuR8OyCTSqX1OJ1RLK1phWCCCAAAIIIIBAuRQgKAQQQAABBBBAAAEEEEAAAQQQiH0BMoxFAScWkyInBBBAAAEEEEAAAQQQQACBbRCgKwIIIIAAAggggAACCCCAAAIIxL4AGSKAAAIIIIAAAggggAACCCCAQOwLkCECCCCAAAIIxLSAMUbGmEiOjuPIL8ZRwAkUK46CrivXDSgYdCkYcA9s5B5o2bSRmjWqp9zc/DKXLh1a4rkRz215vQkE/n3dChS+lrkB139Nc7zXN8dx/Nc+Y4y/FQ8EEJBi0KBXnU46Y8/DIpnNXLdIo2a9F9mnggACCCCAAAIIIIAAAggggMBuJ0DCCCCAAAIIIIAAAggggAACCCAQ+wJkiAACCFQQgZmz5+nFse/olnse1mtvv69LBp+pWjUSo6I3xujBoTfqvNNPjjq+vXdsHK+Me08XXnurWrVopgGHH7K9p9joeF/98LPOGHK1Rr/4uj75crLe+/QLXXrjUF1ywx3q2Ka1n7sxZqP9OYEAAggggAACCCCwmwqQNgIIIIAAAggggAACCCCAAAIIxL4AGcakgBOTWZEUAggggAACCCCAAAIIIIDAVgvQEQEEEEAAAQQQQAABBBBAAAEEYl+ADBFAAAEEEEAAAQQQQAABBBBAIPYFyBABBBBAAAEEdg8BY4yM+a84jqOiEggEInXHeMe9EnAComDAPVD6PdCrSwfl5ueXqVSvmqDTju7L99N2fk2xr1X2/iz1dcxxol7vdo9XebJEYPMCsdrigtbHqHq4SiS9UTPf04x1iyL7VBBAAAEEEEAAAQQQQAABBBDYnQTIFQEEEEAAAQQQQAABBBBAAAEEYl+ADBFAAIGKIpBfkK+HnnpW7376hW698hIdefCBuyz06bPm6PYHRqhO7Zp6aOiNqpJQeafF0qBuHQVdV48/86IuvXGorr7tbv359wxdM+Rc/e+x+1S7Vo2dFsvuMlFObq6Gjnhdv/w1e3dJmTwRQAABBBBAIAYFSAkBBBBAAAEEEEAAAQQQQAABBGJfgAxjU8CJzbTICgEEEEAAAQQQQAABBBBAYCsF6IYAAggggAACCCCAAAIIIIAAArEvQIYIIIAAAggggAACCCCAAAIIIBD7AmSIAAIIIIAAAruhgDFGxkQXx3FUvBgTfd4Y9o3BwBgMjDHap31L1a2VqPz8gs2WOy8/s8T3mzE4GrNtBsVfr2zdmOjx7Eu7McZuKAggUCgQs8/NExroghb9I/ml5mRo1Mx3IvtUEEAAAQQQQAABBBBAAAEEENiNBEgVAQQQQAABBBBAAAEEEEAAAQRiX4AMEUAAgQoj0KZlc/325Xv6a+KHOuX4o/33Uu6q4IfdeJVmfv+5Xhn5sOrVqb1Tw2jetLGeefQe/THxAz8GG8fEd17WuaefpITKlXZqLLvLZLm5+X6qoZDrb3lCAAEEEEAAAQQqoAAhI4AAAggggAACCCCAAAIIIIBA7AuQYYwKODGaF2khgAACCCCAAAIIIIAAAghslQCdEEAAAQQQQAABBBBAAAEEEEAg9gXIEAEEEEAAAQQQQAABBBBAAAEEYl+ADBFAAAEEYk2goKBgly6OGGuesZ6PMca/X4wxsZ4q+SGw3QUO7NpR9jV3U6VuzURlZmVv97kZsHQBY4z/mmbPGmPshoIAAhGB2K6c36q/2lVvGkny5Xmfa8Ky3yL7VBBAAAEEEEAAAQQQQAABBBDYPQTIEgEEEEAAAQQQQAABBBBA4P/Zuw94ycr6buDPmdsXlt47ggiiKKKAYosNLAHsGo2KPSaWGE3RFDVqEjXmNTHGlgQbahRjL7FFYy+oqEhRehOllwV28b7zO5eZncUZti/3Pve7n/ubmfO/zzlz/t955pxzh2UvAQIECBAgQIAAAQKzZbZsveVmZWJ8DAYBAgQIVCqgLQIECBAgQIAAAQIECBAgQKB+AR0SIEBgoQp0FuqO2283lMS8AAAQAElEQVQCBAgQIECAAAECt4GApyRAgAABAgQIECBAgAABAgTqF9AhAQIECBAgQIAAAQIECBAgUL+ADgkQIECAAAECC06gaZp2n5tm7r5dcENgDQSapilNI03DoGkYNM3qDe5/2EFl882mu++bMjTbbb1luf6GG8qr3vy+ctGvLuuOWf02m8aYpll3g7Luf6xJgMACF1gyPl2ec/tjVunirad9bJVlCwQIECBAgAABAgQILHoBAAQIECBAgAABAgQIECBAgED9AjokQIAAAQIECBAgUJZMT5XnP/URZf99dqdBgAABAnUK6IoAAQIECBAgQIAAAQIECBCoX0CHBAgQWLACnQW753acAAECBAgQIECAwCYX8IQECBAgQIAAAQIECBAgQIBA/QI6JECAAAECBAgQIECAAAECBOoX0CEBAgtJYHZ2tr+7TdP0H+fBb264uggDc8AcqHUO5DjXS1Oa9uHgMbEtuCFAgACBDS7Q6XTK/e5xUMll6LD83Z8cV175gqeUgw/ct2y71RYb/PltcEMK2BYBAjUIPGGvB5QH7Xz3fiv/+8sflPed9fn+sgcECBAgQIAAAQIECCx2Af0TIECAAAECBAgQIECAAAEC9QvokAABAgQIECBAgAABAgQIEKhfQIcECBAgQIAAAQIECBAgQIBA/QI6JECAwMIV6CzcXbfnBAgQIECAAAECBDaxgKcjQIAAAQIECBAgQIAAAQIE6hfQIQECBAgQIECAAAECBAgQIFC/gA4JEFgwAk3TlKZp2v1tmu79bPuwvfnF6+5afv53BwoDc8AcqHYOXPqVN7XHu9x0Op32eJj7LCdN07S1PBYCBAgQ2LAC9zv0zkM3+PD7H9rWl8xMlcc99L5lanKiXf7BKT8vJ592VvvYzTwSsCsECFQj8JzbH71KL289/WPlqhuvXaVmgQABAgQIECBAgACBRSqgbQIECBAgQIAAAQIECBAgQKB+AR0SIECAAAECBAgQ6ArccOOKcvb5l5Qbl6/oLvkiQIAAgeoENESAAAECBAgQIECAAAECBAjUL6BDAgQILGCBzgLed7tOgAABAgQIECBAYJMKeDICBAgQIECAAAECBAgQIECgfgEdEiBAgAABAgQIECBAgAABAvUL6JAAgYUn0DRNu9NNM3ffLrghQIDAIhJomqZ0Op3SNN3jYDdN05TZUsrs7OxcrfvYFwECBAhsOIGtt1ha7n3IgatscJ89dinHPuheq9R6C1/97k/Kv7znY+VtH/h0r+R+HgjYBQIE6hG47453Kb9/u4f0Gzr9qvPK237+8f6yBwQIECBAgAABAgQILF4BnRMgQIAAAQIECBAgQIAAAQL1C+iQAAECBAgQIECAQAQuufTK8u6PfLlcefW1WRQCBAgQqExAOwQIECBAgAABAgQIECBAgED9AjokQIDAQhboLOSdt+8ECBAgQIAAAQIENqGApyJAgAABAgQIECBAgAABAgTqF9AhAQIECBAgQIAAAQIECBAgUL+ADgkQWEACTdOUpmnaPW6apn08ftiLy+zdnl9+c9c/LDfe6Tll2QHPLNcd8IxyzR2Oa3Pt/k9v73vL7udcOHAwBxbWHMixbNkdn1luOPDZZfmdn1vGxsZKp9Npj4NN0z0elqZ/bGwfuCFAgACBDS5wv0MPWmWbf/7sx62yPLjwgqccUx595L3L5MT4YNnj21bAsxMgUJnAc/Y7tmw5sVm/q7ed/vFy2pXn9pc9IECAAAECBAgQIEBgUQpomgABAgQIECBAgAABAgQIEKhfQIcECBAgQIAAAQIEWoHlK1a09xPjY+29GwIECBCoSkAzBAgQIECAAAECBAgQIECAQP0COiRAgMCCFugs6L238wQIECBAgAABAgQ2mYAnIkCAAAECBAgQIECAAAECBOoX0CEBAgQIECBAgAABAgQIECBQv4AOCRBYCAJN07S7OTs7297npmmaMnP488vkYS8qE4e+oJSD/6DM3vW53Tyn3HTnZ5XfHPTs9n75gc9o71fc6ZlFGJgD5sBCmgM5liU5nvWS41xzt+eV8enNyvjYeBkbGyudTqc0TdMmx8ekaZrcCQECBAhsQIG9dt2xHHSHvUv+vOPVL8rdyDRNU466z93LcY9+SH/Mz35xXv+xB7eFgOckQKA2gdsv3bU8d79j+m1dvfy68tYzPtZf9oAAAQIECBAgQIAAgcUooGcCBAgQIECAAAECBAgQIECgfgEdEiBAgMBiFbho2aXlUxd+s3zuwu8uVgJ9EyBwC4Etly4p9zvsTmXJzPQtvmORAAECBBa+gA4IECBAgAABAgQIECBAgACB+gV0SIAAgYUt0FnYu2/vCRAgQIAAAQIECGwiAU9DgAABAgQIECBAgAABAgQI1C+gQwIECBAgQIAAAQIECBAgQKB+AR0SIDDvBZqmafexaZrSNE37uNPplDZjY2V8fLxMTEyWicnJMjk1Vaampsv09EyZuvl+ZmZJmbr5ceoy0/pw4GAOzP85kGPXb2eqPdZNTEyUse7xb6x7HMzxsGma/jGyPVC6IUCAAIGNInC/e9y5HHj7Pdd625ddeVV543+eWF71r+8t5130q7Ve3wobQMAmCBCoUuA5+x1T9t9yj35vJ5z1hfLli3/QX/aAAAECBAgQIECAAIFFJqBdAgQIECBAgAABAgQIECBAoH4BHRIgQIDAohK4Zvmy8qnzv1le/oN3lmd84x/KG3/6wfKLqy9YVAaaJUBgtMC2Wy0t9zvswDI5MT56kO8QIECAwMIUsNcECBAgQIAAAQIECBAgQIBA/QI6JECAwAIX6Czw/bf7BAgQIECAAAECBDaJgCchQIAAAQIECBAgQIAAAQIE6hfQIQECBAgQIECAAAECBAgQIFC/gA4JEFgYArOzsyXJ3jZNU0o3naZTOp1OGRsfL+PdTE5Olenp6TI9M9NmZsmS9n6qW8tjWVIYMDAHFuYc6B3XcjxLcrybmJgsExMTpTM2VsY6Y+1xsWma7uGxKf4QIECAwMYTOGj/25UXPfWRa/0E22y5RXnR0x5Zrrn2hvLj089e6/WtsP4CtkCAQJ0Cm41Pl+fc/phVmnvbGR9fZdkCAQIECBAgQIAAAQKLR0CnBAgQIECAAAECBAgQIECAQP0COiRAgACBxSHwtUtOLq/+8bvLI7/y8vLc7/xj+a9zvlQuWnbp4mhelwQIECBAgAABAgUBAQIECBAgQIAAAQIECBAgUL+ADgkQILDQBToLvQH7T4AAAQIECBAgQGATCHgKAgQIECBAgAABAgQIECBAoH4BHRIgQIAAAQIECBAgQIAAAQL1C+iQAIEFItA0TWmapr+3TdOUptMpY52xMj4+XiYmJ8vU1FSZnJzL9PRM6WVmZkn/ca/mfqUPCxbmwPyfA4PHsamp6dIe77rHvLHu8W98bLx0Op02vYNk0zS9h+4JECBAYB4JHLjvnuVVL/z98rD73aO/V9dct6z/2IONKmDjBAhULPB7ez+oPGCnu/U7/PLFJ5UTzv5Cf9kDAgQIECBAgAABAgQWjYBGCRAgQIAAAQIECBAgQIAAgfoFdEiAAAECFQv85Iqzyr+cemJ59Ff+qs2bT/1I+Wm3VnHLWiNAYD0FTj/rwvK+j35lPbdidQIECBCYhwJ2iQABAgQIECBAgAABAgQIEKhfQIcECBBY8AKdBd+BBggQIECAAAECBAhsdAFPQIAAAQIECBAgQIAAAQIECNQvoEMCBAgQIECAAAECBAgQIECgfgEdEiCwkARmZ2dL0zSrpDM2VsbHxsvExESZmJwsk1NTZWp6ur2f7t7PzMyU3Ms0h+58MA/Mg4U+B3rHt4nJyTI+Pt4e/zqdTukeGLtfTT/FHwIECBCYtwLTU5P9ffvf75xc/uqf3l2+/cNT+zUPNpaA7RIgULvAc/Y7epUW/+20j5arl1+3Ss0CAQIECBAgQIAAAQK1C+iPAAECBAgQIECAAAECBAgQqF9AhwQIECBQm8D5111S3nvW/5Rnfut15agvvqS8+sfvLl+75OShbS6d2KwcvfsR5ZF73Gfo9xUJEFh8ApdfdW254JeXLr7GdUyAAIHqBTRIgAABAgQIECBAgAABAgQI1C+gQwIECCx8gc7Cb0EHBAgQIECAAAECBDaygM0TIECAAAECBAgQIECAAAEC9QvokAABAgQIECBAgAABAgQIEKhfQIcECCwogaZp2v1tmqY0TVM6nU6bpns/PjZeJsYn+pmamioTk5NlfGKiTHYfyxQH88AcWMBzIMeyicnJMjkx2T/O5bjXGRsrnbFuusfB4g8BAgQILDiBe971gHKn/fYq7/zwZ8tZ51+84PZ/Qe2wnSVAoHqB++94cHnS3g/u93n6VeeVt57xsf6yBwQIECBAgAABAgQILAIBLRIgQIAAAQIECBAgQIAAAQL1C+iQAAECBKoQuGb5svKJ875e/uT7/1qO+sJLy59871/b5eW/WTG0v4ftenj5l0NfVL565D+XF+7/2LLzzLZDxykSILD4BFasuKmMj48tvsZ1TIAAgdoF9EeAAAECBAgQIECAAAECBAjUL6BDAgQIVCDQqaAHLRAgQIAAAQIECBDYqAI2ToAAAQIECBAgQIAAAQIECNQvoEMCBAgQIECAAAECBAgQIECgfgEdEiCwcAWapilN05ROp1PGxsZK071POmNjZWx8vFvv3o+Nl/Hxie73x6VrMSZljEEZY1DGFqBB71jWGRsrnbG55Jg31n3cNHPHw6aZuy/+ECBAgMCCEZianCjPeOyR5aXPfEzZe7ed2v2+btkN7b2bDStgawQILA6B5+53TNlicrN+s287/ePltCvP7S97QIAAAQIECBAgQIBA3QK6I0CAAAECBAgQIECAAAECBOoX0CEBAgQILGyBr11ycvnbH7+rHPXFPynP/NbrynvP/J/yqxuuGNrU4dvdsfz93Z5bTjn6PeVth72kHLXLoUPHKRIgsLgF7rTfHuVxD7v34kbQPQECBCoU0BIBAgQIECBAgAABAgQIECBQv4AOCRAgUINAp4Ym9ECAAAECBAgQIEBgIwrYNAECBAgQIECAAAECBAgQIFC/gA4JECBAgAABAgQIECBAgACB+gV0SIDAAhdomqbtoGma0jRN6XQ6ZWxsrE0eS6c14cDBHKhjDvSOb7nvvaZNM3f8a5q5++IPAQIECCxIgf322q2/32/74KfKm9790bLs+hv6NQ/WW8AGCBBYJAL7bbF7ec6+R/e7vXr5deVNp53YX/aAAAECBAgQIECAAIGqBTRHgAABAgQIECBAgAABAgQI1C+gQwIECBBYgAI/ueKs8s+nnlge/sU/LY/+yl+VN5/6kXLG1RcM7WT/LfcoL7njE8rXj3pL+djv/F152j5Hla0mNx86VpEAgfUTaJpm/TYwT9becumSstvO286TvbEbBAgQILCBBGyGAAECBAgQIECAAAECBAgQqF9AhwQIEKhCoFNFzv7uEgAAEABJREFUF5ogQIAAAQIECBAgsNEEbJgAAQIECBAgQIAAAQIECBCoX0CHBAgQIECAAAECBAgQIECAQP0COiRAoAaBppn7B6c6nU5pmqafLEunMGBgDtQzB5pm5TGuaVZ9XMPxXA8ECBAgMCdwyIH7lZ+cfnZ59b+dMFdwuwEEbIIAgcUk8Jz9ji532HKPfssnnvO/5fU/fX9/2QMCBAgQIECAAAECBGoV0BcBAgQIECBAgAABAgQIECBQv4AOCRAgQGChCJx/3SXl3Wd+rjzpa68qD/z8i8prfvzu8r3LThu6+zvPbFuets9R5WO/83flKw/5l/LSA59Y9l2669CxveLs7GzvoXsCBAgQIECAAIHqBDREgAABAgQIECBAgAABAgQI1C+gQwIECNQh0KmjDV0QIECAAAECBAgQ2EgCNkuAAAECBAgQIECAAAECBAjUL6BDAgQIECBAgAABAgQIECBAoH4BHRIgUI1A0zRtL03TlKaZS1twQ4AAgQoFmmbuONc0TYXdaYkAAQIE7nuPO5VXPP/3y8PudxiMDSVgOwQILCqBpRNLyh/ud+wqPb/hlA+Uz1/0vVVqFggQIECAAAECBAgQqExAOwQIECBAgAABAgQIECBAgED9AjokQIAAgXktcM3yZeVj532tPO87byz3/58Xlpd+/y3lCxd9f+g+z4xPlWN2v0/593v+WfnhI/6j/MPd/qAcvt0dh44dVmwaf496mIsagTURaJqm/X+v2rGz7e2CvvnUl08q7zrxSwu6BztPgAABArcQsEiAAAECBAgQIECAAAECBAjUL6BDAgQIVCLQqaQPbRAgQIAAAQIECBDYKAI2SoAAAQIECBAgQIAAAQIECNQvoEMCBAgQIECAAAECBAgQIECgfgEdEiBQt0DTzP2DVE3jvmkYNA2DpmHQNHUY1H301h0BAgQIRGDXHbctR9xt7h8zXr58RXn9Oz9Uzjr/4nxL1kHAKgQILD6Bx+/1wPKU2x25SuN/9J3/t8qyBQIECBAgQIAAAQIE6hLQDQECBAgQIECAAAECBAgQIFC/gA4JECBAYH4KfOWXPywv+8Hby/3+5wXl2d96fTnxnK+Uq5dfN3Rn77/jweUf7vYH5YcP/4/y9sNfUh6x272Gjlub4n984dQiDMyBW58Dl117w9C3VdM0bb1p5u7bhQV2c+PyFWV8fGyB7bXdJUCAAIFbE/A9AgQIECBAgAABAgQIECBAoH4BHRIgQKAWgU4tjeiDAAECBAgQIECAwEYQsEkCBAgQIECAAAECBAgQIECgfgEdEiBAgAABAgQIECBAgAABAvUL6JAAAQIECBAgQIAAAQIECMx7gWuWLSvX33hjee1bP1C+8YNT5v3+zsMdtEsECCxSgdcf8rxywJZ79ru/4sary9Ff/ov+sgcECBAgQIAAAQIECFQloBkCBAgQIECAAAECBAgQIECgfgEdEiBAgMA8EvjhZT8vrzvl/eWBn39RedxX/6b8+88/Vc6/7pKhe3jXbW5f/vzAJ5WvH/WW8sH7vqI8bZ+jylaTmw8dO6rYNE37raZpStM07ePcXHb1DeU9XzpNGJgDazAH8p5pmqZ0Op02TTP3Xrr5bpX3VllAf7bZavOyy47bLKA9tqsECBAgsBoB3yZAgAABAgQIECBAgAABAgTqF9AhAQIEqhHoVNOJRggQIECAAAECBAhscAEbJECAAAECBAgQIECAAAECBOoX0CEBAgQIECBAgAABAgQIECBQv4AOCRAgQIAAAQIECBAgQIDA/BfYeoul5a+e96Ty6Ifcu+y+0w7zf4fn3R7aIQIEFrPAWw97ySrtf/vXp5RXnvyfq9QsECBAgAABAgQIECBQg4AeCBAgQIAAAQIECBAgQIAAgfoFdEiAAAECt7XAz6++oLz9jE+UR33lL8uRX/yT8o8//UD5yRVnDd2tvTffuTx3v2PKx37n78rnHviG8sd3fFzZd+muQ8eurtg0TZmdnW2HNU1TmmYud91jaTlot83KnXZZUg7ceaYcsNNUm/13nCy93GGHiSIMFuMc6L0Hevd5f9xxp+my9cx4GRsbK51Op03TzL2fygL+c79D71h+5/A7L+AO7DoBAgQIrCpgiQABAgQIECBAgAABAgQIEKhfQIcECBCoR6BTTys6IUCAAAECBAgQILCBBWyOAAECBAgQIECAAAECBAgQqF9AhwQIECBAgAABAgQIECBAgED9AjokQIAAAQIECBAgQIAAAQILSOCo+9697L7zdu0eX3blVeUTX/p2+9jNagR8mwCBRS2w/5Z7lL+/23NXMXjLaR8tj/+/V5RlN92wSt0CAQIECBAgQIAAAQILWMCuEyBAgAABAgQIECBAgAABAvUL6JAAAQIEbhOB71z6s/KPp3ywHPvll5UjPvu88lc/fGf5+iU/HrovW08uLU/c64Hl+Hv9RfnWQ99aXnmXp5fDt7vj0LFrW2yapjRN067WNE058qAdyz8+cf/y94/dt/ztI/cof/2IncvLH7pj+Ysjty9//pDtyp89eNs2g497NfdzNhwWj8PLjtqhJH/18J3LK47etYyPjZexTqd0ummaufdV++ZyQ4AAAQIE5oOAfSBAgAABAgQIECBAgAABAgTqF9AhAQIEKhLoVNSLVggQIECAAAECBAhsUAEbI0CAAAECBAgQIECAAAECBOoX0CEBAgQIECBAgAABAgQIECBQv4AOCRAgQIAAAQIECBAgQIDAQhU46ae/KB//0jfLK/7lPeVXl121UNvYJPvtSQgQIHDcPg8tx+x+n1Ug/vfiH5R7fOrZ5Zu//ukqdQsECBAgQIAAAQIECCxMAXtNgAABAgQIECBAgAABAgQI1C+gQwIECBDYNALXLF9WPnPBt8qfnfTWcsinnlV+90t/Xl730xNG/h2LTtOUh+56ePmnuz+/fOuhby3/7x4vaJc39N7Ozs62m2xKUzqdpox1xsr4+Hg3Y2VyYrJMTU2V6X6my8z0TJmenm7rMzMzRRgstjmQ+Z/3QTI1Odm+P6amuu+Vyanu+ybvnfEyNjbWfT91StM0bUr3T9M03duF9fWT08/zd2kX1ktmbwkQIHCrAr5JgAABAgQIECBAgAABAgQI1C+gQwIECNQk0KmpGb0QIECAAAECBAgQ2IACNkWAAAECBAgQIECAAAECBAjUL6BDAgQIECBAgAABAgQIECBAoH4BHRIgQIAAAQIECBAgQIAAgQUr8KB7HVxe9LRHlqnJibLFZjMLto9NsOOeggABAq3A2w9/SXnmvg9vH/dufnXDFeXYL7+svPX0j5Xlv1nRK7snQIAAAQIECBAgQGDhCdhjAgQIECBAgAABAgQIECBAoH4BHRIgQIDARhQ485qLyjt//snyhP97Rdnno08oT/vG35Xjf/GZcv51l4x81nttf6fyioOOK18/6t/K8ff6i/J7ez+obDW5+cjx6/qNpmnK7OxsaZpmlXQ6nTI2NlYmJya7mSjTU9NlZnqmzZKZ7v3MdMl9MjOd7wmHRTgHuu+Dudd9pv8emZyce8+Mj4+Xsc5YGRvrlE7T6b+/8n4rC+zPN046rfzwlDMX2F7bXQIECBAYIaBMgAABAgQIECBAgAABAgQI1C+gQwIECFQl0KmqG80QIECAAAECBAgQ2GACNkSAAAECBAgQIECAAAECBAjUL6BDAgQIECBAgAABAgQIECBAoH4BHRIgQIAAAQIECBAgQIAAgYUtcOC+e5a/eM4TytTURNvIuRdeUq65bln72E1PwD0BAgRWCrzm4GeX/7znn68s3Pzob370H+WIzz6vvObH7y7nXTv6H66/ebg7AgQIECBAgAABAgTmnYAdIkCAAAECBAgQIECAAAECBOoX0CEBAgQIbAiBG3+zovzo8l+UD5zzpfLXP/r38tiv/nW50yeeWu75meeWl//gHeXLF/9g5NOMNZ3ywJ0OKX9556eWzz7wDeW/7/+a8gd3OLbcbvOdR66zob7RNE1/U03TlE53X8bHx8rE+ESZnJgsU1NTZWpyskx372emp8vMTDe572bJzEwRBot1DuT9sGTJTGnvu++F3vtksvt+yftnbGysNE1TBv80zarLg9+br49XrLipeywYn6+7Z78IECBAYK0EDCZAgAABAgQIECBAgAABAgTqF9AhAQIE6hLo1NWObggQIECAAAECBAhsIAGbIUCAAAECBAgQIECAAAECBOoX0CEBAgQIECBAgAABAgQIECBQv4AOCRAgQIAAAQIECBAgQIBAZQLv+K/PlJf/0/Hlmz/8WWWdrUc7ViVAgMAtBB622z3LZx/whrL35jut8p1zrv1l+edTTyx3//SzyjO++Q/le5edtsr3LRAgQIAAAQIECBAgMI8F7BoBAgQIECBAgAABAgQIECBQv4AOCRAgQGCtBfJ3IT574bfLG0/5YHnWt15X7v2555XdT3x0ecgXXlxe+J03lbed/vHy1V/+qPzq+itGbnv3zXYoT9/3YeUdh/9pOfl3/7OccJ+/Ls/f/1Hl4G1uP3KdjfGN2dnZdrNN05SmaUqn02kzPj5WxsfHy+TEZJmanCpTU3OZnpouM9MzwsAc6M6BvB+mp6fn3h/d90neLxPjE933zlgZG+u+l5puuu+psoD/3P3O+5S9d99xAXdg1wkQIECgL+ABAQIECBAgQIAAAQIECBAgUL+ADgkQIFCZQKeyfrRDgAABAgQIECBAYIMI2AgBAgQIECBAgAABAgQIECBQv4AOCRAgQIAAAQIECBAgQIAAgfoFdEiAAAECBAgQIECAAAECBGoTeMFTHll23WG78rXv/aS21ta5HysSIEBgmMDB296+/Pf9X1sevPM9hn27fPL8b5SHf/FPy97//fhy908/qxz5xZeUJ/3fq8oLv/um8qqTjy+v/+n7hYE5YA6YA+aAOWAOmAPmgDkwj+aAa3Q/o5gD5oA5YA6YA+aAOWAOmAPmgDlgDpgD9c8Br7HX2BwwB8yBuTnwypP/s/zZSW8tz//Om8rTv/H35Qn/94py9Jf/ojzw8y8q9/zMc8tdPvn0su9Hn1h2+fAjy6GffnZ56tdfW/7hpyeUj5/39XLGVRcM/XsStywevt0dy1/e+Snlfx70xvK9h72j/N3BzylH735E2W5qq1sO3WTLTdOUplk1naZTkvHxsTIxMd7NRJmcmCxTk1P9ZFkmWxcOi9dhlffE5GT3vTJexrvvm7GxsTLWGSudTqd9LzdN077P2oUFdnPoXfYte+yy/QLba7tLgAABAsME1AgQIECAAAECBAgQIECAAIH6BXRIgACB2gTm/mtbbV3phwABAgQIECBAgMD6CVibAAECBAgQIECAAAECBAgQqF9AhwQIECBAgAABAgQIECBAgED9AjokQIAAAQIECBAgQIAAAQLVCWy/zRblT5/12PKHT/rdfm/XXnd9//EifKBlAgQIjBTYeWbb8t57/2V522EvKUftctjQcTaOhtEAABAASURBVNetuL6cd+0l5YeXnVG+cPH3ywfO/lL519P+u7zhlA8IA3PAHDAHzAFzwBwwB8wBc2D+zAGvhdfCHDAHzAFzwBwwB8wBc8AcMAfMAXPAHKh/DniNvcbmgDlgDtw8B95y2kfL8b/4TPmvc75UPnXBN8uXL/5B+favTyk/ueKscuY1F5WLl11arl5+Xblp9jdD/y7ELYtbTy4t99zuwHLcPg8t/3boi8tpx7yvfOx3/q48f/9Hl7tsvc8th8+L5aZpStM0pdPplLGxsTLWmcvE+HiZmBgv4+Nj/WRZxlsXDovTYXJyon0/5PUfG+uU8YH3TKfptO+l0v3TNE3/cXfRFwECBAgQuK0EPC8BAgQIECBAgAABAgQIECBQv4AOCRAgUJ1Ap7qONESAAAECBAgQIEBgvQVsgAABAgQIECBAgAABAgQIEKhfQIcECBAgQIAAAQIECBAgQIBA/QI6JECAAAECBAgQIECAAAEC9QosmZlum7vwksvKi1771vKR//l6u7z4bnRMgACB1Qscu8d9yruOeFn5+lFvKX+0/6PKTtPbrH4lIwgQIECAAAECBAgQmEcCdoUAAQIECBAgQIAAAQIECBCoX0CHBAgQILC+AksnlpS7b3uH8qS9H1xefddnlg/d91Xlx0cfX0495r3lo7/z2vL3d3tuedSe9ytbTW6+vk+1SdZvmqb/PE3TlE6nU5qme990ylhnrIyPjbf3eSxjLLpzYrHOg87N74ne/dhYdz50k/fMYJqmKQv1z02zs+UDn/xGOeu8Xy7UFuw3AQIECPQFPCBAgAABAgQIECBAgAABAgTqF9AhAQIE6hPo1NeSjggQIECAAAECBAisp4DVCRAgQIAAAQIECBAgQIAAgfoFdEiAAAECBAgQIECAAAECBAjUL6BDAgQIECBAgAABAgQIECCwCAR22WGb8sRH3L985qvfLZ/63+8sgo5v0aJFAgQIrIXAvkt3LX9156eWH/3uf5Z3H/Hy8tz9jinH7nGfcui2B5TdN9uhTHTG12JrhhIgQIAAAQIECBAgsMkEPBEBAgQIECBAgAABAgQIECBQv4AOCRAgQGCoQFOastXU0rLnZjuWg7a+Xbn3DgeVR+x2r/J7ez+o/MF+x5a/Puhp5YT7/HU56eHvLD8/9v3lUw94XXnj3f+oPOv2v1vuu+Ndyg5TW5eF/KdpmtLpdErTdCW6yeNemmbue71l953WigOHppl7vzTN3P3s7GxZ6H+Wd3s476Jfl+tvWL7QW7H/BAgQIECAAAECBAgQIECAAAECBAgQqF9AhwQIEKhQoFNhT1oiQIAAAQIECBAgsF4CViZAgAABAgQIECBAgAABAgTqF9AhAQIECBAgQIAAAQIECBAgUL+ADgkQIECAAAECBAgQIECAwGIReMDhdy0vf+4Ty0OOuFu/5WXX39h/XPMDvREgQGBdBY7c5dDyyrs8vbztsJeUTzzg78v3HvaOcv6jTyw/Ofpd5fMP+qfykfu/WhiYA+aAOWAOmAPmgDlgDpgD82QOuD7384k5YA6YA+aAOWAOmAPmgDlgDpgD5oA5UP8c8Bp7jc0Bc8AcWDkHvvTgN5XvP/wd5YxjTygXP/aj5bSj31u+87C3t3+f4cT7/W3593v+Wfmnuz+/vOIux5U/vMMjywN3OqTsumT7df0rFAtivaZpStM0C2Jf7SSB+SDQNE3/PdM0zXzYpfXahxWzc6tPTozPPXBLgAABAgtWwI4TIECAAAECBAgQIECAAAEC9QvokAABAjUKdGpsSk8ECBAgQIAAAQIE1kPAqgQIECBAgAABAgQIECBAgED9AjokQIAAAQIECBAgQIAAAQIE6hfQIQECBAgQIECAAAECBAgQWFQCe+22Y5m4+R82/cI3flBe9a/vLRdcfGntBvojQIDABhfYfmqrctDWtytHbH9nYWAOmAPmgDlgDpgD5oA5YA7MjzngdfA6mAPmgDlgDpgD5oA5YA6YA+aAOWAOmAP1zwGvsdfYHDAHzIGBOXDgVnuV3ZbsULaY2GyD/72Ihb7BpmlK00jTMGgaBk0z2mChv9dvuf+bj3XKS591dNlnz51u+S3LBAgQILCwBOwtAQIECBAgQIAAAQIECBAgUL+ADgkQIFClQKfKrjRFgAABAgQIECBAYJ0FrEiAAAECBAgQIECAAAECBAjUL6BDAgQIECBAgAABAgQIECBAoH4BHRIgQIAAAQIECBAgQIAAgcUrsO8eu5Tf/Ga2vOLN7ym//PUVFUNojQABAgQIECBAgAABAgQIEKhfQIcECBAgQIAAAQIECBAgQIBA/QI6JECAAAECBAgQIECAAAECBOoX0CEBAgQIECBAgAABAgQIECBQv4AOCRAgUKdAp862dEWAAAECBAgQIEBgHQWsRoAAAQIECBAgQIAAAQIECNQvoEMCBAgQIECAAAECBAgQIECgfgEdEiBAgAABAgQIECBAgACBRSyw1247lr/5oyeXox9weNlxu63qldAZAQIECBAgQIAAAQIECBAgUL+ADgkQIECAAAECBAgQIECAAIH6BXRIgAABAgQIECBAgAABAgQI1C+gQwIECBAgQIAAAQIECBAgQKB+AR0SIECgUoFOpX1piwABAgQIECBAgMA6CViJAAECBAgQIECAAAECBAgQqF9AhwQIECBAgAABAgQIECBAgED9AjokQIAAAQIECBAgQIAAAQKLXWDJzFT53Qcc3md478e/WP7vez/pL9fwQA8ECBAgQIAAAQIECBAgQIBA/QI6JECAAAECBAgQIECAAAECBOoX0CEBAgQIECBAgACBWxO48PoV5fXv+Hi59PKrb22Y7xEgQIDAPBewewQIECBAgAABAgQIECBAgED9AjokQIBArQKdWhvTFwECBAgQIECAAIF1ELAKAQIECBAgQIAAAQIECBAgUL+ADgkQIECAAAECBAgQIECAAIH6BXRIgAABAgQIECBAgAABAgQI3ELg+huWl3d/9AvlnR/+7C2+s2AX7TgBAgQIECBAgAABAgQIECBQv4AOCRAgQIAAAQIECBAgQIAAgfoFdEiAAAECBAgQIEDgVgVWzM6235+YGGvv3RAgQIDAghSw0wQIECBAgAABAgQIECBAgED9AjokQIBAtQKdajvTGAECBAgQIECAAIG1FrACAQIECBAgQIAAAQIECBAgUL+ADgkQIECAAAECBAgQIECAAIH6BXRIgAABAgQIECBAgAABAgQI3FLgmY89qvzx0x5V9r/d7rf81gJdttsECBAgQIAAAQIECBAgQIBA/QI6JECAAAECBAgQIECAAAECBOoX0CEBAgQIECBAgACBWxeYbErZfeftytTk5K0P9F0CBAgQmMcCdo0AAQIECBAgQIAAAQIECBCoX0CHBAgQqFegU29rOiNAgAABAgQIECCwlgKGEyBAgAABAgQIECBAgAABAvUL6JAAAQIECBAgQIAAAQIECBCoX0CHBAgQIECAAAECBAgQIECAwFCBO+67R7n33Q4svT///fmvl2uuW9ZbXFj39pYAAQIECBAgQIAAAQIECBCoX0CHBAgQIECAAAECBAgQIECAQP0COiRAgAABAgQIECCwGoGdpifKEx5xrzI1Ob6akb5NgAABAvNWwI4RIECAAAECBAgQIECAAAEC9QvokAABAhULdCruTWsECBAgQIAAAQIE1krAYAIECBAgQIAAAQIECBAgQKB+AR0SIECAAAECBAgQIECAAAEC9QvokAABAgQIECBAgAABAgQIEFi9wNnn/7J8+ivfLS//p+PLyaedtfoV5tkIu0OAAAECBAgQIECAAAECBAjUL6BDAgQIECBAgAABAgQIECBAoH4BHRIgQIAAAQIECBAgQIAAAQL1C+iQAAECBAgQIECAAAECBAgQqF9AhwQIEKhZoFNzc3ojQIAAAQIECBAgsBYChhIgQIAAAQIECBAgQIAAAQL1C+iQAAECBAgQIECAAAECBAgQqF9AhwQIECBAgAABAgQIECBAgMAaCOy1247ltS9+etltx+3KlptvtgZrzKshdoYAAQIECBAgQIAAAQIECBCoX0CHBAgQIECAAAECBAgQIECAQP0COiRAgAABAgQIECCwWoFf3rCifOsHZ6x2nAEECBAgMG8F7BgBAgQIECBAgAABAgQIECBQv4AOCRAgULVAp+ruNEeAAAECBAgQIEBgjQUMJECAAAECBAgQIECAAAECBOoX0CEBAgQIECBAgAABAgQIECBQv4AOCRAgQIAAAQIECBAgQIAAgTUV2H6bLcpLn/nYsueuO7SrLLv+hnLOBZe0j+f3jb0jQIAAAQIECBAgQIAAAQIE6hfQIQECBAgQIECAAAECBAgQIFC/gA4JECBAgAABAgQIrF7gomUryndO/vnqBxpBgAABAvNUwG4RIECAAAECBAgQIECAAAEC9QvokAABAnULdOpuT3cECBAgQIAAAQIE1lDAMAIECBAgQIAAAQIECBAgQKB+AR0SIECAAAECBAgQIECAAAEC9QvokAABAgQIECBAgAABAgQIEFhngY9/6Vvl1f92Qjnxf762ztvYJCt6EgIECBAgQIAAAQIECBAgQKB+AR0SIECAAAECBAgQIECAAAEC9QvokAABAgQIECBAgMAaCKyYnS0TE2NrMNIQAgQIEJiXAnaKAAECBAgQIECAAAECBAgQqF9AhwQIEKhcoFN5f9ojQIAAAQIECBAgsEYCBhEgQIAAAQIECBAgQIAAAQL1C+iQAAECBAgQIECAAAECBAgQqF9AhwQIECBAgAABAgQIECBAgMC6CxzzwHuW+x96UPnad39arr7uunXf0EZe0+YJECBAgAABAgQIECBAgACB+gV0SIAAAQIECBAgQIAAAQIECNQvoEMCBAgQIECAAAECayKw7+aT5d6H7L8mQ40hQIAAgXkoYJcIECBAgAABAgQIECBAgACB+gV0SIAAgdoFOrU3qD8CBAgQIECAAAECayBgCAECBAgQIECAAAECBAgQIFC/gA4JECBAgAABAgQIECBAgACB+gV0SIAAAQIECBAgQIAAAQIECKyHwPTUZHnS0Q8or3nxU8vSJUtK/lx93XW5m0+xLwQIECBAgAABAgQIECBAgED9AjokQIAAAQIECBAgQIAAAQIE6hfQIQECBAgQIECAAIE1EthqYqzc+Q57rNFYgwgQIEBg3gnYIQIECBAgQIAAAQIECBAgQKB+AR0SIECgeoFO9R1qkAABAgQIECBAgMBqBQwgQIAAAQIECBAgQIAAAQIE6hfQIQECBAgQIECAAAECBAgQIFC/gA4JECBAgAABAgQIECBAgACBDSGwZGa6v5m/e+sHyv87/r/L5Vdd3a/dtg88OwECBAgQIECAAAECBAgQIFC/gA4JECBAgAABAgQIECBAgACB+gV0SIAAAQIECBAgQIAAAQIECNQvoEMCBAgQIECAAAECBAgQIECgfgHuQB0SAAAQAElEQVQdEiBAoH6BTv0t6pAAAQIECBAgQIDAagR8mwABAgQIECBAgAABAgQIEKhfQIcECBAgQIAAAQIECBAgQIBA/QI6JECAAAECBAgQIECAAAECBDa4wNMffVQ57+JflXd88LMbfNvrtEErESBAgAABAgQIECBAgAABAvUL6JAAAQIECBAgQIAAAQIECBCoX0CHBAgQIECAAAECBNZQ4KQrri9f+uZP1nC0YQQIECAwrwTsDAECBAgQIECAAAECBAgQIFC/gA4JECCwCAQ6i6BHLRIgQIAAAQIECBC4VQHfJECAAAECBAgQIECAAAECBOoX0CEBAgQIECBAgAABAgQIECBQv4AOCRAgQIAAAQIECBAgQIAAgQ0vsO+eu5RXvODJ5cnHPKC/8WXX39B/vKkfeD4CBAgQIECAAAECBAgQIECgfgEdEiBAgAABAgQIECBAgAABAvUL6JAAAQIECBAgQIDAmgpceuOKcvmV167pcOMIECBAYB4J2BUCBAgQIECAAAECBAgQIECgfgEdEiBAYDEIdBZDk3okQIAAAQIECBAgcCsCvkWAAAECBAgQIECAAAECBAjUL6BDAgQIECBAgAABAgQIECBAoH4BHRIgQIAAAQIECBAgQIAAAQIbSWDpkiVllx22bbd+4SWXlj97w3+Ub//o1HZ5E994OgIECBAgQIAAAQIECBAgQKB+AR0SIECAAAECBAgQIECAAAEC9QvokAABAgQIECBAgMAaCyz/TSnj4501Hm8gAQIECMwbATtCgAABAgQIECBAgAABAgQI1C+gQwIECCwKAf+lalG8zJokQIAAAQIECBAYLeA7BAgQIECAAAECBAgQIECAQP0COiRAgAABAgQIECBAgAABAgTqF9AhAQIECBAgQIAAAQIECBAgsCkEtlq6WTn4gH3KOz/02fLNH/5sUzzlwHN4SIAAAQIECBAgQIAAAQIECNQvoEMCBAgQIECAAAECBAgQIECgfgEdEiBAgAABAgQIEFhzgYfttHk55kH3WPMVjCRAgACBeSJgNwgQIECAAAECBAgQIECAAIH6BXRIgACBxSHQWRxt6pIAAQIECBAgQIDACAFlAgQIECBAgAABAgQIECBAoH4BHRIgQIAAAQIECBAgQIAAAQL1C+iQAAECBAgQIECAAAECBAgQ2CQCS2amy3GPfkh58XGPKve86wGb5Dn7T+IBAQIECBAgQIAAAQIECBAgUL+ADgkQIECAAAECBAgQIECAAIH6BXRIgAABAgQIECBAgAABAgQI1C+gQwIECBAgQIAAAQIECBAgQKB+AR0SIEBgkQh0Fkmf2iRAgAABAgQIECAwVECRAAECBAgQIECAAAECBAgQqF9AhwQIECBAgAABAgQIECBAgED9AjokQIAAAQIECBAgQIAAAQIENq3AAfvs0X/Cb//o1PLej32xv7yxHtguAQIECBAgQIAAAQIECBAgUL+ADgkQIECAAAECBAgQIECAAIH6BXRIgAABAgQIECBAYG0EfnXjinLFVdeuzSrGEiBAgMA8ELALBAgQIECAAAECBAgQIECAQP0COiRAgMBiEegslkb1SYAAAQIECBAgQGCIgBIBAgQIECBAgAABAgQIECBQv4AOCRAgQIAAAQIECBAgQIAAgfoFdEiAAAECBAgQIECAAAECBAjchgLX37C8fOW7Py6v+Jf3lGuWLdtYe2K7BAgQIECAAAECBAgQIECAQP0COiRAgAABAgQIECBAgAABAgTqF9AhAQIECBAgQIAAgbUS+OIl15UfnXrOWq1jMAECBAjc5gJ2gAABAgQIECBAgAABAgQIEKhfQIcECBBYNAKdRdOpRgkQIECAAAECBAj8loACAQIECBAgQIAAAQIECBAgUL+ADgkQIECAAAECBAgQIECAAIH6BXRIgAABAgQIECCwqQRmZ2fbp+rdtwtuCBAgQGDRC9zv0DuX1774uHLQHW5XNp+Z2UgeNkuAAAECBAgQIECAAAECBAjUL6BDAgQIECBAgAABAgQIECBAoH4BHRIgQIAAAQIECBBYO4GbZn9TJsbH124lowkQIEDgNhbw9AQIECBAgAABAgQIECBAgED9AjokQIDA4hHoLJ5WdUqAAAECBAgQIEDgFgIWCRAgQIAAAQIECBAgQIAAgfoFdEiAQF+g0/Gfh/sYHhAgQIAAAQIECBAgUJeAbggQIECAAAECBDaZQNM0m+y5PBEBAgQILCyB7bfZsjzqIUf0d/rL3/5ROffCX/WX1/uBDRAgQIAAAQIECBAgQIAAAQL1C+iQAAECBAgQIECAAAECBAgQqF9AhwQIECBAgAABAgTWUmD7qfGy9RabreVahhMgQIDAbSrgyQkQIECAAAECBAgQIECAAIH6BXRIgACBRSTgNzwsohdbqwQIECBAgAABAqsKWCJAgAABAgQIECBAgAABAgTqF9AhAQJzAk3TlNnZ2bmF7u0Hv3ZmEQbmgDlgDpgD5oA5YA6YA+aAOVDLHNCHuWwOmAPmgDlgDpgD5sDGnQP/9fUzu58sz301TVOapimdzsr/JalpmuIPAQIECBC4pcBnv/r98rdveV/5+Je+dctvrdOylQgQIECAAAECBAgQIECAAIH6BXRIgAABAgQIECBAgAABAgQI1C+gQwIECBAgQIAAAQJrK/CQHTYvB+y769quZjwBAgQI3IYCnpoAAQIECBAgQIAAAQIECBCoX0CHBAgQWEwCK/+1rcXUtV4JECBAgAABAgQIlMKAAAECBAgQIECAAAECBAgQqF9AhwQWtUDTzP3CpaZpyuzsbPsLmQJy0i8uLa878cfCwBwwB8wBc8AcMAfMAXPAHDAHapkD+jCXzQFzwBwwB8wBc8Ac2ARzIJ8vJ51OpyS9x7kXAgQIECAwTOBVL/z9cv/DDiqT4+PDvr22NeMJECBAgAABAgQIECBAgACB+gV0SIAAAQIECBAgQIAAAQIECNQvoEMCBAgQIECAAAECBAgQIECgfgEdEiBAgAABAgQIECBAgAABAvUL6JAAAQKLSqCzqLrVLAECBAgQIECAAIG+gAcECBAgQIAAAQIECBAgQIBA/QI6JLB4BZqmKbOzsy1A0zSlaZr28eG336ocus8W5ZC9NisH7zFT7rr7dLnLblPloF0n29x5l4n2vrfsfs6FAwdzwBwwB8wBc8AcMAfMAXNgPs8B+2Z+mgPmgDlgDpgD5oA5sDHnQD5DzmfJ+Uz5bnsuKWNjY6XT6bRpmqb/+XM+hG6aJndCgAABAgRaganJifKk331AOeq+d2+Xc3PyaWflbh1iFQIECBAgQIAAAQIECBAgQKB+AR0SIECAAAECBAgQIECAAAEC9QvokAABAgQIECBAgMDaC5x0xfXl15dfvfYrWoMAAQIEbiMBT0uAAAECBAgQIECAAAECBAjUL6BDAgQILC6BzuJqV7cECBAgQIAAAQIEbhZwR4AAAQIECBAgQIAAAQIECNQvoEMCi1ygaZr+L17KL2N66ME7l9c8fv/yikftU/7y6D3Lnz9s1/LSI3cqf/LgHcqLH7R9mzz+4wduV4SBOWAOmAPmgDlgDpgD5oA5YA4smDngZxg/w5kD5oA5YA6YA+aAObDR5sDgZ8f5PPkvHr5b2XGr6TI2NtamaeY+h26auft8LN80Te6EAAECBAj8lsCpZ55X/uU9HytvetdHy+VXreU/wvpbW1MgQIAAAQIECBAgQIAAAQIEqhPQEAECBAgQIECAAAECBAgQIFC/gA4JECBAgAABAgQIrKXA9WNj5aQrlpXLr7xmLdc0nAABAgRuMwFPTIAAAQIECBAgQIAAAQIECNQvoEMCBAgsMoHOIutXuwQIECBAgAABAgRaATcECBAgQIAAAQIECBAgQIBA/QI6JLDYBWZnZ1uCpmlKp9NpfxnT+Ph4mZiYKJOTk2VqaqrN9PR0mZmZKblPLfcy3Xpw4GAOmAPmgDlgDpgD5oA5YA7M/zngNfIamQPmgDlgDpgD5oA5sOHnQO8z41va5jPkfL6cz5nHxsbaz57z+XPTNMUfAgQIECCwOoH9b7d7efFxjyrnXHBJueiSy1c3fJXvWyBAgAABAgQIECBAgAABAgTqF9AhAQIECBAgQIAAAQIECBAgUL+ADgkQIECAAAECBAisrcCKptOuMjE+3t67IUCAAIH5L2APCRAgQIAAAQIECBAgQIAAgfoFdEiAAIHFJjD3X6wWW9f6JUCAAAECBAgQWOwC+idAgAABAgQIECBAgAABAgTqF9AhgUUr0DRNmZ2dLU0z9wuXmqZpH+eXMI2Pj5f8Yqb8gqb8oqb8Eqckv8Qp90uWLClJHstMYcDAHDAHzAFzwBwwB8wBc8AcmPdzwHX7jNfI+9QcMAfMAXPAHDAHNs4cuOVnxfkcOZ8r5/PlfNY8NjZW8rlz08x9Bt00zaL9XF7jBAgQILDmAgfss0d5zYufWu647x7tSjfcuLy9X82NbxMgQIAAAQIECBAgQIAAAQL1C+iQAAECBAgQIECAAAECBAgQqF9AhwQIECBAgAABAgTWWmDmphXl4TstLTttv9Var2sFAgQIELhNBDwpAQIECBAgQIAAAQIECBAgUL+ADgkQILDoBDqLrmMNEyBAgAABAgQIECgICBAgQIAAAQIECBAgQIAAgfoFdEhgcQs0TdMC5Jcv9ZJfyJTklzPllzTll2LlFzblvveLnHKfbLbZZkUYmAPmgDlgDpgD5oA5YA6YA+bA/J8DXiOvkTlgDpgD5oA5YA6YAxtjDuRz4sHPjvNZci8TExMlGRsbK0nTzH0e3X4o7YYAAQIECKyBwMz0VH/Uhz7z1fLyfzq+/PycC/u1336gQoAAAQIECBAgQIAAAQIECNQvoEMCBAgQIECAAAECBAgQIECgfgEdEiBAgAABAgQIEFh7gbHZ2bLz9HiZnpoo/hAgQIDAQhCwjwQIECBAgAABAgQIECBAgED9AjokQIDA4hPoLL6WdUyAAAECBAgQILDoBQAQIECAAAECBAgQIECAAAEC9QvokMAiF5idnV1FoNPplGR8fLwkk5OTZWpqqvR+YVPu88ucci/Tq7jw4GEOmAPmgDlgDpgD5oA5YA7M4zkwbd/MT3PAHDAHzAFzwBwwBzbWHOh9Zpz7JM+Tz5aTiYmJ9rPmfO6cNE3TfibdNHP37YIbAgQIECCwBgKPeMBhZYvNlpQ3Hv+Rct2y64evoUqAAAECBAgQIECAAAECBAjUL6BDAgQIECBAgAABAgQIECBAoH4BHRIgQIAAAQIECBAgQIAAAQL1C+iQAAECBAgQIECAAAECBAgQqF9AhwQIEFiEAp1F2LOWCRAgQIAAAQIEFrmA9gkQIECAAAECBAgQIECAAIH6BXRIYLELNE1TmmbV5JcwJePj4+0vZsp9flFTMjU1VXIvkxwmGXgfmAPmgDlgDpgD5oA5YA4snDngtfJamQPmgDlgDpgD5oA5sHHnl9Lr8gAAEABJREFUQO+z44mJiTKYsbGxks+bk97n8U3T9B66J0CAAAECayyw1dLNy589+3HlxU97VFkyM92ut+z6G9r73o17AgQIECBAgAABAgQIECBAoH4BHRIgQIAAAQIECBAgQIAAAQL1C+iQAAECBAgQIECAwLoIXDy9pHzw/CvLNdddvy6rW4cAAQIENrGApyNAgAABAgQIECBAgAABAgTqF9AhAQIEFqNAZzE2rWcCBAgQIECAAIFFLaB5AgQIECBAgAABAgQIECBAoH4BHRIgMCDQNE1pmqb9ZUy9X8o0Pj5ebpnBX97k8aq/zIoHD3PAHDAHzAFzwBwwB8wBc2BezoHidfG6mAPmgDlgDpgD5oA5sHHnQD5H7hnncdLpdNrPm5tm7rPnpmmKPwQIECBAYH0F9t1zl3YTy5evKK988/vKBz79v2XFTTelJgQIECBAgAABAgQIECBAgED9AjokQIAAAQIECBAgQIAAAQIE6hfQIQECBAgQIECAAIF1EljRNOXqFb8pZXadVrcSAQIECGxaAc9GgAABAgQIECBAgAABAgQI1C+gQwIECCxKgc6i7FrTBAgQIECAAAECi1hA6wQIECBAgAABAgQIECBAgED9AjokQOCWAk2z8hcw9X45U+9+bGysJPnFTbmXOQ8OHMwBc8AcMAfMAXPAHDAHzIH5PgfsnzlqDpgD5oA5YA6YA+bAppgD+Sy59zx5PJh8Ft00TWmaJg+FAAECBAist8DExHi5/2EHlS9+44fl+I98vpSy3pu0AQIECBAgQIAAAQIECBAgQGDeC9hBAgQIECBAgAABAgQIECBAoH4BHRIgQIAAAQIECBBYN4EVnbn/X2FiYmzdNmAtAgQIENiEAp6KAAECBAgQIECAAAECBAgQqF9AhwQIEFicAp3F2bauCRAgQIAAAQIEFq2AxgkQIECAAAECBAgQIECAAIH6BXRIgMBQgaZpSn4xU9M07S9jyuPBNM3c9wdrHndaMw4czAFzwBwwB8wBc8AcMAfMgXk4Bzr2ybw0B8wBc8AcMAfMAXNgU82Bppn7XLlpVt6X7p+mabq3vggQIECAwIYVOOo+dy+vffHTyyPuf1gpG3bTtkaAAAECBAgQIECAAAECBAjMRwH7RIAAAQIECBAgQIAAAQIECNQvoEMCBAgQIECAAAEC6yiw17XXlGfutXWZmpxYxy1YjQABAgQ2mYAnIkCAAAECBAgQIECAAAECBOoX0CEBAgQWqUBnkfatbQIECBAgQIAAgUUqoG0CBAgQIECAAAECBAgQIECgfgEdEiBw6wJN05SmaW59kO8SIECAAAECBAgQIEBgngvYPQIECBAgQIAAgU0v0DRN//Plpmk2/Q54RgIECBBYNALbb7NF2Wn7rUsavvyqq8vr3/nhctmVV2VRCBAgQIAAAQIECBAgQIAAgcoEtEOAAAECBAgQIECAAAECBAjUL6BDAgQIECBAgAABAgQIECBAoH4BHRIgQIAAAQIECBAgQIAAAQL1C+iQAAECi1Wgs1gb1zcBAgQIECBAgMCiFNA0AQIECBAgQIAAAQIECBAgUL+ADgkQWEOBpmnaX9TUNO6bhkHTMGgaBk3DoGkYNA2DpmHQNAyahkHTMGgaBk0zbw38POO1MQfMAXPAHDAHzAFz4DaYA2v48bNhBAgQIEBgQwm027ny6uvKry67srzyze8rPz/nwrbmhgABAgQIECBAgAABAgQIEKhGQCMECBAgQIAAAQIECBAgQIBA/QI6JECAAAECBAgQILDOAteOjZdfXr9inde3IgECBAhsMgFPRIAAAQIECBAgQIAAAQIECNQvoEMCBAgsWoHOou1c4wQIECBAgAABAotQQMsECBAgQIAAAQIECBAgQIBA/QI6JECAAAECBAgQIECAAAECBOoX0CEBAgQIECBAgAABAgQIECBQv8Bch3vtumN51Qt/v9z7kAPLTttvPVd0S4AAAQIECBAgQIAAAQIECFQioA0CBAgQIECAAAECBAgQIECgfgEdEiBAgAABAgQIEFh3gbM226J8/pJr130D1iRAgACBTSTgaQgQIECAAAECBAgQIECAAIH6BXRIgACBxSvQWbyt65wAAQIECBAgQGDRCWiYAAECBAgQIECAAAECBAgQqF9AhwQIECBAgAABAgQIECBAgED9AjokQIAAAQIECBAgQIAAAQIE6hcY6HB6arI89qj7ls2XzLTVU888r3z9pFPax24IECBAgAABAgQIECBAgACBBSxg1wkQIECAAAECBAgQIECAAIH6BXRIgAABAgQIECBAYD0EVnSaMu43qqyHoFUJECCwiQQ8DQECBAgQIECAAAECBAgQIFC/gA4JECCwiAX856pF/OJrnQABAgQIECCw2AT0S4AAAQIECBAgQIAAAQIECNQvoEMCBAgQIECAAAECBAgQIECgfgEdEiBAgAABAgQIECBAgAABAvUL3FqH3zjpZ+X4j/xP+X/v+u9yww3Lb22o7xEgQIAAAQIECBAgQIAAAQLzWMCuESBAgAABAgQIECBAgAABAvUL6JAAAQIECBAgQIDA+gjseP315aAtp9ZnE9YlQIAAgU0g4CkIECBAgAABAgQIECBAgACB+gV0SIAAgcUs0FnMzeudAAECBAgQIEBgUQlolgABAgQIECBAgAABAgQIEKhfQIcECBAgQIAAAQIECBAgQIBA/QI6JECAAAECBAgQIECAAAECBOoXuNUOj3v0Q8qTj35gGeuMlampieIPAQIECBAgQIAAAQIECBAgsCAF7DQBAgQIECBAgAABAgQIECBQv4AOCRAgQIAAAQIECKyXwM7XX1vuuHR6vbZhZQIECBDY6AKegAABAgQIECBAgAABAgQIEKhfQIcECBBY1AKdRd295gkQIECAAAECBBaRgFYJECBAgAABAgQIECBAgACB+gV0SIAAAQIECBAgQIAAAQIECNQvoEMCBAgQIECAAAECBAgQIECgfoFb77BpSrnfoXcuz//9o/sDf/aLc/uPPSBAgAABAgQIECBAgAABAgQWgoB9JECAAAECBAgQIECAAAECBOoX0CEBAgQIECBAgAABAgQIECBQv4AOCRAgQIAAAQIECBAgQIAAgfoFdEiAAIHFLdBZ3O3rngABAgQIECBAYNEIaJQAAQIECBAgQIAAAQIECBCoX0CHBAgQIECAAAECBAgQIECAQP0COiRAgAABAgQIECBAgAABAgTqF1jLDm+4cXl56wc+Xf7iH/+jnHHOBWu5tuEECBAgQIAAAQIECBAgQIDAbSLgSQkQIECAAAECBAgQIECAAIH6BXRIgAABAgQIECBAYD0FzlmyeTnjmhvWcytWJ0CAAIGNKmDjBAgQIECAAAECBAgQIECAQP0COiRAgMAiF+gs8v61T4AAAQIECBAgsEgEtEmAAAECBAgQIECAAAECBAjUL6BDAgQIECBAgAABAgQIECBAoH4BHRIgQIAAAQIECBAgQIAAAQL1C6xth1OTE+Vv/uj3ypKZqfKDU36xtqsbT4AAAQIECBAgQIAAAQIECNwGAp6SAAECBAgQIECAAAECBAgQqF9AhwQIECBAgAABAgTWV+DMzbYoZ167fH03Y30CBAgQ2IgCNk2AAAECBAgQIECAAAECBAjUL6BDAgQILHaBzmIH0D8BAgQIECBAgMCiENAkAQIECBAgQIAAAQIECBAgUL+ADgkQIECAAAECBAgQIECAAIH6BXRIgAABAgQIECBAgAABAgQI1C+wTh1us+UW5a+e96Ry7IPu2V//mmXL+o89IECAAAECBAgQIECAAAECBOaVgJ0hQIAAAQIECBAgQIAAAQIE6hdYXB12mlLGOgs/6WNxvXK6JUCAAAECBOa5wE3d65Pxbub5bto9AgQILGYBvRMgQIAAAQIECBAgQIAAAQL1C+iQAAECi16gs+gFABAgQIAAAQIECCwCAS0SIECAAAECBAgQIECAAAEC9QvokAABAgQIECBAgAABAgQIEKhfQIcECBAgQIAAAQIECBAgQIBA/QLr1+HkxES7ge//5Izyp6/79/K/3z65XXZDgAABAgQIECBAgAABAgQIzCcB+0KAAAECBAgQIECAAAECBAjUL7AIOxzvlLLQswhfNi0TIECAAAEC81vgkMt/XQ7Zanp+76S9I0CAwKIW0DwBAgQIECBAgAABAgQIECBQv4AOCRAgQKCDgAABAgQIECBAgED1AhokQIAAAQIECBAgQIAAAQIE6hfQIQECBAgQIECAAAECBAgQIFC/gA4JECBAgAABAgQIECBAgACB+gU2UIeH3On25ZA73r687xNfKiefdtYG2qrNECBAgAABAgQIECBAgAABAhtEwEYIECBAgAABAgQIECBAgACB+gV0SIAAAQIECBAgQGADCGx94w1lq4mxDbAlmyBAgACBjSJgowQIECBAgAABAgQIECBAgED9AjokQIAAgdJhQIAAAQIECBAgQKB2Af0RIECAAAECBAgQIECAAAEC9QvokAABAgQIECBAgAABAgQIEKhfQIcECBAgQIAAAQIECBAgQIBA/QIbssNnPPbI8gdPfHg56A57t5u9cfny9t4NAQIECBAgQIAAAQIECBAgcNsKeHYCBAgQIECAAAECBAgQIECgfgEdEiBAgAABAgQIECBAgAABAvUL6JAAAQIECBAgQIAAAQIECBCoX0CHBAgQIFBKBwIBAgQIECBAgACBygW0R4AAAQIECBAgQIAAAQIECNQvoEMCBAgQIECAAAECBAgQIECgfgEdEiBAgAABAgQIECBAgAABAvULbPAO73bg7fvb/PRXvlv+4h//o5x65nn9mgcECBAgQIAAAQIECBAgQIDAJhfwhAQIECBAgAABAgQIECBAgED9AjokQIAAAQIECBAgsEEE/nuXvcp3Ll+2QbZlIwQIECCwwQVskAABAgQIECBAgAABAgQIEKhfQIcECBAg0BXodOOLAAECBAgQIECAQMUCWiNAgAABAgQIECBAgAABAgTqF9AhAQIECBAgQIAAAQIECBAgUL+ADgkQIECAAAECBAgQIECAAIH6BTZuh4ccePuy+WYz5R//48Ry6RVXbdwns3UCBAgQIECAAAECBAgQIEBghIAyAQIECBAgQIAAAQIECBAgUL+ADgkQIECAAAECBAhsGIGbOk2ZbJoNszFbIUCAAIENLGBzBAgQIECAAAECBAgQIECAQP0COiRAgACBCHRyIwQIECBAgAABAgSqFdAYAQIECBAgQIAAAQIECBAgUL+ADgkQIECAAAECBAgQIECAAIH6BXRIgAABAgQIECBAgAABAgQI1C+wkTvcfefty8uf+8Tyx097VNl2qy3aZ7vwkkvLFVdf0z52Q4AAAQIECBAgQIAAAQIECGwCAU9BgAABAgQIECBAgAABAgQI1C+gQwIECBAgQIAAAQIbSOD6zniZGms20NZshgABAgQ2qICNESBAgCfEAMkAABAASURBVAABAgQIECBAgAABAvUL6JAAAQIEWoFOe+uGAAECBAgQIECAQKUC2iJAgAABAgQIECBAgAABAgTqF9AhAQIECBAgQIAAAQIECBAgUL+ADgkQIECAAAECBAgQIECAAIH6BTZVh3fcd4/+U33iS98uL3vj8eX9n/xyuW7ZDf26BwQIECBAgAABAgQIECBAgMDGEbBVAgQIECBAgAABAgQIECBAoH4BHRIgQIAAAQIECBDYUAJPPveMcsDSqQ21OdshQIAAgQ0oYFMECBAgQIAAAQIECBAgQIBA/QI6JECAAIE5gc7cnVsCBAgQIECAAAECVQpoigABAgQIECBAgAABAgQIEKhfQIcECBAgQIAAAQIECBAgQIBA/QI6JECAAAECBAgQIECAAAECBOoXuE06fMqxDyoPvtfB5fSzLyhLZvwDsbfJi+BJCRAgQIAAAQIECBAgQGAxCeiVAAECBAgQIECAAAECBAgQqF9AhxtAYHZ2tnzwgx8sO+ywQ2maprzxjW8sP/vZz8quu+5a/uiP/qisWLFiAzyLTRAgQIAAAQIECBAgQIAAgXUWsCIBAgQIECBAgAABAgQIECBQv4AOCRAgQOBmgc7N9+4IECBAgAABAgQIVCigJQIECBAgQIAAAQIECBAgQKB+AR0SIECAAAECBAgQIECAAAEC9QvokAABAgQIECBAgAABAgQIEKhf4LbpcGZ6sjzywUeUv/mjJ/d34Gvf/2n5x38/sXzrRz/r1zwgQIAAAQIECBAgQIAAAQIENoSAbRAgQIAAAQIECBAgQIAAAQL1C+hwQwh84QtfKL/3e79X7nGPe5Tjjz++7LfffuXGG28sy5cv3xCbtw0CBAgQIECAwIIQOHPZjWXZ2NiC2Fc7SYAAgcUnoGMCBAgQIECAAAECBAgQIECgfgEdEiBAgEBPoNN74J4AAQIECBAgQIBAdQIaIkCAAAECBAgQIECAAAECBOoX0CEBAgQIECBAgAABAgQIECBQv4AOCRAgQIAAAQIECBAgQIAAgfoF5lGH2229RRkfHyv//qHPlTPPu3ge7ZldIUCAAAECBAgQIECAAAECC1zA7hMgQIAAAQIECBAgQIAAAQL1C+hwgwh88IMfLLvvvnt5+9vfXp761KeWRzziEeUud7lLueSSS8qb3/zmMj4+vkGex0YIECBAgAABAvNV4Jply8rHf31NOW3pVvN1F+0XAQIEFreA7gkQIECAAAECBAgQIECAAIH6BXRIgAABAn2BTv+RBwQIECBAgAABAgQqE9AOAQIECBAgQIAAAQIECBAgUL+ADgkQIECAAAECBAgQIECAAIH6BXRIgAABAgQIECBAgAABAgQI1C8wnzrc/3a7lxc+9djy+j97Zrnd7ju1u3bpFVeVv37Tu8snvvTtcs4Fl7Q1NwQIECBAgAABAgQIECBAgMDaCRhNgAABAgQIECBAgAABAgQI1C+gw/UXuP7668tFF11U9tprr7Lllluu/wZtgQABAgQIECCwAAU+8rmvtXt9h6uvaO/dECBAgMD8ErA3BAgQIECAAAECBAgQIECAQP0COiRAgACBlQKdlQ89IkCAAAECBAgQIFCVgGYIECBAgAABAgQIECBAgACB+gV0SIAAAQIECBAgQIAAAQIECNQvoEMCBAgQIECAAAECBAgQIECgfoF52eFWSzfv71en05T99t61fOtHp5RTzzyvX//Rz84sPznj7P6yBwQIECBAgAABAgQIECBAgMBIAd8gQIAAAQIECBAgQIAAAQIE6hfQ4QYQWLFiRbn22ms3wJZsggABAgQIECCwcAUeet/DypHbbFZmbrpp4TZhzwkQIFCvgM4IECBAgAABAgQIECBAgACB+gV0SIAAAQIDAp2Bxx4SIECAAAECBAgQqEhAKwQIECBAgAABAgQIECBAgED9AjokQIAAAQIECBAgQIAAAQIE6hfQIQECBAgQIECAAAECBAgQIFC/wPzvcOstlpYnH/3A8po/Pq4ceZ9D+jv8kc9/rbzpXR8tL3j1v/VrNy5fXn512ZX9ZQ8IECBAgAABAgQIECBAgACBCAgBAgQIECBAgAABAgQIECBQv4AO/+Ef/qHsueee5aSTTiqPe9zjStM05alPfWof5uKLLy7PetazyuTkZPu9XXfdtbz5zW8uy5cvb8dk/aVLl5avfOUrbfJ4s802K9///vfLRRdd1G47Y9rB3ZtPfOITJd//zne+U97//veXbK9pmrL11lu3273pppu6o1Z+zc7OlhNPPLHsv//+7fOPjY2Vhz/84eX0009fOcgjAgQIECBAgMBtJHDJpVeUs86/uH327bfZohyw2VT72A0BAgQIzDcB+0OAAAECBAgQIECAAAECBAjUL6BDAgQIEBgU6AwueEyAAAECBAgQIECgGgGNECBAgAABAgQIECBAgAABAvUL6JAAAQIECBAgQIAAAQIECBCoX0CHBAgQIECAAAECBAgQIECAQP0CC7jDP3vW48qLj3t0edxD79vv4oxzLiwve+N/lj985b+Wz/3f9/v1k087qySnnXV+ufHmf7g/38xycvYFv8xim6uvva6kllx25VVtLTcXXHxpv57lXjIuOffCX/VK5Yqrr+mPzePeN8676Ff9eq+W+6yf5DmynFx25dX9sdmn1JLsa8YmWU5uuHF5f+xFv7ospTa/vvyqfv2aZcvaWm7OPO/itv7zrleWk2XX39jWst1f/vqKlNrkH/VNLVl2/Q1tLTc/P/fCdvwvzrsoi22uve76tpaxv7pspd3Fv7q8X8++toO7N6effX5bP/v8NfD/5Ur/5StWdNee+8pzJYP+V159bbvd1K+46pq5gd3b1fmff/Gvu6Pmvgb9r7rmurli93aYf+ZUniu58JLV++cfSc7YM865oLvFua/R/lf2e7lu2a37X7ds0P/KuQ13b1fxv2HuF1d0y2Wo/3Ur5/+lV6x8DS9Yrf8l2WSb0f6/7vfSDrz5JhbJoP/lV62c/1dec+3NI0s554JLfmsbo/yz/9lucs11K+f/MP/rb1g5/y/+9eX957vk0uH+vzj3onY/ct8bPNK/u73sQ5Ln6Y0//ewL2m1kf3q1q0f4X3jJwPxfPmz+D/h3vfJcSRx72z7volv3z/d7Y7Ne1k8G/c+98Lf9l3f3J+OS7GdvG6vzT/+9sXHJ+smg/68uG/S/vje8xD1jc98rXtd9f6SW5HXr1bO91JI8T6+e509t0D/zJLUk+98bm75SS9Jvr57lJPOyV4tXakkce/XM79SSXi33WU4G/XPcSi3J+ynjknX1z7zK+kn6zXbTf5aTG7rHhdSSHC9SS0b6d4/7GZvzQMYlo/xzPsnYJMe5jE1y/Est+5PlZLT/Ze17JePzfs/YJMvJoH+O16klOY5nXLJ6/4FzePe8kfWTVf1/+xye81HGJTlO5rmSzJ/UkkH/nO9SO717/su4ZLT/ynN4zq8Zm+S8m20M+uf8nFpyyaUrz+Gj/HP+z9hV/LvXCakluX7IcyU5r6WWDPM/e+AaapR/rm+yfpJt9pLlJOfnXi3XTakledyrn9u9zkot6dVG+V/WvX7LuGSVa6ju9UZqq/iPuIbKdUzGJoP+w6+hbujP0UH/PM76SV6j3n73/LOtXi3XaRmXDPrnui61ZPAaKsvJoH96TS2JQW/bq/OPbW9szLN+kse9el6j1JJeLfdZTvIcWU7y3Kkl2afUkuxrakmWk/SU5SS9ppbEILUkNqklMUsthllOcmxJLcmcTy0Z6X/zNWy2lXFJXuOsn+S1Ty3JPqWWZF9TSzKHUst7OstJek0tiUFqSY4NqSWZs6klWU4G/XPMSS3JuSDjkrXzX3kNlfdk1k+G+ec9nedK8l7PuGSUf44ZGZtjeMYlo/0Hz+G3fg07yj/npDxfkmNlni8Z6j/iGmr1/gPXUCN/hrj1a6icY7JfyWUDP8MN+p8zX65h1+YadvBnuO61QvpLTp9n17CD/rn2ynxJck2W/U2G+eeaLuOSXOtlXDJ4Ds+1SWpJb/6n/ywnubbM+kmuOVNLRl5DrY3/WvwMkf3MPiTZ/+xDkr5SS9JvakmWk7hkOYlXakkcU0vim1qS5V6ynAxew2a91JJsrzf23HX8GWLwGmqYf44Lea4kx4ve8430X4tr2Lye2W6S17m37Rz/Usv+9Gqj/efLNeyQn+G6n6mkjyTHyV4vmT+pJYP+Od+ldvpGvYZd+RlGzud5viTnmd7+DfWfL9ewG+BniMvmyTXsKP9cf+U1GbyGynVaakmuH3qv1ahrqIxLzh74GWLkNdQG+Bz23CE/Q2Qfsw/JgrqG7X6Gm30e9B91DTXKP+/hbCPv6TgkI/1X+zngyp+hV7mG7X4mnu0mC/Ma9or+z3ar/Ax3888Q+Xk8vSWj/HNOinOSc1XGJkP9N+o17G9/hpH9yH4lOcdnOblsnl/D5vOP7POg/3Vr/Tn4xv8cdtWf4db8Z4hR11DnDPkZItd0sUhyrZfXLxk8h+faJLUk1ywZe3r3Gj7LSa5tUktyzZNasuo11Mqf4fL5a8bmPuOSkf7z5Bo216jZ5yT720uWk3y/Vxvlf+58uYYd+jPE4OdQK6+h8nqmvySvc6/HoddQ3f9eknFJ5k9vbD4bSC3JZwa9epaTzMteLT/zppbkONKr5/iSWtKr5T7LyaB/3jepJTmfZFwy1H8TXcNmfmcfkhx3sm85DmU5uW7Ef4cYdQ011H8jXsP2/bv/PTz720v6SHJ+7tVG+//2OSSfaWX9ZPBniMs24jXsMP+cn7MPST776/Uy6H/DjSv/G9pVV11V/uRP/qQ84xnPKL/5zW/Ku971rnaVc845p9z3vvctn/zkJ8sb3vCG8qEPfag87GEPK89//vPLS1/60jI7O1uOPvro8p73vKfc4Q53aJPHJ5xwQtl7773bbQy7yXqvfe1ry5ve9Kbyute9rrz3ve8te+21V7vdPEdvnYx7/etfXx772MeWgw8+uLz//e8v//Zv/1ZOO+20csQRR5Sf/vSnJe/H3vjcp+dkY17D5vomz5XkujPPl58DspyM8s9rkbFJxmRsknVTy7aynOQ5Uks2+OewG+BniLxHsm9J9reXLCer+m+8z2FjlueLYW8f8vNxaknmfK8+0n/eXcOO+Bmi+/N0r5fV+ecY1xt72Sa+hh3tv+afg1+3qa5hu+fMnlPmS5Jza6+Wc25qSc4FvXrO0aklvVrus5wM+o+6hsq1QsYmWTdZ12vYnEOzfpJrm2wzyTVPasklm/jvcuRaO/uQrHoNtbD/Lsfg54Dr/jPEhv27HHn945z9yWudjPZf889h87l1tptkHme7SeZ3akmWe8lykvdHr5b3TWpJ3k+9et5nqSW92qhrqMyfjEsG/fOZTWqDP8Pls4XUknzm0Nv2qj/DDfivxefgOZ9ku0mOUb1tv/E/Tywv/6fjy/Ef+Xyv5J4AAQIE5quA/SJAgAABAgR5GKa1AAAQAElEQVQIECBAgAABAgTqF9AhAQIECKwi0FllyQIBAgQIECBAgACBSgS0QYAAAQIECBAgQIAAAQIECNQvoEMCBAgQIECAAAECBAgQIECgfgEdEiBAgAABAgQIECBAgAABAvULLOQOl8xMlwP22b3c+5AD+20cuO+e5VUvfEp5xmOOLPvuuUu//uPTzyr/8p6PlTf8+4fLdcvmfnlJ/qHdLCfv/ujKf7T21F+c145L/ds/Oq2/jY98/mv9eu8fAs4/tJtxyfs/+eX+2B/97Kz+2DzufeMDn/pKv97bj2wr6yd5jt7Y7/749P7Y7FOvnn3N2KRXyy/ZynLyqa98p1cuX/v+T/rbOPPci/r1t3/w0239n7smvWJ+OVTWTz7/9e/3yuUL3/hBOzb1wV/q8K/v+URbf+v7P9Ufe9YFF7e1jP3q907u1z/z1e/269nX3jde/84Pt/X//Mj/9EolvWb9ZND/o1/4Rjs29fxikawwyv/k087ujz3plF9kaJth/vkHnrPN5MOf+792XG4G/U/5xTkptRnmf9kV1/Sf75Nf/nY7Ljej/N/xX59px7/pXR/NsDaj/L/07ZX+51288h/GH+Z/zoWXtNtNL//7nR+1283NoP8ll12RUpth/qefeUF/G9/6wantuNwM8x98D73341/KsDaj/D/02ZXzP/84dwaP8v/+T37e34+fnrHS/z0f/0K/nvWTUf5fP+mU/tgzzr4wQ9sM888/FB+35HP/9712XG5G+b/lhLn5n/uMS0b5Z3vZbpLnydjk9e/8ULt///Hhz2WxzSj/j33xW+3YbOPyq65tx47yj1fGJXFsB3dvhvnndci4JN/vDmu/sl5qSbbXFrs3eZ1TS7qL7Vf2J8tJ9rMtdm9G+affjE3/3WHtV1xSS+LVFrs3mcepJfHtltqvuKeW+7bQvcn7I7Ukr1u31H5le6kleZ622L3J86eW/ekutl+ZJ6kl2f+22L1JX6kl6bdbar+ynGRetoXuTbxSS+LYLbVfOb6klmTepzjKP8etjEvyfsrYZNA/r39q2Z+MS7KfqSV5/6aWZF6llqTf1NJ/lpMcF1JLcrxILRnln+N+xuY4lHHJKP+cTzI2yXEuY5Mc/1LL+zHLySj/HFczNsn7PWOTLCeD/jlep5Z8t3sezbhkmH/OwxmX5PyQccko/5znMzbp+ed8lOUkx8msn4zyz/kuY3P8zbhklH/Ooxmb5Pyasckw/5yfMy7JeTvjklH+Of9n7KB/rhNSS3L+yvrJ6vxzXsy4ZJR/rm+y3STXPRk7yj/XTRmX5HHGJoP+Of+nNso/1w9ZP8l1RcYmw/xzXZJxyeA11Cj/YddQo/zzWmS7ScZkH5Kef7aV5WSUf/Yp6yfZ14xNspwM+qfX1JIYZFwyzD+GGZfENuOSmKeW5HFqSd4jqSV57VLLa5nlJM+RWpLnTi3JPqWWZF9TS7KcpKcsJ+k1tSRzMLUkNqklMUsthllOcmxJLcmcTy0Z5Z9jV8ZmWxmX5D2WWpLXPrUk+5Rakn1NLcl7OLXMqSwn6TW1JAapJTk2pJZkzqY2yj/H/IxLcizK2GRt/HPsy/pJ3pNZPxnmn2NqxiV5r2dcMso/x4yMzTE845JR/jkXZ2ySc0TGJj3/HMuynIzyzzkp6yc5VmZsMsw/57qMS3IMzrhkmH+O4RmX5Nyaccko/1wjZWySc3fG5lye5STnmNSSUf45V2VsknHJKP9cg2RcknNjxibD/HNtk3FJrnkyLhnln2unjM19xiW5xkotybk/tWS0//y6hh30z7VX+khyTZY+kmH+o66hRvkPu4Ya5R/H7EMS3+xDEvfUcp/lJN9PLcl6qSV5PVNL8jypJbmGSy37k+Uk8yS1JPufWpJrw9SS9JtakuUkLllO4pVaEsfUkvimlmTep5b3QZaTvD9SS7Jeakm2l1qS91lqSd5/qWV/spxkP1NL8v5NLcn7OrUk/aaW/rOc5LiQWpL5mloSx9SS+KaW5LiTWo5DWU5yfEotyfsmtWSUf45/GZv3Y8Ylo/xzXM3YJO/3jE2ynAz653idWpLjSMYlw/xzHs64JOeHjEty3kgtyfEstWSYf85HGZfkOJlxySj/nO8yNsffjEtG+ec8mrFJju8Zmwzzz/VRxiWD/jmfp5bkPJP1k2H+uU7IuCTnr4xLVuef82LGJaP8c32T7Sa57snYtfXPdVbWT3L+zzZG+ef6IeOSXFdkbDLMP9clGZfkeiXjklH+ue7J2MFrqEH/XDdl/WSUf9bNNrKtjEtG+WefMjbJvmZskuVk0D+9ppbEIOOSYf4xzLgkthmX5Lo1tSSPU0syJrUk66aW1zLLSZ4jtSTPnVqSfUotyb6mlmQ5SU9ZTtJraknmYGpJbFJLYpZaDLOcZG6nlsQ8tSSvRWpJXqPUkqybWraV5STvsdSSvPapJdmn1JLsa2pJ3sOpZU5lOUmvqSUxSC3JsSG1JHM2tRhmOYltakmOOaklg/45RqWW5L2TsaP8c+zLuCTvyYxNhvnnmJpxSd7rGZeM8s8xO2NzDMm4ZG39c+7INnIsy/rJKP+ckzI2ybEyY5Nh/jnXZVySY3DGJcP8cw7NuCTH9oxLBv1zLkgtGeafc3nWT3KOybhklH/OVRmbZFwyyj/XIBmX5NyYsckw/1zbZFySc27GJTkXpJbkHJ1aMsw/5/iMS3Luz7hktP/Gv4Yd9M81UvYtybVT9m2U/6hrqGH+o66hRvkPu4Ya5R/H7G8y6J9r19Rynz6SUf55PTM2yfNkbJJruNSyP1lOMk9SS7L/qSW5NkwtSb+pJVlO4pLlJNecqSVxTC0Z5p/XIeOSfD/jkqyXWpLtpZbkfZZakvdfatmfLCfZz9SSvH9TS/K+Ti1Jv6ml/ywnOS6klmS+ppYM+sc3tSTuGZv7LCd5fVJL8r5JLRnln+Nfxub9mHHJKP8cVzM2yfs9Y5MsJ4P+OV6nluQ4knFJji+pJZn3qY3yz/sm45IczzI2Geaf81HGJTlOZlwyyj/nu4zN8TfjklH+OY9mbDLon+N+ajkOZf1klH/O5xmb5DyTsckw/1wnZFyS81fGJavzz3kx45LV+WfbPf+ch7Oc5PyQ9ZNR/jnPZ2yS83/GjvLP9UPGJbmuyNhkmH+uSzIuyfVKxiWD/jm/ppYM88/1UdZPct2Uccmg/2VXXJ1SmyuuuKI8+tGPLkceeWRpmqatrVixovzt3/5tuemmm8o3v/nN8oIXvKA85jGPKW9/+9vLa1/72vKe97ynnHrqqeWAAw4oxx57bNlpp53a5PExxxxTttlmm3Y7w26WLVtWrrnmmvK5z32uPOlJT2rzoQ99qOy8887tdq+//vp2tZNOOqm88pWvLK95zWvKCSecUJ7whCeUZz/72eULX/hC2WKLLcrb3va28rEvfrP0/EddQ43yz1yJUdI+YfdmlH/mYMYlg/657kwt16Hd1duvUf55LTI2yZh2cPcm66aWbXUX2688R2pJXvu22L3JnEgtyb52S+1X3sOpZU61he5N5lpqSQy6pfYr1/epJTFLMYZZTjK3U0ty3ZpaksepJXmPpJbkvZNatpXlJM+RWpJjX2pJ3pOpJcP8L1vLv0sQs2w3htlmkmNLaknmfGrJKP8cuzI276WMS0b555yUsUmOlRmbDPPPuS7jkhyDMy7JsTm1JMeM1Eb555ifcUmORRmbDPPPsSzjkpxjMi4Z5Z9zVcYmGZeM8s81SMYlZ6zm7xKM8s+5OOsnOUfk+ZJh/jnHZFySc3/GJaP91+0atuefa5g8V5Jza54rGeWfa6SMTXLuzthR/qOuoYb5j7qGWhv/XFtmv5Jc82TfklH+uXbK2NxnXDLKP9vL2CTPk7FJruFSyzVdlpPMk9SS7H9qSa4NU0vSb2qj/HPNmXFJHDM2Geaf1yHjknw/45Ksl1qS7aWW5HVOLcnzp5b9yXKS/Uwtyfs3tSTv69SS9Jta+s9yEpfUknillmQep5bEN7Uk7qnlPstJ3h+pJXndUkuyvdSSPE9qybBrqFH+q7uGyrzMNpN45bmSOKaW5PiSWpJ5n9oo/xy3Mi7J+yljk2H+eT9mXJLjZMYlo/xzvsvYQf8cl1NLcrzI+sko/xz3MzbHoYxLRvnnfJKxSXwzNtlh263Kw+53j/LHxz0yi0KAAAEC81jArhEgQIAAAQIECBAgQIAAAQL1C+iQAAECBFYV6Ky6aIkAAQIECBAgQIBAFQKaIECAAAECBAgQIECAAAECBOoX0CEBAgQIECBAgAABAgQIECBQv4AOCRAgQIAAAQIECBAgQIAAgfoFquxw5+23KXc7cN+yzx479/t70u8+oLzj1S9qs9UWm7f1ifHx8pJnPKbNU459cFvLzf777N7W8r3D7nKHlNo86sH37te33mJpW5uamujXnviI32lrubnLAXv363mcWvKEh9+vX18yM5VSybbyXEmeoy12b+5x5/36Y7NP3VL7lX3N2KQtdG+223qL/tiH3+/QbmXu696H3Klfv92Ax7Mf/7C2/oLfP2ZuYPc2btlm8uAjDulW5r4edK+D27Gp77rjtnPF7u0f/v7vtvXnPvHh3aW5r7133amtZex9737QXLF7+9D73qNfz752S+3XS58553/cox7SLucmvWb9ZND/2Afdq7+NLTZfUvJnlP9Bd9irP/Zud9wnQ9sM899y8836Yx9z5H3acbkZ9L/jPnum1GaY/zZbbd7fxiN+57B2XG7uPcL/WY97aDv+hU89NsPajPJ/wGEr/Xffaft2bG6G+e+5yw7tdmN3/0PvkmFtBv132GartpabYf773W7X/jYOP3j/DGszzH/wPfTkox/QjsvNKP/HHrVy/m++ZCZDyyj/Q+60b38/Drz9Sv/fP/pB/Xq7ge7NKP8j7nbH/tjb77VLd+Tc1zD/nbbbuj/2yPvcfW5g93aU//N+b27+5747rP0a5Z/t5TVJ8jzt4O7NS5/52PY5n/6YI7tLc1+j/I954OHt2Gxj6y02aweP8o9XxiVxbAd3b4b553XIuCTf7w5rv7Jeakm21xa7N3mdU0u6i+1X9ifLSfazLXZvRvmn34xN/91h7VdcUkvi1Ra7N5nHqSXx7Zbar7inlvu20L3J+yO1JK9bt9R+ZXupJXmetti9yfOnlv3pLrZfmSepJdn/tti9SV+pJem3W2q/spxkXraF7k28Ukvi2C21Xzm+pJZk3qc4yj/HrYxL8n7K2GTQP69/atmfjEuyn6klef+mlmRepZak39TSf5aTHBdSS3K8SC0Z5Z/jfsbmOJRxySj/nE8yNslxLmOTHP9Sy/sxy8ko/xxXMzbJ+z1jkywng/45XqeW5Diecckw/5yHMy7J+SHjklH+Oc9nbNLzz/koy0mOk1k/GeWf813GvrR7/su4ZJR/zqMZm+T8mrHJMP+cnzMuyXk745JR/jn/Z+ygf64TUkty/sr6yer8c17MuGSUf65vst0kKkZR3QAAEABJREFU1z0ZO8o/100Zl+RxxiaD/jn/pzbKP9cPWT/JdUXGJsP8c12SccngNdQo/2HXUKP881pku0nGZB+Snn+2leVklH/2Kesn2deMTbKcDPqn19SSGGRcMsw/hhmXxDbjkpinluRxakneI6klee1Sy2uZ5STPkVqS504tyT6llmRfU0uynKSnLCfpNbUkczC1JDapJTFLLYZZTnJsSS3JnE8tGeWfY1fGZlsZl+Q9llqS1z61JPuUWpJ9TS3Jezi1zKksJ+k1tSQGqSU5NqSWZM6mNso/x/yMS3Isythkbfxz7Mv6Sd6TWT8Z5p9jasYlea9nXDLKP8eMjM0xPOOSUf45F2dsknNExiY9/xzLspyM8s85KesnOVZmbDLMP+e6jEtyDM64ZJh/juEZl+TcmnHJKP9cI2VsknN3xuZcnuUk55jUklH+OVdlbJJxySj/XINkXJJzY8Ymw/xzbZNxSa55Mi4Z4V9y7ZSxuc+4JNdYqSU596eWjPafX9ewg/659kofSa7J0kcyzH/UNdQo/2HXUKP845h9SOKbfUjinlrus5zk+6klWS+1JK9nakmeJ7XkpUN+hsg8ybgk+59xSa4NU0vSb2pJlpO4ZDmJV2pJHFNL4ptaknmfWt4HWU7y/kgtyXqpJdleakneZ6klef+llv3JcpL9TC3J+ze1JO/r1JJh/jkuZFyS+ZpxSRxTS+KbWpLjTmo5DmU5yfEptSTvm9SSUf45/mVs3o8Zl4zyz3E1Y5O83zM2yXIy6J/jdWpJjiMZlwzzz3k445KcHzIuyXkjtSTHs9SSYf45H2VckuNkxiWj/HO+y9iXbsRr2EH/nM/zfEnOM9m3ZJh/rhMyLsn5K+OS1fnnvJhxySj/XN9ku0muezJ2bf1znZX1k5z/s41R/rl+yLgk1xUZmwzzz3VJxiW5Xsm4JNcxqSU5v6aW5LontcFrqFyfppbkuinjklH+WTdjs62MS0b5Z58yNsm+ZmyS5WTQP72mlsQg45Jh/jHMuCS2GZfkujW1JI9TSzImtSTrppbXMstJniO1JM+dWpJ9Si3JvqaWZDlJT1lO0mtqSeZgaklsUktilloMs5xkbqeWxDy1JK9Fakleo9SSrJtatpXlJK9xakle+9SS7FNqSfY1tSTv4dQyp7KcpNfUkhikluTYkFqSOZtaDLOcxDa1JMec1JJB/xyjUkvy3snYUf459mVckvdkxibD/HNMzbgk7/WMS0b555idsTmGZFyytv45d2QbOZdk/WSUf85JGZvkXJWxyTD/nOsyLskxOOOSYf45h2ZckmN7xiWD/jkXpJYM88+5POsnOcdkXDLKP+eqjE0yLhnln2uQjEtybszYZJh/rm0yLsk5N+OSnAtSS3KOTi0Z5p9zfMYlOfdnXDLaf+Nfww765xop+5bk2in7Nsp/1DXUMP9R11Cj/IddQ43yj2P2Nxn0z7VrarlPH8ko/7yeGZvkeTI2eekmvoYd5p/XIfuV5PvZr2SUf95nGZvk/Zexo/zz/s24JO/rjE2G+ee4kHFJ5mvGJYP+8U0tiXvG5j7LSV6f1JK8b1JLRvnn+JexeT9mXJL3aWpJ5k9qSY6rqSV5v6eWZDnJvMxykuN1akmOI6klOb6klmTepzbKP++bjEtyPMvYZJh/zkcZl+Q4mXHJKP+c7zL2pWt5DTvon+N+tpHjUJ4rGeWf83nGJjnPZGwyzD/XCRmX5PyVccnq/HNezLhkNf7tf0/q+ec8nOdKcn7I+sko/5znMzbJ+T9jR/nn+iHjklxXZGwyzD/XJRmX5Hol45Jcx6SW5PyaWjLMP9dHGZfkuinjkkH/bbaa+2/4qc/MzJTDDlv5321TO/fcc8unPvWp8oQnPKHstddeKbVpmqY86EEPKsuWLSs///nP29q63Dzvec8rW265ZX/V3XbbrRx88MHlqquuKsuXL2/rH/nIR8oWW2xRHv/4x5emadpabvbcc89y+OGHl5NPPrk84v6Hlp7/qGuoUf6ZKzFKst1klH/mYMYlg/657kwt16FZPxnln9ciY5OMydgk66aWbWU5yXOkluS1Ty3JnEgtyb6mluQ9nFrmVJaTzLXUkhikluT6PrUkZqnFMMtJ5nZqSa5bU0vyOLUk75HUkiVr8Xc58p7M+skw/23W8u8SxCz7EMNsM8mxJbUkcz61ZJR/jl0Zm/dSxiWj/HNOytgk56qMTYb551yXcUmOwRmX5NicWpJjRmqj/HPMz7gkx6KMTYb551iWcUnOMRmX5NyTWjLon3NVaknGJaP8cw7MuCTnxoxNcs5MLcfwLCej/HMuztgk54iMTYb55xyTcUnO/RmXjPZft2vYnn+uYfJcSc6tea5klH+ukTI2ybk7Y0f5j7qGGuY/6hpqbfxzbZn9SnLNk31LRvnn2iljc59xySj/bC9jkzxPxiYvXc9r2FH++dw0z5XEMc+VDPPP65BxSb6fcUnWSy3J9lJL8jqnluT5Uxvln/dvxiV5X2dsMuwaNi4Zl8Qr45LM49SS+KaWxD213Gc5yfsjtSSvW2pJtpdakudJLcn7L7W8H7Oc5H2aWpL5k1qyumuozMuMS+KV9ZM4ppbk+JJaknmf2ij/HLcyLsn7KWOTYf55P2ZckuNkxiWj/HO+y9jMv4xLclxOLcnxIrVklH+O+xmb41DGJaP8cz7J2OR2e+yUoW2efPQDyyMffETZaunc369si24IECBAYD4K2CcCBAgQIECAAAECBAgQIECgfgEdEiBAgMAtBDq3WLZIgAABAgQIECBAoAIBLRAgQIAAAQIECBAgQIAAAQL1C+iQAAECBAgQIECAAAECBAgQqF9AhwQIECBAgAABAgQIECBAgED9Ajq8w967lWSvXXfsYyzdbElbS32bLbfo13fdadt+vQz8ybhkj12271fzj+CmluRx7xu777z9rW4jz9Ebu82WS/tjs0+9evY12016tanJif7Y/OPjvXr+gfyMSzafmemVy+1236kdv++eu/RrM9OTbS1jd9xuq359h2236tdnpqf69X332KWt77P7zv3aZkum21q2sf02K+122n7rfj372lthv71u9t9tDfx33La/jd4/Vl26f/JcyaD/lks364/daouV/yDx6vx322m77hbnvgb9848yz1VLGeY/ObHSf5cdtukNLaP8995tzv/2e+7aHzsz0n/Lfi9Lbv5FA1lpmP+Smen+2O232TLD2qziPzXR1nIz1H/Jkv42tt1q5WuYX9gQ52S4/w7ZZJvR/tv1t90OvPkm20wG/fOLGVJLev/AdobvuesOv7WNUf7Z/6yf5B/nzvrJMP/pqZXzf/AfFt9h2+H+++yxc7sfuc82k5H+262c/3mejE3222vXdhvZnywnS0f477LDtu3Y9DIxMV56f7Kc7LHLgP/mK+d/HHtjd9/51v3z/d7YrJftJoP+eZ7Ukt7Y7E+Wk+xnr746//TfGxuXrJ8M+mcep5bEtzc+7qnlvlfL+yO1JK9br57tpZbkeXr1PH9qg/6bL5npO2f/e2PTV8Ym6bdXz3KSedmrxSu1JI69euZ3akmvlvssJ4P+OW6lluT9lHHJuvov7c6rrJ+k32w3/Wc5yS/gSC3J8SK1ZKR/97ifsTkOZVwyyj/nk4xNcpzL2CTHv9SyP1lONh/pv03/dcn7PWOTrJ8M+ud4nVqS43jGJav33z7D2oz2/+1zeI6Hea4kx8l2A92bzJ/UkqUD/nt1z3ep5fjbHdZ+jfbfot93zq/t4O5NzrvZxqD/TPf8nFqS83Z3WPs1yj/n/4xdxX9m5fzP+avdQPdml+55LWOTYf45L3aHtV+j/HN9k/WTduDNN1lOdu9eH91cKrluSi3J41495/nUkl5tlH+u3zIuWeUaapj/iGuo7bvXMVk/GfQffg011X+tBv3zOOsneY16+93zz7Z6tVynZVwy6L/z9ivn/+A1VMYlg/7pNbUkBr1tr84/tr2xMc/6SR736nmNUkt6tdxnOclzZDnJc6eWZJ9SS7KvqSVZTtJTlpP0mloSg9SS2KSWxCy1GGY5mRl5DXXr17DZVtZP8hpnu0le+9SS7FNqSfY1tSTv4dTyns5ykl5TS2KQWpJjQ2pJ5mxqSZaTQf8c81NLcizKuGTt/Ff+DJH3ZNZPhvnnPZ3nSvJez7hklH+OGRmbY3jGJaP9h19D5diVbeRYlvWTUf47Df4MMTWRoW2G+nePtdlusu1teA2bc0/2IRn0z7kqtaRtonszyj/7n3HJ5t1zY3do+zXMP9c2GZfkmqcd2L3JtVBqyZL+zxCl5Noptdx3h7VfucZKLdl+jX6GmF/XsDnHt410b3LtlT6SXJN1S+3XMP+J7jV1xiW7dK+124Hdm9X5D15DjfKPY7abxLe72fYr7qnlvi10b/L91JKs1y21X3k9U0vyPG2xe5PnTy3zobvYfmWepJZk/9ti9yZ9pZak326p/cpyEpe20L2JV2pJHLul9iu+qSVt4eabLCe7d3/GuLlUsl5qSbbXqy/Ea9hR/jn+pb818195Ds/7veeR9ZNB/xwvUktyHOmNXb3/mlzD7tC/TultN+ejPFeS81SvnvmTWrK0e1zt1XO+Sy3H315tw1/DrvwMY9Q17FD/mXlyDdv97ClGSc7nPaec51NLerVR/rl+yLgk1xW98UP9N+I17Cj/XH9l3wavoXKdllqS64fePu88T65hh/lnH7O/yYK6hu1+hpt9HvQfdQ01yj/v4WwjcyoOSeZaaknmYGpJjg2pJZmzqSVZTmKb5SRzPrVk3X+GmC/XsLf+M8TCuobd/reO/3m98jolOcdkOcm5J7Uk56TUkpyrUkuynOScluVkl+7nBaklg+eQzTfwNeywnyFGXkON/Bli41/Drvoz3K1/DjvoP+oaaph/rulin+yyUa9hp/Kytsm1a54v922hezPSfy0+B888yXaTzJ/uZtuv9JVakn7bYvcmy0lcuovtV645U0vi2Ba7N7lGTS3pLva/spzk+71i1kstyfZ69XlzDTv0v0NM9d/f+dmvt88L5xp2u94ul7xvYp/kfNL7xlD/8fF+3zlP9cZu2/0MIOsnSzfANWzmd2/bOe5nuzkO9WpLuj9jp5YM+o+6htrU17A5vtxh791aq94+5z77m+w++DnsPL+GHeY/swafg09NrvxvaNtss03ZeeedQ9DP5ZdfXq666qry2te+tjRNs0oOPfTQsmzZsnLKKaf0x6/NgyXdObjnnnuussr09HTZbrvtyrnnnluuueaa9nvnn39+ufjii8s+++yzyvN3Op1ywgknlLPOOqvs2P3vk+3gm2/y+iUb8xp2syXTNz9bGfF3CabauZX9yGffvcF5nFoy032NevVhP0PkOTIu2b77GXxv7Aa5hr0N/y7H4DXUhvgcNtf9MYphz2hmHT8Hz3upt41R/juNvIaaO56s8jNEd55n35Jtu8fg3rZzbE4tWaufIbrHot42cvvPQAEAABAASURBVIzK+kmvlvssJznGZTnZ1Newo/3X/HPwnGPSR7L9xvwctnvOjFGS50pybs1yknNuaknOxaklu3c/50styXIvWU4G/UddQ+VaLWOT3vq5pstykmu9Xj3zJ7Vk8w38M0SuXbPd3Peeb6T/JriGXcV/Hv5djqXd93XPKZ97xi6fQ/dq+Xw6tSTXnL165nFqSXx79binlvtebdQ1VLaXsUmepzd+6DVUd55kXJL50xu7S/dn09SS/Mzaq2c5ybzs1XLNn1qSedyrZ36nlvRquc9ykvdHlpO8b1JL8n5KLcnrnFqS5STHwywnOU6mlmT/U0sG/XO8TW3Qf/TnsIPHn5Xn8Bz3s421vYbNZ0TZNyFAgACBhSRgXwkQIECAAAECBAgQIECAAIH6BXRIgAABArcU6NyyYJkAAQIECBAgQIDAghfQAAECBAgQIECAAAECBAgQIFC/gA4JECBAgAABAgQIECBAgACB+gV0SIAAAQIECBAgQIAAAQIECNQvoEMCBAgQIECAAAECBAgQIECgfgEdEiBAgAABAgQIECBAgAABAvUL6LAvMDY2VpJ+YeDBH//xH5cPfehDQ3P00UcPjNw4D/fZZ5/y7ne/e+jzv/Wtby3j4+Mb54ltlQABAgQIECBAgAABAgTqENAFAQIECBAgQIAAAQIECBAgUL+ADgkQIEDgtwQ6v1VRIECAAAECBAgQILDABew+AQIECBAgQIAAAQIECBAgUL+ADgkQIECAAAECBAgQIECAAIH6BXRIgAABAgQIECBAgAABAgQI1C+gQwIECBAgQIAAAQIECBAgQKB+AR0SIECAAAECBAgQIECAAAEC9Qvo8NYFlixZUqanp8vMzEx5zGMeMzQHHHDArW9kPb+75ZZblmuvvbYcccQRQ5//oQ99aOl0/HPl68lsdQIECBAgQIAAAQIECFQtoDkCBAgQIECAAAECBAgQIECgfgEdEiBAgMBvC/gbNb9tokKAAAECBAgQILCwBew9AQIECBAgQIAAAQIECBAgUL+ADgkQIECAAAECBAgQIECAAIH6BXRIgAABAgQIECBAgAABAgQI1C+gQwIECBAgQIAAAQIECBAgQKB+AR0SIECAAAECBAgQIECAAAEC9QvocDUCe+21V7nHPe5RPvCBD5Szzz57NaM3zrcf9rCHlV/+8pflgx/8YJmdnd04T2KrBAgQIECAAAECBAgQIFCzgN4IECBAgAABAgQIECBAgACB+gV0SIAAAQJDBDpDakoECBAgQIAAAQIEFrCAXSdAgAABAgQIECBAgAABAgTqF9AhAQIECBAgQIAAAQIECBAgUL+ADgkQIECAAAECBAgQIECAAIH6BXRIgAABAgQIECBAgAABAgQI1C+gQwIECBAgQIAAAQIECBAgQKB+AR2uTmBmZqa86lWvKpdddlm5y13uUl796leXD3/4w+UDH/hAeeELX1ge//jHl2uuuWZ1m1mv7z/wgQ8sz3zmM8vLXvaycuSRR5b3ve997T685S1vKfe///3Lpz/96fXavpUJECBAgAABAgQIECBAoHYB/REgQIAAAQIECBAgQIAAAQL1C+iQAAECBIYJdIYV1QgQIECAAAECBAgsWAE7ToAAAQIECBAgQIAAAQIECNQvoEMCBAgQIECAAAECBAgQIECgfgEdEiBAgAABAgQIECBAgAABAvUL6JAAAQIECBAgQIAAAQIECBCoX0CHBAgQIECAAAECBAgQIECAQP0COlwjgUMPPbR8/etfL/e+973L3/zN35THPvax5SlPeUo56aSTynHHHVc222yzNdrOug6amJgob3rTm8o///M/l5/+9KflyU9+crsPr3nNa8ohhxxSsn/rum3rESBAgAABAgQIECBAgMAiENAiAQIECBAgQIAAAQIECBAgUL+ADgkQIEBgqEBnaFWRAAECBAgQIECAwAIVsNsECBAgQIAAAQIECBAgQIBA/QI6JECAAAECBAgQIECAAAECBOoX0CEBAgQIEPj/7N09j6Nn3cbh63953llFIK0Em5BEiC5tKqgQVQoWEAIpvCgCRIUU2nyK9LT7IdJHCkKIioKCNkUkKCjTRGzMXHY8M7s7L7YTaezzPla51x6PnfV53L9H2g33+iFAgAABAgQIECBAgAABAgQI5AtYSIAAAQIECBAgQIAAAQIECOQLWEiAAAECBAgQIEBgSgLvvfde+/jjj9ujR4+unf3GG2+0Dz74oD19+rTN5/P22WeftY8++qi99dZbraoWr3nw4EH78MMPF8e4v3jw/Kfx7xz/7vFrnH+5+Ofx48ft008/bW+++ebi66s/PXny5IX3cnp62t599932ySefLH798R7G/ffff789fPjw6svdJ0CAwEYCnkyAAAECBAgQIECAAAECBAjkC1hIgAABAgQIECBAgAABAgSmKtAnNNxUAgQIECBAgAABAgQIECBAIF/AQgIECBAgQIAAAQIECBAgQCBfwEICBAgQIECAAAECBAgQIEAgX8BCAgQIECBAgAABAgQIECBAIF/AQgIECBAgQIAAAQIECBAgQCBfwEICBAgQIECAAAECBAgQIEAgX8BCAgQIECBAgAABAgQIECBAIF/AQgIECBAgQIAAAQIECBAgMFmBPp3llhIgQIAAAQIECBAgQIAAAQL5AhYSIECAAAECBAgQIECAAAEC+QIWEiBAgAABAgQIECBAgAABAvkCFhIgQIAAAQIECBAgQIAAAQL5AhYSIECAAAECBAgQIECAAAEC+QIWEiBAgAABAgQIECBAgAABAvkCFhIgQIAAAQIECBAgQIAAAQL5AhYSIECAAAECBAgQIECAAIHpCvTJTDeUAAECBAgQIECAAAECBAgQyBewkAABAgQIECBAgAABAgQIEMgXsJAAAQIECBAgQIAAAQIECBDIF7CQAAECBAgQIECAAAECBAgQyBewkAABAgQIECBAgAABAgQIEMgXsJAAAQIECBAgQIAAAQIECBDIF7CQAAECBAgQIECAAAECBAgQyBewkAABAgQIECBAgAABAgQITFigT2W7nQQIECBAgAABAgQIECBAgEC+gIUECBAgQIAAAQIECBAgQIBAvoCFBAgQIECAAAECBAgQIECAQL6AhQQIECBAgAABAgQIECBAgEC+gIUECBAgQIAAAQIECBAgQIBAvoCFBAgQIECAAAECBAgQIECAQL6AhQQIECBAgAABAgQIECBAgEC+gIUECBAgQIAAAQIECBAgQGDKAn0i480kQIAAAQIECBAgQIAAAQIE8gUsJECAAAECBAgQIECAAAECBPIFLCRAgAABAgQIECBAgAABAgTyBSwkQIAAAQIECBAgQIAAAQIE8gUsJECAAAECBAgQIECAAAECBPIFLCRAgAABAgQIECBAgAABAgTyBSwkQIAAAQIECBAgQIAAAQIE8gUsJECAAAECBAgQIECAAAECkxbo01hvJQECBAgQIECAAAECBAgQIJAvYCEBAgQIECBAgAABAgQIECCQL2AhAQIECBAgQIAAAQIECBAgkC9gIQECBAgQIECAAAECBAgQIJAvYCEBAgQIECBAgAABAgQIECCQL2AhAQIECBAgQIAAAQIECBAgkC9gIQECBAgQIECAAAECBAgQIJAvYCEBAgQIECBAgAABAgQIEJi2QJ/EfCMJECBAgAABAgQIECBAgACBfAELCRAgQIAAAQIECBAgQIAAgXwBCwkQIECAAAECBAgQIECAAIF8AQsJECBAgAABAgQIECBAgACBfAELCRAgQIAAAQIECBAgQIAAgXwBCwkQIECAAAECBAhMTeB/n7e278fUzpm9BAh8eQH/BgIECBAgQIAAAQIECBAgQCBfwEICBAgQIECAAAECBAgQIDBxgT6F/TYSIECAAAECBAgQIECAAAEC+QIWEiBAgAABAgQIECBAgAABAvkCFhIgQIAAAQIECBAgQIAAAQL5AhYSIECAAAECBAgQIECAAAEC+QIWEiBAgAABAgQIECBAgAABAvkCFhIgQIAAAQIECBCYlMDn89aefr7/x9gxqRNnLAECX1bA6wkQIECAAAECBAgQIECAAIF8AQsJECBAgAABAgQIECBAgMDUBfoEAEwkQIAAAQIECBAgQIAAAQIE8gUsJECAAAECBAgQIECAAAECBPIFLCRAgAABAgQIECBAgAABAgTyBSwkQIAAAQIECBAgQIAAAQIE8gUsJECAAAECBAgQIECAAAECBPIFLCRAgAABAgQIECBAgAABAgTyBSwkQIAAAQIECBAgQIAAAQIE8gUsJECAAAECBAgQIECAAAECkxfo+QIWEiBAgAABAgQIECBAgAABAvkCFhIgQIAAAQIECBAgQIAAAQL5AhYSIECAAAECBAgQIECAAAEC+QIWEiBAgAABAgQIECBAgAABAvkCFhIgQIAAAQIECBAgQIAAAQL5AhYSIECAAAECBAgQIECAAAEC+QIWEiBAgAABAgQIECBAgAABAvkCFhIgQIAAAQIECBAgQIAAAQI9nsBAAgQIECBAgAABAgQIECBAIF/AQgIECBAgQIAAAQIECBAgQCBfwEICBAgQIECAAAECBAgQIEAgX8BCAgQIECBAgAABAgQIECBAIF/AQgIECBAgQIAAAQIECBAgQCBfwEICBAgQIECAAAECBAgQIEAgX8BCAgQIECBAgAABAgQIECBAIF/AQgIECBAgQIAAAQIECBAgQKD1dAP7CBAgQIAAAQIECBAgQIAAgXwBCwkQIECAAAECBAgQIECAAIF8AQsJECBAgAABAgQIECBAgACBfAELCRAgQIAAAQIECBAgQIAAgXwBCwkQIECAAAECBAgQIECAAIF8AQsJECBAgAABAgQIECBAgACBfAELCRAgQIAAAQIECBAgQIAAgXwBCwkQIECAAAECBAgQIECAAIHWejiCeQQIECBAgAABAgQIECBAgEC+gIUECBAgQIAAAQIECBAgQIBAvoCFBAgQIECAAAECBAgQIECAQL6AhQQIECBAgAABAgQIECBAgEC+gIUECBAgQIAAAQIECBAgQIBAvoCFBAgQIECAAAECBAgQIECAQL6AhQQIECBAgAABAgQIECBAgEC+gIUECBAgQIAAAQIECBAgQIDAuUA/P4L/MY0AAQIECBAgQIAAAQIECBDIF7CQAAECBAgQIECAAAECBAgQyBewkAABAgQIECBAgAABAgQIEMgXsJAAAQIECBAgQIAAAQIECBDIF7CQAAECBAgQIECAAAECBAgQyBewkAABAgQIECBAgAABAgQIEMgXsJAAAQIECBAgQIAAAQIECBDIF7CQAAECBAgQIECAAAECBAgQGAJ9/BR7GEaAAAECBAgQIECAAAECBAjkC1hIgAABAgQIECBAgAABAgQI5AtYSIAAAQIECBAgQIAAAQIECOQLWEiAAAECBAgQIECAAAECBAjkC1hIgAABAgQIECBAgAABAgSQBtw9AAAQAElEQVQI5AtYSIAAAQIECBAgQIAAAQIECOQLWEiAAAECBAgQIECAAAECBAjkC1hIgAABAgQIECBAgAABAgQILAT64ufQn8wiQIAAAQIECBAgQIAAAQIE8gUsJECAAAECBAgQIECAAAECBPIFLCRAgAABAgQIECBAgAABAgTyBSwkQIAAAQIECBAgQIAAAQIE8gUsJECAAAECBAgQIECAAAECBPIFLCRAgAABAgQIECBAgAABAgTyBSwkQIAAAQIECBAgQIAAAQIE8gUsJECAAAECBAgQIECAAAECBJYCfXkT+bNRBAgQIECAAAECBAgQIECAQL6AhQQIECBAgAABAgQIECBAgEC+gIUECBAgQIAAAQIECBAgQIBAvoCFBAgQIECAAAECBAgQIECAQL6AhQQIECBAgAABAgQIECBAgEC+gIUECBAgQIAAAQIECBAgQIBAvoCFBAgQIECAAAECBAgQIECAQL6AhQQIECBAgAABAgQIECBAgMAXAv2L28AbkwgQIECAAAECBAgQIECAAIF8AQsJECBAgAABAgQIECBAgACBfAELCRAgQIAAAQIECBAgQIAAgXwBCwkQIECAAAECBAgQIECAAIF8AQsJECBAgAABAgQIECBAgACBfAELCRAgQIAAAQIECBAgQIAAgXwBCwkQIECAAAECBAgQIECAAIF8AQsJECBAgAABAgQIECBAgACBlUBf3Ym7NYgAAQIECBAgQIAAAQIECBDIF7CQAAECBAgQIECAAAECBAgQyBewkAABAgQIECBAgAABAgQIEMgXsJAAAQIECBAgQIAAAQIECBDIF7CQAAECBAgQIECAAAECBAgQyBewkAABAgQIECBAgAABAgQIEMgXsJAAAQIECBAgQIAAAQIECBDIF7CQAAECBAgQIECAAAECBAgQuBDoF/fC7phDgAABAgQIECBAgAABAgQI5AtYSIAAAQIECBAgQIAAAQIECOQLWEiAAAECBAgQIECAAAECBAjkC1hIgAABAgQIECBAgAABAgQI5AtYSIAAAQIECBAgQIAAAQIECOQLWEiAAAECBAgQIECAAAECBAjkC1hIgAABAgQIECBAgAABAgQI5AtYSIAAAQIECBAgQIAAAQIECFwK9Mu7UfeMIUCAAAECBAgQIECAAAECBPIFLCRAgAABAgQIECBAgAABAgTyBSwkQIAAAQIECBAgQIAAAQIE8gUsJECAAAECBAgQIECAAAECBPIFLCRAgAABAgQIECBAgAABAgTyBSwkQIAAAQIECBAgQIAAAQIE8gUsJECAAAECBAgQIECAAAECBPIFLCRAgAABAgQIECBAgAABAgSuCPQr94PumkKAAAECBAgQIECAAAECBAjkC1hIgAABAgQIECBAgAABAgQI5AtYSIAAAQIECBAgQIAAAQIECOQLWEiAAAECBAgQIECAAAECBAjkC1hIgAABAgQIECBAgAABAgQI5AtYSIAAAQIECBAgQIAAAQIECOQLWEiAAAECBAgQIECAAAECBAjkC1hIgAABAgQIECBAgAABAgQIXBXoV7+IuW8IAQIECBAgQIAAAQIECBAgkC9gIQECBAgQIECAAAECBAgQIJAvYCEBAgQIECBAgAABAgQIECCQL2AhAQIECBAgQIAAAQIECBAgkC9gIQECBAgQIECAAAECBAgQIJAvYCEBAgQIECBAgAABAgQIECCQL2AhAQIECBAgQIAAAQIECBAgkC9gIQECBAgQIECAAAECBAgQIPCMQH/mq5AvzCBAgAABAgQIECBAgAABAgTyBSwkQIAAAQIECBAgQIAAAQIE8gUsJECAAAECBAgQIECAAAECBPIFLCRAgAABAgQIECBAgAABAgTyBSwkQIAAAQIECBAgQIAAAQIE8gUsJECAAAECBAgQIECAAAECBPIFLCRAgAABAgQIECBAgAABAgTyBSwkQIAAAQIECBAgQIAAAQIEnhXoz34Z8ZURBAgQIECAAAECBAgQIECAQL6AhQQIECBAgAABAgQIECBAgEC+gIUECBAgQIAAAQIECBAgQIBAvoCFBAgQIECAAAECBAgQIECAQL6AhQQIECBAgAABAgQIECBAgEC+gIUECBAgQIAAAQIECBAgQIBAvoCFBAgQIECAAAECBAgQIECAQL6AhQQIECBAgAABAgQIECBAgMBzAv25rwO+NIEAAQIECBAgQIAAAQIECBDIF7CQAAECBAgQIECAAAECBAgQyBewkAABAgQIECBAgAABAgQIEMgXsJAAAQIECBAgQIAAAQIECBDIF7CQAAECBAgQIECAAAECBAgQyBewkAABAgQIECBAgAABAgQIEMgXsJAAAQIECBAgQIAAAQIECBDIF7CQAAECBAgQIECAAAECBAgQeF6gP//A3n9tAAECBAgQIECAAAECBAgQIJAvYCEBAgQIECBAgAABAgQIECCQL2AhAQIECBAgQIAAAQIECBAgkC9gIQECBAgQIECAAAECBAgQIJAvYCEBAgQIECBAgAABAgQIECCQL2AhAQIECBAgQIAAAQIECBAgkC9gIQECBAgQIECAAAECBAgQIJAvYCEBAgQIECBAgAABAgQIECDwgkB/4ZE9f8DbJ0CAAAECBAgQIECAAAECBPIFLCRAgAABAgQIECBAgAABAgTyBSwkQIAAAQIECBAgQIAAAQIE8gUsJECAAAECBAgQIECAAAECBPIFLCRAgAABAgQIECBAgAABAgTyBSwkQIAAAQIECBAgQIAAAQIE8gUsJECAAAECBAgQIECAAAECBPIFLCRAgAABAgQIECBAgAABAgReFOgvPrTXj3jzBAgQIECAAAECBAgQIECAQL6AhQQIECBAgAABAgQIECBAgEC+gIUECBAgQIAAAQIECBAgQIBAvoCFBAgQIECAAAECBAgQIECAQL6AhQQIECBAgAABAgQIECBAgEC+gIUECBAgQIAAAQIECBAgQIBAvoCFBAgQIECAAAECBAgQIECAQL6AhQQIECBAgAABAgQIECBAgMA1Av2ax/b4IW+dAAECBAgQIECAAAECBAgQyBewkAABAgQIECBAgAABAgQIEMgXsJAAAQIECBAgQIAAAQIECBDIF7CQAAECBAgQIECAAAECBAgQyBewkAABAgQIECBAgAABAgQIEMgXsJAAAQIECBAgQIAAAQIECBDIF7CQAAECBAgQIECAAAECBAgQyBewkAABAgQIECBAgAABAgQIELhOoF/34N4+5o0TIECAAAECBAgQIECAAAEC+QIWEiBAgAABAgQIECBAgAABAvkCFhIgQIAAAQIECBAgQIAAAQL5AhYSIECAAAECBAgQIECAAAEC+QIWEiBAgAABAgQIECBAgAABAvkCFhIgQIAAAQIECBAgQIAAAQL5AhYSIECAAAECBAgQIECAAAEC+QIWEiBAgAABAgQIECBAgAABAtcK9Gsf3dMHvW0CBAgQIECAAAECBAgQIEAgX8BCAgQIECBAgAABAgQIECBAIF/AQgIECBAgQIAAAQIECBAgQCBfwEICBAgQIECAAAECBAgQIEAgX8BCAgQIECBAgAABAgQIECBAIF/AQgIECBAgQIAAAQIECBAgQCBfwEICBAgQIECAAAECBAgQIEAgX8BCAgQIECBAgAABAgQIECBA4HqBfv3De/moN02AAAECBAgQIECAAAECBAjkC1hIgAABAgQIECBAgAABAgQI5AtYSIAAAQIECBAgQIAAAQIECOQLWEiAAAECBAgQIECAAAECBAjkC1hIgAABAgQIECBAgAABAgQI5AtYSIAAAQIECBAgQIAAAQIECOQLWEiAAAECBAgQIECAAAECBAjkC1hIgAABAgQIECBAgAABAgQI3CDQb3h8Dx/2lgkQIECAAAECBAgQIECAAIF8AQsJECBAgAABAgQIECBAgACBfAELCRAgQIAAAQIECBAgQIAAgXwBCwkQIECAAAECBAgQIECAAIF8AQsJECBAgAABAgQIECBAgACBfAELCRAgQIAAAQIECBAgQIAAgXwBCwkQIECAAAECBAgQIECAAIF8AQsJECBAgAABAgQIECBAgACBmwT6Td/Yu8e9YQIECBAgQIAAAQIECBAgQCBfwEICBAgQIECAAAECBAgQIEAgX8BCAgQIECBAgAABAgQIECBAIF/AQgIECBAgQIAAAQIECBAgQCBfwEICBAgQIECAAAECBAgQIEAgX8BCAgQIECBAgAABAgQIECBAIF/AQgIECBAgQIAAAQIECBAgQCBfwEICBAgQIECAAAECBAgQIEDgRoF+43f27BveLgECBAgQIECAAAECBAgQIJAvYCEBAgQIECBAgAABAgQIECCQL2AhAQIECBAgQIAAAQIECBAgkC9gIQECBAgQIECAAAECBAgQIJAvYCEBAgQIECBAgAABAgQIECCQL2AhAQIECBAgQIAAAQIECBAgkC9gIQECBAgQIECAAAECBAgQIJAvYCEBAgQIECBAgAABAgQIECBws0C/+Vt79R1vlgABAgQIECBAgAABAgQIEMgXsJAAAQIECBAgQIAAAQIECBDIF7CQAAECBAgQIECAAAECBAgQyBewkAABAgQIECBAgAABAgQIEMgXsJAAAQIECBAgQIAAAQIECBDIF7CQAAECBAgQIECAAAECBAgQyBewkAABAgQIECBAgAABAgQIEMgXsJAAAQIECBAgQIAAAQIECBC4RaDf8r09+pa3SoAAAQIECBAgQIAAAQIECOQLWEiAAAECBAgQIECAAAECBAjkC1hIgAABAgQIECBAgAABAgQI5AtYSIAAAQIECBAgQIAAAQIECOQLWEiAAAECBAgQIECAAAECBAjkC1hIgAABAgQIECBAgAABAgQI5AtYSIAAAQIECBAgQIAAAQIECOQLWEiAAAECBAgQIECAAAECBAjcJtBv++befM8bJUCAAAECBAgQIECAAAECBPIFLCRAgAABAgQIECBAgAABAgTyBSwkQIAAAQIECBAgQIAAAQIE8gUsJECAAAECBAgQIECAAAECBPIFLCRAgAABAgQIECBAgAABAgTyBSwkQIAAAQIECBAgQIAAAQIE8gUsJECAAAECBAgQIECAAAECBPIFLCRAgAABAgQIECBAgAABAgRuFei3fndPvultEiBAgAABAgQIECBAgAABAvkCFhIgQIAAAQIECBAgQIAAAQL5AhYSIECAAAECBAgQIECAAAEC+QIWEiBAgAABAgQIECBAgAABAvkCFhIgQIAAAQIECBAgQIAAAQL5AhYSIECAAAECBAgQIECAAAEC+QIWEiBAgAABAgQIECBAgAABAvkCFhIgQIAAAQIECBAgQIAAAQK3C/Tbv70X3/UmCRAgQIAAAQIECBAgQIAAgXwBCwkQIECAAAECBAgQIECAAIF8AQsJECBAgAABAgQIECBAgACBfAELCRAgQIAAAQIECBAgQIAAgXwBCwkQBOszywAAEABJREFUIECAAAECBAgQIECAAIF8AQsJECBAgAABAgQIECBAgACBfAELCRAgQIAAAQIECBAgQIAAgXwBCwkQIECAAAECBAgQIECAAIE7BPod39+Db3uLBAgQIECAAAECBAgQIECAQL6AhQQIECBAgAABAgQIECBAgEC+gIUECBAgQIAAAQIECBAgQIBAvoCFBAgQIECAAAECBAgQIECAQL6AhQQIECBAgAABAgQIECBAgEC+gIUECBAgQIAAAQIECBAgQIBAvoCFBAgQIECAAAECBAgQIECAQL6AhQQIECBAgAABAgQIECBAgMBdAv2uJ+z8971BAgQIECBAgAABAgQIECBAIF/AQgIECBAgQIAAAQIECBAgQCBfwEICBAgQIECAAAECBAgQIEAgX8BCAgQIECBAgAABAgQIECBAIF/AQgIECBAgQIAAAQIECBAgQCBfwEICBAgQIECAAAECBAgQIEAgX8BCAgQIECBAgAABAgQIECBAIF/AQgIECBAgQIAAAQIECBAgQOBOgX7nM3b8Cd4eAQIECBAgQIAAAQIECBAgkC9gIQECBAgQIECAAAECBAgQIJAvYCEBAgQIECBAgAABAgQIECCQL2AhAQIECBAgQIAAAQIECBAgkC9gIQECBAgQIECAAAECBAgQIJAvYCEBAgQIECBAgAABAgQIECCQL2AhAQIECBAgQIAAAQIECBAgkC9gIQECBAgQIECAAAECBAgQIHC3QL/7KTv9DG+OAAECBAgQIECAAAECBAgQyBewkAABAgQIECBAgAABAgQIEMgXsJAAAQIECBAgQIAAAQIECBDIF7CQAAECBAgQIECAAAECBAgQyBewkAABAgQIECBAgAABAgQIEMgXsJAAAQIECBAgQIAAAQIECBDIF7CQAAECBAgQIECAAAECBAgQyBewkAABAgQIECBAgAABAgQIEFhDoK/xnB1+irdGgAABAgQIECBAgAABAgQI5AtYSIAAAQIECBAgQIAAAQIECOQLWEiAAAECBAgQIECAAAECBAjkC1hIgAABAgQIECBAgAABAgQI5AtYSIAAAQIECBAgQIAAAQIECOQLWEiAAAECBAgQIECAAAECBAjkC1hIgAABAgQIECBAgAABAgQI5AtYSIAAAQIECBAgQIAAAQIECKwj0Nd50s4+xxsjQIAAAQIECBAgQIAAAQIE8gUsJECAAAECBAgQIECAAAECBPIFLCRAgAABAgQIECBAgAABAgTyBSwkQIAAAQIECBAgQIAAAQIE8gUsJECAAAECBAgQIECAAAECBPIFLCRAgAABAgQIECBAgAABAgTyBSwkQIAAAQIECBAgQIAAAQIE8gUsJECAAAECBAgQIECAAAECBNYS6Gs9a0ef5G0RIECAAAECBAgQIECAAAEC+QIWEiBAgAABAgQIECBAgAABAvkCFhIgQIAAAQIECBAgQIAAAQL5AhYSIECAAAECBAgQIECAAAEC+QIWEiBAgAABAgQIECBAgAABAvkCFhIgQIAAAQIECBAgQIAAAQL5AhYSIECAAAECBAgQIECAAAEC+QIWEiBAgAABAgQIECBAgAABAusJ9PWetpPP8qYIECBAgAABAgQIECBAgACBfAELCRAgQIAAAQIECBAgQIAAgXwBCwkQIECAAAECBAgQIECAAIF8AQsJECBAgAABAgQIECBAgACBfAELCRAgQIAAAQIECBAgQIAAgXwBCwkQIECAAAECBAgQIECAAIF8AQsJECBAgAABAgQIECBAgACBfAELCRAgQIAAAQIECBAgQIAAgTUF+prP28GneUsECBAgQIAAAQIECBAgQIBAvoCFBAgQIECAAAECBAgQIECAQL6AhQQIECBAgAABAgQIECBAgEC+gIUECBAgQIAAAQIECBAgQIBAvoCFBAgQIECAAAECBAgQIECAQL6AhQQIECBAgAABAgQIECBAgEC+gIUECBAgQIAAAQIECBAgQIBAvoCFBAgQIECAAAECBAgQIECAwLoCfd0n7tzzvCECBAgQIECAAAECBAgQIEAgX8BCAgQIECBAgAABAgQIECBAIF/AQgIECBAgQIAAAQIECBAgQCBfwEICBAgQIECAAAECBAgQIEAgX8BCAgQIECBAgAABAgQIECBAIF/AQgIECBAgQIAAAQIECBAgQCBfwEICBAjsmMB8Pr94R1fvXzzoDgECBAgQIECAAAECmwt4BQECBAgQIECAAAECBAgQILC2QF/7mTv2RG+HAAECBAgQIECAAAECBAgQyBewkAABAgQIECBAgAABAgQIEMgXsJAAAQIECBAgQIAAAQIECBDIF7CQAAECaQKrDw1c3abts4cAAQIECBAgQIDANgJeQ4AAAQIECBAgQIAAAQIECOQLWEiAAAECBAgQIECAAAECBAjkC1hIgACBXROoqou3VFWtqppr+S9I3CFAgAABAgQIECCwlYAXESBAgAABAgQIECBAgAABAusL9PWfulPP9GYIECBAgAABAgQIECBAgACBfAELCRAgQIAAAQIECBAgQIAAgXwBCwkQIECAAAECBAgQIECAAIF8AQsJECAQJ1BVi01Vy9vxxX/++vfmYKABDWhAAxrQgAY0MOEG/H7Ynwk0oAENaEADGtCABjSgAQ1oQAP5DTjHzrEGNKABDWhAAxrQgAY0oAENaCC/AefYOdaABnamgXGd/uqoqla1PMZjVTVuHAQIECBAgAABAgQIbCfgVQQIECBAgAABAgQIECBAgMAGAn2D5+7QU70VAgQIECBAgAABAgQIECBAIF/AQgIECBAgQIAAAQIECBAgQCBfwEICBAgQIECAAAECBAgQIEAgX8BCAgQI5AhULT8kcD6fP/Phgf/9xz/bv/78xMFAAxrQgAY0oAENaGDCDfj9sD8TaEADGtCABjSgAQ1oQAMa0IAG8htwjp1jDWhAAxrQgAY0oAENaEADGtBAfgPOsXOsAQ3sTgP//svfFn8Zofd+cf1+1fKa/sU3zn8a1/af3/iHAAECBAgQIECAAIGNBDyZAAECBAgQIECAAAECBAgQ2ESgb/LknXmuN0KAAAECBAgQIECAAAECBAjkC1hIgAABAgQIECBAgAABAgQI5AtYSIAAAQIECBAgQIAAAQIECOQLWEiAAIEggdWHA1Zdfmjg6Xdfb8ffebUdvv5KO3jt5TZ79VHr3/5Wq1e+6WCgAQ1oQAMa0IAGNDCdBpxr51oDGtCABjSgAQ1oQAMa0IAGNJDfgHPsHGtAAxrQgAY0oAENaEADGtCABvIbcI6dYw1oYEcaGNfkj2NxfX7vrX9xjL+eULW8nr9qeTsecxAgQIAAAQIECBAgsIGApxIgQIAAAQIECBAgQIAAAQIbCfSNnr0jT/Y2CBAgQIAAAQIECBAgQIAAgXwBCwkQIECAAAECBAgQIECAAIF8AQsJECBAgAABAgQIECBAgACBfAELCRAgkCRQVa1qeYwPEHz4g++11/70+/byH99pD//wdvv6b3/eHvzmp+3sVz9uZ+fH6S8ft9Vx8vaPmoOBBjSgAQ1oQAMa0EBqA3ZpWwMa0IAGNKABDWhAAxrQgAY0kN+Ac+wca0ADGtCABjSgAQ1oQAMa0IAG8htwjp1jDWjgvhpYXXc/bse1+F/79U/aS+/8rH3jd79oL/3w++3g4KDNZrM2ruOvWl7TP/6uQtXl/fG1gwABAgQIECBAgACBuwU8gwABAgQIECBAgAABAgQIENhMoG/29J14tjdBgAABAgQIECBAgAABAgQI5AtYSIAAAQIECBAgQIAAAQIECOQLWEiAAAECBAgQIECAAAECBAjkC1hIgACBCIH5fN6qqo3bMahq+SGB40MEV8fR0VE7Pj5eHKenp+3k5GRxjMfG/fGY47QxYKABDWhAAxrQgAYiG/D7vPM/A2hb2xrQgAY0oAENaEADGtCABjQQ3oA///vzvwY0oAENaEADGtCABjSgAQ1oIL8B59g51oAG7q2Bcc39OMZ/Zx234zr81XF4eNjGMZvN2jiqltfzV9W4vP/iOv/FF34iQIAAAQIECBAgQOAuAd8nQIAAAQIECBAgQIAAAQIENhToGz5/B57uLRAgQIAAAQIECBAgQIAAAQL5AhYSIECAAAECBAgQIECAAAEC+QIWEiBAgAABAgQIECBAgAABAvkCFhIgQCBHYD6ft6q6OHrvbRwHBweLDxM8Ojpq4wMGVx84OG7Pzs7a6hhfO/w//tGABjSgAQ1oQAMayGzAeXVeNaABDWhAAxrQgAY0oAENaEAD+Q04x86xBjSgAQ1oQAMa0IAGNKABDWggvwHn2DnWgAZ2r4GTk5M2jsPDwzau3Z/NZm0cVXXxlxWqLu9fPOgOAQIECBAgQIAAAQI3CHiYAAECBAgQIECAAAECBAgQ2FSgb/qCe3++N0CAAAECBAgQIECAAAECBAjkC1hIgAABAgQIECBAgAABAgQI5AtYSIAAAQIECBAgQIAAAQIECOQLWEiAAIEQgapqVXWxpqpa733xwYHjQwSPjo4WHyo4Pljw+Q99PDs7a+Oxces4awwYaEADGtCABjSggcAGzn/P67w6rxrQgAY0oAENaEADGtCABjSggfAG/Pnf/86lAQ1oQAMa0IAGNKABDWhAAxrIb8A5do41oIEdaGBcez+O8d+cx/X5x8fHbVyvf3h42Ma1+7PZbHFtf1UtbpsfBAgQIECAAAECBAhsJuDZBAgQIECAAAECBAgQIECAwMYCfeNX3PML/PIECBAgQIAAAQIECBAgQIBAvoCFBAgQIECAAAECBAgQIECAQL6AhQQIECBAgAABAgQIECBAgEC+gIUECBBIEpjP54sPCKxaflBgVbXe++JDBMeHCY4PFRwfLjiO8YGD48MGr96O+47TxoCBBjSgAQ1oQAMayGvAOXVONaABDWhAAxrQgAY0oAENaEAD+Q04x86xBjSgAQ1oQAMa0IAGNKABDWggvwHn2DnWgAbuu4HVNfjjfYzr8lfHuFZ/XLN/cHCwuIZ/XMdfVc0PAgQIECBAgAABAgQ2F/AKAgQIECBAgAABAgQIECBAYHOBvvlL7vUVfnECBAgQIECAAAECBAgQIEAgX8BCAgQIECBAgAABAgQIECBAIF/AQgIECBAgQIAAAQIECBAgQCBfwEICBAhECVQtPyCwqlpVLT44cDabtdUxPkxwfKjg+HDBcYwPH7x6O+47jhoDBhrQgAY0oAENaCCuAb/HO3JO/d+1BjSgAQ1oQAMa0IAGNKABDcQ34M///vyvAQ1oQAMa0IAGNKABDWhAAxrIb8A5do41oIF7b+D4+HjxHsbtOMZ/ex7X6I9jXK/fe19cy1+1vKa/annb/CBAgAABAgQIECBAYF0BzyNAgAABAgQIECBAgAABAgS2EOhbvOYeX+KXJkCAAAECBAgQIECAAAECBPIFLCRAgAABAgQIECBAgAABAgTyBSwkQIAAAQIECBAgQEJS8KkAAAL9SURBVIAAAQIE8gUsJECAQK5A1fKDAquqjQ8RnM1mbXyg4PhgwXGM++NY3R+3jsPGgIEGNKABDWhAAxpIbMAmXWtAAxrQgAY0oAENaEADGtCABvIbcI6dYw1oQAMa0IAGNKABDWhAAxrQQH4DzrFzrAEN7GYD47r8cb3+6hjX71dV84MAAQIECBAgQIAAgW0EvIYAAQIECBAgQIAAAQIECBDYRqBv86J7e41fmAABAgQIECBAgAABAgQIEMgXsJAAAQIECBAgQIAAAQIECBDIF7CQAAECBAgQIECAAAECBAgQyBewkAABAuECVdWqlsf4MMHVBwmO2+c/ZHB83zFrDBhoQAMa0IAGNKCBwAZmNulaAxrQgAY0oAENaEADGtCABjQQ34A///vfuTSgAQ1oQAMa0IAGNKABDWhAA/kNOMfOsQY0sEMNjGvyxzH+2+u4rVpet1/17G34X1kwjwABAgQIECBAgMBXL+DfSIAAAQIECBAgQIAAAQIECGwl0Ld61T29yC9LgAABAgQIECBAgAABAgQI5AtYSIAAAQIECBAgQIAAAQIECOQLWEiAAAECBAgQIECAAAECBAjkC1hIgACBKQhUVRsfKNjOf1TV4v74uury/vja0S9sWLDQgAY0oAENaEADWQ04n86nBjSgAQ1oQAMa0IAGNKABDWggvwHn2DnWgAY0oAENaEADGtCABjSgAQ3kN+AcO8ca0MAuNlB1eV1+VbWq5dH8IECAAAECBAgQIEBgKwEvIkCAAAECBAgQIECAAAECBLYT6Nu97F5e5RclQIAAAQIECBAgQIAAAQIE8gUsJECAAAECBAgQIECAAAECBPIFLCRAgAABAgQIECBAgAABAgTyBSwkQIDApASqfJDgpE64sQQIECBAgAABAisBtwQIECBAgAABAgQIECBAgEC+gIUECBAgQIAAAQIECBAgQIBAvoCFBAgQ2GmBKtfr7/QJ8uYIECBAgAABAgT2RcD7JECAAAECBAgQIECAAAECBLYU+D8AAAD//8KQlvwAAAAGSURBVAMABLJkCPCQ8NYAAAAASUVORK5CYII="/>
</p:tagLst>
</file>

<file path=ppt/tags/tag9.xml><?xml version="1.0" encoding="utf-8"?>
<p:tagLst xmlns:a="http://schemas.openxmlformats.org/drawingml/2006/main" xmlns:r="http://schemas.openxmlformats.org/officeDocument/2006/relationships" xmlns:p="http://schemas.openxmlformats.org/presentationml/2006/main">
  <p:tag name="MCDIAGRAM" val="mcDiagram:25d9e851-f712-4f1d-accf-4ee7e2a76413:1e77a8a7-ec42-47ea-8cc6-8fe03204785c:0:1"/>
  <p:tag name="MC:BASE64" val="iVBORw0KGgoAAAANSUhEUgAADwAAAAGECAIAAAAER0L5AAAQAElEQVR4nOzdBXwTZx/A8Yu1qRsFCsUpXtzdx5BtyHB3d3d3d4ehwzcYDHd3d/dS9ySNvE8b1nUt8MIGoS2/L/2EJ88999xd7nKS++cfpclkkgAAAAAAAAAAAAAAAAAAAAAgKVBKAAAAAAAAAAAAAAAAAAAAAJBEEAANAAAAAAAAAAAAAAAAAAAAIMkgABoAAAAAAAAAAAAAAAAAAABAkkEANAAAAAALMZlM8QoAAAAAkMzIZLJ4BQAAAAAAAACfHQHQAAAAACzBZDLp9XqtVivKRqNRAj6CTCaLDZdPWP6YobFBJx9TBgCL+fAe7H1l9mwAEj/2aYJcLlepVOJRIgYaAAAAAAAA+GIIgAYAAADwxZliBAQEREZGqlQq6T1JoD8yQiJxPkrJV5J4/b+pyL8ktC6SpST0jmCNJOa9U7JZL+ZlfF+Zd4Tl8Y5InFgjX8tX2UcZYzg4OIgLH4VCkby3bQAAAAAAAOArIgAaAAAAgCUYDAaTyeTk5OTo6CgBAAAAQHJkNBp9fX0jIyOlmEhrMwkAAAAAAADA50YANAAAAIAvzmQyGY1Gg8HAvX8A+KYEnlqtC74rl5ne10BlbXQo0lVhl0YCACC5EJc/Go1GqVSaf/0GAAAAAAAAwJdAADQAAAAASzDFkAAA35JnZ85rn510Tu8gUyjeMVgf6uD0xrFgM0kiABoAkHwY/mI0GiUAAAAAAAAAX4ZcAgAAAIAvz5wEWgIAJBobN26cPHly3JoGDRpcvny5atWq0r8SEhJSq1atuDVGk0ylt7Ut3/9p8REJ/1KX/dHOIfLf/TbA7du3ixUrtnjx4tiaPXv2iJqrV69+eMTevXtfuHBBev/Mt2nT5v79+9KnCAsLGzRokCicOHFi4MCBHz9ipUqVOnbsGPvUz89PLMLKlSslAEASJ659+P4nAAAAAAAA8EURAA0AAADAcggCAIDEo3z58nv37jUYDOanN2/eFHvpvHnzxouK/s/kb6yzbfBLvy0ggzxV/oeqnKJs/pM5ppf+VfSzWYoUKQ4fPhz79ODBg25ubtJ/1rdv37Rp037SKGFhYQ8ePJD+lWfPngUGBprLBw4c+CyLAAD4uoh+BgAAAAAAACxAKQEAAACApchk/yHSDQDwWaVMmTJLliynT58uVaqUePrnn3/++OOPUVFR/fv337t377179xYsWBAWFubs7Dx48OBLly4dOnRo9OjRUkwS5SZNmuTNm3fmzJkPHz589epV2bJle/Xq9d4pRf8IgCGHu03+lFaZnaRMzlY77gWH6v7TzwKIA4q7u7t4fPnyZZo0aTQaja+vr4eHh3nob7/99vvvv+v1+goVKrRu3VrUbNiwQSyUnZ1dQECAuc3KlStFjeihSpUqLVu2jO156tSpgwYN8vHxWbt2rXgaHBxcoECBPn36iJaik3379llZWYn6n3/+WXRuHmX+/PmvX78eP358uXLl3rx5M3DgQPHq5c6de9SoUWKs903IrHz58keOHPnpp5+kmBhu8dR8rDxx4sTixYsNBkO2bNn69u1ra2srnl68eNFoNIrVVKNGjXgrSDxKAIDEgaseAAAAAAAAwALIAA0AAAAAAPCNql69+t69e0XBYDAcPHjw+++/jx00f/785s2bL168uGTJkhcuXEg47pUrV7Ra7YIFC9asWXP+/PmrV6++bypySWNleqkzao4/C7rmqwnT6VzUcpNR/9+zY1asWHHfvn2icPjw4XLlypkrL168uGHDhjlz5oh5271794kTJ44fPy7mcNGiRd27dzenaj558uSZM2eWLl26YsWK+/fvHzp0KGHnjx49Gj169KpVq8S4N27cEJPYuXPnvHnz+vfvL5Y9bsvOnTunTp168ODBovzixYvhw4eL1+RWjP87IbEI5jzWfn5+arXa1tZWvCyBgYFTp04dN26c6Cd79uwLFy68fv26eIVFYfbs2UeOHJE+YgUBAL4W0j8DAAAAAAAAFkAGaAAAAAAAgG9U1apV58+fr9Vqz549mzt3bldXV1E2D8qfP/+UKVPKly+fN2/eQoUKHTt2LN64hQsX9vT0XL16dWhoaEBAQOyICZkM4RFBl+6GHzbKW0UZrcM1EfceHAgKum/0yvwfv5pfuXLlwYMHt2jRYt++fX379j169KioFI+1a9e2t7cX5Tp16ly4cEGn05UqVUqpVGbNmrVYsWKiXlRevHgxNoVz6tSpxTLG6zxXrlwpUqQQhQwZMohlPHny5I8//mhtbZ0xY8bYYOuE8uTJY2trKwpeXl7+/v6XL1+ON6HYcuxUnjx5Eh4evmfPnooVKz579kxU3rx58+XLl3Xr1o3ts2XLlj4+PsOHDy9ZsmTXrl2lBCtIAgAkGmSABgAAAAAAACyAAGgAAAAAlkMuNABIVGxsbEqWLHn8+PGDBw/WqFEj7qAWLVqUKFHi0KFDU6dOrVSpUo4cOWIH6fV68bhz584VK1Z07NjR29v7+vXrH9jDq0wvHXW7/ELDHymdPVLm1gSccTDud3HWyOWZ4rVs2bKl9H4eHh4TJkwwl00xRI1MJnv06FFQUJAox86eUvn2Iy+VSqXRiAnJY2fP2traXOjWrVvTpk1FwcfHx8nJSafTxZ9tlcpcEJMwGo3iMbbb2MI7FjbOWOaJxptQvPaijXh5j8aYPHny6tWrzfWlSpWaPn26KISEhIipOzs7i0FHjhw5fPjwjBkzNmzYEG8FiRUhAQASB656AAAAAAAAAAv4j3l2AAAAAOATkAsNABKbmjVrHj58+ObNm2XKlIlb369fP51O16FDh7Zt2z569MjR0fHOnTsmk+nVq1fXr18XDe7evVupUqXKlSs7OzvfunXrA5OwUssyeimK5XPMlmKXKmy8o2yPh4s+tZsq4cdSKz8oNvo5rooVK06cODFuSuaCBQseP35ciok/O3LkSJ48ecSimTNYR0REXLp0ydxm27ZtAQEBoaGh3bt3P3PmjPT/5M2b99SpU6Kg0WguXLgQd5BCoRCV7xzrYyYkFkG0sbGxiQ2PzpUr19UYRqNx6tSpYtkvX748cuTI7777TrwI4gX38/OLt4IkAECiwVUPAAAAAAAAYAFkgAYAAAAAAPh2FSxYcPz48eXLl5fL/xGQ3KJFi/Xr14eGhmq12kGDBqVPn97b27tVq1ZZsmQpXry4aFC7du2ZM2d27tw5KCgoT548z58/z5kz5zsnYaWyc3fMIpMktULm5CG3VcpFOdJolEsKo/RfVapUac6cOSNHjoytqVix4v379/v27evn55crV67vv/9eJpOdOHGiZcuWBoPBnCi6VKlS9+7d6969u6+vb4UKFcqVKxcSEvLhCX333Xc7d+5s06ZNhgwZUqZMGZtJWnB2draxsalbt27v3r3jjZVwQgl7FjPp4+PTunXr2BoXFxexRDNmzAgODhadDxgwQK1Wi0UYPHjw69evK1eunDVr1ngrSAIAJBpkgAYAAAAAAAAsQMYncQAAAAC+NKPRqNVqfX19HR0dHRwcJADAt+HyjJ6yZ+eyNCgSqYoST2Uxf9Hhz9H/m9RhvoY3x+yqHpQ55JQSvRs3bvj5+ZUrV06j0TRo0GDBggVp0qSRAAD4J3Ht8/Lly6ioKBcXF3t7eysrKxJCAwAAAAAAAF8CGaABAAAAWA7fwASAb4raVuZSKML0cq/6XUOjTJLS2kVKItzc3LZu3frHH3+8fPmyadOmRD8DAN6Hqx4AAAAAAADAAgiABgAAAGA5JD8DgG9K5kolZFHu/6eRylVKClKnTj1s2DAJAID/h6seAAAAAAAAwAIIgAYAAAAAAMAXYZW1vgQAwDeGDNAAAAAAAACABRAADQAAAAAAAAAA8HmQARoAAAAAAACwAAKgAQAAAFgOudAAAAAAJG9c9QAAAAAAAAAWQAA0AAAAAMshFxoAAACA5I2rHgAAAAAAAMACCIAGAAAAAAAAAAD4PMgADQAAAAAAAFgAAdAAAAAAAAAAAACfBxmgAQAAAAAAAAsgABoAAACA5ZALDQAAAEDyxlUPAAAAAAAAYAEEQAMAAACwHHKhAQAAAEjeuOoBAAAAAAAALIAAaAAAAAAAAAAAgM+DDNAAAAAAAACABRAADQAAAAAAAAAA8HmQARoAAAAAAACwAAKgAQAAAFgOudAAAMA7mU8SOFWAOXKU+FEkaezKAAAAAAAAAAsgABoAAACA5RDLAgAAEjKZTPrQ0LBbt4xGoykG5wzfJrlK5ZA/vzwG2wCSLrZeAAAAAAAAwAIIgAYAAAAAAADw1ZgjnsNu377btavKyYnMqd8sk8EgyeU5tm9XxZCIIkWSxX4MAAAAAAAAsAACoAEAAAAAAAB8TUajUa/XKxwcimzaKuFbFXLt6q2RwzUajSjL5XKlks+ukVQRuw8AAAAAAABYgFwCAAAAAEshFxoAAEhInCEYjUZCBiG2hMjIyKioKE4akaSxAQMAAAAAAAAWQBYNAAAAAJZDYBMAAP+CLIb0lRiNRukLMwdAEzIIsQ1ERUUZY4gyp45Ioth0AQAAAAAAAAsgABoAAAAAAABI7JJ3OJ0phgTEBNyzMSCpYxsGAAAAAAAALIAAaAAAAAAAAABfGfGCMCMaHskAGaABAAAAAAAACyAAGgAAAIDlEM4CAAAAIHnjqgcAAAAAAACwALkEAAAAAJZCLjQAAP6FLVu2yP6pWbNm0hcWEhLSuHFjCQDwibjqAQAAAAAAACyADNAAAAAAAABAola3bl1zPlF3d/dr166lTp1a+vJCQkKuX78uAQA+ERmgAQAAAAAAAAsgAzQAAAAAAACQxOh0ut69e5cqVapMmTK7d+9+Z02sIUOGtGzZsmrVqrlz5165cqW5cvLkyYUKFSpSpIgomEfv1auXaJM9e/Y+ffqYTKZhw4Y9fvy4S5cuEgDgU5ABGgAAAAAAALAAMkADAAAAsBxyoQEA8FlMnTo1KCjo+PHj169fr1y58o0bNxYvXhyvJkWKFLHt/fz8tm/fHhAQkCtXrpYtW+7du3f//v1HjhxRqVTt2rX7/fffHR0dIyMjRX1ISEiFChVOnz49ZsyYCxcuzJs3z2AwSACAj8ZVDwAAAAAAAGABBEADAAAAsBxyoQEA8Fns2LFj6dKl4sDq7e1dvnz5s2fPJqypXr16bPvKlSur1eo0adKIR51Od/jw4X379jk4OJiHpkuXbty4cV5eXtOnTw8MDPTx8YmMjJS+AN8dO9xr1ZIAIFnjqgcAAAAAAACwALkEAAAAAAAAIEmJiopSqVTmspWVVWRkZMKauO1Fjbkgk8mMRqMoTJ8+3RTj+fPnQ4cOXbt2bbVq1TJkyCAe8+TJEzd9afi9e9oXL/SBgdJ/82Lx4oejRok/o0YjAUDyRQZoAAAAAAAAwAIIgAYAAAAAAACSmLJly/7xxx+iEBIScujQocKFCyes+cDo5cqVW7p0qa+vb3BwcPXq1Q8cOHD58uW6MVKkSHH27FmTOY35aAAAEABJREFUyaRQKCIiIkTjW23bXv7xxwtVqlytXz+2h1dr1vjv2xd65Yr21Svp4+j8/KSYJNA3WrbUPH0qfT4rWjYfmi1L3L9zv67/+NEX1qvj//jxvaNHNvTqIX1u2wYPDHz+PPbpqVW/TChR9M8J4+I102s0E0sWlz7OJzX+oi5s3nhz315RWNKogc+dOxKAGGSABgAAAAAAACxAKQEAAACApZALDQCAz2L48OF9+vSpW7fu06dPx44dmyFDhoQ1Hxj9u+++a9GiRY0aNZ4/fy5GqVmzZrZs2fr161etWjVfX98SJUo8fPiwbNmy9vb2uXLlOjh2rO71a+3r1yoXF/Po2hcvns6cGdtbmhYt0nXrJgohZ874bNtm7eGhcnOzSpnSqVgxpZNTbLMof39zIeL+/WtNm2YZPty1cmXpc2i1cpV4fHXz5uYBfbvt2CX9K5558zml9pA+K3HmE/LGx8XTM7bmyo7tbX5ZkzJbNilZeH71auZiiSIUG0hUuOoBAAAAAAAALIAAaAAAAACWQy40AAD+C19fX3PB2dl52bJlcQclrIk1btzf+YZf/ZWwuX+M2Pps2bL9/vvv8Ua8fPmyeDQYDPHqrdOmLbRvn9bXN8rXV/f6tY2Xl7leHxoacft24NGjJp1OPM29YoW9t7coPBg2LOTiRX1wcGwPxoiIewMHulWtmr5bN1Xq1NLnFvL61c7x48J8fa3t7asPGpwic5aENfFGeX71ysVtWxvMmLWkUYM0uXK/uHHNZDLVGDLMM28+v0cPd00YHxkUaOPsUmPwULeMGR+fP3dk4XxNaKhMLhdt0ubxXtSgXtrcea7v3t1p81anNGnMfb6+dStllqyxkzi8YJ7vwwe/jxj2w8jRz65cvrrzj4jAANf0GWqPHa9Sq81t7h09snvKpNYrVyutrcREX928KQZV6NI1a+kycefWoI/aMXL482vXrGxs6k+f4ZAy1fmNG+J1OLtm9TS5c4e+eeOZN+93/QbIlUqxaKmyZ/e5c8chZUrxIhii9MtbNO194LA4Q7t1YP/NvXvqTpoSO4l4jR1Te8Rbar1Ge/fI4WeXLzl5RC/vmXVr/B49iggKFIMyERWNbxtXPQAAAAAAAIAFyCUAAAAAAAAA+BRKFxe7bNmcS5VKWbeuQ9685krXypXz/fZb0ZMnC+3fn2fdOtu/AqMdChZ0KFDAFBUVrxP/vXsv1awZfOaM9LltHTIoe9ly7dZvyFWl6rYhg99Z8wG2Ls7tf91UsnnLIwvmi6fbBg8q3rhJh41bqvbqs6lfH1FzdNHCWsNHddiwuXC9+gdmzzKPlTp7js7bfouNfhbuHz+WtVTp2KflO3VJkTFTnQmTnNN4XNi8seXylZ23bbdxcjq34VdJJhN/z69c/nPShJbLVti5uR1dvNjO1bXTlm2N587fN31a2Js3cecwMiioQJ26HTdvdU6b9urOP7ShIfE7lKSAp09KtWwlFlllY3tk0QLziM4eaURN0YaNtgwc4JIunXOatE/OnxP1V7b/nv+HH+O9DnEbJ1zqDIULZytXvlyHTukLFhRDXdNnaL1qTYlmzU+t+kUCvm1kgAYAAAAAAAAsgABoAAAAAAAAAJ+T0tnZLls2+V9ZjVPWrp117FhJ/o+PImVKpVPRomnbtbPJnFn6rLShIa9v3ylQt54oF/q5vt+Tx6GvXsWr0YWFfaCH7BUqRs92Vq/IkJCoiIgnF86vat92aLYsc3+s+fzKZVHTfMmyNw/uH5o35+6Rw3qNxjyWZ778jqn+kc360flz78yFbO3g2PqXNZe2bTmycP7r27ejtFrJZNJFRKzu1KHAj7UdUqYSbR6fO3t00cJhObwmlCj64vq1V7dvxe1B7eDgmTefTCZLl79AmL//OzqMiUhOVyA6NDl31e8enDhhHtG7eg3xmLlEyZc3b0RFRub/6adrO//QhIS8unkzc8lS8eYzXuN3LnWszMWjlzR9gYJh/n4S8G0jAzQAAAAAAABgAUoJAAAAACyFXGgAAHyzYjNAy6ysUv70U5oWLaxSRUf6itMDnU4nfT5Gg1GpUpoDEMWjQqnUaTTxavQ6ndX7e1AoVW/n2WiUYqKNh164bK7xf/xYYWU1u+b32cqUzVa2XIqMmc7+uv7tWKp/fNaqCQ1VWVsrra0T9u/36OHSJo0rde+RsXARvVYnxZwgGXTan6dO2z5ieP6ffjLHQHfa+lvaPN5SdC7npy6enlPKlQ5+9Uo8HXn1htL6bXB59EKZTO/sMK6E52AyuVzU5vmu2sE5sz1y5fauUVN0FTuJsXcfxGtsjIqa/XOdhEsd/0WTyTjfA3gXAAAAAAAAABZABmgAAAAAlkMuNAAA/gWTyWR8l/B794xfnvT5yNVqj2bNCuzYkbF/f3P085dg4+xs6+L6/OoVUX526aK1nb1bpkzxamxdXT+yN5Wtbaps2U+tWinKFzZt2Ny/T1RkhP+jR5W698xcouTj8+ek90Q6PjpzOmORIu8c5PfokXuWLEUaNvLMm+/+iePRsZIymY2zS85KlUs0a75z3FjRJmPhIseWLDYaDD537iysXzfc37/fkeNj7z6IF5r83g6jw6af+N6/Jwp3jx7JXr6CueW9Y0fF45Pz50VLsWjWDo6ZihY7NG9OgZ9qi/p4k4jbWJJJCZdaLpdHJUgFDYCrHgAAAAAAAMACyAANAAAAAAAAJHbx8olqX768P2hQ2I0b+bdvt06TRkoK0rZpk7pxY6WTk/Tl1Zs85fDCBZrQ0IiAgHpTpr6z5uPVHjd+9+RJl3/7Lczfr+mCxdYOjpW691zTqYMuMiJllqyBz5+9M9vr/RPHizdt9s4Os5QoeWPP7l/atg7z9U3p5SV6iI4njumkdJu282r/cP/4sbLt2++eMnlxg599Hz2sNXykvbv7+2fwXR3GBIKfWLki8PlzhZVV0/kLzS2fX7t2s3XLyKCgxnPnm2vy1qgZ/OqVW8aMCbuN2/idS53WO+/vw4cqVCoJQBxkgAYAAAAAAAAsgF8kBAAAAPDFGY1GrVbr6+vr6Ojo4OAgAQCA/8B/376Ho0eLQsb+/d1r1ZKSOPH5pE6n8zt16tXo0cW2/Cbhc9BrNFMrlh948nTcyiWNGvwwcnSq7NnjVh5bvMghZcr8MRmg/2/jLyrk2tUbw4e6LFni7OwszhitrKzkcn7AEEmPuPZ5+fJlVFSUi4uLvb292JJJCA0AAAAAAAB8CWSABgAAAGA5fAMTAID/KMrX9/6gQXY5cmQdP16dPr0E/AczqlRy8vBosWyFBODz4aoHAAAAAAAAsAACoAEAAABYDsnPAAD4j1Tu7jkXL3YsWFAC3k+pVsdL/yy0W78hXk2vfQfe10PCxgA+Elc9AAAAAAAAgAXwG4IAAAAAAABAombS65/Nnfti8WLzU6KfASAxIwM0AAAAAAAAYAEEQAMAAAAAAACJl/bly5tt275cuTLy6VMJAJDokQEaAAAAAAAAsAClBAAAAACWQi40AAA+SfDp03f79xdH0MwjR7rXrCkBABI9rnoAAAAAAAAACyAAGgAAAIDlkAsNAIBPok6Xzs7LK/PIkaIgAQCSAq56AAAAAAAAAAuQSwAAAAAAAAASk5ALF8wF67Rpcy1bRvQzACQhZIAGAAAAAAAALIAAaAAAAAAAACAReTZnzq0OHV4sXy4BAJIgMkADAAAAAAAAFkAANAAAAADLIRcaAAAfoH358lrTpi9/+cW1cuXUDRtK+JLGFMr/4ZowX98ljRoMy55VExLygX5EG587d6SPJnqbVqm8ZBEnli87NG+O9In+3VixXly7uqJlcwn4hnHVAwAAAAAAAFiAUgIAAAAASyEXGgAAH/B40iTNo0eZR450r1lTwtf2/NpVJw+PMXfuSwDwKbjqAQAAAAAAACyAAGgAAAAAAAAgUcg4cKApKkqdPr2UfIVrw4MiggLCA4MjgwPDAwMjgsI0YcFhwfb3XhWXPnPO1Mfnzx1ZOF8TGiqTy2sMGZY2j7deo9k9edLr27dcM2Q0GYyiTcIas6CXLw/MmhkeELB78sQqPXvvmTr5+dUrMpm8fMfOXuXK7ZkyKdw/4O6xo7WGj4htv7JVi7oTJ1nZ2u2fNUNM1M7F5YdRY2xdXN43ewadLl63CWv2TZsa9PJF8OvXCpWqQtduGQsX8blz5//2//DUycMLF0gmk7WdXZo8eUTNvSNHDs6fY9QbUufIUWPQECt7+/MbN1zd+UdEYIBr+gy1x463cXZOOFYsv0cPd00YHxkUaOPsUmPwULeMGZc0apAmV+4XN66ZTCbx2nrmzRf4/PmfE8aJV8z1rw34xp7d5zb+qo/UpM2b9/uBgyXgm0EGaAAAAAAAAMACCIAGAAAAAAAAvpqQ8+dfLFqUfe5cubW1tYeHlJT5h/kHRgQFRwQHRgSag5uDYv7MBVHzJtQ34VgKmSKVfcpikS7Sf3D74AHPPN72KVPGrTy6aGGt4aNc06e/uGXzgdmzmi9eenDeHJd0njWHjzi/ccPFLZtEm4Q1Zs5p0lTs1v3mvr3V+g+MjqIOCW23fuObu3eXt2zWY+du0cCgj+q9d7/JaDj1y8rIkOBN/Xr/NHZcugIF13bqULpNuwyFC1/YvPHxubO5qn73vnk+vnxpvG7Pbfw14YR0kZGtVq7ShIQsbtSg0+at+2dO/3D/4X5+f4wb037dBplctqhh/TR58kQEBOwcP7bF0uUu6dKdXrP6wJxZFbt2E6OLCYn2vw8fem7Dr4Xq1os3Vtw+tw0eVK5Dx2zlK7y+dWtTvz4dN20RlbYuzu1/3XRt5x9HFsxvsmCReAVqDB6a1jvv5n59zGNtHzWi/5HjCpVq59gxAU+fuibryH4gLjJAAwAAAAAAABZAADQAAAAAyyEXGgAAcT2dPfvVqlXWHh66N2/U6dJJiVJAeECoJjQkMjRMGyYKoZrox3BtuDnc2RziHBAeKCrf10MK+xSu9i6Z3TMXyVQ4pWNKR7Wjm72rq72bq62Lm71bCns3nU7nd+rUq4OjpX8rQ6HCG3r3qNKzd1rvvLGVzZcsu33o4JUdv/vcuaPXaETN/ePHG86cLQoF69b7c+L4d9YkdPvggdpjJ8hkslTZs2cqWuz51SuiMl2+/FZ2dlLM6c3WQQPcM2fJWKSoeU52jhuTq2pV0cBc8z4Ju33nhHJWqqxQqezc3FLnyPH8yuX/2/+TixfS5vFWOzpGL9RPdaK0mhfXrvk9ejitUvnY18rawbH1L2subdsS4uPz+vZtx1SpE44V22FURMSTC+dXtW8bt0Y8Zq9QUTymzOoVGRISGRQU6uNjfvGLN222b8b06JfIO+/azh2zlSuf/8cfiX7GN4WrHgAAAAAAAMACCIAGAAAAYDnkQgMAwMwQGnqrS5fwmzfdqlTJNHSoIiaU1hLTNRqCI4PjBTSHiT9tWEh0OTT07/roQZoozYc7tFJaudm5ZnBL7xx5L94AABAASURBVGrn4mrn6mbv5mLn4mbn5mrv4mornro62zp/uIdPihQ0GY2HF8x75yC/hw8fnTkTGwBt1Ovn/lQrW5my2cqWS5Ex09lf1/81OaN4lCsUSrX6fTXxGKL0ctXbz1EVKlVUTCy1KMQ2KNG8xflNG+8ePpStfIXSbdtlLV3m5r49O8ePzV21WqXuPaT3SNjtOyf0j8U3mT6mf/EqmQtiicyhzLmqVG08b4EoaEJCjAaD36OHS5s0FuNmLFxEr9VJMasg4Vix1A4OQy9cNpf9Hz9W2dpGz6FSFXdysaOr1DbmQpOFix+ePHFz396jixbWmzwlc4mSEvBt4KoHAAAAAAAAsAACoAEAAAAAAABLUzg4qFxcsowalaJGjXiDInWROoNOp4+KMog/UYguixq9QS9qdH/VRP3VRtRE/VWIM1ZUdDMxyBAlRgyMCDLHNIvKj5k9RxtHB7VDphQp7K3tHdT2DjYO4qn4i3nq4Bjz1NXOVfyJoZIFyeTyCl26Jax/eOqkvVuKIg0bxdZERUb4P3pUadNWlY3NjlEjzDG+2cqWu3P4UMmWmZ5fvRLu5/fOmoQyFily59ChFJkya0NDHp05U6VXn+fXrv49SzJZluIl0+bJu6lf7+7Fim8e0K9M23YVu/Vwz5L15t490vsl7DZhzcsbN+4dP1awbj1R4/vgfvqCBdd37/rh/jMWLrJ/9kxdeLiVnd29o0c88+VL6+29eWC/Z5cueubLv3P8WLHeRBv3LFnEyxUVGbl78iSvMmUTjhXbocrWNlW27KdWrSzRvOWFTRvOb9rYYeOWeBO1cXZ2TpP21c2bHrly3T16JOb1j1zUoF6HDZuzlCot1tqbBw8IgMa3gwzQAAAAAAAAgAUQAA0AAAAAAPB/HL177Oqzay+DX/mG+voEv3kT+uYjo0iBD3GVpPOnpPOjpC9MKVdGBzGrHVI7pTJHMJuf/l22+SuyOSbK2cbKRkpq3DJmjBdfa+3gWKl7zzWdOugiI1JmyRr4/JnJZCrfucvKVi3uHD4sGtincBePCWsSqti1+64J49d17Rz88mXlnr2c06aNO9QUI33Bgl6ly+yfNaNMm7anVv0SGRKi12h+GDVaNFjSqEHZDh2zl6/wf7t954REP6vatw3z9a3Wb4BYS/+3f1tX1wqduy5p3FBlozYnYxY1dSdM/nPyxIjAIDsXl5pDh8kVyht7dv/StrXoNqWXl3hxEo4VV+1x43dPnnT5t9/C/P2aLlj8zlfpp3Hjf+3R3c7VVaaQi6cqG5vSbdr9NnRwmL+/jZNTtf4DJeCbQQZoAAAAAAAAwAJkpCIAAAAA8KUZjUatVuvr6+vg4ODo6CgBQFIQpg378+ruY/dOnH10zhzunNLBPY1LmpQOKdO6pLFSWEnAJ9K+eBFw8KDMyip1gwbvbSSLjleO/lMoFXKFKIhHVWxZETNIlMUzmTy2meqvQYqYQcq/RhRla6W1lLiJzyd1Op3fqVOvRo8utuU3Kdm5+scO1/TpPfPm+xfj7ps21TF16mJNmn6h/hOVkGtXbwwf6rJkibOzszhptLKyksvlEpDUiGufFy9e6PV6FxcXe3t7sSUTDw0AAAAAAAB8CWSABgAAAGA53PsHkFTsv3lgyu5pvqF+dtZ2FXKUq5ijQulspW1Uagn4V0x6/bP581+t+sPKwyPb5Ml2OXNK+GY4pEz5RaOTv3T/AD4VVz0AAAAAAACABRAADQAAAAAA8LfXwa/H/THxxP2TKR3cx9cZU837Own4zwIPH361apVbtWqZBg1S2NlJ+JZkKlpM+req9On7f9v8l/4BfAn88CYAAAAAAABgAQRAAwAAAAAAvHXp6eVua3vqjfr25dq2Kt3CWmktAZ+Da+XKOefPdyxaVAIAJHdkgAYAAAAAAAAsQC4BAAAAgKWQCw1AYnb07vGOq7rYWNmsafdLx/LtiX7Gf6QPDLzdtWvIhQvmp0Q/A8A3gqseAAAAAAAAwAIIgAYAAABgOeRCA5Bo7bj8R69f+6RxTrOm3cqsKbNIwH8TfObM1QYNgk+f1jx9KgEAviVc9QAAAAAAAAAWoJQAAAAAAAC+bb9f2jFq+5h86fLObjzDQe0gAf/N8yVLXixapE6XLtuMGfa5c0sAgG8JGaABAAAAAAAACyAAGgAAAAAAfNNOPzwzavuYghkKLG25SAI+B7WHR4oaNTINGiRXqyUAwDeGDNAAAAAAAACABRAADQAAAMByyIUGILF56Puo38aB6V3TTW8wRQL+m+BTp5xKlBCFFDVrij8JAPBN4qoHAAAAAAAAsAC5BAAAAACWQi40AImKX5hf5zXd5DL5vGZzHG0cJeDfinz06EarVre7dQu9ckUCAHzbuOoBAAAAAAAALIAM0AAAAAAA4FukidJ0WdMjMDxwcYsFaZ3TSMC/YzS+WLnyxZIlksmUrnt3h7x5JQDAt40M0AAAAAAAAIAFEAANAAAAAAC+OUaTccCmwfd87k2pPzFfOiJW8e8Z9fo3W7ZYpUzpNXGiXc6cEgDgm0cGaAAAAAAAAMACCIAGAAAAYDnkQgOQSEzaNeXYvePdKnWplLOiBPwHcisrr8mTbTNlktvaSvi3ZDEkozHK31/Ct0ofGirFbgxAUsZVDwAAAAAAAGABBEADAAAAsBzCWQAkButOr990fssP+Wu1Kt1CAj6dSa9/sXx5lK9vpiFDxFP73Lkl/GfiJMEQFnau4c8SvmV2dnK5nDNGJHVswwAAAAAAAIAFEAANAAAAAAC+IUfvHp+2d2axzEWH1RosAZ8u/NathyNHRjx44FismITPRCaT2Xl7e65fHx4eHhkZaTAYyJ/6DVIoFGobG5VKJQpyuVwCkiz2YAAAAAAAAIAFEAANAAAAAAC+FTde3BywaVBGtwzTG0xRyBUS8ImCT5263a2bKKTv2dOjaVMJn4lcLlep1bYpUsjs7Kx0OqPRSPjgN0gmk1lZWanVaqVSSR5oJGlsvQAAAAAAAIAFEAANAAAAwHIIZgLwFfmE+HRb19NebT+/2RwbKxsJ+HQOBQo45M+foX9/u2zZJHwmshhKpdLa2loul9vY2BiNRgnfHrEZRIfCxyADNJI0rnoAAAAAAAAACyAAGgAAAIDlkAsNwNcSpg3rvLqbNkqzovWyVI6pJOBThF69apsli8LOTq5W51q6VMLnJs4QFAqFeFSpVKR//jaZzxLNMdDm9M+cNyLpYusFAAAAAAAALIAAaAAAAAAAkMwZjIZev/Z97P9kXtPZ2VJ7ScBHM2q1zxcterVqVco6dTINHizhy5D9RSJz6rctNmyU+FEkaezHAAAAAAAAAAsgABoAAAAAACRzY3aMv/D44qDq/YtnLiYBHy308uUHI0dqnz93KlbMs0MHCV9YbA5gCQCSMvZjAAAAAAAAgAUQAA0AAADAcsiFBsDylh5dvv3yjibFG/1cpJ4EfIrAI0d0r1+n79HDo1kzCQCAj8NVDwAAAAAAAGABBEADAAAAsBxyoQGwsAO3Ds4/tLCMV+leVXtIwCfybNfOrUoVu1y5JAAAPhpXPQAAAAAAAIAFyCUAAAAAAIDk6Mqzq4O3DMuVJuekn8fLZXwGgo8SeuHC9ebN9YGBoiy3tSX6GQDwqcgADQAAAAAAAFgAGaABAAAAAEAy9MT/afd1vVzsXOY0maVWqSXg/zFGRj6ZPv3Ntm1WKVNqfXyULi4SAACfjgzQAAAAAAAAgAUQAA0AAADAcsiFBsAyQiJDuqzpZjQZ5zed42LrLCVZ7Da/nITRaVcbNtS+eJGybt0MPXvKbWwkAAD+FQ7fAAAAAAAAgAUQAA0AAADAcsiFBsACdHpd9/W93oT4zm82J7N7JinJMsUwGo0SoVSflSyGXC6X/nlgStumjXXatI6FCkkAAPwHXPUAAAAAAAAAFkAANAAAAAAASD5MJtOQrcOuPrs2rs7owhmTcCSrWBCDwaBZ00wW/JLo588sXWFF9XFKpVKhUBhCQyMfP3bIm1dUu//wgwQAwH/GgRsAAAAAAACwAAKgAQAAAABA8jHv4IIDtw61Ldv6e+9qUpJlTvysO7fWdH2HdbmOEj4fk16rPTJb4/W9VZaSkRcvPpkwQdJqC+zcKVerJQAAPgcyQAMAAAAAAAAWQAA0AAAAAMshFxqAL+r3SzuWH19Zzfu7zhWSdtCw2FvqI0IMfw5RV+quLt9ZwmdlDPU17ujz0KZl2J491o6OXpMmEf0MAPiMuOoBAAAAAAAALEAuAQAAAIClkAsNwJdz/vGFMTvG5U3nPfrHEVJSZk7/HHVwqkwmV5dpJ+Fzs60+SBb4UP5sv+vPP+dcvtwud24JAIDPh6seAAAAAAAAwAIIgAYAAAAAAEneQ99HvX7t6+mSdnajGUpFEv7Bq7fRz/5PjUdn2NYcJilUEj43mZ2bTeUennaXnb+rZJDJxAtOqk4AwGfEYQUAAAAAAACwAAKgAQAAAABA0uYX5td5TTe5TD6v2RxHG0cpKTMHQOt3DValy6/K872EL0Nduq1coZQdn63T6fR6vSmGBADA50AGaAAAAAAAAMACCIAGAAAAYDmElwH47DRRmi5regSGB85uPCOtcxopKTOH4UY9PCld2WJbe5yEL0ehsqs1XH1+kc73kU6nMxgMEgAAnwlXPQAAAAAAAIAFEAANAAAAwHLIhQbg8zKajAM2Db7nc2983TH50uWVkjiTyWQQtvW0KtxAntJLwpekyl0tOs324XE6nS4qKspoNBKvBgD4LLjqAQAAAAAAACyAAGgAAAAAAJBUTdo15di9490qdamUs6KUxJlMJqPRqDu3xuT/wKZaPwlfns0Po6xubdc/Oh0VFWUwGAiABgB8FhxQAAAAAAAAAAsgABoAAAAAACRJ606v33R+yw/5a7Uq3UJK+qIDoDVhpj3DbSv1kNm5SfjyFB45rQo3VO8drNVqSQINAPhcyAANAAAAAAAAWAAB0AAAAAAsh8AyAJ/L0bvHp+2dWSxz0WG1BktJn9g9GgwG3YEpkkxuXbq1BEuxqdZPHvTYeOlXnU5HEmgAwGfB0QQAAAAAAACwAAKgAQAAAFgOudAAfBY3XtwcsGlQRrcM0xtMUcgVUhIXnfvZaNQHPDMenWH3w0hJoZJgKTI7N9tKPWyOTdRFhJIEGgDwWXDVAwAAAAAAAFgAAdAAAAAAACAp8Qnx6baup73afn6zOTZWNlLS9zYAetdgVbr8qlxVJViWdenWcoVSdmymTqfT6/WmGBIAAP8WxxEAAAAAAADAAgiABgAAAAAASUaYNqzz6m7aKM28JrNTOaaSkj5zuG3Uw5PSlS22tcdJsDyFyu6HkepzC7W+j3U6ncFgkAAA+A/IAA0AAAAAAABYAAHQAAAAACyHXGgA/guD0dDr176P/Z9MazglW2ovKVkQO0aDsK2nVbHG8pTJZKGSHFWuqtHptw+NMSeBNhqNHLAAAP8aBxEAAAAAAAAz9QhIAAAQAElEQVTAAgiABgAAAGA55EID8F+M2TH+wuOLA7/vVzxzMSlZMJlMRqNRd26Nyf+BTdX+Er4e29rjrG//YXh82pwEmtg1AMC/xlUPAAAAAAAAYAHKhFXc4AEAAEDixx1lAPjWLD26fPvlHU2KN/q5SD0puYgOgNaEmfYMt63aR2brJOHrkaf0sirW2LBnsDb9fqVSKZfLZTEkAAA+ETdZAAAAAAAAAAuIHwBtisEPfQIAACDRkv2TBAD4Bhy4dXD+oYVlvEr3qtpDSi7EZy8Gg0F3YIpMqbYu2VLC12ZTtb92YgnjpQ26ok1jY6AlAAA+EYcPAAAAAAAAwAL+EQAtbrxFRUW9evXKHAZtrhEf1X3MY2wP7yx/FR8555Z5lL4eXgdejfe9Du8rf/XXhHfNV99OEtVWwRaSCLeQRP468Mp8C1uI6N/W1tba2lqhUBCZlOSY+KYlgE935dnVwVuG5UqTc9LP4+UyuZQsmGK+f64PeGY8OsO+6UJJrpDwtclsnWyr9DYdnaDJ86NKpRJnGrIYEgAAn4KrHgAAAAAAAMAC/g6ANsXQ6XTivo6Hh4cEfDOSVjwZAACIiCGOyFZWVoQlJTmsLwCf6on/0+7rernYucxpMkutUkvJxdsA6F2DVZmKqXJUlJA4WJdsoTm9Rjo2U1d1qDkJtMTBCwDwiThwAAAAAAAAABbwjwzQ4sabwWAQBYWCtEMAvhUX3kRpDe++J2GM0ucyBbqmdJZsbCQAQKJh/tqeUqlUxODrSQCQjIVEhnRZ081oMs5vOsfF1llKLszfQo96eFK6us229wEJiYdCZVtzmHFtx/ACTZUeWcWZhjjlkAAA+BRkgAYAAAAAAAAs4B+3cMzJh/hsDsA3xWCSFfdQGowmmUwSu0BRo1Qo5DKZ3mR6c/aKat1qU6mSsuo1JDs7CQCQOMhkMp1Op1KpOHcFgORNp9d1X9/rTYjv/GZzMrtnkpIRcfwyCNt6WhdvKk+RUUJiospZSelZwOrQWF29xeJ8Qx6Db1sBAD4eRw0AAAAAAADAAuTxnhuNRgkAEpPHjx8Xi6N79+6+vr7S5yOXSVFR+oiIiLCwcE2kJjJSI5NMCrnsVWjwNZmVn41N5MkTxtBQ6dOJPeqUKVNq165drly5Vq1aHTp06J3NwsLCBg0aJH06vV4/efLkDh06DB06NDw8PGGDEydO9O/fv1KlSs2bN1+6dKnJZAoJCalVq9Y7e5s7d+6GDRskAEgKzL9bInDumhQRsw7gI4ndxZCtw64+uzbqp+GFMxaSkhHz989159bIgp+pK/eWkPjY1Rmnuv2H/tlFnU4nTjk4eAEAPgkHDgAAAAAAAMAC5BIAJHqenp5nYpw8edLZ2Xnp0qXSZ2VjbeXs4ODi6ODkaO/saK+Qy01Rfs4vx4QoA4793OZ2q84mNzfp0+3fv//WrVszZszYs2dPq1atRo4cGRERkbBZWFjYgwcPpE936dKlZ8+eLVq0yMbG5ujRo/GGiprp06c3a9bsjz/+GDFixIkTJzZv3vyB3n766afy5ctLAJAUyGQyUwwJSRC50AB8pHkHFxy4daht2dbfe1eTkpfo9M/aCNOe4erKPWW2ThISH3lKL3XxptZ7Bmu12qioKH50AgDwSbjqAQAAAAAAACxAGe85H8wBSMwUCkXZsmV/++23iIiIVq1aubu7h4SELFu2bPbs2deuXZPL5W3atClVqlRoaOjUqVNfv34tarp27Zo7d+4TJ04sXrzYYDBky5atb9++tra2cbsNi4gMDY+UJJNKqXR3dfYPfCP3X2Xns7Na4C/PXHq7F+quUKmkTydmw9nZOU2aNFZWVmK2+/fvb97Hrly5cu/evaJcpUqVli1bzp8/X8zq+PHjS5QocejQodGjR4s2vXv3btKkSZ48eerXr589e3Y/Pz9R7t69u1L5937b09Pz5s2bt27devToUbNmzeJN/ddff23durW3t7coZ8mSZciQIcHBwbFDxRRnzJgRFBTk7+/fokWLWrVqiVdVvJ6izzVr1oipiPry5cuLUa5fv54xY0YxulgKCQASByKQACDZ+/3SjuXHV1bz/q5zhY5S8mJO/xy1f5JMqbYu3kxCYqWu0kczsYT28kZdkSbiEklcXfKhGQDgI3HRCgAAAAAAAFgAGaABJCV6vf706dPZs2cX5cePH/ft23fKlCm//PJLSEjIihUrBg0aNGLEiMDAwG3btqVPn37RokXdunU7fvy4qJk6deq4cePWrFkjxl24cGG8bq1UKntbtbODvauTQ0hYuI3hun3gTmP4GylQ4ZE2j7udrfSv1KpVy9raukqVKt27dxczWaxYMRsbm5MnT545c2bp0qVihu/fv3/o0KHOnTunTp168ODB7+zk9evXTZs2Xb58uVqtFo9xB7m7u+fIkaNly5Y9e/YUyxtvxEePHuXNmzf2adasWQsV+vt3w3ft2lWyZEnxEk2bNk28hnFHFC+sqBHTEnNYpEgRMefiBbx06ZIEAIkG4UcAkLydf3xhzI5xedN5j/5xhJS8vI1+9n9qPDrd7qcxklwhIbGS2TrZftfP5uh4XUQoSaABAJ+Ei1YAAAAAAADAApQSACR6z58/L1asmCikTJmyRIkSrVq1EmUHB4eMGTOKwrFjx4YNGybuK3h5eRUsWPD69eu5c+ceO3ZscHBw4cKF69evf/PmzZcvX9atW9fcW548eeL1L5fLFHJ5dCyCuJ9tCpO9XGj0v2UIiPLLPjDSqYqL9C9ZWVlNmDAhKCjoxIkTO3bsWLVq1bp16y5cuHDx4sUKFSqY26ROnTpnzpwf6EQ0MMcxV6xYccqUKe3btzfX6/X67t27Fy1a1BzS/fPPP4eGhtasWfOfy/Xeb7m0bt361q1by5YtE7Mn7uUbDIbYQeLVU6vVomBraytebSnmZRedSwCQaBB+lKSx+gB82EPfR71+7evpknZ2oxlKRXL71MIcAK3fNViZtbTSq4yExM26RHPNyV9kx2fpqgwxJ4GWiGkDAHwErnoAAAAAAAAACyAAGkAS4OnpuWXLlrg1ERERKpXKXNbr9eJWtLksKrVabZkyZRYtWrR///61a9eKyubNm5cqVWr69OmiHBISYjQa4/UfFh4ZrtEoFHJjmMkueLzC57whNEyT4nu/TF1tZfFTsrVs2VJ6Pw8PjwkTJpjLc+fOLVu2bN68eWvEGD58+NmzZ0V9t27dmjZtKgo+Pj5OTk5BQUHm9nHvo4uFkj7o+vXrvr6+YmZEyy5duojO4+WQzpkz5/3799OmTWt+umfPnitXrnTs+PYHxMeOHevn5/fzzz+7ublt3bo17l2Z2BdTUCjISAcgMSLwKElj9QH4AL8wv85rusll8nnN5jjaOErJiylG1MOT0tVtdr0PSEj85Aq7n8aYVrUJy99E6ZFVXB/FvVwCAOB9uOoBAAAAAAAALIDbNgCSvIIFCx47dixjxoxhYWEXLlzo0qXLmjVrRH3Tpk2rVq3asGHDXLlyjRgx4urVq3ny5Jk6daqrq2vPnj3j9qBWW8nkMoVCbiMLMD27a9QFRRgy+WTu6WCtMhjj52tZuXKl9HHc3d1nzpw5ePDgrFmz3rt37+7du2KWxNSnT59evXp1lUrVvXv3zp07i9nTaDSivaOj4507d0wm0+vXr69fv27uRJQfPnyYOXPmEydOlC5dOrZzDw+PkJCQoKAgtVqdIUOGy5cvx0vS3LJlSzH1dOnSpU+f/vTp0/PmzWvXrl3sUDEz4oUqVqzYnj17/m+wNQAkNiTTAoBkSROl6bKmR2B44OIWC9I6p5GSHXH8MgjbelqXbClPkVFCUqD0KiPPVMLq8Dhd3UXiIk4eg7A2AMCHcdEKAAAAAAAAWAAB0ACSvHbt2k2fPr1Pnz6vX7/u1KlTmjRpqlevPnv27L59+wYEBAwbNszFxWXkyJEzZswIDg52dnYeMGBAvB5kkswq5ueMgwPDXDx+1hkz69IVd0+bX65UvAj998HB9evXFzPQpk0bjUbj4OAg5idbjHv37nXv3t3X17dChQrlypWLioqysbGpW7fupk2bvL29W7VqlSVLluLFi5s7sbOzW7NmzatXr8S9dnMSa7NUqVL17Nlz9OjRd+/ezZUr1+TJk+fNmycW3NbW1twgb968TZo0ES9IUFCQmKgofP/99yEhIeahbdu2Xbt27fLly8Wd+3Tp0j179kwCgKSDqCMASH6MJuOATYPv+dybUn9ivnR5pWTHZDIZjUbduTWy4Gc2lddLSDrsfxhlmFYh4lkHXeZiCoVCFkMCAOD9OFIAAAAAAAAAFiCLTUUgCnq9PjSGp6enBADfhvNv9NntozQanSSTTp844pnGPluuglYqeyuVVZDW9DwkKrfbV/uuiFarrVWr1t69eyUAQBwhISFv3ryxs7NzcnKysbExhyJJSNyMRqM4rvn6+jo4ODg6OkoA8E8Tdk7adH5Lt0pdWpVuISVHYjcYFRmmm5TLpkJX6+JNJSQpkX+MCn9wKar1LnH6YW1tzbkHAOADxEH/xYsX4m6Li4uLvb29lZUVRw0AAAAAAADgSyADNIBvndEUnWVZEOUaNX+S/rofYTBJeiO/VgkAiRE3j5M0Vh+AhNadXr/p/JYf8tdKrtHP5vTPUQcmy20crYs1kZDU2FTuo71QSnt5o65IE2XMzwdxOAMAfACHCQAAAAAAAMACCIAG8K1Tykz7HmveN7Rwyq+5n7S2tib9MwAkFPsbJgCAZODo3ePT9s4slrnosFqDpeTobfSz/1PjkWkObdZIXywiKnzvypA1I98+Uajsq7d3+Lmf9N+YIkKCFvd16blYe+lAxJENohA7KGHNBwRMaWH3fTspSvvxoyQuanubqn2MB8drcv+gUqnMGaAJbgMAvA8XrQAAAAAAAIAFEAAN4FtXMKVKAgAkKcQbAUCycff1vQGbBmV0yzC9wRSFXCElR28DoHcOVnmVV2YqJn1JNqXrOrefFj1RbaT/pMbyvSvsqraS/gNjRGjUi7vvHKTKWtDBLY30Kf7FKImHdbEmmtOrZcdn66oMNieBljgnAQC8BwcIAAAAAAAAwAIIgAYAAEASQzKtJI3VByCWT4hPl7Xd7dX285vNsbGykZIjU4yohydl13+z7XdEshSZtY3DD91DNk+xq9rK4P8y+JehxiBfmY29U4sxyjRZ9S8fBK8aZgwLkts7O7cYq/DIrDm9I/zAGlOURpU5n1Pz0bH9hGycaAh4FbS0n02haqIQOLN91PPboo1Lp9lR9y+a0zm/b1whfPeyyNPbZWp7Y4ifeBo7iu7W6dBtM40RITK53KnFWFWW/IY3T4NXjzAG+6ky5NY9uOQ+fo/v0OpWGb0jL+5xH74t7M+l+hd3xYJY568oJqG9fDBs50JJoTQG+6oLfScWRIyiSpPVue0Uycpa+kLkCrufxhqXtwjP31iVxkuhUCiVfKoGAHg3rnoAAAAAAAAAmMx01gAAEABJREFUC5BLAAAAQJJCMq0kjdUHwCxMG9Z5dbcIbfi8JrNTOaaSkimTyWQQtvW0LtVa7pxWsiBluuz6Vw9EIWhhL3X+SilG77Ap8r0oR9cs6mVXtaX72F2ODQcHzO0SXfPLULcBa1KM/F3S6w2vH8d24lh/oMLVIzqwWJIMfi+cO0x3H/tn1KNrUQ+vxLZ537iaC/u0N0+kGLbFqfFQ/cv7cect9LdZzq0nihmwrdA4ZNNkURMwo61NiZ/ETJqiNH8vQoZcKcf+qfd7Lirdhm5yH/en7tYp3b3zYpD+1UPXXstSjNwetnOhdZ7SoitDiL/29mnpS1JmKqbMXMLq8HitVqvX641GI/FtAIB34qoHAAAAAAAAsABy1QAAACCJIdgIAJI6g9HQ69e+j/2fzGs6O1tqLymZEgcso9GoO7dGCn1hU7G7ZFkyQa4wRYREPb/rVqGxqLGt1CxkyzRj4JuoR1cDZ7aPbWnSRKgyevtPaa7OX8m27M+K1Bnf2aEqc16ZjX10IV0OQ/AbmUzxtv4942qvHRaVkkKpTJ/TOlfJuF25DVqvOb8n4timqGe3TbpIY8ArY2iATckfxSD7Gh0DF/QwN7PyKix39bB29VCmzhy2Y74xPMgYEiDm9u3MqG2jF9Pa1jpfBVFQuKY2RoRIX5hdrRGGGZXDn13UZS6mUChkMaQvQy6XJ9r4OYPBIAEA3o+LVgAAAAAAAMACyAANAACAJIZkWgCQ1I3ZMf7C44sDv+9XPHMxKfmKTv+sjTDtGW77XT9JbS9Zlu7hFWVaL5PBIFMoJfOhMzokWmnS62TWth6rHpv/Uk46KFPbuvVfbV+9Q9SLOwHT22ivHnlnhzKlVWxRihPW9aFxjca3BZX670qD/k2/8tqbJ61yFLMpVjOmP7mkUCaYiiirxGPk0c3+Exsr3NOp81cSS/R2kEL1dzOF5b7eL0+R0bpkS6s9g0kCDQD4AC5aAQAAAAAAAAsgABoAAABJDJFGSRqrD8CyYyu2X97RuHijn4vUk5Ivc/rnqAOT5TaOVoUbSpZlDPIN3TTFtnQ9uYOL3N456v4lUam7c16mtlW4eyrTZA3fuUjUROxfHTCvq0kb+WZAJascxZzbTlEXrKJ/cS+2n+gc0jrNByb0gXHVBapoLu+PbhMZprt3Ls4oEQbf544NBlp7l9XePCWZJLlzSjEh/dNbYqjm4r54k9A9vqYu/L1N8VpyR7eoJ9elr30csanUUxX40HR5k1arNRgMHNcAAAlxdAAAAAAAAAAswHI5cgAAAIDPgmRaSRqrD/jGHbh1cN7BBWW8Sveu2kNKysJu3LDPnft9Q99GP/s/NR6Z5tBmjWSpXV/k8S3iT1JaqTyzWxeoYlupqah06TIndOsMY2SoMSTApfMcUePcYXrImlERx7cYQwNc+6yQWds41OwUtKiXIdhXbu/iWGlUbIdyR1eZte2bPmWcmo585xQ/MK51vvKaKwd9h9WQDAaFa5q/R7F1dPixq//kZiZthCqtl8H3uah0ajnOf2pLVSZvuYOLzEoddxJ2lZuHrBnpP66BMdRflSmv3uex0j2d9BWp7W2/H2DcP06Tu5ZKpVIoFLIYEgAAf+G4AAAAAAAAAFiALDYVgSjo9frQGJ6enhIAAACQKIWEhLx588bOzs7JycnGxsYceCQhcTMajVqt1tfX19HR0cHBQQLwTbry7Gr7Xzp5pcq6tOUitUotJWWXa9Wyz5cvY58+SheXhEPFTs9gMESubqYyhNs3XSDh/wnbPs+ucnOZrUP4nuVRT246t58qJWYmU/DMquFZaqiqDLa1tbWysvoSMdArV65s27Zt3JqmTZuuXr1aSgTE5i0BAN5DnAa8ePFC3G1xcXGxt7c3HyYkAAAAAAAAAJ+bXAIAAACSFG4eA0BS9MT/afd1vVzsXOY0mZXUo58Fo1brv3v3lZ9/9tu5M94gU4yohydl13+zrTlUwkeQO7gELRvgP/bnyFPbHRsOlBI5mczup7E25xZqfR9HRUV9oWjg1q1bm7elFClSvHr1ShQSSfQzAOD/4qIVAAAAAAAAsAACoAEAAJDExP6GCZIiVh/wjbj2/HrcpyGRIV3WdDOajPObznGxdZaSPqNOJx71QUEPRoy43aWL9tWr2EFiR2cQtvVUl2kvd04r4SPYVmjs0m2+29BNKUb+JndMISV6ykzFlFlLWx0er9Pp9Hq90Wi0wAFOTKt3796lSpUqU6bM7t2731kTa8iQIc2aNatevXqePHlWr15du3bt4sWLT50anVo7NDS0Xbt2hQsXLlu27L59+0TNtWvXRIOKFSvWr1/f399f1IwePbpKlSqiZs2aNWLRMmXK9PDhQ1EfFBSULVs2CQDwQVz1AAAAAAAAABaglIBkhE+W8WEkXwGSEHbp35RP3T+zP0/S/vXqY7eAD2PPkNice3y+y5ruRwceFGWdXtd9fa83Ib7zm83J7J5JSpoMoaERd+/+/TzOTin4zJmrdeu6//ijW8WKtrlzS9bWUefXSqEv1BW7SUi+7H4cZZhSLvzphagsxZVKpVz+L7MMGI1G6a/E4bGFd3Y4derUoKCg48ePX79+vXLlyjdu3Fi8eHG8mhQp/g4fj4iI2LVr1759++rXr3/lyhVXV9ccOXJ079590qRJotnZs2f9/f2rV6/u7e09bNiwfv36lSpVavny5UePHvX09Dx9+rQYMTIysmXLlk2bNm3WrNn69euHDBmyZs2ahg0bSgCAD+LUFAAAAAAAALAAAqCRTJj+SQLikP0l9qkEIBEz78bNWfRio0AkJC9x98nm4J5P2jmzSXxrYncFlsmviSQndk8icaaXmNx9fS9MG1Z0bMmzQ08O2Trs6rNr4+qMLpyxkJQUaF+9Crt+PfzWrbArV6zTpcsycqSojHz8+GaHDn83+ufGZtTpfDZter1xo/eGDVYZMhgeHFelyy9Z2UhIvqLTe7tnCTz/24GbvhqNxmAwxD1gid2RObL5nfHNsWe85r1W7BWr+dHZ2TkgIKBevXqZMv3jCwM7duxYunSpaOPt7V2+fPmzZ88mrKlevXps+7Jly4pHd3d3MTR9+vSi7OjoGBIScuTIkePHj0+cONHc7MqVK6VLl+7Ro4c5S7QYKygo6NmzZy1btqxWrdq4ceNEm1atWomehwwZsnbt2nXr1kkAgA/isgUAAAAAAACwAAKgkRyY7x3O2fN8z9WA2BoJiBFz/9jUpZJHlbyuCoXiXyflAmBJLx6FLRl522iIjggRu3Si2ZIlc+BP496Zsno7m/fPH7+i2SS+QTde3JyyZ5rJyFfd8A45PXL0rtLTnC2V/UPi8dj/sXjUG/QFRxU1SaZ2Zdt8711NSiJutm6t8/U1l608PMwF26xZcy1a9HebuMHQglzuUrase40a6rRpo8Ngy/eLmlnA8PSSIn0BCcmU7vwGQ1iArFaHUvZOtra2VlZW4pRG+udXcGO/6PXOp3G/qZtQwqvXqKgolUplLovJRUZGJqyJ2z52kNhDxuvq/PnzhQpFfyHh4cOHGTNm/O6776pWrbpt27aePXvWrVt35MiRZ86c2bFjx++//967d+9r165lypQpderUW7Zssba2FmWDwSABAN6Pk1IAAAAAAADAAgiARjJhNBof+kRYWamq5EshAf+0fP+TV4ERWq2duFP74RvMAL46c8K8KJ0+yE9XqFxqB2crCcmUJlJ/eu/L0JBIrdbmU/fPhMAmaZ+6+sy7hZCIkHuv73es3F4C/unK0yv33zzQaDRiT2JlZcXXZhIJo8n4zP9Z7FOZJHsd/FpKrKL8/Hw2b/bfsyfnggVWqVOLmgx9+hgiI63TpLHLkUNhZ2duJrexcSj07gzWTiVKZOjd2yYmWa/YCA1RUSaH1LqincN/G+rY7Q+JbTJZ0kWG75roW7i3ysZesLOLvt780l+4LVu27B9//NG7d++QkJBDhw6NHTs2Yc1H9jN58uR169bdunWrYsWK165d69q1a//+/UeMGJEzZ86tW7eeOHFi7ty569evb9CgQb58+V69euXm5takSZNevXoNHz5cAgD8P1y0AgAAAAAAABZAADSSg+gbzAaD0WjMksq2TvHUEvBPv595rdVqdTqdUqlUKBSExQCJnHmvLgpFKnh4ZnGQkEwF+mpO730pds5RUVGfun9mN56k/YvVZ94tWKusquf/XgL+KcoQdTTwmDjZE7sRcxJoCYnAE/+nkVGauDV/XNn1IvDlslaLpcRE++LFswUL/HfvFmWbzJl1/v7mAGjXypU/sgebjBkz9O7tVLJk3EqxHYqtUVOqu/7aet35TVZF6ktIdiIOzNLYpY30quEUcxpjmZ3P8OHD+/TpU7du3adPn44dOzZDhgwJaz6mnwEDBvTv379kyZJ37tyZO3duqlSp+vXrN3v27MDAwMjIyAULFmTJkuXPP/9s0qSJ6Pbnn3/OkyePGKthw4a9e/cWjxIA4P/hohUAAAAAAACwAAKgkUwYY0jAu5hMJnOAncFgIP8KkPjFBkDjW2DeP1tbW3/SWOzMvzXiNI/dAj5AbB5ardac/llC4vDgzYOElZeeXm67ssPSloukry0qIEDl6hpdksvDr19P06qVa5UqdtmyfVInKhcXz06d3H/4QaaM/9GKTCZTKBRWtg4RpQfKd4+1yldLsrKRvipj0JuAGW2jHl2zLddAlTGPbaWm/3eUqPuXNBf3OtQfIP0rprDgN4Orppp95r0NdBqfnsVTz78s/TfGEP/glUP1rx7IrG0df+5nlbuU9OUZA59rjy15U32FdQyVSiXW+JeLdfP19TUXnJ2dly1bFndQwppY48aNMxfy589/8OBBc/nmzZvmwsKFC+M2Llq06OrVq+PWJEwmff369YYNG9rb20sAgP+H81IAAAAAAADAAgiARnJg+osEvIfYPIxGIxsJkCSwS/+mmH/D4VNXOsm0vkHsFvABYvPQ6/UcPhKVB28exn2awS1DhRzlymcv5+2ZR/p6TDqd3549b7ZujXz8uPD+/ZJCYe3hke+336R/Jd+2bYp3RYKKg5Q5A7RKpdLm+1l/fknkgdk23//LMOLPRXf/osIldYpR24NXDf/IUfQvHxiC/aVEL3TbTJnazn3cbsObJ37jG6SadkxSfdoXq/6F8J3jQjNUMqX2VqvV5gDoZJ9+vm3btgcOHNgv3jgAgI/ARSsAAAAAAABgAQRAI/kg3AHvE7NtyNhCgCSEN+y3498FLLKFJGn/bo2z0oGk5ZHfY5lMli9d3vLZy5bPUT69azrpa/Pdvv3JtGmG8HCFg0PK2rWNWq3c1lb6DxQfzIOrUChUKpVarY6sMlaxsaF18SZyF0/pS9JeORy+Z7n+1QN1wSoOdfsErxoW9fiGzNrGoXYvZVqv0E1TjKGBIatH/t3+4v6QrdMlo0GVPqdTi7EyG/uIIxvD/pivcEmtypDL4cfuoX/MM0WEhe9dYVe1lfpd6DcAABAASURBVHmUkDWjjCH+mmvHnFuMllnZxB99/6qIk78Zw4KUKdM7d5ghk8UPCDaFBQfO72YIfK1w87Cv2UmVOb+k1wct7Rf18KrM2ta12wK5a+p4ncgdXHR3zoZsmGDSaVVpvZxajJHZOoZunKy9c0YyGe3KN7Yp+7NYXmXKDJJcrkiZQaa2M0aGyb9wALTh6SX97f3+tX+zUattbGysrKzM6Z+Td6zb0qVL4z79/fffPT09PTw80qRJIwEAEuD6BQAAAAAAALCAzxkAzYd6SMiS9//Iq4EP+CqBU+wVkRB7KiCef/em4K2UpLH6kDxwpvdh33t/1//7vi62zuanX+vl0r1+rXn50rFgQVFWOjnZ5cjh/uOPKapXl74w847OnARal7G4Nmu18J3jHJoukL6wqOd3Uk0/bgwLDP19ttzB1X38HmNYgP+Exm79VzvU7RN57k/HZiPNGaCNIf7Ba0a6DVirSJUh/M+lIRsnOf7cP3TLNPdR2+UuqYKXDdTdv+RQs4v2ztnY6Gczk0GfasZxY5Cv/+Sm/xy9X/jhX91H7xBtghb3iTiwyq5yy3izF7ZrkdIzm2v/VQa/F4ELergNWGPShNmVb6xqMzlwfveIk9vsKjZJ0EmLwDld3PqvUqbLETi3S+hvs2yK1tTdv5hi2BaTNjJwfjebsj9be5c19x+ydrRVRm+5o5v0RZlMYduG+OVqrnDxVKvVVlZW5vTP39rRLXfu3L6+vocOHRKP6dKl8/T0FI9fNBiavW4yxskhkiU2bAAAAAAAAMACPlsAtDm40PwL5hIQ8yFvXBLwLTHFIQF/ibtLZMcI/BfsXQF8RbHneOL6V8J7lMpSUjwaDAbpqzAYgk6efLN9e8j583bZsuVctEicejmVKeNctqxkKWKKcrlcpVJZW1uHlx9ivbSM4eklRfoC0pekyuQtKVVy55S6W6ejHl8L37PcXB/1+Hq8llH3Lxn8nr/pV+6vEfPq7p5XeWaXu6QST53aTBSPkUc3J5yEVZYCMrWd/uWpeKPLbB1TDNsScWi9IeBV1NNbChePhONqb550ajpCFBQp0qYYttmk08isbVVZo18TK6+ChjfPEnaivX3GKmsBZfqcoo19rS5By/rb1+xkCHwdOK+bOl8Fp4aDYzuPOLBG/+qBS/dF0hemu7A5KuRNaJU2DjY2cdM/S19AYt7JZI1RokQJvV7//Pnzp0+fHj582MfHxxwJLaRNm/aTOnz9+nXq1KkT1pv3t1xfJ2NiV2kucI2MZIZdFgAAAAAAAGABnycAWnycpwl54HO6rslklPh0DzE3LUwmmUf5M0ql8svdCwQSJ7EP1EUZeq+5b/5aSMzbgb0iJLERVM7t8mPhFGKvGHuLF8C/w6kFgK/FHIG3/syGGy9uEI2XaIXfvKkPCpLkcqvqaaw9HBTbRnil8mpSrJEihmQp4mglJmdlZRWVIkNk4Y7ybUOceuySviSZQhVbTjHiN1WW/KJgeP1YkTK95vzueI2t85Zz7fuLKJjCgk0mQ9STG5L87eHVGOQrU9u9expK1TtH17984De2rsNPPa1yljDpde9+a4gX/68juOH1I7mrh6Syip130dM7OjFExU5RJgo6jdwxhfuYXZoLezTn/gxeOybl5ANyB1cxNPLcLsd6/WRqW+mL0kWG/zn+Tf4eVrYO33L657jExz4ZY0gx33l4FuPo0aOvXr0yR0J7xvi//Sxfvrx48eIVK1aMW2nezQafPu27c2fsRsWONzkR7x3PXr2snJ3NO2dO8pGcsD0DAAAAAAAAFvAZAqDNEX4GfaQu5IaVQyaVdUoJ3zxd+FN95CuNRmNtbU0SaHxrogOg9Yat5/zqlkjtZPPZEu0jqTt+M8DVJqiat4M5ToK9IvBfEPiSpLH6kNSJ69/zj8/7RwTkSptLQqLkXLxU3Kd3Xt/1fxhQL38dcRpmTsxsmTMx87SUSqWYbljJbvrrv+rOb7YqXE/68qxyFAvdPte1xyL98zt+4xumnLg/XgNV1gK6xb11d85beRUMWjVU4eDmULtX8Iv7pogQmbVt8KphVlkLyR3dpCjNO/tPOLpVzuLK1JnsqrY0aSND1o2xzls+4VjW2YtprhxWZckf9fh6wOTmKacfj9dA//JevE6svAoFrxtrigyT2dhrzu9WZSmgu30mfPcyl56LbUrVftO/gjHwtTkA2m3gOunLizw4R2ubVpO9lqM6mjn6WcJfFApFbDC02FU+e/bs+fPnx44de/nyZbq/vC8YWrTcvDk66XjCGOiwBw/CL112r1BBQvJijNK/2rrZrU0bmZ2d+RsjEpCMcNUDAAAAAAAAWMBnywBt/l1Ot0yNnDPUkfDN87kxI+Dh2sjISPPtXu5h4NthzlBl/rHvZuXTpU+hloAYfiE6vV6j1WrNqQf5ZgjwX/D2SdJYfUjSzGd64rFApgLNSjWRkBRsOrPlwv0LGo3GfH0qWVBsEmi1vVNE6QGK3eOt8taQrGykL8zhp+7Ba0b5Dq1hePPEqflouXP8b6rLHd2c200LWTvSGBYkt3dxbjleZuvg2HRk4KI+UU9uqNJlt63YRP/yfvDaMUGL+zi3n/Z/R5cUysgzO/3HNzQG+yrTZjO8eZpwruxrdgpeOypgcjPdwytidClB6LC1d7l4nchdPZyajQxc2FNMSCaTu/RYJLdz1FzaHzirg8H/pU3RGsr0b7+H4Dv4O8ef+1sXqCR9McbA55rjS3yqLVP/Ff0sNqdvPP3zB4hXJkOMUqVKic8Mnz9//uzZsxMnTojHdOnSpU+f3tPTUxTijZUwBlqMK3a5ag+PDG3bS0heDOFhr7ZujoiIUOp05h9K4t2E5ITtGQAAAAAAALCAzxYAbY72A+ISN5jFTUHzzSo+88W3I/Y7IUBcYjeo1+t1Op21tTV5gID/iDcRgK/FfKbHyV6SIz6y0Gq1VlZWYt1Z8gu6cZNA6/I30F9Ypjk8T121r/QFWOcrL/7eTtfWMV7UsrpodfEnCk7NR7+tKVRF/P2jzT9rVJnzpl5wKW4Dx6Yj3tdYcOkyR/qnVLPPxH0qs3Vwbjc1bk3q+ZfNBbuqLd/XibpwNfH3j9loNERKwH38HukLC985PjRdBVNqb3MAtFinfNn7I4l3QfoYUsxe1JwZ+sSJEy9evEibNm26dOnu3LkT2zhuDPTbH53jI8dkTVwji1XMgRXJDxetAAAAAAAAgAV8ttRHfE6NhAwx+LQX3yB2iUgo9uY9mwfw3/HFKgBfERc4SZFYa3q93vxrLZLFKRQKlUqlVqsjq4xVbGxoXbyZzDGVhCTF8PSS/vY+/9q/2cSJfuZHXf4F8YqZg6FLliwpnj6Lcfv27bhtNm/eLF5kc4Ov9baFxYidMx8eIlniAAEAAAAAAABYwGfLAC0BCbBh4NvEDVq8jzkG2mJbSGRkZHBwsHjU6XTipnJUVJQ+RmzBXFapVKKBlZWV6i9WMeIWrK2tnZyc5Al+pvw/Mk9XAj4du9kkjdWHpMu89XKylxTFrjvJ4szxT0qlMvqkK2NxbdZqYTvGODSZKyFJCds2xC9Xc4WLp1qtFufGYm2Kc2OC2/67dDHWrFkTr37t2rXisXjx4hKSu9ijKsdWJDNs0gAAAAAAAIAFfLYM0AA+yZ0HT+q26LFx2bRc2bOIp+ERkZVrtz21Z23ClqFhESMnz5s2ut/xUxe27jowfUx/6Yv5uXWfqaP6PHv+yjyhkZPmdWnb2N3NRQKQiIWGhoa8i0qlcnR0dHJyEnfdzDE3grlga2trLph/kD0qhi6GKISFhYlHrVYb9RfR5tmzZ3Z2ds7OzqJP86NTDAcHB+nfmjNnTr169TJkyCAlNaP6T9+747C57JbCecCYbqXKF3lny82r/1i5cEOl78sc2nN8+7FV0qf4Y/O+CcPe/gq8s6tjtpyZew/tmC5jGvH0zPFLotsHdx5lzJK+cIl8jVrXdnCwGzd4lq2dTa8h7c2j7Nx6YPvG3QvWTfrskeuJAfFGSdo3svo2Hdky8dfJ5rJcJq9btk7fn3udunVmx8kdk9tPjNd41ta5qVzcG1ZoIH0mv+xbHamJbFmtRfXBtQ5O2Svhc2MvlBR9xTgkscGIw7H5S2Xh5YdYLy1jeHpJkb6AhCRCd2FzVMib0CptHGyixaZ/lvBliNc2a9askZGREgAkWRwmAAAAAAAAAAsgABr4asQt8EFjZm5aMcNK9aF3Ynh4xL0HT0QhT65sKVOlkL682Amdu3RDApCY6HQ6Pz+/gIAAf39/8WgwGJ48eWJvb+/4l1SpUnl5eZnLSuVnPsqb46qDgoLEo5iueAwODo6IiBDTcnNzE48p/vKReZ0fPnw4Y8aMli1b5s+fX0pqRkzuXbVWeVF4/eJNm/q9Zy0fmzV7xoTN9vxxePbKcRmzeFasXkb6dDXrVRk0ppsoBAeGbly9ffGsNWNm9L945trIflO79GlZrmrJ4KCQdUu3juk/ffKCYd0HtW3+Q9dqP1TI6e3l6xOwZPbquasmJMvoZ4lkWkgifihZa0SzoaIQHBbcelr7fRcOlMhVzMMllWQpVkrVtA6TJQCJgEwmUygU0V88S5EhslAH+bYhTj12SUgSdJHhu8a9yd/DytZBrVabfyCF9M+f0aZNm8wFGxubXLlyeXt758mTx9bWVtQYjUYJAJImLloBAAAAAAAACyAAGvg6xK3S7FkzpXJ3W7pqc+c2DWPrdVH66fNWXrlxV9xO7diifpmShWYtXvPi1ZtRUxZUKl3UnJj59z8PLVuzJVXKFDm8MvVo31Sj1U2ctfTW3Ydqa+vOrRuUKvZ3IrEpc1cEBAUfP3VxWN8OXlkyTpy5LCg4xNnJcXCvthnSpTl3+fqiXzaHhYaLaQ3u1T5Pzqzmsa7fvCsmVDhf7ldvfHsPnVyjSpkrN+9OGNpTDJo0e1nWTOk9UrtPX7Bq8/LpEoAvKSIiwhzrbCbKWq3WLYarq2u+fPlSpEhhb29vsQhXc1y1p6dn3EqDwRAcHBwaGurn5/f69evr16/7+vra2Nik+Kd3zqS4HajT6RYvXly/fv3y5ctLSVPqtCl/rF9tz/ZDWfu1OnXswsp5vxqMxqzZMnYf1HbT6h1PHj6fMnJet4Fth/WYsP3YqoUzVvu98fd7EyAeG7WqU6NOpfCwyDkTl969/dBabd2qU8Oipd4dC+7k4mAQ/caEgKxduqVdtyY161URZQdHux6D29Wr3Pbxg+cZs3j2G9ll5rjFi36dMm30guYd6num9zh/6srCGauWbpwmJS+EHCFpcbJ3Kpy90Au/F9ce3zBngN5x6o8Ve1alck2ZPW22rj91NjfT6XWdZnatUqhSbCpoTZS23qiGudJnfxPk6+LgUsa79O8ntttYqwc3Gpg+Vfrj144v/GOJ2A9nS5dtQIO+tmrbM7fOLtm1TOxd7dR2uTLk1Omj+izqf3DK3ikbp2dJk7lO6Z9En6V6lDsx68it3Z7BAAAQAElEQVSsrXNfBb4ODg967f+6dbWW+y8e9A32rVq4SsuqzU/fPDNr65z1Q9dIAD4fcxJo849vhJfsqr+xQXdxq1XBOhISPc3heVrbtJrstRzV0czRzxI+H3GZU6FChbx582bNmlWhUEgAkCxw0QoAAAAAAABYAAHQwNc0sn+nH5p0rVyhRNrUKc01y9duDQ4LW7d40t0HT1p3G7pj/fwe7ZveuH1/RL9Ox09dEA3CwiPnLl23bvFkdzeXsdMWnblw9eyl6y7OjpuWTwsMDm3fe2S2rBnFoNhJGKIMezYtNhiNHfuMbt+ibrmSRW7ffdhvxPSNy6cu+WXL8D4d03um3vrHgTlL1i2aPjzuvDWuV2Pt5p3Tx/a3s7GZvXitRqtTKZX7j57u1raJLko/om8nCcBnFRYWZo5yjs3xbDKZ3P6SOXNm8ejg4CAlMgqFwjVGhgwZYiuDg4P9Yjx69Oj8+fO+vr4uLi5x46FF+7idbNy40cfHp379+kn0BmGGLOkO7joWFBAye8LSaYtGpkmXasvancvmrOs2sM2xg2eGjO/pnsottnFQYMikeUNDgsOa1Oxco06lNUu3OLk6Lt04LTgwtG/HUVmyZXBz/3sf/sfmfeJPFJRKRZES+fuN7iLKjx8979yvVWwba7VVgaJ5rl+6lTGLZ8lyhQ/uPj5+yCx9lL5Oo+piaLZcWfoM6yglOyTTStK+wdUXEhF69f7VLj92NC95uCZ8wfZFvwxc4e6UYsK6SWdunxN7P/GyDFgyuGSeErHRz2av/F9O7TAxR7rsLae0efjq4cr+y1buXbXj9B+NKjactGHqgh7zPN3Trj/467ztC1t/13Lihikr+y1TKhRNJ7bMlSHnh+dKo41c0H3uiRunBiwZtHHYemc7px+G12lcsWHO9DmGNB0kAfjcYpNA6x1cwkv2U+yeaJXne8nKRkIiZgrxiTy6yKfaMvVf0c9KpZL0z59Xhw4dJABIdrhoBQAAAAAAACyAAGjga0rh5tKnS8uhY+csmz3afP/00LGzY4Z0EzdTs2fNWLSg97Wbd7JnyRR3lCvXb3tleRviPLRP9G3C+ct/vXDl5pJVm80N7tx96F6iUGz7vLmz29qqIyO1F67c6ND7Rmy9qFk8Y8Sh42f/2HP47sPHWp32fTMpRi9bsvD+I6ft7dQFvXOKp7aS5OzkJQH4D4Ji+Pn5mYOexaNKpTLHOru7u+fMmVMUbGySakCMU4wsWbLE1ogFNIdE37p1SzyGhISEh4fHHeXIkSPBwcEtW7YUr4OU1MgkmVwhv3Xj3tNHL36u2s5cmbdQrnc2LlIin7Xayl3tam1tFaXTXz537erFW2uWbDEPvXfnUdwA6Jr1qgwa083XJ2BU/6mlKxVLlTqFqDTo9XZ2/9g24t5X7T6gTfWSTTfsWWR+6uhk7+idDPfYRB0lad/O6tt+cof4E4WsabPUKl6ztHfpY9dPiKeXH1zNmjaru1P0O3pQ4wHi8fydC6v3rwvXhE9oMzZeJzbWNjnSZRcFV3vXYjmLiVdPjHgt0Ofm45sv/V/9OPxt+tg8GXNffHApd4acTnaO4umPJWtptJoPz17hbNFnjG6Orlk8Mqdx8xBlO7VtWGSYq4Ork72TBOBzi5sEWlewkf7SCs2RBeoqvSUkYmE7xoSmq2BK7W0OgBbrjhTFAICPwUUrAAAAAAAAYAEEQANfh8kkRf+TpLq1quzce3T1hu3mer3BoFK+fWOKgkajizeiuNsq/+sDdL+AILuY+MjNK2bkyZlVFJ4+f+2ZJmXc9irV294cHezO7vvVXH7y7KWor9W4a5niBcuUKJQhfdqNv+2W3q9WtfIbf9ujtrb64fsKEoB/S6PR3Lp1KygoyNfXV61Wu7m5ubq6pk2bNm/evKJsbW0tJV/m2O7s2bObnxoMhpkzZ8Zrc/ny5enTp3fp0iXJvRR3bz7ImCW9KJStXHzCnMGiEBoSbjQY39k4NsJb7MuNxug2yzZNz5Eneh/+4tlrj7QpE47insq199COHRr1K162cGqPFLnz5bh57V7qv1pGRmivX77VomN981NHZwdxoHBxTebBiyTTQpLwQ8laI5oNTVhvpVDK5HJz2T84wDbmdM47U24HG4f5Oxb2rtvzH41VVrFllfwfl2+lvUvP6jxNFILDQ4xGw/l7F42mt3sea6VV3ADouNEX5j2PoPwrho9gPsCSxDtOnAyIU8HIKmMVGxtZF2sic0wlIVEyPL2kv7XHv/ZvNnGin2UxJAAAPoiLVgAAAAAAAMAC5BLiMRpNQSGS7u+oU1N4hPGN/98NtFrjmwAJ+HzGDO62asN286fiRfLnPnT8nCiEhkWcvngtT04vuUIeqf07PXPObJnvP3wqhur1hkmzlm7Zsa9w/tzL1mwxGIx3Hjxp2LZPQGBwwknY2Fh7Zc64amN0DsLN2/f2Hzk9UqN9/OxF9/ZNShTJd+HKjXd+KC+XyzWa6EmXLJL/7v3Ht+89EgUJwL8l3miurq7FihVr06ZN27Zt69SpU758eW9v7zRp0iTv6OeEFApFYGBgvMq0adOWKlXK3t5eSlJuXbv3x5a9VWuWzZnb69rFW9ev3DEajbMnLl2zdPPHjJ6vcJ61y7aKffiDu0/aN+wbGBDyzmaZvdJX/r7M8nnrRLl5+5/nTlm+a9uB0NDwOzcejOw7JX3GtFmzZ5S+JQQeIUnLli77g5cPwyLD9Ab95E3Tth3/XWzSBb0KdKvdddeZ3fdf3P+YTnJlzHX1wZWrD68ZTcYpG6eu2LOykFeBW0/vRGojxNAT10/Fbexo63j76W1ROHj5sE6vkwB8JebYWaVSqVKpFBmLa7NUCds5VkJiFbZtiF+u5goXT7VaLU7XxVoT18ichAAAPgbHCwAAAAAAAMACCIBOwGQ0PnhiOHHI5O/3tiIgxLh/mxSTKc0UHKLf/4fJx08CPp+0Him7tG1kLndq3fD+wyfdBk5o2W1Izw7NxCBnJ0dbG5saDTubGzg52g/u1XbExDmiRqvT161VpW2zeo6O9g3b9Wvaof+Anm1TuLm8cypjBnc9fe5K3Va95i5bP3JAZwd7225tG3fuN7Zh235are75S5+EMdAF8+WsUrfdax8/8ZF9pXLFK5YtZv7s/uS5y/Va80vNwCezsbFJlSqVi4uLUskvMEghIW8jfcWrUbRo0b59+w4ZMqRMmTJSEjGq//RSOX+oUarpwum/DBjdLVPW9M6ujkMm9Jw3aXnTWl2eP3nZslPDj+mnabu6Yh/esXG/Tk0GdB/Qxi2F8/tatujc8NCfx58+epE9d5Yh43qsWrzp+2KNp41ZmD131glzh75vrPOnrrSt30dKdkimlaSx+pzsHAc06D1q1ZifhtfTRWlrl/7RFEPU96zTfcQvoz/mJXJ1cB3dcsSUjdN/Gl736ZvnHWq2FzUdarRtPrlNswkt40U51ylT+/7LB11n97j68Fr6lOk+3PPpm2cajW0qAfgyxCWVXC5XqVTW1ta6CsP0N3Ybnl6SkPjoLm6NCnkTmr+NTYzY9M8SAAAfgaseAAAAAAAAwAJksZ/EiYJerw+N4enp+fFdiBGjoqJC/a76nyjukXewc4Y6UhJnCg4y7F0hM7ySsjVQ5C9gvHXXdH6oVGSs3CO18cw64/2HqvbjJau/f4o6KChgzqzxt25cNRj1Xl4523XsnSFDFukT9e7RsnvPoRkzZZWSBZ8bMwIerpXy3XRxcbG3txd3duXyLxhtbzAYtFpt37UPbOzs+/6UWcIX0Lnf2EE926ZLm1pKgprNuPh9dqlBcXcnJydx6/qL3rc270uDQiPyDrn226Ai6VOopcRkw7bdIybNM5etrFQdW9Tv3Ob/x2iu3rhj4YoNtapV0Gg0Xdo2dn9PkP1nNGn2sqyZ0tetVSVevUarq1yn7fGdq6QkaPj6Ozb64D7VUort0NbWVqVSfePxE507d06RIkWZMmVKlCgRN+uz+bziwU3/hYMfdhxZwDOLg4RkKtBXM6332RrtHfIUTeHo6KhWqz9+/yzOV318fOzs7CywY8fnYjQaxQmbr6+vWN0ODp/w1ha7BZ1Od+LOyTG7x23qsUEC/un3C9sPXj40ptpIZ2dnsVuwsrL6omd6YksWZ0SDtg3JlCZzs1JNPmasKENUlf7f1y1dp1vtzu9scOz6iR0nd0xuPzHhoB7zetcs9n2VwlU+UNN7Qb8zt84cmLpXbfX2zPOn4XU9U3jO7T4rts2FexdH/DLGQW23fuga6SOU610pm6fXkt4LzU/9Qvy/G1C9y4+dWldrKX0mCZf6+uMbs7fOXdx7gfnpmVtnp26esWnY+tgGE9ZNSpsibfOq0QH6lx9cmbF51i8Dln/MtDad2XL61ukRVYZaYCP5GGJDEtewYs8WHh5u3DfW7ukhpx67JCQqusjAKWVf5e1i9K4rTjbEyao431AqlZxvWJjY5Yp3yst167QnTuaZOl36fIZmi//BXY8/97hn+Zwfyi1p1OCHkaNTZc/+8aMEPn9+eP7c2uPfcTgYUyj/sAuXpc9NGxry+4jh9afPvHf0yMVtWxvMmCVZkCE87MxPPzjOneuaKZM4ORQfHoqzeglIFsTu6+XLl+LDDfNn41/93AMAAAAAAABIrshA+Q4yJ2d5vprSyT7Sw2H65/Ukh/SKDEb90SWSu4dMv1vu3Ttu9LOwZvUiFxfX2fNWW1urd/y+Yd7siZOnLZGA5OL5S5/Kddp2aPFzEo1+RjwNalcbNaCLKGg02o59R7tuc25Yu9qHR9mx+8iKeeOyZc4Qm4n8a7FSKWeNHyghWejUqVOePHm4BYh/h2RaAJKQQ5cO586Q67dT2zv90F6p+CLX4HY29seun6hSsJIo33t+P0IbGa/B4ctHmlVu1KB8femjPXvzLCA0wNXBVZT3X9jv5ugmfVbeGXN7uKT6QIOiOYqEhofcfX4vm6eXFBNHvu/i/s3DfxXlrcd/m7d94YdHT8zMSaCVSqWVlVV4yW76Gxt1l36zKvCThERDc2SBVp1Kk71W9De01GqVSvVFv9QNyxt794F4PLVqpd+jR7VGjJK+gBpDh7l8SoIJ4f7xY1lLlZYsSBMW5nPvrih45s3nlNpDAvD5cNEKAAAAAAAAWAAB0O8mz+alv99crliucDxouKqXlUyp8LwhWd0yBqRRpM9sCgqWOTvFNg4LCc2QMXMK9+ibrz/81ChtugyisHzp7Dc+r3x9fZQqVbNmHfLkLej75vXiRdODgwIDA/3rN2hZ5bsfli6aERQUeOHCyc5d3sbziVEG9u/Yb8CYnLnySkDi4Jkm1e3TOyQkO2q1dbtm9WYvXtuwdrWGbfvlzpllz8GTm5ZNO37m0q79RwOCQtKn9RgzqOv6rbsePX02atL8wvlzv3rj23vo5CUzRopxzZ38/uehZWu2pEqZIodXph7tmxpNpunzVl65cVcul3VsUb9MyUJT5q4ICAo+tazD8gAAEABJREFUfurisL4dbKzV85b/qjcacmTNNKhnWztbm9iZuXX34chJ862trTxSpejdqUVs/abf98adGTHdHoMnHt+5asaCVa9e+waGhL5+7du2eb29h076+gVWq1SydZM6J89dnr5g1eblnzM9GL4Eb29vCfi3CJ0HkIT8cXrXT6V/XLNv7ZGrxyoVqCBq9l3Yv+XYVo1OmydT7r4/945tOXvbvCc+Tya3n6CQf0IKTLFLrFigwuHLh80B0Psu7BNPX/i+iG1w6PKR/RcPqK1tbNV2RbMXnvTrVL8Qf3u1Xb8GfTKlzth0QotcGXLuv3Rw7aBfPFw9Yvssn7/84StH65SOjsrdf/FghQLlzfve49eOL/xjicFgyJYu24AGfUVNs0mtUrq4B4cFd/qh4+p9a5VyhV+IX8X8FYLCg68/up7JI+PQJkPEqNM3z3r46tFL/1fl8pbp+3Ova49vmDNAv/B7MXnj9KDQQE/3tPGW64eStf48u8ccAH3kyrF8WfK5OroFh4eIhZ3YZuysrXOkJEssnUKhsLKy0ju4hJfsp/hzvJX395LSWkIiYArxiTyy0KfaUvVf0c9KpVIurnA4/UjWnl64sH/WjChNZMqsXtUHDbZ2cExYY26p12hm16yeLl++wBfPbZ1d6kyYZOviEvL61c7x48J8fa3t7UXjFJmz7Bw75oeRo0V70YkmNNTOxeWHUWNuHdj35PyFOhMnifo/J45PmTVroXp/fzXlwckTP42bEPtUTGj35Emvb99yzZDRZDCKGm1Y6K4J41/dvKlSqyt06Zq1dBlNSMiWAf1CfHycPDxKtWqToXDheLMtk8kXNarvmCp1ZHBwu7Xr90yZ7HP/XtCLFzkqVKg2cPD+WTMDn7/YMXJ4joqVLm7bmqFgIbFQ3w8cLKa1feTw9PkL5KxcOd4UJQAfh6MGAAAAAAAAYAEksEkgSm+4edt45bQsjafhThrJ0VFZPZuUMpu8YCVZukzi7oN+/y+Gu4/jjtG8ZafTp482ql95/NgBp04eKlGyvLleo4mcNHXxoCETpk0dGRYacmD/zsKFS06etmTkqBnz504yt9Hr9St+2VGocHHxmWhoSPDwod179R5O9DMAy8iaKf39R0/N5exZMm1ZOcPe3m7z9r1LZ47eunKmk6P9pt/3dGrVIEP6tOOH9ujVqblHSvfpY/vHRj+HhUfOXbpu2ewxS2aMjIzUnLlwdfnarcFhYesWTxrer9PAMTMCgkJEM0OUYc+mxTmyZR0/c8mUUX02L5+e0yvznCXr4s7JlDkrurVrvGr++NLFCm39Y7+5MjQsIt7MxB0lUqsT0x3Ys+246YuG9G63Yu6Ylb9u10Xpc2XLOqJvJwlAskYyrSSN1YdvSkCI/5WHV8vkKfVdkaq/Hf/dXDlh/aQ53Wat7L8syqB/5vtcFmPD4Y23nt2a1G78J0U/mxXLUfTC3Ys6vU6Uj984WTxnsbhDK+QvV7FAxWaVm9QqXmPEL6PK5C21asDyigUrjvhltLlBNs9s64esiY1+NqtcsNLhy4dFwS/E38bKxtbKVrx5A0IDJm2YOrHt+PVD1+RIl23e9oWiwePXj/vX7zuj01RRfvTq0bROk38ZsHzZnyuK5iiyZtAvgSFBl+5dunL/ijZKu7jX/F+HrD5359zVh9diJzRw6dB21VuLUYwJ9g0/lqy159zbM8Dd53bXLF5DFJzsHGd3nfnZM1JbWNwk0PKCjfTWbpGHF0hIHMJ2jg1NV96U2tscAC3WkULxye9KJC2RwcEb+/SsOXR4+w2b9TrdkUWLEtbEbR/w9Enh+g3a/7rJycPj4tYtombrkEHZy5Zrt35DripVtw0ZHNty/8zppVu3bbN6rVfZso/PnfX+vsbtwwf1Go3RYLi1f594GttSr9XqNBq1g0NszcF5c1zSebZd92v6AgV0EeGi5ujixXaurp22bGs8d/6+6dPC3rw5tWplyqxenbb+VmPosINzZ79ztn3u3KkxeEjjOXOfXLwQpdW0WvFL5y1bH5458+zSpco9erp4pq018u3hwPv76jf27BZ7ezF7d48czlW5SsIpSgA+Dlc9AAAAAAAAgAWQAToBufh4UjJePSS3uarwkkmaSCljGcmuYPRrZb1HkeKQwTm7smCeuGOkSZtu1pxVz548unDx1Lq1S3ft3DJ91kpRX6JUBXE709nZNXNmr9u3rzVs3Ob+3Vvr1y4NDgrU6/XiXoJokzOXt9omJgeqyTR1yvD06TN75yskAYBlyCSF4u03YfLlzpbKPTqO5Jd5437bdcDnjf/t+49SpfxQZMmV67e9smR0d3MR5aF9OojH2YvXjhnSTSaTZc+asWhB72s374jKvLmz29qqn1y+8ejpiyp125nHLZQvd2w/Gq3u2q27pYuLPa1Uq1o58Thp9jLx6GBv+4GZKVwgugdXFyevzBnTpE4Z3d7ONiw8wtXZ0dnJSwKQrJFMK0lj9eGbsuP0ztJ5Sqqt1N8Vqjpzy+w3Qb4pnd1zZ8jdY27vMt6lahWvkc7d87HPk6sPr+2/eHBFv6VKxb+5SFfIZcVyFj9766ybU4osaTIrFIp3xtyERYbde/FgQY8fRblu6Z/m/z4/QhMhynkze6dyThmvce4MOR69fhyuCd99dk/FguWf+jwXlTcf33zp/+rH4XXMbfJkjD4fc7R1yJQ6oyjcfXE/T6bcNlbRV7i2atuSuUuIgruLe2hESJXCVdKlSvfLvtUhYaEBoYEancbcQ1BYkF+wr7mfxhUbzNk2L+48pE2RNq172kv3L2f2yHz90Y0JbcdJyYtYUyqVSq1WR1YZq9jYSF20kcwxlYSvyvD0kv7Gbv/av9nEiX42f0tBQvL15OKF9AULpcyWTZTLtG2/feSw9IUKxauJ217t4JCpWHFRcM+SNczXVxsa8vr2nRZLV4iaQj/X3zdzui4szNwyQ6HCO8eNyVW1arp8+TMWKSre89nLlb+5f5+1vb3o38rOLrbPZ5cvpcuXL+5U7h8/3nDmbFEoWLfenxPHi8Ljc2efXDh/dNFCc4NXt289OHWq2oDon5Vz8kjTauWq24cOJpjtTnZubikyZxE1jqk93DJkOLF8WWRwcLi/v16rifc62KVIkTpbdjEVY1RUBjF79vYJp+iVMqUE4CNw4AAAAAAAAAAsgAzQCSiUilzZlT92NmiLSWEvZY4pJGtPSZlRUmaWRUQZHljLUhaQlP/I/TNkYGetVpMuQ6afajdesWq7v5/vG59X8XoVd59nTh+9atWCLFlzVK5aSy6Xm6ToG9JKpSq2zU91Gr958+rMqaMSAFjEjdv3s2XJZC4rVdHRNo+evqhct51ebyiUP1epogU+nK5GoVDI/7qd4xcQFBmp1RsMKuXbqB1R0Gii0xCqVG9rKpcrcfv0DvF3Zu/6uZP/zomlVChiY300Gq1/YLC5/OGZUf2Vhk2pJB8b8M0hmRaApGL7qZ27z+0t1KlY1YHfG4yGzUejE4XO7jqjWdUmD14+7Dm/z5lbZ6Xo0yHloEYDpmyc/i/2b6aYcSoXqnjoypF9Fw5ULljpfS31Br1SrjCH44hHhVypidKYp/6OPk1S5YKVD185eujy4Yr5KsQOKu1d+sKCM+Lv4NR9MztPixn976taVZyulHFSWf9xemenmV3TuKQu7V0ya5rMcRfTaDSaC9Yq64TzXLN49T3n9+27sL9q4cqqOBNKBswxtUrxoYBKpchYXJupcsSfEyV8bWHbhvjlaq5w8VSr1dbW1mLtiA9wCGJL9oxRUfK/LjAVKmVUpCZhTdz2Smu1uSC2DZPYixmM4oL6772rUqnX6cwNSrdtV2fCJKNev3P82MML5oua/D/8eGPvnmu7dhb48ae4fd4/fjxryVLxZsxkit5DijlRqt9OsdPW38befSD+eu8/lLV0GYVKJZO//XQ34MmTd862aGOuubL991/atnZOk8arTNmU2bzeecTxrlnr+p+7buzbKwrvnKIE4ONw0QoAAAAAAABYAAHQ7yLuWMjkstTpTGFqU2SwFHpdCjsnRT2QrGXyjGGG0+sNN+/FbW5rZz9vzsTAQH9xy+P8uRMKhcLNzV3UXzh3QjxGhIc9ffooT578D+7fqV2nSdFipZ8/e6zXR8X/CFQmK1iwWM9ew+bNnaRNkIIFAD47v4CgOUvW/VS9QtzKR0+eZ8mYrkHtavlyZz9x9lK8uzXi3r9Go419mjNb5vsPn4aGRej1hkmzlm7Zsa9I/tyHjp8Tg0Tl6YvX8uT8OxNz7lxel67evHz9tthVTpy1dMmqLbGDlEqF6OrClZuivGn73rFTF37MzAD4lhGH9OVo9REH7/6y/drMP67N/u3q9G1XpsT723p5yol729knAx/j6ZtngaEBJ2cfM0cMj2458vcT2yO0ET+PblggS/6hTQdXzF/+4auHYp+WK0POemXr2FjbrD+0QfpXiucsevH+5TO3zpjzLr+Ts72zs4Pz9cfXRfnqw2u2ahtXB9cP9Fm5UMUtx7baqW2d7J3MNbky5rr64IoY12gyTtk4dcWeldLHufPsbuWCFasUriLm4caTWyaZKXaWPNw8bj+L/tmQEzdOJhyxSsHKYqEOXjr0Q4laUrIjVr04wVapVNbW1rpKw3XXdhpe3pDw9egu/RYV8iY0fxubGLHpnyUkd5758j29dNGctvn2gQPp8udPWPOB0W2cnW1dXJ9fvSLKzy5dtLazt3V9u3dd372rXqet2K1Hhc5d/R4+EDWZS5byuXPn1a2bmf8Z7vz82lXP/AXi1mQrW+7O4UPRg65eCffzE4WMhYscW7LYaDCIHhbWrxvu75+xcOH7x4+LQa9v3VrSpFFa77wfmG0x0dxVq+Wu9r2dq8vzK1ckk0muUERFRsZtk7NipYenTz84ccIrJtY54RQlAB+HwwcAAAAAAABgAf/m13WTOaPR9PiZ/uwBuf6ilLqg6ep1ye+oMeKoIqun8fkb0xtHVa2OsnQZ447Rq/fwGdNHN2v0vclk9EyXcfio6cqY3CparXbooK4BAX5t2/W0sbVr0qz9lk2r169dKj79TJM2/asXz/4x3ZgMWzlz5ytUuPjK5fM6dOojIYHIyEhxD1ICEoHHjx9nyJAhKd7M2LBtt/hTq61zZ89SoUzRurWqxB1askj+vYdOtus10s8/0CtT+hcvfOIOLZgvZ5W67Q7/viJ1qhTiqZOj/eBebUdMnHPj9sPsXplEV7qoqEmzl3UbOOGlz5ueHZql9fj7t3FdnR0nDOs5efbyoOBQF2fHIb07xO15WL+OC5dvmDp3ZXhExJyJg3/d9uf/nZn3OXnu8vQFqzYvny4BSL6Ivv1yIqNCzzz6zcPOSxzjngbfcFKn1OrDQ3R+sQ2sFLZ3DNeKZvpOpbSW/pX3rb7nD8I8s9hLQOLwWS49zt05/0OJWtYqK/PT7wpXmfvbvLO3z7f4rvmIVWMCQvyd7Bx7/9xLNDeOsOEAABAASURBVDO/L4Y3HdJ8cquqhaukcHSL7WTgsqHiz1zeNnLTO2uk6NTLqryZ8hpN+g+nSR7feszincvCIsMCQgPHtxkrfVDuDLl8At7UqtEqtsbVwXV0yxFTNk4PDg9ytncZ1GiA9HHqlqkzffOMjjM7i+l6Z8zz/M2L1G6pzYNGNh/ed/EAV3sXufwdp9a2atu8mbyfvHmaNW1WKTmKTharUFhZWUWlyBBZsK182xCnLr9J+Cr02vBd497k72pl66BWq8VKIf3zt8MxVerqg4duHTIoMjhYJpc3mD7Txtk5Xs2He6g3ecrhhQs0oaERAQH1pkyNrS/Tpu2pVb9EhoToNZofRo2WYt71OatUUShVcTet4Fcv7VOkiLexle/cZWWrFncOHxZl+xTRqRbKtm+/e8rkxQ1+9n30sNbwkfbu7iVbttozdcqaju2fXblcd8JkJw+PD8x24foNdk+auLJNy3D/gPQFCgY8e5axSFErW9tZ339XfdDb32iysrNL6+1tbWtrzhudcIoSgI/DRSsAAAAAAABgAbLYT+JEQa/Xh8bw9PT8+C7EiFFRUaF+V/1PFPfIO9g5Qx0pSTPoTS/eSDKNZG1rDPQ37Zkg8/7OGGySR241pWopPT0gqb2UDbv/326WL52dwj3VDz82kL5JPjdmBDxcK+W76eLiYm9vb21tLZd/hnTjAwcOrFOnTtGiRePVGwwGrVbbd+0DGzv7vj9llr6w0LCIkZPnTRvd72Mab9mxz8nRvnK5EtKnCA4Jq9eq174tS6QvZuSkeV3aNnZ3c5E+q0mzl2XNlL5G1XKV67Q9vnPVv1v8z67ZjIvfZ5caFHd3cnKysbH5LEm8Fi5cGBYW1qRJEw8Pj7j15n1pUGhE3iHXfhtUJH0KtQTEGL7+jo0+uE+1lGI7tLW1ValUxFK8k/m84sFN/4WDH3YcWcAzi4P0WdWr3O5VTDC9UqlInzFt1ZrlmnX4OWGzsLCIqSPmj5zWV/ryNJG6tvV7te7SqGK10uaa8UNnOzs7du7bUvpEOm1UjVJNfzu80s4+OmivftX2ufPnGDG5tyifOnZhy5o/pi4a8TH9rF/5myZC06pzQ+lLCvTVTOt9tkZ7hzxFUzg6OqrV6o/fP4vzVR8fHzs7u3+3Y8+WLduuXbuyZn0bSydOLebPn58nT55MmTK9evUqYfuyZcuaGyQctHz58jZt2pjL7u7uBQoUmDt3rpdXdP77vXv3jh079sqVK7ly5apcuXLfvn3F3LZq1crBwWH27NnmUVauXLl48eLjx49//JlSSEhIx44d161b95HtO3XqNGLECGdn5/ctXbFixdauXRv7agRH+iw+1s3dNmN2txIHH68s6FHttt/JAM1L81CZJPdOWfHem5t9v19ipfi0Y5zRaBQnbL6+vmJ1ixchYYNRrc5nL+D8Y5tMNnaKuPVit6DT6U7cOTlm97hNPf5lctwPK9Wj3I6x22JT4WqitNUH1zo4ZW/ClrO2zk3l4t6wwked5PeY17tp5cZFshfuNLtr44qNyuQpJX1W1x9fP3r1eOcfOn5M49vP7jQZ37xt9dadar39DtLuc3uGLB++ot/SvJm9pc8k4evzy77VkZrIjrXaS1/M7xe2H7x8aEy1kWI7F7sFKyurz3KEFZcedevWLVKkSNxKsTWKLVmj0QzaNiRTmszNSjWRkBRsOrPl9K3TI6oM/bwbyeciNipxBREZGRke6Gu7pIxjreGqfMkw3XXipzkwK+jyvpe1fhHHKfMJhthUCID+usS7Q5wDvFy3TnviZJ6pyec7rms6tq8xZJhLunTSt80QHnbmpx8c5851zZRJnByKDw/FWb0EJAti9/Xy5Uvx4Yb5s/HEdu4BAAAAAAAAJBufISY1uVEoZenTyNJllqVMbbz9SirUUVGuiapKPf2TYsqKPynrTTZEOBmu3ZXwNYSEhKxcuXLmzJnvDN+xmPDwiHsPnnxk46s372p1einxOXfpC/62spVKOWv8QCkRL/5n8fDhw3Hjxm3btk3ckZUAJB2b9y05cWv7wctbhk3qvW3j7vt3HidsEx4W8eDex+7q/yO1jdXgsT3mTlkRHhb989Onjl24fe1+u+5NpU9nZa3KWyDnrZgTlZfPfFKkcrty7rr52243Lt8pVCKflFx8iWRa4p705s2bpU/Xpk0bU4xbt24VK1Zs6NDotKyHDx9u3Lhxy5Ytnzx5smbNmjdv3jRr1kzUi9MYceA4f/68KIs74qLx6tWrP+l7YuJ06Pr16x/f/siRI9InLl2UUfci9HakPjRfqip6oz5A8/d5l4OV6xfMZGaSTu32Gd/h4pXjX/nX1a2UqmkdJkuJ3uPXTwJDAxPWP/N97hfyjtcwhaPbocuHY58euHjQLU6a4c+iTpmfKuQvLyUL4r22YsUK8Z719fWVgC8pNgm0tYNLRKl+4TvHSHqtBMsyhfhEHprnU6y/OoZKpVIqlUQ/47MLfP58aLYsqbyyEf0MJHtkgAYAAAAAAAAsQCnh/RRF8snTxPy2o52tVaPm0QV7G+vWLUxv/n9MRuu2/z9LNP6du3fvjhs3rmLFijVr1hQ3iSWLm7V4zYtXb0ZNWTCiX6elq7fs2n9MJpd9X7F022Z1b9y+36nf2D0bF2l02gZt+vbo0OzIyfOXr99JkzpFAe+csT1cvHpr9uI1kZHarJnTD+zRVtxa/aFJ13y5sz1/+cbF2XHc0O5yWXQglPigvHKdtivmjEvvmTo4JKx+6z67Ny2Mvf86cdayY6cupPf0qFyueN1aVRq27Zc7Z5Y9B09uWjbt/sOn85b/qjcacmTNNKhnWztbm02/7921/2hAUEj6tB5jBnXdte/oqze+vYdOXjJj5LmL1+M1nrd0/YUrNw1GY51alX+sViF2tmcsWPXy9ZvXb/zFreBObRoUyZ9HF6WfPm/llRt3xX3hji3qlylZyNxS1PcYPHHm+AGxi++VOePEWUtv3X2otrbu3LpBqWIFpGTBaDTu27fv/PnzDRs29Pb+bNkTAViAQiF3dHYw6A0mo1E8XbN0y4E/j8nl8grflWratu7S2Wtfv3wzdfTCDj2btarTc/P+6JT85rzIDVr82LHxgJSp3IKDQwsVz+f3xt/vTYB4bNSqTo06lWL7j9LpF0z/5eaVO+IY0bxj/RJlCi2csfp9jXPly1bxu9IrF/zaqnPDmWMXj501UGWl/GPzvp1b9+sN+jKVSjRvX+/YgTNH9p8aOqGnaD+w67j6zX6IjNTs2LT38cNnZSoW69Kvlbmr/IVz37hyp3CJfBfOXC1aMv+lc9dvXbufK6/XtUu3OvdpmXCu5k9dGRQYfPrYxd5DO9g72K9evFHcpbW1s8meO4vo7fDek9s37dFodLnyeHUd0FpKNL5ENJJOp6tXr96rV68eP37ct29fHx+fAgUKnD59+uzZs2LovHnzxBmIv7//zJkzy5cv/84e3NzcDDFEedKkSaNHj27dOvpFc3Z2njVrVsaMGW/fvp0jR45FixZ179795MmTnTt3HjJkSJYsWWJ72LNnz7Rp08zJDlu0aGHOLb08RlRUVO3atQcOHDhs2DAxh126dBGzNHny5A0bNojt9ueff+7fv78Yffr06eLF8fPzK1u2rOhqwYIFz549Ewepbdu2mZfu2LFj48ePDw4OFmOJuSpUqFDCBdEaIhys3BRyZdG0tS6/3mevcg6Lehtl62KTxi/ymfQlhQTolo+/nb2Ac8PuWV1TWUtfg04f1WdR/4NT9raY1DpH+uw3H98ySaaBjfrlyZjnrwa6TjO7VilUqWGFBst3r9x9bo84eatauErrai3F0F8Pbdh9bq+92t7/n1HImiht3RH182TO89L3hYuD86gWI1wcXOIOypkh+5sgP+9MeXrV7a5UKC8/uDJn2zyNTpM1TZZ+DfrY29gv2LHo4r1LBqOhdumfKuWvsGLPqrCIUC9Pr/rl6sWd0NZjv2VJk6lm8RpxK2WSLKVzSvHmeen/Mo1bGtGtT5Cvh2tq89Dj144v/GOJ2Hqzpcs2oEF08vtmk1qldHEPDgsulqPYq8DXweFBr/1fiwXcf/Ggb7CvWNiWVZu/Dnw9beOMwLAgsaStvmvxQ8laYtLmDNBnbp1dsmuZOJu1U9vlypBTSrLEG3/MmDFVY3yVSw98C8R+W+yTlUql2MZ0BRrpL66IPLLIphIfKVhUxJ8TQtOVN6X2NgdAi3VBJlp8CS6enmPvPpAAfAOS8VdoiO0GAAAAAACAZXzMh2wEQH/I2+jnGLIMaf8up/zMmdLwqYxG4/79+y9evFivXr38+fNLltWjfdMbt++P6Nfp+OmLp85dWb1ggrhXPXz8nP1HT1cuW7xmlbKzl6x54xfQqVWDGlXKnL14tWjBvHGjn4OCw/oOn7pw+nCvTOkHjJy+ZPXmzq0bPn3+asygrsUK5R09deG2nQfq1qwixbyHf/i+ws59R0RXO3Yfrl61TOy7+vT5q3fvP966apZKqWjSYWClsiVEZfYsmdo3/1mlUo2fuWTxjJHp0qZeu2nnnCXrurRptHn73nWLoxMZjpg0b9Pve9o1r7d2887pY/tHaLTxGteoXObyjTvL54zRaLSDxsyMGwAtRERql88eExIW3qT9gA3Lpq7fuis4LGzd4kl3Hzxp3W3ojvXz4zYunC93uZKFzYs/Y+FqF2fHTcunBQaHtu89MlvWjO5uLlJyERgYuGDBgjx58jRp0sTR0VECkLjVq9LOXEiZ2q15+5+9cmY+c/zS+VNX5q2K3p9PHD732IEzbbs3uX39ft/hHUNDwhP28ODu4zEzBtjYqreu3xUUGDJp3tCQ4LAmNTvHjWlev3xrWGjYgnWTHtx70rPVsDU75onK9zUW2nZr0rFxPz/fwBp1q3jlyHTl/I3N63bOXTVeDOrUeIBXzkzvXBYxJ+t2LRAdxtbkL+a9etEmUbhw6kqdpjUUcvmFU5ez5cr87NEL8SgGJZyrqCjDr38u8vcPGNxl/Py1k+RyecdG/cwB0NNGL9x6aLlKpZw5fsmLZ6/TpkstfW6RYYY3zyODlQqFXCeTKT7yJnF4eHhQUJRarbGzU1hbR31Sgkb3tGrx6OXl9b4G5mBi8diuXbvYyqxZs4pd/bJly2bPnh0vAHpZDFEQh+DKlSsvXrxYlG/fvj1lypTYNmq1Wox18uTJHDlyVK9efePGja1bt9bpdJ06dYo39bt37164cMHBwaFWrVpZsmRRKBRz5849fPiwGFS6dGlx2jNmzBjRYN68eXv37hWnQ0eOHBHTFbP6+++/i6ncvHnz3Llz7u7uhQsXPn/+fOfOncXov/76q42Njbn/iRMninEzZ868cuXKESNG/PHHH+98EbSG8PsB59M75nkUdEVn0MTW21u5PA66Ikm2AT7aUN9PS1Aqzt+ioqKCgjS2tnI7u3fcMtfrjLHlO5eCJnS8WL1Z+vI/pZW+auSAs73z6kFi6+noAAAQAElEQVQr/zy7Z/Efy2Z3nSG2NHG/f8CSwSXzlGhYocHxGydP3zq7st8yhUI5ctWYA5cOWSmVZ2+fX9pn0ePXjxuNaxavt9eBr0eWGVYke+FxaydsP7WjRdXmcQdNaDs2b2bvub/NX7preaMKDQYsHjSv++wsabIMWj5s6Z8rKhescPXRtSW9F2p0mqErhtcqXqPVd82vPLgaL/r5wyoXqrjn/L5W37U4eOlwxQLlD106LCoDQgMmbZi6oMc8T/e06w/+Om/7wi4/dBTzP7XDJFtrm18PbdJoIxd0n3vixqkBSwZtHLbe2c7ph+F1GldsuPP0n+J1qF3qpyc+TxqPa/ZDyVrmqfgHB0zcMEW8LOKd3XRiyyQdAC3o9fpdu3adOnWqYcOG4nxPAr4MscMX+3OxJ4+sMlaxqYm6eBOZHZ88WIjh5Q3dtV3+tbfZxIl+lsWQAAD4V5JrlLD554/ExR1h0AAAAAAAAPhyYoNA/u/NGgKg8QVdunQpPDw8IiJCr9d//Eeibm5u/v4f9bvnAQEBixcv/vHHHytXrix9DWcvXT9x9lKhivXNT1OnSlG5bPFu7Zr80LRr5gzpateo9M6xLl27WSBvjmyZM4hym6Z1Rk5eILWWHB3sihXKK2qyZEjnG/D3T5nXqVG5Q+9R0QHQew5PHd03tv70haulSxS0tlKJ8volb3+iPV/ubKnc3Y6dvPDo6Ysqdd/GbBXKl9vB3vaXeeN+23XA543/7fuPUsWJ4L9x8168xu2a13vt4zdw9IzSxQv17Bg/aqdS2eIqldLNxSm7V8ZrN+8eOnZ2zJBuYkeTPWvGogW9r928I73H+UvXL1y5uWTVZvPTO3cfupcoJFnQq1evDhy4GhkZqdPpzLk5P5K9vX1YWFjC+pcvX8aruX79+sSJE8ePHy8BSNw271vi4Zlqy9qd+3cdrVKjrKi5dO7auZOXqxRuYG6QMnWKbLmzfKAHF1enDJnffjOqSIl81mord7WrtbVVlE6vsnp7cnX88LmBY6L3kFmzZSxQ1PvmtbsfaCyobaxad2k0b+qKYROjczwfP3T2h5+r2tvbivKP9b+7fPZ6nvw5Es5Jjjxe0bvlFM6xNTnzeN2/+1gcdq9fuTNiah+VUrlk9pqCxfLmLZRLzMw75yp33my2dupzJ5/k8PZycLQTNd/XrqTVRMe25vT2GtR1XImyhb+rVf5LRD8LT++F3r8aGvRaHhEi6XWS9OVjXet3ySoe7927lzVrVnNN0aJFY4eK3buPj8/PP/8syr169WrZsqW5vkKF6G8ElSxZcvny5fE6bNOmzdKlS8WITZo0Eaclnp6eUnRYeZSDg0PcZnHPhaZPn+7u7i7mIeHsVapUSZwLiUKNGjX2798vDlvt2rUzf7umffv2hw8fjo2/FOV9+/bFTiVdunRly5YVy5I6dfSayp49e1BQUML+d+7c+ccff6xdu/batWvisCi9h86g9Y14EqT18Y98rjfpZJJMrbQ3GPVySaE3Rskl6cx+n31rX0uflemfq1+nNf629PH1swFdJ3zNkNNy+aL3ElnSZA6JDJFi1uPq/evCNeET2owVT8/fuXDh7oUyvd5+YSy1SypNlKa0dymlQpk1bdYSuYrF683G2qZI9sKikNkjk19wQNxBqV1S580c/WsSlQtVmrh+co70OfJnzSc6ETWtv2sxZvW45pUbvw7wGbJ8WKncpbr/1PWdcyuG7j6311we8cvojrXat6veJm6DKgUrD1gyuNV3LfZe2Ne/QV9zAPTNxzdf+r/6cXgdc5s8GXOLR0dbh0ypM5prCmeLPm1zc3TN4pE5jZuHKNupbcMiw9p83+rm01tLdi0LDA3S6aMMxrenWBcfXMqdIaeTXfR2+2PJWhqtRvrCxDvuzJkz4tJDbNXiTO/jLz1SpEjh5+f3MS3NX3hr0KBB6dKlJeBzM392o1QqVSqVLmNxXaaKEX+Mt2swTYJFhG4d7JermcLFU61WW1tbi7XwSd+tAgAgoWR5HDGHPt+9e1ccLi0WAG3+Duo38hj7Or+znKiY5/l95W9qfSVyrKmksqbMvqn1ZV401lRSXFNJdH19I/s61lRSXF8Jy4lK3L1cwnrWVOLxja+pJLS+WFNJZU2ZxV1fCcvf1Pr6KsQNX0dHR/EZlLh3Jv2/j9oIgMYXlD9/fmdnZ3t7e7E5ituHHznWB95CXbv+I9TD1dXVnAH6k+JZP68BPdq0avSTKPi88XdytBeFKL3eSqW6efdBUHCYs5O9udnDJ8+rN4hO8Vi8cN4m9Woo5W9/S1epUmq00RFmsT+oLRZdfJAc23+6tKlTuLnsOXjCykolyrH1KsXfOTJfvn6Tyj2FuTdzTeVyJeZOGiwKwSFhRpPx0dMXzToN6ta2caH8ubRRUfEOqPEauzg5blw27eDxswePnZ40a+n2dXNFjfROJpPeYFAp305UFDQanfR+m1fMyJMzOojn6fPXnmlSSpaVOnXqisW9nZycxC1thULx33fTixcvvnr1atyaPHnyNGzYUAKQRNRtUuP6lTvL5q3vNaS9eNptYJuGLX4UhTev/R2dHIKDQ962i7O3MOjfHm7iBi6rVKq3DWXRCW5j6/V6vVL5995eG7OHfF9jMycXR2dnR/MR02AwKv/awSqtlFqt7h9zYjDG9hyvEzHRbDkz7915NE++7GJflz13liePXty4cqdw8XzvmyvlX4sTO0vW1lbmAOhJ84eeP3XlyP7Tq5dsGjqhd+ESeaXPLb2XQ4ZsjtZKe4Vc9YkZoIPELt3Ozs58mvHxO3ZzBuj3EV3FHpRjC7Hl912XCmnSpJk7d26JEiWqV6+eLl264sWLnzt3LkOGDOahERERJ0+eHDJkiPmpOIcRB6OUKf/P0VBMS6yy2M1GzING849A0unTp/fq1UsUXrx4Ifo8evRonDMKWcJtTPRWoECBatWqff/999myZVu0aNH7Jm006cOjgrbfna6QqVRy65R2mQqk+u6Sz54wXYDOEKGWnIpVTpUrXyrpU/yVATpIrDVbW9uEDX6ZeDskKCpuTYEyKep0yCR9VSp59Osvk2Qm49tV750pt4ONw/wdC3vXjf66Qo/a3ZpXbSoKPoE+TnZOs7bNjd1IrFXW8XqzUsVZQSbj+yYqeogyRMnlf+0EFEqNXuvq6LZu8KrDl48evnJ42uYZm4f/mnDEca3HiL9ZW+dmSZOpZvEa/+hT9CqZ0rh5iEk/fPUoMDTQHMpsVtq79KzO0aGWweEhxpg4ZqVCFTtUqXi731D8VTAbtXqsf7Bf/XL13JxSbD22Le67I3bprJVWFgiAFm+TokWLijM9sXWJd8HH7xA+/tLDxcXFnAE64TsL+CzEpiiOQWJjFse18IrDrZaWVZdprUiTW8IXFnV5uz7wRWjFBQ420WLTP0sAAPwHpuSYIFkslPgcXhwrYy91AQAAAAAAgM/O399fo9HIYsRGzrzPx8akAv+C+Q7upxL3Gt83KLZnUa5cufLw4cPz588vWZxcIY+MiVoumj/3lu17/QODQ0LD2/ceeer8FVE5YeaS2jUq1axadtr8FeZZ1Wp1mTN43j69Q/ytnDsub+7sF6/fCo+Izrl46NjZfLmzfXhytb4rP2HW0h+qVYhbWSh/7pNnL4uCmHj7XiPvP3wSOyh3Lq9LV29evn7baDROnLV0yaotj548z5IxXYPa1fLlzn7i7CXz5+9ixjQabcLGF67cHDJ+Vo0qZaaN7ufq4vTGLzDudI+fuSAeQ8MiHj56lj9vriL5cx86fs5cc/ritTw5veK/VjGLLwqF8+detmaLwWC88+BJw7Z9AgKDJcuS/UX+mcTt3MXFpVOnTp07d3Z1dZUAJB1tuzXesXnvy2c++Yvk+WPz3kD/4NDQ8L4dRl04fUUciswRwDY26pDgUJ/XfmIPdnT/6Y/vPH/hPCeORO8hw8IiLp29mjNPVulT5C+c+2TM6GKnffzg2Zx5szk62t+79VA8ff3S9/rl2x8Yt2AR79/W7SpUIjriWeyv8hbMdXD38ULF8354rvIVyn33xoOI8Og4xdPHL4pHTaSuZe0e3gVy9R3esWzlEk8ePpO+ABt7RUpPm3TZ7DLnccya92P/MuexT+ulSp9DLQriqVc+p4//c05h/YH5SZUqlTgVuXHjhijv2rVL+hS5c+du2LDhyJEjRXnw4MF9+/b95ZdfgoODL1682KhRo+zZs+fN+/8jyA8fPmyOct69e3eNGjXKli27c+dOKWZL2L59e9GiRcXsRUREiJpy5cotXbrU19dXTKJ69eoHDhx4Z4eifWymZzHi3bt3R48eXbFixWPHjn3glrxcFh3nmtouaynP+llcCmd1KXLZZ09m5wL+mhem6EzNkmsq60962c1/WbwdxFrLlNvunatVafX34TV1etuuE/K0HJTd0dVKSkzEuURBrwLdanfddWb3/Rf3C2UruPX4toAQ/5CI0M6zu5++dbZs3tJHrx0XLSM0ERfuX/r4nl8Hvn7w8qEoHLt2vGy+Mnkze195cEV0ImoOXzninTHPpfuXR6wc9X3R7ya1m+Bs7+wX7C9Wk1anlT5R5QIVx62dULFA+diaXBlzXX1w5erDa0aTccrGqSv2rPzIru48u9O4YqPS3qUfv34SZYgybxtCIa8Ct57eidRGz/yJ66cki/hylx7iolq8xUaMGOHt7S0BX5LYjMU2aSWkyBBZsG34b0MlfGl6bdjOMW/yd7WydVCr1eK1J/0zvgqTJlJ7/njguuUR508Z4/xGh0mnjbp1OWjDytCDfxojIyQASUfyO5SYYnzSz60AAAAkG2H6yHVPD+qNXy0pGwAAwLdGq9VGRUUZjcb/+2EUGaCR9GTLlq1BgwYeHh7SV+Ls5GhrY1OjYeedv87/6f7jDn1G+fj4Va1YskLpogeOnr7/6NnYwd3FO/DHpt3PXbrunTPbiElzlUrFD9XKm0dP5e42qEfboeNmB4eESXLZ9NH9Pjy56lXKTJy1VDzGrSxeOO/VG3e6Dhh//tL1Fo1+zO71d3JEV2fHCcN6Tp69PCg41MXZcUjvDkqFfO+hk+16jfTzD/TKlP7FCx/RrGC+nFXqtjv8+4p4jW3U1kdPXeg7Ysqr137VKpbOnuUf+Tw02qgOvUf7BQT27dbS3s6mU+uGk2Yv6zZwwkufNz07NEvrET+TZezit21Wb+q8FQ3b9Xv89PnQvh1TuLlIyYK4NV6pUqUaNWrEzRIKIKlImy719z9VWjxz9chpfe/fftSv0+g3r/3KVy1ZqkKRKJ3exlbdpGbntX/M79yv5YBOYzJ5ZShQNM/Hd96qc8M5k5cN7j7B55Vvu+7NUqf9tMz3ZSsXf3D38ZAeE/3fBGT3zlq1RllxVpcnX45OjQdk9spQrFSBD4ybv0ieWROXjpz+9vhSqKj32uv3PDxTfXiunF0dW3Zu2LnZQLW1lbVNdIiw2saqcevak4bPCfAPsjFzNgAAEABJREFUcnRy6NK3lZRofLkbruIu9bx583744YfChQunSJHCxsbmk0YfNmxYrly5BgwYULBgwRUrVnTs2LF169ZFixb9/vvv+/Tp8zE9pEyZskmTJq9fv65atWrJkiVFzbVr1+rVq/fq1SsxS40aNRLnGPb29mIqN2/ebNGihTgGPX/+vG7dujVr1tyzZ0/CDkuVKpU5c+Z79+6JsqOj46hRo8TShYeHix4ePXr0zlfSWmHrYe8lXmbxeOzZr1ldCoXq/J6H3gnSvgnR+kr/2YdXn9pW8X3T9GVrecgVFo0YqNL/e3MhpbP7ttFb3tfMfNffyc6xZ53uI34ZvWbQL/dK3usyu8ebYN9KBSqUz1dWig75PdlsQkvxaXga1084X7VT263at/aV/0uVUjWry3SlQtmvfp/hv4wMCQ+VyWWT2o53sHU4du3EgCWDXwW8rlqospdnVr1RP23zjFGrx45o9o8oyR51un5gQpULVZq1bc6YVqNia1wdXEe3HDFl4/Tg8CBne5dBjQZIH6dDzXar969d+uf/2LsLuCiaNgDge31HHt1d0ggiIWG32N3d3YHd3WIjdncnggEKSIkgJd1wR13zDazeh6C8qKDE85ffOTc7O7t3t7u3s/Pc7Am042grayVnpYgrnNxjwqit4+lkdDj5tZ2ooUFND7RLKikpYQDUPzyOn0wmo8ZFicts4eGL/LA7FKueGKg3nJdHeHRFjkkvGXo5PPoZA+Cv430KE4QHUjSNi9/4C9ls6XadsYobj5SGhQgiAqnahkWhQQQyVcqtAwYAaCSa8AjQEAANAAAAgOamVMj1ir29+fMlYhk2QMtdfKtnAAAAAABQT9AFKA6HQ6PRanNv3v/fxRu/xXZhBU1NTazWym/QzOcX5oTlvnJUs1rG1OlXm7k+RYXPnzN27fq9dvbONZc8cWyvopKKR+/BVfIf3LsuLS3TxvU3L/3zeNxRw7tfuPwUq1PitZo3e8ysOSt09X463OPHiA/Hju7euce7cqZIKDzt4xUWGiQQ8KdMXWBqbl2bHKyOXL3sU1paOmLU5Cr5rIL8Qwe2JScn0OmM0WOnW1nb/WdVmZG78uLPYtYf5eTkpKSk8HvTY39syZIl/fr1a926dZV8dOGVy+UuOBvHkJRa0Ecfa1o+RHy6evvxuqUzsX9t1yEfFSWFYQN6YI3NyF3B3UywwY5KsrKyDAajTu5o7OXlVVRUNHz48Cqx+PixtKCwxGp5+I2l9tqK9JrriY770n/07EvHd5iZGKCnxSWlHftOePPwbPWS4ZExvm+CZkwYWkNtT16+fer7dsnsCQPGzn189WgNJX/2aaKNTVZGqqO7E9bwiNdt+OQlKxdNrRKdX0Vtyvye6Ys2jBrcy8Huv4dxrWLl+WiGgDW/qzLaDiUkJCgUCgws90P4eUXcx1yvZfFTVrfUNJDGQBOVn83ZMS+wxyRpi9aKMjLlcUe1Pz6j89XMzExJSck6PLCL7dixY9KkSdLS0uhQHxoaeujQIexvefjwobe39/nz57F/h83JufZ+K0bAeEJOCZ+VW5pCJUmgN5cr/P+ggwxMfUG3o1QS/ZdqRo0TdMKWnZ2NPm709lYvsGbMex0T6X6T9aqM+owOCzwe71X063UPNlyefRFrijh8bvdlvZ5te4SBX3cz6NazD8/XdV3NZDLRYYFKpdbJAQE1Pfr3729vb185E22NaEtG7e2l15frqeuPbDO8NlU9+/AiOTt5dKeR/1nyacjz5x+erx+7tuZi9bfBRCRGvAzzn+YxpfqkHHbu/EMLIxIjB7cdpK2sOaTd4BrqWXt6w1SPyUqyitgvGr1l3Irhy4w0//u2CRn5Gbuv7d88fj1WC5cDrr6Neruq04q63UjqA76NoYNeSUkJ96239Ns9zEXPMTINA/WgjJ1ZsM09ueN+sp4T+m5C1y7Q2QiZTIaz9IYD3x3Szp3jvnptsX0nVneODh3ssXqtiokJ/vTxju0yqqrWvTwO9PWY//TF/c0blQ0N7QYM+tnsXgP6Ddy+U0FXt0o+t5B9c9XKQTt3ixNY7RQ+uIkRSdIdu3PjootePpUbOo4oIYFOgFi3L1M1dSQcXEreveYlJTD7f/3eEXA429u3XfL6F25Q80v+sH70BmpaWVt2/4/LR8LiooA+HjL798vr6aGTQ3TxEJ3VYwA0CejwlZaWhi5u4NfGG/K5R+3h0c+o+wA1xvX09DAAAAAAgL8lLy9v8+bNYWFhqAfW1NR0zpw5BgYG/znXjRs3UGO/ffv22J9h84uPJNzbF3U1oyhbS0ZtqcWIoVptJci/dm28ig8fPqB+h0+fPqFLVdbW1kuXLiUSib169Xr06LvLfePHj0eTDA3/+0JZZGTk+vXr/23PAgAAAABAHcrJyWGxWLKysrW5dPzPBrZ5+uSurZ3Tw4c3/7Nkt+79nJ3bVs//9CkcXUPEfheZTPFctQOra7Vcqwf3rq9buxBdMayS/+jhrU9REdt2Hhs3Ydae3RtqmVPfLpw7zpBg7Dt4dv7CNdu3eJYUF2H/yKpVq6pHPzdtyzfsne+5bcKIARhoYLp27Tp//vw6GYkctWmXrtvN4wtqLpaQnJZXwMLqSP9enTu4OVbPD/sYw+UJsAbpl9Zt2dwJWmoqGACgiarXEacUFBSmTZvWuXPnCxcurF27FmtmUFd9XE7kx/TAz1mhqfmJHI6AXcxmFbNRAv8rKeGXiVArou7bEWOXmYxZalIl+hmAfwU1PapEP/8egVBw6qHPkLaDscYgMeNLfmH+DyeFx0eoyqsEHQoY2n5wO5u2NdcT9DkI+y2Lhy7UVFKvTUlVOVUtRXW/cD+saak8CDTBdpiQzix9eRQD9aPk/pYiLXeRhl3F6M909J5D8GWzZTdwkGmHOhhcmVNUlPk5pnKilkiKypyYKBGnRJCZwYmK4GemoUwhu6Ak5J0gO7OMyy0JektRrdXhsU6QqNShe/djAIA/0ISHSYYRoAEAAADwlx09elReXv7UqVNXr161srLaunVrbeaKiIj4k2ASsYzCLN/wx8XJ8WUUUnZ6/MuPzzKL/vQ2iZs2berWrdu9e/cOHDhQUlLi4+Pzw2ILFizQ0NDAAAAAAACaH1GFWl6GImP/goDP9/d7sn3niZnThhUU5DGZ8uJJJ47tzcpMz87OJFMoI0dOtrCyvX/vGj4C9JNHty9d8lZSVNE3MGnVus37wFefosJVVNQO7N+ydPlmDU3tmOjI48f2btl2ePaMkUbGpv5+T/ceOJuYEHv29GGhUKhvYDx12iKGhMTXdRDw162Zf+Hy04T4z6dOHigqLpSVlZs9e4UMk4kXmDZp8PKV21C1a1fP09bWHzNuhv/Lp8FBb2bNXfHg3vUH928IBYI2ru2HDBv/9o3v/bvXkpISjI3NIiNC8LVCNdy8cT4l5UshmzVtxmIr61bi11hUyH79+vnS5ZuOH91T5Z0JDn7bvWc/1N9pbWPP5ZRmZWXUJkdZWRXNi97JGVOGnrnwEH32QwZ2WLR4vZ2986EDW01aWLi5dTp2ZHfUp3AigTB0+MTWDi7HDu8qKMgPCno9bfoSKWnp82ePlWFlEgxJI2MzVNVpH6+IsGChSNi1W9+OnXo6OLmpqqqjJaqqaaA3EC2xhpGt69Wv3oa+CdiwfBbWYMydOgoD3+hWG+rp9xAImImhnoqSwjGfK9PGDxHn8/iCnQe8QyNjiETClNGDbG3Mjp+5WlhUYmygO6RvV7xMRmbO1n3H81mFOTn540f279P9pz9i3nXIJy0jKyMrl0ImTx0/2N7G4urtR/gI0DfvP0c1qygrtjDSc3G09X39/kNEtLqq4oZdR3esWaCjpR7+8TOa/cS+ddv2n8wrYPm/CfZcMJlBox84cUEgErYw1Fs6Z4KkBOPAsfNBoR+FIlG/Xh17d20nXnRRcenmPceiYuLpNNq0cYPbOLSsvtqVaz514baZsX7Ep1h0KFs+d6KluTFez/vQSPG6oafnr9xJTE5DlSybM8HBziohKXXz7uMFLDZTVmbZ3AlotTfuOrZy0dT0jMxLNx/HJyS3d3NYNHMsmvHR81fP/AI3r5z7MTpu8IQF755cpNOo/UbPObTNE03duPtoTm6+pITEkjnj9XU0h0xYaG5q8PDZ68vHdzz3D7z3xF9KUiInvzwqiF1YvGnPUfRaCBgB7RqWZkYYAOAvqtfRs8ZUwP6FLhWwf0qCKtvTckZOYVoNZXSVzMikug9T1jZuviO+0yk0GP65oamrpsfzkOeOZg40CvVpyPNnIc82jFuHMmcfmDei4zB7k1YXnl988P4RjVI+vu8g94H4LCnZqRN3Tr638TY61j378OJp8FN8rsoEAsH6MxsjEz/SafQtEzcpM5U+xIXuu36Aw+MYqhssHDyfTKb0XzXIQt8iLTtVTpq5ZvQqOWk5/3B/rztHUevYWMt48eAFEnSJQ7cPB38OQU2/vi59Oti0O/nQp6ik0EjTaJD7d7/ATMtNP3jbK78wf+eVXSQiRUVOycOp18gtY5XllFhFrNWjVh64eaiwtFBOSm7F8KUP3z/KLshZeGSx1+wDdOrX4XAqL6iNmeOQDSMfbbmHzvfaL+i0fty6NuZOWy5ut9A1v/Ti8orhyzIKMs88OYsO9PlFBbZGtosGzUdvRZX3qkPLdn3a9N56aaerpSvW5JBIJAqFQqfTSzquI14eTncYSpBUwECdEqZF8sLv5PS9zqgU/UyogIFmoyAtzXvs6P6bt3x69gwfAfpnJe9v2hDz8qWCtrZpp07ikaGjnjz++PhR/y3bUPrstCnOo8cEX7+Wn5J6e/VKHoeDJ3qtXut35HDYvbvoqppF126ukyZHv3j+/uKFrLg4044duy5aglfFsLTlf0lI95wvKi3Ooku//JxmxpAPiU405oq07l4tfHafYd1KotUP7tT0+aXvg21bxnmfJtOo9zZtTP/4ER072k2fYejiyi0qrJLzeMf2grRUVkYGOsS0mzFTt9X/f+eTGR39ZM8uTmGhpJycx5p1VAbj/KwZS16/zU9JebBlU1FOjpqpWXLoh6lXr6NK2FmZ7KwsdmaG6/iJtv0HsNLTHmzZXJyfX5ST7TphUsu+tbo3IABNHnyhAAAAAADUFTabra+vr6JSPuzRkCFDdHR00DWlnj17Hj58WFNTE00dOXLkjRs3jh49GhwcLBKJevfura6u/vr16/DwcFVVVVlZ2Z07d+IjCC5YsEBbW3v//v3p6ekoJyMjA/UFPHv2LCcnp0OHDqNHj66+9M8l6VkMrEhOCisu5pKJIYIMv7yP2rLqJMLv/4garTPqaJasMHny5JKS8rsvost9Gzdu/PjxI7osiRJKSkrbt29funTpgwcP0tLSsrKy0MWiiRMn2tra1nIp3t7ejx49QuelnTp1Qi+Tz+fv3r07Pj4evXY3N7e5c+f6+fldv349ISGhbdu26L0yMTFBS0fv7cKFCzFc/1YAABAASURBVC0sLDAAAAAAgH/nl66t/ZsA6FevnunpGWtoatu2cnr04NagIWMqT+VwSrdsP1JUxJ47a8y+A2fwzNKSYp9TXrv3npJXUNy/b5OAx2vVuo2NTWtTc+sfLkJf32TosAmo09fr4LaNmw+oqmneunHBx/vg5GkLqpT0PrF/0JCx5hY2D+5dDwsLcnH7OuILqj88LEhdQysuNrqwkI1yQkIC7Fu7RIQF37xxYceu4yhnzuzR+gblt8tMSIg9cepmIbvglPdB8VppaGjPnut5/+6161fPVg6AlpKWWbt+b/KXhOqrnZebo6z0dUBZJWXVrIy02uTgAdBMpjx6mpqSVFJShM7sIyM/2Nk7o3UeOWrKpYveRUWF6N1LTIhdsmjykWNXsYpz6JOnbufmZa9ZOXfn7pOoq2/2zFFGxmbRnyI+fQxDHwGXy9m2xbNjp542Lb8Ounz8yG4jI7N/Ff0MQBO2etFUj+EzOrZz0lBVxnNOnL3GKio6d2RLTNyXcTNX3D5/cPyI/h8iPomjn5FbD563cbTr37NjYnJq/9FzawiARkpKuSf2rmMXFQ+ftPji8e14ZlFx6f5j584d2aqkILd+x2EBX+Du3Kq1rVVLS9MfViLkCx9ePpKTz5o8d9WRXau1NFTPXr677+i5Hh1dP0RGn9i3jsPhLl23u3IA9NHTV+SYMpdP7MhnFU6at9rYUPeHq43XLBSJTl24zZSVPn90693HfodOXT64dTleTytr88rrpq2lvnrx9Cu3Hp2+dMfBzmrFhn2TRvd3d7b/FBO/cNXOSye2i1fgc1zivQuHWOxC/KmTfctt+71RIiA4XEpCIiQsykBPCx0AVZQVxs9Z1b2jK1qxyzcfeW7cd/bwFlTMxEBv0qiB0Z8TUHnv/evjk1L6jZqN8q/cfqSrpbFpxZyIqNgXr95BADQAfxmMOFV/qGSag0E3rD7BxweaFf+I153tO/9w0rMPL269uXNi4bGM3IzB64eJA6A1lTRU5VWDPoe0Mra9F3Cvv9sPIsmKOcV9XDyWD1+64uTKB4EPezv3Wnxk6YFZew3UDZae8Dx2/+SUXpMy8jNWu3ram7TacHbTrTe3ezn13HJx+6HZB1D9559dOHDLq1vrzmEJ4UfneXF4HFRPL8ceY7uMCo0LqxL9jKgrqE3pOelZyLN5A+buufZ1TNDEjMTtk7dI0Bgbzm4e23V0S0Oba/433n8OHtJu8PnnF7dN2iKOfo5IjKiyIPQCkzKTCjlForKy0NgPbcydAqIC0SIuvbiMzxKflnBu+Wl5abnB64dHfonMKsip/l5pKGrEpcYJRUISsUmN2otf0yGjyxkUCk/XkafXvuTeJsmB2zFQpwqvLcs1G0mS06TT6TQaDb3bRCIRgtWapKArl1r27U/8fnhv9FmXslmXF87rs36DVkvbT8+e1VBD/Ns3GdHR02/cIlEoR4cNNuv005+rdZw9Jy0yotfqtaz0NDwR6/cy9s3riWfOESmUGyuWRT15TCSTM2Ki5zx4XFpQ8P/1odFk+w+TbNdJWFiUkZKRXCaZnpaTyREqdx9gq61KlmWSFZWx718A+ksJ/XB/y6axJ09JKig83rlDUl5+6tXrJfn5PhPHqxqbvDlzukoOmo9XWjrW24fDZh8ZOnjqlWt0GRm8vie7d7qMn6jTqhV6uxLfBRq7ueP5F2bNcJ0w0aJ7j+vLl4oXXpyfP/LQ4RJWwZ7uXW37Dwi9dcvIxdV2wMDcxIQDfftAADQAOGj1AAAAAADUlSlTpnh6el66dMnW1tbZ2blz586oTdejR4/79+9PnDjx3r17Xbp0iYyMDAsL8/Ly4nA4K1eu3Lp1Kyppb29vbW09fvz4MWPGuLq6RkdHr1ixAh9uGRXbv3//mzdvli5dev78eVlZ2X79+g0bNgxdH6iy9Jufn3yKDxYRyzASSUTAvuQkhmV+HKLT/k/uIrV8+XL0iiQlJVu2bIlWzMnJicfjFRcXe3h4oPVZtWrVw4cPR4wYIS6P1ha9NDabPW7cOLT+Mt+acjV4/fp1QEDAsWPH0CWmtWvXPn/+XFpamsvlHjp0qKioaNKkSejtQsViY2OvX79eUFCwePFiJpPp7e2NFn38+PFdu3ZhAAAAAAD/zi9dW/s3AdDPntxzc++EEm3bdj1+dHeVAGinNu3QeRiTKa+vb/TpUzie+TEyVE/PUF6hfODPGTPLr7n7+T2pYREtzCwVFJUDA/wzM1LHj+mDZ5q0+MEv1SwsbQ/s2+zi0t7U3NrSyk6c38re+f7da3r6RpaWdh8/hvJ43PCwoImT5p4+dah7z34SklKoTI8eA8JC31tYtjQ2MUPrLCevWLlmG5vyuGFzc5sHD25gtUMik7HK3W0EQm1yxEm7Vs5hH94VlxT17DUoMuJDTnamjAxTSlrm7Rvf+QtXo5ZA+cuxsvsUVf6umppZ0hmMhLjPRsZmqAzK6dTZg8vlqKiqZ2dnbt28wr51m7HjZoorf3DvenJK4vIVtbqnDADglygqyM2fPmbF+n3H967F9+nnfoHrls9Eu62JoW5rW8vwj9HV55o0emDkp9jDpy7n57O4PJ5QKKphER3cHCkUsoKcrImRbvjHr7fiDY34ZGSgq6Qgh9Ir5k9Gj49evK6hEitzEwkJ+pcPkQlJqZ36T8Qz7azNJ44akJGZs2TtLhdHuzlTRlae5X1IRFDox6M+V/Cn0THxP1xtvGa8TFuX8mGoDPW0CguLfrYmDraW6NHG0vTq7Selpdyg0MjJ8yLFU1GOOG3RwhC9cMWK14hIS0loqaui9X8XEjl0QPfg0I9ZuXluznaFRSUxnxOO7VqNygzw6LTn8OniklKUtjY3VlFSOHn2upuTHZlMMtbXcXMq/0GLuYnB6i0H8wvYjq0shw3ogQEA/i6IT2rU4OMDzUpceryqnPIPJ72KeNXPpS+dQtNV1Wlr7V55Ui+nng8CHxhpGH5KinFs4VB9XgaNYaFb3ry1NrBOzUkNiQu1MbQ21Cj/qeq4LqPXnd6A9SovY29Sft6ir6aXw8r7mPgxLTe998qvcWkWuubju47OyMtcfsKzjXmbWX1mYL9IRkJaT1UXJWyNW26+sLV9y/bWepZ2Jj8YhEZdXq3KgpzNHANjgopLCwe590crn5mfyZSSlZX8f+eNua6Zkmx5+1pPRYdVXPiz9wrNlcPKUZFTwZoWdJwkEomoy41Go5W0W8E73o4ffAUDdUogoczuPE2aUU48/DMGmiIlfcMLs2f2WrlKWvn/xwp08fTa0sVK+ga69q3/s4b4N2+MXN3ItPIR6CdduIz9iviAgLhX/mttvw7fIKuqpm1np2FhSaJQpJSUqhQmyyuhPwUZBUp0soQkQ4kno6WnSlf50QDwZWW8kpLTUye7jBmHv67Ed4Ffgt6/POyFT0//FFU9Bz2aduiIFi2poKDaokVK6AdDVzd8qo5dq7sb1pl17qxlbYPekzKhEGWyMzOKcnMsupc3eNuMGXt1yWK8sKGzM5lOl6GrovdEyOO5TZ6SFhnh63WoOC9XwOWIKuYFAMDXCgAAAABAXdHS0vL29k5ISHj79u3x48evX7+OHj08PGbNmjVx4sT79+9v2LBBQkIiMzNz5cqVzs7OM2b8/zIXh8OJiIhYsGBB5Rz0iI+jLCcnZ2BgoKZWPvacpKRkUVERyvl/SQFnQ/SFCG66iEzGhDysTITRGSKM+LoobmfMlblG/WhkGvZbXFxc0HqGh4e/evVq+fLlffv2nTx5MrpAgY+7bGVllZb23R0a3d3dyWSyvLy8kZERejlo3v9cRFBQUHBwcLt2X4esUlVVRW+Lpqbm6dOnCwsL8/LyuNzyvlRTU1NUs6Ji+VU4V9fy26zp6+ujAhgAAAAAwD/V0EeAZhXkB71/8/7dq317NuA5H0ICxWMMVyEO5iZXDMaDp/PzcyUYkuIyhG/hwMJKV9gppK8/zmvt4LpqbfkP1IoK2aIfRQcOHDzazt7pld/TQwe2urh2GDVmGp5vYdFy7+4N4WFBltblUdHPn95XVdWgMxgCoYBM/Pq+kckUXsWpIZlEqV4zueIHguWfR61j0uWYCrk52Xg6IyNNUVGpNjni2e3t21y/dq60tHjq9IW+Lx6+fePbunX5eapAICCRvq0zicLjc/GVx3PKRF/fFtS3yuVymEz5fQfOvnn94vXr50e8dhw+ckWGyURT/f2ejhw9hUanYwCAuoMOD+X/MKx/r053H708ffEWni8QCinkr7stSnA4vOrzrtpyIDsnf2jfbgoKzPPX7//Cz1++lUTd/MRv3xk5eQWSlW71/v9Dq6jSoZXydZU6ujvt37IMJVjsIlGZSE5W5tLxHc/8A5/5vd2y59itc/tRjniuKyd3WZiWh+MkpWRoqiv/cLXFNWPfDp7o6CkS/fQVfTvAfv3Rj4y0ZODjC/ikL8lpDMb/rziI30YxF8eWAUHhySnpS2aNX7P1YEp65pB+3dA3CIVCwb9BCeU/NSFxefyKBZG/vWdfV4ZOK1+0g52V94END5+/9j5/E8Nueu/fgP0ZYWFh5rVr/KwsnYULMQDAf4HBtAAAjQU6XpVwyn9VVbmhjjddiQQiOhfDc8jfjxnT2a6j1+0jLXRMu9p3/mELn0qh4gl0zoZOJvlCPlHcSiWROQLud2XQaVVZeaPPxdJlz7QdKMEqZotEQjlpuXPLfF58ePki9MWOK7uurLyA/QpxK3hM51HOZk5Pgp9uubS9U8v203pPrVJSXkahyoLaWDiffXahpLR40eAFD9498g196Wrp8t0L/NZcxVf+Z+9VCbdUKBJhTVH5GSmJRKVSBcr67KHXOPnpqF0vaqIvtp7kFLMKOcUMCk1FWr7KflT+VEYddW3i0c8w/HPTUMpivT3jUz1fyOPHv32TFRtbOQAacRo1+v3lSzEvnhu3bVdzzSQKmUD8unkUpKXJqHyrp9I2IxIIfjZ7t6XL2owdjxLsjHSGLDM+4C2JQqlhcWyuIKWArUYm84SifC7/Z8WEPO7A7TturVpp06cP/tKmXruhYVH+U+G8pCQ5Tc0Xhw5WyUl8965yDZXPqF0mTDR0cf34+OHdjevNO3d1n1T+A+nyY++3VSV9+06pnC7/DhKJbq5cUZiV5TB0uJSSYuCF8xicqANQARqtAAAAAAB1ZcaMGdu3b9erMHTo0J49e6anp2tqaiooKDx58gQ16lEaFTt9+rSvr++LFy927dp18eJF8eyo7Y8y8XRSUhK9ItqB/K33sIaBnClESlpSdFhqGI8phXG55d25kpJcviAxPSaAxSMY969ceNOmTdHR0TW8it27dzMrgi4SEhIuXLiwdOlS6wq9evWaOXPm5MmT0QUKvCS6QFHDyWTtzzNRtfgw0pmZmbKysnfv3j158uSUKVMsLS0jIiK+9c/+v31K+RbcAqeyAAAAAPjnGvoI0M+e3rNt5bh2/V786d5d6x/cu1E5ADq07i1VAAAQAElEQVTo3asuXXuXFBclJSVYWNiEhwWhTAMDk8TEOJRJo9MPH9xuamZFJJK4vPJuXSlpmdjPURqa2i99H1dZlomJ+Y5tK6M+hpm0sDh0cBtTVm7ilHlVyqxbPX/QkLEjR0/V1tb3938qzkf9q3r6Ro8f3V6zbg96evmid+++Q7Dyn9zZocxuPfujN/rN6xftO3x3i3DxWv0eu1aOjx/fdnR2R6+aRqOpqmnWJkc8u3EL8/j4aAqFijLNza1vXD/vuWobvs4Bb19qaumiNzAs9P3Y8TOioyLwWSytbH1OHeSUltIZjHeBr9AbFRnx4eb1c8s8t7Zt33XyhAF5+Tl4APT6TfsxAEB9WrdsZv/Rc/B+d3sb8+f+7/SGaRQWlbwNDp89ZWRI+CcO57vDS1R0wpypI5ztbe4+9uNyeTUf/f0Dgvr17IBqi09ItrEye/ehfLxkU2P92PgklMmg07bsOWZt3gJ1/KOq0CQZGanI6HgdLfWHz15VqcrczChk3a4PEZ+szIw37zkmx5Tt4OZw9sqdnesW9ejk2nvEzKycfHEAdCsb8+Nnrm5fuzA2MXns9GW3zu7/pdWuTLxuVTAYNCN9XZ9Lt0cN6nXl1qPLNx9dPF7TLcLbONguWr3DytxYW1M1Mzsnn8VGLwS97XJMmfDIGEtzY/TSpCQk5Jn/j+F2dbY7f/X+AI/OxSWlgSGRg/t2O3m+fGj/sUP7dO/ggl4y9gdKExMzzp3LuXdPxOGoDh2KAQBqAUKUAACNhaq8amJmoqW+haykTHRyDDrzSc/LCEsovyePlYGVX5hf3zZ9Snml76OD2rdsL55LiiFlZ2x35M7RY/O8arMUK33LXVf2lHBKJOgSL0J9LXV/cO8jM12zMO/VYfHhFnrm2y5tl5eWa2fT7vyzC1snbe7Wukv/NYNzWLlEwu+0Z+cdWjiu2+hpHlP01fSeBj/DqrWLQ2I/VFmQha55dHI0jUzVVNJoaWBz7tmF7ZO31LCIH75XPAEvKSsJvRCsKRIPAl3eLadrV6ZSSuDxRCIRdEHVniSn5G30O46AKy+UaGtkK46qxypaFqink14BH/4ZA40fQ1a23fQfNM1eHvYac8Jb08q6cibaxQwcnTUsrC4vnDfLwbHmmnVa2fsdO9pm7PiS/PxTE8YO3rlHvMT0qI9or2Slpyd9CMEqriXyS0srJ/Rat763eaONRx8SlXpq4vhO8xbUfB7LEQgTWcUUMklFllZQSklhl7K5PBkatWo5AoHBlDPt0DE7NvbuhvVD9uzTRSt59MignbtRzvHRI2bdvlc9B8332d/Ptv8AbiE7Oy5W2/b/Y/afnzXDdcLE9jNnKxkYfnz0EM+UVFIiEElZMTHKxsYxL1/8bJ3To6I6zZ1n4Nwm/O4dAYcDhykAcNBoBQAAAACoK5KSklu3bp0+fbqcnNzbt29RK16p4o463bp127lz54QJE1D6w4cPFy5c2Lx5c5cuXQYPHpyTk4Pa/hwOBzX8DQwMzp07N2zYsOvXr9+4cePUqVO1WShq2nwpzrDQa3kt2ZdXVIQVFmLS0lh2NiYQyklr9GnZN7koU09Gg0j4+ov9pUuXYrWjqanp7++PVmnAgAECgeDZs2empqY1z/LmzZvevXsXFRUlJCTY2NhgtWBra4venO7du6OLS7NmzZo2bVpMTEyHDh06duyYmJgYFRWFAQAAAAA0YA19BOjHj26PGTtd/LRv/xEzpg5lFeTLMr92W3K53BVLZ+Tl5UyYOIch8XWkZylpmanTFu7auTY2JkrPwKhrt74vXjzcv3cjmUQeOWry/r2bfH0fGhubV1kWqnP+gjWHD+0oLCyQkWHOmLmk+voMGjz2+tVzRUWoQ4Eze86KypPs7JzQ4lTVNLDyQO11Tk5tUaKNa4eEhNi1q+fl5uYYG5u169A94O1L8SwmLSzwtcJ+xbvAV2d8vPbsP41qi46OmD1jpKys3JJlG9Gk2uSIoc/e0MgU77qztLIL/fBeR7d81NURoyYfPrR9zap5WZnpo8dNV1FVr/wWDR8xae7sMVQajU4vH/zV1NQyMEBr0/olWVnpbu6ddfUM8ZIzpg4bPXa6fes2GACgfmioKU+fMPTg8fKx96aOG7Jl7/GZSzalZWbNmTwSTWKxC7fsObZqy4E1i78eQqeNH3Tq/K2jPlcIGMFITzspNb2Gyjlc/uR5a3Py8hfMHCMl+XWkZ1kZqWVzJ6zavC/yU7yJkV7/Xp3uP/VftWU/mUyaPm7I+h2HHzz1t2hhUKUqeabMJs85W/eeKGAVyjFlls+bzKDTXr4JWrBqW3pGTtf2LiYGOuLCE0YO2H7g5JCJCxOTUlYsmKKoIPdLq12Zpakxvm7VJ61bNmP7fu+b95/l5hUc2uZZcz0mhrp5BexWNuVfGdYWLdAlDPyLc/OquYe9LxYWluYVsLas+u7XMm1at/R/Gzx04iKBUKipVj62lkfXdjsOeM9aujk3L3/dst8KgBYKC16/Tr9wgR0YKM7TmT//h2XxCBiscRL+4h2QuenpJamphRHZaAvFAPgJiKto1ODjA82Ku5VrYkYSSrQ0tLHUtxy1eayBhoGTWXmwXTf7Lnff3h2zdbyOiq6ynAqNSqscNNzNvlNGXrq2ijZKj94ybly3Me5Wbj9bigpTeeGg+StPrWYXFxKIhC0TNlYvIy8tv3bMqm2XdrKKC5hSckuHLqZT6X7hrxYfXZael9HZrqORpqFAJNhxZdea0+vbt2x3+PaRM0tr1SE0tuvoM08vFBazOTyO54jlKMfGwLr3yn53N95UlVPFKuKzqywIZZppt8DvrWRnYvsu5r2hhmENi6j+XqHMpMwkO2Nb9CqwJko8CDSeQOdUMAL0L2FizD4y7Q+/uh6fmZlUnD3FpZ8UXQKfhE6t0VtKJpNRLyB6JFTAQBNl7eEhq6ZeJbOsgratrZGL65M9u8gUag016Ds6pYSGnps+NeFdYJux41RbtMDzdWzttGxaHh06SNnI2Mi1/BAtwZSjSkjs6dZlxs3beGL2/Ye2nz75TJrAysiw6NKlRbv20S+e17AsNpefxC6yUVPqpaMRzuF/SMzIKeH+IAC6/GZS5SdULuMnHOjrEevv5zZp0oNtW48MHpidEN9r5WopJaXqOai8gMNBK1OUnd114WKalLS4PtfxE974nCpls1EBjzVr8Uy0X3isWn166iQNC0tJOTkK7cc3d243fcYr75O+h71QeWUjo7ykLxgAAFo9AAAAAAB1x9PTc926dT169ECnWLq6utu3b8fHKu7atevu3bvRI0pbWlq+evVq2bJlGRkZHTt2NDQ0NDc337JlC2r1o9lRsbt37+bn5+/cubOWCxWWCc9E3z33+T5BUgojCDCBsPwuQBKSGIWSIeJtCDraW915veNMGpmG/SK08vv27VuzZs2ePeU/r3Vyclq7dm3Ns3C53FmzZuXm5s6ePVtSUhK90iNHjlSJ5I6Pj3dwcMDTXbp0QXV+/vwZzZWdnd2uXTt3d3cdHR30PkybNq2goMDCwiIlJQWPI/+ZHy4FAAAAAODv+KVra/+/gQVKCASCwgr4XUJqvzw+n1+YE5b7ylHNahlTpx/2B04c26uopOLRezDWnKD38IjXzslT52NNRWbkrrz4s5j1Rzk5OSkpKRqNVq+he6gnGJ33Lzgbx5CUWtBHH2uuTl+67XXyYq+u7ZbMHl9zyV2HfFSUFIYN6IE1DyN3BXczwQY7KsnKyjIYDNTVXX/d2/ixtKCwxGp5+I2l9tqKDSIgo7l94g3TyvPRDAFrfldltB1+mT+fn5wszMurUsbh/fsfzttUA6BL4uJKoqNLYmLoWlrK/ctvFpb35Enijh0UPb08RfNr722mrG6paSCN/ReBQLhi9uaVW+dLSH63x/k9DXj59O3yjbNrmPetf/D960/X7Fh458pjGaa0W0dH7A+Ia/uluaLCP3vt8tlzYh32W0LfR27y3CclLdm1Vztvr4tderWdueSn3wJFRSXbVx1cvWMBVtfEb+C+zce79mlv1ELvP2fJz+bsmBfYY5K0RWtFGRkZOp1e++MzOl/NzMxEV/r+woEd1BWRSIRO2ND1VvRxS0v/964thr5beTzeq+jX6x5suDz7ItZ0tZnt/mqP755r+1XklIa0a14Noj9xM+jWsw/P13VdzWQy0WEBjxbF6gfaGtGWzOFwll5frqeuP7LN8P+chSfgjd8++cTCIxQSpcqkiMTIHFZuW2s3Do8zYM2QI/MOqiv8P0TvxANvJVnFXk49UfpewANtFU2LH43rXE/QK91xZdeCgfOwhuGH79W+6wct9Mzb2bj/5+yXA66+jXq7qtOKv7CR1C08RhNtdXj0M4RS/QY2p3jV3SMJuWlKUnIbek1RlpbHKs6u8bByYgU4i2iw0GaPzgHSzp3jvnptsb22vdSN2uuU7LCsvB4GmlqykkUikW9mvpRQ6KKuSKqL9uDjHdtlVFUdho+o/Sz+x4/ZDx5Mk5IOPHc2I/qTx5rfbLP8kLC4KKCPh8z+/fJ6eujkEF08hOHYQZOBDl9paWmo0wS/Nt6Izj1qgM5D0AlJaWlpRkaGvn7zvQIPAAAAgIYjLCzsxo0bK1euxOpHXml+WmGWf2qQb0aIFIv/Li7I0tSumEZwVbFqr9laQ0ZNUUIeq3/79+9XUlIaPPj/l4vRidmuXbvmzavfC3d/ZykAAAAAAD+UnZ1dUFCA+vVkZGT+89LxPxgBGlSXk53Zy2MQBsCfuf3A9+SBDcb6Ov9Zsn+vzjQqBQMA/CNybm45Fy5UjwtmvXkj6+SEVYyCjB5pampYI1CG8dllvNwyTjZWxscosgSqAoGmhBG/O8hwkpJKYmKKo6JI0tLqY8agHHZw8OdFi+gaGjR1dclvt/eS79hRrkMH1EcY9zEXex9fyzW4dfmhU9tWVaKfa8nMwkhZRRGriEJu6WCJ/RlxbX+T37PAQaM8+g3tPnHwgr3eG/SNtGsoXFxUEve5XoZkE7+Bo6cO9py75bfjuWsJIsBAE9bPtQ+VDOdpTQeVTB3deeTF55dHdBxWZZKirMKVl9duvb6dmps6qtPwytHPPZf3UZFT9pp7AH+qzFT6m9HPSGZB5iD3gViDUf29yszPTM5Omtl3Gtak4cFSeJwuBl9/v0WJRtsxYO7cq7vC02KnXN5yYNBiXQU1/I2t/AhAA5FaWGKjLK8lW35DPCkisaWyXGharqis7F/FBUswmbdWryrKzRXyeEP37scAALUG39oAAAAAAPVqzZo1gYGBXl5eWL2RZ8ihPwtlkynYsMenjxvFpndy7NayQxfsX8vMzBw4sN4v3P2dpQAAAAAA/NAvXVtrcAHQ4ybMwpofJWVVDIBKWOyipev3ZGbnqCkrjRnWu5W1+dXbj9EfXyDs5O44afRA/zdBJy7cRD21BQVsexvzxbPHe3lfSkhKXrPl4Lxpoxev2fnk2jFUz4lzNzilmV3UPgAAEABJREFUnGnjhxw4dj4o9KNQJOrXq2Pvru2u3n6Ejwf8n9VCZ3DTMHfqKAw0JKpDh6p5eMQuXcquPOQzgUDT0MCT2bdvpx45ghJ0TU2DdeukraywhkqY9VqYcaOsMEAkysUIGBGjEagGRPkOJPXeBImvAdycpKSI0aPpWlo0NTXZ1q3xTBlbW7snT7C68PDm8z0nN6DE56j4bWsOUWkUFTWlyXP+v9nfuvzo6b2XBflsDW21JWtnyDClJw9ZaGJh+OLhq6kLx771fd9vWI83L99HhH4ikkkHt568/PgIOvr5PQvwffxmxaY54nqunbv39IE/lVp++tRvaA9HV7uDO7wTYpMy0rLauNvPWDzuY8Tn+9efLtswe1TvmWZWxukpmbJyMuiprJx0UkLq3i3H2QWFaOlzlk7U1FFDU1FO+Vpp/eA0oJBd3NVhqG/4dTL5u2iHKvUkxiW/ePSawaAFvw37Ep+ybfWB+aumlhSXHttzlsPh6hlpz1w8nkggTBm2WFlFgcUq1DXQQmu7fa3XgpVTvi6osHjf5mOZadloC5wyd5SppdHUEUv0jXTiYxIVlRXQ7MqqCtVXHpUxNtOPDo9F552zl03i8/n4G6iirmRp0wI9RkfGmZgbYPUGvp5Ak8Hhc3dd3h2dEqOtpIU35K753VCRU+rn2nfnlT3x6QlpuenuVq4LBs5Fm/2F5xcfvH9Eo5TfV3GQ+0AnU4eRW8Yqyymxilg7p27bcWlXflFBLjt3bJfRHs699lzbn56fwSouyMjNGNd1zJPgZ9ms7M6tOo3pDGcFf1tH2/Y/zFeVU109yvOHk+5suFH5aSsTO+zvQuuGNSTV3ysVOZWtkzZjzQAE6f45KYbEgSGLFt7Y5x/3Ydy59QcGLbRQr8ezFAD+RHtdFQbp/1drlUkEJxUmmVg38c+d5v/yfWBs+w9AfxgA4NfBdzcAAAAAQL1atWoV9he1cGgjLSeva2mN/XUzZsyokqOq+jcu3P2dpQAAAAAA/NAvXVurg/snAgDq3JlLt430tK6e3LVi3qSDxy68+xBx5vKdwztXn9i77s4jX7/XQahMXELSZs85l47veBscHvHx89Sxg3W0NTaumG2oV3Xsz/DImA+R0Sf2rTu8Y+ULv0Bxfm2qxQAA9YPMZJoeOKA2cqQ4h6aqStf+uv9qTprk8P695blz6hMmUFVUUA6TyczJycH+jL6+Pn6/byqVamlpuWnTJjyfxWLNnj3byMhISUlp0KBBjx49QpkfP35ET5OTk/EyPB7PzMwMnyQmTH/J/7RGVHifwMgnyRJJsiSCFL+MECVIP8SP3llWkokXQ6+r1fPnFj4+Rlu2KPfvj9Wp9JRMMpVCZ1BRev+2k+NnDNt/amNrF9t7179GVxcVldy5+njnsbUnru6WkZG6efnrSzAw0T1+ZbecvCxKW9uZObm1GjlpYPvOzqoaSqHvI1Hmo9u+XXq1FS/I71nA/ZvPdh5ZPXf55A8VBcKCP/I4vN3H1x67vDP4XXhEaLS4cEpSeq8Bnb3Ob1VWU7x3o3xNNnnu6ze0+5EL2ybPGblm0Q6Us3bRzlGTBh46s1kk+u63a7nZ+W1MPbo6DEVpd8u+KM3l8MRTq9Tj0r61e0fHwaN7r9+zRFtPY/nGOcoqiqsXbJ+zfNLh81t5XP6Zo1fQXHExiTOXTNiwZ+mEWcNV1ZXF0c/InSuPtLTV95xcP3Xe6Dcvv0bkq6gpHTq7pfegrhuW7f7hyiOysjLoBQ4c5eFz+JL4DbS0aYEmmVkZB/gFYfUJBtNq1ODjq8zr1mENRQ3vRcetDK25fK44PzQ2FD09MvfgheWn30W/C4sPf/bhxa03d7zmHFw6ZPGH2FC8WGJG4qJBC3ZN3X737X1nC6dj8w/vnrZjy4Vt+FQOt/TQrP0LBs3fcnH74iELj807fObJOZ6AhwEAQDNDJVN29Z/TuYVDEbdk0vmN7758xABokBQYdAnq/wOgyRiBSaVAFCUAjRG0egAAAAAAmhIt4xaOPfvKwah2AAAAAAB/ReMeARoAgLwNCls0YyxKqKoonti3buu+kwN7d5GWkkA5g3p3DQgJd7S1tDIzUVKQQzn62ursouIaalNXV8nIzFmydpeLo92cKf+Ptnzu9+5PqgUA/CkSSXv2bElT07iVK8sEApq6epXpEsbG6A+rUwkJCbq6ukKhMCwsrG/fvj169LCyshowYICEhMTFixeNjY39/f1Hjhx569YtBweHBQsWzJgx4+bNm2hGT09PNze3zp07i6sq47G4IQuJzGKiJIFAJxAoBAx1zAsJZbwyEVEoZD8hpJpQDMdj9Sw+NklJWR4luBxeVPhnB5eWKN2lpzt69HsagB6lpCT2ntxw//rT7Kzc2JhEJVUFfEZzKxMlFfm4z4lVKuzaq92T+/4GJnoxUXGtnP7/a/63fsE9B3Si0anaehruHZ1Qjp2jlaau+nnvG4WsovzcAm7p/2MKpaQlbR0sUUJXXys3J7+0hBsW9HFh0Fpxgcz0nOysPFNLI5QeMKzH4T2nxZMUlOReRd364YutXg/KqVImPDjKysZU36g8mH74+H7bVx8cNWmgnLysjn75+OKZGVXD6E3MDLetOViQz7Z1tOo3tAee2bGbK3ps5WTlOW9Lfl7hDxfapq19+Qs01CosrPploaSsEPouEqtPMJhWowYfX2Vvot5um7QFJfq28dh5Zbc4376FvZaK1qnHp9lFhXmF+Rwe51XEq34ufekUmq6qTltrd7yYjIS0nqouSozvNvZjUtTRe8fzCwt4Ar5QJESZrYzLhw1WkJE3UNNXVygflV+SLlFUWiQvLY8BAEAzQyQQN3pMY0pIXwp+MuPStk0e09ubtMIAAACA+gGtHgAAAAAAAAAAAAAAfg+MAA1Ao0chkwnEr7vnl+R0kVCIcr5OopB5XF5F4tstUAmEMpFIPG/lQwCaET0qyMleOr7D1anVc/+AEVOW5LPY4qm1rxYAUE8UOnc2PXKEoqhIVVP7pRlfv37doUMHJyenCRMmsNnsa9eujRkzBuWHhITQaDQOh4PSdnZ2qamp1eclkUgKCgp8Pl8kEvn7+8fGxl68eNHW1lZKSqpr166LFi3av38/KrZgwYKcnJw7d+4EBgbeuHFj+/btlSsRpjwiMAoJdMKr96WeGzMJRIJIRLh9v3DPkVwijUig8YUFgSJuPlbfyrCS4tLyF0Umkb8dwTilvPxcFp5OSkgd1HmCQCS0tjO3d24p/p0Ymfzjn4G17drm9fPA5w9fdezuVvmISiQSxPeeJlPK5310+8X8iatV1ZQdXO30jXTKV+UbGo2CJ1AN+ADPUtKSr6Ju4X8XHxxmMGiisq/HWGrF8NVVFLKL25h6CATCKvlV65GgVSkgEAiIZJL4NXLwYzv1p795s3Ww3Htyg6q68kXvmyvnba0yFb1qrKzshwvF3wQChl5g1S+L0hKOqJ6/QWAwLdCUlFUcDUhEEp3y/6PBnbd3p+6eoS6n6mLpbKiuj7Z5IoFIIn09PySTvu3mpK9HmzWn13vdOmyqZdLLqQeqCt9HxMVI3xIAANCcoROzxZ1GTXcbgM4MF97YezvcDwMAAADqBzRaAQAAAAAAAAAAAAD4Pb90bQ0CoAFoiOyszV4FhqDEp5j4EVOX2NqYvXj1DqvYvZ/5BVqamdQwrwSDzmIXZmTmCIWixy/eoJyg0I/LN+7p0cl1x9qF8nKyWTlf4xFbtTSvfbUAgPojbWVlefq0werVtZ8lPz9/2LBhe/fuff36NZfL3bx5c8eOHf38ymM4Xrx4ISMjg/LT09PJZLKGhkblGfX09AgV2rRps2zZMhsbm+joaEdHRzqdLi7TuXPnV69eYRUBc0ePHl25cuWiRYuOHz8uJSVVuSpR0WcChUggYwQKRqcR0OlHeXweCaNVjAaN8jFeKkFYgtUzZTXF5C9pWHmwL8mohX5ocBRK37nyaOf6w3iBpIRUHQOtPoO6mlmZvHsd8rPzJAKJyOWUxwpLSUnYtLb0PnihW+/2lQtYWJsEvi4/MpeWcIMDw1EiJiqhbWfndl2cmUyZj2ExNZyBMSRo+sY6l31uo/TtK4/XLt4pw5RWVVf+HBWPcgL8gn80C32f9wZxsOPP6qk+I3qZESFReFC4//MAc6vvBhEnEdHL/G7Q6Aunbj594DdwVK9V2xfEf/6CZwa8Kl+l0KCPppbGcgoy/7nQym8gVv6ep6ioKWH1CQbTAk2Gi7nLyzB/lIhIjGAVs8X50ckxHW3bd2rViSnFjPwSVUYoszKwehP5Fk0q5ZW+jw6qUk90cvSw9kNdLF0SM77whfwyDOItAADgx8Y5eazuPhElVt87evz1LQwAAACoB9BoBQAAAAAAAAAAAADg9/zStTUyBgBoeEYP7bP9wMlpC9eHRnza5DnHzblVbFzSrKWbs3PyLFoY9uzi9upt8M/mJZNJC6aPnbJwnbGedms7S5RjY9Hi5ZugBau2pWfkdG3vYmKgc6+iZEd3p5jYL7WsFgBQryhKvxYt+urVK2dnZ3Nzc5ReuHDh1KlTN27cqK+vHxMT4+vrO23aNH9//7S0tG7dulWZMSEhQVdX98CBAxcuXBg6dChWMWBwlcjmyoG8ZmZmbdu2LSgocHFxqboSIk7FD6kILVvQjVWp/KzysYqdWzAcW9BFgrKKUeR5ZWVCrJ4ZtdBDK8zl8Gh06nzPKd5elw5tO1lcXLpp37KE2CRUoJWTzYvHrxdMWpOTk69nqJ2WkvnDekwtjLatPkChkDr3atuxu2tWRramzndjcnfo7vbw9otpI5fq6GqoqChSaVSPgZ0PbDs5b+Kq/DyWhU2L1JQMVXXln63nkrUzD24/+eD28/ycgi0HV1TkzFg5b6usnEyVKGccOpjbOljWpp4qlFTkZy2ZsGnFPjarkEgkrNm+sPJUWaYMQ4I+vOe0s3cO4jlderY9tOvU8tmb83Lyl6ybiWdGRXx+OeENm1W0Ye+y2iy0yhuYFJ/aZ0hXrD7BYFqNGnx8lU3qOWHyrql+4f5lWJmslKw4v79rv51Xdk3ZPS2vMN9S1yIlK7WvS++7b++O2TpeR0VXWU6FRv1uAPjJPSeefnL22P0TqDWorayVnJWCAQAA+Ilelq6SVMbSWwcO+l3JKS5Y1HEkhKk1ZKWlpTB+AwCg0YFWDwAAAAAAAAAAAAAAv+eXrq0RxKVRQiAQFFbQ1NSsfRVoRj6fX5gTlvvKUc1qGVOnHwaavczIXXnxZzHrj3JyclJSUjQajUisx+4qoVDI5XIXnI1jSEot6KOPAfC9kbuCu5lggx2VZGVlGQwGiUSqv+5t/FhaUFhitTz8xlJ7bUU6BkCFleejGQLW/K7KaDuUkJCgUCi13w5RSXl5+djYWEVFRTznegUfHx+U/vTp07Bhw4KDg7dv3y4tLb1///6bN29OmTJFQ0MDPTo4OIjr0dfXf/bsma6uLkqPHDkSHfvLds4AABAASURBVKL37t0bEhIyfvz49+/fiw/Uu3fvfvPmzcWLF/GnmzZtKigo2LJlS5W14kXuE+V5EaS02LSpXIomU0aSnV9Ak5As5nAVRPEk1toygTHN5kAZXRn7Ffh5RdzHXK9l8VNWt9Q0kP7PWS773JaQZPTo3xGrI2eOXVVUku/au13lzKjwz3k5BW3a2XNKeaP7ztxzfJ2qxq+9tMZi6oglC1ZONTDWwX4Lu6BwxZwte73X/2fJ/GzOjnmBPSZJW7RWlJGRodPptT8+o/PVzMxMSUnJv3BgB3VFJBKhE7bs7Gz0caODVe1nRIcFHo/3Kvr1ugcbLs++iDVXEYmROazcttZuHB5nwJohR+YdVFdQxwCG3Qy69ezD83VdVzOZTHRYoFKp9Xqmh7ZkDoez9PpyPXX9kW2GY6AxuBxw9W3U21WdVvyFjQQ0Iu++fJxzdSeHz+vcwmGDx1QiAYJsG5CsrKzk5OSUlJSMjAzt+HjdnFyL7Tsx0LQIi4sC+njI7N8vr6eHTg7RxUN0Vo8B0CSgM8a0tDR0cQO/Nt40zj3QmTC6CF9aWoqOzOj6EgYAAAAA0GzMmzeve/fuHTvWWScUAAAAAACoWXZ2dkFBAerXk5GR+c9LxzACNAAAAND4ODg4LFy4sKioCHWk3bp1C49y7tKly4gRI1AadUSlpqbm5ua2bt36ZzWsWbPGwsJi7ty5LVu2bNGixZAhQ5YtW6arq3vt2rUNGzaIo59rQFJ2FqYd5dEZWQQmj8MtEZJKSkQUPoeLSGqpc6gk6RZEGrPeh4DGsD5Dui2atrZjDzcanYr9scFdJ6uoKu04urpKvryS3O3Lj+7ffJqWkjlkTJ+mGv3853wOX56xaBxWz2AwLdAMKcoqXHl57dbr26m5qaM6DYfoZwAA+EP2OmbHh6+YfH7zo08BJXzutj4zqWQKBv6drKyspKSklJSU5ORkWVlZTU1NU1PTtm3b5l69ys15jQEAQKMCjVYAAAAAAAAAAAAAAH7PL11bgwBoAAAAoHFQUlLCE3p6evHx8bt27Ro/fnxeXh6RSDx//jzKt7S0zMnJcXV1RWknJyd0QlDDCEP6+vpjxoxZvnz5uXPnTp06NWPGDDs7O0VFxbZt216+fBk9Yv+FpNiSpNAXK36oTT8vpMszJBlcModEJPNIPAlBplAgS1brhpEZmLDeQ6ApVPKuY2uxOnLxweEf5quoKi5aOx1rBg6d2Yz9gRmL6z36GasYFh0DoJlRlVNdPcoTAwAAUHdaqOh6j1w55fwm/7gPUy5sPjBoEYNKw8BflJGRgUc8I3JycpqamhYWFt26daPRyj8IkUjE4/EwAABohKDRCgAAAADQhCUmJu7cuZPFYsnKyi5YsIDD4axbt+706dNo0v3799+9e7dy5Upvb+9Hjx6h08JOnTqh/riXL19ev349ISEBdcC5ubkdP368qKgIdfAtXLjQzMyMy+Xu3r07JiZGRUUlMjISVUUikXbs2BEdHU2n0ydMmIB6/TAAAAAAgGbjl66tQQA0AAAA0AgUFBRUyelVoUpmamoqnjh27Fj1SuLj4ys/PXjwIJ6gUCiHK2A/snTp0h/mYwQi1XIhN0aGlHWOQuNghUQaOgMRlRGKeHyuCt1mI1kFLseA+gKDaTVq8PEBAABoOPQU1E+NWj35/KbQ1M/jz64/OGQRkyGNgfqUkZGRlJSEWi7oUV5eXltb28rKqkePHlRqHdzOBQAAGgho9QAAAAAANGHr1q0bM2aMq6trdHT0ihUrfHx8+Hw+auSiFu7z58/79+//+vXrgIAA1FVHJpPXrl2LMkkkUmxs7PXr11F/35o1a1DXm6am5s2bN728vPbu3XvgwAGRSHT8+PG7d+8+ffoULcLb25vJZJ4+fRqVnzlzppGRkaKiIgYAAAAA0DzACNAAAAAA+CsoUlSzeUK1bvz4c8L8gDJBCYGqRdbyYBgNhbGOQL2CDaxRg48PAPBPwMEH/IyqjMKpUasmn9sUnfVltM+aY8NXKEkxMVCn0tLS8JGe0SPqskW9vNbW1hD0DABowuDEAwAAAACgqeJwOBEREQsWLKic061bt4cPH44cOfLjx49btmzZv39/cHBwu3bt8AKqqqpWVlampqZkMhk1ivft2+fr63vv3r3Y2Fgul4sKvH79evv27SjRvXv3vXv3okRQUFBkZOTZs2fxGqKjoyEAGgAAAADNx78cATr/y/Wi7EAMNHvcws8YXOcFzRWhAkpcfZMuKwG/MwFfxaYXWyp93Tya0uERvRayvBlZfj0GwF8Eg2kBAP6Jyt/gEckRF95exEBjEJ4UiSfwT7CgoCA1NZVOpxsaGmIAVGAypE+M8Jx5eXto6ufRPqsPD12qJaeCgT+TlpaGRzwnJSUpKytraWm1bNmyd+/eqLv3l+pBJ37czMzU8+cw0LSIBHys0iUUuIoImhhotAIAAAAANGEMBuPFixd4GrV50VWmLl26zJ49W1NTs2PHjnjrZubMmSNGjECJzMxMWVnZwMBACoWCngoEgqFDhzo7O7u4uOjo6Fy9ehVlEolEvLGM5sWLISdPnjQzM0MJ1LJWV1fHAAAAAACajX8wAjQ6DyMSqRhVtbQkr6Q4F4MLfM3b1x4LsiqVREIn69CBAZohMpHQroVUfHK2UCgUiUQYaN7QYRB9LTLJRANlBolEgqMiAH8O9iMAwD+EDkEmyibhqREfYkLRmR40fhsFTQmNyMjI9PT0L1++FBQUoA/u4MGDGACVSNIYXkOWzL26621ixGifNYeHLTVS0sLAL0pNTU2ugHpnVVRUtLS07OzsfiPoWQwdcqkaGkRtrfSwD9C+bkrw83lSy5ZkBuOfXzwUf5XDdzqo7rcD9KHRCgAAAADQVNHpdAMDg3Pnzg0bNuz69es3btw4deqUqqqqvLy8j4/PypUrURlbW9udO3d2796dQqHMmjVr2rRp4vNDDoeD2s5Tp05F9WzatAlvhlhaWr5582bgwIGfPn3Kzs7Ga/D29kYFEhISJk+efPHiRRgBGgAAAADNxz8YAbr8h2hS+rKOQcXFxSUlJQKBAK4XN3MkEolGo1GpVBLEQIPmp7yDlkLaO1yzqKgINWL5fD4cEgH+0210LQM/MP7qURFtQqizHwMAfAPH1UYNPj7QqKEvcfRVPsx+SLFZcWlpKY/HgxjohiwvLy85ORmdkJewS8JSwgoLC9ElC/R5KSsrYwBUQyVT9gyc73nb69GngHFn1u0buMBG0xgDNUKHwYyMjMzMTNQjm5KSoqampqmpaW9v369fP3S0xP4MPjawrLMz2doaHXJR+xo1i+CQ2zRUjKZBRA1kOoOBGssojf0jaIsSFeeKCrPhCx1Ugf+anSilWP5XcX37ly7mwOYEAAAAANCULK+Apy9fvuzp6bl79+67d+/m5+fv3LkTz+/cufOZM2dMTU1Ruk2bNp8/f541a1Z2dna7du3c3d1fvnyJF5OSkpowYcLcuXPRRSp9ff20tDR06jhp0qRp06b5+fnp6uqiAqg/ccyYMWgR6DEpKWnRokUQ/QwAAACAZuXfjACNLlXTaDSUplAo0BsB0EVhtCWgU3P0+A/7MAD4+/DuEPEhEXXmwSERYN+CpdAhEW0Y/7ZzF4CmAX5b1ajBxwcaNXHAFjrBQ9/pAoEAhiNtyJhMZnJycm5uLo/HKy0t5fP5eHzb6tWrMQB+hEwkbfSYxpSQvhT8ZMqFzdv6zHQ1bImB76Hu2/RvWCyWmpqalpaWg4PDgAED6rylg19fYlQMEoyOvXDIbUrw3wmjNjL6iP/VvZLKKvD8DgoersUA+BFC+yWkTsvxS9y/tJVCqwcAAAAAoMkQhzhXtnv37io5fSuIn46pIH7qVgFPj6tQed7w8PDNmzcbGRnFxsa+fv2aWmHFihUYAAAAAECz9LdHgMY7gPGBLfFxfyHUD4i3CojzA80QHuqK2qXi4Bg4KgI8Mh5tGOioiPfsQk8YAH8CjqsAgH9IfKZHoVCa+WiRV65cUVNTc3BwQGc4WEPVoUOHkydPstlsQQU8erKwsFBaWhoD4EfQifriTqPkJWS8/K/Nvbp7g8fULqaOWPNWXFycnp6elpaWkZGBHplMpnoFOzu7+h6DCr+4hP/MGD/kwnlg04C3iBvCxUOhUIg2LbJZV6nh+zEAvld0fnYpj0fkcstvgEmhoONP7S/mwMEKAAAAAADUnoKCgo+PD4vFysnJ8fT0xAAAAAAAmrd/MAI0VtEHjPdGQFcEwOHhfb9xf0AAGjt8y8dHMILjIahMfFTEAAB/BvYjAMC/gh9/0Gkefr7XzE/2CgsLIyMj371717dvXzMzM6xBkpSU7Nev35EjRwQCAX69Qk1N7dy5c4qKiubm5i1atMAA+JGJbfooSjHXPzix7NbBgpLCwXadsOZEJBKJx3jOyMhAu49aBScnJ1VVVXT0w/6Kyodc/JIjBpoWwvewvw5tVGhrFwqFRLRwYsP9MQ/4ZwgEPp9P4PHwSP1fnBUarQAAAAAAoLZaVsAAAAAAAECFvz0CNFZp0A4MgO/BpV7QPIm7aTEAqoEDIwB/DsJfGjX4+EBjhwdpwZaMVQRA83i87OzsI0eOmJubDx48WF5eHmt4WrRo0bNnz6tXr+JP8XF0EhMTw8PD379/Ly0trVcBxoQGVfS1bitLl1p668DWJ6fzSthTXftjTVRRUVF+fn5ubi56zMvLQ480Go1MJquqqhoZGbm7u8vIyGD/CBxym4N/20bGY6AxAH5CIBBgfP5v3PQDDlwAAAAAAAAAAAAAAPyefzMCNAYRXQCABuzvH6DgkAgAAPUHjrGNGnx8oGmALRkpLi4WX4CIiIiIiYnp1q1bx44dG+DvADt06JCcnBwYGCglJYXn6Fbg8/mJiYkJCQlv3ryh0WgoR19fX1tbGwOgQnuTVvsHLZx9Zcex1zdzigpWdB3X2Pd9gUCQV0Ec64weqVSqvLy8nJwcetTR0UGPTCYTa0jgkAvqD9zMENSsPD7+16OfMThwAQAAAAAAAAAAAADwu/7BCNAANBBJOaWPP2RjAHyPVSLAMAp0PADQiOA7bOjrrMRoFgaaqNIiAfa7IEahucFHf+QJ+L5RLzEAvhebGYdvIRj460pKSio/5fF4N2/eDAwMnDx5srKyMtbADBs2LCkpydTUtHImhUIxqoDSOTk5CQkJb9++vXr1qp6eHh4M/Q8HvgUNhL2O2ZGhy6Zf2nYjzJfFKdrcewaZ2NBv9YN2xuLiYrSHih85HA4e7oyeimOd0XZuZ2eHElQqFQOgGYOzCPAzqOGJNg/RbzU/odEKAAAAAAAAAAAAAMDv+WcjQAPwD6GL0aqylA/JrIP3WPg+AFeZAQ5tG0QMk6bTiEQi9GkB0CiU77ZEApVOCHqZhsHxvEmj0AgUCgn51eBFOJ43QxI0CSVpxVO+Pvg9yuHIAHD40cBI3hA/04ODw9/E5/OFQmGVTG1t7SX16otIAAAQAElEQVRLlmANEpVKnThxopqa2s8KKFawt7dHryuhwrt37+Tl5dF2JSEhIfkNnkaPdDodA82DhbqB98iVU85veh4TNPvyjh395tApfztiGH39CQQCtHHijwiPxysqKiouLi4tLUUJcbgzSqNDonhbxRPKysoGBgZoe4aYfgAA+DvgvLQ6aMSB6mBPAQAAAAAAAAAAQHUwAjRodipC5YgzO6mMc5ZCvX1cLhf1BcIVVYB92zYoFAqDwUCPEAMNQGOhric5/6A+HsMhEAjgkN4kkUgkKpWKjs9kMhkdn39pXtgkGrXfu3+0mZrp4UEHi4qKOBwOOizgYdAAoKMHOpjQ6XR0PMF/TYGBv4XP51d+Kisru2nTJqxhqyH6uTK0LRlWwCqGhS4sLMSjSwsKCtLS0sSRpuhYJA4tRU8xgGHo3agyLnhTMlTZ0SfZ721ixMCDC4drtqERKVidQi1W/NRXHOUsqICHO6MC+CkTpeLXYyiNNj906MOjnJWUlCoH6KMyGAAAgH8KGq1VoDdEKBLiF+3hzQGo4UYmfb0WBI04AAAAAAAAAAAAVAEjQINmBw9yRT1/aOtHCRqNBhdSAQ4fCBB1D6OtQhwWAxdVAWjg8Gg2tNtiFXEeEObYJOFf2ejz/b3jMxzJG7Xf+PjEWwtWMYYr/NQNiOFnehQKBW0e6BEODn+TOABaXl5+2bJlJ0+exJoifFjoH04SCAR4JDSHw6k+GHbzhPbHpv1WWJpZrPM7nczOupAV6Ok6UpYuidUdPKyZ9A25gjj9q78WAwAA8G/BeWllqPmGru2MPzkpPDUCA6DC2fE+Bsr66DwHhiwBAAAAAAAAAABAFTACNGiO8LiH8pEDKkLlICYGiOERdeRv4HIqAA0cvs/io9ahfZZOp8MhvQnDg93xgQx/6fgMW0WzUvmwgP86AjYAUBkeA42f6UHf+d9UWloqJSW1detW/KmFhcW7d+/s7e2xZgNtcjIVMNCcnDUynnpxS2R6/Cq/U0eGLVWXVcIAAACAaqDNUln58M9CoahMNMp1pHsLVww0e+OPTkKtCR6Phxr48CsvAAAAAAAAAAAAVAEjQINmB49yEN8NFq4vgyrwwCkIiAGgsRCP648O7DCifxNG+AY/Pv/SIRqO582N+LCAn+nBYQFUhh8QfuNIAv6QqqqqOPoZcXd337FjR7MKgAbNkySNcWTosvnXdr9NjBjls/rosOV6CuoYAAAA8D04L60MD4BGj/KScloKWhgAGMblcvl8Pn6/C9hfAAAAAAAAAAAAUBmMAA2aI3EQFQbAz8EWAkCjgB/PUccYjAHTfPzq8RniXxu13/j4xIcFDICfgzO9f87V1dXX19fd3R0DoEmjU6h7Bs73vO316FPAmNNrDwxaaKFugAEAAACVQONFDH8r4J6NoAoej8fn8/FbPCHQmgMAAAAAAAAAAIAYjAANmi+4TAYAAE0GHNJBDWDzaNR+++ODzx2ABq5169YHDhxAjwwGAwOgSSMTSRs9pklQ6TfCfCed37hnwHx7HTMMAAAA+AYaL5XBbXxAdQKBAMLiAQAAAAAAAAAA8EO/dG0NBlYEAAAAAACNDPSQAQBAw+Tm5ubr64sB0Aygq2+e3cZPbtOXK+DPuLTtWfR7DAAA6hQ/Jih9lC73w/Nfmit7WVdhevzPppYVsTJnOaAE+9z64gfHqxfghjzN3z2pSmbBkQWi/Ezs50qenuEE3q2ezwm8l39wJkrkrPIQJH3EmhNotAIAAAAAAAAAAAAA8Ht+6doaBEADAAAAAIBGBgbTAgCAhsnS0jItLS03NxcDoHmY5NJ3RddxApFw4Y29t8P9MAAAqDsl/leoZm1KXpzH6oFk+xF0+261LMyLDviPAnEhZXxeDQVkR68jKetgzQk0WgEAAAAAAAAAAAAA+D2/dG2NjAEAAAAAANCowGBajRp8fAA0bW5ubn5+fn369MEAaB76WreVpUstubl/9b2j2UX545w8MAAA+HMCXum7B0orr2Z5dhexc4gyimU8TtaidhQdc1F+JsXARnbEqjKhoEoORqq42l9WljnTXnH5ZZKqblkRK2tFN5Vdr7Dv+wyKn50hyatJdh1f/OB46dvbBDIVZUp2HkOg0IR56fm7J/FTPlH0reWm7i1+eEKYn5W3Z7LC0vMEGgOfvfDSVm50AFYmkmw7jKSsxQ3z5cWGoKWzz61T2ROAlsV5d7808B7jW4w165Qnc/zmEv9rwvxMUX6GsCBTqscUiXbDytfk+xWgt+6ONQnQ6gEAAAAAAAAAAAAA4PfACNAAAAAAAKApg8G0GjX4+ABo2gwNDTkcTkpKCgZAs9HepNWegfNpZMqBl1e2PPbBAADgj5UG3qdomZDU9GnmLiXPvw4CLcpLl+o+RXHtbQJNovDarh/mlCMQGG36lfhfRcmSl5cYjr2wn5yBc97dL/G7orDsguy4Tby4EDxTmJPKnLxTaf19fkI4Pz5Usut4kpyy/OzD4uhnfmwILzZY0fOqwuJzpUEPqS0caVbu0r1nogWRFDR4UW/Kl+t/VcKlf/Uligpz5RedVlx2kX123c9WoGmAVg8AAAAAAAAAAAAAAL/nl66tQQA0AAAAAABoZGAwLQAAaMhcXV1fvnyJAdCcOOlZHhm6TIJKvxT8ZNXdI6IyEQYAAH+g1P8qw6EnSkg49yn+FgBNlFejmrRCCTSJG+n/wxycZLthpa+vo0TJ6+uSFQMt/xDnw1OJtkMIVDpZ3YBu0x7PpOhbERhSBLokRauFkJVVfS6SspYwPyP/wEzOu/uyQ5ZVniTh0h8tsayIxf/ykWblXn1emoUrWhxabYxCxQS8H65A0wCNVgAAAAAAAAAAAAAAfs8vXVsjYwAAAAAAADQqMJgWAAA0ZBoaGpKSkjExMcbGxhgAzYaFusGJEZ5TL2y+E+FfUFq0rc9MKpmCAQDArxOxc7iR/tyIl6xTK/AcbvhLqknr7wpV7wOolENS0SHKKpW+vU0gU1Ea+ykigfStg4BMxf8nfEugJPajjgaijKLSunucoIecd/dZZ9cpb30qnsRw8ii8vrtU1/Jnw07/v3ICoUwk+uEKNA3QaAWgyYPfOTQfcEgHAAAAAAAAgL8MRoAGAAAAAABNGXQyNWrw8QHQHLi6uvr5+WEANDNGSlo+o1arySj6x32YcmFzKY+LAQDAryvxvUQzb6Pmk4j/MVwHlLy4gPJFeemClGiU4IQ8obfs8MMcMYk2fdln1ki49KthQTQTe26YL0qUcUp4UW9/Wo5IKuNxxM94nwIKvOYw2vSVm3OEKM0U5WdgRGIZrxRNIkjIUFs4FN7YK+k+GKuF2q5AIwStHgCapLIKIpFIKBTij6BpE32Df/QYAAAAAAAAAIC/AkaABgAAAAAATRmMvNKowccHQHMgLy+vqakZHh5uaWmJAdCcqMsq+YxaPfHchtDUz+PPrj84ZBGTIY0BAMCvKPG7LDN4mfipVI8p2Su6i9i5BLpU0R0vQXYygUJVWOhTJhRUyalcCaNNP9b5DeixhgUx2vQt8buSs7o3WVWfJK9CoNKxH3UtUI3ssha6K+98RVLUKH9q3IoT8iR/z2RhbhqjdQ+ythnVoCXr1EoCicpwG8Bw7o3ySWr6WC38YAWaCmj1AND04CGwSTGFEYH5ovIx7EFTJu5rJ5EInQZrEIlEEomEweEdAAAAAAAAAP6KX2p8QQA0AAAAAABoZGDMFQAAaPjc3d2PHTsGAdCgGZKXlPEeuXL6pW2R6fGjfdYcG75CSYqJAQBArSlvfV75KVndUO1ETPkYzGQyc8qu/08QCqrmYJjSxgd4gp/0iWHfncCQqjyVICWrsjcAJWSGrSgvExsi2WUcvVWXMm5p1uIOZHUjkrIW7dtI0nKzDuEJ5qQd6O//tRBJMkOXV65Wot0w9IenBUmfJNoOxdP01t3RH0oorrlVsVAz8SyqBz/8cAWwpgIarQA0PWi/FgqF53bFcopFTCUa6ouFPb3JQ59y4ic2mVrm2kuVSqWSSCQIgAYAAAAAAACAvwBGgAYAAAAAAE0ZdDYAAEDDR6fTraysAgICHBwcMACaGWm65JGhy+Zf2/02MWK0z+rDQ5dqyalgAADwtxQcms39+Fpx+aWaixGZysVPT5e8vCjMSpbqNoGkrIX9mcw5ziR5FcVll2pZvs5XoOGARus/NHPfnEJOoffC4/jT7Zd36qvpKzGVbr++vXXSZqxhiEiMeBnmP81jSi3Lt5nt/mqP755r+1XklIa0G4yBvw71vIpEope30zKTOTM3tVLRlMBA83D71OcnFzPMHaXklaRotPLAdzjCAwAAAAAAAEB9gxGgAQAAAABAUwZD7DRq8PEB0Hy4ubnt3LnT3t6eSCRiADQzdAp1z8D5S27ufx4TNNpnzeFhS42Umk5gHwDg7yNQ6fioyTXkiDGn7sFqgaSowZy8E6s7Krtf/1L5Ol+BhgNaPf9KLisvOTsZdZLFpsYaahiK8y11zdUa0o+REjO+5BfmY7+on2sfKpmCgb+urEJxIe/R+fRW7dQg+rlZ6dhf78OrrMcXM/pM1EINW3R4wR8xAAAAAAAAAAD1BkaABgAAAAAATRl0MzRq8PEB0Ky4ubn5+vq2a9cOA6D5IRNJ2/rMWv/gxI0w33Fn1u0buMBG0xgDAADQDECr51+5E3DHydyJTqFff3Vr4aB54vzwxEh8BOjUnNTtl3flsvNMtUzC4sPPrzgzesu4FtomHxOjyrCyJUMXWuhaiOdCkww1DD6nxikzFRcOmq8ipzJi02gzHdMnIc/OLj2VmZ+17/oBDo9jqG6wcPB8KYbUoduHgz+HCEXCvi59ejn2KOYUb72441PyJ7Q+k3pObGPuhFdbwik5+dCnqKTQSNOoTxuP3Vf3hceHE4jESd3HuVi6iJfO4XN3Xd4dnRKjraSFd/td87uBjwB9xe/6g8AHBUUFmkqaq0d5MqWYAVGBxx948wU8dQU1ppTcdI8pI7eMVZZTYhWxvBcd33llT3x6QlpuuruV64KBc/0jX59+fBadqOSwc9rbtCsoZkUkROip6a4YvpxEJDrMaPNs+2NZSRkMVCIUCh+eS8FEWJdBehhoThhS5I79de+di7Nrz9Y1JiEwCDQAAAAAAAAA1LdfanbBIEwAAAAAAKCRgcG0AACgsWjVqlVUVFRxcTEGQLOELtJ5dhs/sU2fEh5nyoXNbxLCMQAAAM0ANFr/lVtv7nay7dCtdZc7b+9y+bzqBeZ7LeraqrPP4hMcPlecyZRinl7qPbzDsCN3jlcpr66gjgoPdBvgeXI1nmOsaXx++RkJqsTiI0uXDl10ZukprpB/7P7JiMSIsITwo/O8Ds7a5xvqi0oev+8tJ8VEhXdN3bbv+v5sVg5egwRdYmyXUW5WroPcB3g/9CksZfssObli+FJP79V5hXniRXvdOqyhqOG96LiVoTW30toWlRZd97t+eO7Bi57nZCVlQbOsdQAAEABJREFUr/pfzyrIXnbC03PEsoOz931OjcWLJWYkLhq0YNfU7aGxoWj2I3MPXlh++l30u7D48rORhPSEHVO3nlp84vj9k61b2KNXkc8uCPkcQiKSvOYckKTDCMf/h3ZnkUiUkVz0+n62e28dhhQMLNXsOHTSYCrSHp7O5vF4AoEAHxEcAwAAAAAAAABQb36p2QUB0AAAAAAAoJGBcVYAAKARcXd39/X1xQBoxqa49FvRdRxfKJh9ecfDqLcYAACApg4arf9ERGJEKbe0paGNsaaRkqzi46DHVQpkFmTlFeZ3se+M0qM6DRfnu1u7oUcDdX12KbvKLF1alRd2MG39KTmaw+OgtJW+pQpTOSQu1MbQ2lDDEH3W47qMDooOUpdXy8jLXH7C81nIi1l9ZqCS72OCTj85az/NqdPi7p9TY1EN1dfZN/Tl6E4jUSVone2MbSMSIsST3kS9bWvjjhJ923jQqHRxvhRD6viCIzdf3z5693hMcgyXy3kX/d6+hb2WkiaDyhjg2g8vJiMhraeqqyKngiZN7jnh1OPTJx/4oJePvwoLPXNUGP1J0CWcK4amVpJTKixhozWxN2lFJkGM7/+hPlehUHjreLKMHNW5iwYGmh8iEes50ig1lvfxXYE4BhoDAAAAAAAAAFBvYARoAAAAAADQlEE3Q6MGHx8AzY25uXlWVlZOTg4GQDPW17rtRo9pKLHs1sGL1eKxAAAANDHQ6vknbr+5m5mf2Wqao91Uh4SMxBuvblUpQCQQxaG9FBJFnE8hlqcJGKFM9NMPjkgklmHlU/Ea+EI+kfi1KpTDEXDlZRTOLfNxsXDxDfMdu31ifmE+muSz5GTQoQD0d2Pt1TYVccZVCEQC8rc1IZOpXB638tSyMhF6JBFJdApVnJmY8aX7cg+hUGhnbOtk7oTWCr0uCon0rZJvtX2r9s7bu1N3z1CXU3WxdDZU18c3TkqlEGcykYSBn8CHf/4cVhATUthzpBGJDL9taKZMbOT1zZlPLuRyODw+n4+2CjjOAwAAAAAAAED9gRGgAQAAAABAUwaDaTVq8PEB0Ay5ubm9fPkSA6B562LquGfgfAqJvPXJaS//axgAAICmC1o9fx9fyH/4/rH3ouN4wPG9jbfC4sO/ZH6pXEZRRoFIJMWmxqK0X/ir2lT7OvI1egz+HGKuY8agMsT5VvqWoXGhJZwSlH4R6mupaxES+2GV95purbtsmbiJKcXMYeXaGdmefOAtFAk/p8SO3DwmryIkGkckkPBYZzsjO9/w8vPkotKi99HvzfXMxWVczF1ehvljFSNbs4r/PzR1QkairorOQPf+lnoWbyLfoA5BlAiKDubwyyv0r/a6opNjOtq279SqE1qryC9RZQSI2vwFqMOVzxdeP5yk20LW1E4BA81Y77FG7FzBm/vZfD4fBoFuMsoA+C8YAAAAAAD4F37p2hrcxwoAAAAAADQycOURAAAaF319/Xfv3iUlJWlra2MANGNOepZeQ5bMvLz96Ksb2YX5K7qOgwg5AP6CxxcTOg7UI8BIIOAvap6N1i9fvujo6GD/yIuQF1pKWpZ6FvhTFTmVDrYdrvp994sj9LW7fPjiWfvnmumaMiWZNCrtP6uNSIh8+uE5q4i1a9r2yvkqTOWFg+avPLWaXVxIIBK2TNgoLSHtF/5q8dFl6XkZne06GmkajlcYs+PK7hGbxiRlJS0ZukhR5v/hs3pqujuu7Fpzev2cfrN2XNo55+D8jLyMGb2nqiuoi8tM6jlh8q6pfuH+ZViZrJSsON/JzOFJ8JOpe2fksHIN1A1SctM0lTT6uPQetmGksZYxeo00ynevq79rv51Xdk3ZPS2vMN9S1yIlK1VVQfVnr1cgFDjMaPNs+2NZSRms2SurGP75zf3M7FTukE2WGGjeFFQYDh00/G+m27gyySpkEolEqICBRgsPb8XH84arzaAyfNdGj0QiEYMftgEAAAAA/Au/dIpOEJdGCYFAUFhBU1MTAwAAAAAAoEFC56uZmZmSkpKysrIMBgPvcsBAw4a6E7hcbnZ2toyMjLS0NAYAaGbS0tKeP38+fPhwDIBm73N28tQLm/NLCtsZ223uPQPuOw9AfRvndFfXlDlygbmeGbNyPn6Cyn24npYdKjXCC/u7yopYWcs6q+wNwBqe7GVd5WceJKnpYw1AWWlR1gJ3lQNB7HPrSfJqkl3HY39L4dnpeVQtUdtFqOEpISFBJpNr2fBEmxY68+Hz+XJyclJSUlQqtQm0WFH/kVAoLC0tzcjI0Nf/8bYxffp0Nzc3Dw8P1E6vMiOHw5l8dloXm87dbbph/9SpRz4D3PpL0iUvvbj8KTlm5cjlNRQevWXciuHLjDQNsYYtrzDvwbtHw9oPQenFR5e5Wrr0dOyONWCdN3fb1m2zubYZujhAp9OJRGID3EfwgEh2QenGSWGWDip9xhlhoNkrLRJsnxdgYk/vM1ELfS+gw3vD3HpBbaAdnFPCX9TvBQZjbYBq0CaB9u7hC1q0dFNBZ4CwpwMAAAAA/H3Z2dkFBQVMJlNGRoZGo5FINXWjwAjQAAAAAACgkYGr0o0afHwANE/q6urS0tIxMTHGxsYYAM2bkZKWz6jVE85ueB4TNPvyjh395tApVAwAUJ8SowrWT3jVYaBu/yktaAz41UFjQqAx5GYdQgnJ9iOwxnO0bJ6tHvSqfX19Q0JCBgwY0KpVK6xBkpWUXXd2Ux47jyfg7py8FWsSpBhSuay8JcdXpOWk6Spr93D4x1HmTYZQKHxwNoVQRug0QBcDAMMYUuQO/XTvn4+za8/WM4FBoBu38oHhhIJiNl9NR0pDH8a8B98pZvOignKKi0p5PB7hGwwAAAAAAPxFv3RtjfwnMwMAAAAAAPD3iW9Ch4FGCD44AJotNze3K1euQAA0AIi6rNKpUaunnN/0NjFi0vmNhwYvlqQxMABAfUKXvZ9cSgx5mTl0jrmtuwr2L7BOeXLDXpCUdRj23Rite+KZwpxU1unVosJcETtXqudUibZDBF8+si9tEZWyiVLyzInbiNLyhZe2cqMDsDKRZNthDLeBZSWFLB9PfmIkgcaQ7juXZtOu+iw1rEaJ76WiOwdJcqoUHTOZIcuEBVmsUytEBdkEhpTs6HVk9f8Pdlvy7GzJi/NlAgHDvqtU3zmcoEclT88I0uPotp0k3AbVfonc4CfsazsxkZCibSo7ej1GImcv7kDRMRcWZKIZ6S07lvheJFAZzHGbSGr6vOhA9sVNZTwuRcMIrQ9GIObvnapyIKj42Zm/PAL0n2jOrR42m33ixAl/f//hw4crKSlhDUyfNr3RXy0Ln1p8AmsMqGTqzL7TMFB3UFepSCTKSC56+zCn8yA9SRkKBkAFx84abx6nPDqTM9ZTikKhkEgktLXAla5GBx/iHe3mKG3eWqnHyIY+0j/4y758ZkcF5XC5XB6PR6oAezoAAAAAwF/2S2dfVQOgiUQiOpn7/PkzfuqP/Rm0KuJKak7/hUd8cbVJ14kG9dpr/z40vddeecXgE6+ernOwtTeo1/7P34EG9Yk359de5xr4a/9ZTr2+6gb1DjTt1y5eHLFC/W3nAAAA6hyTydTR0QkNDbW2tsYAaPaUpJjeI1dOv7QtMj1+3Jl1h4YskZeEgccA+H3xkQXsPG5JEb+kUIAeS4sFJYX80vKn/MrFcjNK9y9539JNZeRCCxn5vzqcMDfCj58UpbzpCUamZK/qRTd3xfNL/S7TrdtKtB8uSIvL9uwu0XYI++JmKY/p1BYOJc/O8j6+Jilo8GKDFT2vlnFL8w/OZLgNLLy5lygtr7TxoagoL3fTMAUdsyqz0B16ipebPs5Edd87wrcjTFlJYeHVHUprbhHlVFjHl3DD/YruejGcPNAKlDzxKfCaq7j2Nl6SF/W2+OEJxVXXUTp7lQdFxwIl+CnRKjv9RUX5BUcW1HKJInYu68xqhcVnSSo6xfePsS9tkRm6XJibKjfLi6JnmbO6D6pTcfXNolv7i30vSfeckr9vusIiH7JWi/z90wtv7JHuOxf7d1BfSV5mZn5+PplMJlSozVwikSg3N1coFObk5DAYDHxerN5UbpvXn7KKQDH0hrBYLPT4n+VjYmLWrVvXpUuXzp07Q8sdVMdms9PS0igUCn5tp/JGgnKoVCqNRqPT6SiBHtFOhP1daINHu/Dt4ymycjTnLpoYAN8QiVjPkUand0REBubbtCkPgEabMRzlGiO0mwsEAgyAn+PxeHw+H30f/YUTLQAAAAAAUMUvnYN9d9UAtdDQ1QRZWdmioqLS0lJ0SgfncwAAAAAAoEHBe8IkJCTwcVagjwEAABoRNze3w4cPQwA0ADhpuuSRoctmX9nxPilqlM/qY8OXq8ooYACA2slJL42PzI+LKEj4WJD4iSXgi2o/b+irLG3jpF5j/+pof9wIP7p1O4xKQ2mldXfLilh4vlTfOfz40MJru0TsXEwowERCaovWLO8V9FZdqcataGbOohKWMD8j/8BMNLvskGVYRWgyPzG8+OHXsWn5iRFVZqm8XKX1dwmVfl/Bi3lP0TQhypWPgS07fnNZCZt/OEah3TD0VKLDSPbVHWWlRXhJzvsHEu2GEyTK55VsN5z78TXV1JGiZ4mRKUSmcu2XyI8NEeakZC10x59S9KzQI4EmUV4Vat/JyNMt3VHPBElOTZgbzP0UQDVsSdY2LX9nek0vOL5Iui/2D6Euktzc3LJvg0TWEirP5XI5HA4evlnf7VYymfwXQrjKKvArFBcX12YWtFYvX740MDAwNISRNUFVaCvKEmShPQvftCrvI2ivYbPZ3EpQMXxvkpGRYTAYyhWUlJQkJSWx3yIUCtGO+bOp+C4fFZQXHcIeNsecRIbrTuA7Jjby+ubMpxfzjG1k0BEYP8jD9clGBz/4YAD8HP5jGNhOAAAAAAD+iV9qZFUNgEZNNXQdAau4xACndAAAAAAAoKHBT1lpFaCPoTGCJgYAzRk6dNva2r5588bJyQkDAGAYnULdP2jh0lsHnscEjfZZ7TV0qZ6COgYA+Im0hKLwN1nRH/Lw8Z7F+VqGMkbWcvLKdAlpSvmfFIUhRZaUKU/IyNPGOd2tXEkLO4Xh88w19KV/KaT1zxGI5PJxIysIs1OINAk8XXBkvqggS7LjaCJTueTlJXS6LOUxg2bVjhN4h3V6FaNVN+nBi5XW3eMEPeS8u886u05561M0l+KqGxQDm/KqMhJJytq0lh2qzCJeLln9+9hTMlqNrw0oUUF2mYBPIJExvElVfqsdchn/6xtbJuQTxKOukillPE55ERIFz6i+kj9dIjoBsHKXX3CqvM4iVlmZsDyLUmn4bVKlTgohHy3r6zuGEhUL/YekpKTMzMxkZWUlJCRqP5Az2rRSU1MFAoGcnByqAXW1NIFGKx4DVFpampGRoa+v/8Myd+/+f19Db1eHDh26dOmCTv/QjBgA31NTUzPXNpOWlkY9kv95gy+0CeE/KqAjZlYAABAASURBVODxePn5+dnZ2UFBQVlZWWiS0jcqKioKCrX9IdmJEyfGjRv3sxjoilh/4fUjybotZM3s4Mdp4Ad6jzXatTAw4FFu2z40dLiDm9Q1UnCJEtQMouQBAAAAAP6h3xwBGr+TOGrw46Ek6KLDX74EDAAAAAAAwH/CI57JFWAE6MYIPjIAmjkXF5fdu3e3bt26hkHXAGhWKCTytj6z1j84cSPMd8zptQcGLbRQN8BAjaAfuvH6jVNBoaDsU3Bu2OusUP/MrNQSPFNCimzhqGRoKYf+9M2ZdAlybaqSV6YPmW3Wqr0a9i9QzZyKbh2Q6jlVVJiXu2UYc9xWPJ//5aPM4CU0K/fSV9cxAQ9t33k7x0l7zJQetJisaVIacJf3KaD4wXG5OUcYbfpmLWonys+gtnAovLVffvZhQUp0zsYhypufFJxYUnmWmlZD14qVGltWwibQJFg+nlRDO6IUkx8bQjFsyYt+T6BLEL8NRU8zcy7xvSTRcRRaJU7wI4k2/SrXU2Ula1hiec1H5qHKqUa2BT4rSNIK0oOX/HT1jOxY59aXlRYRGFKc9w8oBi2xxqmZt3rMzMwGDx6spKSEwREb1AXUcJCogNKqqqqmpqZ4fklJSVaFhISEwMBAtN+hMloVNDQ0aqgwJCTkZzHQ+PDP/nfT8zN5I+ZYYQD8iIIKw6GDhv/NdBtXJlkFBoEGANQNOGtq2v7y1wRsTs0NbGDg34IzYVAffn8EaKziOgIeUAK/aQMAAAAAAA0T3qmAD68CbSoAAGh0XF1dfX1927dvjwEAKqDzGc9u4xWkZI+/vjXp/MY9A+bb65hh4EfKKsFAY0P4BqvFJezCfF7wy4zQV1kfA3N43K/Dx5q3VrR0UkaPGvrS2K8gU4hdh+v3HG1Ipf+zn9/QLFz5n4Pyto/mxQRJdh5L0f4awCfdb27RvcOFN/agN4WkrCPISJDuNaPo/lFRcUEZr5Q5YTtZVZcT8iR/z2RhbhqjdQ+ytpl0H03WmTXZK3oIs77IjlpLZCpXmaWG1SBIycqMWJ1/eD7/SyRFy0Si/XCapWvhtV2i0kIRO09u2j5xSXrrHvwvH/N2jBUWZFH1rBgu/TnBj8VTa79EoowCc+IO9tnVoqICopQcc8zGmgrLq8mOXJ3vNQcVRm0+udmHscap2R6jVFVVBwwYYGYG32Lgb5CQkNCtgD8VCoXJFV6+fJmeno5HQmtWqDyXl5cX9pMYaPwEg53PeXIxo1VbVRVNCQyAn+jYX/fDq8znV7J7T6Tjg0DDONAAgN9W9j0MNC2E72H1DDanZqXKdvWXNzAMgG8boTiNAVB3fnMEaOzbtkj8dic+AAAAAAAAGjJoSgEAQGNkZ2fn5eXVunVrKSkpDADwzTTXAQoSslufnJ5xadsmj+ntTVph4HvooqeQncW9v1rc0QLdLY1I+S8YmZrkDotIFX5WLDGqIPR1Vtjr7ISPBXiOorqElZOSpZOyaSsFKu13wpet2ygPnWOmrCmJ/WtSfedUfqqyNwA90u06o78qJeWMDlZ+KjN0eeWnBAkZ5qQdlXMoRrZVZqkB3a4T+hM/JWu1qBJnrLTxAZ6QHrjw+xn/v6p/skRE9eAHPCE/7wSeYLgNQH/lhVt1RX/ikqKCbAKNgRIyw1ZgjUfzbKv27t27Y8eOf36Xj57L+xyctVdbRRt/OnT9iOUjllromv/njH4Rr26/vr110mbsD1zzvyEjIdPRtv3oLeNWDF9mpGlY+3nrZAXqStDn4FWn1knTJc+vOIP9IlGZ6NKLy88++H788tFM23SAW7/OrTpN2jkV1Vm52JIhiwa69w+PjxizbfzeGbvbmDth/xTa9sTx0CKRCA+G9vPzS09P19TUFMdDx8bG4uV/GAMtFAofXUjFRFingXoYAD/HkCJ36Kd7/3ycXYdCXWMYBBoA8Pvw5u3rBynPrnyBFm6ThL4dRi8xV9eTxk856vXLAt+c7p+JC3qRAZtTM+HSS8Olhyb+cyysnqGNildQkHroEDrZhutyAPt2QFMaNEhSX/8vHOJAc/NHI0BjsDkCAAAAAAAA6g1cEAEAIO7u7r6+vj169MAAAJUMtuvElJBefuvQwht7V3ef2MvSFQPf4N14wpJ80dujVIcRBNI/G8cX/B5hbqIg8TWnzSwajSa+nQs+iccRRgTkhL3ODH2VxcrlohwSmWDaSsHKSdnKWVlN909/LTN7uz0GGidBSkzervE0K3essWmerZ4uXbpgjV94QkRrk988aFjqmqvJqWANw4sPviM7Dh3cdhD263Zf25uWk7Z48AJ1RbXIhI+Lji3VVdU9Mu8QmvQpOXrZcc9rqy+JC98JuOtk6njr9a1/HgBdGfqW0amAfQuGTklJ8ff3T01NLSkpERerHAONdltUMjOl+O3DnM6D9CRlKBgANXLsrPHmccrD09ljPSUpFAq+FUEnOwDgN6AvoPys0sQotpaRDIkEh5EmpaSQn5VaUpBXpKhBo1KpZDIZq2f4+cyXT2wdE1kMNGkiYVnSZ7aJXRGPx0NP0dkIVp/xfvh1OX5hYfa1ayo9ehLwjRnOfJq9zPv3JNu0oWppofRfOMSBZuX3R4AGAAAAAAAAgHoFXUEAAMTU1DQwMDArK0tZWRkDAFTSxdRRgkJbeGPf6ntHc4oKxjr1wsA3ogooIdFzJUamYqBR4Yfe5j3Zz+FwiEQiiURCjznppaH+mR9eZUYH5wn45Z+svDLdvbe2lbOymb0ijQEx7gAjaxor7/DDGiFo9dSHa/43rvvfFAgFHW3bj+829oc5uL3XD3zJ/LJ10iYS8deOJMGfQ15FvA6PD1dXUENPzz+/iOphFbMWD1lob9IqMePLtks7CooKmFLMxYMXaKtoPw56ctXvGofHtdAzXzBwXnhiJD4C9KHbh1FVQpGwr0ufXo6/85O/Pdf2p+WlZ+ZnUEnUyb0m2hnZ7ry6O78w/3Xk2yVDFioxlfZdP8DhcQzVDRYOni/FkPoQF1o551100JPgp3QaQ4Iu+asrgCq54nvt6uqLavLlb0IrE7t1Y9bQKD/+2uUJeE+Cn51ccHTIxpF57Fx5GQWs4akSDD1jxozKU8Ux0Gi3FQqF1w9/kZWjOXfRxAD4L0Qi1mOE0ZmdEZGB+TZtygOgKRQKHP8BAL8BfT2h7yCUmLDCRkaOhoEmJPhlxunt4Vwul8fj4XdDqu8RoNG2hLYoEoUwe2trDDRppUX8ZcNe8Pl8tIGRvsHqE9q0BAIBSuhNnkpkMDAAMCzH7yW61oc2QvxyH5wMgzr0pyNAAwAAAAAAAAAAANQrNzc3Pz+//v37YwCA77katvQasmTm5e37X17OKspf3GkUBirgPXkYaLTQJ4j6RDK/cGKCi0L9c1LjilAm6hwxtJKzrBjsWdNAGgOgSYD73vyhvqsHVskJ+hx8/vnFkwuOovSoLeNMNI0YdIkqOYSKoeUvvrgUlRy1b/ru/4x+vuZ/o7dzr8rFbI1atrFwbm1ib21ghZ7qqGitHLn8qt/1M0/P25u0WnVqzfhuY9ys3KKTY5YcX35u2elN57c83HKPQqJsurA1OTsFryQiMSIsIfzoPC8Oj7Pi5Mr/jD9+/sHXQs9cSVaxSj6HW4oqKSxmj9o64ezSUyiHLxTeWX89v7Bg7LYJB2btNVA3WHrC89j9k2M7j1p8ZGnlnDn9Zr6PCTJQ1//PpVd/E9Jy05mSsnj0M66GoZ2fh7ww0jTUVtF2NnO4+ebO2C6jsYbtyJEj1TOTk5M/fvxoamoaGZgXG1Y0bLYZiQzd9qBWWrSU1zWRfXYpz9hGhkwm4zEfEPYBAPgl+KCq+G99QVPF5XL5fD6NRsM/7nr9phD/dBw0EwKBgMfj4VsXVs/gYAWqQ1sF2gLRdoi2jb9wiAPNCowADQAAAAAAAAAAgAZNT0/v3bt3X758wQdjAwBUZqNpfGKE5+Rzmy4FPynhcVZ1n0AkEDFQ0ZMHF9EbLx5XeMc7Oi1OUJBRRqNT3Dy0LByUzB2UGJJwjRo0NdDh94eur76sraKNp4euH4EefUN9B7j2lWJIofQAt37vYoJQ53uVnFYmrcLiw8sHJF54jEz67wOLgZr+fK9Fy4YtUWYq/bCAfQt79GhjYH3D/2YprzQiMXLuoYXiqSjHXMd89v55rpZtejn20FLSTMz8gvLV5dUy8jKXn/BsY95mVp8Z/7katoY2i48tndFnuoWueeX8djbuFBJFXkbBWMMwPDEC5VjpWTBoEgGf3tsYWhtqGKKccV1Grzu9Aa1hlRys1n74JhBrPXL23YD7ne06oUQX+y57ru5r+AHQCQkJ4rSGhoaNjY21tbWmpiY6weBy+TePJ+u2kDVrpYgBUGu9xhjtW/buzf3s9v1pZDKZWPFLDAyAupZVHPcp/4WgjI82L4GIj74EqxQglJEMma56ctYYaITwoDEMNF3i0ECsnpVVgoHmQVjhr8Ulw6YFqhNvhLB5gLoFI0ADAAAAAAAAAACgoXNzc3v8+PHIkSMxAEA1RkpaZ8asmXB2w50I/4LSom19ZlLJFKzZKx9HBAONFbpqraBGN7aUa2GtpqEnRyRCWD8AoLb4QiGJ9PV7kEKicPhcIoFYJQclyCTy0qGLt13a6bP4hLirLDHjy4N3D39Qp0AQ9Dk4Pi3+ZwHQFGJ5/aieMqy8H5dBY/jvfoFPSspMYlAZe2fsevsp4GnQs+MPvDeMXYtPkpdROLfM58WHly9CX+y4suvKygty0nIonyfgnbjv/cMFoTV8HxNUJQC6MrwjmVLxevlCPpH4tWsPvV6OgFs954eLqOWboKOiXcIrYRWzZSVl8Jztl3eaaJlUH0w6j537+uObV5GvN5zdhOdEJEZY6FpgDVhhYaGurq6VlZWtra2ysjKeiQ9l53crPT+TN3RGg15/0ACpaErYt1V/dTvdxq1YWQ0GgQb1Ja34UxzrtTRNoZiXzyrNEZbxxZPkGerSdMWE3DBMSIcA6MYLgsaaNohIBvUHti7wz0HoM2gIIAAaAAAAAAAA8PdAMxgAIKaqqionJxcdHW1iYoIBAKpRl1U6NWr1lPOb/OM+TLmw+cCgRQwqDWveIJqkUSORCa3aqzGZTCkpSQyAJg1aPXXOzsj29ps7A1z7ovf2Rahvt9Zd6VR6lRz0HWGmYzrArd+joCfnn18c1n4IPq+uqs6UXpOq13n8/slDs/dVCdglEYhcPqd6YQaVYaCmf/bJ+eEdh171u37N7/rxBUdGbBp9ZukpJ1NH4jlifHq8prIWKhkS++H8swtbJ23u1rpL/zWDc1i5eAA0lUz94WoERr1TkFEY6N6/Sv7ryDd92vQuKi1KyEiwNbR5F/0Oz7fSt9x1ZU8Jp0SCLoFeuKWuRfWc6kup/ZtAIpLGdBq18/KuWX1nUiiUR+8f33h1y3vhserz3g6452zmuHfGbvzpujMbnoX4NvAA6I0bN6Kvoco5eMgIO5/z+GKGrZuECLcqAAAQAElEQVSKuq4UBsAv6jxIL+xt1tOL2f2nMfBBoGEcaFD3ykQMqjSLk13EzROVCcXZsnTl9kaj1WWMTgQsrrLNje53aePurhraX3/NMm3UjdlLXHT15Ub2vnjp4bDqS5g74c6sJc56hvLVJ92/Gb1jnd/XJTIZhi0UZi5y0tSWRU/fv0k5e/xD3Oc8HX2mrb3GoJGWktLUratfSkiSZyx0xmd5eDvm7rVPu4/3QnsGBkCzBF8KoMmApi6oDqLwQT35pe0KAqABAAAAAAAAfw9c7AMAVObm5nbhwgUIgAbgZ5SkmN4jV06/tC009fP4s+sPD10iTYfIUQAAaOig1VPnOtq2j02NnXtoQU5BjpmuaQ+HbuhNrpLjH/ka7x5bOWL5qK1jO7fqpCijUEOdPRy7qcqpVsm00DPfeG4LmfSDvrPVo1fuurL79ts7eYX5e2fsolPpo7uMWuWzLo+dKyspM2/g3HfR77GKAGW/8FeLjy5Lz8vobNfRSNMQq5G2qlZrU/vq+Rwed/reWTnsnLn9Z0lW+vZXYSovHDR/5anV7OJCApGwZcJGphSzSg5Waz98E0Z1HnHg5sFuy3qSiKSWhjaHZu831PjBq7j1+s6cfjPET0d0HL7Sew3WsFWJfsYJhcL7Z1JEQlGXwfoYAL+OIUVu21v7wfn4Vh1ZBmYwCDSoL6W8okJObhkmEueQibRWmt1bKDunsj6hSVgtWooUKnHllg7Yr+vW22S+pytKsAo4189Hnjz43nNzhw/v0zeueDFxlr1rO10Wi3vJJ3TzyhfrdnWePt9x/JCrnXoYm5gp5mSVnDj0fufhnhD9DAAAAAAAau+XmlQQAA0AAAAAAAAAAIB/Q0ZGRl9fPyQkpGXLlhgA4Eek6ZJHhi6bfWXH+6SoMafXeg1dqiTFxAAAoBZyVnkwx28ma5th9aPk6RmitBy9dQ8MfA9GP/oTdzbcqPz0/IozeKL6AMZVclwt2qA/lNBU0ni27RH2X6oH/iJ92vRGfyjR0/Hrhq2vpndm6SmU0FPVFY92jOvl2KOXY4/qKzCr73Ss1n64GoizueOQdoPFT+f1nyNOt7NxR3+VC1fPWThoHvYHS5/eexr6q57fQsvk2upLePrqqouVJ6H35/SSk1ijgnZVkUiUllgc+Di30wBdSRkKBsBvce6i+fZR6kOfnAlrpSkUCj4CNMRAg7rF5mTrylsJRYLkgo94GHQLZUd77V45xclXwjaLMEFtKuHzRGsXP730cFhGWuHh3QH5eaWGJgofw7MO+vRBU29d/piSxGazuFPnOdq0UvthDbJMulCEDp7lpzoXT4WOnmLXrXf5b9qlZGjT5juP8LjwJaFAR485d2mbA9te7z3psXeL//BxLTW0ZLy9gjklvCnzHDEAAAAAAAD+yy9dWyNiAAAAAAAAAAAAAP+Iu7u7r68vBgD4OTqFun/QwnbGdol56aN9VqexsjEAAKgF2dHrSMo6WL3hxYWU8XkYqAaC3gBoFFB/qlAovOaVyFSgtemuhQHwu0hkQo+Rhhlf+KGv8rhcLtqu4JcwoM6RiJQ+Fgt6mc+SY5T/dkWbadHJeHwJj/30s3chN++Hs4zud6ljq2P4X8zHnMqT1i1+2razwe5jvdAGK85U15Lddqh7n0Fm1y9EVKnq/s1ovJ6ujifionOnzXdCmUmJBVYtVcRlaHSStZ3ax7BMlHZw0dbQlt225qWAX+YxwBTldOll1GtAff0qDwAAAAAANDEwAjQAAAAAAACggYIeIABAFRQKpXXr1q9evWrTpg0GAPgJCom8rc+s9Q9O3AjzHeWz+tCQJUZKEKYDAPhOWTGbdWqFICcFIxBlhy6nGLZknfLER4AufnC89O1tApmKikl2HkOg0IruHkY9CaLCPGqL1rKj13M/PCu661UmEmJCgYTrQImOI1HJkmdnS16cLxMIGPZdpfrOqVJ/mYDLDfPlxYaQlDRFeRnFT8+U8TkUfWvZUWuxZg9aPeAPze43AwP1DB/+Oex1bmJU8eDppmQK/G4B/BGzVoq6JrIvLueb2TNRI5dEIsEg0KBuCUX8DHastpy5lpwZiUjpYTqdRpZ4EXcuIe8DOqT9cJZT1wZpaMvg6Wmj/n+DhZyskry8UveOeig9YJjFltVff5RubVc+6rO5tfL9W9FVqurW22S+pyuacZPncyd3HSUVSZQpEIokJKmVi1U+BZo6z6F/xzOnrg/Cn6ppSGMAAAAAAADUDowADQAAAAAAAGigoO8HAFCds7Pzu3fv+Hw+BgD4OfQd6tlt/ATn3vklhePOrItIi8MAAKCS4qenSar6iiuvyQ5bwQl+JM7nvLtf4ndFYdkF2XGbeHEheKYgPU5u2l6ljQ+4H9/y4z6U52Qkys89puh5pfTtbW6EPy/qbfHDEwpLzimuuFTy+gY3+EmV+qktHGlW7tK9Z1KN7QtOrVBYfEZx9U1MIBBmJGLNHrR6AGj4UGcqjyu4dTxZ00Da0lEJA+CP9RpjVJgv9Ludidq2AoEAfgwD6lYZVhaS+ohGljRWdOhiMlFJSic6K+Bd0m2B6Jdvx0EgYhQKCU+TySRxPoVCrFgQ4ScB1ZiissTMRc5H9gRkZRSjp2YWytGR/789EadUEBmeZWyqiD+VkaWTSESmPAMDAAAAAADgF/3StTUIgAYAAAAAAAAAAMA/5u7u7uvriwEA/stU1/6LOo4s4XEmnd/4JiEcAwCAbyj61qX+V1inPIUFWZJdJ4jzOR+eSrQdQqDSyeoGdJv2XwvrWRLlVDAiiaymLyoqQDk0MyeitDxGptJbduCG+3LeP5BoN5wgIYP+JNsN5358/bP6y2vTtczdNqr4/jEJt4EkVV2s2YOgNwAaOHz4Z9+baaxcvscYIwyAuqCiKWHnrhpwvzAvu5jP5wuFQvg6AHXrc05gCZ9tquKsr9AylRV9L+qgsOx3fkkuryBBJBIS4/JROvBV8i/Nq2sg166Lgc+RYJQeOtbm8O6AR3diigt5MVE5G5c/09KWNTBWwAAAAAAAAPgzMAI0AAAAAAAAAAAAGpOWLVvGx8ez2WwMAPBfBtt12ugxTSAUzr6841n0ewwAACrQLFwUV1wmK2oW3T2Ut7tygDKRQCJ/TZK/3qacIE4QCFiZqGpdqJNByCeQxXNRynicn9ePKSw6LdV9Mj81Om/neG4Y/KIJRoAGoEErq8DK4zy7kmXjoqKuK4UBUEc6D9IjYISnF7N5PJ5AIBCJRBADDeqQsEwQnfWGQCBmFibcjNzJFRZjvwWdp8xa7Ow579G6JU+TvxTQaeRfmn3E+Ja+j+OTv7CMTRUXrHI7dyK0T3uffVtfG5kqrt3Z6WdzeXsFe+18iwEAAAAAAFALMAI0AAAAAAAAoIGCjh8AwM+4u7u/fPkSAwDUQhdTxz0D5xOJxIU39t4O98NALaSP0q3yJ0iJwepUydMznMC72C/6vbm+I+CzTizLWds3f//0spLCKhOzl3UVpsdXn4kT9Ch/79Qa68U4gffyD87EQCNRdOdQyesbkj0my886LEiLE+fTTOzxoOQyTgkv6qdxJ9xPAWU8DkpwQp/T7TrTzJw5IU/LJ5SVcYIfUY1sf1A/kVjGKy3jlmYt7kBt4cCcsI1u20mQ+hlr9qDVA0ADJxQK751OFglFnQfpYU1Oypf0NqYe+F8nu0GThix89eIdPik5MW3ZrE0924wc3nPa1pUH0FOUeefK43ED5gqFX38Mk5KU7uE2Oicr72f1e+06fe3cPexXcDk8D9dRWDMgKUNp11c38k3JlxgWj8eDQaBBnQtKuR+e/uJhzNGc4pSaS566NkhDW0b89KBPHxMzRRqddOnhMPQ07nOe17m+nps76BnJ6+gzUc6uYz31DOVRQkePufekR+WquvU2me/pKn6qrCp522+0lo4sSre0V/e+NvDxuwn7TnqMnGjLYFAqz/jg7TgJia85Y6bYTpnniIE/dv9mdMdWx/C//h3PLp7xICWJhf263m19al/4xoXIAZ3O7t/6ZlCXc7WcxWtXAFrVH066cjb8zLFgLkdY+9r+3NwJdxJi8zDwV2z2fCHeSgd2PvuzLaG6PZv8c3NKas6pDm3MrPxS8dMaNq3jB97fvByF1Q6+oaLEslkP371OwUDDEHTl0gpjA/xvo6O997gxuYkJ2K9bZ2eDNRjoRX18/AgDAHzvl1pSv/Z7PgAAAAAAAAD4EzAWGgDgZ0xMTAIDAzMyMlRVVTEAwH9x0rP0GrJk5uXtq+8dzS7KH+fkgYEaqfkkosfiu4f5aXHMiVuxesCLC6GZu2C/6Pfmqowb9UaQmaC48nrBkQWc4EcMl/4YaJYk3Aayz6zN2zFWxMphTvj/Rs5o07fE70rO6t5kVX2SvAqBSsd+1IVAlFHI3ztFyMqmW7pRTVqjHP6Xj6g2YUEWVc8KbVeiwtwq9VMNWrJOrSSQqNI9pxYcnovmJUrJyXRYgzV70OoBoMFCfagikSg1oej907wO/XVk5KhYU6Spo3bxwWGUKC3hvn/7YYvnvhu+3oWs4mkjlvQa2Hn2sok0KvXZQ//po5ZeuO/Vc0Cn5w9fXT5ze8jo3ujN2bBk94yFYxWV5THwW1y6aQY+SX3okzN+jRSFQiESiYQKGAB/QCAsD+kTlQnjOR/jsz5WLyAUikRCrPZkZGn7Nr/OyysV8EUrt7THQKMiDklnFXCun488efC95+YOWH168iB2u1d3bT1m2876WB2hUIkrt9Tvalc2db6jqoY0Bv6WJWvbduxuiBLxn/Nmjr1p76ipqCL5n3OFBmWMmPgfOf/pL29a4O+zGzCw78bNKFGSn//6lPfjXTuH7NmHNWYpYWH6DvAbIQCq+qU2FARAAwAAAAAAAAAAoEFwdXX18/MbOHAgBgCoBRtN4xMjPKde2Hzg5ZXsooLFnZrFuHp1iBN4r/Tdfbnp5d0kedtGS3abiPG5RXcPo8urosI8aovWsqPXo3TRjb2lb29hBCLDoadUn1ni2cuK2axTKwQ5KWiS7NDlZQIuN8yXFxtCUtJk+ayi6lqWBj9UXHIud/sYlb2BqHzR7YNlnGLpgQtLfC8V3TlIklOl6JjRbTr8fy7vFfIzD5HU9PmxIazzGxQ9r7DPrBGxcznhfszRawlUBvvaTkwkpGibohUjMKTEa0JW1ed/ieTHhwrSYqV7TfvxqxXwWKfXCFJjhLlpNJv2sqPWojxhTkru5mGigmyahYvMiFXlK/mTF8t5e7v46ZkyPoeib43PCxogoowic9reyjmKa26hR7RFSXYZR2/VBR+qmaxuRFLWorX82iUsN+cIeuSGPCUrauJpMbS51ly/RLth6A9PM9zg6/v/YLxPABostHsKhcIbh5NkmFTXHtpYU8eQoFGoFIGwPC7y1qUHtg6Wk2aPwCf1G9o90D/k0V3fPoO6Llo3Y/KQBR27uT6576eootC5V9vKlTy4+fzs8WsqqooGLXQnziqfIvxiIwAAEABJREFUPTQo8t2bD7GfEgaN9Bg4qldxUem+zcdiPsXT6LSxU4e0bmNTyC7esHR3dlausqrikDF9Wpgb4lW99Q8+uM17z4l1cTGJXrt8jl3agTU5JDKh6zCDi/ujQv3zWrWjkEgkPAYaA+APGMjZ8/n8Un7hzwqQiVQTJQes1rr0MkZ/GGjkZJl0oahMJCo/80z+wvLaFcBmcWRk6dPmOWpoy8ydcMeghULMx2ysDJu2wKmFuRKXIzy6LyA+Jk9dS1YkLJ+ruJiH5or7lEOjU0ZMsLFz1Dy6N7Agn/P+TfKMRW1c2+uiMmdPhCQnsnZv8p8yx3Ht4qeXHg47fuB9TlZxbk5JTlbJ4FGWaFvKziw+vDuAVcDJyy0dPNqqcw+j6msb/C7t/IkPWPl3E9nYVJHPE+G1VZ9XvJ6KKpLRkdkHTvU+7x0qXiv0qs+f/FBcxCMQCdPmO5qYKaFXqmsgl5LM5nL4g0Za37z8sbSEN2qibes2WuKlH9rxdtYSZ7TCl8+Gk8nE/NzSNm212Szep4gsLV3m7CVt0HH66L53ifH5WelFji5ak+c6opybl6N8H8dTqCRUg8cA0zZtdS6cCvV9nEAkYK4d9YaMtsbAf9E3ktfSkctIL5KVox/b/y4qIgt9Kw4bZ9PaWSv+c5734aCSIp4Mk44+ghePE9DGsGHZ8417u9Dp5ZFs6P0X58RF53p7BXE4Al19uSlzHSSlfvobNvGmVX1D/VZAuGz2Q5f2er0Hmga+Tj5zNEQgFBkYK0yd5yghQamyoYqrRZvlpKFXW1gop6eymUz6/JVuaFNcMOVu3yEWaMPAwL8gISeHzuzRQRCluUWF9zZtTP/4kUKnt5s+w9DFlZWe9mDL5uL8/KKcbNcJk1r27SfgcB5s3ZLxKUpeR7fs281PcBw2++rihezMTFk1tTZjx+u0apUUFPRkzy4+p1TZ0Kj70mUkCnWfR091c/PCzExJBQVjd/fgq1cpEoxenqtlVVV/NklBV/ezr++zg/tEAqFqixY9li4nksl7e3bXsrbOT02RYMr127QlOy4uxvdF8ocQWTX1wuysd5cuCEo5GlZW3ZYsE69e9dfCKSy8t2F9QXoaOsnsPH+BhqUVBkCTAyNAAwAAAAAAAAAAoPHR1dUNCgpKSEjQ02uCt6IGoD4YKWn5jFo96dymS8FPSnicVd0nEAlEDPwBQXqc0vp7RFnFrCWd+XEfREX53Ag/xVU3CCRK/pF5nMB79Nbd8ZLFT0+TVPWZ0/aiYpygh9KDFtOs3GnmLlRjezSVrGOm3G8OgSpRpf6yksLCqzuU1twiyqmwji8p4/Mqz1VdmVCgsstfVJCdu3WEwuKzJBWd4vvH2Je2yI5eJy5DklelaJvlrO6t6HmNpPbjEbm4nwLK+ByFFZfLStg5a/vxPr9Hmfy0z8rr7pGUNHO3jOS8f0AgU6u8WPHsBadWqO57j5EprBPLhBmJJFVdDDQeRKYy2lxLXl4UZiVLdZtAUtbCQD2DQDcAGiZ8+OeQl9kJUUUDp7YgU5rsrpryJb2N6dfbgxib6W/cs5RIJCYmpFjbmVcuZu9sExHyqc+griqqihNmDN+98UhiXMoBn02VyxQXlR7ff87r3FYFJbldG44EB4Rj5TFAvM0HlqPCU0csHjiq15ljV2XlZY5d2sHKL1wwZY2Bsc7NSw91DbVRmcyMnI3L9mw7tBIdGT+GxuzfcmL38bVyCrLGZgbzPadgTZSlg9Kr+ylPL+abtWZSKOUx0DAINPhDcgxVJ51+GAAV7t+MRn8oQSYTbVtrzF1efkOhnev8hoyxcnDRjovJ3bTy+X7v3ihTVpa294TH80fx506ErN3R+cyxYFUNmRkLne9d//TgVnkNF0+FMZn0/T592CzO8lno0F0+/L9QIPK+PgiPkEaGj2v56sWXhSvdFZX/P4Ivm8Vdt6NzIZs7ftCVLr2Mn9yLbeWk0dXDJCWJNXXEjeoB0Pl5pQe3v9l9tCeBRJg97nbluNLq85489F4kKtt5tOfju7HPHsThxcRrtWH585mLndU1ZR7ejvE5ErJhd2c0VVuXOXtpm5MHg66dj9i4t0vC57zjB95VDoAWS0os8L5S/tPNPu18Vm7pOG2+44o5DyNCM9BRmscVbD3QrbiIt2DKvajwrIJ8zuO7MTu8emZlFk0eds1jgOn7NynBgWk7jvQgk4i7NvihtwUiX/9TUkJ+dmaxtp7s5dPhRYW8Pcc9EmLzFk27f/xSP2+v94NGWlvYqKDtOTw4o/dA05sXI5dvbIdHPyPiHD5XuHH58w17uujoy21Z+eL8qdAJ0+1rs/QqGyr6KkZngxtXPLd10ECVs/JLD+14u3FvVzUN6RuXPvp4BQ0eY/2zDRVJTWbPXe5q00pt75ZXj+58HjjCcvIcB+VajGwN6lbQlcvoDyWIZLKBc5s+69aj9MsjRyTl5adevV6Sn+8zcbyqsUnorVtGLq62AwbmJiYc6NunZd9+zw7sk9PS7Lly1ftLF4OvXq5c5xsfb2VDo+GHDrPS064tXTJkz75L8+eMOnJcycjoysL5vocPt58xE9UzZPdeNTOzY8OHZsXGTjh3wf/Y0Q83b7hPnvKzSU4jR93duH70sRNyWlpvz5x+um9Pp7nz85K+9N2wUc/B8faaVcHXrrqMn2Ds3lbfwVHb1naTs8MiX38ShXJ3/bq8pCR57a8/16z+WtBLUNDV7bd5S2pEePTzZxAADZokGAEaAAAAAAAA0EDBWGgAgJq5urrev38fAqBBc1BXMRAaTOUL4zaceXcvq7DgasjzQXYdsX+tUX/dU/QsiXIqKEFW0xcVFXA/vuLFvMuYbIFPJcmriQOgKfrWrBNLRIW5NAtXya4TqtRDNWpFlFcrK2JVyefFvKdomuCLkB1ffsvO0sA7NawP1aAlgS4pSHsjzEnJWuj+bSUrdWwI+Lmbh9MsXCjaZuzLWyU7jxUVsyTcB1WpB60kWVW/6PZBUXGBiJ1XxilBmXTr9njANM26HS/qLUYiVXmxVEPbr0vUtczdNopu00HCbSBEPzc6JEUN5uSdNZehtewgHhMa/Dlo9QDQMKF9k8cV3D2Vqmkgbe2sjDVdmjpqFx8c5nJ429ceIpNINvblX+4ioYghQa9crPLBqueATtcu3Bs6po+snHTlMpGh0QbGugpKcig9d/kk9BgcGN6ydXmFugaaNBqlpJjz4V14WHDUmaNX8Vk+RycEBYRNXzAWpVVUFfecWIfWpLSEs3j6+sFjeisql0fXychKyVgaYU2Xxxijg57B/rezOw2mksnkPxwEGoKnawZfu6C56dbbZL6na05WySbP507uOkoqkpxSQfiHjPA5GeIyKAc9OriUB8/p6DGLCvkoEfQ2Zfmm8nP+Lh4mXrvL71MUFpwe8SHzvHcoPld8TB56bGGhzGBQal4HW3t1Gp1Eo0tQqSQ+Tzh0rHVMVM65Ex9YBRz0VCisuldGfsg0NlWSkqGhdOeeRujrWDyp+rzv3qSs2lq+nh27Gx7bH4gXE6/Vxj1d3vh9efYgNj42X1yPRcvyJjZTjm5urUKnkxWVJfGXXJ2puRKdUR4lJSlJtXPQQAlUuLiQ59pBT1Nb9srZ8EIWLy+vhMMVvHud3M3DBL1MLR1Zl3a6qOSH4PTggFQPt1N4VYoqUhAA/TObV75Af+jdMzFTXrrOXUaW/sY/af4KV/SFpm8kb22n+iky28JG9eD2123a65paKFu1VKuhtoiwDDNrFV2D8rORgSMt92x+hdVOlQ0VfV1cOxeBPu7Fa9uiqdFROclfWCN7X8QLW9qo1rChIpLSVJtW5euprSeXn1OKEkYtFDHw19kNGNh342Z2Zsbl+fNMO3SUVVNHmYnvAr8EvX952Asvk/4pym3ylLTICF+vQ8V5uQIuRyQUxvr7D9ldflcr2/4D7m/eWLnOuDdvui5eghKotrHePp+eP9O2tVM2Lh813HXCpFurPVGCLi2tZmaGEpIKCobObdDpmYyKSkpYWA2TUsPDcxLid3Roiy9Fx64VXljPwREllAwMi7KzK6+GlqXV2WlTjN3b2vTuLY5+Rqq/Fg0Li5srPUvy8/SdnB2Hj8QAaIpgBGgAAAAAAABAAwV9NgCAmikrKysqKkZFRZmammIANF3oC5FIrLOhmmUlpKZXC3j9h4QVt1lvBCqdlpQJv3ZrEcjUbxMJWFn5DTGlBy2W6jkVJYS5aUQpOfEsNAsXxRWXS9/cKrp7CD1VXHn9u7rJlCqLwPBFkMkY8WumqCCbQK88VhDh28pUegPJXzueaVbu8gvK+1nLilhlZf8vwIsLEbKypPrMQvXnbBiU7zWbOW4zVk3pyyuFt/ZJD1hANbLjx33t3ibQGN9evwij0DERv8qL5YY+x6crLDrNDfMtfXe36PZB5pRdaGUwAMDPQasHgAYIH/75xY10Vi5/+BxLrBmg0akLVk4d6THj2QP/9l1dTC2MPn2M7dan/bfp5aHMtq3//1bIyckyFWSx75FIRMK3U5e8nAKGRPnJA4Xy9fyk4nBX3i19/PLOFhaGWPngiBlqGsrnT1wnfpsrJSldSVmBz+Ov3Dpv+5pDXT3a4THQTZu6rlRLV5WAB5l27ZkU9T8dBLoOGw5NEtq1IQYaNEOKyhIzFznPHHvLoY2WjCxNUpp68/kofFJqEhuP8aVQyo8eFU3br/sIvrOgYxKNRsJzDvj0NjFTQom0FLaquvSH92lk8n8frMjUr7OjI5tIhO3e6J+XU9JzgKmcPOPOtagf7pLiTCqNXDmutPq86BuETP665hTK1wXhayUQiKYMv27vpGnfRktDm3n3WtS3qV+Pk+hrC6t5zcn/L0Cq9Eqf3Is97x06ZrJtC3OJ6I/ZaHUJxP8XEFc7ZZ7jgGHlvwLKySyWkqVh4CeWrG3bsbth5RwhX0j69uajj5XHFQ4aaWXnoPHqxZeDO966ttcbPdn2Z7UJ+WVk0tfPglw+rwirnSobKmJiriQtTT19JHjirNboaZu2Omu2d0KJIjZXKCoLD8742YaK0Kjk/9cG3zv/moyKaq+Vq70GDzRxbyurXh4DPfXaDQ2L8jPbvKQkOU3NmytXFGZlOQwdLqWkGHjhPFbxkZVVXOgjkkhk+nc/CyRRKIRvp1t5X76I+HxU5tskMr+UgxJk2v9nIZK/C7asYZJZp87DDpRfNuSw2aKKy33iwmhDKhN9tzEP9zoS//rVx8ePXh72GrB1m76TM55f/bXoOTiO8zkd+fDBqxPHUYFxPmcwAJqcX2o9QXsJAAAAAAAAAAAADYi7u7uvry8GAAD1jCglx/8SiboNhNkp/PjQH5ahmTqXvDgvYueUFbNztwznhr8UTyq6c6jk9Q3JHpPlZx0WpFXclpdILOOVVp6dQJcoKykU5qRiImHp+wcoh6prJUiNLSthY0IBy8ez5NlZ8VxESVleQvnIMaUBt6qsBsWwJS82hBf9HhOJCupKM70AABAASURBVHxWFN3YK55EUtQUFbFEhfllAj5Z3QDjcURF+dVfCC8xnN6qG8OxF1FGgf8lAu/44X0KKCsqQGlu6AuaRZufvdgybmnW4g7UFg7MCdvotp0EqZ8xAECNIAwLgIamrAIrj/P0crq1s7K6rhTWPNDo1HHThx7de1YoFPXo3ynQP+TEgQvZmXnpKZlH9pyJCIlq19Wl5hqMzQwSYpOKikoEAuG+LcfvXntcvYx1K4uzx6+hRcTFfJk0ZEF+HtvazvzdqxA06fOnhOkjl6I3X4Yp7dreof/wnns2HcOah65D9AkE4pMLOVwuVyAQQJAuAKDO6RrIteti4HMkmM4g6xvIXz8fiTLv34jevOrFD8vbO2sH+CWjxKfI7Py88kaoZUu1Sz5hQmFZQmzezDG3C/JLsd8SG5PbZ4h5a2etlCQ2lyPEqh3tLFuqfP6UU1paPirz+9fJNc9rZqkUFJCKlX+J5GSkFVYuzOUIUpJYo6fY2dqrh4ek1+FhNS4m17W9nmsHPRkm7VN5ADRmaqES9LZ8NTilgrCgdJSwbql273o0epeKC3nL5jwMeZeKgVqztFUL8E9CieIiXkhQmrGZ0prFT/l80ahJtiMmtExOLMDKw1IJPO53v6jHc1pYKEeGZZWUlG8/b15+MbX4zXGXCQS0KaqOm9bqyYPYxLh8E1PFyNCsj+FZ6Cv64M6Ai6fCathQQQOkbGxs1aPH033ll8h0W9n7HT0iEgozo6O9BvUvzs1Nj4pyGjXayN09JyFBwOGg0zBjN/foF+W/808JCy3OyalclW6rVrH+/iiRERV1dPhQDUurpJBgXlERyvn09KmWjQ32WzQsLb8EByWHBJeJRHc3rn959PAPixGJRD6Hwy8tPdC7p7atXa/Va806dcqKixMXqP5aXp08Hn7vrtOoMYN27Mr8HIMB0BTBCNAAAAAAAAAAAABorKSkpIyNjYOCguzs7DAAQDMTmR5vrqaP/RVUk9ZUw5bZK3tSNE1o5m1+WIbWsoPEl8jczcOF+VkMu870Vl3EkyTcBrLPrM3bMVbEymFO2FpeoUFL1qmVBBL1//OTyNKDFuduHUXRMqGZlt/gkiAlKzNidf7h+fwvkShTov3w0jc38LmkB8xnnVxW+uYmVd+6ys16iTIKzIk72GdXi4oKiFJyzDH/v1MnSUFddviKgsNz+ElRFF1LuVmH2Rc3SbgOJDC+C+2S7DiKfWZ17obBosJcip6VIDMRzUiUU8nbOwX1KNLMnWkWruUv6vsXywm8h1UMFC3dc2rB4blCVjZaukyHNRgAoEYwAnQVFaOeEk68OHXp7RUMAsSbN3zvQH38fzIa7u8RCoV3vJPKRFiXIX/pTKOB6NzL/dyJ6zcvPeg3tPueE+s3LN11fP85XQNNO0frIxe2Kygya55dWkZy9tKJW1fuj/4YZ2ii16Nfp1OHL1UpM2Ji/0PbvKcMW/glPnW+52RU5+DRvQ/u8F48bX1kaPTyTXMqbqxRvuMPG9d3bL85ga8+oE3Aa5fPsUs7sKZLUobS1kP7yZXEpM5sA7M/HQQaANDYffnyRUdHB6trI8a3HD/wyuDRVnNXuBzbG/jk3ue8vNJ1Ozv9sPDw8TZLZtx/+6o8rFNeQQI9DhltdXRv4Kxxt1K+sGYsdMYzf2c1JrS8ei7y/MlQ9E2voy+XmsKuUkBWjoHKzJ1wl0oj0uiUmucdOcF20YwHb/2StbRlZGXpVNr/g5okpaijJ9l5znvMLeWjwhmphXV1Xtm9b4ujewKWzHjAKuCYWSqnpbC79jZ5ej923sQ7mrpMRRVJGo3Uykkz7nPustkPc7OKXdrrObnW/QdaS6WlpQwGA2tURk5o6bU7cPXCJ9kZReOmtlJRkxo80urGhcjCQh6PK5i1pPyajIW1ysjeF8/fHaqk8vVmWeKcKfMcd6x9yWbz0CnE8g1tq1Tev9NZPKGqLn380oCfrQPaWtCflAxt0szWO9b77T3hsWi12+HdAewCrqwcbfpCR0lJ6s821B9aMOVu3yEWbdr+sy2hPiQkJOjp6WGNRLtpM/Z07+o2aRL6e7Bt65HBA7MT4nutXC2lpNRu+oxX3id9D3uhsy9lI6O8pC9tp033Hjs6+sULNKOUolLlepzHjH24fduZKZOSQz/037RVVk2t+7IV15YvLWWxCETi4J27sd8iIS+Paru/dXNJfoGknFzPFZ4/LKZhaXVz5QoSheIyfuKNFcuKcnMZsrJdFy35/8us9lpsPPqgFT4/c3pRTk7fDZswAJqiX2o6EeBKEwAAAAAAAKC+iUQiLpebnZ0tLS0tIyODAQBAjYRC4b59++bMmYMB0ESh63ctWrS4d++eoeHXW4K2bt364MGDrVq1wurCu3fvUOWrVq3C6t/Dhw+9vb3Pnz8vzhEKhdjvGnpyhYq0/PwOw7XkVCrno2uYAoGgNPUjYbcdc10MRqZioFHhh94ueLgnb/gdJpMpJSVFpVL/+c3c8RNU7sP1tOxQqRFeGADfKzw7PY+qJWq7SFZWVkJCgkwm17LrBW1aqamp6JAlJyeHb+1NINwNHYTRsb20tDQjI0Nf/9eCR9GMaFcLiA3MKshCCT6fD91SzRk6+KO9yV63lbK8MtqzaDTaX/g6QJsc2jG/xLD2zI9q30+nfd8mFaQCGjIBv2zH3LeSTGz8Gl38GwEPg/6lStBRtGXLlqtXrx44cCCeM378eEVFxS1btmANhpubG2rLaGtrT5ky5dy5c9jfVcPo2iVePegD9hEVv/vmwlsWBfmFi3u/6ThQr8dIQ+yPDelxPiezGE8bGCus3NJBQ0uGyxGO7H3x0sNhWLP3KTI78FXyqEm2xw+8V1SW7D3QFPszoUHpF7xDBQKRx0Az1/a6WJ368pm9e35Az8lKrTuqo/NABoPxG3tudfPnz7exsfHw8EB1Vs7HWyV3fT7f805ec8pNRo6GNXt+TxM0tGX1jeQTYvPWL3t+/FJ/7F+I/piTl1vs5KrD4QgmD7u29UB3FbVfvoNE8MuM09vDR3pqtGipgrpF6HQ6/jMw7M8sWbKkT58+Dg4OVarCT7xPb4t8/zRr+9VOGGjSSov4y4a9cPKQ7TJc+1cbrTXYtWsXqmT48OFKSt+FCOPfnqyEhLhhwxxv3SU2thB8UE8CBvWnTpyo6OKCH+Lq5BsTAFxWVhaLxUJXktHWhS4doK2rhsIwAjQAAAAAAADg74GmLwCgNtC1DHQR39/f38XFBQMA/LqYmJjs7GyscfKL+/A2MWKMY89xTr2opP8ecQcAABoaaPVUht4NdGrXUtumVKmUw+GgXvOyChhoftDGgAdAo65x9Fhz/2UdwiP4rx36Ii1LceupjQHwt5AphG7DDS8djPrgl2ffvnwQ6N+Ie0NznTx5ctCgQV27dpWWln7w4MH79+/fvXuHNSS7d+/W09PLz8+PiIjAGhLhp4fFmy1p7eZROy3FqL85tG0tiYcsfeuftGzWg2MX+1OoxJVbOmAAw1K+sAryS1GiW29jKqUODv5njoWMmWKnoiq1eOaDOg+Arj9v3rwJCQnp1atXu3btMPBzTHnG5TPhhSxObk7p/BWu2D8ir8C4dz3q0Z3YzFT2gOGWvxH9XH/YbLaPjw+6cIq+HbS14dwG1DF0UXHdunVdKqCTdgwAAP6FX2o3waEKAAAAAAAAAAAADY6Tk9PevXvt7e1pNBj8BjQvr1+/9vT0LCkpMTc337lzJ5VKtbS0dHBwSEhIUFRUPHHihIKCwoMHD9auXSsQCKytrXft2iUlJYWe+vn5CYXCcePG9enTZ+vWrSwWC804efJkvNrCwsJ58+ah3lYJCQlUf6dOnZYvX56ampqWloYeFy5cOGbMGB6Pt2TJkoCAACKRiKZ27dp1/vz5aDVQnagGJpNZUFCAEgcPHrx06RK+b06bNo1Op6ekpAwdOjQsLKx169ZoDbE/xhcKjr66cT/y9Yqu4+x1zDAAAGhUILq3MjwAGn1roAT6UkNfVfD+NGf49kAmk/FbAfyFXwvgwz8H+2Ynx5YMnNqCTIHfJ4C/yspJ6fXDlGeX8s0dmBQKBR8V71e3fHSOPXDgwHXr1q1cuXLmzJlXrlxBexA64b948SLaj9CkRYsWoZP/uXPnJiUloco3bdr0wxvLxMTEoBZBbm4ualDs3r3b0NAQtSA2btyI5kX17Nmzx87OztnZGT2iRWzbtu306dOotpycHDc3tx07drDZ7J8tYs6cOaiNgMokJiZOnz4d1fmzkteuXTty5EhpaSlq7G/fvh01Or58+YJaE+jNQa/O1dUVpRcsWIAWmpGRgV7XqFGjsIqhc+/fv49WGLV0UNukSmsINXBqevsEXO7jTbx3Z+i9t5JbDsTqn6OL9iWf8PcBKbb2mmsXP730cFhYcMb5kx+Ki3gEImHafEcTM6WMtMLDuwPy80oNTRQ+hmcd9OlzdG9gQT7n/ZvkGYvaFLI4zx/Fs1lcNQ3peStcaDTK5GHXjFoo5GaXyMrRW7fRenT7M41OnrnIWUP7//fZO300OCwkEx3yuvQy6dTDMDuzGC2CVcDJyy0dPNqqQ1fDYT3OHbs4QFqWlpdbMmf8HZ8bgwJfJ585GiIQigyMFabOc5SQoFSpRFz58QPvszOK0CplZhSh2vyfJ+bllLh10Bs00qq4mOe1KyDuUw6NThkxwcbOUbNKjqmVyqXTYcWFvNuGn7IyihSVJbv2Mp409GoLC+X0VDaTSZ+/0k2WSQ9+l3bBO1QoECmrSsnK0qbMc/zZyiCa2rIvnyYYmChYtVTBGgl8x+dwOJcvX87MzOzZsydqyGPgRyxbqqI/7F9TUpGcu/yfhV/XRnx8/JYtW1xcXHr16gWbE6hb6Ev27t27gYGBw4YNMzExwQAA4K/7pWtHEAANAAAAAAAAAACAhsjd3f3ly5edOsEdG0GTZWRkVCUnPz8fdS2gPgYzMzPU2b958+aVK1fGxsYePXq0bdu2M2bM8Pb2Hj169Jw5c+7fv6+np3fgwIFVq1YNGTLk7du3jx8/Li0tHTNmzIgRIxYtWvTmzRtx9DOCesUUFRVR10Vubm737t0tLS1RZk5Ozq1bt/Ly8tDi0Izbt28vKCjw9/ePiIjo2LFjZGRk9XVG5X18fF68eJGUlGRtbT1t2jSsotcNrQ/q0HV0dAwJCeHLUbHfVcLjiNMpBVlTLmzu3MJhWZcxUrT6HbANAADqEIwAXQWRSKRQKOhRJBJB9DPAY6CJFbD6hzY5LkdwzydVTUfK2lkZA+Cv8xhjdNAz2P9WduehNDKZ/Huh/2vXrnV2dk5PTx8/fjw6CX/06NGTJ098fX3R0XXixIk3b95ETQbUuDhx4kRQUNCdO3d+GAA9YcKEJUuWoLZAaGgoajKgFgRqbqAGhb6+PmploGYFmhEVs7KyWrp0aXh4+MePH9+9e6ekpIRqe//+PWqe17yIdevWoUmowh07dvysJGo+JCe2NfLWAAAQAElEQVQno9VGLRrUiEA5xcXFqCGDmiEuLi4BAQFnzpzp0qXL2LFjP3/+bGdnh9pEz58/DwsLQ60MNJerq6ubm1uV1tCWBRPKBDyiugWqTRD7koCVf9GQDN0rr1tZQXLpqaFkv4Pk1iOJOo6YohFWn3T0ZJMTWbb2mvjTC6dCZy52VteUeXg7xudIyIbdndctfjpotLV7R70d6/3EcwkFIu/rgwrZ3HVLnu0+1gvl7N7kf/d6dL8hFilJrBWb2hmaKM6bdPdLfMHOoz0vnQ57fC92zBRbfN5PkdlR4dnbDnbjcATbVvt26mH45F5sKyeNrh4maN6pI2507mHk3sng5dOEHv1avHyc0L6rISu/9NCOtxv3dlXTkL5x6aOPV1DbLgZVKqn8olDmxr1dgt6mrF367Mi5ftKytLEDLvcdbH7xVBiTSd/v04fN4iyf9VDXUP7mpY+Vc9bu6jxopNXH8Mxe/VscP/Aery01mT13uatNK7W9W149uvO5XRf9LZ7Pdx3rJa8gMXfiHWtb1eqvqPLKoPLorbB30tywpwvWSFT+1kN7E9o7evfu3aZNGwyAP4DOc/z8/IKDgz08POA2eqDOZWdn47+PGjBggIyMDAYAAH8RjAANAAAAAAAAaKCgtxsAUHuoW/fYsWOoH5TJZGIANEWoU9/Q8Gs/buvWrdHjq1evnJ2dzc3NUXrhwoVTp07FKoZebtu2LUqYmppmZGS8f/8+OjpaX18fn9HV1XXJkiXJycljxozp2rXrhg0bfrgsX19ff3//zZs3409DQ0PRY8eOHel0urq6Onrk8Xi3b99GOx26tmhpaYmWGBgYWL2eBw8ejB8/HpU3Njbu168fnuno6IiPNoR22/SM9OUPzmG/DZ0qfH9x89GngA8pMfem7cYAAKCRgFZPZXiXFR7wisGbAyqIR8Ct718LlFWICMhj5fJ7j22BAfAvqOtKmbSUD36a6yx1tIyTIVTSkeizFW38pcf6Yhw2KkAbeoyooMd7sJb7YC16SnGaSB98qKwkv2iZEnpKUreSXhrKYDBWrVq1aNGiU6dOocwXL148fvxYWloaX4SWllanTp2mTJmSk5PTvn376dOnV1+NkpISvwqVc+7evXvnzp2zZ8+Gh4eXlpbi+Q4ODqiBgHJQC0VVtXwQVhMTE9Qwt7Ozq3kRYjWURHX26dOne/fuI0aMwFs0vXv3plAoSkpKVlZWqAGCmjbBwcGbNm3Kzs7mcDhCofDZs2eomYPffwY1l1B7pEpriPecJWJnMibeQE9LD3bGRAKUkFwZR5TXqbJigng/QZwfyaQTZeItrH4RiKT/R7tu3NPljd+XZw9i42PzeVxBTlZJXl6pe0c9NGnAMIstq33xYi0slBkMCvrbdqj7ozsxudnFcTG5ikqS5S9HmmpooogSsnJ0OwcNdOxUUJSIjsoWL0JVXSors2jLKt/WzprjptmjnKFjrWOics6d+MAq4PB55TdgaNdZ/6RXUHkA9LPE+Z6u0VE5yV9YI3tfxGuwtFEdMta6SiWVWVWMyItWQN9AXkWtvPUnKUEtKeaFBadHfMg87x2KF4uPyaueU/0NQq/IppUaSmjryeXnlIYFZbS011DXLI+u697XJPULq/orEgt8lXziYNDuY73WLn4aGpT+8knC+OmtpGTq+O5haWlpL17EoI0QtZTR21fLLyx0woMK/3CSeBfDFRcXnzt3DrXuZ82ahYGmLiEhISW3/DArEAhqvzmhg3xhYWFtSqLN6fz580FBQTNnzsRAM5OXl+fvn4S2LvxgVfsZ0Zcvn8+vnp+amlolB21acXFxP7veCEBSUlLo06foGxNtUVUOcfLy8lwuV1JSUkJCQrJC5QQMXQ9qBiNAAwAAAAAAABooGAsNAPBL3NzcXr586eHhgQHQPKArxWTy1+t1VCoV7yKl0+l4DvoaFYlEKNG3b99r166hREFBAbqyrKCgEBAQcPv27Zs3b86bNy88PPyHlaO+VTs7O6xiwGZdXV20c6FFVK4ZLR31f1ReeuUvbrxfhEgkitewcmFxPehxkktf7HddCXmWV8yqnNO5hcPMtoMxAABoPKDVU0XlUFcIgAbY391H0CbXwk5GVoEc4p9hbC2HAfDXFbP5cZH5lo5CAZEqJFLKsB9v/wQ5HXLFoMVEZePypyQK/pSg+DXSV7GCeBDZnTt3zp07F6sIVJKXl2cwGM+ePbty5QrKR5lPnz6tvggmk5mfn4+nY2Nj0Tm8paVl165du3XrZmxsfPjwYXyS+Ny+SmOhbdu2/7kIXA0lUYMFPb1+/fqmTZt8fHyqzIh22ClTpqSnp0+dOlVFRcXLywvl4PcQwAskJSWhNanSGqLyssoEPLwAY9ojfATo6tHP5ZkqLajuc4h6ziKsfkVHZbdp+3UFBALRlOHX7Z007dtoaWgz716LIhBRS4qETyWTSeK5yOTybSP5C2v+pLujJrW0sFHj8UT41yaN+v+gDhL5B5sQU46x37v3G7+k175fvHa9PXKh/8mD7/NySnoOMJWTZ9y5FoXeSVNL5ZzM4uiPOXy+UENLJjWZhVZyzfbym24VsblCUZksk16lEpTz/+V+W+fqK3DAp7eJWXm8floKW1Vd+uyJkCo5zx7EVZlF/IrKt66yMgKRQCITv70PxB++IvHK3Lj0ccgYKwsblUWr3VYvfILqr/PoZ0RVVdWujYqMjAyNRiORSLX85kLv889Kenp6FhcXV86xtbUdOHAgBpoBHR0dIytFKSkptDn93n0AqkBXfqrkODo69u7dGwPND/pyd3S0kJaWRhcP0fW6P9+6Dhw4EBf33UEbHwEaA+AnNDU1LZ2c0EaITh2rfGOir0X03VdSUlJcASVyc3Pxp+gUjsfj6X0jvtpcg6ysLGVluKVPMwIjQAMAAAAAAAAAAKApQL2w7969S0tLU1dXxwBoBhwcHBYuXFhUVIQ6xm7duoWeVi/TqlWr0aNHv337tnXr1nPnzlVSUkK9XPv37z9//vzgwYPLx2BOT0eXm6uML+Xm5rZ169Zz585FRUW1b9/+h0HSqMydO3dQRxqbzX7+/Pn69eujo6NDQkLQJLQy6PI0VtGpdvfu3bFjx6KnL1686Nu3aqwzASNMbvP7AdAvYoLEAdCaTOUVXcfZ65hhEDAHAPjrUEdLDSEsNYNDVg0gOhz8fSQy1nag/E2vLKcuGtqGcPNu8LfdPx9HoZbZdlOkKMyhycjQGAw8nzHheuViFIfR6O//z2lSjBk/jTB2d3dHJ+0jRoygUqndu3ffsGHD58+fUT5qHaAWgZWVVfVZJCQkLC0t9+7dO2vWrOPHjx87duzhw4cxMTGBgYEMBmPGjBn/+eW1a9eumheB2iB4k+FnJVELxcnJ6c2bNx07diQSiahhgjLRaowZMwY1QNBTZ2fnVatWoZfToUOHixcvovJorVxdXbdt24Zqy83N7dat28GDB1+9elW5NbR582bxypMN3X689lRJWteV1LazMSIZFRYJBFi9uXk5qriIZ22nVvHbVYzLEaQksfaf6k2nk/dueYXWVF5BgkgkJMbl6xrIBb5KrjJ78heWtp5sz/6mHI7gyN6A1k5atVloxIfMm5cil29s366z/qSh1/JySmJjcsdNa2XbWuP5o3guR1gRFo6172awa4N/p+7ltyEyMVXcGpr1MTyrhbnSwZ0BTDm6s7tOlUoqB0D/jGVLtUs+Ycs2tE9KyF8w5f7Ri32r55BIBB63prBztA4nDrxD60mjkwJfp6ioSFZ/ReKVUdeUTvlSgBISklQajSwUiorY3DqPgUabKIVCQbsYnU6vfQB0DSrvYmpqaoMGDTIxMUFp/EfOoGnDNycajYY2pzoJgK5MW1t74MCBBgYGKP1LAwCDpgEfpwA/WNVJALT4R0cI+pIdNmwYfrCCRi74mZq/MRnfTn2rKywsTEhI+PjxI7rUjL4Z9fX1dXV10Vb3s/LoDHPy5MmoDAaaBxgBGgAAAAAAAAAAAE0E6uz08/ND/aYYAM2Auro6upg7fvz4vLw8dPn4/Pnz1csoKip6e3svWLAgNzcXpffu3SshIXH//v3hw4cnJSWhfi8LCws+nz9v3rwpU6Z4eXnhcy1evHjRokXOzs7R0dH79+9XUVGpXvPKlSvnz5/fv39/VM/69et1dHTQmgwdOrRXr16Wlpbm5uaozJAhQ86cOePu7o76PzQ1NdFV7ProAqGQyGMce45z6kUlUTAA6pkg8T37eHm8EfTngcrKMj8RTfqX/Vb/McT4AtBwoP0RnVNZOMoG3M+/dfLzjA12GAB/UVpi0Qf/rDb9KbTyqCRyXcW9denSZfTo0T169EhJSUFn7z179szOzl6yZMmAAQMyMzOPHTuGVfy4ETUBUBnxXEePHkUtgtOnT6Myt27dkpGRWbNmjYeHR3FxsZmZWUJCQs3nQiNGjKiyiCoUFBSkpKRQVb6+vj8sidoOqBUzceJElC8vL79t27Z169aVlpai9c/IyNi6dau0tLSnpydqEG3atAm9UagBEhcX165du4CAgH79+r18+XLu3LmoJVKlNYT9F7JZD/rA/QS5WkUS/7ahPcrbbhpaMjp6zJWbO1CopPKwYwyTlKKOnmTnOe8xt5Svoy+XkVqIMmctdvac98jYVFGWSafTvgvYsG2t7vc0Ydmsh3m5pbr6zIy0wtos3dRSOfB18sYVz7Myitw66ukZyo+Y0PLqucjzJ0PRcRAtNzWFjVasfReDU15Bm/Z1QbPIyjEWrXY7vDuAXcCVlaNNX+hIp1OqVFKbRQ8ZbXV0b+CscbdSvrBmLHSWV5ConqOpI+u16+3ujf7Ssj+OqFbTkO7mYTJjzE0DI3m0i1Dp5OqvSFwYvTSvnQHoLfqSkD9hln1IYNqDO58HDLPAGjZ8/6LT6ah9jXZPEomEAfBnJCUl0THcxcUFWh+gzqGTls6dO3ft2rU24/IC8HvQiZ9VBaziLh+JiYl3797lcrl6enpGRkbosUp5Fot1/PjxpUuXoivhGGgGfunbjQBXdQEAAAAAAAD1TSQSoVYr6oxBDVrUv4IBAMCvuHbtmo2Njb6+PgZAU4HH4mCN0Pv37zMyMnr27FlaWmptbf348WMdnap3l/6TMYeGnlyhIi0/v8NwLbnvQrTRNUyBQFCa+pGw2465LgYjU7G6U3RjT+G1XXhaqs9s6X5zsb+l6PbBMk6x9MCFWD1jn1tPkleT7Dr+ZwXKeJzMOY6qBz9UzsyYYKp6LAqrC/zQ2wUP9+QNv8NkMqWkpKhU6j/fBdAJKp/PL415yfvsx+PxULqsAgaaPbQZoO2zPCpFuzXNyFVSUpLBYNR+5D+0aaWmpqJDlpycHL61N4GIBPSeoGM7OvKjrwA4JQONC360LykpifuYd3pDxoApLWza/I37Jp8+fLmklDt5zoifFSgqKtm+6uDqHQve+gffv/50zY7/nwxUz6kZl8Mb2GnCLT8f7NcV87rEcwAAEABJREFUsovH9Z9z+fFR7M9sW31w3PShUtKSP1sT8UreufJYhint1tERqx9R4Z+9dvnsObGu+iSvXaeD3n4gEUlderfrO6Qb9lccWhVcUlLcd7YkuhomKysrISHxG2dBvxcoeeHCBQMDA3t7e6wBW758uYaGxrRp07A/gHbzn53CFa3Wow/cTzbvUTkTb1kU5Bcu7v2m40C9HiMNsb/u8pnw7n1NJCWpt69Gxcfkzl7qgjVvrPzS548S+gwuv/nPxhXPHdpodej2Dz4X3JfP7N3zA3pOVmrdUR3ttr90HliD+fPno0tbHh4eqM7K+fhl87s+n+95J6855SYjV8dDWddG77Y+N1+Mwv4AlyMc2fvipYfDsN/yKTI78FXyqEm22L9z/MB7RWXJ3gNNayjzG+sZ/DLj9PbwkZ4aLVqqoC+CuhoBevr06S4uLr169ULNjcr56IwdbU6nt0W+f5q1/Wqn/6zn/s1oaRm6Szud/yxZXMTbvenV8g3tsNqZO+HOrCXOtfwdRX27fj7ywI432w51b2n/9QaD+7a+fngz5s6rMVjdqf6SVy543G+IhU0rNfzpqxdf0N+i1W4/e3NqsxFWVlrEXzbshZOHbJfh2vg5Rp2MAL1r1y5UyfDhw6sMxIt/e7ISEuKGDXO8dZf482F9/8Qbn1MvDh2w8ejdbenymks+3rFdRlXVYfgI7A/8SSUcNvtAX4/5T1/UUEbI5z/YsjkzJlpGRaXXqtU0KWmsYfAa0G/g9p0KdTGUcsCg/tSJExVdXPBD3J9/Y+LDQsfHx2dmZlpYWFhaWuJ9yl5eXmFhYShhZWU1ZcoUDDQDWVlZLBYLXUlG2wCNRqu5TQS/1QAAAAAAAAD8PTAaAQDgN7i5ud25cweibQBoCFRVVY8ePXrq1Cl0MXrevHnVo5//0Iqu48zV/vbOzk+MlF90hmbRlMMOJNuPwCg1RY0TyFT5WYexZqY8yFXXsUzZSlBayufxaoieAc0N2jbKyGTUv0KlUn+jAw9aPQA0HGh/RHsx2pe1jaRNHVgPzsdZtFYiU/79TlpcVBL3+csPJ5lZGCmrKGK1RqGS1+1Ziv1TH95H1FxAvJJR4Z9bOlhif53f04Cgt6G7j69H6YVT17YwNzS1NMLqWXhAdmp8UdeJFHoFCoVSJ2GUtaSmptbAo5//Aqml4RhNCmt4ZGRp+za/zssrFfBFK7e0x5o9CUlqfm7pZs8XGemFmtrM9l3/WfRz/Zk1a1adN5+RtBQ2nUGWV/jHY2FSqMSVWzpgvyvlC6sgvxRr8BrOei5atKhONqfoyGzrVuq1KVlSzE+My6+ez2ZxCvI52rrMKvlT5zuqavyDWM+YqBxdfTkqrWqQnJKK5Fu/JDwAWigs+xiWhdW12r/kf/Xm1FKfPn2qj7z714TevjX+1BllY+P/LGk3cBCZ+qd3jauTSmrw5f273C+J43zO3FrlGf38uVUvDwz8F/Gw0IWFheHh4RcvXpSVlbW0tIyMjMQLhIWFPXv2rH17OH1q+n6p3QQB0AAAAAAAAAAAAGjQFBUVVVRU0EUuc3NzDADwT2lqah4+XI9hsnUV/Sz48pF9aYuolE2UkmdO3EaUludFB7IvbirjcSkaRrKj1xEk/n9LCv6XyOIHR/P3T6NbtZUds77ypMJLW7nRAViZSLLtMIbbwLKSQpaPJz8xkkBjSPedS7NpV1bEyj84U5ifQVJQk+o5ldrCscqCMDI1a1E7qr61IDuZJC3PnLoHrQw3zLfwxh4MKyPSpSl6ltUXhC+9rLSo6M4hXvQ7ip4FzdyljM8lq+qRtVrgU9nn1gtzUkVF+cK8dKle0zmBd4UFWQyHHlIeM1A+6/RqUWGuiJ2L1kqi7ZDiZ2dI8moS7YdXX5mvyxLw8vZOVj34oYzHYZ9ezU+OIivrlIlE5ZOqverq9WONED4QO4VSHpNEJpMFAoGo4vUCgFXaPBB8GK1f6neBSHoAGg58d0Y7MpVKbTdQ3mtJqu/tpA796j4E7WdePHp96/JDDodnZmE0Y/E4cf6xvWcz0rK2r/Vyad86KyNn1fxtcTGJppbGyzbM+hjxGR8B+mfzes7d2vl/7N0HeFNVG8Dxm51071JWadmrAyibIgLKRhQRUUABURCVoYKKgqLIhwiCiAgOBFEBRVH2UAGRvWfZo4XSvUeapN9pL8TaItJCSxr+v6dPenNzd869ueecN2+6t21zfzMx/GT3Ee/Pfv3Nl97/ZevC0yfPi8Wmp2W4ubu8/NZwpUr59MMjf9iYl935uwU/Z2VkPT287y/L1m9avSUpMaVSVb9x74xQ/DMVcWJ88uDeo5b//qW4jnVvPeCtqWOatgqZNeWLOg1qhjSpP2vK/PjYREcnhxfGDvEPrPRs31dqN6jxx7ptvfp1i7kS99aYDybPej3HZBY7deLIKb1BN/GDl718rt1p5BhNYiMnfTRu+5Y9Rw6e8K3obXDQF9xaV/drkUBPPzJy0vSxlf393nhpin9g5aEvPbl5w/Zdfx14ZcKwlT9sWLV8o8lsatO+xYChvbf9sfvXZevPn70kDsXDj3eZ9b8v8varSoUbHvkq1SqNeHWQo1NetsLAmv6RF6+UdgC0KSd37XdnqtaTKtcwyAHQ8pdqpLLStm1byea99957Uqmyyehn4cHutcSfhOs0WtXTwxtLdq00op+lvAy+J/0D3Dp0KRwyvn7VqWWLDnv7OFav5THwuca5ltzPZ+8+fiRGqVT0GxTStGWV7Czz/I93nj2ZULGKq8Wcd++anm6cO2PnmRNxOr3mySEhjZtXti7t7KmEBZ/tzUgzurjpXxrXSq/XDH38xzoNfK5Epbi56ce8FS7GvDN209J1/b74ZE9MdFrs1XSVWtl/SGhQowpFxxRaUd0g36WLDqWnGn+tcaL7I3VuuEZXN32hPfpqzp6kxKw92y+NeLWVTq/6Zv5+k9lSvZbnsNHNHRw0u/66VHCMSqkstMFigYvm7zu0/6qo8z7YvXbHrnkH8Mj+K/t2RopVP9y3Qa/H6+cYzQUPWoOQCkW38265I8UpLjZ957ZLx4/E+lZwcnbViTclJTnLxVU/fHTzSlVd3hi5PqSJ36NPNhQHKjk5OyMtJ/py6qwp214c16rgQiKOxm374/zI1wt/n/zTD3e8OK7lb+vOxkanpSRnX41Oe2xg0J+/n0+IywhvH9Cnf5A4vPM/3n3+bGLMlbTmras8O6q5qG+tWHZ884az4oIgltCjd91W9/l///XBzRvOKRVSmw4BfQcGi+M/Z/oOUaLEHd6QEWG163kVXe/r77Xz9nUsOFIsuUV41e1bLorCIJ4e3HelYWiFyAvJ0o2K/fxZu6xFa/m3R6pVd4+8lJKdldOnf/CKZccyM4wDnmnUtFWVQ/uiv/vqQHqaUaFUDB/TvHY9b3mXA2p45O3F+jMOjpqEhBuHy1sPTlxMenxcRlxMxmMDGlo/FMSRef2lda3vD7j1VNB31p2Kfs5KSflx7CspV6+6+vm1enqwf5MmF/fu3ThzRk5Wpk+Nml1ee12l0c7q1qVKcHBiVKSDm/vD7/9v1/ffxp49s2LCmz0mvrP89XF9PpzhWa1a1OFD6z+c9vSChUfXrd299HtTZlaloKDO417fu2ypnLz5Pxfr4O5u3arfZ886v2ePxWxu3PvRkJ4PWRdydvtfm+d9ZsnJcatUycHNreOoMUUXsmfpkkOrVmYkJnhU9e/17mTrXfTViAixAVmpqY7u7j3enlRwdR7+1SIPH7p89EjM6dPiIBQ6RPMff6xivfpRRw+LG++ub7xZOSg47tzZ1e9PzkxKNLi5d319fHTEiRO/bXrkfx9cOXZ07qOPvLn3gFqv/+ShHv3nfuZS4Vpm8UJbJVq4im55ob2zZtfOTksVq7ty7JiYq93zI2q0bnOTfSl7zs7OLfNduHDh8OHDBX9v8KeffgoMDKx2JzJYw5YVq22tXP7UJgAAAAAAuKeIvtvNmzdLAHBrUpZMceo+3Outn/Qh9xuP/ZWblpT48fNuT032nrQq15STH3x8TW52psq3mlO3Yd7vrDSnxKWt/NT6Us7p/cbT+7ze/NFz7LeZe9eJMakrZimdPbwnr/MY82XKkvctiVfTVn+mrlzL+/31rk9NTlk27YYrsiRccbj/STFG6e6X8ft3lqTY5EUTPEd/5fnyQlPsxRuuSGaOj1J5VnR8YKAlNSFhxpD0DV8rXf/RvZdrzPR8/XvXJyemfDPR9an3vMYvS1/7pWQyZm5dpg++z+ut5R6jvxTrKjhLoY0peuhSl01V+fp7TVyhrdVEMmXfcK9vsvxyRA5pVatF/5HewcHBycnJGbhOlAdHR0eDwSD/yCYZoIFyTb7aa7VaTx+nZp2cN/9yISXRKJWVD9+Z+785b85Z9L7JbI66FG0dP+TFJypU9Hn5rbyfb74ceXXsOyPmff/hicOnIo6e+c9523du/dvabWLg1Ilz7p6u1nTRn89c/Pighz9e8F6zVo1umJI5LS1j5Y8bpn/+zpc/fuTi4rRi2fpCE4il+Vb0jrxwRWyGJddyeP8xMXL3XwdahDee8uasFm2afLr4f+EdWohhefrqtat98cNHTw/r4+Pn9c6Hr+j12pSk1C4PtZ+/ZJrYu41rthZafnDjei3Cm/Qf+mjDkDr/trXNWjc6sPuI6O0+dfzskf0nxJg9Ow62aNP44J6jP3y76oN5E2Z8MWnDys3bt+4VL505eX7RL7P7Pt3rnVenDxj66KffTLFYcm949KpVryzWLsZv+333ob3H2tzfXCpl29ZcSk3KbtZNXzD6ubjfqAGAEkhPNy6at2/K7E6TZz2YmZlzcM/lZYsOp6UaZ37R48WxraZO2JKcmPnN5/sqVHKZPr9bvYbeYhox15KvD7m56WcvfGjCB+2//GRPfFyGdYEL5u7p82TQtLldw1pUPrwv7/Mo6lJK5561Z33Zw8vXcf3KUwXXLpY29ZPOb7x33/R3t6alZBcdU2hFmRk5ffoHNWtTpWBUcaE1Ft0jMY3ZZFnwU58atTw+/XDHa++2m7Pwoeq1PBfO3Sv2rtCYoht84mjs8cOxH8zp/O5HD+7Yeu0HGbKzTW9P6yjGLPp8v3ha6KDlZJuKbme55uXt2KxVlb5PBdcL8pk+aWuP3nU+/qrHoOGN33/rd/HqyNda/fz90b82X9z2x8VnRjR9eljjChWdC0U/34qsLJN414aPbvbJtO3Pj2kxdU6XH787kmM0Hzl41ZhtEgXjk4U9D+6LPn44Rqxrw6qT78/qNOKVFof3XxHz7tkeuW/X5Q/ndZ3xefcLZxK3/XFh9YqISlVcPvi0y5ARTXb+efHWN8PBQVuthrtYixj+c9O51u2qyeNvWOzlotWoaV666KrV3EQ5CW1Safl3RyZN7yh2YemiQ2L8918ffGFsy1lf9ejyUO2F8/ZbV7Rr26UDey5PFVv4QtOzJxNuvlUpydmTPnxAHA/yQOsAABAASURBVIQ5H+6Q8gO1xf3P5PG/N2pW6W5FP99B2xcu8KlRc9jyn7uOf/O32bMyk5OXjhnZbfxbQ5f8YDIaN+fnVki4eKFJn8eGfr/M1c9v3/If7xv2vFe1gIff/59v7dpFF/jL2xP6z50/5NvvLSZzwsVr7/6tLNa6hMhDBy8eOPD0goUD5n1+4rdN1vGpMVeXvjym59uTxPjoiAh5ZKGFZKem7P1h6VNfLhj+0y8GV9fdS763zr7xo+mtBw0ZvGhxzfDw87t3FdxmFx+fSg0azOnVs9OrYz1vFK3r4O4mVtFywFObP50jnv70+mvN+z3x7NIfHxg1ZtkrY2q0bHl+z24x/uzOHTonp4v794lNVanV1ujnG25VoS2/4d7Jtsyb5+jhMezHn/rNnrNh+odpMTE32Ze7yN/ff+fOnQXHmM3mL774IiMjQ4JdIwM0AAAAABtFLjQAJePg4FCvXr3du3fzG76wD7n5JJQabZ2myQvG65t00tZqoqvXMuvAb9oaoeqqeR1ITt2fT/riVeuUCp3Bc9xiedip63OpP82w/hCpyqeKOTE68ZMX9MHtXPu+LsYYj+/IOX84fd2X8gQ5549kH/vL9cm8CGCVVyWvN3/I2rOu0Iqc81bhoGuQlw9JU7mWOTnGGLFTE9BQ4eQqxji06Z0XgV1kRTJ1xZpZ+zZm/rVCF9TWb/7xnIvHLMlxShevAruZF7ujdPVSV6yh8s5L0KUwOFoyUp16jcw5ezB1+QxLSrzou5Ms5gL7+4+NKXrosg9v9Rg5L2/b7n8i+fvJN9zrGyxfWXbpDO8g0ZKuUqmUSiWnJIqyxqiVIFiN4gTYlIJJoFt18zq0JX3td2f6DC+jsJK6DWu+NuK9FuFNHux+nzU5cSH1g2s7OOZlJq5RJyAhPkmpUt583lbtms54b15WpvGP9X+179zGOj6ocb2Zk+e17dBCLDC4Sf2szOxCK3Jycpj11XtrftoUGxN/+uR57wqeRTemaavQfbsOp6elP/x410P7jsdEx7t5uCiUitMR5z+cN1FM0L13x/kzv8lIz0tqWD+otrevxz9W4exYLygvs3KDkDpXIq9K/67Q1v69AS1DVy7fGFirWkhY/cP7T2RnGQ/sOjJs9FNfzfmux6MPiF0Q0/Ts86AYKZZQp0FNjUatUatiYxLkjM69+3X9bOaifzt6eUmyZy+eMvsNvUErlab0lJzfV1yo21Lp7p0X/azT6TQajSiHJYt+5mPl5jg+uDf9b8LmDauuRR5PeeuPQcOb9BsUIj89cTgmoIa7p1feBXPEKy3F44LP9o0Z30ZcgQJregQ3rnDiaOzeHZFvvN9evPRgj9pzP8qLcju078qRA1e/W3BQXsjZkwnyEqS8S3qFOdP+anV/tboNfIJC/czmXEdnbUiTvAi8qgHuiXH/SHPbqq2/WqN0czcE1PQQKyo6puiKiu5doTUe3Hu50B7t23W5TgMfg0Fz+GL0pQvJ/XsukWdsGFIh4nhcoTHisdAGV6joFHM1TRzDpi0rDxp+raUxuFFewKt/gJtGp8zMzNn+58VCB02yU1mZpsMHog+PjC44xtvXsc/A4LfGrJ+9oKdOr5KSC8+1ZkXEh5OufdNp5fITYS0qv/9xp6ILDwrNO/6u7vrA6h6+fnlZ+R0dtBnpxtCwipWruv6w+HBqsjEhISMr27T7r0ude9QW66ri7yoHKB/Yd2Xfzqge4V/Li/LydWrcrNLM9/9MScoKaVqxUIjwkz2WRF9OFQOPd837pveM+d0ahv7jvkssc9uWC7XqeZ84FvvcqGvfg7phaZSLljymQaiveHRz19cP9tXr1V4+jmmpeV8YmDzzwe1bL/y29vTZ04nGbJN1LXt3RolCpVYrq1V3FwPSTTUKqyj2V6d30GpVOUaz+DRb/u2R9FTj2Hfuk8q/M9u3dxo7Tgy4+lV8esHCE7//VrVRY59aeYmu2wwZ+svEN8WA3tk5oFnee+FdvUZa7H+cYlUaBi0e/lyttveF9OzpUbWqPPLCvr23vlj3SpWTo6/8OPaVmm3CO44aYx1/bufO6i1ayMsM6/NY/IXzRReic3YZ9PU3+3/6MeXq1egTJ1x8/y5d/o2brHpvUr0HHqgSHFItrKl1vDknZ9Gzz1Rv3qJCnbqbPp7V7Ikns5KTQx7qVXCnare7Xzz61KiZmZKSk5FxYe+ehUOHWF9VqtQeVarGnTt7fteuZv2eFK+mxMTUDP/7Jz5uuFWFtvyGeyc7v3uXWOaWz+bKT6+cOP5v+3LXxcfHF3wqbqoTExMXLVo0ZMgQCbbNWv0p7bY1AqABAAAAlB3y3AAosfDw8I8++ogAaNgNi8UiodQ49RihC2qXtWtl8qIJhiadNdXqS+pr3VcKMWDMsk5pjo3MPrLFoV2/vJc0/wiFUbp4eU9anbV3XdbuNcmLJ/lMzUsP4zXhZ031vH5lc/R5lU/V1JVzpOu3N+boc6J/4wYrsi5WTCm/79dzEyo0+tzszKIrUjrnxRKZIiPMsZccO/TPOrDpyjN11VXquA//uOAWKq6vS/rnz6knzRtjSYpx7DBQ6eaTsWWpVLC9uOjGFJErj1eqFBqdPKbQXt9s+eWKNbyVuBn8m5LVX6j1ADZIpVJpNBpHJ334I65rvopt3aVKxWpOUun735zxe7Yf3Lxxx6L5y8a/P7pJi6Ci02g017tr//mR9G/ziulbt2v65+87t27aOfvr96zT9xvUq2mr0C0bt8+cPP++B1v2GdjT+pLZlPdtqIvnokYMeG3QC/2CG9c3Gk03/PRr1qrRssUrM9MzXxw3ZNOardv+2NW8TWOLyazWqK2fm2qNypidF/2jVhfuaNbprt+cKP6jx7rQ1g4e0U8eH9yk/vR35x7ceyS4cQPxdOOqLX6VfR0c9Wazxbo6tVadnZ2Xxlt9/dBZcq/d1WivRzbf8Oht37z3gW5tK1bxlUrZ+iXnxG1aaHtDofTPUolQcQBQ1Ni324q/Lz7Z4x/g1qFLjYIvKVV/f90iMSHTYNCYc8wq9bVv12jyruF5HwryVVpcnHS6a9XJTxb2rF3PW8r7aYKUChWtXw2W+vQPatys0rY/Lsz5cEeb+wP6DgzWaa9dfsWKLP9+tS/6ijym0Ip+W3um0GSF1hjUqEKhPZLyPoOujWl1n//b0zqKgbSUbLMlN+JYbKExYqDQBru5G2Yv6Ll968W/Nl+YO2PHvO8fyVugVmWdRmznDQ+avXJ01q74fYA8HHUxRW/IO1w5OWYHR+3+3ZfrNPAuOkvnnrXF3+6/Irf9cX7k663/bckqzbWjqlL/40Nw4+rT3y04+NSzjerUdxBvmSgZCuXf06iufxnsudHNe/fLux+Iu5ru5KrT69UffNp166ZzPy7O++2IDz7tYl3gN788Jh5HDVn5+nvtvH0dC65LvJuitLcK9//hm8MhjfxCm1TMG3O9WaZQaTyw57K6wKaqr5cB6yYJJpPluSd+CmtROaxVlUpV3VYtPy79Y33X/mt1/xGPV7DIyR/1tet7OztrF83b98yLNhR7WjLizluhvHbQEi5csOTkKK+3XKk06pzMvOYytU4vj8k76f55t2M95S2ma/HlT8ydd/avbcc2rN/y2dzeUz+49mpxFuvo6Tls6Y8nfv/t+KaNq9+f/OLK1dcmUypV15vXVNprA4UWEnfu7OdP9Gv/4kvVmoSZxF1ogatb6yHP1Gjd5tiGdasmv1v/gU5iGnl81KFDKTFX2wx9VuzCgsFPLxsz6qF3J0uFjtL19crbqXd2Hr/3gDwm/vx5jYNDzdZtzu7YEX/pYufX3lgx4c2EyMimfR+3zn7DrSq05TfcO6thy3+u1KBh3nt08aJ75co1w9vecF/ursWLF1uHxU5V8nINcU50d3d3dk7I2rdMgm3LO5eVak3DHsp8xaoQkQEaAAAAAADYG9E+0qpVqy1btoSHh0sAcFMJ0wc593jBuc9YdeXamTtXOXYckPztu7mZaQqDU9aetZrqodYplY4uqT/O0NVprvKpmrbmc31oR+tLxhM709d+4T5ynqFVr5hX21kSo7V1mqX+Mtvjpc9MkRFxk/v6TNmoq90s6+AfmuohOeePJEwd4P3Or/+2Iitt3RYpP0zLzUpX6B2zDv6urR5SdEVyALS6al3XwVPEgL55d7fnPpJuWc6FYy6PjdMFtc3c9pNkMhYrQFkX0i5r33qnisNyTu/PTc/L8lR0r29n+baJcFXcWYTUA7bGmgRao9EEt3bftyl1xVcnh73dSCplWZnGZx9/+bPvpoW1DBG9vRfOXrIGMauUyuys7JLNK3ToEj5zyueV/f1c3Jyzs4zyyPEjp/Qb9Mig5x/3D6yyecNfBoM+JTn1anScl7fHlo07WoQ3vnguyr96lYf6dBILn/Phgmatb3AE6gbVPD3+rFavrVjFt2Gjuj8uXvnO9LFiLW7uLscOnaoXVPPIwQgHR4Obh0vBuZQKsTtGJ2dH6b8oVEp5gwttrXUClUoZWNN/zc+//++TN8TT775a/nC/rmIgpEn91T9v6vHoA+Ia++dvuzp2+zv7ndi8ChV9Th0/W7Nu4M6t+25y9Po/84hU+i6fT9u7JbplL7WT8x1I/wwAxVWztueFs0npaUadXj13xs66DXwaNvLb+efFKv4Nxcj9ey8/PbxJWMuqO7deqvyE64mjsYkJeSmcG4b6LV146PX37r94LvHl59bMX9LLw/NaBui3x256bEDQgKGNqga4/fnb+Zuvfc/2yAe71xIrunguqV6wz6H90YXGFF2RSqUwZv8j9rHQGh95vH6hPbJOWbuu19SDMccOx9Sp7z1n+k43d/1jAxoWGjPw2caFNvLIgasrlh59Y/L97R4IHPr48oS4jKI7UvSgHTt0tdB2lnfio8mYbdIb1IHVPX767mivx+uv+Tli9YqIj7/qceFs4sofjn/0ebdxI9a2aufv4KjJzjJJd86Zk/Ft7g9o0z7g4vmkE3kB0FLdBr67tl3s1KN2Vqbp0N4rrdtVCw71+3TGzg6dq2vUqtdHrnt6eOOoS3k5nnv3a9D2gYChfX8q1hodnbV+lZyXLDw0eMTfyTWKlsZbWZQ4FJEXk2d/3VOvV8/637aClb9mraqsWHas80O1MzJyDu2L7vZIMX5yRNwmNAytcP8DgYP7/tixa81q1d2l8qxakyan//yzUoOG0cePf/3M4OeW/bh26hRjWprWyenEpk1VQkJuPrve1eXysaOe1aodWbdWPM3JzPzssd7PLvmheqvW4rY+5sy1b01UDg6+9cVe2LNnx+JFj82Y2bBrt4+7d0mNufaraJWDgtdPn2bKylLr9Se3bHHz8ys6b9y5c97Vq4f1fVxsydqp/6vZ5u/uie9eHNFmyDP3v/CSd/Uax9avs453q1QxIzEpMylJrdN5BwSc3f5XZnLyTTZP4+DgW6v29oULWgx4au+yJXuWLX126Y9iRUtfHlUlKNj1dp9/AAAQAElEQVSjatWUq9EZiYmVg0NuZausbrJ31ZqEbZ0/r8/0j2JPn/5i4JMv/rr610lv33Bf7i6z2dy5c+cK+Xx9fXNjTxk/CFZkBuZ93/KkBBuXm5NtSYs3T7yi1WpFfbxYdSIyQAMAAAAAADvUrFmz2bNnN23aVPQiSwDw75y7j0hbM9+SnpRrzHQbMk3p4efaf2Li3JGWtCSFQun+0mfWKRUOLu7Pfyxeys3O1NYKc+oy1PqStlaTrP0bE2c+a46/bGjaVV21nvNDlZO/eTt2fFdzzAXXAe8o3Xycug1LXvx2wtT+xrMH3Z75UOlV6d9WZKV08XTuNTJuQg9Jq1doDTdckXR7nB8elbb6s9SfZ4oONJWPvyn63K3P6/LwmLjJfbL2bxLtzAont7ylPfRiob0uunx15VoSgOsIcQNsk5wEWlQlOj7p+c3kqwf/iglu6SOVJr1B229Qr/+99XFCfJKLq/PzLz9tfcnVzcXgoH+i2/AXxg0p7rxCSFj9pISkJwY/XHBkv6cfXvbNr6kpacYs48sThqnVquGvPDV22KSAmv6hTfOyJzZpEfLHhr9eHvp2XFxiQI2qlyOvFl2vuILVblBDpc7LpRfSuP6+HYcDa+b9ZPabU0Z9PXdpWlpGcmLym1NGF5orqFG9Rx945vu1c6X/UrdBzQ8mfqLRqAptbcFpmrYMjTh2xq+ybyNJmvzGzNbtmomR4R2anzl5/o2XpsTHJNRuWOOBruF/bd5jnWXcOyPeGj3V1d1FTtD4b0fv4ylfaHTa50b1l0rTiq9OuldQ1GmaF/osypsc/SwBQCkY/HyToiOdXHTDxzSf8d6fpyLiAmt4dOpRy5RjnvvRromvbIyNThs0rImvn9MTg0PGjVizY9slMb0c6Nx3YND8WbteHPRL5IXkEa+0tEY/C4/1D/r5+6OpqUZjtunFca1uukVSdrbpjZHrE+PSh74Y5uioLTqm6Ioq+7vOnbHjo8l/WhMJF1pj0T1aNH+fPKWru+HVieGffbQzJSnb1V33/CvNxSoKjSm6kXUb+uz669Lk8b/HRKeFdwgIqOEhrTtbaJr+Q0ILHbSU5KxC21ne1a7vPWPyn+Kjc9T41p/P2rVx9amEhMxJ0zuaTJapEzYPG90ssKbHgKGhM979c+qczgYHzaDeP3z5Q++CSwhrWVn8ScXXpVed+TN3jhuxNjkpq15Dn8uRKZ161t605vToZ1ZWrubm5euo06matKh85lT86y+ti49Jb31/QIs2/kmJmZ9/vOftVzcmJmSOfrNN0cXO+LzbTVbaql21xZ/vr1PfOzvrWj7vmxT7m3B00g4c2vjN0RuyM3P8A92jo1KtQXqNmlXa9VekWKDZnFuhYvF+bCQ/U3Xe+Tv0haYfvrv14696SOVZy6eeXjftg2+eG3rp4IFH3p/q6ufX5fXxy994LTM5WaFUPjb9P77kf//wF36d9PaRNavl/MQag6H14Gd+Hv96Wny8wdW106vjfv9kthjv4lvh1hdbJTT05JbNS8eMSr58uWHnLr61a0srfxXj3atUafJon08ffbhC7TqKAhmUC6reouXRdWu/HjIoLTbWp2bNxMhL1pfaDB6yfeHXmSkppqysHm+/Yx3vUsGvy7jXfnrjtSvHj4m9ePKz+RumTwvp3kPr9K8Fo9d7k9dO/d+Bn39Oi4978tN5YozYyIzEpGpN8qL2q4aEihJSsLXhJltldZO9Cx86dO0HU+c99mjsubPd35ro5O39b/tydw0YcC0/fW5ursViMeZny3YdvV5SEvJaDpgjD6XM7ZOVlSV/J7lY1aLipYsmFQEAAACA0iYqpdnZ2bGxsc7Ozi4uLhIAlNThw4cvX7784IMPSgDuJaIN02QyZUYdU3zU2G3SSUmtlVCu5Bz8NWndzIQnVrq5uTk5OWm1WiKBYK9E3ScqKkpcstzd3eXSbgfx0OIibDabMzMzo6OjAwMDJaB8kkuyaJ1IT0//YfalqFPml2c0V2v4xgLupKO74r77+FinZzSB9VxFC5j4INDr9Wq1mu/G2A65ZpGUmDq25/YOjwZ07V9Dwq0ZNWTli+Na5oWK2rULp1I+GrOz27PeTTtUdHV1NRgMKpWq9E5hudl81cJTqxdcevvrcBd3nVSeffHJHi8fx56P1r3JmHvKvi3Ri6Yd7v9mpTqhvuJDQXwilOoPAsj3OYs+OLpnU8y0HztK5UrEsbiE+PQWbfyzskzP9ls+9ZMuvn7FCyC+12Sm5bze748WPVwffKKquFg5ODiU6v2G/OmZfO7cmX79mv+ySmkwSPYiIyHh0KqVzfvnRdkuHTOq9n3tgruX7+jzgkp773b2eUT7zDNerVvLl7hS/cSUC2F21NHcj5q4vXeaAOhyQQ6ATnrpmLOzs7hMFauJLCYmJjk5WbQki9Kl0+lE6brJxJQGAAAAAGWH/h4At6lhw4a7d+9OSEjw8LDzLjcAAFBOUesBbJOcdEqtVotu13aPes5/I2rrqovtHvKXgDvEbMpd/e3pqvUUlWsY9Pk0Gs3Nu+oBAICUl4ncsPqn4+tXnr4aldL7iYZEP6PM6Jyc0uLilr08OikqyrNaQFC37pIdsb+9I89vuSPespycHIvFkpvv1lvMitW2RgA0AAAAAAAoT9q0abNly5aHHnpIAgAAsD10yAE2S/ShygHQ3n5OTR5w2vLrpcZt/Vzc+WUJ3Bnb1kSmJmV3fNrBGv0s52LkizEoexkZOSMH/+rl7ZiSkjV7Qc/vvz64ecM5pUJq0yGg78DgYU/+PH7y/ZWqurz96saq1dyfHt74z9/O790ZNXxM889n7z5+JEapVPQbFNK0ZZUdf15c/dOJi+eSW7a99nWRq1fSxo1Y88rEtvUa+kjAPw1+vsl/jgFuyNvXcdQbbSSgzKm02g6jRkt2ys72TjS2WCwWflGu3LHkk4qpWG1rlAoAAAAAAFCe1KxZMzMzMyoqSgIAALA9BLoBNqtgEujW3b20emnd92cl4E5IT8n57efzdZorPXx1er1ep9NpNBpR3vhQwN1y9lTCc6ObTfxfhz3bI/ftuvzhvK4zPu9+4Uzitj8uNG5R6dD+K7m50pmTCccOXxUT79sdFdaqyrJFh9NSjTO/6PHi2FZTJ2xJTswUL507nfj5kkd6P9lAlOXUlOy3xmwY9UZrop8BAADwn0RtSA5lLm6ygGJVowiABgAAAFB2yIUG4I6Qk0BLAAAAtodaD2DjVCqVRqNxdNK37uV68K+Yy+fTJOC2bVh6Tq2RGnU0yOmftVqtnP5ZAu4SN3dD1WpuXr6OB/Zd2bczqkf4111afbVh9ekTR2ObNKt8aO+ViGOxDUMrxMWkZ2eZD+2LDg3z2/7nxUefbCiKbWBNj+DGFcSUYjm16nqpNUoPTwdxgzPtna3ePg5BjfwkAAAAoNSQARoAAACAjaLjB8AdUblyZYPBcPr0aQkAAMDGUOsBbFnBJNCh4e5eldQrvjopAbfnamTGns3Rwe2Vjk46a/Qz6Z9xd6m1f4eCPDe6+cY9Q8Tf96sef2JwSMPQChHH4w/vjw5qVKFekO/v60/7VXQ2GDTmHLNKfW0ujUZlzDbLA9bl9HqsfszV9J1/XpQAAACAUkMGaAAAAAAAYOfCw8NJAg0AAGwQGaAB2ycngdbr9R2f8Ig6m3ZoR6wE3IZfFpx09VbUbaa3pn8WZUwCbENwqN/qnyKSEjPTU42vj1y3f3eUSqUIrOG+YdWp4MZ+QY0qLF10JKxVFTFlw0Z+cnBzeppx/97Ltep5F1yOQiGFNq048rXWsz/YnpVlkgAAAIDSQQZoAAAAAABg5zw8PCpVqnT48GEJAADAlpDvE7BxinxqtVqj0QTUdanZSLf6m9OmHL66gBI6tifuQkRKs+4aBweDQPpn2JqwlpUf6Fbj9ZfWDXp0WcPQCi3a+IuRjZtXys42VajoHNzY7+K5xJZtqoqR/YeEnj+TNPGVja8OWz1oWBNfP6eCy8nNzYtEqRfk06R5pQWf7pUAAACA0lGsypRaAgAAAICyQi40AHdQeHj4F1980bBhQwkAUM4lJiaeOHGiRYsWElD+UesBbJ/oTFUqlRqNRqfTtX/Ma/4bUX+uvnRfz6oSUExmU+6qb05Xqi1VqSVKk06v14tyRfpn3HUODprvVz1ufdp3YLD4KzhB5561xZ8YqFDReeOeIfJIJxfdy2+1KThZ89ZVxZ88POPzbvLAS6+1lgAAAIBSU6y2NQKgAQAAAJQdkt8AuIMMBkNQUNCuXbuaNm0qAQDKm+Tk5FOnTp08eTIiIiI2NlbcKBIADftArQcoF8SpqlKptFqtVwXHxh2cNv96Maydn6OLRgKK4691kSmJxg5P6Q35NBqNWq2Ws4xLAAAAAIDiIwM0AAAAAAC4J4SHh3/44YdhYWH0LgNAeXH27NlDhw6dPHkyOjq64PiAgAAJsAtkgAbKBTkJtFqt1mq1rbp7Hv4zY+33Zx4ZWkcCbll6Ss4fP1+o01zh4ZuX+1mn02k0GlGuqJ8CAAAAQIkVq21NKQEAAAAAAJRb4eHhW7ZskQAA5YSjo+O+ffsKRT8LL7/8sgTYBeLegPJCTgKdkZERFx9dq2Xmvi0xl8+nScAt2/DDeYUqN7R9XvpnvV6v1WpFieJTAAAAACinMrf8cGVANevf1ZEti06Tm5Z89cVmhUZGD6lb8GnKt++mr/1CugX/NmX2/k2JHw0tNDJp3suWxKv/vjApbkIP08VjRcfnZqQUXZotIwM0AAAAABtFLjQAd1xYWNicOXPEo4ODgwQAsHm+vr7PPffcxx9/nJ2dXXB8REREtWrVdDqdBJRz1HoAG2cymS4X4OzsLD6bGrT0iDxiWfHVyWFvN5KAW3A1MmPP71eadVc5u+rl6Ge1Wk36ZwAAANw77PLWV9/oAfeR86Tb43j/k5JGe2enFIwRO28+gevASSof/6LjLRmpOVEnpfKjWG1rBEADAAAAKDt0AgEoDW3btt28eXPnzp0lAHZNtHuKO4nsHd9ISn7XrpwxXz6iKKBatWrDhg2bNWuWxWKRJ3B0dDx16tT69eu9vLwCAgICAwN9fHwkoHyi1gPYoKSkpMuXL1+5ckU8xsfHV8wXGhoqKhE6nc5oNGZmZlqejPtuasyRXXENmnpJwH/5ZcFJV29F3eZ6GemfAdymn+dHqHUqCXYkITpTKvPagWg5sZikb2celWDXzKZrzSllWcDkdUWv/FWhJtoQeSyZmXJDn2TvjBG7Upa8n2vM1lSq6TpwknV8rjErZdHEnEvH1T7+udcbOWXpv32j8vBzuP+JmFfbaQODTbGXVM4ebsNmKp09UpdOzY7YKeVaHO/rZwh/VJ7SsdPg9LVfZO4Q51deMLTjA08pNDpzwpXEj4bmRJ7QBAa7D5uVvu5Lc2JMwsxnPV/7Lm3FxwUXYl1v8tdvug2eYo6/krbqM3HSWlITtHWaug58N2XpFLG0pM9fK+hNvQAAEABJREFUcRvyQcZvizP++C7XZDKEdXLqNVKySWSABgAAAAAA95D69evv3r07Li7Oy4tIBcCeqXROpmptkg9usOSTUH6INmuzb4hKpVJeD16vVavWwIEDFyxYIOfzCA0N7datmxiIioo6e/bs2rVrMzIy6tat6+7uXqFCBYKhUb7cTgboOXPmTJs27dChQ05OTuLpqlWrxGmybNmyolN++eWXHh4eDz30kHTLUlJSnnvuuW+//VYC7gFGozE+Pj4yMlJO86xWqytWrFipUqWGDRsW+lgR56x4VaPRBNR1qRGSvObb03UbearUhLHiZo7tjb8QkfLAIK3BoDcYDKR/BlBi4rqh06sNTqrj+2Nz83ElsSc6B4VKoyyzb8iItegNKr2j6tD2K5L8NXKKk/3SGiS9oUxvP1Tivick5PL2bWazmXY55AU+BwSo3dzkS5w9XW2y9q2/MqCaPOw+Yo6uXsvEj5/3fHWhukqdxNnPp/4807nHi/Krqcumqnz9XQdPydi4MHPHLzdcmiXhisOQD3QNWifNfzXj9+/E0oyn93m9+WNudmbinBessctZu9dkbP3Ba8JP5rio2Dc6OUpPiZFi2PO178Sxjn2za87Zg3lB0hsWeLz0menSiRsupCDTlTPe765WunrFjHsg58wBlz7jcs4ddhvygfH4jvR1X4oViWliJ/TQ+DfQNeog2R4yQAMAAAAAgHtLmzZttmzZ8vDDD0sA7FReO7qrn7HfkvT09KysrJycnNsJMURZEm+d6AvR6/UOOp0cAy13ioSFhWVmZn7//fdiuF+/fvLElfKJq3paWtqlS5ciIyMPHDgQHx/v5+dXoUIFv3wuLi4SYMNus9vvypUrY8eO/eSTT24+2a5du9q1aycVR0pKypEjRyTAHhmNxri4uPjrxHB2dra/v7+rq2u9evU6dOjg6Oj4b/OKc1Z8Nmk0Gp1Od38fry/eivpzTWTb7lUk4F+YTbmrFp2qVEtRpZZOTv8syo+4yZEAoPjEZ1CbnhUbdXAVVV3x4WUymajq2gf5BkOr1To4OFi/JFOqAYLyGnsODWzfzycjI0MUJ7PZTHGyS3JZErcfonTJNyFlEHuat0Z394rvvy+aa2iXgyAKnlwI5UucZEf0jR5wHznP+jRrzzptjVB11bpi2Kn780lfvGoNgM4+vNUjf0qH+59I/n7yDZem0DnoGrQWA5rKtczJMSqfKubE6MRPXtAHt3Pt+/rfazmwyeG+vgqtXl2xuj7kfnmkJjBIYcj7erymSh0xr+b6xP+2kII0AQ2V7r5iQO0XaElLUrr5XN+dtQ7tnlA45DWuOrZ7IvvYX7YZAE0GaAAAAAA2igYRAKWkevXqu3fvvnTpUpUqRCoA9km0pIv2dJ1OJ4ZF87rFYuG+ohyRO0VE1694LNh+HR4enpqaunbt2qKzODk51c0nhkWv7ZV8ERERmzdvFk8LxkOLxUqALbmdq5M4QZ566qk1a9Zs2bJFnCDW8VFRUSNHjoyOjnZxcZk+fXpsbOzq1at37NhRtWrVFi1aiAnOnTvXvn37M2fOiCX88ssvy5cvX7BgwdSpU5csWSKun48++uirr7765ptvnj9/ftq0aS+//LIElGdyuHNCQoIc6yyHO3vm8/Ly8vf3FwPF+raM/F0d8YHiU8kxtJ3jHysuNGlbwdFFIwE38te6qJRE4/0D8qKfDQaDuL0Rt6n3yM9/A7izrF/CEReTvFTQOh1VXXsit2PI35Mpg+hAa3FycHAQA2K9FCc7Jt5i+fZVd/2r5lIpk8uzWKOjoyPtcpCuF0JRAuXfQrHnm2FzjqS+VjdUiAFjVsEXc+Vs6EqVQqO78eya6+2W4vhYLEoXL+9Jq7P2rsvavSZ58SSfqZuuT6dUqK7H8aq111dnbfNUSAVOuKILUTp7FFqtdd689yX375TtueYchdq6Ik3uP3fHdpABGgAAAICNoisIQOkJDw//448/rDlEAdgT+RZCziIsh0HTy1K+yIFlQtGsMF27dvXw8Lj57GLGyvnkp+np6XI89M6dO6Ojo52cnPz9/Q0Gg5yCUQyIEqK/zs6S0KBcuM1aj+hOnjdv3jPPPHPgwAHryMGDBz/22GNPP/30559/PmTIkK1bt3bp0qVdu3Zy9LMQEBAgTgQxXtwRLV68WMy+fv36jRs3bt68WXROi6crVqyYNGnS3r17iX6G7TOZTEajMTs72/ooiJGJiYlymuesrCxruHPVqlWLG+5clBwwJId0hPfyPrr94vol53o9U0sCishMM/3x8/naTZVeftfuOuSwNpq8AJSMnCRYXEPEx5DZbJZgX+QbDKFscvTKEbFyGDTFye7J1w1ZGeQXlwq0y8nh9RLubXKpk0ugfd8Ma2s2Tv723dzMNIXBKWvPWk31UOtLupB2WfvWO1UclnN6f2568q0szXhiZ/raL9xHzjO06hXzajtLYvS1RdUOy9q3weH+J3KzMozHdxjCOt94fqUq15hVdCFFA6ALUeTPmLeiei0zNi916DBAys0VG+/QykZ/VZUM0AAAAAAA4J5TsWJFJyenkydP1qpFpAJgn+T+Qrk/T0J5o/ingi9ZIzhvkaOjY4188tP4+Pjo6OiUlJSkpKSs6zIzM+UBUVqswdBykLSzs3NOTo4ElI7c3NzU1FSj0ejg4CDKW7ECHUQRlQc6dOjQsmXLt95667777hNPRfE+dOjQmjVrpPxI6PHjx6elpRWdvX///kuWLAkKCtq/f3/79u3feOONDRs2iAIvv1qlSpXGjRuLgcTExCNHjkjFIXZKdG+LEycjI+Py5csSSkqUByJRrEQfufzj7IIoXQXDneUUmNrr5GHHfKIke3l53Wa48w1Z7zGcnPWtejpvXBzdsnNl38oOEvBP65aes0iWRh0N8n2FKDNlE9MGwC5ZYwrFgEajkb/oy9d97Ya1/iuHBpb2h4W8fDkSkeJk9+S3Wy5dZfbFbznVtHikXMGqzC5xd5HSw8+1/8TEuSMtaUlid91f+sz6ksvDY+Im98nav0lcbhVObreyNG2tJln7NybOfNYcf9nQtKu6aj1JWi7GG1r1ytj6Q9zEnuoKgSoPX4VWL93oRNPWbBzzSlufaVtUvv7/XMh/7YWLh0LnEDOmjc+HW3MuHEv48GlzUow2IMjQ+hHJJpEBGgAAAAAA3IvCw8N/+OEHAqABuyQ3o5PNt7wrje4QOQnov72anZ1tDYaWh81mM5mKUHpED41arTaZTKrrbr3Yi0tcbj4xPG3atIYNGzo5OYnZxdLkvIBS/kmk0WhEeS46e+/evSdOnBgaGtq3b1954unTp48aNUoMREVFeXh4xMfHS9ejPKXiEJsk5hInTgnmRUFqNb1yf5N/n12Oby4U7nxXilnBJNCN23nu25T+y4KTz4wPkYACrkZm7Pn9SpMuSmdXvfX3vkn/DOB23PA7orA/ZfMWU5zuTWVWuuQBqoQoyp4uO4bw3uKv0Eh9k07ir+AY31k78/5pdV4TV9xwOS79xssDFeZc+3Uvx06Dr730+BtFp8w5vd/xwUH6Jg/mZmfGjG2vrlhT5VNFF9pensb9xU/lAbehH4q/ogux8nr7F/Gorlrv73lHzpMHfKb+Jg84P/qKZPPIAA0AAADARvG9cAClys3Nzd/f/+DBg8HBwRIAe0Q3HopLjquTgLJisViioqJMJpO7u7uTk5M1cPkW7dixQx7w9PScNWtW//79u3Xr5uHh4eXltXv37rCwMDGBs7OzeCp6nTMzMwvO6+Lict99973zzju//ZbXp9W2bdvRo0c/+eSTYhu6dOny3nvvNW7cOCMjQ9wvtWzZUioOUY8zm81iddHR0YGBgRJgv8SZpdFoDAZ9+8fdl82IPbo7rn6YlwRc98uCk67eigatHAz5SP8M4E7hSoI7iOKE0kPpAkqJ0s0nfdOijC1LzDGXnDoPUflUke5tZIAGAAAAYKNoHAFQ2sLDwz/77DMCoAEAwN1yp2o9vXv3/vbbb+XhhQsXvvfee8nJybGxsYsWLRJjwsLCnn32WY1G88QTT1hn6du376VLl2rUqCGGH3zwwYEDB3bt2jUyMvKRRx7p1q2b0Wh0cnJ6/PHHv/vuOwlAEdYfjhdnVs0g18CglNWLT9cJ9VSpacpAnhP74i9EpDwwSGsw6PR6PemfyzX5XTt/PGnD0rMSUEByfLY8wKkNAADKjMqrktuz0yVcRwZoAAAAAABwj9LpdI0aNdqxY0fz5s0lAACAMnc7v3szfPjwgk+XL18uD9SrV2/x4sUFX3oqX6HZjxw5MmjQIOvTV/NZn2q12gMHDkgA/p3oZFUqlRqNRpwvHR/3nvdG5La1keHd7vXkWxDMptyVi09VrKmoUisv+lkQ5YSfgC+nFPnEwOkjieJPAoqQPw6IgQYAALgryAANAAAAAADuXa1bt54xY0ZYWBi90QAAoOzdrViZWrVqValSZe3atRKA2yBOYVGP0Ol03hUdGt3vtHnFhcbhFRxdNBLubTs2RCXFZrd7Ii/02WAwaDQatVptjaNFuaM3aN76JjQtLS0zM9NkMt3Ol5dgZ+Svwbh5OJHiHQAA4G4hAzQAAAAAG0V3AoCyER4evmXLlnbt2kkAAABl627Vek6ePCkBuG1y1k+1Wq3Valv38Di2I2PDD+cfGlRTwj0sM8302/LztcNUXn55AdA6nU6j0RAZWU7J57hKpXLzdNA5KLKztRaLhRZLWMnFQ5zm4lNADPA9BwAAgLJHBmgAAAAANor2YgBlo3HjxnPnzg0LC3NycpIAAADKELUeoLyTk0BrtVpXd4eW3Z03fXelxQOVfCs7SLhXbfjhnEWyNOpokFnDIiWUT+K9U6vVOp1OqVTq9frcfBKQT454FiVEo9FwpgMAANwVZIAGAAAAAAD3uvDw8M2bN3ft2lUCAAAoQwRRAeVdwSTQTdp77v89/ZcFJ58ZHyLhnnQ1MmP371caPah0cdfLSWFF2SD9c3kn3kH5rbRYLBKf3ShAPrWV10kAAAAoc2SABgAAAAAA97p69ert3r07JibGx8dHAgAAKCuExAH2QaVSaTQag0Hf/nH3ZTNij++Nr9vYU8K955cFJx1cpYatHQyiNOj1pH+2A3KK39zcXKVSSegzbkg+xznTAQC4pyTNe9nl0VeU7r5FX0r7dU5uVrrzo6/ETejhNniKumo9qRzK2PSN0tld3/S20gblZqSIA+U+cp5UmsgADQAAAMBG0akAoCyFh4dv3br1kUcekQAAAMoKtR7ADsi9rWq1WqPR1AxyrdYgeeWiU7WCPVRqguHuLRH7Ey5EpNzfX2Mw6GSkf7YbRLgCAACgIGPEzv+cxnXgJJWPv1SGcs4e1FSuI2l10m0zntmvq99auj2WjNScqJNSKSMDNAAAAAAbRacCgLIUEBCwe/fuCxcu+PuXaYMUAAC4l1HrAeyDOJeVSqVGo9FqtQ/0854/Pmr7+qjWXSpLuLZn2dEAABAASURBVGdYLNLKb05VCFQE1NfLRHlQqVQSAAAAABuW8u275sSrlsRoc9JVp67PObTrl5uRmrzwzZzzRxU6g3OvUbqQdmkrPzUe2+7x6kLj0W3JiyY6hPc2J8YkzHzW87XvxDTycrIPbU79eaYk5Sr1zpqAhmJM8tdvug2eonBwFbNYUuMtKfFO3YY53Nc315iVsmhizqXjKvcKxnOHfN5dmx2xM2PTN6YrZ/SNOuqbdEr96SNLRoqoZLoOfFdTPSRuQg915Vqm6PO5xkzn7sPT1n2Vl2H64dH6xh0L7YtYo/sLn6q8KhUcmb1/U9qqz0St1ZKaoK3TVCxTDKf9PCtzxy+SQmlo1s3poRcL7aBr/wlid4yn96u8K2trhcnLubYZlyKU7r6uA95ReVY0x19O/nq8JSlWYXByHThJXbFG1o5f0zd9k5uTpQkMFtOkLJ1iTriS9PkrbkM+kEpNsdrWlBIAAAAAAICdkpNASwAAAGWFDNCA3RB9riqVSqfT+VRyDGnr+PtP5zPTTBLuGTvWRyXGZrXoqdXr9QaDQavVqtVqRT4JAAAAgA2zpMZ7vLrI6/UlKYsniaepK2YpnT28J6/zGPNlypL3LYlXnboMNSfHZv75Y/KiCe4jZjt2eVbl7uPx0mfW6GdLUqx4yXP0V54vLzTFXiy48Myty/TB93m9tdxj9JdiGjEm5fvJuRaL18QV+tAOloQr8mQ5kRE+H/zh1H146s8z3QZN8X53tUO7finLpsqvairW9HrzB139Vmmr53u+usht4Ltpq+ZIt8x05Yz78Fnek9dmH9uRc+ZA9oHfso9s9Zrws/fbv4r1Zu1aXWgHtfVb64LaOvd8wRr9LFN7VfZ651fH9v0T57wonibNHaUPaS/GGMI6i+G8MV+P9xz7jdg1yWQyR5936TNO5eFXqtHPEhmgAQAAAAAAZBUqVHBzc4uIiKhdu7YEAABQ+giMA+yGnARarVZrtdq2D3sd33lx7tv7nd20Eu4NUedSa4WpvPzycj+LMqDRaER5kAAAAADYPF2DNgqtXuHhJ2m0ksloPL4j5/zh9HVfyq/mnD+iC23vNmRq3MSezg+PUle+Qf+RMWKnJqChwslVDDu06Z2bnWl9yanXyJyzB1OXz7CkxEtmk2QxZx/a7DH6C/GSoU3vlO/flyfLSxqt1ijdfDxf+y5rz7qMrctyLp3INV5bjrZuC/GocvbU1mqi0BmUHhVy01MKbsDVF5takmLEQMzoVuLR8/XvtXWaW18VC1e6+4oBtV+gJS0p+9g248nd0c82kF9Vefjpm3a5+Q7KDC175R2uoLaJs58Xq8uJPOnZrl/eLrfvn/Ljh7mZaZpqDeM/GKAPae8Q/qiqQjVzXJRU+orVtkYANAAAAICyQy40AGWvTZs2S5YsIQAaAACUDWo9gD2Rk0BrtVoXN8N9fdwPbE7OyMziNL9HePgpmnZydHBwMBgMOp1OlATSPwMAAADlgkJ9/ZurCkWuxSL+e034WVM9RAyYo8+rfKrmvZRjVGj12Ue3OfV84cZLsVyr+ik0+oIB0EnzxliSYhw7DFS6+WRsWSpagvK/PquWVyepr0XkKlSavH9mU8y4DrqGbfWh7dUVa6RvWnh9C68H7ipvHMHrO2uXeIyb0MP9hU9VXpX+bQfzaii5eTvo3GesU7dheSuMv6x0cr+lHSxIqcw1mRQqtSRXefL3KDcn2/PVRdmHNmfuXpX26xy352aIXZBKHxmgAQAAANgoeokAlD1XV9fAwMADBw6EhIRIAAAApYxaD2BPrEmgdTpd4/s864Tps7Ozc3JyiIG2e+KtF++7Xq+Xo5/FsCgJXOEBAACA8khbp1nqL7M9XvrMFBkRN7mvz5SNCgeXxPljPEZ/mbz4nYzNSx3a9pGUqlxj1t+z1G2R8sO03Kx0hd4x6+Dv2up/dzDlXDjm8tg4XVDbzG0/SSajlJurrdEo6+BvjhUG5Zw9JKdttsrNzjDHRorpFTpD0vxXpdKpSurqtkxe/LZD+KMKlTb+f0+49MnbvCI7qLTmn7bKOrDJ8cFBxhM7NNUaqLwqKp3cck7v19QINUbsUegdFDqHmLHtvSet0gXfl/z5WFPUKU3l2gWPUikhAzQAAAAAAMDf2rZt+8knnxAADQAAygBhkYD9UalUGo3GYDAolUqdTmc2m3PzSbBf4r2W33ddPjn9swQAAACgHHJ+6MXkb96OHd/VHHPBdcA7Sjef5C9f1zVoo63b3P3Z6XHv99U36qCt2TjmlbY+07fJ6ZaVLp7OvUbGTeghafUKreEfS3t4VNrqz1J/nikpFCoff1P0OefeL8e/3zdr/0a1X3WFwVmh1VsnVji4OPccET+1f252hqZSTXNspFScuqTX27/cymS60PYOF47GT3nCnBhjaPyAvsmDN9jB6qHJX7+lUGkN4b2tM+acORD/bh9LepLHmC/FU/fnP05dPsOSmWpJSXAf/rFCZ3DuNizps1Hm5Filk7tL+7cVSmVeVPSYNj4fbpVKTbGq2woq5wAAAABKm8Viyc7Ojo2NdXFxcXZ2lgCgzG3btk10V7ds2VICAAAoNaLuc/ny5ZycHHd3dycnJ61WawcBc6IjyWw2Z2ZmRkdHBwYGSsC9R5wF4uwWJ4LJZBKPYpgOVrsnJ/9W5SP9MwAAAHAXifqXaGnJvHRY+XEzt/dOS0qby/mbueNXjV91tX8908VjCbOG+UzbLJUHcRN6uA2eoq5aTyoF5shDKXP7RD+7T24i0+l0olZ1i/PGxsYmJSW5ubm5uLjI30e9ycRkgAYAAABQduggBHC3tGrV6qOPPmratKnoupYAAABKDbUewP7IsbDiUXS7kvv5nmJ964l+BgAAAPBvVG7eqb/OsaQlWpKuug2dJuH2FKvSTZ8fAAAAgLJDdxGAu6ht27abN29u3769BAAAUGqo9QB2SQ6BJfT5HsRVHQAAAMDNaes0F39SeeP19i+STSpWLYwAaAAAAAAAcE8IDQ2dN29eWFiYi4uLBAAAUDqIjwTsGLGwAAAAAACUqmK1rSklAAAAAACAe0N4ePiWLVskAACAUkN8JAAAAAAAAFAyxWpbIwAaAAAAQNkhFxqAu6tOnToJCQlXr16VAAAASge1HgAAAAAAAKBkyAANAAAAwEaRCw3AXUcSaAAAUKqo9QAAAAAAAAAlQwZoAAAAAACAG6tWrZpoOjl37pwEAABQCsgADQAAAAAAAJQMGaABAAAAAAD+VXh4+NatWyUAAIBSQAZoAAAAAAAAoGTIAA0AAADARpELDYAt8PHx8fT0PH78uAQAAHCnUesBAAAAAAAASoYM0AAAAABsFLnQANiI8PDwzZs3SwAAAHcatR4AAAAAAACgZMgADQAAAAAAcDPOzs61atXat2+fBAAAcEeRARoAAAAAAAAoGTJAAwAAAAAA/AeSQAMAgNJABmgAAAAAAACgZIrVtqaWAAAAAKCskAsNgO1Qq9XNmzf/888/W7duLQEAANwh1HoAAAAAAABKgyXmjKRUSbB5lsRLoolMDmUubrKAYrWtEQANAAAAoOyQCw2ATWnRosWsWbOaNm2q1WolAACAO4FaDwAAAAAAwB0kGluUSqUYSJn5oITyQqVXqVTyG1csZIAGAAAAAAC4JW3btt28eXPHjh0lAACAO4EM0AAAAAAAAHeQQvCumTYuMj09PSMjw2Qy3aT5JTWfTqdzdnYm/c3dolKpxFvgqNGUIAaaDNAAAAAAAAC3JDg4eP78+UlJSW5ubhIAAMBtIwM0AAAAAADAHSQaW9RqtU6ny83NFQMWi6VojKzZbL58+XJUVJSvr2+NGjUIfb67lEqleKcMBoNGoxHDxWouIwM0AAAAABtFLjQANqht27Zbt27t3r27BAAAcNuo9QAAAAAAANwpinxqtVqv14vHoumf09PTT548ee7cuTp16nTs2FGlUkm428RbJsdAywHQxZqXDNAAAAAAbBS50ADYoFq1au3atevKlSt+fn4SAADA7aHWAwAAAAAAcAfJ0bRarVatVufmk8fHxsYeOHDg6tWroaGhrVu3lmAzFNfJ6Z/JAA0AAAAAAFBawsPDt27d2qdPHwkAAOD2kAEaAAAAAADgDpIjaEWTizWX8Pnz5/fs2ZOVlRUWFta1a1cJtqoEmQLIAA0AAAAAAFAMVatWFS1lZ8+eDQwMlAAAAG4DGaABAAAAAADuOLnJ5cSJE7t27TIYDE2bNvX395dgd8gADQAAAMBGkQsNgM0KDw9fuXIlAdAAAOA2UesBAAAAAAC44/bt27d79+5KlSp16tTJx8dHgp0iAzQAAAAAG0UuNAA2y8vLS7SXHT16tH79+hIAAEBJUesBAAAAAAC4U3Jycvbs2bNz586GDRs+/vjjLi4uEuwaGaABAAAAAACKrW3btl9//TUB0AAA4HaQARoAAAAAAOD2RUVFHTx4MCEhITAw8Pnnn9doNBLuAWSABgAAAAAAKDZHR8fQ0NADBw6EhIRIAAAAJUIGaAAAAAAAgBIzmUwHDx48dOiQXq8PCgrq0qWLhHsJGaABAAAA2ChyoQGwcS1atPjqq68qV67s5eUlAQAAFB+1HgAAAAAAgBKIjIw8fPhwREREUFBQ9+7d6am5N5EBGgAAAICNIhcaANvXq1evpUuXDh06VAIAACg+aj0AAAAAAAC3Lioq6nw+pVIZHBzcuXNnCfcwMkADAAAAAACUkJub2yOPPLJw4cIBAwZIAAAAxUQGaAAAAAAAgJtLTU09d+6cHPfs7e0dEBDQqVMnT09PCfc8MkADAAAAAACUnGhiCw8PnzNnzsCBAx0dHSUAAIBbRgZoAAAAAACAopKTkxMTE8+fP3/u3Dmj0RgQEFCnTp1OnTpptVoJuI4M0AAAAABsFLnQAJQX1apVGzhw4MqVK/V6fUhIiL+/vwQAAHALqPUAAAAAAAAkJibGF5CQkGAwGKpWrerl5dW9e3fxKAE3Uqy2NQUtcQAAAABKm8Viyc7Ojo2NdXFxcXZ2lgCg/Dh16tSBAweUSqW4lLm6uoqLmIODgxiW8E9qtdpkMkmwSXIBlmDzVCqV2WyWUHwcOtgOcb1NTk42Go1OTk56vV58PpZqQuiyucKLjiSxFrFTKSkp3t7eEkqKT+TbIU4l+jTvFoouYPe4nb4juFreIsrbraA4FQuHq7i4tb5NXMcKEociJydH9AIbrxPDYow4KxMSEkSXiud1Hh4eXl5eop1EAv5LbGxsUlKSm5ubi4uLTqcTJ91NJqZIAQAAAAAA/Kua+RITE5OTk1NSUlJTU+Pj42lSL0qv12dlZUmwSYSnlxecRyWm1WpF/4oE2ADRi5yZmSnOZdHbJ/fQlGoAdNlc4XPziT0S+6VUKiWUFJ/It4MojbuIz1nA7ombluzsbAm3h3i4W0R5uxV8+BYLZ19xETJ+m7iOFSROQHFAnJycxIVLDIhHjUYjDzs7O9OGgJIpVvUnJlYHAAAF2klEQVSfAGgAAAAAAID/4J5PAgAAuCnRi3z58uWcnBxx5yD3/5VqAHTZEN1OZrM5MzMzOjo6MDBQAgAAAAAAAEpHsRrTCIAGAAAAUHZI1wQAAADAvlHrAQAAAAAAAEqGDNAAAAAAbJQdJD8DAAAAgJug1gMAAAAAAACUDBmgAQAAAAAAAAAA7gIyQAMAAAAAAAAlQwZoAAAAAAAAAACAu4AM0AAAAAAAAEDJkAEaAAAAgI0iFxoAAAAA+0atBwAAAAAAACgZMkADAAAAsFHkQgMAAABg36j1AAAAAAAAACVDBmgAAAAAAAAAAIC7gAzQAAAAAAAAQMmQARoAAAAAAAAAAOAuIAM0AAAAAAAAUDJkgAYAAABgo8iFBgAAAMC+UesBAAAAAAAASoYM0AAAAABsFLnQAAAAANg3aj0AAAAAAABAyZABGgAAAAAAAAAA4C4gAzQAAAAAAABQMmSABgAAAAAAAAAAuAvIAA0AAAAAAACUDBmgAQAAANgocqEBAAAAsG/UegAAAAAAAICSIQM0AAAAABtFLjQAAAAA9o1aDwAAAAAAAFAyZIAGAAAAAAAAAAC4C8gADQAAAAAAAJQMGaABAAAAAAAAAADuAjJAAwAAAAAAACVDBmgAAAAANopcaAAAAADsG7UeAAAAAAAAoGTIAA0AAADARpELDQAAAIB9o9YDAAAAAAAAlAwZoAEAAAAAAAAAAO4CMkADAAAAAAAAJUMGaAAAAAAAAAAAgLuADNAAAAAAAABAyZABGgAAAICNIhcaAAAAAPtGrQcAAAAAAAAoGTJAAwAAALBR5EIDAAAAYN+o9QAAAAAAAAAlQwZoAAAAAAAAAACAu4AM0AAAAAAAAEDJkAEaAAAAAAAAAADgLiADNAAAAAAAAFAyZIAGAAAAYKPIhQYAAADAvlHrAQAAAAAAAEqGDNAAAAAAbBS50AAAAADYN2o9AAAAAAAAQMmQARoAAAAAAAAAAOAuIAM0AAAAAAAAUDJkgAYAAAAAAAAAALgLyAANAAAAAAAAlAwZoAEAAADYKHKhAQAAALBv1HoAAAAAAACAkiEDNAAAAAAbRS40AAAAAPaNWg8AAAAAAABQMmSABgAAAGCLiAMAAAAAYPfIAA0AAAAAAACUDBmgAQAAANgcOfo5JycnKytLKufEvljrXfKwjT/Km1pwGIAd4xoFwPaV0ysVcCssFotSqbTXYiPOCDuo0JWqcnd9u7N3cVwzAcAG3VOfTbQ2AEC5UPSzqeAwn1AABJVKdYvnCAHQAAAAAMqCqKKo1erk5OS4uDiz2ZybTyqm22wHkWekTeGO432xNbwjton3wtZwptgmeg5sDe+FreHaZZvkI6xUKuVHUd/R6XS33k9TXohdE3W6yMhIcz7pjua6Lli2C465g58LlHy7pyidKAp5IZQfO1ZKJadoKYIdK9WSQym6R5TqJxelyO5RflAy3D/j9nEXhNtXtBQpr5Pb1v6zGBAADQAAAKDUyZUTR0dHMZyenm7Jl1v8zvKCs8jDxX0suhwAAAAAuCNErUf0zej1ejsLgJYrdKLnydXVNS0tLTMz02w2izqddOcUraOVrMZ389ofNUEAAAAAAACbJTdAabVaR0dHtVothv9zFgKgAQAAAJQFUT/RaDQGg0EMiEc5YRgAAAAA2A25k0ZUfHQ6nXi8lU6a8kKO7Rb7lZubK3ZN/lUfCQAAAAAAALhz5J8g0+a7lfwCCpqoAAAAAJQBOeuzyWSSU4Xd2WxhAAAAAGAL5N/oFP00qnx2kwRa9CWJSpyozcl1utx8EgAAAAAAAHDnyPkFRKua3Lwm/y7ZzaaniQoAAABAGbD+ErHoNacaAgAAAMAuyV0yop9GHrCbAGgpvzZXkAQAAAAAAADcaYp/+o+JaaUCAAAAUGaogAAAAAC4F9hT6HNB1OkAAAAAAABQ2m6xbY0AaAAAAAAAAAAAAAAAAAAAAADlhloCAAAAAAAAAAAAAAAAAAAAgHLi/wAAAP//1Vm01QAAAAZJREFUAwDGOkwvO6WHogAAAABJRU5ErkJggg=="/>
</p:tagLst>
</file>

<file path=ppt/tags/tag10.xml><?xml version="1.0" encoding="utf-8"?>
<p:tagLst xmlns:a="http://schemas.openxmlformats.org/drawingml/2006/main" xmlns:r="http://schemas.openxmlformats.org/officeDocument/2006/relationships" xmlns:p="http://schemas.openxmlformats.org/presentationml/2006/main">
  <p:tag name="MCDIAGRAM" val="mcDiagram:25d9e851-f712-4f1d-accf-4ee7e2a76413:b40280fd-8ef3-4992-bbe3-9dbfce6fe603:0:1"/>
  <p:tag name="MC:BASE64" val="iVBORw0KGgoAAAANSUhEUgAADwAAAAM8CAIAAABlQcLIAAAQAElEQVR4nOzdB2AT5cPH8Wt2mu5F6aLsvffeQ5YCAgoioOJAcTBEEZzgwgkKoqgsUUBBRZaDvfcoe9PSUrpXdtL3SQ/79l+GjBY6vh9ifO7JcyOXu/Qu+eU5VXZ2tgQAAAAAAAAAAAAAAAAAAAAAxYFKAgAAAAAAAAAAAAAAAAAAAIBiggA0AAAAAAAAAAAAAAAAAAAAgGKDADQAoHBlZ2dLAAAAKNHc3NwkAAAAAAAAAAAAALhbCEADAApL9r+cTicxaAAAgBLJzc1NoVC4/UsCAAAAAAAAAAAAgMJHABoAUCjk6PPR6NTJiw+RfQYAACipKgYbJj5YU6VSKZVKia6gAQAAAAAAAAAAANwVBKABAIUlOzs7NdMc5OM+qnddCQAAACVOptk2+ccdZrNZp9PJ/UBLAAAAAAAAAAAAAFD4CEADAAqL0+l0OBxajcLHQyMBQDGVna0yH1EYj1v9+0oAgP+lVLhlZ2ebTCalUqlSqRQKhQQAAAAAAAAAAAAAhY/vJgEAhSI7h9PplACg+MrO1mSsM0RPtHs0kgAA1yKO96xWq8PhEMd+EgAAAAAAAAAAAADcFQSgAQCFRQ5AE4UBUFw5rRrjJo/Lb5v8Bjq1EVc/3mPI83Hxif85meV/bfxwxlxRmLN4ed5BACgZxMGew+GQj/o48AMAAAAAAAAAAABwd6gkAAAKjZubmwQAxZCbPc09a6ku8TubFGHz7irdgV6d24ibKCz4ZcWwAb1yBwGgZBDHe+SeAQAAAAAAAAAAANxlBKABAACA/+Uwe6Z9rkn9Mzvrki2gt8pyRDJnO9RhTl3k1W0zs0zPvfb+5cTkmlUrHj159o95n/d9fEzTBrUdDmdicsobo5/auGOvqA8M8I2NT5j0wYwmDWqJwZdHDv1yzuK1m3c6nc6hA3o/0K3d6x/OdGY7PT0MMbHxTw/tX7NKBQkAAAAAAAAAAAAAAADXopAAAAAAXJGtNB32iRupTl6ZnRXnptIaUr71OjfcEP2y0nzqmiN8u3BZrWqVVi6Y3r1jK7vNJmqMRtP93dpPeP4xrVaz//BxudnwAb1DygS+M36kPLh9z6Htuw/Onz5F3BYsXXHyTLSorFKh3Phnh7Vv1XjF35skAAAAAAAAAAAAAAAAXAcBaAAAAOBf2U6FLdGsaZbl+YjFs6vkEZbtdNhVlTLCP7P5dLzmGOeiY1s1ricK7Vs0yq2sGBEq7r08DBar7ZpjXYi91KR+LXe91sOgb1i7+pGTZ0Rl+XKusXw8PazXGQsAAAAAAAAAAAAAAAASAWgAAADg/7kpbV5tzUFPWgKHKT39JWOcTVMrveI8h2cT8dg1x6hUPvzUOVf/zUdPnv3/ybi53Xg+NSqXP376nChkGk17Dh4JKxt0M2MBAAAAAAAAAAAAAABAIgANAAAAXE1j3qFK32bWtc6I/CJbHXCDlsMG3n/4xOmRr763ev1WpUp1g5bVK5Uf+/ancrlWtUotG9d78fWpHfs/Vad6lQa1q0kAAAAAAAAAAAAAAAC4OW7Z2dkSAAAFzel02my2rUfiVh5IHN+/kQQAxYjT5HN2sMXzPlPAEEmhu3Hb3QeOiiPqxvVqHD5x5tOvF8z+6HUJAEqNDKNt9Nfrpw4s7+vr6+HhoVarFQp+aA0AAAAAAAAAAACg0KkkAAAAAHm4X55l9nzAHPTIzVwvxd/Pe+bcJV/NX5KYnDrpxSclAAAAAAAAAAAAAAAAFDIC0AAAAMD/MAa/ePONy4eHfDjxBQkAAAAAAAAAAAAAAAB3Cw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C3LDs7Wy64ublJAAAAAAAAAAAAAAAAd5FCAgAAAICblp2d7XQ6zekOcS+Xc8PQAAAAAAAAAAAAAAAAdwEBaAAAAAA3y5V4djhiDli+H5p+YoPRbrOKwewcEgAAAAAAAAAAAAAAwF1BABoAAADATZHTz9EHLH+8brIZpT/ft53YYLTZLA6HnQw0AAAAAAAAAAAAAAC4awhAAwAAAPhvV/p+PmT543WzX6ji+e99I2op//lIOrXVZLeSgQYAAAAAAAAAAAAAAHcPAWgAAAAA/yE3/bx8ojkgXDnoHR+9t1v/id4RtZTrPlKc2mqykYEGAAAAAAAAAAAAAAB3CwFoAAAAADdydfpZo3fVqzRS/4ne4TVU6z5WniYDDQAAAAAAAAAAAAAA7hYC0AAAAACu63rpZ5mcgY6oqSYDDQAAAAAAAAAAAAAA7hqVBAAAAADXcuP0s0ylkR58zWvJ5LR1H4shU8UWkqSRlErXiYabm5sEAAVE/mUFv68AAAAAZPJJN6feAAAAAACg1CIADQAAAOAabib9LJP7gSYDDaDwiHekLKPZZrM5nU7xxkIMGgAAAKWZfEis02q0Wo1CoXDLIQEAAAAAAJQyBKABAAAA5Hfz6WcZGWgAhUe8IzkcjtkLV6RlZKqUKt5VAAAAgEyjsXbVyAe6tVKpVEqlkoNkAAAAAABQChGABgAAAPA/bjX9LCMDDaCQyAFo4YlBvQL8fSQAAACg1NsfderEqTMWi0WccSsUCnHMzKk3AAAAAAAobRQSAAAAAPzr9tLPMjkDHV5Dte5j5emtJpvV4nDYs3NIAHBb5PcQh8PBOwmAUictzW3lCtsvix2ZmRIAAFex2Wxms9lut3OoDAAAAAAASicC0AAAAACuuJP0s4wMNIAC53pryiEBQGmiWr3SvuJ327JfDl+4mGG1SwAA/C+Hw2Gz2cRxMmfcAAAAAACgdCIADQAAAMDlztPPMjLQAAocV/QGUNqI9z3jzu1ZWVnHez94QqNNTdkuZVtv0N5ssX7w1Y+9n5gw4Lk3x0yecTkp9cbTf3/mwo6DRm/ZHbXwt7+lO7B0zabJ0+eLwjc//iHdLRM+/Gbtlr1X1ze5/xkJAEoT+YeCnGsDAAAAAIBSiwA0AAAAgAJLP8vyZaDtZKAB3DHeQACUKm5ubs7nXjjw0PD9tZoGJ/1SJvpVZfKXkiP9eu0HPf+OuP955tuLv3izQa3Kkz6afePp//rn5jXzpnp5uq/buk+6A327tp44aogofLdk1X82Phd9af22/RIAoOBwog0AAAAAAEozlQQAAACgdCvY9LNMzkAvmZy27mPJaTdVaSNJGkmpdJ2A0I0rAADAf9JElg/3K1Nm63Mh6Wv0wUbnSZOyktPhN1JS5D9QO3EmOjouYemsh+XBB7u369SqkSh0HTKuUmSoOPZ6bugDk6fPz8g0Gtz1r44c9Nem3bHxiYNfnOztYdiyJ2rOz6uHPdjtmsuwct2O7fsOvz36sQ+++vF8zKUZk1+a/dMKjVq1/+hpk9F88XLi4Ac6nzwbExTgc/FSwrh3v/rglSff+nzeoWOnxbhvvjSsTrWKead2PjZ+/Y797ZrXy1v58nuz1CqlWq2KOnG2ZcNaaRlZCclpU199WhygTpg6++jJ8zqd+q2XhtevWfmX1Rs//npRmUBf8VCnlg2dTucN5gUAAAAAAAAAKPHoARoAAAAo1eT084V9BZl+luX2A73hc9WJjfQDDQAAcAsUbm6R3oaqLcZ6uQdZkyWl9WT2uQXKlDmS05ivZUp6pivo/C+tRl0mwFcU0rOMIx7u+eXbL5w4HfPWi8N/n/1u68a1l67eNGbEwNDgwEVfvDFqeN+WDWtdL/0stG9eb9veI6KwJ+r4uZhLorB229772jcThdrVK4gJqtWun7c9+XAvMcGpE56e+8sab0/3pbPe+eyNUc9O/Cx3OvsOn/Sv17vvU5Omz1kqCtO+/yXvXOrUqPjmi8PKh5U1uOtEITjQb/OugzMX/Bbg571m/oefTnr2+TemGU3md79c8MtXb//w2SSnw3Uweb15AQAAAAAAAABKCXqABgAAAEovOf18fq955ZvWgIiCTD/L5Az0z1PSN3wuhugHGgAA4NZke9eUmn+l3jbKdOmUrsyF7DNfK8tnOvyelhSeuW3KBvpdvJSYO2iz2Zf+uWlgj/aiXKNypLj39jJM/mJ+gK/36QsXa1WpcL15nTwb8+SrH4vCYwPuG9K3iyjoddrQ4IBT5y7qtdqw4KD9R05ZrLZAP2/XlCtFXj2Fo6cuZGRkTZ31kyiHhwYZTRZ3vVaU69esnLT/9w07Dqzbtu/NF4flG6uMvyuubXDXiVmIglqlzDSZz1289FCvDuKIsWK5UIO7Pur4ufCygWWD/EWDJvWqX3NeEgAAAAAAAACgNCEADQAAAJRSedPPZSqoBr7hVbDpZ5lKIz34mhcZaAAAgNuTHdBMaj3XsKZl1mWnvsxpx6lFyip6h98zkqSUG0SElgkO8v39r629O7ew2x3T5vxy4ky0HIBW5BxuTfro29kfvFy1Yvg70+dbrbbcKYtH816ao3L5sHU/fZpv7t3aNnn90+86t2rk4+054cNvenduKde7Ka5xIFetYrjRbHnu0T5isl/OW6bXaaSbcM1jwpqVI4+fvtCqUe2zF+JiLiXUqFwuPjHVZrOr1apjZy60aFDz9uYFAAAAAAAAACgxFBIAAACA0idf+vmhtwol/SyTM9ARNVUbPled2GiyWy0Ohz07hwQAAID/ku1Tw9ZlvUZXxZKkUNhjFJmXJactb4NZU8buOnjs+Ten1+v+xJbdUe+98lTeRzu3afzcG5/3e+b1IyfPJadl5NYHB/lfTkr9ct6vN5h159aN/ty4u0vrxu2b1dux/2j39s2u2axW5chnX/98aL9uaelZw8e9/+QrH4WVDcqXbG7btO7V3T9fz+MDe1y4eHnIS1P6PDVpwrODPQz6SaMe7fX4hGcnfWa3O0SDG88LAAAAAAAAAFDiuZE5AAAUBqfTabPZth6JW3kgcXz/RhIAoCi5Ov2s1kqFzW6Vfp6SfuGwve0L9ipt9CqNVqlUueWQABRPGUbb6K/XTx1Y3tfX18PDQ61WKxQF/ENr8X7lcDhMJtPMecsH9+sat+8SswAAEABJREFU4O8jAUBp5ZayX7nj6ewKHVVBjU4lRYRXbCgBAEqr/VGnDhw63KVNAx8fH4PBoFKpOLkGAAAAAAClDT1AAwAAAKXLPUk/S/QDDQAAcGeyfevZu27OLvfUkfOqxUv/kgAAAAAAAAAAKMVUEgAAAIBS416ln2VyBvrnKekbPhdDpiptJEkjKZWusxK6qgIAAPhvbiqnNqJi3YgxdXtJAAAAAAAAAACUYvQADQAAAJQW9zb9LKMfaAAAAAAAAAAAAAAAcIfoARoAAAAoFYpC+llGP9DFFzn1Eoy9DwAAAAAAAAAAAEAxQgAaAAAAKPmKTvpZRga6uJATz3TRXUrIe1/eewAAAAAAAAAAAAAomghAAwAAACVcUUs/y8hAF32u1LPTadu+5d+ik5emxFNUqabyD3RTKCT2RAAAAAAAAAAAAABFGAFoAAAAoCQrmulnGRnoIs618Vgt5lEjJJQayilTpfadVSq1m1IpAQAAAAAAAAAAAEBRRQAaAAAAKLGKcvpZRga6yMrO4bTbRTnkyxn6Ro0klHRn2raxWsyS1aJQKNzEjX0QAAAAAAAAAAAAQFFFABoAAAAomYp++llGBrroEpuQ0+EqiBdCoZBQ0ok3DZvVorTbHA6NQqkSg+yDAAAAAAAAAAAAAIomvsMGAAAASqDikn6WyRnoiJqqDZ+rTmw02a0Wh8Mu90As4d7hJSiFnOKNQ+x9TqfESw8AAAAAAAAAAACgCCMADQAAAJQ0xSv9LCMDXTSx/ksdeaej32cAAAAAAAAAAAAARRsBaAAAAKBEKY7pZxkZaOCeczqd7HEAAAAAAAAAAAAAij4C0AAAAEDJUXzTzzIy0AAAAAAAAAAAAAAA4D8RgAYAAABKiLzp55CqymKXfpaRgQYAAAAAAAAAAAAAADdGABoAAAAoCfKlnwdM8i6O6WcZGWgAAAAAAAAAAAAAAHADBKABAACAYu/q9LNKIxVrZKABAAAAAAAAAAAAAMD1EIAGAAAAireSl36WkYEGAAAAAAAAAAAAAADXRAAaAAAAKMacQklMP8vIQAMAAAAAAAAAAAAAgKsRgAYAAACKK6fTme10ltT0s4wMdAmzb+nS+U8+OW/EiJ/HjYs9HHXNNjsX/iAVmpVTpqTHx0sFIWrVynVffCEVDnklFOosAAAAAAAAAAAAAKD4IgANAAAAFEty+vnMTlMJTj/LyECXGBtmzji2ft2DU6c++s037UaOXDJmrNNuv7rZzp9+kgpNhebNT27YIBV5hboSAAAAAAAAAAAAAKC4U0kAAAAAipvc9POqt61h1VUlOP0skzPQP09J3/C5GDJVaSNJGkmpdJ3OuLm5SSgmdi9Z8sQPC/Xe3qIcUL78kK9nKVSq316fVLdnr8gmTY78+efFqENeZcqkX7q04p13ekyaJI+1Z/Hi9V/N9AsPr9y6dasnRsQdPrzqg/fFCx9YoWK3l19OjY39+7NPs5KTvcuGdH/1VbFf/Pj8qPD69U1paX5hYW2fGZmZmLjmww8zkxINfv7dX3stslGjFZMnNxwwIGrVysN//ukfUS45Orpmly41u3U7vnbt9h8WWLOyyjdt1uH550WDqNWrbSZTh1HPh9erJ5bEkpGxdMKr6fGXxcJ0GDVK1MQdPbLoxRfEMrQYNqx29x7H1q7duXCh3Wb1CQm575VXT2/dkm8WB5cv3/TtbIOvr87Lq1a3bjW7dvvr008uHT0mJtV59OiyNWrIT3nHDwvklVCuUcN8sxCraP2XX5ozM8s1bNTxhRfY/gEAAAAAAAAAAACUTvQADQAAABQzedPP4TVKfvpZRj/QJYDVZPIuWzZ30C+i3NVtmg5+xCs4ODf9LBz+668uY8cO+36OZ1AZp92+bcH8Jg8//NjceZGNG8UdPbrq/fcbDxz4xA8Lq3fssOajqaK93WLpOu7lPlPejTt27PLJk2s+/LDRwIFDv/2uavt2a6dN03l5SW6Sw2oVLZUqdaeXXuo6btyOHxeKsVZ9+MEDk6c8sfBHq8m4f9ky0UChVIoR5fSza0nWrBHL/+RPP7V56qnzu3eLGqfDMeDTzx767PNdixaJwZTo6IenTx/+/Ryr0Ri9f3++WVizstbP+PLRr78ZPPMra5ZRPLpnyWK9p+ejs2f3fuutZa9NuOZKyDsLseP/+tpr/T/6+LF5880ZGVErV0gAAAAAAAAAAAAAUCrRAzQAAABQnORLP/efWCrSz7Li3g+0yk3S37sXy5ktZVmle8vdxzcrOdng5ycPHlmzpmKLFv85VtexY9d++cXuxYtFY7vVmnD6dPdXXVnh2t17iPvUmOiKLVuJQpU2bTfMmiUKPqGh8vbgGxaWePZs/MkTp7ZsObdrp91qk3Lqw2rXObtrp+RKYEeIe72Xl91syYiP9wuPkPPZlVq2OrFxY0T9ekEVK+VdksunT1Vs1txNoShTpYq4Ra1aGVKzlpiX3tvbanQFmhUq5fK33nQ6nGlxl5wOR75ZpMfH+4SFewYFiZpyjRqK+/iTpyyZGRu+mikvts1kUuv1+Z5+3llkJSVZsrK2zZ/nmpdCYcnMlAAAAAAAAAAAAACgVCIADQAAABQbpTn9LMubgXbazdU6FKcMtEopae/dGVhRCEA37Nd3w1czu094TZRPb93y9+efVe3QQePunh4fL2piDx++5lgH/lje7/0P1Drd3McfC6lZs0zVqglnzoTXq3diwwZLZoZr8NSpoMqVT27a5BMSItonnD6dnZ1tM5mi9+9v2O/BoEqVq3VoH1qrtpjL+T2ubpsrtmix55efQ2vVyrvNeAUHZyUnOWw2hVIpls0nJwntpvifiyaVqeKatVjm9EuXdixcWLZ6tbxTyExM3DZ//qjlfyhUqjnDhsqVeRt4ly2bFhcrdmEx2csnT/mXKxdUuZLNZG4xbJhY4G1z5qh0uqufft4puPv56b29WwwbLtbGhb17i0XuHwAAAAAAAAAAAAAKAwFoAAAAoHgg/Sz7/wz0tGxJMldtn52t0apUaqmY9ANdmrUY/tj2efN+e31SbFSU3WJ5cOpUpVpds0vXtdOnHf3nb52np7uvr2gWXLXarxNfe2DyFHms8Dp1/3j7rczEJN/w8HINGopHN8ycuX3+fNG+80svlWvUeMNXXyWePWPOyOj1xpuivZjy4tEvXTx0qPmQRwMqVOg2fvz6GTM2f/utWqdrNvgR0UBUpsXFhdaqlXfZlBpNj9cm/v7G62JEMaO2Tz9zasvmfMtft3fvdV9+uWTMGJVOKyYuZpr3UbHwXkFBPzzzjNzPtCk1Va3/n0CzWq8XC7Nk7Fidl6fVmKVUqRs+2F9MUCytQqmq3rFj3g1YXgmVWrbMOwWFUtn7zTfF2rCaTB7+Ae3EvAAAAAAAAAAAAACgVHLLzs6WAAAoaE6n02azbT0St/JA4vj+jSQAwJ0h/ZyP3Sr9PCX93EFbm1GOah10qpwMtFsOqajSqSQPrXSvOLOlZOO1H9p38Ej5cuE+3p55K8WposNut2am2zq2CJkxU9+4sVQcZCYk/Dz+5WHffS8VSdvmzm02ZIibQrHopRdbPfZYaO06UlFyulXLzOde0HbqZvD01mh0CqXyP3eoDKNt9Nfrpw4s7+vr6+HhoVarFf/bbfadc22KDofJZJo5b/ngfl0D/H0kAAAAoNTbH3XqwKHDXdo08PHxMRgMKpWKnwQDAAAAAIDSpoC/mAQAAABQ4Eg/X03uBzqyjnrjdOWxtWa71WK327JzSEVYmzZtjh07Jt2uXr16NWvWrHOO9u3bL1++XK7/5ptvWrVq1a1bt6FDh27e7Oq3eM6cOaJB7toYMGDADwsWXG+yp06f//SLb9dv2uFwOiUUJoVKufSVV2YPHuTu7RNSq7YEAAAAAAAAAAAAALgtKgkAAABAEUb6+XrkDPQv72Zs+sKW7TBX75xTqVKL+xLc8dVnn33WrFkzUTh//nzXrl179eq1cOHCVatWrVixwtvbOy0trXPnznPnzh02bNiyZcs++uijcePG/fTTT0ajcfAjj1yvB2jBarOv+WfTvgNH+vbuWi4iRCq2PAIDi2z3z0LTwY80HSwBAAAAAAAAAAAAAO4QPUADAAAARRfp5xsTa6PfBM9ytVWbZhSnfqBzZWVljRgxolmzZu3bt9+9e/dvv/02duxYUf/WW28NHTpUFL788stvvvnmmuMeO3bM3d1dFD7//PNZs2Z5e3uLsrh/7rnnZsyYIcqiUjy0Y8eOqVOnfv/9TWWCLycmffXdwp9/W52emSUBAAAAAAAAAAAAAFBU0QM0AAAAUESRfr4Zxbof6E8//TQwMHDbtm2nTp3q16+fKLz77ruifseOHenp6aKwZs2ab7/9Nu8oL774oqenZ0pKire396xZs0RNVFSUmEhug3Llyi1ZskQUgoODxfQ7d+68ePFi0SDLaPlj9dZrLkZMbFzewT37oqKOnHigZ+da1SpJAAAAAAAAAAAAAAAUPQSgAQAAgKKI9PPNk/uB/nlK+qYZ2W5Kc7UOOZXFIQN95syZoUOHioWsXLmyh4dHWlpaeHj4iRMn9Hp9RETEnj17LBZL3nCz8NlnnzVr1mzp0qULFiyoW7euqKlSpcrJkyfFFOQG0dHRkZGRcrl///4jR47s1q2bKGu16maN6l1zMVJS0y8nJOcOKhRuTRrWrV6logQAAAAAAAAAAAAAQJGkkAAAAAAUMXnTz2WrkH7+b3I/0JF11BunK4+tNdutFrvdlp1DKsLq1Klz+PBhUTh9+vSFCxeCgoJ69+49duzYzp07d+jQ4YUXXujevfs1R+zbt29gYKBoKcpPPPHE+PHjMzIyRPnkyZMff/zxc889d/UoCoUiIMD3mjed9v83r4rlI55/elj3Lm01GrUEAAAAAAAAAAAAAECRRA/QAAAAQNGSL/380Oukn2+KnIH+eUr6xuliqOj2A/3EE0/o9XpR6NChw5gxY1577bU+ffrs27fvnXfeUalUPXr0GD58+IwZMzw8PAYOHPjDDz9cbzoffPBBjRo1hg4d+uyzz2o0GtHYZrMFBgbOmjWratWq0q3z8HDv3qVd/To1JAAAAAAAAAAAAAAAijYC0AAAAEARcnX6Wa2TcJOKfgZ648aN+WqmTp2ad9Df39/hcMjlq7uvXr58eW7Zx8cnNjZWLo/IIV1LQkKC9F8USkXrFo07tGmu05G1v+LIn3/GHT3adNCgxWPHPDZ3ngQAAAAAAAAAAAAAKEoIQAMAAABFBennO1dc+oEuUnp27aDVqiVcxSMwkPQzAAAAAAAAAAAAABRBBKABAACAIoH0c0EpghnopOTU2Lh4nUpq3qCqVPSU+PRz1KqVh//8s2y1ame2b6/Spq0pIyM1Jqb1iBFBlSsfXL58/2+/2SzmpoMG1bqve8KpU0snvKpUq73KlPEvF5mZkCD3AD2t+33Pr1wlJrXq/fcqNm9hNWZdb4ISAAAAAAAAADDS9U0AABAASURBVAAAAKDwEYAGAAAA7j3SzwWrKGSgbTb7xdhLF+Pixb1erwsNCa5SvpyEe8Td26fNU0/7RUQc+evvAZ98cmrzpgPLf6/bq/eB5csfnT3bZjbPGT4srHadNR9N7fjCCxVbtPzzo6m3McHOo8dIAAAAQAHJzs6WUJpw2SIAAAAAAIBbQgAaAAAAuMdIPxeGe5WBTkpOuRjrCj2npKaHhJQJCwluUK+WXqeVH03MknBPGPz9xb3G3eBdNlgUFEqV1Wi6fOqk3WLe8NVMUeNfrlxGQkLiuXMVm7cQW0jFFi3O795zqxOUAAAAgIKQfRUJJZpbDoVCIRckAAAAAAAA3AQC0AAAAMC9JKefT28zr55C+rmA3bUMtNVmc3X2HHtZ3Bvc9aEhwQ3r1w4K9JdQZFzzFQ+qVFnn7d326WdE+dCKP3xCQ8tUrhx/4kRwtWqXT57K21JjMKTFxXkGBV06dqxi8xYSfbMBAACg0MiJZ8uBA+kffpAtZUt0BV3SuU4usiWvL79Ue3krlUqJ0w0AAAAAAICbQwAaAFDk8KVOKXQXvtdhuyptisuXhXnSzxbSz4WhUDPQScmpMbGXYmPjU9PSQ8q6OntuWL+mXsdLWGwEVa5cvUPHpa++YjOZQmrW9AgI6Dbu5WWTJnr4B2gM7p4BgbktGz74oGjmFVRG7+UlAQAAAIVMnCra01Jthw76jnhSQknnSLic/uuvFqNJ0undtFo5Aw0AAAAAAID/RAAaAFC0XLmup9P5/9f3pMeTEkl+bf+9wKdcV0iJ1f+/XGxugY2qpMq+shW5/XvR2CIegyb9fHcUbAbaarVdjIt39fccF29wdw8tG9Swfi06ey7iat3XXS5UadtW3EShQvPm4iYK9R54QNxyW/pGRDw2d17eceXBxgMfErerp3z1BAEAAIA7Jz67cNjtouD3JAHoks9yOCr911/NZpPCblOp1YqczzQkAAAAAAAA/BcC0ACAIiQn+eyc9vuhM3HpcvqZXntLMNd3OW5Sm5pl+jQvr1AoFYXTvY2ceN51In7BupPZzmy2qNJAfFf4wdDGSqVKUbSvG0v6+W668wx0YlJKbFx8TOyl1LT0sJDgkLJlGtWvrdNpJQAAAAAoUPLnY4KE0sRqtWrtDl53AAAAAACAm0cAGgBQhOR8weM4cTFFpVLXjaQ3zZJv7YHo6MvpVotZo9XJ/UAXRlZVbFXJ6aYTF9MebFVJQkl3MSlzU1Sc1WJSa3RqsT0V1evGkn6++24jA22xWmNjXaHn2Lh4g8E9NCS4cYM6gQF+EgAAAAAUMoKwpc2V1Ds/3QcAAAAAALhpBKABAEWF3FOv0+EQ9w0qBgzrWE1CSXfiYorDbrNZLa7OehXKwsiqyt0mOex2jVr5RJfqEkq6bcfjNx6KtZpNYouSs61FEOnne+UmM9CJSckXY+PFLS09IzQkODSkTOOGdXVajQQAAAAAd4X4NKPIXs4IhcThcEgAAAAAAAC4FQoJAICiIyesSk8npYrDbnfYbeKFzy7E111M3ckXh6WHeK1tVovDYRfblVT0kH6+t+QMdGQd9cbpymNrzXarxe56C8o2WyxnzkVv2rr7p5//2LHrgHhDatyw9sP9e7Vp2bhi+QjSzwAAAHeBI6f304uXEtIzjTab/UJsvNliNZosoiAeSk3PFA+JZknJaZcTU0QhLj4xOTVDHMuJBplZJmvOKBarLctoEgVnnlESk1IT/h0lJS1DHJKLBllGs9VqEwWraxRzzijZ4lHRRrQU7cVYoiCmkJqWKabmGsUklihnFJtNzFEURAOxDJfik0RBLFVS8pVR0jKyHDmjGE1mMY4o2Ox28byir4ySHn85WRTEvXg6ohATl5CeYRTnx6KlmIm4iYIYFJXiIflZ544iRhcFManbXVG2KyvKZL6yotLu/opKuzJKeua/K8pyZUXZCntFmaMvXhbLmZ6ZFZ/gailerPSMLFEQz040k3I+nZKKgCKyGAAAAAAAAECRRQAaAFC0OItkYBGFxJV4z3Y6nI5Cva6r6yvDnP7FJZQOOb+kcIj/sove6076uSjIm4HevzLt8JFja/7a8Nsff0XHxIWWDXqgV+ce3drXq1M9MMBfAgAAwN2yfuu+YyfP2+yOU2cuJiWnWay2Q0dOZ2Ya09IzRcFms19OSDly/JxoeS7m0pnzsaJw4nR07KUEccgvGiSlppnMFlHIMppS0jJEweFwxl9OFtO8Mkp0nCgcP3XhUnySOE0QDZJT04w5o4h7URYFUS8eFW1ES9FejCUKYgqXE1PE1ESD1LQMMX1RMFtsSTmjiAZiGU6cjXaNcj72fMxlURDLGZ+QLJZZNMjIMIpnIQpWq008r0NHz4gGMbFXRjl1/mJ0rCu2G3XszOXEZOu/o4ibaxTxrBOTxUOSK8WbIBq7nvXZ6JicUcSkbm9FiYWXV1TqvytKPMG7vKLkUcRyiqWVV5RYfnlFWQp5RYlRTpyLFlua2DzkUY6fOr/v0ElR2LLz4L6oE6Kw6Ld/jp48LzakP/7akpSSFhOXsGHbPpvdfiEm/ugJ17q9lJCcmp4pCmI6EgAAAAAAAIB7xI0wEACgMDidTpvNtvVI3MoDieP7N7qZUVyZRYfDYjG9NHtHsxphwzpWk1DSjftui6/GOqJTBYOnj1bnrlSpCryfZrEp2m3W1bvOfvPP2d8ndZdQ0m07Hj9x7vb5T1f38PLVGzxVao1CUVR+8kf6uUixW6Wfp6SfO2irMSihZmdDYFCQSqV2yyEhh/i77LDbrZnpto4tQmbM1DduLKGkO92qZeZzL2g7dTN4ems0OoVS+Z97RIbRNvrr9VMHlvf19fXw8FCr1QX+ruvaFB0Ok8k0c97ywf26Bvj7SACAkmX3/mON6lW7nJQS5O8rAUWD/HvazEyjTq8ThyLxCckRoWXiE1ISklLq1Ki0++Bxu93erEHNpSs3lA8vW6NK5KYdB+vUqKjVauIvJ5UvF+JwOJVKpVqllG6LOHm0Wq2Z69eZx46puGu3hJLOcjgqZtgw84IffELDxEG1Rqu9mYPq/VGnDhw63KVNAx8fH4PBoCqET9UAAAAAAACKOHqABgAAJR+/+CptiuArTvq5qMntB/rIwsD4vVq71WK324pgr+EAAAAlm93u8PYyiALpZxQpbm5uCoXCy8tDo1bpddrI8LJisGwZ/zo1KolHG9Wp2qxBTVHo272tqNFo1DWrlnfX6xRubkkp6Tab4+yF2N/XbBINdu0/JvcqfS46LiPTKAEAAAAAAAAoOASgAQAAgMKVN/1cpgLp56IiNwO9cbry2FozGWgAAIC7LDk1PTrucuUK4RJQbCmVCjc3t7Jl/D0Mek8P9+aNarnrtdUrR/br0U48WqVCWKCfK9x/6XLy+ZhLNrv9ux9XXLgYLzb+nfuOWm22LKPZZLZIAAAAAAAAAG4dAWgAxU/2vyQAAIq8fOnnh98i/VyEkIEGAAC4h3bsORwc6CcBJZe3l0dYSKAoNGtYs1a1CmqVanDfzoH+PnqdVqVU2GyO2PjEZSs3igY79x3dtf+YKJw5H5uekcUpCQAAAAAAAPCfVBIAFB/yR//i3pzl1Lq75ZIAACiSrk4/a/QSihQ5A/3zlPSN08WQuVqHnEqVWsq57LUEAACAQnNfx+YSUMpotRq50KBOVXFfuXyYuIlCjSqR6ZlZopCYnJplNFWICN61/2htCQAAAAAAAMB10QM0gGJD7o7RZrMvfjNj7ouZGakWm83mcDjoEAUAUDSRfi4u8vYDffQv+oFGqUbuHwBw1xw8cjom9rIEIIeHQR9SJkAUmtSvUbNqeaVS2bBuNamAbPrm68+6dnHYbPnqV73/3qktm3MHjSkp3w19NG+DdV988fXAgbFRUdebctSqlf98/rl0x66e9fV80buX027PHbRkZOxbtiw9Pn7llCnSnVkxeXLetXE9uU9558IfJAAAAAAAANxT9AANoHiQQ0h2u/2Xd7KOrHWlkX4Ya35wipuXr06UxVcCZDUAAEUK6efiJbcf6E0zxJC5euecSvqB/lfqjwsz//5bQolnt1+5vgrhfwBA4UtJy6hWuZwE4DoUBXQmIj5TPbRyZfmmTY/980/Nbt1uadzDa1aPXParQlUAXySJE+R9S5c2ePBBqUClxMSc3rq1fp8+afGXxDO9C6dvte7rXus+V2HnTz81GTRYAgAAAAAAwL1DABpAMZAv/VyzrcavrHLTT6bFExwDppg9fbM1Gg0ZaABA0UH6uTgiA301VxJWqcxu0SrdYnVeOC82bAkll+vlrt9AERikUCgVCoXEoTUAoJC1bV5PAlD4zu3YEVKrVsN+D6794gs5AB21auWGr77yCAwUn7pWbt3ampX188vjMhOTgipXyjvixq9npcfH/zjquf4ff7L6g/fjT5xQ63Rdxo4NqVlr9qCH/cuXF8ePlVq2FC0zExOXjB3Tddy4uMNH1n810y88XEy21RMj8k5NnCPvXZY/AH31rI+vXbv9hwWivnzTZh2ef/7g8uVpl+LaPv2MMSVl4XPPPvHDQtFmxZQpcUeOhNaq1fXllzd/99253bt2L14UVLFS/LFjwdWrzx48KLJRY6fTkZWUdN/4V05t3XL4zz/LVqt2Zvv2Km3amjIyUmNiWo8YEVip0qavZ53btduSlVmxeQsxL3kBovftW/vF9AenfiQWeM2HH2YmJRr8/Lu/9pq7j4/cQKy9+BMnPQL80y9dWvHOOz0mTZIAAAAAAABwjxCABlDUyelnm82+dLLxyNrsGm00PUYZ3BRuar3b2u+Ni16193/X6e0nkYGGMGPu4qUr/ykbFBAbnyA2hrfGjmzZuO7VzdZs2PbZNwse7NFpzfpti2d9KN20uYuXDx3Qa/lfG0+du/DSiEdufsRVa7dEHT817pmhN2523+CRy777TKfV5K18/aOZnVo2adO84Y3HHTnh3RnvTpDuTI9HR/3yzce5C/D3ph1VK0aKwRde/3Dhl+9JuMqQUa9Vr1xhwvOPi3Jaeuag515dMW+6dMdOno2+dDmxddP6YpNYPne6SqW8pdGjY+MnvD99/rTJ+epvvC298fHMZ4YMCA7yv/qhx8e8lZyS5mFwBXjtDsfjD/fp1LqpKO8+cOTTb+aLgq+3d7vmjR7s2Uks+aMvvCaWOcDXW9Qv+GXF7oOHP3vrZamUIf1cfJGBzk88bbXG7e337aYsq8XsdNjFUZmEEspNoRBbu1bnrhYvukJxpStoAAAKx679R1VKZf3aVSQAhWzfr8tq9+gRVrduWlxs8oXzXmWC/5k2/bG5c3WengueeVo02LHwhzJVqg768oVja9dunTsnd8Q2Tz518I8/Bs/8auOsr9x9/Z5Y+GPyhQuLXnzhmV+WmjMzmz48KKRWrahVKzMTE5aMGd37rbf9IyP//uzzLmPH1up2nxjRabfndh39XvNmlowMUXizVs0qbdsO+nKGXJ9v1nbLI9aeAAAQAElEQVSLZdWHHwz/fo5XmTKr3n9v/7Jl1+x8unb37j1ff33l5Mn7f13W6rHHRE2jAQNjDhw4vXVrcPXqVqOxTs+eQZUrL3/zzZioQ+JRd2+fNk897RcRceSvvwd88smpzZsOLP+9xbDhHv4Bj86ebTOZpvXo3upx12c7F/bsjT18+OFp0zUGwy8vv9xo4MByDRseWrli7bRpYo55l6Hp4Ed2LVpE+hkAAAAAAODeIgANoEj73/Szs3prdc/nXeln8VDjXjpxv/Z745IJjv7vmshAQzbw/m4jBvURhV0HDo+a+MH6n2fnyxNLrlzv9jdGP92sQe3HH+4j3YoFS1cMHdBLKjSrfphxdeXbY5+RbkJomaBT56IrRYZLBWfpqn+ef3zw1SsQef3+14YubZs3qltDKjibd+1TKRStm9aXCtSNt6WWjeuv3bJzUJ/7rvnopNFPNqhVTRRi4i4PfWFip9ZNo2PjJ039csZ7E8qHh4o36jFvfeLMdg7o1UXsVuMnf/btx2+cj477ftFvv373mVTKkH4u7shA55Lzr8qcSKzkCkJrxbZNALoEEy+3QqlUqTXiplDc2m9vAAC4VYH+vmXL+EsACpkpLe3c7t2+YeGxhw8HlC+/86efmj70sE9IWc+gIPFoRP0G4j7pwoW6PXqKQqWWLfMGoHMlx8TU632/OFz0L1dO4+6emZgoKstUufIDhlNbtui9vTOTkvwjI7uOHbv2yy92L15csUULu9Wq+Te+/Oq27U67/buhj8pdOOfKN+uM+Hi/8AjvsmVzalqd2LgxrHbtfAuj1ukjGzcWhfJNm0Yf2B9W50rfB6F16myY9VXLnByzWBJxr/PytFusomDwd73baNwN3mWDRUGhVFmNJq3BcOn48eVvvSVWkTjNEYsnHjqzY3tWcorDbhPl+JMnxFM7t2un3Wrj6igAAAAAAABFEwFoAEXX1ennXi94yOlnGRlo3EDjujVrVK6w99CxZg1qvf/lnKMnTovKV557LO5y4qYd+06diR4/avgnX83/8t1Xnx4/uX6taiaLxd/Xe/STQ5xOZ972NatWlCc4Z/HvsZcTJk2d0aRerahjp59+ZUpMXPyIQf3u79r2wOETn83+ISMrq0n92uOefjR3Czxx9sLoNz/SqtVlgvzLh4eKmqWr1y5b8Y+Y19D+vXt1bhN17NRbn85yk9wqV4h47fkR/Z54adl3ny1d+c/n3y6MDAtp17zhM0MHyL32Nqxb853Pvj5+6pxOp3n1ucfr1Kjc74kxTRrUdjicickpb7z0VOsm9Tft3FcpMly0F0/B08NwMS7+6SH9q1cu/8X3i3buO5SZZWrVtP6Yp4bka1CjSoX3vvhu44695ULLZhlNuStw+95Duw4cee396Z++NTYlLf3FNz6MvhjfqF7NV597LCEpZcq0b8S9v6/Pm2Of8fP2kkotN7dJL4549b1py+dOy607fub8RzPnZmYZ3fX60U8+EhTg99TL77Ru1uDAkRP1a1bLMhrTMrLat2jUrX3La2456RlZC5euFMUaOdvee9O/PXb6rJjUp2+Oc9drr7lxCu9Om71x+96IsLIPP9CtUmSElPMWevVLL7altMyslWs3i71j6+797Vs2FrOLibv0zNCBzerXfv2jLwf1uW/5XxtFg8jwkAsX47p3aNWjY+u8z/jMuWidTisK839ePmr4w/KGLZZ89FNDRox7yxWAfuiBdVt2Lvp9zZr12yaPf87Twz133CfGvmXJ+epRqFW98viRw6QSh/RzyUAGOpcrEatQqjVapVLldDrEGwvHWCWVHGxXiENthSsFreCIGgBQmOwOh0at0mrUEoBCdmjFHw379Wv7zEhRtmZlfd79vrZPPpWRkOCw2ZRq9eXTp8o1ahhUoaIolG/WLP7kiWtOJLhylYTTpyIbN06OvpAWF2fw85Nyrh8i5Zwy1HugT80uXZaMHfP0z78c+GN5v/c/UOt0cx9/LKRmzUotW9148fLN2is4OCs5SSybOBw9vXWLT9myGnf39Evx4qGLOX05C3aLOf3SJdEy/uTJkBo1xGLIv9IUS6L38jKnp0tXnbhd88j22Np/TOlp/T74MCspaXqvXnKz9s8+m3j27Mp33xX1QZUqV+vQPrRW7fT4+PN7dksAAAAAAAAoeghAAyii/jP9LCMDjRsIDvJPTk1b+Otqb0/D/OlTYuIujxj75qofZqxat2Vw3+7hZcvIzeISEn98drj48rXjgCefeXTALyv/yddebjZsQO8flq58Z9zI5X9tdDgds997PTY+4aU3PurVufW4yZ8s+/ZTd71u0tQZv63Z8EC3dvIo706b/fLTQ1s3a/De9G+lnFzsslVrxZRNZsugka/Wq1n1u59+e/TBXr06txFjHclJtQpi8SaMekJM9tc16+12h1z53U+/+vl6L/3243MxsSNfmbJi/hdGk+n+ru2rVSw34f3pBw4fb9ao7rLVa+XGVSuUG/Jgz6Wr1674Z1NQoH+gv6+YqdFk6TBgxNNDHszXwGgyHzl++tdvP01ISuk5dFTu2mvWoHbjujWef3ywXqtNTEn7acxIby8PsYpefGLwlGnfDOrTvUm9WmKxP/5q3pTxz0mlWLVK5R/o1v6DL75/ccRgueb02ehXRz1eISJ09o/Lfv9rwxMP90nPzHppxCOXE5N7Dn1+869zHA7HI89N6NK2+TW3HC9Pw6C+3VUKRcPa1cVgtw4tJ7305KvvTdt78MiFuPhrbpxnLlzcc+jYz998rFIpP5o5Vw5AJ6WmX/3Sy3y9PUc99lC5sLJrNmz9csqrG7buWbryn1efe8xNcrPaXD0eqVXK8SOHxV5KePGNqXIA+p1PvvYw6FMzMr083N8d79pOTp6N7tq+Ze40w8oGnb1wUcr5vvC9V1948MmxD/bs3LxhnbzravZHb0glGunnkoQMtCwnAK2QY9ASfT+XEm7/TwIAoHAcO3k+JS0jJDhAAlDIdi9Z8tC0K7/Z1hgMlVu3PvLXX51efOn7YUP9IyPlbo+bDBq0ZOyYU5s3B1e/9uWtGj/00D/TPv/p+VFxx451GPW8QpX/e6XgatVqd+/+z+eflWvQ8I+338pMTPINDxflvG3EWPm6f7561kqNpsdrE39/4/WLhw6JKbR9+hlxPrJr0U8/vfC8d9myCqVSns5vr78eWKmiRu9eq3sPU1paZmLCtrlzmw8dWqVt21NbNks3J6x2nY1ffz3viScUKqVnYIAxPe3fRRp89J9/Tm7c2G38+PUzZmz+9lu1Ttds8CNXTyG4arVfJ772wOQpEgAAAAAAAO4RAtAAiqKbTD/LyEDjeuITkn29vXbuj8rMyJr27Y+iJrRsGaPJkq9ZudCyGrXrD6KPl6fVajtx5ny+9u56bb5R6lSvLDYw0T7LZEpKScs0mr798VdRr1QqMo3G3GZnzse0alpftGzVuP6O/VEnTp+3WmzylMuHh8QnJp84e/7NMU+Lwfu7ts0da8Koxz/9ZsGPv65s1aS+xWqTKy/ExvXr3klMqnx4qLten5CUIiorRrg63/X0MJhtNvEUsqXs9IwsUROZU+/j6SGejoe7/uipM6998EVqeobT6ZQT1XkbnI2+2LBuDa1GHVY2qEr5ctdck5XKhXl7eciryGi2HD91buP2vdv3HLLabKV9R8t5s3rm0f59nhi9fd8heW14ehqmzpzr7+t9Lvpi9UoVpJyLO4t7g7u+bJkA8UrZ3dyMN9xy8qpXo6rkSkV7ZJnM19s4T5w+17B2NQ+DK2w78cUR0bGuvpGu+dLLAvx8XA0M+pCgQNfc1UqT2bVf1KlZdfvuA6IQGR4i7sWLbrFd6bB50ugnG9SqtnrdlmWr11Wv4npSkWEhp85ekFPaQuylhPI525UQERpctUK5nv/bdbRU0nuAJv1c8pCBlslB2GzSz6UJR9EAgMJWpWK4MifICKCwjVz2a97B3LRutQ4d8tY/PP2La47+3O/LpZxccpex466uF2p2u0/cRKHdyGflmuqdO0s3TaXV5pt1RIMG4pa3Zui33+UdfOaXpXkH3X18hs+ZK5dr3dc9917oPHpM3pZV2rYVN1Go0Ly5uElXrZzur70mF4Z9971c6Pn669JVxPRruZ6x9ODUqRIAAAAAAADuKQLQAIqcW0o/y8hA42pHT5w5fvpcwzrVz16IMVosTw7qK7arbxYu1es0+Vrm206qlI+4cft8o/j5eHt7eY4Y3Fev0+4+cETK81DVipHHT52rXqXCsbPnxWDlCuW8vTyef/xhUf519frwskHVK5c/ec4VIV27ZWd6xpX867LV6z59c5yY7+DnJtSpVlmurFap/Mkz55s1qH0+Ou5ifIK/r8/VS96kXu3t+w7lq/9r4/b09MxP3xqXkJza+aGnrl7+SuUj1m3dJQpWm/3U2Qt5J6hw+/+riP7PKqoY2bl1s7o1q1y6nLRjX5RU6ikUio8mjXl87JueBncx+O7n30yb/Grl8uEfzpxry4mwX/O96AZbjkJyy40a5h33ehtn1UqRi5f/JQoOh/PlKZ+NGv6QdJ2X/upp5tW6Sf1Fv62pU6PK9Rp0a99y4469706b/eaYp/v36vzSG1ObNahbLiw4PSPrrU++GjGor3RDJbgHaNLPJRUZ6FwcUwEAgILizM7evf9Yi8a1JQAAAAAAAAAA7gABaABFy22kn2VkoCFb9Nvqjdt2x8Rd9vBw/+bDSTqt5uEH7vv0mwUjJ7yrUiq7tmvxn5vEDdpXr1x+7Duftm32P1fwVCoV770y6rUPvjCZLYH+vqMeezj3oYkvPDnunU8CA3zd9bogf79qFct1bdt89JsfG83mOtUri8YvPzNs2nc/fv/Tb16ehvEjh8+av1iM1aBW1UkffJGQnBIRWrZRvVp/b9kpKof06/nRzLlPvfzO4RNnxjw1RKW6Rl9ZHVo2mZkzhbzq1az65fc/DRn1mlKlDPL3TU3LyNegfs2qFcuFPzzylcoVypUJ8s/7UN2aVd+YOmPyK8/lG2XiCyM+m/3DVwt+1mu1wwfeLxUZZrNVd63A+l1QuXz4I327/7ZmvSi3a9lEvO6engaNSu3r43W9UW6w5VQqH/H57B8qRobnG+V6G2f58NCenVq/+MaHbpJb5zbN5a7U/vOlv1qlyPCL8Zfr1KhygzZiQ+388NP9uneqXb3S66Offv/L7zIzs/R6XfcOrR/o1k4qcW5moyL9XLLJGeglk9PIQAMAABSIS/FJCoVCAgAAAAAAAADgznAtYwBFyG2nn3PtWm5e+70xsKKj/7sKbz89Gegb27hx4xtvvLF27Vp5FQ0YMKBjx45PPfWUVBCcTqfNZtt6JG7lgcTx/Rtd3WDuwqX39+js4+2ZWyNefafDYbGYXpq9o1mNsGEdq0ko6cZ9t8VXYx3RqYLB00erc1eqVHeyw7770czuXdvVq109b6XYFO0266qdZ2avPff7pO4SSrptx+MnxKMe2wAAEABJREFUzt0+76lqnuLPgMFTpdbcSbrij9XrzBbLfZ3bGtyvHWq+w/RzWlLmuAEffv3P29dr8Puctb2HddiwfNf5k7GPjr7l3xt8OWlh0451G7WreUtj/bVka0Js8qAXekq3JSvDtHnV3q4DWoq5t+hav36r6vkaiKdz5mjMgGe6yc2kgvbVmz81alc737M2Zppnv7sk9txljUbddWCrlvc1uKVp2q3Skslp5w/ZW490VO+sU2m0KpXaLYcElG4ZRtvor9dPHVje19fXw8NDrVYXeKZNHCI6HA6TyTRz3vLB/boG+PtIAAAAJZo407RarZnr15nHjqm4a7eEks5yOCpm2DDzgh98QsPEQbVGq72Zg+r9UacOHDrcpU0DHx8fg8GgurNP1QAAAAAAAIojOtsAUFTcefpZyukHusNw94TTyiUTnGnJJvFVgcPh4Jce19OmTRsvL6+PPvpIlH/66Sej0VhQ6eebcezEmU+/+Hb9ph12u0MCCoLJZF70y4rZcxcnJadKQEEQf0H27Iv65Itvd+05ePUfk7vQ9/Py+eukO/DsO4NuNf185y5dSNy78fANGrTt1Xj4y33+s1nBWrN4s6e34f2FY8Z88tjXkxff6ugqjdR/one52qpNM5RH/zLbrRa73SYfukgAAAC4FUtXbrBYbRIAAAAAAAAAAHdGJQFAEVAg6WdZ4146cb/2e+OSCY4B75m9fCX6gb6BWbNmNWrUqE2bNlOnTl29erXT6XzllVf27dsnHvrwww/r168/fPjwbdu2hYaGjhkzpnv3Au4912qzr/ln0+59B/v06lqxfIQEFITTZy989uX3bVo1aduyiUajloA7ZjSaly7/c8/+qF7dO4aWLSNXuv5uFVz6eeUPG3/4/PeykUGN29UeOPI+ufK3Of8kxqZ8MfGH2k2rnD504Z2nZsTHJPV7smv7+5sc339uwae/Z2UaazepMuzlPrl/494dOev+xzrVbFTxwLbj//yyTavXNO1Y18PH/d1nvwoK9Q+JCBr59qBNK3bLHTynJWW++cT0T5e9uu3P/b/PXWu12oPD/J9+4+F8y/Z8rylTFryk1Wn613nhy9Wvh0YGiZoPFo2d9fai88cuanSaJyY8WKVu5EsPvBdWUawcN5vVfmjHiRULNohx/1m67Zdv1hgzzc9NfqRC9TB5gnIP0PHRiXIzsfBXP3exSFE7T46Y2H/Bp8svRSeM/eSx3+euU6uVNRtX/u79X9KSMwJD/Ee+9ZDN6nh35FfiCTZpX8fT17Dw8z/8ynhnZ0uN2tU+tv9s3mfd57FO8pQz0416g066dXIGesnktE0zxJC5euecSpXrTYZjDAAAgJuUZTRXr1xOy5kaAAAAAAAAAOCOEYAGcO/J6We73f7LO1lH12XfSfpZlpuBXvyq46EPLR5eZKCvKzg4+NNPP+3cufPixYsDAwO/+uorHx+fv/766/z587169dq7d+/q1av//vvvsLCwdetcvZBarDazxSpuVqvdme28wZSdTqd4TZOSU2zG9Itx8TdomZScNnvu4jo1q3bv1t5DfzuhNBRrDrsjLT3DaHUqVZluipvcT0Wba/S6mtsTq93hWLth2559UQ/06FSlcnkJpU9mltimFKoss0KhclPc3DVPxAZ01eaXlWXMLZ+Pjv3y6/lNG9br2qmNVqsW73InNpj+/MAWXEn10Fted9j38+ZVe554bUDbXo3XLtsudgqlSikq7x/W8Y/565+bPHjD8l3iLXfiV88lXEz54KXZotnHY7777PfX9O6aLyb9sO63nR0eaCpPp3P/Fht+31GzUcV/lm7r1K/FppWuayXv3Xi4ZdcGQ8f2ObTjRFaG6eq5x56//MY3z2l06slPzzyy91S+R5t1rntgy1F3D31o+aCo7ScyUrNqNqr067d/+/h5vvjrqxfPXZ781MwZq9/IzDD2GtqxSp1ypw9Hiz/rPR5p++WkheEVg8d+8tjfv2wTTyE3AC3r/3Q3udmERz69+rk3aF3jpy9WiMLxA2fkZd67IeqlD4d98OLsPo93bty+lpjgN1OWDBvXN/5i0gc/jRUNnuryxkeLXzZ4uU8a/vnVz1rnrhGVYmknDvl03GdPSLdFpZEefM375ylpm2e6OZ2Wmt3E0YpCqeKUCgAA4GYplYrI8LISAAAAAAAAAAB3jG/rAdxjuennX98zFkj6Wfb/GegJ9gHvSp7ergmSgb6m/v37jxw5slu3bqIcFRWVlpb2zjvviHJkZKTVav3yyy9Hjx7tcDiGDx++Y9+R/VGn9DqtVqP29fUymcw3mGxO16jOiwkZDqPlyLGT/7kYUUdPBAb4tW/dVEIpY7HaLsUn2LOTHdluOQHm/95JdTqd2XyNzS87+39S0WnpGX+v30oAunRKSk6xZ6fbnW7ObDfp5t75Rbvsq4L1yalpeQfFJrb3QFRI2aBGDWqL97iolXZRWbejTqu/0z8uT7zWf97Hv61cuKFBqxpWq12fEwLOq3LtSPEnzMPXYM4ypyamm4zmX2f/JeqVCoUp4/93h4Zta33/wdKMNOPJg+dHTx0mB6B7Pdph9rtL3nxielCof/lqoVfPXaVWTpsw32F3JMQmO+35f9zSrFPdFT9s0Bt0Q8Y+sOG3nYmXUpt1rrd22fZO/VqIRQorX0Zv0KZcdq2oqydeuU6kuPf0NViMFulWnrtWrwkI8Ys+E6/RqgND/E4cPG+12b0DPC9FJzRqV1M0aNyhzsLP/xCF0AplNDp13PkE8ez8g31ETY2Gla73rH+eteaF94fWaFhRul1qrdTkfvcLURlHVmZX7WhVKlUKpWuBOcAAAAC4Gcv/3NKhVUPxwYIEAAAAAAAAAMCdIQAN4F7Km34+9KezRhtNz+cNd55+lv1vBtrs6e2qJAN9YzVr1jQajWPGjBGvy8cff2yxWHbt2rVmzZqUlJTIyMiEhISm9Wvc5KScTqfNZtt6JC7mQGLn9o2ubrB2w/bccrnwkD69ugYF+jkdDgmljLu7rmrlCgZPH63OXalS3ckeunHzLue/W5BWq+ncoVWLJvXzpaJRSpQLD/X09tMbPFVqjeIme4C+FrPZGh0TlztYrUqF+3t09vH2FG9x2VJ2l1cVf7xuXTMrS2twq95KI92BdUu3j5/2hFaneeXhjyvXjpQzvv8jz57h7e/p6W3o92QXrV4TtetU3r1GoXBrdV/Daa/Ma9/n/39Psv2v/d0eal29QYW5H/26fP76yrUiEi6liPoTB8+K+5SE9GWz/569brJSpRg3cOrVy1ahRvj5k7E6veaJCQ8umbEqIS754VHdzx6LOX/iYp3mVWLPJVyOTfYJ8JTn7lpShVvubneDPTq32fWee7NO9b6dvLhx+zqevu5fvfVj6x6uPyXlq4WdPxEbWTV097pDZcL8XTPNmYV/GZ/ky6l2m0OlVooGtZtUyfesh7/cR3KlotuHVQiW7sCZvbZl72d4BdvajMlwOrzkQxkOLQAAAG6GOIru0Kqhv6+XBKD0mdHngaeX/KwouEvoHF+3rkzlyj5hYRIAAAAAAABKKwLQAO6ZQk0/yxr30jls2RsWmMhA36Qnn3zyjTfe6N+/v0ql6tu3r6+vr6en58MPPxwTEzNp0iSN5o7ifdfk7q7r1rFNowZ1xGtCUBUFpWH9Wl06tvbyMEgS2xUKhr+fd8+uHapVvdJzsJvrD4mbWufW6VXbn5Mdv3+SKUked5KBrtagwvQJC1IS0sqWC6zVpHJufYXq4R+P+b5Ru1p5GyuViufff3T6awtMRotfoPfgF3rmfbRj3+aPtXvtucmP/P9EaoT/+t1fP01f4XRmP/3WQ16+Hsvnr3/7yRlBIX4KpcLLz8M/2GfSsM/lP45pKZnKqyLjVWpHZqRmiULVeuWNmWalStlzSLu5U5e9NeLL00cuPDrmAWWeLqv9y/ikJKb98s2f0g3lNrvec2/SofYnY79/dvIjOoP23We/Hv/ZCFH5zJsPL5z+R/TpS1lpxlHvDcltrNGpHxvfb9yAD8MqlHHaHVc/a7nZl68vfOLVB6s3qCDdljN7bUvfy9D7W5q/cFnn4eHK1nNEAQAAcNNSUjMsVpsEAAXhwPLf2z0zUgIAAAAAAEAp5kYqCMA9cRfSz7m2LzVtWGAqU9Ux4F2Vp7dOrVaTgb4LcnuAXnkgcXz/a/QAPeGtj5o2rNepQ0uDu16uEZuE0+GwWEwvzd7RrEbYsI7VJJR0477b4quxjuhUMD1AT3jr40B/v769u5aLCMmtFJui3WZdtfPM7LXnfp/UXUJJt+14/MS52+c9Va1AeoBevmrtzt0H2rRq0r51M1WejK/8fmWzWa1mY0ZK5j8faFPOanuP9rjDfqBRlOWmn5s9H+vl7+7u4aVz99Do9Eql6k62MaC4yzDaRn+9furA8r6+vh4eHuJIu8D3CPGW63A4TCbTzHnLB/frGuDvIwEAiqe/NuyqUSUytGygBOCGxEcZVqs1c/0689gxFXftlkqEGX0eqNCsWfyJExp3977vve+mUKz+4H0xqNbpuowdG1Kz1uzBgyIbNXY6HVlJSfeNf0Xr6fnXp59cOnpMjNt59OiyNWr8OvG16P37vcqUaTF0mFqv/3ncWN+wsEdnfyumIBVzlsNRMcOGmRf84BMaJg6qNVrtzRxU7486deDQ4S5tGvj4+BgMBtWdfaoGAAAAAABQHPFVPYB7IF/6uWrzQkw/C8366ts+oo8/rlw8wZ6RZrbZbA6Hg59/3HMjRzxyf89OuennUmjV2i1TZ85NSEoZ8NTLEgpCj67tnh85NG/6+e6bNf/njgOeHDLqtSHPT3zwybFfzll0zWZzFy+XCpPZYu380NPb9hyUB4+eONNt0Mgso/lWpiHtOnD4mVfflcufzf6h/YMj5PLKfza/8+nXNzOFtz+ZtXHbHqk4i4wIe/HZ4Z3bt8ybfpbkHqAVCpVKrdbq3L307V82+VWw/v5J5tHNVgklUd70s6e/XufuIV75nHg9P6kCAAC4WZ3bNib9DJRmNTp1HvrtdwZ//+gD+7fPn+fu6/fEwh97vfnWrxMnZjudVqOxTs+eXcaMVWm0MVGH9ixZrPf0fHT27N5vvbXstQlOu/3U5s0DP/1M3Bw2W2TjxhENGvR6480SkH4GAAAAAADAbSMADeBuuzr93Ht0IaafZWSgrxafmHL89AXp3gkLCZYgSYH+votnfSihILRs1lBZBPphHdCry/zpU+ZPm7xk1tSlK/+5eOny1W0WLF0hFSadVvPRpNHjp3yWmpZptdnHTv70o9dHG9xv7UvB+jWrRR07KZe37T5Yu3qlo6fOifKu/YdbNqknlQ61a1bx97t2V6OuCLRSqRJfzOrdPbwN7cYZyUCXVPnSz3p3T527Qa3VqVSunm4JQAMAANyMuMtJuw8ckwCUYqF16oh7vZeXNcuYHBNTqWVLcT7lX66cxt09MzFRPOQfGSnudV6edos1/vffWE8AABAASURBVOSphDNnNnw188Dy331CQx02W4/XJq6ZOnXR6JesJqMEAAAAAAAASJJKAoC76JrpZ4XybiSHmvV19TS8YYFp8QT7gHfNnt6uSqWylHbcuGHb/kuXk3t2aiGhoB0/c/6jmXMzs4zuev3oJx/x8vSY8N60+dOniId6PDpq8VcfXoxPGP3mR1q1ukyQf/nw0ISklGcnvLd41ocHDp/4bPYPGVlZTerXHvf0o3/8vWnl2s2R4SEXLsZ179CqR8fWS1et/fbHZX6+3q2b1H9ycL987UngFUHxCckZWUaNRiNe5SnTvhH3/r4+b4595vc162MvJ0yaOqNejSoXLyU8//jDSanpT45965fZH/d9fHT5cmHi1WzbrGG+DSB3sjPmLv5n885sp/PR/r0f6Nbu9Y9mOp1OTw/Dxbj4p4f0r1Glgtysbs0qfbt3fPuzWVUrlLuvfcta1Sr9tXH7nMW/ZRnNzRvVHfvUo7+uXnu9uX806SUxBZVKWaNyhaOnzgX6+2q06paN623Yuqt6pcjdh46MfWboybPRH874PjklLSQ48PXRT9tt9mcnvOvl5dGxZRNvL88vvv8xKMBPvOG3a95o/+Hjz732fmhwUERY8FtjRrrrtVKJIO90StX/H063G5e1fqr0+yeZkuRRvZVGQolwzfSzRqt3pZ9L61EEAADAbUhLzwwNpvtnoFTLewIVXLlKwulTkY0bJ0dfSIuLM/j55WsQVLmSzWRuMWyY+Gxh25w5dqvlYlTUkK+/NqWlfda1S43OXdzcFFziDwAAAAAAoJSjB2gAd889TD/L6AdaOH0+9ss5vwYH+Q+8v4PBwDUiC97ps9Gvjnr8xxnvN29U5/e/Nlzd4N1ps19+eujP33wUFhyUW+l0OsdN/uSLKa8smTU1PSPztzWuEdUq5fiRw14b9cTcxcvF4FfzFn855dX5n082miwJyalXt0cRsXj5n0NGvTbgqZeffmXy2KcfDfTzmTLtm0F9uv/wxXsdWzX7+Kt5wwb0DgkKfGfcyKvHzcgyDuvfW84f59sAZNv3Htq25+D8aVPmTZvyw7IVJ89Gi8qqFcqJlu1aNl7xz6a8Uxs5dODp89Gbd+0fOXSAxWp757Ovp04cvXT2xyaTeckff9147rLmjeruPXR00469bZs1bNe80aade5NS0308PQzuurc/nfVInx6/zP64S9sW7037VjSOuXT5q/cn9u/V5eOv54kl/PrDNxwOp6jftGNft3Ytvv/07Z4d2mRmZUkliFsOpUqlVmvpB7pEIv0MAABQUKpWjChbxl8CgByNH3ooJSbmp+dHzX388Q6jnleo8nfW0/DB/qb09MWjX/rl5Ze9y5bVe/toDe4/jxv346jn2j71tEqrDatTZ8WUycbUVAkAAAAAAAClFT1AA7hL7nn6WVbK+4Fes36XeAmeebS3QsEPYAqLp6dh6sy5/r7e56IvVq9U4eoGZ87HtGpaX2xyrRrX37E/Sq5MSknLNJq+/fFXybVBKjKNRm9Pj8jwEDHo7eVhsVmT09Ld9Xq55sUnBiUkpeRrL6HIGNCry1NDHjwfHffcpPfbNW8kao6fOrdx+97tew5Zbbb/fLepWilSLuTdAHIfjY691KReLbkT5Qa1qx85ccbVMiJU3Pt4elittryT0qhVHVs2Fduk2OUvXb5cLiwkJKfHtTbNGqzdsqt+zao3mLusReN6X81bIkZ/6pEHywT6i61uw7bdrZrUl5ekTfMGotChZeMvvvtRFCpEhOq0mvMxl8KCg0RjUdOwTg1xP6Rfz/e++PbJl98KKROUb/olwA36gXbYDLXal5Durksn0s8AAAAFJT4hZeuuQ326t5EAlFYjl/0qFzqPHiMXuowdd+MGHZ9/Pm+D1k8+lXew+dCh4iYBAAAAAACgFCMAB+BuKCLpZ1np7Af6jKvj52WR4cE9OjUn/Vyo3v38m9FPDpn88rN1arjSpe7u+suJyQ6HMyEp5eKly5Kr16vI46fOicKxs+dzx/Lz8fb28hwxuO/zjz/cq1PbapXKS/973U8/by+r3W62uIKwM+YuTkhOvbo9ipRy4WWHP3T/Y2PeFK9+lYqRnVs3Ey/WI317NK5bK7eNu15/KSFRFA4dOZFbqfj3db9mvLJ6pfInzpwThSyjac/BI2EhQddrmU/ZMgGJKak2m93pdG7avi8sOOjGc5dVKR9xOTHp7IWLlcuHi8HmDev+sHSlHIAWW93xMxdEYf223aFly7jGzXlvKRPodzkxRcxIlE+edTX4Z/P2gfd3XTD93TKB/vN/+UMqca7XD/SK6VlR6ywSiifSzwAAAAVIrVK2b9lAAgAAAAAAAACg4NADNIBCV6TSz7LS1g/0nxt22eyOp4fcr1QSfS507Vo2GffOJ56eBo1K7evj5e/j1ahezaEvTgwpExQeEiwaTHzhSdEgMMDXXa8L8veTxxIvzXuvjHrtgy9MZkugv++oxx6Oi0/IN+X3xrsaWK3WyuXLVa8Uma+9hKKnb7cOy1au/XbRrxNfGPHZ7B++WvCzXqsdPvB+8VD1yuXHvvPppBdGLFj6x1PjJ4eWCVTc3O5Zq1qlFo3qvfTG1G17D/Xo0KpBrWq/rVl/MyNq1Kp3xo4c/+7nB4+ciAgt+9zjD6sUipuZe9kygXqdTi63alL/19XralatKMpvjn56+vc/nj4XnZaZ9e4ro3Lb67SacSOHPfTM+MiIULvdkfNkK3z7069ffr/I6XS+MfopqSS6Xj/QK6a7yvQDXeyQfgYAAChYJos4dfWRAAAAAAAAAAAoOG4lvtNTAPdWEUw/59q+1LRhgalMVceAd1We3jq1Wl3yMtBnLsStXrujY+uGVSuGS3eX0+m02Wxbj8StPJA4vn+jmxlFbCpOh8NiMb00e0ezGmHDOlaTUNKN+26Lr8Y6olMFg6ePVueuVKkKfB8Um6LdZl2188zsted+n9RdQkm37Xj8xLnb5z1VzdPbT2/wVKk1d63be/lPnsNut9nEO5kxMy1r/VT35DOaHqMMZKCLEdLPwC3JMNpGf71+6sDyvr6+Hh4e4oi6wN91XW+tDofJZJo5b/ngfl0DyM8BQHGTmWX6dfWmR/p1kQDcHPFRhtVqzVy/zjx2TMVduyWUdJbDUTHDhpkX/OATGiYOqjVa7c0cVO+POnXg0OEubRr4+PgYDAZVIXyqBgAAAAAAUMTRAzSAQlSU089S/n6gTSWvH+g/N+yyWu1PPdpbqaDjZwAodPQDXQKQfgYAAChw7nrtoD6dJAAAAAAAAAAAChQBaACFJTf9/MfHRTH9LMvNQP/yur3f2yUnA332QtyqdTs6tGxQrVKEBAC4W8hAF2uknwEAN8Al1Eoh/voXlKjjZ8OCA/18vSQA/2vdlr0xcQkNalWpVrmcUkn/BQAAAAAAAMCtIQANoFDkTT/v+6OIpp9lJS8D/dfG3WaL9cnBvVQqpQQAuLvIQBdTpJ8BADcgn+E6nU5i0KWB/HdfkXMlJY4B7pzYa85HX6pTvaIE4CrtWzZ4bsKnO/Ye0eu0dWpUJAkNAAAAAAAA3BIC0AAKXjFKP8tKTAb6XPSlVWt3tGtRr3rlchIA4B4hA13skH4GANyAHH1OmTQx22QUBQklnfjTr+vbT9esufhYQKFQcCRwh8QK7NWlpQTgOsR7THa2ZDJbduw9kpuEFh/uBfp5SwAAAAAAAABuiAA0gAJW7NLPshKQgf570x7xZckTg3uoVby3A8A9Rga6GCH9DAC4MXGG63A4LGv/0VWrpgkJkVDSZf7zj1S3nqJBA41G65ZDwh3YtudwoJ93pfJhElDEqAu/o2W769IB/9EmwM8nISk1d1B8uHc5IUVUir8/EgAAAAAAAIAbIiQHoCAV0/SzrPhmoF0dP6/b0a5F/eqVIiQAQNFwzQz0ug+zyUAXKaSfAQA3Jp/kOux2Ufbq29ejcxcJJZ1x1y6b1Wqz2lRKVbZSKTYADgnuhIdBXy48WAKKHoWi0HdtheTmcFwjxxyfkByfmHLpctLlxFSn838aVKkY/tSQ+9UqpdVqlQAAAAAAAADcEAFoAAWmWKefZcUxA/33pj1Gk3nEoJ4qlVICABQlV2eg27+cte5D+oEuKkg/AwBuhjjPdWY7JZQmNrtN3DQOjSqbHljviN3uiAgJ4kJVQEamMT4h+XJiSnxCSnxiclCAb3CgX8VyoS0a1fYw6J+b8KncrE6Nio891EN8xOd08ncHAAAAAAAA+G98+gygYJSA9LOsGGWgz8fEr1q7o02zOjWqREoAgCLpBhloh12q25kM9D1D+hkAcPOcTmc2QdhSwxV5dzidrl5bedHv1N5DJ1RKRYM6VSWgVEpITN25/9jlxBSlQhEU4FsmyK9iZFiZQN9rNm5ct9oj/buKlvJg7imJIyFBQknnSE2T8rzoAAAAAAAAuEkEoAEUgBKTfpYViwz0P5v3ZBnNjz3cXaPmnRwAirTrZaBXz3SVyUDfE3L6WetnrvPEWa2nB+lnAMANyNFn/jqUKvKnHBLuWNVKER7uegkoesQ+3rlzZ1GIiooKDw/39vbu0aPHiy++eDPjLl++vHbt2jqdbsCAARs3bsytb9CgwdatW0V9bo3d4ahaMbxNs7ruet0NJqhWqerVrPTogPvy/amR//Sc636fhNJBfP6sUCgkDjkAAAAAAABuGrE5AHeqhKWfZUU5A33hoqvj59ZN69aoUk4CABQHZKCLlNy+nxs+E+1QZZ+Ljredjw8uExwaWjYwMIB823+SA2G5sbDcNZY3KHbzlbn1d1h52wtQXCqlwlxRbPYAgMJgs9ljYi/XrFpeAooecfzz119/iUL//v2fffbZdu3a3fy48+bNe+ONNyIjI/Omn6+pbBl/V2/y/+WhPh2b1KuR94jMLYe6bl3r19+YTSazxex0cC2CEku81gqFQq1W6728FEoFB+cAAAAAAAA3jwA0gDtSItPPsqKZgf5n897MLNPwh0p4x89iJZutjtQsq4SSzu5wSncldyVmId6s2KhKA6PJJhXJMN81M9CbPiUDfbflpp+bPR/r6e+pd/es4m4wW+2xlxJ37j1kMlkiwkPCw8qGBAdJuBbxXmoyGS0WS7bTlcBQqdR6d73YvK1Wq8Vslo8MNRqNTp+/0vV1vru7qLTbbEaTST6IFHuEwWDIqbQbTcYrlUqlwcNDVDodjsysLLlSDHp5eYkdScw3IzMzt9LT09NNoRDljIyM3EoPDw+FUimWNj09PbfS3WBQ5eyAmZmZYspyfMTd3aDWqEUhKyvLYbfnqzRmZtkdVyr1endRKaZjyjKKSqfT9fdLp9VpdFrXcYt467Hb5Geq1Wi1ep2oFGvJKlbUlaevKZorSqlUiXq3f0kAABScs9FxRpNZAoqJo0ePvvLKKwkJCREREdOmTQsKCnrvvff++OMPceA3atSoQYMGyc02bNiwefPmp556asGCBUOHDt24ceP48eMJAxotAAAQAElEQVTXrFlTsWJF14GWJD2ao1OnTnv37t2ydeuTTz3zn7NuWr/G1ZWuRKyXt65adTeLWWm1Op0EoEusK3l3tVqr1Yl7hYIMNAAAAAAAwM0iAA3g9pXg9LOsSGWgz8fEr16/s3WT2jWqREolmrx6F206JW4SSoGuNX3c3Ar/qx03t0yzvc+UVRJKAfGHSCHeq4veV4ZXZ6DbjM7a8HE2Gei75n/Tz3q9u6fO3aDR6t0N6oCAwLq1axiNpgsxcVGHj6/fuD08rGxEeGhEWFm+e84lDvycDseWTRujoo7INZUrVujZvZOb5LZ7z+7tu/bIlRHhYX3vv0/hpog6cmj9xq1yZaC/3+CH+4nKU6dPrv5zrVzp7e01fMhAUXnx4oVlv195i1arNc89PUxMMzbh0k+Lf8ud+wvPPiEOw1LS0ubN/ym38unHH3E3GIwm07w583IrH3moX2CgvyjMmzM3t7J/315hoWVF4aeFP5rNV8JYvXt0qVghUhR+/eWXlNQ0ubJrp3Y1qlcRr/uS5cvjExLkytbNmzZqVFfKllb889fZcxfkykYN6rVu2URU/rNp49HjJ+TKOrWrd2zXWlRu2bF13/6ou7+iRj0zXDx0MytqyMMPBgQGWGziLVMlR8bZ2gEABahKhXAJKD5eeOGF0aNHd+vWbdGiRWPHjn388cfXrVv3119/ORyO7t27169fv3r16qJZ27ZtW7Vq9cYbb+j1ro8Nt2zZsnfv3h07dly6dEm0ETXDhg378ccfO3XqtHDhwsFDhki3S6FQqNRqnesUUqnT6eWPYSWURFd+jKhwU6vEP7Uy58gcAAAAAAAAN8ONT80A3J4Sn37OtX2pacMCU0hNe7+3VZ7eenXOx9B3OR2S0/Gz8b72TTU5/REWC06n02azbT0St/JA4vj+jW5mFFesSoxltZyNTUpNS7dazQ67Te5hESWS+DJPqVT5eRnCyvi5MoganaIQdi6xCTkc9qSU9AvxyRaT0W6zigqOf0oq1zeGSqVapaka7q83eGr17iqVuqjl+eQ/oA673WaziG0yKz1rw8e6xJO6bs8YyEAXquuln8VGcvWbj81mvxATGx0Tdz76YnhoWblbaK1GI5Vu4h01MyN91sxZk155XkKJcPjoSYVGXzYkVK3W3N5f4QyjbfTX66cOLO/r6+vh4SF3WScVKNd7psNhMplmzls+uF/XAH8fCbiL5NNes9mU3rlT0IQJHp27SCjpzvbqaerV271/f08vL51Of8+vBFVMiX3n9z+33N+1lQQUVVq1K2bav3//Z599tl27dpUrVz5x4oTY3zMzM5s1azZmzJiLFy9OnDhRtBk/fny9evUefvhheUQxyhtvvBEQEDBgwIDhw4efP3/+zTffFPVt2rT5888/tVptw4YNt27d2rFjx/UbN972x1rymaMzB+nnEu9KBDrHzV+bZX/UqQOHDndp08DHx8eQc8Ub/mABAAAAAIDShh6gAdyO0pN+lv63H+j+U8wGD1flXfsG9MLF+FVrd7RqUrtmqwZSSSd/vi/WbUSQV7C32ma1OP69xDxKpJyvdZRqjVbclEqVVDj7VE4fOgofD71e7WezuDvsNgcB6JJLfrmVKrVWl5NqdSvgEF6BuLof6LZjsjZ8LNEPdKG6pfSz5OpbV1WxfIS4iXJ0TNyFmNhdew76+npHhIVEhId4GNyl0kfOX9htNgklyKHDxwLLBAUGBiqLZMf5AIDiKzk1vXL5UAkoPurUqXP48OFatWqtWrUqMjKybt26a9asEfWZmZlbtmx54IEHcluKzzJyP1WoUaPGypUrRcFqtR454rpMijigeuihh5566qmePXvmHFzd5ucPV84cc/AhRmmQeyjOMTkAAAAAAMDNIwAN4JZd6brS4Vg1zVTi08+y3Az00jfsfd+6exnotVv2pmcYhw28T1t8On6+QzmdnbgSseJ/arXWme3kO54S7N/Iu0qpUov7m+/h5pZn5Nqq1Fpx3KNSO50OUvUlm/w2Il5r8aK7KYpiAFoiA33X3Wr6OZ/wsLLi1rJZw0vxCRdiYtf8vVGj0US4KkP8fL2l0kTuhI4/zSWJ6zeNNqvr10EOjXjvlAAAKCA+Xp6+3p4SUHxMmzbtnXfeOXbsWGpq6qxZsxo0aNCxY8dHHnlk/fr1/fv3b9asWW7Lpk2bPvvss1999ZVcrlatWvv27WvWrBkaeiX0P2TIkMjIyHPnzkl3hkQsAAAAAAAAcGN8wQng1uSmn1d+bty9zFEa0s+yu5yBjo69vGrtjhaNanVoWfI7fs7LlVxUKqWc/KJT7ZSIWJV08hU+5ct8uhVaD9CSa29VuToGzlZLXDe2pHO94jn9QLvdynVj7z4y0HfNHaaf8wouEyhuTRrWTU5JvRAdt3nbLrvdER5WNiIspExQgFRqEL8oYbKdTofDLh90iT+RvL4AgAKx4Jc1A3p30Os4rEVRt2TJErkQGhoqZ5pzjchx9Sijc4jCxo0bxf0777yTr4E4oOrZs2fZsmXt/AAbAAAAAAAAKEwEoAHcglKbfpblZqB/ed3W722p8DLQ67bsS8vIerR/V51WI5U+OVFYhXw9UQmlwF3o0EiespvYW7OLaH/AKHBXXvSiHeMjA30XyOln9zLmpiPj7jD9nJefr4+41atTPSMz60J07L4DR1LT0iPCQ1x9RYeWlUo0jUYz+KG+EkoKf18ftVYjH+TzwzOgkLzbtElY7TpyWalWdRk7LrBiRekWzejzwJM/LUqJiUmPv1SxRcvrNUs4fVpuINo/veRnharQP/dbOWVKqyee8CpT5uqH5GVWabV5B2f27TNqxcrf33i9To+ekU2aXHOaN34UxYLFYu3SrgnpZ5ROc+bMef/993/44QcJAAAAAAAAQCEjAA3gZpXy9LOssDPQVzp+blyrfcv6UilWLJKLKF7YqFA0kYEuVLnp52bPxXn6uev0HgWSfs7L08NQs3plcTNbLNExcSdOnl2/aUd4aNmI8JCIsBCVSimVLGKlqVSqoNLU3XWJ17Z10wsX4xTydRj4KwkUDpVa/ejs2XL5wG+/bZs/r/ebb0m3aOSyX8X9mW3bFCrlDQLQ/9mgwFVo3vzkhg0NBwz4z5byU0ApkWk0azVqCSiVhuWQAAAAAAAAABQ+AtAAbgrp51yFl4Fet3Vfalpmqe34GQBKJzLQheTq9LPe3UOt1RVg+jkvnVZbuWKkuDmdzgsxsRei47bt2BsY6F/O1S10iLteJ5UUdBFcwuTsCzk3fikE3BUJZ86oda4/ChejDq3/8ktzZma5ho06vvDCNw899OjXX6t0ug9atnj6l6V+ERFfDxz40OefLxkzWuflVbVdu12LFj36zexdixeJ/TS4WnWFSpl3dHnnNaen5zYQg39+/FH8iRMad/e+770v7v/69JNLR4+J+s6jR5etUSN3kTZ98/WJDRuync6mgwfX7tFzxeTJTodD5+lx+dSp7q+86hsRcXD58v2//WazmJsOGlTrvu6igfhwQOfhkRob2+qxxyIbNRI1DQcMiFq18vCff/pHlEuOjq7ZpUvNbt3k6e/66ceYQ4fuf/udrx7s9+RPi665WuIOH171wfviPSiwQsVuL78sV4pFyrvMCpXqr08+fuSrWWJw3hNP9H7zzQv79uVdsOVvvWUzGdPj40Wb3G6nca+s3bynQ6sGEgAAAAAAAAAAhYkANID/Rvo5nwLPQMfEJaxau6NZgxrtW5Tqjp8BoHS6QQbabstu2L3kZGfvmrucfs5LoVBERoSJmyjHxsVfiIk7cOiYh8E9PMzVLbS3l6dUzJlM5pnfzXnt5ecklAhnz0Vnmsye3n5uOSQAhcBus8174glRyExKDChfvsfESdlO56+vvTZi4Y9qd/cVkydHrVxRrUP7Mzt2aD0MfuXKnd+1y5SWFtGgvtgrU+PiXvx+jkqr3bVokc7Ts/GAgQqVMqxOnRl9Hsg7eu0ePcX0dV5ecoPwevXEYI1OnbuNf+X3N9+IPrA/NSZG7+n56OzZqRcvLnzu2dzOmM/t2nV2565Hv5ntdDh+GPmMnJwu36Rxrfu6xx0+/M/06W2efPLA8uViRJvZPGf4sLDadUSDMpUrNX7o4YPLlx/+88+OL7wguUkOq1VyHcyoO730Ulpc3C+vjJcD0Nvmzc1MSuoz5d0br6JtC+Y3efhhMdNDK1fEHT0qV+5ZsjjfMluysrKSk21Go3jUajJdvWBlq9fo+/4HEoqAB3u2488Kij6LzXHNevEp6IKfV/fu1sbb0yABAAAAAAAAKMIIQAP4D6Sfr6kAM9Drt+5PSct4pF9nvY5OqgCglLpeBvrv2a4yGehbcg/Tz/mElC0jbs0a10tITL4QE5uRklix7D0OQDuzpWSjdCfcJNdhoYSSYu+Bw76+3iGh4eKAXwJQOFRq9aOzXX/RV3/wvoe/v8HPLzMhwZKVtW3+PCnnlzOWzMwqbdvtXrxY62Ho8NyoQytXpl+Or9auvXjUv1y5qzszzkpKyjf6NecbWseVCdZ7eVmzjPEnT1kyMzZ85brAhE9oqM1kUutdp7QpMTGRjRrK5fB69S4dd3W37Bvm+hmPb3h44rmzl0+dtFvM8ohiYTISElyFiHJSTt7abrWIQljtOmd37RQFv4gIeY52s0VehjPbtyuU//3ZY8Lp091fnSAKtbv3EPf7f3Pls69e5voP9Dm4fLk5M7PeA/dfc8GCKleSUATExF7OMpmrVoyQgGJIHBQt+X3tgPs7aTVqCQAAAAAAAEDRds8C0Fd/vXrNL1yvDijQfQhwN5F+voE7z0BfjEtctW570wY12rWoJwEASjcy0AWi6KSf8woM8BM3d41U3InDQqfTyRlZCZNzJp4tH/dLAApTpxdfmj14kG9YePXOnfXe3i2GDVfrdBf27hXvq8HVqiWcPqXW6TuPHrP529np8ZfaPPlUZmKim0KRdwpuCjexq7r7+eUbPV+DK+U89UGVK9lM5hbDholHt82Zo9JdOa4IrlLl1JYtomDNyrqwb1+1Dh0v7N2XcOp0aO06p7ZsDqpYMahSZZ23d9unnxFtDq34wyc0VJ503qWq2KLFnl9+Dq1VK98fCDE4eMbMJWPH7Fm8uOGAAdL1lalaNeHMmfB69U5s2GDJzLjeMtfq1u2Hkc9YTabH5y9IvnDh6gVzc1NIKAJi4xPLR4RIQPH03Y8rHh3QTa2i4xgAAAAAAACgGLirH+TJ38HI9+KLc+nfbKVccNrS7ObLDkuCm1Kv1Aaq9KHyFye5l+KV7xU53/3krQFQSEg//6c7yUBv2LY/KTVjcN8uel3xz0MBAAoCGeg7VDTTz8WRxWLTaq/d4x2rsUTKjUuKQt6XODsry83Ald+BAqPSantMnLRk7JjKrVv3fvPNP95+y2oyefgHtHvGleINqVXLlJYm5fTcbMnMVFwrexdYoeK6mTMCy1e4evR8DfKN2PDB/uu+/HLx6JcUI+1jiQAAEABJREFUSlX1jh1z9/SyNWtWaNr0l/Evn9u1q2bXrmF16x7844+DK1bs/XWZNStr8IyZnkFB1Tt0XPrqKzaTKaRmTY+AgKuXKqBChbS4uNBata75rHu/+da3jwyu3LatdH2dXnhxw8yZ2+fP13l6dn7ppbM7d15zmTUGg3/58mqtVqzJoMqVr7dgv70+qVyDhvUeeEDCPdKkfg0JKJ7mLVn90AMdST8DAAAAAAAAxYXbXejkKTfiLHcYZrekZMQss6QdzrYl2s2XndYEhyXRaYm9ekQ3lbdCE+CmDlDpAhWaQJU+TB/UXu/fTPGvfNloAAWI9PPN277UtGGBKayOvd/baoOHTq1W3zgDHROXsHrdzib1q9epXkEqucQbvs1m23okbuWBxPH9G0kAgJtz5U+w3W6zWSwmY1Z61oaPdYkndZ2ecCcDfQNFP/3srpHKhQQmJCTIg4sWLdq0adMXX3xRp06dnTt36nT/8+JeunRp0KBBa9euvXo6vXr1EhPx9PQUZbvdPnr0aFEjylu2bHn99ddFISAg4L777hs2bNicOXPmzp0rJiI//QEDBvTo0bPHg49K/2XW9z/WrlG1aeN6yjw9j8qbpcmYeTkupma1SjeewpyFy9as3RIQ4JuQkCzmPvrZYY3r17pB++iLl9784MsaVSs0qV+nQvnw0LJBcn1mlnH9ph09u7WfOv27ti0bNWlQR/ovjzz18pwZ76mUSunm/LV+66kzF5557CF58NW3P3nv9dFSgRKL9O30yVrNbf7mTTz3Vs0aNG98axcMuRh3+YNps6e9N+HGzVauWafVaqrVqOFu8NJodXl3Fvu2zabJkzxXrLvxFDKMttFfr586sLyvr6+Hh4c4ElYoCrgHVvmsxGQyzZy3fHC/rgH+PhJwF4ktULzZms2m9M6dgiZM8OjcRSrRVkyeXL1jxwrNm0vF1vk9e8TLVq7R7Z+Enu3V09Srt3v//p5eXjqdXsnPqG7FhZj4U+diOrRqKAHFzaLf/unSromvt6cEFBP7o04dOHS4S5sGPj4+BoNBpVLxBwsAAAAAAJQ2hdiZwf937ex0intz+onMi7+bLq20JG++Zns3pV6l9VPpApw2o92S7LAmZdvTHPY0STrtusuRfuIdN5WfNrCzR1g/Q5mOCpW7/CWEHIaWSEIDBYT08y25pX6g12/bn5ySPrhvJ71OKwEAcBX6gb4Nxbrv54MHD0q36LPPPmvWrJkonD9/vmvXrr169Tp37tzIkSN//vnnypUri6O4oUOHirOwxx57bNmyZR999NG4ceN++ukno9E45NFHk43/PX2L2bp81doduw707d21XJ5L2Is1Kb5TLxcRJt2EXt3aDXqwpygcOHTs9fe/XPz9xzdIAB84dLRl0/qPDe776tufPDHkwdz62Lj47XsO9uzWXrpbgoMCz52/GFkuVLorYmLjY2IvNWtU9wZtxo16TCo0Hdu1uHAx7spPi//dU7JTUkwfv2tb+bsEAMVQYMWK7j78UuKeUSoVDWpXlYDiZunKDe1a1Cf9DAAAAAAAABQvhRKAlqPPzhxZlzdlxa00xv1uzzqZ20DvV88Q2ESl8Vdp/V2hZ62f2nCNL9Ed1mS7xXVzuO6TrFkX0mPXiUpz3CJxS3TTavzb6svc5xnWR60voxSfr+eQiEEDd4b0821o1lfvsEmbF90oA33xUuKqtTua1KvWrvmtdeAHAChtyEDfkmKdfhbkHqBPnTo1fPhwcfBQvXp1g8EwceLEpKSkwYMHnz17tnXr1h988ME1xz127Ji7u7sofPHFF5MmTapcubKUs/288847vXv3fuyxx2bNmtWoUaM2bdpMnTp19erV0q24nJj01XcLG9av1aVjay8Pg1x5G9cPqlu7WqXy4YeOnEhMSvl7/XazxTxi6IA9+w/vO3TUaDQ3blDrge4df1q2ym532Oz2w8dOf/D5t9M+eE2ndaWl5y1efvDIiaV//C3Kq/7a/OPPK7NMpnGjHqtcodyqvzet/GujxWrtf3/Xzu1a5J3j9K8XnD57Qa/TvTH+WXGG+NnMeafPRWs16udGPFKjaoWNW3cv/nWV0WRpVK/mU8MHyqMkpaROmvL5cyOGNGlYe8feg5HlQqdO/86Zne1pcI+9dPnRgb3LBgc9P/5dN4Wbj5fnC8886uGue+WtT2tUq2i12ny8vZ4aNuDMueiZ3/2UZTS56/Ujhj4oKl9753NPT0PLpvXlWfz8+59Hjp16bezTefvVjr0Uv3tfVL4A9LIVf89Z+GtIcGDzRnUfffgBuQfooAC/yR/NUigVkeEhOp32scF9brwAHgbDzbw6OTuI6zfF0r+/KLat/N308bvZKSkSgFKpx8SJUjFH+vne0mjUXp7uElCsrPh7a+N61csE+kkAAAAAAAAAipUCDkDnjT6nX1iSfPh1u/G0/JBC5eER1MIjuLVnYEuFxutmpqbU+ImbNk+3C8G1XzWnHcu8tDEjfpMoWBP/FLfUqNHuYYN8qr2u9QhXqVTKnIsdk4EGbg/p59vWcqDeZs3escyck4HOzpeB3rDtQFJK2qA+Hd31pNYAAP+NDPRNOr3H9vOUDK8Qc9ORxSD9bLPZ8i7Ss88+m1t+6aWX3n333U6dOk2YMCEjI0PUXL58+csvv/Tx8alWrdqbb76p1+tzG7/44ouenp4pKSne3t6zZs0SNUePHu3Xr19ug3Llyp04cUIUgoODP/30086dOy9evDgwMNDhzE5OSf/P5bQ7nLnlPfuioo6c6NKhVbPGrl9wmU3m739aNOa5x6VbEejvm5rmelJKpeKLDyelpKadO3dx+vuvmczmhx4fN2RA7wEP3JeWnjFkYO9z52OeGPKgnH4WHh3Qa96i7L49O02d/l258LJvjB+58q+Nf6/fplQoVq/dPP2D18wW67Pj3qlRtVJo2aDc2XVo1fSlZ4a+9+nXh46cOHrijK+35+zP375w8dJr73w6e9o7n8+aP2Pq64EBvp/MnPvHqvXuBl1ScurEyZ+/+uKIiPAQm82+6u9N8nQqRoY/2LuLGPxn446mjeq4u+veeW1UYlKqyWT2cNclJqc+98RgtVr10ONjhj78wNkLF0eNGCymsPCXFX+t29r/gW6Xk5K+/GiiVqP5dcXfP/2yMikl9fWXR+Yu5JHjZ0aOfUsu//z7n48/0k88fXlw3eadIx9/uHO75qv/2Wx3OOTKz76a/9TwAU0b1pFTzqLmxgvQp2dn6SbEXIzLzDJ6ePlKsRezdbqsKW/Yt2+5ull2Zqblh+9zB7UPD3Xzcp3Um2dNz7Y5uxw4J9l9nAMHSh6uI+CUGTOy/11sz/vvV0dEiELqd985s7LkSo+uXTVVqohC2g8/OJKT5UpDu3ba2rVFIeOXX2yxsXKle7NmusaNRSFr1SrTiRPVDxy3p8eYmzXVtWolKk1r19qOHZVbqqtW03fsKAqWrVst+/fJlapy5dx7uLoht+zdY9m+Xa5Ulilj6OfqZdx6OMq8YYNcqfDx8Rg0WBRsp06Z/lwjV7rpdJ6PuTZ1R0xM1u+/5T59r5GuPdeRmJi1eFG+SmdmZua8ubmVHo8MUeSsqPQZX+ZWGh7srwxyba7pX80Un55ceaY9e6lyVlTGnO+zjVf6add37qyu7FpRmT8udP4bSde1aaOp5VpRxl+X2f9dUdomTbSNXCvKuHqV/cwZuVJTp+41VlSVqvpOne58RdlPnzauWX0bK8rz8SfctNr8K2rwIwpv71tbUXPnZP+7ReWuqKyffszdom5hRdWuo2vd+gYryrx/n0OhsGo0uYsB4HouJ6Zs3nmwb/e2ElB8/LlhZ7VK5cJDgiQAAAAAAAAAxU1BBqBzc5NZCdsTD7xgS3N9l6ZxD3eFnoPbuPvVk9wKYHY672riFlD1SYclKSMnCZ2ZsN108QdT3C/6iKf8qo3X6HyVOa5cxhfATcvdi9fMyNq9zEn6+Va1G+Lq5WjHMvOv79gfmGSSM9DxiSmr1+1sXK962+Z1JQAAbhoZ6P90Zq9t2fsZniHmpsWk72e1Wi3/ZFRYtGjRpk2bch86duxYp06dxDJ37dr1559/FjXVqlXzyenD0s/PLysrK28A+rPPPmvWrNnSpUsXLFhQt67rAKNSpUpHjhxp3ry53CA6OrpKTsBU6N+//8iRI7t16ybKVqtt87Y9/7mcxn/zlzKLxbpxy67QkOAwV8g4OysjU7pFicmp3l6eSckp5SNdV/5xd9efOHv+/c9mp2dkZEtOx79h2RurXrWiuPfy9DCZzafPRVst1m8X/CJqwkPKJCen5g1A16xeSdx7ehhMZkts3OXuXdqIFVsurKxepztx+nxoSJkyQf6iQbOGdbfs3NegTvVd+6I8PdyTU9MjwkPUalW2lJ2R6QpWhocGy9MR661+7eoN6tZ44/0vtWrNsEF9RH3ZMgGi8b8NrB4G95nfLfLx9Yq+GFe5fDlRL1aXVnMlyb1r36G8+7JQo2qF9cvn7tx7cOeeQ8+NGJz3oVEjBn89Z8lvK/9u1KCOmLVcGX3xUtOGdcQTadqoztqNO25mAW7Gjt0HfH29g8uGOi5G2xbOde7cnq9BdkaGm6dndmaGZdYXuZWann3cvLyyjUa5sov474Dk7NhRKl9eFJNnzJBsVxZbX79+bgDakZBwZfQKFeQAdPrChdZTp+RKpZ+fHIBO/+UX854rW6mbQiEHoI2rVhn/+aeGJNl3bDA7bFdyvevWGpctlVsaet8vB6DNW7dkzLmS1da1aXMl17tnT26yVlu3npzrtR05klupKl8+N9ebW6nw9ZVzvfaLF/8/mOvmdiXrnJSYN63rMeRRhaenMyPjfyK8ve+XxIoymfJWiqW6kuud9VXuihJLJed6M+fOyV1RYqn+zfX+ZDt9Knep5Fxv1rJllj275UovNzc512tatdL0zz+5i3SNFdWrt5zrNW/bmvH9d7e8oiIjryTFb3tFPTJEDkD/z4rq1Vvy9r7lFXX5cu5SXUmKixV16uQtr6hHhlwJQK9fZ1z6y9UrKn3O906dzh4YqCMADfwXL09Dj04tJKD42LBtvzhmqxgZKgEAAAAAAAAohgomAC2HJp1OpzntWMLB8eb4laJSbYgMrvmSR5mWUuFQav19yvURN6ctM+HE10lnFpnOfR4bM99QcaxvxafVWnelUqlQKIhBAzcpb/p5x2LSz7cpbwa6z+vmQyeOJiVnPHR/R4M7MTUAwC0jA30DZ/balr6X4V7G3KyYpJ9vrGbNmkePHq1Ro0ZUVJRc859PoW/fvmvWrBk7duy0adOGDx/+yCOPtG/fvkKFCmlpac8///yYMWOuHkWr1fTu3kH6L+fOR8t9DAsqpbJNqyZtWzZRq1UOu10cLt7quj1x+tyZczF1alZZt2mHwk0hajZu3Z2Rkfn2q6OSU1MHjxift7GbQpEtZf/P4L+R8byzrVAuzMNgePwRV6fXq9duDg4O/J9Z5gCaITMAABAASURBVGlasXyEmHuDOjWiL166nJhSuUK5lNR0u90uThV37DlQNihAPJ37OrXu0Kbp6+9OnzPjPZ1WIxrvPXAk3xyPnjgTFOA3/f3Xtu8+8MU3C6ZMfCHfepj+9YJ3Xnu+fETYzG9/tNrsOaMr/l0ct0+mvPLaO58tW/F3nx6dpP+y+u/Nb736nFiS516eXL1yebkyMjzk7IWYCuXCT5+Nzp3sjRfgJuWs4WxV42aq5q0dy5eZv/g4OzU191E3T9clmRTBZb33Hs83opu7u6jMMNpGf71+6sDyKl9fub7iv9twXpGbN19dGb5ixdWVoQsXXl0ZOG2ayWSaOW/54H5dffx95Eq/dyaLW76W3mPHiVu+Sq8RT4pbvkpD/wHilq9S37VrWNcj+Sq1TZuGReWvVFetdnWlqmzZqyvd9PqrK4WwfQeuriy7bsPVlWV++/3qysC5866u9P98+tWV115RY8aKW77KW1hRXbpc/aRuYUUFB9/pilq7/urKMr/+dnXlLayot98Rt3yVYi15jR4j3jTMZlN65//ef4FS7sz5i5HhZcWuLwHFwbY9h328PGpUiZQAAAAAAAAAFE8FEICWo882Y1xC1BsZ5+e4SU6l2iew6lO+kX0lN6VU+BRqjzI1R/tFDog/+nlG3LrM4xOM52d5VpnkXW6gWq3JjUFLAK6P9HMBys1Afzs6ud3zmqYdXYGh20gLAQAgkYG+jhKWfhamT5/+9ttvixMrnU7n5eV1k2N98MEHNWrUGDp0aMOGDadNm/byyy+npaUZDIYBAwYMGjRIumMVy0f06dXF38+VN80NIt+k5avXb9t94PLlJL1e9/6bL+X2hSy5Oj+uNPfHX0e9MkWlVPn5eqWl/3+X0rWqVfpo+vcfvDHa29u1EoL8fVNS0xb+/MfVC9auVeM3P/jSbLZUq1zev5339Rbjwd5dvvr+p5ff+PjUmQsjhvTV67Tjnh0+5eOvj508ExIc9PjgfrsPHBbNqlSM7Niu+czvfnzpmaEtmzaY+1P+GGVocOAfazZs3bkvNS1j6MMPXD2jFk3qvzP1K09Pg1qp8vbyuLrBq6NHPP3SW2LiQQF+uZVNGtQRt3wta9Wo9OHns5NS0kLLlqlXu9rm7XtF5UvPDvtuwS/ObKdWrTEY9LexADcgnwtICoW6T391+86mzz+0/b5UAgDgVhhN5tPnYmtUKS8BxcGeg8eVCre6NStJAAAAAAAAAIott1v9GjsfOTGZcWld/PZ+2fYMNze1X4WHA6o8rlAZpHshK2nP5aiPzeknRFkT0MW/wVyt3lutViuLZwwCuDtIPxeG9fONO5aZyzW093ld7W7QlcI3ItdvY2y2rUfiVh5IHN+/kQQAuANX/ljb7TabxWIyZqVnbfhYl3hS1+5R96YPlLoMdDFNP7trJPfr94f4448/tmnTJjQ0dNq0aVardezYsVIhcGZLycb/bjZt5tyMrKzuXdrVr1Mjt1LeAo3GzIvnz9avU13C3bVm7Rax2oMC/BYtW2W32QcP6CUVhKW/rfbwcK9Zu7a7wUuj1eXuQfb9e03vTHSePX11x8/55PYA7evr6+HhIQ56FQqFVKDkU5XcHqAD/u0BGrg7xBaY2wN00IQJHp27SCjpzvbqaerV271/f08vL51Oz4eKQMlz6NiZtPTMVk3qSEBxtj/q1IFDh7u0aeDj42MwGFQqFX+wAAAAAABAaXP7PUDnJiZTTn+XuH+km+T0DOkYXOMllT5YuncM/g3Lt/0hLWbl5aNfWBP/jN/cwb/xz+7ekbnRQz4AAvIh/VxIcvuBXva2rc/rknvOr0L43hQAcHuu1w/0+nmucqnKQJe8vp9l/v7+r776alxcnCj/8MMP0j3VuGHd+nVq6HSafPVi9aqUysqV6NnxHvDyMsz49seklFQpW3rr1WelAtKjW/sLF+OunCnn2X1U9Rp4Lvrd8uM8CUBxs2Ly5Krt21Vq2Uq6M1GrViacPtP+ueekAmLJyDjy99/1+/SRUEJt3nmwUmRYcJCfBBRtx09fSEhM6dCqoQQAAAAAAACgmLvNALScmLTbrJcPjMs484VCoQ6p/65XSCepSHDzDuvhUaZtzK4xxqQ9CVvb+jZY5BnUVKPRKJVK6d/4CACJ9HMhIwMNAChAN8hAZzulZn1LRQa6pKafhS45pKKheZN6132M35TeI80b1RM3qaDlvJriTiGnn//nxVWptEMekwCggKTExJzeupUAdEklPlxSuLkVSPrZbLHqtJqUtAxR9vX2TEpOFR/qenq4x19O9vIyqFWqpOQ0X19Ph8OZnp4VGOCbZTRZLNYAf5/cURKTUrVajcFdn5CY4uXlIQ4SU1Iy/Hy97A6HGCUo0Dczy2S12vz9vMUo4m+fj5dHQlKqXqd112sTElO9vT0UCkVKSrqfn5fN5sjIyCoT5JeekWWz2cUoSSnpSoXCx9tDTNzdXa/TaRJzRhHTSU3NEIthtlqzskxBAb7pGUa7w+7n4yVGUamU3p6GywkpBg8xH9coPj6eYmldowT4mM0Wo9EsnktqeqZ4Xv6+rlHUKqVXzigeHu4atfysvZxOZ1paZmCAj3jSJrM10N87NS0zW8r+zxUlP+v/X1HZkq/P3V1R4lkn5Yzi5pZyt1eUJdDfR6woZ3a2n4/n/qgT5y5efqBrK7GiPL0MYhTxkLeXQTxBsRmrVbffXwwAAAAAAACAu+92Lk0rPgoUnyHazGkXN3XPOPOFUuNdruXsIpN+vkKp9ohoPsMn4gHJlpiyq3vKuSVms9lut4slF8svASD9fFe0G+LetI/u/B7VsrdtxiyzTXwj5HDwLgQAuD1yL61KlUqt1mr17gYvQ9sx5oDK5g0LjLuWm6WSrgSnn4sRs8n8/fzFEkqKhMRkk9n17sHlkoASJnrfvrmPP5aVnJyZmPjLyy+L8s/jxhlTU8VDB5cvn/fEE98OeSRq1Uopp8fo5W+99dcnH/8w8pmUCxfyTiTu6JFFL74wa0D/QytXiMHja9eK6Xzz0MC/P/3U6XCI0Re99KIoLx49+vDq1aLBxahDPzzztJjy3599Jk57Lx46+GmXzt8PffTXSRNtJtPm7747t3vX7sWLJJRE4gPXhnWqSncgNS3D4XRu3nlw/Za9YvDo6QuHj58Vhb1RJ89eiBNb1Jbdhy4lJGcaTaKQmWVKSE4VBYfTcT7m0u6Dx0XLYyfPiZsoiMFz0ZfEQ6LB5cRk0dg1itEkRhcF8dGwmOCeQ65RxCzkUXbtPyqmY7O7RklMTk1PzxQFo8kSdzlRFESDM+dj9x8+KQpRx06fOBstCjv2HYmOvWy12kQDMUZKaroomMyW2EsJ2/YcFg1OnYs5cPiUKBw6evrk2RhR2L7viHjUbLaIlqJ9ckqaKIgpXIxLEFMTDUQzMX1ROHD4pJijKGzdEyWWwZgziliqpJxRxHJGX4w/eNS1PMfP3NSKstnt4gnuOnBMXlFH7vqKEgsgr6jUnFHEioqLT7w7K0oss7yixCixlxI3bD9QPixYXlHiWZtMFtEgOSU9Lj7pt9WbsozmqGNn/t642zWXM9EXLsaLgtVmkwAAAAAAAAAUSW63msOT08/m9HOxm7vbs06oDeXKNf9SrQ+WiqqUc4suRX0sFtq9wgS/6uO1Wq1KpVIoFHy5i1KO9PPdtH6+cccyc7mG9j6vq90NOrVaXRr6gXb9VMZm23okbuWBxPH9G0kAgAJy5Y+43W6zWSwmY1Z61sZPdQnHdR2GuzfuVWL7gS4B6WeNUtLe6x7lnNlSllW6Pa4zQYcjLSV59uzvXn/1BQklwo9Lfvfz86lTt57e4KnR6sSZsnSLMoy20V+vnzqwvK+vr4eHhzjQvY2J3Jh82mIymWbOWz64X9cAfx8JuItcF0Cz281mU3rnTkETJnh0Liq99V/PismT9V5esYcPD/jkE43B8MvLLzcaOLBcw4aHVq44v3tPk4cfXjN16pCvv7aZzXOGD+s/9aMtc+aUa9ig1n3d4w4fFuUHp06VpxO1auX+334bPPOr9Li4X1595dGvv/ni/t7Dv5/jVabMqvffC65SVWNwP7Z2nWifJhq8Ml48NKPPAyMW/qh2dxfLUK5B/ZSYGGNaWsdRz5/fs7tMlapZSUmbv/sud/pF2dlePU29erv37+/p5aXT6bmO081Yv3VfcJBftUrlpNuSZTRt2Lq/W8dmNptdq1FLQCFISEoVG2r/Xu1v3MxitaVlZAb5+569EJeRZaxTveKvqzdViAipXCHs1NmYKhUj2ERRdOyPOnXg0OEubRr4+PgYDAbxzRd/sAAAAAAAQGlza9/Ay+nnzISdcVt6Z9sSDUEtwhq+r1C5S0WYb+RAjaFczK6XTWffvZx1IrDhbK1WK38py4dBKLVIP99l7Ya43id3LDMve9vW53XJ3eCq5DtUAMDtkf98KPNcnbntmKwNH0trv3eVS2QGumT0/Wx1uG7FmusIUsrmAKaEEef44rV1y3l9JQAlwpkd27OSUxx2V5el8SdPnNqy5dyunXarTRxDXD510m4xb/hqpnjIv1y5jIQEUfANC3Pdh4cnnjubdzohNWuJ93y9t7fVaMyIj/cLj/AuW1bUV2rZ6sTGjZGNGvpFRIhBvZeX3WzJSkqyZGVtmz9P1IjP3CyZmY0fevjPjz9aOOo5n7JlgypXkVCiVa0YERToK92WA4dPVa0Y3r1Tc1EmWopCkp6R9deGXYP6dv7PlmIjDPJ3bczlI8rKNQ90a22xWMXneFabPSPTeC4lLfri5U5tGmVmmTwMegkAAAAAAADAvXMLAegrfT9nnL+0tVe2LcmvwqAyNV6U3Aq4b6fCYAhsFtl6zoXto2yXf0484OFf51Px/Q39QKPUIv18T5CBBgAUoHwZaDHYdkxmSc1Al4z0M1CUyScIcoF9CijuxF7c/tlnE8+eXfnuu/0++DCoUuVqHdqH1qqdHh9/fs9uMajz9m779DOi5aEVf/iEhopCwqnTobXrnNqyOahixXyTyi17BQdnJSc5bDbxx/f01i0+OUnovA3c/fz03t4thg1X63QX9u4VDx1ft65hvwfD6tZdO23arp9+qtWtGz+0KKnMFqvVZlPe1hUATp6JCQsJ1Om0ElBoTGbLLys2DH+ou3S7tFqNuG9Yp6q4D/Dz9jS4PuWLOn7GYrG2bV7/ckJyUKCfBAAAAAAAAOCuu9kAtPyFqN2acXHTfU5rkl/5h8rUHC0VH1rPCpGtvj278RFr7JxUj1puFZ/Q6XRqtatPEb7fRalC+vkeIgMNAChAeTPQcrlEZqBJPxc1KpWqQ4fWEkoKhdIVVrsSgCaYCJQgTQYNPvrPPyc3buw2fvz6GTM2f/utWqdrNviRoMqVq3fouPTVV2wmU0jNmh4BAaLxwRUr9v66zJqVNXjGzOtNUKnR9Hht4u9vvH7x0CHf8PC2Tz9zZvu2vA3E3+Xeb775x9tvWU0mD/+Ads/6WSLPAAAQAElEQVQ8I+a4bcH8jV/PynY673v1VZ2Xd2Ziwra5c5sPHSqhZDl87KxC4VYuLFi6RbGXEv19vfx8vSSg0DidzvlL1jw5pLdUcEKCXW+ezRrUNJktorD/yOmK5Uz+ft4KNzcvT4MEAAAAAAAA4G5xu5nOV66kn+32mA3dLEnr3P0aRLT4yq049P2cjyn18PktTzidDs+6i33Cumi1WvH9vVsOCSgF8qWfKzVW93nZg/TzXbZ+vnHHMnO5hvY+r6vdDa5fYpTUDLT4hslms209ErfyQOL4/o0kAEAhkP+4Ox0Om81iMRmzMjI3fKxLOK7rMNy9BGSgST8XKfKWZjEb1W52Ty72XVJYLJbzMbEeXr7uBi+xc93GVZIyjLbRX6+fOrC8r6+vh4eHOLhVKAr4swL5FMZkMs2ct3xwv64B/j4ScBfJH4iZzab0zp2CJkzw6NxFKllWTJ5cvWPHCs2bS/jX2V49Tb16u/fv7+nlpdPp+d1yIUlOTd976ESn1nxcgML1zQ/Lhw28T626hSth3gab3W40mjduP9CjU/PE5LSgAF8JKHz7o04dOHS4S5sGPj4+BoNB/rZLAgAAAAAAKE1u6otJ+evGhAPjLUnrNIaIsCafFMf0s6D3qRlS/x03yZl5aFhm8nGr1SqeV+7VfoGSjfRzEdFuiHvTPrrze1TL3rYZs8w2m01+I5IAALh18m/5FEqlWq3V6t0Nnh5tx5gDq5rXfm/ctdwsFWekn4sosb0piuXJIK5JfgtxneDn7FPsWQCAW2UyWzZu3y/dOj8fL9LPKGzzlqwe3LdzYaefBTELby+PXl1aiqOp+MSUjdv286UDAAAAAAAAcBf891fXcmIy5cyC9NOfKdVe4c2+UKo9pGLLK6STf6WhkjMzbd8AY2aCzWZzOp0SUNLlpp/Xfmsk/XzP5c1Am4xkoAEAd6REZqBJPxdZVov1pyW/SSgpUtPSxbGo278kAKVPj4kT6f4ZdyIhKTXAz1u6RWkZWX9t2CUBhenHX//u1aWlu/6uXhhHHFDVrlahaYMa4oO+WfN+S0vPtNntEgAAAAAAAIDC8R8BaDkxmXl5S9L+pyQ3RViTzzTuIVIxF1jtOUNgs2zz2ZS9g00mI9FDlHi56eeN802b5ztIPxcFuRnoXyeTgQYA3KkSloEm/VyUOR2O2NhLEkqKf9ZvvRATKwEAcLsiQsvUqFJeukXJKekN61SVgEKzdOWGjq0a+np7SveCVqtRKBRPD31AqVSeOB29a/9RCQAAAAAAAEAhuNHV37Kzs51OpyXzQvy2PlK2rWzd19396kjFn5ubW1ijD89uGmpN35YS9bKizsdXIiMKBXEKlDy56edNC8zrv7WTfi462g1xF/c7lpl/nWx7YKIkuYYkJbkuAMBtkf98uDLQklauaTsmc8PH0trvXeXGve5qt2d3gvRzUecmObOzY+PiQ8qWEUNJyalJySnyI3qdLjysrJTTqfDlhCS5UqPRREaEikJGZmbcpQS5UqVUVigfIQpZWcaLcfFypTgbq1QhUhTMZkveSG6lCuXEmZrNZj97Pjq3skJkuEqlEqerp86cz62MCA/RaV3b/8nT53J/VxYWEuzurheFM+cu2O0OubJscKCnh+u6RmfPx9hsNrmyTFCAt5crInMhOtZssciVAf6+fr4+onAx7lJWlkmu9PXxDgzwE4VL8QnpGZlypbeXR5mgQFEQz12sAbnSw+BeMCvKaLr4b+68YFdUZpbR188n+18SAAC3QhwVzPlpxWMP97ylsewOh7te5+frJQGFY/mfWxrXqx4U4Cvdax4Gfc2q5c9ecB2zrduyt0n96oacQ1MAAAAAAAAABeK6Aejc0GT87iez7akeZVr7RPSWSgqFyj204XvnNg6yxX2fEdRLGdpRTj+TqEAJkzf9vG62jfRzUUMGGgBQgG6QgVap3ep300pFHunnok+r09WsUW3H7v316lRz2u2nzlwQN/khHx/PJg1ri5fpQnTc0eNn5EoPD3db03qiMu5SwsGoE3KlRqt2OBqLyoSE5L0Hjorj1Zzfo7plO22ikJaWsX3XQblSNHbam6rUqiyjafPWvbmVbVo21Ot1Nrt97foduZXNm9T18vIQg3/+s8WV1M7RsF6NgABfUblu006b9cr1x+vUrFK2bKCo3Lxtr9F4pZf06lUrRIS7csnbdx1IS7sSa65SMSIyMkxMf++BIwkJVxLM5cLLVq1SXlRGHT55Me6yXBkSHFghMszg4X7s2JnzMXFyZWCgb/061UXL02ei72RFJSWl7t53uGBXlJQt/bl2i1qliQgP48fAAIDbk5Vl6tKuqXSLNu84WCbQV9wkoBD8uX5njSqR4SFBUpFRPsJ1Uc2qFSNyfiiXZbFa5RoAAAAAAAAAd8jtep08yaHJjEsbLm3uJEmKih1+0RjCpZIl7sDbqRd+l9zr+Df7y8PDQ6PRkDtESUL6ubhYP9+4Y5m5fBP7AxPVenedWq0uGe9FTqfTZrNtPRK38kDi+P6NJADAXSEfADgdDpvNYjEZszIyN3ysSziu6/KkoYhnoEk/F3HyBYJsVovVYhKbltjAxGbmqsp2ypudfFUdN8n1T1Tnr3R1Evn/lVLOFXikbNc/MZHrVYqxXFWFWpnzxOTKnF/Euv1P5f8+qRtXmi3Wy4nJkRGh13j611wn93RF5SyAm1KpEnuZTm/Q6vSi6Gp8izKMttFfr586sLyvr684rRaHsrcxkRuTT2pMJtPMecsH9+sa4O8jAXeR2ALtdrvZbErv3ClowgSPzl0klHRne/U09ert3r+/p5eXeIvk08IbSEnL0GrU7vpbu9iIw+FUKgv4jwUgW791X5lAv+qVy0lFlcVi3bTzYKfWjc5eiCsfUVYC7sD+qFMHDh3u0qaBj4+PwWBQqVT8wQIAAAAAAKXNtXuAzs1NJh4cKwZ9I/uWvPSzEFjtubSLf2YbD2bGrtBE9hHfZ9DxFUoM0s/FCP1AAwAK0PX6gf7za1e5yGagST8XffIFc1x5WY1WFDQOnSu8K2XnjfBeCeZK0h1Wyvnj/4nwFnSl/HTkVLck/yo4Z+43qMyfir6q0lOh0Bu8j586V79u9Xwt73ydFMaKkouu11StEZNkRwMA3KrfV2/u37vDLY1y7NR5nVYTGU7uEwVv665Dvt6eRTn9LGi1mk6tXd0EZBlNO/cdqV29okqlVKtUEgAAAAAAAIBbd91P1sTXq+kxf9jT9yvVHoFVR0olkUrrF1Dx0YQTX1vOf2gOvi+311W+90VxR/q52CEDDQAoQMUuA036ubhwpXnFduWmVSpVriitfNCZ878rDaQrJ1M3qHRzFfJU5kzhSqWc7XVzc3WrfFWlK8Gb7bzJyiudO19VeSUBfIuV8hO5caWgcFO4G7y0esO2PQc7tGl+8+vkP1fU9dbJHa6onHlJOXFopXhlJQAAboXD6ezfu4O7/haOLcVfrsTktFZN6khAQdtz4Lj4eL9uzUpSMVGrWgWxE1kstnmLVw/q21nU6HVF+oo9AAAAAAAAQBF0jQC0/C223W5PPfq6GPSvOEyp8ZJKKL+KQ5LPLXGYjmVd/EVT/mGVSkUn0CjuSD8XU2SgAQAFqBhloEk/FyM53RkrsnNi0LmxXSm38G+je1+Zr/7uVgYE6lo0a7xm7Zbe93WSbm/57+aK+vftgl8CAwBuVeylRPGXw10fdPOjWG32xvWqS0BBO3jktNlibdmktlSsKBUKd7328UE9xa6xP+qkVqOuU6Mih2QAAAAAAADAzbt2D9AOhyM9eok984hKF+hbYZBUcilU+qDqo+IOvG05974lpI9Go7mbnUBn5/sSGsVQUftImvRzsUYGGgBQgIpFBpr0c7GTe67EucwN+Pr4dGjXaunyNQ8+0F0qDtjXAAC34ejJc03q17ilUeYuWjViSG8JKFDHT11ISklv37K+VGxp1Kom9atfupwsjrGX/7mlS7smOq1GAgAAAAAAAPBf8geg/01P2lOPTBKDZWq8oFCW8M/avMN7Jp1eYM08kxX9g7bS42q1+i50Ap39vyQUQ27/SyoCSD+XAGSgAQAFqIhnoEk/F2u8QDfm7enRvUuHxUtXDOzXUwIAoCTq0rbJLbW3WKyPDuim4BACBershbhz0XFd2zeVir/gID9x36hutSyj6Xz0Ja1WHRleVgIAAAAAAABwfdfoAdrpdGZe+tthOq/zruoV2k0q6dzcFMG1X76w7WnbpfnWiCFarbawO4GWU6pbj8b/vO2CWNsEoIspsYVMfLCWr6dObDBSEYiAkH4uMchAAwAKUJHNQJN+RolnMOjv79F54eLfBw2gq0sUsHw/pS46P8otqXLX8KUJE9wmTpRQ4jmdrs4RCr9/hGLt9LmLqemZDetUvflR9kadbFyvmgQUnItxCYeOne7dpZVUgoQEB4h7d73u0NHTkeFlj5w4V6NKpAQAAAAAAADgWq7RA7TD4ciKXSHKfuUflkoHQ0AjtSHSlnXInHVJp9Op1Wo50lp4nE5ndGLW5qMJHeqESiiG0o22zUfinu+W5aFzBXQKe4P5T//H3n0ANlH2YQB/s2eTdO9BS6FQVtl7yt6yZCuCin4uEGUIoqio4ABUHICyQWXIHrL3boEyWyiU0r3S7Pm96UGsLaNAR5o8P2u4vLm73F3mvffkf0g/OxlkoAEAoAw5YAYa6WdwEUKhYGC/7ivWbhwxpB8BKCPMrt+lvcZrR029JvM5HDYDb57lis1i82Z+rFUqDQaDyWQq45+ym4z0QaUf2EzUmtz/s2o0LImUQAWijyx9NXF5XH6NmlwOlz7uBB7CZDKHhwaUfvzbKelyNzG3sjvQwJlkZucdPxs/oGd74oxEQkHTmNp0QKc3XLp208/bUyymXy2d/FydAAAAAAAAAAAAT+oBAWiLxaLL2EaHJT5OVTvh0dx8W+bcSDJkbjfKxtJDiVwut1wrQNONTO9FJuZPej6GQBWUkKo8fClVp9MZDEL6bKncg81IPzslZKABAKAMPSIDzeaR+p0qNAON9DO4FD6f98KA3ktXrR8xpB+HgyAdPCtLoXNbdTu/NdOrVqLt/h6Hvn9SyECXE7pVbQFzDoffvLlFp2Pp9VyzuczP5VWw9HdScp5Wq7hXL463D4EKRB9x2s/DFwh4fNs3E/rgE3iQAD8vN6m49OMH+nnjcxDKUL5StfvgqWH9OxNn17BuDVK4vn9u3jdyYFelSi2TSggAAAAAAAAAAAAU+k8AmolR6vLiLbpkgawWV6AgLkPq0yrnxipT9j/GkNFms5keUCzXc8gyAegyP2AGFUyv15tMJvpokspjTz8fWaPZt8iM9LMz+U8Gevq9RmSgAQDg6TwsA73jB9twhWWgkX4GF8TlckYN7b9i7d8vDOjF43EJwNNiehLObdHvmmeu0YwfGMXdt1RjNhm7T7KFoZGBLj9MIlYoENItLOALyqMTgOPuoTt5olij8I5tbAAAEABJREFUpFcfUfUaBCoc3e/mcDk8Lo/ZAcfLqqSbt1OvJt7u1qFZKce/diP5zt2Mjq0bEYCyoNXpN+44NHpwd+Iy5DLpyIFd6cC5C9d9vd2rhwXRb5gEAAAAAAAAAADA5RUPQNOjOOpUW/lnN7+WxJWIPGJYbKFVddRk0JpMYrodOOV8Tkakn50Ak36uxIfSnn4+ula75yekn52QPQO96QtDn8m2Fqb8GI6/AgDAU6j0DDTSz+Cy6NN75Av9Vv7x98C+3QU4dzk8FSb9fH6nLf1Md/36vkd3/YhAytrxg3qr2dT9fS1BBro80Q3L5dk+rWzp53LoBJC8Nj5t6xar0Whv4Tdq5Pn88wQqnNVe9rsQgQfxULi1a9Gg9OMrZNLwkAACUBbo+/Dyv3a+MqIPcUn0pZeXr9JodXsOnendtRWXgxg0AAAAAAAAAAC4tOLVp+jhNF3GDjog9XatADSbw5d4N1WlHzTkHDRJezOp1vI7asjkVglUfQ6Sfv5noQnpZ2d1PwNNmAw0fV9CrAEAAJ5aJWagkX4GGD6475q/tvTp+ZxYJCQAT4JJP8fvMWyfy/zw1Y1dmHei79sWI9n1i3r7V8hAlyPWfeUXh9Xs2slVKv8NQLPZXq+N5wkq6PwM8EDM6wivpgdKy8yJCAss5cj5SpVKrfXxcicAZWHxqi1jhvYkLkwhl9LLlk3qGo2ms+ev+vl4hgT6EgAAAAAAAAAAAJf075EbpvyzyZBvzD/J5kmF7vWIi5H62DLfhuzdRqORHlms3Mq+AI/2pOnnPjVfnzL8m/cGfzWo3tvzpy43GkzkGWz6fS+9PLD51LJv/i7a/lqXmQadkZS1w9vO/PbVhofdqi7Q7vzjCHkSx/6JS0vOKv34dE3pH6k87UeKm/UXJh7hbf7SqNFo6XsU3qAAAOCp3YtwcTg8nkAgEkvcpO0m6rxr6nb8oI7boyflA+lnAMYLA3tt2b6nQK0hAKVmTz9v+cJUvfG/6WdGTDdBl1ckN45xd8yxarXYWShHRasClz2zWdy+A1ciYRmN9E/atZugRk02VCrmKxOBErJz868m3C593dkz56+6K9wIlB2mV9Byn0sV2li6dvvwAV1R9pjy9XYXCQX1aldXqbX0UMbpuCv49AcAAAAAAAAAABf0n9I1tI9MfXcLsZql3i1dsItf6tvG9k/+PyaTiR5cRI8hOKynqP0sFAtmr5ww94/3V56cq8xVb1q6lzyDzcv3PbD9p10z+UIeqVhpt7POHox/okn2rDum0zxBwKtRuzon9pwnlYrJQCcc5iIDDQAAz66CM9BIPwMUNfj5njv/OagsUBGAUiiefv7gP+lnBpOBTjzKQQa6ajFcOJ/xwhBzdjYdFvfs5fHVHP/DR+kwi8+Xvf4GAXBUnu7yPl1bl378jq0bucsRgC4zTK+gOt+4coIm+aKeKeThIhno1Rv+6de9jViE6vj/Egr4tWuEcThs+gRITc++czdDo9URAAAAAAAAAAAAl8G1DzF1I/R5sXRYKK9JXA9P5MvmullMmUZdpkkiYY4XIpABjuYp0s9F8YW858d2Xv7N3wPGdTm2O3bjkj06ta5+y1qjJ/Wjz/bfZq9LuHSbjvbylIHV64R8PfG3y2cTPf3c6chNO9Zl5vD373uy7uZ+/+HKus1qJF64PevVH9PvZA94pWuHvk1f6zJz/qZpC6atKDlVTkY+HTMqJtygN8o93EZN7Jubqfxl1tqcTKXC0+31T4bJPaR71h//Z91Rvc7Q98VO7Xo3uXXt7px3F/P4XDqrwGr/nsnxSuzNz9/4ySfQMyDEh0745087Lpy4tnXFgcRLt3UaQ1Zqbse+zXIy84e93Ss/WzVz7IJvN0z5Z92xDYt3yz3dYlrXrlmvWvyp6/OnLH/ny1ELZ66ZvXICnecbPT6Z8+cHiz77g5nDJ7+9tfLbTUU3hSpPTTc7XeZia/HD9FVcLofD49y8cqdesxoF+Zr87II3Zg23EutPH6+5dSWFL+SPnTqwRv2wd/vNDoqga8F6d86LxbZzKR+79iPF9PLEBt1mYuz9ARGLcXprAAB4eszHhy0DTe4FCNpPVB+cT3b8YBuu36nMUgVIPwOUNLBvtw1bdrVv3dxdISMAD1ea9DMjppvtfXvXL+odc8zdJmnpMHYWHJklNzdv7hzN3xu54eF0mOPpab+JF1Fd2L49JyiIADiqo6cvRtcIk8ukpRl5x74T9aOr+/t4EigLTAe+Os+4drIh/bp19STT87NIUDSPx+dzCosiO/Hb/rot+zu1aVTKJ54LatKgFr3Mysnfc+hM7y6tsnOVnu74ngkAAAAAAAAAAM7vPxWgaf+pSZdGB7hCL+KSuCLbipu0aagADY7pGdPPDC8/97ysAoPe9PPHayfOfenbjVN1Wv3uP45sX3lQIhfPXjnhnS9Gz52wxGwynz5wcfrPr9M/k9Fkn7zvi528Atz/9+lwOmyxWj78afyMn9/YsmI/c+vDpqKy0nLHTB7w5mcjDm45pdcafpm1tufw9l+unti8c4NlX2+8de3ung3H6L3PXjFhw6LdaclZiz7/88VJz3+zfrJv4H+Ok509GN+qa8NPf3+nTc/G6gLtoNe61W1Wo+eIdvSm6nVCvlr7HodXPBTwx4/bp/742ufL39VrDKE1AqKbRL41eyRfyC+5cZg57Fl3rOimoO11mte4cu5mybWwTVI3dOzUgf4h3kKJgA54+Mjjjl+hq6DwcPt245S3vhj5zaTfLRarqkDTe3SniV+/VGw7kyeBOtAAAFCGitWBFrtJ2r6l861TlnWgkX4GeJj+vbocPHwyOyePADxE6dPPDNSBrkJypk3R7topf2+S36YtvOrVi97k+/cmt3GvEABHpTcYTSZTKUOoOr0humY1pJ/LCpN+1uQbV7+vz7pp6fW21MOfu+Ejcuu8zmDQO3cd6M27jjRrWNvHy53AI3l5yHt3aUUHTpyNT0pO0+rK/vQ+AAAAAAAAAAAADuVeBWjrfRZDBnHlADTfy0BumvXplkI4UggOpUzSz1R2ep7cU5qdlhsQ5uMT6EFbGrWLPrn3PJvFVhdoV83bQlv8gjyNBvP/Zg3/edZai9nSZVCrB84qsm4Yi8WSukt06ntnV+RwOQ+byj/Eh8e3vee4KSQGg+nmlZTTBy+eP37VYDASFkm6mmLQG5l7D6jmm52en5yQ1rBtbTr/mNa1L5y8Zp9P71EdF33+58yxC3wCPatFBRa9i7AagSUXMj9HJZIIAsN86PCId3uTR2LmkHQtpeim0GkMjdpEH9x6uu+LHYutBR1w97bVUxGKBT4BtkN6HB5Hp9an3c56bkBLuvBB1Xzpvedm5NObmKUtOXOhmE9KDXWgAQCgDJWsA932LVVZ1YFG+hng0fr2em7L9r3NGjfw9vYgAP/1pOlnBupAOzjdoUPCNm3ogPzdCWy5guPj88DR2FLUNwXHJeDz2jZvUMqRc3KVHjjXQRlh0s+qXOOaDww5t60vzJQH1eaGN+Stnq78eybpM1MbWo/w+QKnrAO9a//J6JrVggJ8CJRaj04t1BqdskC9bc+xAT3bEwAAAAAAAAAAACf1bwVophfVokunw1yBI1bmsBpNluRUYjHfv261pqQR/b0yBtZ8lTUlnTwbJvltNWba08/IQIODKKv0M7Vh8T8tujTw8nfPy1KajGb6ZD974JJvoGdoZEB47eBhb/ca+lbP6GY1DAbj1bikz5e/O+3H8d9/uNKgMz5gXiXuX6XUPGyqYgdfwmoGtugcQ++u14j2dZrUCK0RIJVJ6FX617h9Hb8gTzpC0pU7pDAxXHTC47tju73Q5otVEz19FZuX72exWfaXKR2mlyKJIDMtlw5cO2+r2Sz3kBqNZmZJ1v6w7da1u2wWncQqEgtz0vPNZktupjLjTnbRORTbFAIRL7x2EJ2w5FqQhxxVqlaLjm9b7LtJmRl3cxRebnSY/ZCZkyeEOtAAAFCGStSBlpZJHWiknwFKo1f3jqfPXUhLzyQARTxd+pmBOtCOyXDxQvqA57PGv2pKs514jRdZ42HpZwAHt33v8STaPVsKefmqM+evSsRCAs/Mnn5eNcGQc9vywke29DNtF7mxhs6SuftyN83k3Tqvdco60PuOnA0J8g0PDSDwhOirz9fbo0OrhnR494FTd9OyCAAAAAAAAAAAgNPhFr1i6xw12o68cgUOWQGazbLeTjKd+JvT6QWWu4LQA4LnDrMbNWP7B1szMk1/LeT0ffUZkxS8wgC0RZ/BHCB89s7ifw6d6dS6IRIe8FhanUEkfGgZ4GdPP+s0+inDvzEaTTcv3en38nO9RnbgcNivzxr+3QdLr8TeDAjxHvZWL6lCvPybvz8d/xO9qVW3hjKFRCwVzv7fL1lpuUPf6sUX/pvTDa8V/PXE3xq3r1PyjqQy8cOmKubVGUNWfLfpj5+2C0X8vi89F1YzsFXXmDnvLqaLWqNemLuPnI4w973fPLxkIomQXv333msHb1yye82CrfRl+trHL9B7zM3KX/frLvsI9VvV2rx8/yev/OgT4MHm2H7m8fbsUQumLdfrTGE1AkIi/WvGVPt++qoZP78e3bT6tJHf+gR6+oV4F1227sPbFt0UzEvYJ8A9J7205yjvNbL90jkbPh73Q+Kl26Mm9uNwOY+e+ZNqP1JsNlpPbyGoAw0AAM/uEXWguVxWdLsnOFMBA+lngNLr3qXdzn8O0m+2Af5IQ4LNs6SfGagD7Whypn+o2bCeGx7uvWw518+PAFRl1cOCwoL9SzOmQi7t3aUVgWdmTz+vfFefn2a1p58ZTAZ61Yf5m2Zana8O9NFTFzw95FHVQwk8LaYKe9vm9dMyc3JyldduJjeLqY2vBAAAAAAAAAAA4DRY9jrH9ACbRq1M2e5JWJxavU6QZ3P86IF165YTW2iZ3affC61adyz9tDnZWZ9+8t43835/wG16g3HFZDYrj9XmXVZgdcvuL62cYG6zXua9cyxaBe/FD8mzyU5ckXHpO4vnaFnULIVCIRKJOM8W0Rg3aW5okO+Lg7sF+f8br6R91nq9fs3BxGWHUv74oOsjJs/Mzp0wcy4dOH7uQvOYunTgtVGDWzWp/7DxC1SaHfuPDOrV+WEjrNv6T0pa5lsvDyVPq/vw1zcs+U4oeOIcDJV8N33qFwuWz/+UmQm9mpaR1aZZDCkjt5JT3/loToPomh9NfPURo23effBKws1J40eTZ5CQqhy3YN/iMdXDArxkMplAIKCHk8kzmPjJj4N7d2gWU6vkTWVY+xmczJ4l6tNb9NVbm3p/wBOLRY4Wa6DvdUaj8eil1G1xWR8MakwAAMCxMV85LGaz0ajXazWaAtXB+cL0i8Jeb0ufKAON9DPAU9i970hUZHhwUKkiZQ6lQGOc8Mv+OUOqubu7S6VS5hspKVPM3pBWq124bPPwAV29PBXEeT17+tnu3A79rl/UES3N3SaxaOcGMtCVKDm+0R0AABAASURBVGf6h7ywMLeXxxKAKk6r06vUWu9SvA+rNboDx8716NSCwLO5l37OMa2coCuZfrbTFlhXfZifl2HqM9MUWk/EZKCZM72QKutU7GW6/I3rRxEoO+cuXq8RHnQnNTPQz1sqERGo4mIvJsRdiO/StiE9mCWRSLhcLr7sAQAAAAAAAICr+bfD1HZMUZduaxJ6k2dDZ7Xo1+8W/ryWx+drNerxrw5p0rQV7Xglz07A53Z/37L3XXL9C0tiM0JyWeoL5gNxLE4Sp/Vc8syYCtDEmMV0LpfJ6QJv3Un/9LvlXTs07dO5JYfzZEeCvT3dly/4jA406jqUGXi05Ltph06cfUQA+tltX/kjeWbMTA6fOsdls8swAH0y7mLH1k3fHPPCo0fr3bkt/SMORlmgWbRq6+GTF0YN7FL0SBLSz/AIncZI6CXqQAMAQJl4WB3oLfPoYGkz0Eg/Azydzh1a7T1wzGy2hIUGEnBV/0k/23b9nj79TArrQNN9yd2/arbPMfZ4H3WgK5bVql67Rnf8mOd38+k1j1mfEgCncCr2sqe7vDQB6Ozc/GYxtQk8m3/Tz+/q8tOtgz58cPqZFNaBHvapvLAONHGOOtDnLyUYTeaWjesQKFMxdSLppUImjY2/3qJxnYzMXH9fTwIAAAAAAAAAAFBl/ScAbdKlEXsI+NnQztkjh/e2aNVeJJb8vnwLbdm/d8eB/TsDA0NuJ9/s1q1/y9Yd6Aib/l5rNOh9fQNe/98HJ08cpiNodZqBA0bS8c1m05efT23UuGXX7v2KzpkV4MeKGkX0f7BDssjdHCL2JOZcc3wwiTtmScnltmtGngGXWXdTFpN+LpMANGW2WLbtOR4Xn/DikG5hQc90ttO4+GvfLVpZoFY3jak76bVRS//cfO3Grc8nvzlh5tdd2rfYvvfw8bMXVm7YPrx/d2b8XQePL/9zs95gDPL3nfHuv3WRf1z6x57DJ2kn+qhBffp1az9j7kK6ym5SSUpq+msjB9WuEb5+x94NW/do9frRg/oUjQszxZvXb9szb/GqsKCA9i0ajR89mLkpMzv3lUmzGtWrlassCAnwe3vssOs3k7/68bec3PwAP+8ZE14rOpOl8z9btX4b7YGvXTOCy+YUXSl7v/zFKwkff/szi7Aiw0OmvTUuJS3jP3OzWl/74NOYOlF0IenRlyF9ui5etcFoMoUE+n/364p9f/1K5/DJNz+3bhbjoZD/b9oXgX4+IUF+H098fc/hE0wF6MduBFLhriTcnjHnt24dmvbs1JzLvXesmx4CP7JGs+cnM9LPUFLRDHSfybbnBmINAADw1J4xA430M8Cz6Niuxb5DJ6xWS7WwYAKup2j6OTzmWdPPjIbdhfS9d9cv6u1fmbtNQga6ghguXsj75BPDpXjJgIEEwLk0axjN43EfOxrtCKWdWp4ecgLPoGT6ObTuoza+M2WgryTcyskraN+yzKpmQDG+3h70jx7/OHHuUqsmdenrWiGTEgAAAAAAAAAAgCroAQForuBZA9C0U3X+98u3bP5zyvu2zGv9Bk1Gv/QGHfDw9B776rtGg+F/rw9r3rJdWuqdT2bN4/H5s2ZOjI+PpSPQPtk5Xy/Kyc4ymUyffzq5Q4furdt2+ne+BRrjzu0k7wxLRFjcPHbtWqTxS4Qlseac4aT+bU4Xc3q8QJ4Nl29bd4sh8/rNO4SdxmJxCKtUNZv5PK7BaHr0OClpWZ/PX9GxVcPBvduTp0J7vSd9+s2Gxd+KRcLpc378e+eBFwf3efHdGR9//bOXp3u39i1DAvzo42hPPxNb/enUn7+aIRTwxk/5/OzFS0zj8bMXjp05v3z+Z3SGL02YEV0zgjbWDA8dObDX+h17t+45xOFyNmzfu3zBZ1qdftjrUxpE1wwO8C26JNv3HZn65tjendts3LnfZDLbo7o6g37a22PpE+DVDz69euPWp9/9OvaF/u1aNtq8++Ds+YvffWWEfQ4yqWTY8z24bHZMdM1uw18vulL9urVnxlmy5u9RA3v37tyWNl66ljhv8aqic5vy5pjUzKzVb7xEN36nwa+MHzV4zNB+uXnKvl3bfffriqJLe+jEObpxJrw66tS5iyq1upQboTQB6LtpWcr8fBabW/g8KdWxBHqwmd7jI0Ywmc1b/jlGe59f6NOxbq1wOvKxP3R7fjJHNuE9P8WNAJTQaYyEw2Gd+Fu3da6xzwdsJtCATAMAADydp85AI/0M8Ow6tGl26Ogpk8USGR5KwJUUSz8/P7kM0s+MmG62N/Ndv6h3zEEGuiJYNZrMl8cImzf3m/0FNyKCADgRlVpL+0uZ8rGPduJMvEQsCvAtgxIbLotJP+emGv6YbChN+pnhHBnoG7fu3rqT3rV9UwLljH4b6NetjcFopF3cR09e6PFcCwIAAAAAAAAAAFDV3Os5ZUod23KcdJhYyLPRqFV5eTkvDHuZ/tHhye+/1rxFO9ru52c7mS+Pz+fzBAXKfA6X++3Xn1gspvT0VHqoj94UGnbv4NDNG9d5PP7tW4mEFAlAu4l5PbpbrnhYr/3ODqKLySG8KMIJYPGTzCofdswolkhAnlFhXzC9cJOK+QIRXYZSxjXYLLbF+vjtRmfFYZcqUf1A2bn5Ko128eqNxBYWZ6s0Gjrw5pihA8e9t23FDw+chMflfPjFApPFfDc902S+t4TJd9OaNqgjLtxcDevWunTtBh0IC7E9Ogo3qcFgvJZ4y6A3zl+8mrZUCw5Iz8opFoCe+ubL3/66YvXGba2bxugNRnsAOsjfl9lcoYF+N5Lu0Dtq26IhvdqxVZPvl6wu/Uoxrt28NXOiLUPft2s7ZrGLzS000J9fWHhGIXOji00eYuSAXrO/X/zK+x8H+PrUrB5Wyo1ASkEsFrrLJXyBkMPhlvJAAh3riQqL29LSbNsEWclmda5V4o6j1FCcyUDSbth+gGGxmA0GA4/Howe36Ls6Mg0AAPB0niIDjfQzQFlp07LJkeNn6A5yVGQlnJEGKkXJ9DN9/y1DyEBXAEturinlDr9OXZZY7L9jF9vdnQA4nTupGUJBqd6eWjSug3eYZ2FPP6+aYKCdgaVMPzOqegb6TmrmpWtJvTq3JFBR+DxeWLC/t6ftk2vNxj2d2jTy8pDjJQwAAAAAAAAAAFXFfzpPWTxbZQ6TLps8G41G/cnMibO/+snT01sskbq5yTgc2x0VBppJ6t07ao3KZDKt/3PFkmWbaA/sxHfH3FuAwnLLtHstsmbtz2b/8Norg1q17RQaWqRkjljMbtjBdPsq0e8kHBMxJhOWmHD4bO8cw4a5PM6H7FKUIXkEk75w3Xle3h5yd3d3iUTC5/PLqr8vIjRg1KCuAb6ejy4A/AgeCrlc5jZu+PMioeB03CW6pUwm8zc/L/ti6ltTPp/31y9z6aJai6RrM7Nzl9Buy7W/cLmcF8ZPtrfXql7t4PEzdECt0Z45f6lLuxZnLlwqupqR4aFymfStl4fS4Y079gf7+xRbkg079n07c5JIyB/+v6n1oiLbtmjEtCfcTKYLoNHqz5y/PLhP16jq1a7euB0VEbr/2OlAf99iM2ETurQPWKl/lzOy2vWk243q1tp75KSyQFNybg97aMRi4d20TF9vz0vXb7RuFrPn8PEhfbs2rBP19c/Ll6/bQudTmo1QGgqZNNjfSyaTCQQC9jNE24vicjjdOjTt2ak5fdSYR7NBT6I3GA7+wl85LX/YZzKpe9ncETgHk8H656cFty+agpsUtBhjsFjk1ieK2AMAADzIE2WgkX4GKFutmjc6durcpSsJtaOqE3B25Z1+ZiADXa7U6/7K/+Zrjp+/77r19CrSz+CsoqqX6uwE12/Q3lpWZLUgAk+laPpZlU0Gz3iC9DOj6magM7JyT5yNH9CzPYEKJxEL6eWAXu1y8wpu30lPSc9q2bgOAQAAAAAAAAAAcHj/6T9l873ppVmfQ56Nl7dv/+eHT3n/NbnCPfXunZ69BlaPjLqTnHT1WvzM6e8kXL/8/pTP3N09PL28p015g+l2LVDm83j/CVIIRaJ3JsyY+8WMed8vYxd20RKz2ZKQZD66ge2WYL6r4Gq3WiTX2X4KS2qB5a4nf/xXLF9f8myYALSV41m23cG0A3FAj7atm9Z7xrlyOOzZk9+c9uX3Wp3e29P9zTFD5/y0tF2LxkP6dE26k/rdopVjhvbLzM79ddWGccP6k8LAtK+355gJHzGp4rx8JVN/uk5U9ZaNG7z70ZxjZy/07Ni6YZ2ov3fuL3pHURGhXdu1mDDza41OV69WJFMBoqiGdWpO//L7zJzckED/xg3+7QzVGfSvT50dd+nqmBf6VQ8LnjnhtQW/rU5MSs5XqT+f/GaxmVSvFjJv0cqIsOBiK2Uf4f3xL85fsvq3NX/L3CQfvP5S84Z1HzG3oob27Tbh47l+Pp5yNymxBanDF6/Z+MNva+nxg48mvHrhSkJpNkKliKoeMmpgF29Phb2FPhXpYem6XYnBoDr+u3TVNCUy0GBnTz8HNspv9pKSy5VxkDMDAIAyUsoMNNLPAOWhRZOYk6fjLl66Vqd2DQLOq2LSzwxkoMuDKS0t5523DRcvSF4YKn/jfwTAedFeu+17jz/fo91jx8zIymvRBLnJp1Qs/TxgituTpp8ZVTEDnadU7T185oV+zxGoPDwu18fLdiBApbF9VThz/mrNiBCpREQAAAAAAAAAAAAc1b2CwfTSaDSq1eq0nR4sNi+q5zFS1vbv3XHr1o3RL71OnprRZM3MJjwLYfPMu38g6nwS1Z2V+JM1/A1yc4eVFcgb8TZ5Njk316RfnGtUDHerOUuhUEgkEnpE8Fn6hV95f2675g36dmslFf/bUUg7svV6/ZqDicsOpfzxQVfiLDKzc9+e8dWqH2YTF5CQqhy3YN/iMdXDAsqmAvTET34c3LtDs5haRRuZwx70tanValUq1bmtplPL5e5+bIfKQKsLtIe3n+06uNUP01e17BoT07oWqZp+mrmmcfu6jdtHF228de3u8m83qZUaiUw8/O1e1aIcqIKRPf0c0DCv2Ut5boXou5ZQKKTHtMqqJPmzYJ69Ry+lbovL+mBQYwIAAFWQtZDFbDYa9XqtRlOgOjhfmH5R2OttWwYa6WeAcnX67AU+n1evThRxYAUa44Rf9s8ZUs3d3V0qlTKZWlKm6LuQ2Wym+0QLl20ePqCrV5Hfi1ZpFZl+tju1Wbf3N01ES3O3SSyRSIQM9LPL+/ILt+EjOEEodgtOLisnX6PVhQQ+pvaETm+gb9oioYDAkyuZfg5v+EwfDNoC64opecpsc5+ZptB6IiYDzSpEHIxWp/9j097Rg7sTeCrldDq4lNTM3DxlSLBfXr7qsS9/KI0yf/XFXkyIuxDfpW1D5mAWl8vF9zoAAAAAAAAAcDX/1pC41/vJUVjNeRajis2TEkfD47ICbB1tlowcq6I5b2An2rNnvHaH37qjtVEr45ZtlsRb7IhSnY3xYZg1IO21AAAQAElEQVQK0CyeN+s+8mymvjUiLMiPADzOp++PFQn5xRqZ8s+041IoFNKO7AY9VCyW8uQymUPVgU67nXX2YHzXwa2IM1r2zd/dhrRp0qHOib3n13y/bcr3rxDHUCz9LJVKaR+3SESPZvFRBBoAAMpQyTrQ7d9VHZxn3TKPpN8UntqkkwVpm45PQ/oZoDw0blj3bFx87PlLDerVJuBcKiX9TDXpbTvB/d7fNKgD/dTMd+7kL5jPj46WjhpNryo+mEwAXIBIKJC5SR472qr1u4c/35nAkyvz9DMprAM9/FPFyg/zHLwOtMlsXvHXznEj+hB4KsyTx35Jyo63p5z+mUymS1cS5W4StVrr5Skn8OSYI03sQsSBC7EDAAAAAAAAAFRF/zmJnq0bhu9t1eaZ9Nn8sg5At+/YjZQRto8Hu5utcDLtKOK/9JJtQCTgD+pPnplJZwtAE55XWR3/c6n0s7enu4uUfy4PJdPPDPo8ZI5MMP3X9burCHGsDPSfP+24cOLa1hUH6PCe9cfW/bpTo9L979MR4bWCju2K3bR0r8Fg8gvyfO2joWcPxR/cejowzDf1Vkabno3b9rpXEjgnI3/WKz/GtK19/XxSVINwOrlKqWnaoW6r7g2P7Y7duGSPTq2r37LW6En9Dmw6eXDzKa3WMPq9fqm3Mv9Zd1SvM/R9sVO73k2YWdF7vHjy+rgPB634dnNacuZ734zZtHQfj8dReMseNp+MlOxV87Z4+MrpBm7cvu6V2Jufv/GTT6BnQIjP658Mm/7TeGbOqjyNUOIoFYxKpp+ZALRQKGTqfKAbHQAAylDJDHTbt1UHvrOe2kTkwbpm4zOk7kg/A5SXhvWj4y5cPn3uYuOYOgScRWWlnxnIQD81S26u8uefVCuWs93cBE2bEgBXsvzPHa+O6vvocYxG07DnOwsEfAJPqDzSzwyxogpkoJes3jp2WC8CT4V58mS/Md545kw51YGm6tKuUdt9kQxixReGpyMaOUry6mu055Z5AQIAAAAAAAAAQFkpXgGaxfOyaq+b9Dl86TOVUq6izIUVoNl8b+YX+ejOA0fAZKD5/HsHkBwtAz3otW60e73niHY/TF8VHOH33jdj/ll37MDmU+G1gu7eyvjo1//xhbxPX1t46WwCHZn28Y6Z/HxGSs6X7yyyB6CpAqVm1IS+2en5b/aatfTIFxazZfKwr5t0rPfzx2u/WjvJy9/9p4/X7P7jCJ0Vm8v5cvXEW9fu7tlwbPbKCXqt4YMX5tZsUM0v2IvOp2Gb2mu+30oHrsbdUBfYjuWfPXDxjU9HTBr81QPnY9AZ57y7eO4f70tk4ukvzbONfzC+VdeGo9/rf+HENToHodi22fdvOrlh8e5Pl75NHMCj08944wIAgPJQLANNr7afoI79UxP5nEroJhUIxfQP6WeAclK/bq0L8VdPnTnfpFE9AlVf5aafGchAPx1j0k31n3/Ixr0ifXksW+p4p00DKDd6g3Fo/+ce+xZx9sK1BtHVCTyh8ks/Mxw8A730j+0jB3ZlyuLCU6DPH/q9wqLViZs1c+veg4BDyl640KBWcfU6QoQ48AQAAAAAAAAAULaKV4Bm870thJgKc8Au6N6Kc73QCQUOxcEz0HaR9cLopZu7RK/R0wEujzN/6nKzyZx5N8diom8tJLCaL72UKiRGnbHohB7etvMniqRCLz93Hp9LJ9Gq9dlpuQFhPj6BHvSmRu2iT+49H92oemiNAHo16WqKQW9cNW8LHQ6o5pudns8EoAUivleAR/KNdL6A5x3gce38LYPRZDKaHjaf7PQ8n0BPTz8FHa7dyHaUrveojos+/3Pm2AW0vVpUILN4Gxf/8/mKCTL3x5/stbwh/QwAAJWlaAaaRWzHbJsMN1gtbmwOl0c/d/kCpJ8Byk/d6Jrxl68fPxXbvEkDAlWZI6SfGUUz0F0nakViK4/H4+Bt/EGMV69wfHzZ7u6CmIb+/+ylAwTAxWRm54keV9f5blqWSChA+ecnVd7pZwaTgV41I3/TTFbvGbqwBo6SgV61fne/7m3pM4fAU7EWot8t6CUvJETSsSMBh5S7ZjXtozboDTwuz8rlEgAAAAAAAAAAKDv/yU3aQpYCWzxRr7xGXI/VYtQXJJLCCtBMjhBH/sBx2DPQQqFQKpXW785uOkqZm2ZZNU2pyrWQysNis+znVyz6ksnNVG5Y9M+EOS9OXjBOIL5/AOwhL6kHvtS8/N3zspQmo9lisZ49cMk30JO5O3oZWiNAKpMMe7sX/Wvcvo5fkKd9qubPNVj86R8NW0c3aBn108erm3So+4j5ePoqcjLy6E10+Na1u/Ty+O7Ybi+0+WLVRHrT5uX7mXmO/3gY0s8AAADM12M2pzDyLBQLxVKRxE0okgiEIqSfAcpbdK1Ihdzt6ImzBKosx0k/M5r0FnZ8SZx4lLPza6tOozcajebCBBWB+yxKZe7Mj9IHPK9as5ppQfoZXNOx0xdFosdEVH283OvWCifwJCom/cwQK1jDPpHLPNmbP+HcOq81GPTMe34lvu3/tWV/53ZN5G6V3+FWpTEVoK0EH9+OzmQymc0mswXftQAAAAAAAAAAyti/AWjm3Ftcme2kugXpR4jr0WSdslqMFrYn634AmjjGqQABGI6Zgfb0VeRm5a/7dVexdpmH1NNPMf3FedNGfkev5ueqyBPi8bmvzxr+3QdLX3luRuqtjK6D29hvCqsZ2KprzJx3F8969cfMlGx3H7n9pqYd657Ye6Fpp3oxbaIvnU5s2TnmEfPhC3ljPhgwafBXX09cYjHZYtDhtYO3rdz/0UsLEi7c7jK4FW0x6IzvD5lDKhvSzwAA4AiKZqDpVxK+QMQXCDlIPwNUiKgaEV6e7oePnSZQBTla+plhz0Bv/QIZ6OI0WzanPtdR/defsjf+Jxv/OgFwYYN6dxCLhI8Y4catu3sPn8G3wSdSkelnBlMHWu7N3TSTmxSrq9wM9OZdR1o0jvb2VBB4diyCz27HZyVWfMsCAAAAAAAAACgPLHufC+1y1ev1BXmpWfsjaH91ZJfdXIFrFbZJvzg35+Yao2yAKHK2u7u7VCrl8/lsNpuUNWZTrzmYuOxQyh8fdCVQBSWkKsct2Ld4TPWwAC+ZTCYQCMrjqfJATGEPg8Gg0+lUKlXcdsvJZTJ3P/awz2RS9wpaBqhgVTT9TN/rjEbj0Uup2+KyPhjUmAAAgBMpduAWeReACpN489adlPR2rZsSx1CgMU74Zf+cIdWYnWgej1fme0bMHpBWq124bPPwAV29qmBYikk/x23X7fjG4jjpZ7tTm3V7f9OENjb3msIWigX0QeTgZy10L+zWLdWa1dIRI7mBgQTAhV2/ccditdSMCHnEONm5+TI3CY/LJVA6TPo5P8O44m19xaSf7TR51pUf5imzzX1mmkLrifh8AfOeX5Fv+zv2nagZEVwtJIDAs2G+I+l0WuXr42V16ni++RYBh3TnlXEFYWGCV19zk8lEIjHtzi2rV1zsxYS4C/Fd2jZUKBS0r7gM5wwAAAAAAAAAUFX858CkrQK0QMF2a0KHVekHiYspyCisey3rQPuJaM8vKqqCY3LMOtBQflD7GQAAHBDrvwgAVJSIaqGhQQH7Dh4nUEU4ePqZ3K8Dfes0Z8tsi4vXgdYdOpQxZLD5zh06zA0NVXwwGelnAGWB2t/H8xEjFKg0ObkFSD+Xnj39vPJdXQWnn8n9OtAyT86mmdxb57UVXwd635Gz1UL8kX4GAAAAAAAAAACAMvFvANp2Mms2m8vl8r1tNYlVmUeJKzFoUozqZCtLwJa1ZALQSHKAw3pwBjodGWgnZE8/BzXNRfoZAAAAAKiwsKCIaqH/7HetffYqyvHTzwxkoA0XL2SOeTFr/KvEarWoVQQA7mtQJ1LmJnnECHHxCQq5lEDpFE0/F2SyKjj9zKjEDPThk+e9POSPLigOAAAAAAAAAAAAUHrFK0BzOByhbx86rE4/arWaictQpR+ilyZRCy5fxOPxmGQhAXBUJTPQzV/KZzLQmnxkoJ2E2fhv+rnJyHyknwEAAACAERLsHxUZvmvvYQIOrKqknxkunoFWrV1rzsjw/OY7nz/+5NWMIgBQ6PL1pEMn4h49Tutm9bw9FQRKwRHSz4xKyUCfir0sEgrq1oogAAAAAAAAAAAAAGXkPxWg70UqpdWIoJrFrNVmxxKXocqwVc+yurXnFWKShQgXgiMrloGu25nDZKBXfliADLQTMBut62arkH4GAAAAgAcKCvSrU7vmjt0HCTikqpV+ZlT1DDTdQRLwOI/9s49vunFD+f0CZlgx6X2/LdtEXboQACjCXS5r0qDWI0b45+Dp23fSCZSC46SfGRWcgY67lGAymRvVq0kAAAAAAAAAAAAAyg636BUWi8Vms7lcLs+zi/Huz6rMo2KvRsQFWC1GTdYp28EyeQem/DOHwynXcCGzqXML9KO+3k0Ke8CRZaxC6ONlLjwWwC5EKo89A808f+p2VhGSf/w3+coPC4Z/6iaWo4p5VcWkn2/GGpF+BgAAAICHCfDz5rDZW3fs69mtAwFHUhXTz4wmvYX0cu9vmi2zzb2m6InY1ljePSQVz3T3bsH3C9Sb/ub6+UmHj2C7u7NlMgIAJWh1ej8fj4fdajAaa0QEhwT6EngcR0s/M5gM9MoP8zbNJL2m66rFED5fQN/zSWGXIyk7l68n5eYVtG8ZQwAAAAAAAAAAAADKFLfYdSYALfDpZrz7c37yFq8ar7A5AuLs8m5ttFqMJkE9vsibCUCX97E9Ov+6IfIx7QP1eltRJdoDTqBKoY8gjyeRS4X0qIAjZKDtV5GBdgIl089ubm5isRjpZwAAAAAoxtfHs1njBpu27e3ToyMBx1A0/Rxal1uF0s8MV8hAp/frw+LzFVOnSYcNJwDwELdT0i9fT6oW4v+wEbJzlAqZlMDjOGb6mWHPQG/+mNVrhja8IeHx+LT3iZRdBjoxKeXO3czO7ZoQgKrJeClWc/qYlS+SPteT6+XNNJrS0wzH9+qycsStOgijogkAAAAAAAAAAFSSB1SApoe1hJ6t1KKaJu3VnMQVXjVeJk7NYtJmXvuFDpjdXxDxbJhIa/kd22O2c41AeZA7T6vVGgwGenCUQJVCH0E+ny8S2Z4ylR5IRQbamSD9DAAAAABPxMvLvXWLRhu37O7XqzOBylYs/TxwmqxqpZ8ZTp+B9pr/Pb9+fZZIRADg4YL8vYMDfB52q1qjO3bm4vM92hF4JEdOPzPsGegtn/B6zdBWi7Gd9q6sMtDJthj9rV6dWxKAKqtg/UppnyGGrOz8das8xv6PdsRbTaacJQvlnToJfUOyfvwmaP5iAgAAAAAAAAAAlaR4BWgmScnn84XhM7XxQ7MTl7uHDeTw5cR55dxYaTbkmng1OJ69BAIBE4Au76N6bDab3pFIJKK9ySaTyVqIQNXB/FSgMDDPq9wK0AxkoJ0D0s8AAAAA8BQ83OXtHX9YywAAEABJREFU2zRft2nHgD7dCFSekulnLp9UUVU0A925c+cGDRrMmTOHDufl5XXs2PHs2bMlRxM0b04A4HFOnL3UsG4NgeDBb2QSsRDp58dy/PQz478ZaF21GFvjs2eg0zNzT8dd7d+jLQEHYDYY5nXvNmHPXjqcdfPm2nfe7vfpp7F/b6rZob0qMys/LbV+r96bPv541K+/PnDy2I0b6TjtXhtfrD0zMVGZnhbRstXVfft8IyMVQUEPW4Btn33WeuxYma9vyZt+7N/vlTVruYIyPhPp0802786dYttBl6OUh0VKatVXHz9kURVw5Apzbo4pP4ffsKU5P8+qUhIAAAAAAAAAAKg83JJNbDab9m+KfDpob7eyFBzJur7EN/pd4qTMhvzshKV0wOjzgZT26PP5FZBnZSpA041MB+jd0X5wUtghTqCKYLr+mcxxedcLLz1koKs6pJ8BAAAA4Kkp5G6dO7b5c8O2Qf17EKgMzpR+ZjTpLTQbyYEVVSwDvXr16n79+rVq1YoAwDPIV6r0BuPD0s/0pu17j/fr1obAw1WV9DOjzDPQefmqfUfOvtCvEwEHk3Xz5l+T3hvy7Xde4eGBdeuRwnAzeVo3jh1jczkRLVvFbd7UfvzrjxgzvEWL6wcONBo8mFSU1zc8/XoVJWnTKXf5YhaxKq9eybxyPaR+/dtxF0S3bub8+r3VqFcMGkkAAAAAAAAAAKDyPKACNJPNFQgEooiPtLFdcpPWeoQP44l8iTPKurbIYtYahS14iiZCoZCuNZNLLu/jecx2Zu4F0ecqyh6DJg4DGeiqC+lnAAAAAHhGMqmkR5cOa9dtGTKgF4GK5XzpZ0bz5211oKtQBpou2Lfffjtu3LiihZ8vX748efLkzMzMkJCQ+fPny909CQA8jlwmbd8y5mG3Zufkt2pSl8DDVa30M6MMM9BqjW7TzkOjBncn4GAyExP/mvTeC/PmuwcH06tbP/20Zof2Dxt555yvEo8epWM2HjiIabFVR545c9SiRXT4p0EDhy34/tQfa+nTgx7fuH327OaP6U2LL+/eHfv330a9rtmwYXW699j88cdGrUaZnj5wztydX33VaPDgi9u3xe/a5RkSmpOcHN2lS3S3eycwObVm9Z0LF/p+Muvitm1F56DKyqITqrKzJB6ePaZNsxiNq996MzgmRpuf7xEU1K5I6nrjh9OSY2Nlvr4tR78Y2bYtUwE65/btjR9+yGKzvCMieEJRu1dfXfPO20H165t0erG7e8c338y4fn3P/Hl6lYovFnd4438imazYdpD17GdISjBlZORbefvyzOZjF5U5xuHN2gvrxfD8A3gh1QgAAAAAAAAAAFSeBwQimQwlj8cTuddjufexWkyZVxcSZ2TUZuTe+tNqZZl8JwkL8fn8CjuSx2Sgoeqyp9gdMANte/2KRFKptG5nTvOX8nPumld+WKDJtxBwSEg/AwAAAECZkEhEfXt2XvXHJgIVyFnTz4zmzwvbjRDfOs3ZMtui0+iNRiNdWUf+IXe9evVGjBjxwQcf2Fvefvvt8ePHHz16tH///u+99x4BgFLYtudYdm7+A2+y2t4CrN6eCgIPURXTzwwmAy31YG/5hHfznM5g0JtMJmuh0s/EZDKv3rAb6WcHpNdoNk6batLrs2/feuzI2UlJd+LiXl6+YtCcuYnHjz1wHKGbW5PBQ5oOHUr/Qho27P3RzNzk5LjNm0ctWjTq10XHli3Lu3OHjuZfq/aLv/0u9fIiLGI2GGgLh8t77t13u06adGL1KmZWx5YtzUpK6v/Z51k3bhSbw86vvmo8ZMjoxUtqdmi/d/58OjJdha6T3qcjp165knH9OjMHi8mUcPjwkG+/o39mo9G+kDu+/LLT22+NXbVa6unFtCjT0zu/826vGTPid+4w6nT0HrtMfI8uYbWmzS7u2F5yNVl8vqBGbUnr9gEjX+ZJJX4BPl5+fn7j3pC0ascPj2RxuQQAAAAAAAAAACrPgwPQbDabx+MJBAJx9Q+thKu8s02vSiJOJ/PK91aLySDtwXeLrMjyz8WwoMoiDomFDHSVgvQzAAAAAJQhums7sF/3FWvL5pTf8FjOnX5mVKEMNJPSmzx58rFjx/bv38/sTN28ebNr1650oGfPnkUrQwPAw5hM5tAgP093+QNvPR13JS0jh8BDVN30M0OsYI38/Jky0EtWbx0ztCcBhzT0+x/6z/7i7+nTVZmZjx4z4/r1oPr1BVIpVyDo9v4HpHQyEq6b9LoDPy08+vtvnqGhBYX34hNZnbk1qG69m6dO0gGPkBB6KZLJTDo9c9ON48ezbtx84BzSr19LOHKEtmQkJJLCT3ZFYCDzEe8eFJR18yYzBzaX23PahzvnzFk74V2DVmNfpKybN8JbtKTjV2/VimnxCA7m8G1f10RyuVmvF7q5/TPvuy2zZl07dJB+q3vE2hnNlqwCVV6+isPhosMWAAAAAAAAAMBBsB/YygQo+Xy+SBbG8R1Nu21TzkyzmHXEiRSkHVCmbLcSvtX3TZFIVMHlnwHKFTLQVYU9/RzcLA/pZwAAAAAoE3w+74UBvZeuWm+x4Mt/+XKF9DPDYTPQVp1Os35dwe+/FW2ke1JLly6dOHEis4T16tWLj4+nA9u3bw8LCyMA8DgmszkkyPdhtzZpUKtRvZoEHqSqp58ZEvenz0D/tmbbyEFd6fswAccjEIulXl5B9eo1HTp044cfPvoB9alRg8kW0+86G6ZNtVpsyWC+RFKQlUlbVFlZeSl3aQuLzWLmw2Kx6YBP9UihXN7utfH0L7JNG0VgIHMTM8+Ili0Tjx4tbPlPhye9OvzHhVwB/8wff5ScA22J6tiBXm0yZEhoo4Z0/MzERHpfBo0mOTbWp/q9dLUuPz/l4sWRv/wy+Otvtn76qUl/L1rtHVE9KzGRFEar7fdX9N53zPmq4//e7DV9emCduuSRkvJUWoOJy2fpLNYbOSoCAAAAAAAAAAAO4MHn52IVFoHmcrkCgUBafWpe7j698mrK2WnBTb4mTkFfcOPu2am0m0zn/aHILcRe/hlxQ3AaTAbafrVuZ9onm3/8N/nKD5XDP5WJ5TgOUfns6eeQlrmNhiL9DAAAAABlhsvljBraf/majUMH9ubxcGLucuE66WdG8+eF9PLACs2W2eZeU/REbGusxJ+RW7XaguXLVL//ZlEqRZ06kRdfKnprrVq1xo8fv2rVKjo8f/78WbNmXblyJS8v7+effyYA8Dj7j56rGRHiJhGXvCkxKcVgNNWKDCVQgnOknxlMBnr51Lwtn/B6zdBVi7E10t4qUiK6WtSq9bsH9GwnEgoIOLbWL4+9fvjwsd9/f8Q4nqGhdbp2W/f++4RFanXsZNBqaaPY3T0kpuHyV19R+Pu7BwXRFu/wiH0Lf/SuFh5Ur97Wzz59Yd58OvL6KZONWm1AdLTUy6voPL3Cw/NTUwPr1HngPfaZ+fHiEcNfbLe02By6ffDB/h9/PLx4MU8obD58BB3TpNf/MeHdlAsXWowcRefJTC6UywUS8V+TJinT09q9+ho9ssW095g27cDCH60WK1fAF0ilJe+3Rtt2G6dNFcrkHB6XriB5CLPFcikjNybI//nosH2pObFp2TEBHhxk/QEAAAAAAAAAKhvrYT/0Z3psDQaDRqNRZl3Tnu/JMud61xzvVeNlUsWZDcqbB4catela6QvckCmyQmKxmM/nswoRAGdBX8j0kLzRSHuMtWq1+vwu0/Hf5B4BbGSgK50rpJ/phwh97h29lLotLuuDQY0JAAAAAFS4lX/8PaBvd6GgvJK5BRrjhF/2zxlSzd3dnX6n5fF4ZV70kdmpoXs0C5dtHj6gq5engjgAV0s/2x1frzuwQhPa2NxrClsoFtBHvLIy0MYrlzOGDZUOHSYd/SLHx4e20IXg8ziPnVBvNBMAeKScXKWHu+yBN508d7lh3Rpc7uNfa67GmdLPdupc6/KpeaocS68ZxmoxQj7fVkDkYf3nf23Z175lQy8POYGKwnxH0um0ytfHy+rU8XzzLeICVJmZf33w/otLfivl+Be2bQ1t1Fjm63tixQraS97ypZfIU7mUnrs3MfX5OqEBMkmmybzt2p1WvvLqpfteeueVcQVhYYJXX3OTyUQiMfM6ImUh9mJC3IX4Lm0bKhQKiURShnMGAAAAAAAAAKgqHnpgsmgRaLEinFdjMWHxs679VJC6n1RlVosp+eS7Rm26gd+YFThJXIgp/4z0Mzgfpg40PSYtEoloH2i9LtyWY/Ny7lpWfqjU5ON02JUGtZ8BAAAAoGIMH9x3w6adGq2OQNlx2fQzKawD3W6E+NZpzpbZFp1GbzQa6aZ42E/ry5YlN1e1ckV6v77G69foVV5ULf89++ST3mfSzwBQVvIL1Dl5ygfepDcYo2tWQ/q5JKdMP5P7daClHuwtn/BuntMZDHqTyWQtVGzMv3cebtm4LtLP4IDECsU/3327bOzYq/v31+/ThzyttAJtowDPAJmEDntxOc2rBWRrjAQAAAAAAAAAACrboyozMdFJPp9vi056N2OFfkU7N1POTdMpE0iVdTf2Y21unIkbagr+ViyWUHTtmCJVSByCUyqWga7TiYcMdOV6YPqZPjRIPwMAAABAeRg6qPeW7XsK1BoCZcGV08+MSslA53w47W6bVvnffM2rU4fF4TKN7Iefpx4AntrVhNsPe0H/uXlfxfzgoWpx1vQzozQZ6B17T9SvXT3Az4sAlD+pt3fpyz9TES1bPT/7i1GLFtE/iacneVodqwe0CPNlhmnXbU0Rr1mwNwEAAAAAAAAAgMr2mFPTMtFJWxFosVgaNID4jrea9XdOvm025JMqKDdprTJlu4UtNwT9KJZ6SqVSul58Ph+nBgPnhgy043hY+pmpQ4/0MwAAAACUh8HP99z5z0FlgYrAs0H6mVExGWjTjRuGC+eZYZZQKHv1Nf99Bzw+/YwbHv7A8endW6zWx/4RAHikpjG1IsODSrYbTaZBvTtIJSICRTh3+pnx6Az0nkNnwkMDwoL9CAAAAAAAAAAAAECFe3wAms1mc7lcJgMtiZhslXcxatPvnH7fataTKkWddSLtwhw6oPX7WugWyqSfmdAhqxABcF6PyEBrC5CBriBIPwMAAABAZRnYt9ueA0dz85QEnhbSz0WVXwbaUlCgXrsmY9jQtD69lAt/ZBrdP5wue/Mttkz26GmNJstj/wgAPFy+UrXvyNkH3hR7McFkMhMogkk/K7OcOf3MeFgG+tDxOF9v9xoRwQQAAAAAAAAAAACgMrAfOwaTgebxeEKhUCKRiGvOtwhqarLP3Dw8xqTPIVVE/p3tySfeoQMan9kC96a2FRGL6RohdAiu42EZ6FXTkYGuCEg/AwAAAEDl6t+ry8HDJ7Nz8gg8OaSfSyqnDLR2547cWZ9wAwO9fvzJ4/MvCABUoPwCdXhoQMn2jKxc2nUhEQsJ3MeknwuyTasn6p07/cwomYE+de8c9f4AABAASURBVO6SWCSIrlmNAAAAAAAAAAAAAFSSxwegyf3cJJ/Pt2Wg3TxEddZYRI30yqs39g/T5V8hjs6aHv/d3XPTaZe0xmsmz6uHtJBIJOLxeHS9EDoE1/HADHRWMjLQ5Q7pZwAAAABwBH17PXfsxNnMzCrzY2YHgfTzw5RJBtp061b+t9+k9+/HXBX36Bl44pTHnLnCtm3ZCgUBgArk5+MZEuhbsl0hd2sQHUngPnv6edUEXV4q6TfJydPPjKIZ6KM7UkwmY91a4dZCBAAAAAAAAAAAAKAylCoATe7Xgebz+SKRSCoPEEavNsv7mg1ZSYfHFKQdII7KYtLcPvF2zo0VFpZM4/8Tz6e/m5ubVCoVCoU8Hg+hQ3BByEBXPKSfAQAAAMBx9Ore8fS5C6npmQRKB+nnR3uWDLQlNzdj6AtpPbtrNm8Stm1rVatpI0ssZkkkBAAqnFanX71hd8k+ijupmbv2n0TfhV3J9HNkU+dPPzPsGegzP/vJDEEGg95kMiEDDQAAAAAAAAAAAJWltAFoUqQOtFgsdpPJJVHfmv2mWiymO6fey7q2iDgeg+buzUOj1BlHTdxq2uCVQs/mTPpZJBIJBALUfgaXhQx0RbKYkX4GAAAAAMfSvUu78xcu303NIPA4SD+XRvPnha2HiEqfgdYfO2ZOT6cDbHd3ft26Xgt/9t+7X/7uBOSeASqXyWzu9VzLku0SsbBL+yYECrly+plRtA70zXM6ZKABAAAAAAAAAACgEj1ZAJricrkCgUAsFttifNVesYYvsbLEmVd/Sj45wWLWE4ehyYm7eXCEQZVkEDTXhywTK8LdCtElt6efkTsEl4UMdMWwmK0bvkL6GQAAAAAcTtfn2sZfuZ58J5XAwxVNPwfWQvr5UVoNETXrL3x0Btp0+7Zy3nepnTpkjntZd/DeycQUU6cJ27QhAOAAVCqtUCgo1qjW6NIysvk818r4PgzSzwxkoAEAAAAAAAAAAMBBPEEAmtzPQHM4HIFAIJFIpFKpzL8jO2q9hResSj94Y99g5d3dpLKZ9dmp5z+7dWScxajUyUaYQhZIZV729DOfz0f6GYAgA13+mPRzwilb+rnxMCXSzwAAAADgUDp3aHUt4WbSrRQCD1Is/TxkOtLPj9F+pPjRGej8b+aqN24Q9+jpt2mLZNBgAgAOZtPOwyJR8QD0+UsJCpkbAaSf/wsZaAAAAAAAAAAAAHAEXPKEmMSePUPMtolWC/42Xh1n1J5JOTMlJ3G5T/QEsUcDUuGsJm1W4rLsxBVWs9ZKuBqvT7hePd0Ki1UzhZ95PB5dcvtaALg4JgNtv1qnk5qQvKOLFKumK4fNkoncnuwHElCUPf0c1ja74WCVRCJB+hkAAAAAHE2n9i33HTphtVqqhQUTKKJk+pknJPBY7UeK6eWJDbots8093sxmnz1p2L+PJ5F6fD6btiumf8Tx9CQA4KheHdW3ZGOLxnUIIP38IEwGevnUvC2f8HrN0FWLsTXSXi+CvveKRbe27flZoDKl4FdtDspqMBIAAAAAAAAAACgfTxyAJvfrQDP9mPcz0GxtnTXqO2vYmQu1eZduHRkr9W3rW/ttvjSUVAyrOffWxsyrv5gN2VYryyDpbPJ6XeAWIRaLJRKJSCRi0s8IHQIUgwx0eSiWfpYWQvoZAAAAABxQhzbNDh09ZbJYIsMrav/d4SH9/CzsGei/37jVmr1U7OkubNPWSntq6L4n0s8ADuxqwm2JWBgU4FO0cd+Rc6FBvuGhAcS1If38MMhAOwJW4eEa5Yb19I+Ao2LVqEE74Wm3MAEAAAAAAAAAgDL1NAFoBpObtNeBpj2bnLCRGq8+pow1nKxfVekHVRmHFSH9fGq+yhGU7yGugtT9GVe+N6iS6LBe2Mro9T+upKZUZCMWi4VCIZ/PR+gQ4GGQgS5bSD8DAAAAQNXSpmWTI8fPmM3mqMhw4vKQfn529zPQdY7X/an3TBFfLKCblOlBIgDgqFLSMls2qVu0xWQyR4QGhAT5EteG9POjIQNduZhDM4IPp2tycrRajdFotFqs5BncTE5l2c7/yaYf3PSAD5dj+6P/S0T4PvSUbMfOeFyBpxfdjmwWeoYBAAAAAAAAAMrY0wegyf3+NaayMkW7wuiwTjRW5z3QlL6Unf173q31ecmbJR4NpX5t3Hzb8cT+pKxYTOrs0wVph1Tph4zau7TBwKtr8JrAcasnEQpFIpGwEFP42R7UJgDwIA/MQB9bjAz0E0P6GQAAAACqolbNGx07de7y1cRaNSOIC0P6uazcz0CTLbPNvaboie0aQQYawJF1bN2oWEtWTr6bm5i4NqSfSwMZ6MpyrzYNh8P397co3NkGvclkok9a8gyMBpKemUvoPEyFf8RM/4IDfX1rViPwVJiOdz7tHRYK2PguBAAAAAAAAABQ1p4pAE3ud2LSHhzagcMEoAWFdKK3dN7DjGm/cnJXqbNO0L/0i3P50jA3v7ZSnzZij/qE9TSRSrM+tyD9kCqD/p2wmjVMo5EXZfAYz5a3FtNOpPvs0WcmcYh+JYBHK5mB5vLzDi1EBvoJPCL9TN+O8EYEAAAAAI6sRZOYE6fjLl66Vqd2DeKSkH4uW/cz0DpkoAEcX+zF6xartWHdf9//DUbjoRNxg3p3IC4M6efSYzLQyz5ABrqiMRVq+HyB7VLAt9JX8rMFoDu0bvb9b+uKtshlkqYN6/K4z3ogyWUVptRZhRW1eSiQAQAAAAAAAABQ5sqg34p1H1MEmnbi2GPQeskUvXa8IfcoKTjM0Rw3qJKyE+jfMjoVT+TPFflwBd48oQ9XVHgp9OEJvXmSILM+z6hLN+uzjdo0oz7LpE036jJN2gyjPtNiyLffr4HfyCxuZpW2Yktqifh8e+7ZHn1G4WeAJ1IsAx3VxlYHGhnoUkL6GQAAAACqumaN658+e+FC/NW60TWJi0H6uTwgAw1QVbhJxf6+XkVb+Dwe0s9IPz8RiTtrxOfyFVPzkYGuSEx37v0TdfKfMf1M3bqTZiEclUpzf/7khX5d5XI5gWdgP3yG1wIAAAAAAAAAQJkrsx/u20tB22PQfD7fYDDohUKDpJfB0MVoNBq0d6zKg2z1EY72lFGbSv/IEzJzQ42i5mZxSyJtwuWJ+IX3wuSt+YXoMPMzeoqgdxXgCZXMQFsseUd+kq/8sGDEZ25CKTLQD2YxW9d/oUo8Y4zqlRHdXSeVutnTz/QdCelnAAAAAKgqGjesezY2Pvb8pQb1ahOXwaSfz23V7/rOElCDM2SGjCcgUCbajxRbLeTk37qtX5h6TkYGGsAR0fdAmZtELBIUbVm39YArB6CZ9LMq17jmfQPSz6Xn5sVmMtBbP+H1+FAX3sjWiAx0eWOStczRkGcJQMdfvRl3KcHbQ/HqiL6fzV/GNLZr3iCiWhCBZ2N//uOFAAAAAAAAAABQ5sryzGVMyI/2sjEZSl4hgUBgLGQymYxSqVERYTKNNBoNRn2GRX+XZcogxnSWKZ0YM9imDLYlk23KtLJEZo63letj/7NwfVg8P5YggMUR0zkLC1POvCK49yH6DPCMimWga7dTE5J/5Cf5imnIQD9YifSz1M3NTSwWI/0MAAAAAFVRwwbRcRcunz53sXFMHeICiqSfzQE1OC98LEf6uWx1GG1LPSMDDeCwriYmp2fmtG8ZY2/JzM5v27w+cVVM+lmdZ1w1UZ+TTPq/j/TzE7BnoLd9igx0xXmWfK3JZD4Xf/18fELNiJA+XdvIpLbPaW8v94zMXC9PRe8urZmjLQAAAAAAAAAAAI6pLAPQDHsMmski83g8Pp9vLmQqwmyWm83htJF2KDPdyraDjhaL6X6VAlsKk10cpxCTdaZz5hRhP4MY+lIBnhEy0KWH9DMAAAAAOJ/6dWtdiL968sz5po3qEaeG9HPFQAYawJGFBvlVrxZYtMVgMAQF+BCXZE8/r37fln7uO0GK9POTQga6qlAWqOMuJVxLTK4XXX304O5c7r+9wTPeffHNad+NGNBFIMDzHwAAAAAAAAAAHFrZB6AZTG8mUx6AXtIuTqb7mEk8F70sGoBmhu1zsOee7cNM0LnoJasIAgBl5IEZ6MMLkYH+D6SfAQAAAMBZ1Y2ueelKwvFTsc2bNCBOiumXuLDLgPRzBUAGGsBhxV+90bh+lP1qXHyCVq8PDvQlrqdo+jnrpi39XLMln8CT+zcD/RmvxzRkoB1ORlZu7MXrmdl59aOrvzys1wPH6d6xWfWwQAIAAAAAAAAAAODYyisAzbCXZGZizUwSmkk5M4oO29mnLcYed7YPFL0XAChbJTPQVlPBkV/dkIFm2NPP1TqkR3fXI/0MAAAAAE6mdlT1K9cSj54427JZQ+J07Onn7XNNSD9XDGSgARxQanq2Vqsv+jKsH12duCSkn8vWvQz0NGSgHcutlLS4iwkms7le7Ygu7Zs+YswenVoQAAAAAAAAAAAAh1e+AWg7exKaFOniZLLOJS8fMRVCzwAVqVgGOrqTmhBkoG3s6efwjulC74K7F9wadUH6GQAAAACcTVSNiGuJSYeOnmrTsglxIkXTz/6RSD9XHGSgARyNv68n/bNfvZWcplSp69aKIC4G6efyYMtAf3YvA937I11YA9tbPTLQleVqwu3Y+OtuUnGj+jUD/bwJAAAAAAAAAACAU6iE/GLRis4UPdDFXFLc/2Ia2UXYpyUAUCGYDDSPxxOJRBKJJLoTp+VYZXayacW0Ap3KQlySPf0c1SsjZoDe3cvt+kH+qT9ZSD8DAAAAgPOpEREW4O+7/9AJ4iyQfq5cHUaLm/YVJp3ibv3CrNPojUYjfTiK/R4eACrM9j3HtTq9/Wp2bn6NiBDiYpB+Lj9MBlosZ2/6mJsUqzUaDcx7Pt72K1LsxYSla7elpGU+17ZJj04tkH4GAAAAAAAAAABn4hAFXFmlQACgkhTLQNd5juvKGeii6efo7jqpVBrTySOivtvZTdZ/fjLg/QoAAAAAnE9EtZDQkMC9B46Rqg/pZ0eADDSAg1BrtIH+XiLhvfdBvcFYIyJEwOcRV4L0c3ljMtASOYfJQBsMemSgK4ZWZzh+Jv6nZRt1ev3gvp06tm7k6S4jAAAAAAAAAAAAzsUhAtAA4OCQgWaUTD+7ubmJxeIuryhiuomPrdVvn68lAAAAAABOp1poUPWIsN37DpOqDOlnx4EMNEBlOX3+6mfzlm/efZQO8/m8dVsPbP3n3u9bNm4/aDSZiCtB+rliFM1A34rTIQNd3rJzlfuOnP3j7z1CgeC1Uf2aN4q2/84BAAAAAAAAAADAyXBmzpxJAAAex16Onc1m00v3YLNAob22n5dw2lS7DZ/Ld/6yxw9LPwsEAi6XW7OFID/demqj3mSwRjRxrWpJD8McR0zOVF1P17SODiAAAAAAUJXJZW5CoWD/oRM1qlezn/bEYLTsPJPUpY67SCTi8/kcDqc8zohCv1iaTKbTcdfq1a4uFgvJU0H62dF3NZx3AAAQAElEQVRUa8Az6qzxey2ZN83hzc3MnqYjn1QHQT1X46znd1LIpBu2HUxMStm25/iBo+dMJsvl67d2HTiVk1fwfPe2UomYuAyknyuSQMyKaiG4csRwYSfxq2V0877XwUic97VWKVLSMg8fP38l4Vb1asHPtW3s5+NBwKmlZeSkZ2RGhPoLhUL6Vdz+sgIAAAAAAAAAcB1cAgBQOkwdaPvVOs+pCVEeXSRbMa1gxGduQqkzV5R/dPqZOUjfb4qEjnlohY4vZLV/SUQAAAAAAJxLoL+vSChcvmZjz64dPD0UpOpA+tkxdRhti1qe/Fu3fa6x+3s6UrjX6ZjZHaZSqaUQ01J0Ie3Z6NI3Fm13kUZSdTYU67+IcxGLhIF+3ilpmXRYpzcSugFYxGQyHz114djpi43q1njxhR7EBSD9XPGYOtArpuX/PZP0nakLrU/4fAHT04jI5rNLvJUSF5/A5XDqR1cPDfIjAAAAAAAAAAAArgEBaAB4Aq6ZgS5N+pnYNg7pN0ViMlr3LNLyxayWQ56yNB0AAAAAgMPycJePGtp/y459NSOrRUaEEQfw4+8bunVoFh760FOOIP3syO5noAmTgab7Vjwez9Ey0ExQcuv23SfPXGQV7hcLBLx3//cyvSn5TuqKNRtpC5Oj/WDCq3Ths3Pyflmy2t741usvSsQilVqzYOFSe+MrL73g6elOZ/vlNz/bG0e80C8k2PZM/mbBIr3eyDQOHtCjengYHfjhl+VKpYpp7NW9Y706UXTg9xV/paZlMo2dOrRo2qgBnduqPzfdupXCNLZs1qhdm6Z0YNPWfy5dSWAaGzao0/W5NnRg157DZ2MvMo21o6r37dWZDhw8fOroiTNMY1hY0NCBvenAqbNxe/YdY7ZGgL/P6OED6PDFS9e2bN/LNMrlbq+PG0GHE2/e+nP9dqZRKOSXfkO9OX60VCLWaHXzfvitcjdUSlrGsMG9PT086C4/ccZoZmR4EBOAtimycnRTnD5/lf41qFN97LDexHkh/VxZimag+3ykDWuADHQZiL9yMzb+ureXonXTej5e7gQAAAAAAAAAAMCVsHAGTwB4UvR9w2w2G41GrVarVqsv/mM6ukjmGcx1ygy0Pf0c3T896jn9w9LPdlYLWTtdFb/f0P0tsYtnoOnRRPokOXopdVtc1geDGhMAAAAAcCJnYy8m3rxdq1ateTsS5gyp5u7uTr8qM9FVUqaYvQ+667Fw2ebhA7p6eRavPD3jq8U5ecrmjaL7dW8jFRc/E8uzp58/HvfDwHFdoptG0uGcjPypI779adfMx071w/RVzTrVb9w+ulj72PYfLtr/KSm1w9vOXL94+6X3+xdt/HHGqsHju3v5PyDk9FqXmfM3TeMLeQ+cW+rtrCWz/yrIVys8ZRPmvsQX3PtV/O4/j2bezek2tM1nb/z89Z/vkyd0bHfs9pUHjUaTb7DX2KmDpLInPh/OvqWak3/rwlsau7/HEYlFjpaBps8ik8n0wy/Luj3XLtDf19bEIiKhkLlJrzfYxxSJbI30SavT6e2NQqGASe6WbKQDWq3O3igQ8JlXkFanI9bijXRyeycej8/jFkYG6b3bi1LzeFwmsKs3GCzme420hbbTAYPBSF8L9xs5dCPTAbrLZjLda+RwOHw+00hX18Q0sjlsAd8WDKUttP1eI5tNl8rWSHsGDEamka4OXani26RqbqjfV/zVolmDmpER/Ps7/sS5xMUn/Lpy88NujQwPGvF8F08POXFSSD9XuoIsy9IP8nVqc5+PTGENREwG2ikLrpcr+lYdG58QF3+9Rnhwg+hImZuEgOuJvZgQdyG+S9uGCoVCIpE45WcWAAAAAAAAAMCjoQI0ADwx16kDbU8/1+6XFvWc4bHpZ4rFJoM/kf4xQ7V9vobLZzXtj+JyAAAAAOCEGjaoE1Uj4uip8xLtncRbopo8Af22TCrP8TPxFy4n9uvWpnmjOvYv6c5a+zmmde2Tey/0GN625E2PDmev+X5rp4Etm3eq9/Mna4/uPNu+T9Oit3r4yJ8i/WyxWBfOXL1g03S5p3TR53/t23C89+gO5AnZ60Dv+NrUbaKWiInjZKCthegziQ7RPUEmuWtHF7JYCyncZS5lI7kfBS7eKHxAIxMvLoYJIhdv5D+gsTDcXDwZzytUovFeFLgoLvdeaPg/jRwOV8Qp1vjAbVLVNhQxGAxGk5HD5TK5TOJcIsOD7MMBvl5307OYYQGf17dbmzbN6jtxfA7pZ0dgqwM9W75iSv6mj1EH+mkUqDRx8QlXEm/Vj44cPah7yXdsAAAAAAAAAAAA14HeMQB4Gq6QgS6afq7VuVTpZwabY8tAr55asHku3SwEGWgAAAAAcEpisahZk4Z/ns4qUGt3HTwrFArDQwM83WVikVAsEohEAiGf/7CzTjF1XktzL/fPP2MqPMHIvzVoi4xwb0Ct0a1cv/vY6fih/Z/z9/VkUm4XdxvLI/18+3rqki/W5ecUeAd4vv7xCwov2doftp3Yc95qsfZ+sWPHfs2Y0eJPJy77euPUBa/IvdyKTn7r2t3fvlyvUelEYsHIiX09fOSzXv0xKibcoDfKPdxGTexLR5jz7mIen+vp5x5YzVel1E4d/jXdaDJ3t1dnDqnbvOYPH67oMbztgc2nDm49HRjmm3oro03Pxm17NWYqQH8wdG7dZjWtZktutvLVj15wk4uZ+333q9HMgE5rEEmLJ0dzMvKZCtDv9p9ddHKJm+i32esSLt2m47w8ZWD1OiFfT/zt8tlEumwDxnVp2rHusiNf3nsICrRCyVOeBud+Blq3k2XuNlFHV5YJ5jpIBpo+CXEKNdfRvGkDIZ9rNpmJkz7o9F3a39crNT2rZZO6tSJDFq/aSlyg8DNB+tmRKHyQgX4aGZm5cZcS0rNyG0RHjh3WmwAAAAAAAAAAALg8BKAB4Ck5dwb6qdPPDDaHDP3cjclAc3ikUS9koAEAAADAOVk4/Aa1q7m7uxvN1rvpOXdSM7U6vVqj0+kMXC5HpdE+cCoOm222WEp5F0z8NCs3f/32gwJB8Wq1Ko2m6NUbt+9++f3K915/IcDXKzfVtPUrI20cMFn2LOnniYO+sg+H1Qyklz99vKb/y52bdKhzYPOpXz/7s+vgNnHHrn6+YoLFYpn+4rzq0SHEln6+fv1C0keL/ieWFL/v29dTX542KDjcd/2i3fs3nXx+bOestNwxkwfw+NyxHT4c8nr3RZ//+eKk5xu1q73os79sKxWfLJIIp3z/Sk5GvlalC6rmS/dHjAZbFpxu5DGTn89IyfnynUVtezVm5q9V6zv2b0YXdd6U5VfP3WzcPvrfzaXU/vzx6pSbGS9PGfiw9S02eXpylkQunr1yQnpy9kcvL/hh2/TTBy5+sWqip5/7+WNX7FP9OGOVXqN/bkBz8rQ6jBanXDElHCZxtY2N+xrZbHbJksOVhkU83RUCVNl0DdXDQ7Ozs5w78h5TJ7Jh3cjuHZvHxV+nb8gDerV37sLPBOlnx4MM9BO5dSct7lKi0WiqXzuic7smBAAAAAAAAAAAAArhyA0APD1nzUAXSz+7ublJpdLSp58ZTAZ6xaSCjbNtdaCRgQYAAAAA5+Yud/Px8mCzy3gvgEk/a7Xahcs2D+nT0ctTUWyEGV8tzslT2q/WiAge1KuDv6+nxWJx8yad37H+M4/112zl0E+evgL013++H900khTWSJ464ls6kJacyaSKm3Sst2relnotMus0jRSKbVm6Wg0jEi8l04HYI5fzsgtMBhMpEYCWyES/f7Ve4eWWciM9vFYwbfEP8eHxbV00bgqJwWBKTkhr2LY23e+IaV37wslrdZtH1j8Z9eXbiwQC3pA3e9pWs0G1uKNX6UBgNV96KVVIjDpj0bsICvez3ZGbyGj4T7tUJpr49ZjNS/f9OH3l+/PGPmyVi06edC1FXaClq0lb/II8jQbz/2YN/3nWWovZ0mVQK2b8jJScW9dTv1w9kTyDfUs1KVdNIc201duYzGaetZCjxOCspE/P5+iOIQGXYStUTypC0aS1/QlfLH7NtJdhY/eOzZjGGhEhk98a4eftwdz+wAV4ikZHw6SfdQVmpJ8dStEMdN+ZutD6yEA/wLXE5Nj461KJuFG9GoF+3gQAAAAAAAAAAACKqNolWgGg0jEZaB6PJxKJJBJJnee4Lccqs5NNK6YV6FSlrejmUMok/cxgc8jwL93CG3E3zlbH7TQQAAAAAAAoNzI38ajB3d56eaC/r6e9sUZbS+tXNKnXTWs+Uhr1pKxUiwq6de0uHTi974JvkGd4raCkq7arGrX+0pkE2kJ3Gka806ffmE4/zVxdcvJfZv0xemK/Nz8dUbN+Naal2E5GWM3ApCt36EDStRR6eS3uloefYvbKCX1e7LToc1tN6EZtos8eii+c8sFL+MC9lm8m/R57xFaz2T/UhzxS0clDIwPCawcPe7vX0Ld6RjerYTAYr8Ylfb783Wk/jv/+w5WGwuC1RCb636fDyTPYt1Rz8m9dQENl09G5LAfrrKL7gGw2G2k817Fj98GMjGxS/hFMJpVLmQvZBx42XB6NfB7X20NecoQHLkmxxmI3MevC/HSBOJIi6Wcd0s+OhslACyWcv2dybl/UGQx6+lxywGdRpYiLT1i6dvud1Mzn2jbu0ak50s8AAAAAAAAAAAAloQI0ADwrZ6oDXYbpZwaHR0bOlS1/T7lulooQaf2uOMYGAAAAAFDG2GxWh1aNunVoJhLy/9vO5vK4UR30RpPy+GLZmo+UL3ws45XFqVnGzxy6asGW5MQ0db7mzdkjI+uGxrSK+urtRXHHr7bt0bhWw/D9f5+go/UZ3XHyjq9P7r3QtGPdopM37Vjv64lLJHIxj8uVeTygqPCrM4bMfe83Dy+ZSCJ095H7hXjt/uvIp/sv5mUrh75hqwAdXN0v425OzQbVyJOgy/Pt+7/L3KXKXNWUH14t5VTdh7dd/s3fn47/icNht+rWUKaQiKXC2f/7JSstd+hbvfhCHh3n8pkbm5fu/fi3N8lTYdLP/jH5TUbnCkVuPB6fy+E6SObYvgzXrt+sERkukYgJOLvMrBx/Xw9b/rI8I5hMKnf/wWNanY7JetaOigzws/044cTp2AKVmhmtRvVqIUEBdOBs7MWcvHymMbxaSHiorXj8hUtXMzKzmcmDA/1rRobTgavXb9y5m8Y0+vl616lVgw5cv3Hr1u07zOQeCnnDBnXoQFJySkJiEtMoc5M2bVSfDtxNy7h05TrTKBIKWzVvRAcysnIuxF9h5km7R9q1akpfGrn5SrpU9qDqc+1bsdhs2kHELkQco4hv0fRzeoIV6WcH9G8d6JmsPjN1IXVcvQ60VqePi78eG59Qv3bEoD4dxCIhAQAAAAAAAAAAgIdgoZoCAJQJ5szURqNRq9Wq1eqL/5iOLpJ5BnOrUAa6zNPPdiYD+e1tZfIF05BZ0ugOrnKkjR5ipM+Ho5dSt8VlTrne0gAAEABJREFUfTCoMQEAAAAAp1OgMU74Zf+cIdXc3d3pl2cej8eE3soQs6NB9zIWLts8fEBXL09FsRF+X7Ota4dmRas+2yek30gNBoNer9Oo1fF7zCeWyANq8MoqAw1lxZ5+bjwq203mJpbY8PkC+nR6lr2wsnLviaTXL1y0ol/vbsGBfgSc3c+LV9WpHR5dK4q+rfEFgqI/+S4rTIFbk8l09NgZveFedfraUZF+vrYKr6fOxNkD0NUjqoUE+dOB2POXcnLzmMZqIcHVqtkC0BcvXcvIzGIagwL9a1S3/Sji6vUbKXfTmEY/X5/aUdXpwI2k20m37gWgPT3c69etRQduJd9NvJHENMplbo1ibD/VSE3LuHw1gWkUi0TNm8aQwlD4hfgrTCPtIWnbqikdyCsMQNtXqmO7lvn5BSqNhq4FHYduNwd5/SL9XCXkZVhWTlXqteY+M00hdYRMBtoRPgUqUm5+QdzF60nJaQ3qRNaPro4zD8BjxV5MiLsQ36VtQ4VCQb8+MT3YBAAAAAAAAADAlaACNACUjapeB7r80s8Ul09e/Fb2+7vKtTNUQz5xoQw0AAAAAEB5e/GFHg9sp1/g2Wy2LURLr1hJdCe6h5J/Yom8DOtAw7MrmX6me2F8fhnshZUhJqtKwJUUPuTl+6BbLJar1xNZbFbHdi2L3dSksBJzMQ3q1S7ZWKd2DUJqFGusGRnOlIIuKjwshP4VawwNDqB/xRr9/Xz8CwtRF+Xt5VFyORVyWbHGS1cSUlJTe3brwLwDk0qt4Iv0c9Wi8GEP/1y2cqpy00zignWg76ZnxV68rlRpYqIj27dqSAAAAAAAAAAAAKB0qkZZVgCoEpgMNI/HE4lEEomkznPclmOV2cmmFdMKdCoLcWDlmn5m8IS2DHRgFHftDNWVQ0YCAAAAAADljNlD4fJ4QqFQLJZEd+I0G5N/95pxzUdKo55ApXtg+lkgENK9MDab7VCJt/LOwoJDaRQTrZDLWaR8n4FWqzU3N/9uajpxLkaDUa/Tm00mi6UyO4KQfq6KmAy0QMTZNJN7+6LOYNCbzWan/wlKYlLK+m0HTsVeqV0j7IW+nWpWDyEAAAAAAAAAAABQaghAA0BZqooZ6ApIPzN4QvLSPJlfdc7qaQXIQAMAAAAAVABkoB1WFUo/M+geLo+LbjSXUKtmdZmbhHUfKQdMPLdyI8LlxGK1mExGs8VciaFVpJ+rLpfKQF+6mrRy/e6EpJRWjev27do6LNifAAAAAAAAAAAAwBPCkRsAKGMPyUCbHTMDXWHpZwZfTMYskPlG2DLQ148jAw0AAAAAUO4ekYE2aAlUiiqXfiZWMqhfNz9fHwIuwB59LtfEpVNmOm0brTB8jPQzPDWnz0CbTObT568uXr0lOze/d+dWXds39fXxIAAAAAAAAAAAAPBUEIAGgLJXMgPddHSeA2agKzj9zBBKWWMWyLxDOSs/QAYaAAAAAKAiPCwDvXpGPjLQFa/KpZ/pIrELkYoSd+FKp74vJd68/cBb5yxYcuxUbMn21ybMTLqVYr9Kx/noi++LjvDGpFkvvzXdfnXtxh0d+75UdIT9h0+NfO2DzTv2kcc5efZ8+96jDx09w1w1Wyy9Xhj/+6oNpCwUW8G8PCVdNVKB9h08npWdRwofelKevL08IsPDiBNp3rRB6+Yx5Vc5+7GQfnYOzpqBLlBpDp+I+23tVovZMnJg1zbN69PPQAIAAAAAAAAAAADPAAFoACgXxTLQDbrzHC0DXSnpZ4ZQynr5B5lXiC0DfeOMiQAAAAAAQDl7YAY6LdGEDHQFq4rpZ2bgzp1UrU5HKsTmnft7dm23YdseUtaMJtOdu+nM8NGT5yRiUdFbDx8/8+7ro3t361CaWYUGB+4/cpIZPn3uIp9XZjHTSW+OadGkAak8d1LSdDqdLWpZnmlL+tQKCvCrE12DOBcWYTGv5Yp/OSP97EycLAOdmZW7++CpjTsOKWRu44b3aRpTi8/jEQAAAAAAAAAAAHhmXAIAUD6YhIH9av1uKkLyTi5VrJhWMOIzN6G0Mn+AUTT9XLuLUSqtuPQzQySzZaB/eTV/+XvKkXNl4Y3wbgwAAAAAUL7seyjCwqvRndSE5J9YIl89I3/oJ3K+iEB5q3Lp56J27Tvcr3e34EA/Us5Uas2V6zcWzf90+CuTVC9qpBJx/JWE6Z8t8PXxCPT3nfi/F5nRLsRf+3np2llT33JXyEs5Z7qBO7Vptu/QiZFD+qRnZLvLZXz+vwm8Q0fPnDoXf/N2yrSJrxw8cvroyViLxTqwX5duHVt/8d0inU6XkZXz7eeTBXx+4axY1asFJyXfNZlM9OHbc+B45/bNmUdw+z+Htu0+qDcYBvXt2rl9S/u0vbu1P3jkTGT10NPnLrZqGlOg1qSkpb80tH+10KDfVm04d+GyRqNr0rDOay8OmbNgSevmDetF1/xo9vc5ufnVQgNJhbNYLdb7SDm41+3AIlW9om0xarVGrdXSVzfSz/DsmAz0yqnKTTNJn5m6kDqEzxcwn+MO/nlR1O2UtLj4RL3B2KBO9c5tmxAAAAAAAAAAAAAoU6gADQDlqGgdaKlUWr8b1xHqQNvTz3UGMulnaQWnnxkiGWvsj3KFH3v5e8pbcagDDQAAAABQ7lAHuhIx6WfPqNzw3jd1JrPRTIQCUVmln+n0T/RX+jkz+dSKTKnu3n+0ZdMYoYDftFG9XfuO0pYTZ863adnwm88+6Ni2mVpte6bGxV9dsnL9lzPfK336mdG6ecOjJ8/RgT0Hj3Xt2KroTW1aNmpUv9Y7r43Kyy84e+HyvC+mfDd78obNu2/evkNvrRFZ7ce5M5j0s12LJg2Onow1mUwZmdl+ft50K91ISt6x9/CCL6fN/2LamvXbU1Iz7NPSB1ouk44Z/ny/np3irya89tKQ7p3abNt9MC9f6alQLPhi2vdfTdu++7Bac++l+NffOyOqBS/5/tO2LRuTClcYfC73Bz35TurZ2HjiRM5fvHru/JWKT3Uj/eysyqMO9JN+Xjz1X3pmzqnYS3n5qjbN6w3u3aFGtWACAAAAAAAAAAAAZQ0BaAAoX46WgS6afo7qWGnpZ4bE3ZaBlnmzl77rtBloJytnBQAAAADF0O97VagQI0EGupLs/tWWfvato2wyJlsqkxqMlms3UjbsOLxxx6F9R85duHwjNT3bZDKTp8Xjsp/o74lmzmRhK2zXZvs/h3R6/eIV69hs9t/b9tKWAb27aDS6SR/N3XvwhKVwMc6ci79zN81oeuK9SD6f7+npnpaRdTbuctNG9R44zt276Q3qRImEQqlEXLd2jWsJt2hjeGhQyTG7dGi599CJ46fPt2rekGlJTEo26A104Vf+uTk4wDcnJ6/otO7utri2WCTy9faiA1wuR6vTi8WiazdvffHdollzFlrpLrv53tMgOSWtcUw0HWjepD6pWHWia8ikUlL+snPybt+5S5xLuVbOftg9Iv3sxMo8A/2knxdP/RcS4N26Sd0m9Wv6eiqYFk6V+r4EAAAAAAAAAABQJXAJAEA5s59pmlG/m4qQvJNLFSumFYz4zE0orbhfYjhU+pkhcWeNWyj/+ZX8pe8qxyyQBUU71dsy3Z70mP2hS+lXvt7NHJqqWuEYAAAAAHg0s9XKZxP6bZ/5mldVvuzZ91CEhVejO6kJyT+xRL56Rv7QT+R8EYGytftXzdnttvRz05ezpW4yuhcmsu2F2Wo/5ylV2TnKzOy8m7fv0kupROztKffyUHh7Krw8FXyeA+0f8Xk8dvnvvF6/cYvP5014/UXm6psffBZ74UpKanqf7h3r1o786fe16zbtos/gMSOfv30n7Zsffv9kypulnzmT436uTfPfV20MCvDlPGR9qkeEHTsdRwfUGu35S9fatmpy7vxlNpv131nZhAT5p6Zl7Dlw/K1Xh+8/cooUZp2lEsnLIwbQ4R17D/v5edMB+7QPfIs4ePR0QYGKrkhOXt7wcR/Y26uFBN64ldIkpm7izWRSsRrUrZWdncUi5fi2VsER4YrExJGpillBpJ9dAZOBXjlVuWkm6TNTF1KH8PkC5nMcvUwAAAAAAAAAAAAuDgFoAKgIjpCBdsD0M0PqyRq3UPbreOVvbytfmuc8GWhmkzYM91jzvwYajUan05lMJnpgkgAAAACAU6Bf9ugXaZFQwOfz6QCbXZXOMYUMdIX5b/pZwqSf+XwB85zxdJfTvxoRwczIefmqzOy8zOzcpDtpWdl5ErHwfhha7m3LQ/NIebqTmuHv6/WwWPDwIX3d3NxIOduyc3+nts3tV7t0aLlx6z/DBvZcs3770tUb6f7UO+NHrd24g940uG/X/x05dfjEudbNYuzjf/7dLwKBLf3ZuH50jephsReuvDn5M+am6e+NZwZat2g4+7tfv/188sOWISqyWpOYujNmL4i7eK1968Z1a0Vu23XwYSO3bBpz8XKCu0LOXI2oFtK+dZOZX/6g0+npfDzby8nj1K5Zna4aXU4uh+vhLstXqpj2gf26fvjpvBOn4uiKkIrF7MzS52eZ9BLcSkkLDfQr2e6sGegy7Fp52KazQ/rZdRTNQPf/VBcYhQw0AAAAAAAAAAAA2LCctdwIADgg+oZjNpuNRqNWq1WpVHE7TCeXKjyDORWQgXbY9LOdMsPy8ytKncry8g/ygJocUvXZH269Xq/T6QwGQ4WVgAIAAACACsAEBHk8nrAQn88vq7xgUcy3SroHsXDZ5uEDunp5KkjZYWZuMhrp91WNRh2/x3xiidwvgosMdFl5WPqZZ6um/PhnS55SlZWdn5mTl2VLRecJBXwmCe3tofD2chfw7+Wh6ePYsEG9H3/8sX379vRqXFzciBEjjh8/LpFIHjZnvdFcsvGvLfuvXL89uE8HeyCb3E9Y6gv3aB4xQ3Amu/cc8vFWVAsLFUsktNPgGX/d8ea0b1s3rd+zcwup+N+3Ffqkos+oK1evq9W6po3rP3oO702fk5uvFIttv9cwm8xDn+/ZpmUjUmrf/Ph7iyYN6N+jR9NodS+8PPHP378V8G0ZYvrMH/HqBz989aFCIcvJy3tn6pfLfpxNHoe+o95Muilzc5PJ5UKhiOlvIU9r9vwV7grpwJ7tH/jOfy/9rDKtnqRPu2bt994Tp583/rZn8+97fYI8matDXu9xZMfZZp3qN24f/bBJNv2+t8+LHUu2H9525vrF231f7PjZGz9//ef7pDw9bBmKOfZPXLWaget/3TV4fHcvf/eSI7zWZeb8TdP4wgf8sCQnI59ZEWYmfsFej76vtOSs+VOWf77i3UfM895S7Y7dvvKg0WjyDfYaO3WQVPZkn7V5GZaVU5UGnanvJ6agWiImA/2kfXq9enSjlxcvXgwODpbL5T179nznnXdIWahXr97JkyfpN6KHjWAy0e5JdItBWYq9mBB3Ib5L24YKhYJ+S3nGd10AAAAAAAAAgKoIFaABoOJUVh1ox08/UzIf9tiFskXjldmB4WQAABAASURBVEveVI5ZIHOCDLQ9EMOUBqTHQZn0MzLQAAAAAE6A+QrNfOXjFnKQ79VPBHWgy9Uzpp8phUxK/6pXC2Su5heomST0uYvXs3LyPRRuPB6XjiCXSZcuXTpkyJAzZ85IJJKXXnqJXn26sHJaZvb8xX81qlvj+V7t5W62Odif6ukZ2YGBPCYbCs7tRlKyVCKgu65l8o5G94APnYg7e+Fq366tWzSua3/i0ydVWEjQI7KSRb3z2qi6tSPpQGp65rtTv3iiAHQpiUXCFk3q7zt0olunNvTq6dj4aqGBCoXsTFz8mnXblPcrcz8afUflcjjMC7xMPhEuXrl55frtzu2adG3flMv9t5/Enn5eO8WWfu719lPWfu70fIthb/eyX23QKurR429evu8R4WMPH3l5p58fuwx2e9YdG/FO75jWtU/uvdBjeNuSI/y0a+bDprWvCDMTUmqPmCex5f6tC2euXrBputxTuujzv/ZtON57dAfyJOx1oP+eQfp+og2q9TR1oHfv3k0vBw0a9MYbbzA/mykr58+fJwAAAAAAAAAAAFCxEIAGgApV8RnoKpF+Zrj72zLQv7ySv+RN5biFMt8I58lA003trKf3BQAAAHBlrP8iVdDDMtCrpucNm6VABvqpPXv6uSS5m4T+RYTdy0MXqDS5+QV5SlVuXkGn1k1GjRr1zjvvREdHDxgwoGHDhqdOnZo5c2Z+fn7btm0/++wzenXw4MGhoaERERHff/89hyd4xB2duXAt/lpSr84t2zSvz7lf/Xfrzr39encLDvQj4AIsVov1PlIW1Brdqg3/HD9zaWj/5/x9Pe+9Z7Ke+BfCSbdT+AJb0vfS1cRFy/5SaTQxdaJeG/PCPweO7T1wIjjI787dtI5tmz/XrsWufUeWrt7o7i6n99GiSQOLxfLDotXXbiQRK/nfuGE1q1cb+9aMkCA/uhjTJ41nZt6rS/vfV29kAtDbdx/s2bUdHShQqj94e+wbk2aVZvF0er3BaCrbswGYzObte4+firs8rF9npjo787jo1eY1k3Wpl0mvt6XR7crmlwk/TF/VrFN9ZW7Bwc2ntFrD4PHdl85ZT9dF5u726swhZw5czLqb+/2HK//36XBm/FvX7s55dzGPz/X0cw+s5ssUTp77x6TVC7ZeOHFNq9LFtKk9+r1+SVdTvnnvN7pZgqv7C8UCOtvPX/9JqhA37VCvXouav325XqPSicSCkRP7evjIZ73yY0zb2tfPJ0U1CKftKqWmaYe6rbo3ZO7x79/3MMvw+ifDfpu9LuHSbdr48pSB1euEfD3xt8tnE+mSDBjXRSgSxJ+6Pn/K8g8Xjv/1sz96DG97YPOpg1tPB4b5pt7KaNOzcdtejZlqzQumrbBP1bRjXeZemBUZPaEfM5PZKycIRLYtrC7Q/vzx2vSUbPp06jOqY5uexYP4zDxTb2cWXSm5h5t9fZcd+ZIZk85KKClV+r+YohnofrN0gTUJX/DEGeiiLl++PHny5MzMzJCQkPnz5/v4+MyePXvLli10Hd98881hw4bZx2zZsmW7du3MZnN6evq8efPoxxn90Llw4YJIJJozZ07jxo2ZCtDLli37+OOPq1ev3r179/fff7927dqnT5+mH4LfffddTEzD5i1bEQAAAAAAAAAAACg7CEADQEWryAx0FUo/Mwoz0PJfXs1f/Iby5R+qfAaa2cLIPQMAAAA4vSqafmYgA13myiP9XJKbVEz/QgJ9matTp05t3bp1amrqjh07LBbLiy++eOLECYlE8sYbb6xevfrGjRvPP//8p59+evDgwfz8/KNnr7M5bD6PJxYLjQYjM4c7qRn2mev0hr+27D984sLQ/p3Cgv2wU+NqMrPzLl29Sdj0nYFtLd1bHH2CG/TGR49z4/bd2QuWd2jZsF93W8j4bmqGRq2rX68WeZzvflpGn6sFBWqpRDT57bH0Gf7Z1z/98t0nYpHwqwVLdu47wmGzOVz26y8PTc/I/uiLBW1aNPp16Z8/fv0RHX/ih7bI6Yate2h3yIIvpqWmZ06aMWfFz19ptJpB/brVqhFuv5e60TXSM7Ny8/Jpn8m1xCQmGN2+TVNSaudiL8VfuVorqgaLzbUSFtMr8NipaP+MyWQq2a7SaO3DWdn5THX2vt3busulWpX5jyllkH5e9s3f9I8OREQH/7Bthr2dzeV8uXri+WPXRBLhlO9fycnI16p0fV/stGX5fnv6mVr0+Z8vTnq+Ubvaiz77y96ozFZ5eMtnr5yg0xhe7jBt0PjuP3+ylo4W06bWb19u0Kp1dJz0lOwv17zHF/IObT3z8rRBweG+6xft3r/p5PNjOxcoNaMm9M1Oz3+z16ylR76wmC2Th31tD0Dbl2Hr8gMSuZjeS3py9kcvL/hh2/TTBy5+sWqip5/7+WNX6nWsG90kcsQ7vT185fQhMBpMhduZM2by8xkpOV++s6htr8a0xWwyF52q2Map16IGMxMm/UzdSUxv36dpw7a1r52/tfCjVSUD0Izb11OLrhRdZvv6MiP8OGOVXqN/bkBz8lQUPuxhn8pWTcvf8CGp+/INsZ+BsEr7ZKPjdG77n8V+++23J0yY0K1bt7Vr17733nsvv/zyvn37du/ebTabe/ToERMTU6vWvVeoSqUaPnx4nTp1Xn31Vfr5curUKW9v72PHjiUkJAwYMCA2NpYZ7a+//po7d+6QIUNWrlxJX6pDhw5dv379qFGj1q1b9/LL4wgAAAAAAAAAAACUKQSgAaASVEwGusqlnxmeQeyxP8oWva5c/IZy3M8y71BnqANNAAAAAAAcGDLQZahi0s8l8fn83r17y+Vyei9paWkFBQXffvstbaePrFKpfOONNyZNmtSnT5/Q0NC6des2rFfTaDQZTWazxUT3HJk5iIUPLkdaWAQYJ7RxIZHVwzhsInOT8PgCNptDStd7wOaw7M+lR5C7SSOrBTHDGZnZqWmZpQlAv/PaqLq1I/cdPrHjn8OR4aG5efkarX7N+m22+2Wz1WotXdrgQH96lXZ7GAymzKxcXx9Pb0932lK3dk16eSMpWa3WLF6xjg77+XhrdbYYbvVqIcXuqFfX9tv/OSQWiZ5r1+LpXq0cNlsmFdNNx+HwSrnpWGyW1fKATcflPLg/5P4r0jZJ8iXjswSgR03oO+ztXiXbQ2sE0Mu6zSPrn4z68u1FAgFvyJs9S46WnJDWsG1tuo4xrWtfOHmNaRRJhTcuJ8+furwgV03Xy2wyJyemxbSpRUdr1C768LYzdJzAcF8mDSyRiX7/ar3Cyy3lRnp4LVt9aw9vOTMTLz93Hp9LJ9eq9SXvOulairpAu2reFjrsF+RpNJj/N2v4z7PWWsyWLoP+U2O4RoNqcUev2u60mu3nIlKFxKi7l9TncDkPm+qBZO6Sdb/sPL4nLicj32yyPGy0kitlX18qIyXn1vXUL1dPJM8gO8WsyrVyhSyJkO+uEHBsvXzs0gWgi7fcvHmza9eudKBnz56zZs3q0KFD27ZtaechKSz5HBsbaw9AUzVr2l5NCoVCp9PduHFj9OjR9E4jIyPpJx393GHGmTt37owZM37++efOnTvr9foXX3zx9ddfb9KkCR1NJBKZ8VECAAAAAAAAAABQphCABoDKUd4Z6CqafmZ4h3LG/ij79VXloteVr/ws9wwqy6rYAAAAAABQEjLQZaKy0s/FeHt7e3h4vPfeeyKR6MiRI/R+N23aNHbs2ObNm0+fPv3HH3+cMfOTklPFX0uyDwsF/F6dW7ZpXp8utNlsJvhhpytp1rh+dnaWTCanT2C+QMDhlM3PkrkcTud2TTq3bczn8ywWy1NE6ju0bnbi1Pl5vyx/d/xo2sMxfFBv+kQ9f/EqfXKmZWYVfYp6e7nn5OabTCbaAXIj6U6DulHhYUF6nWHYoF70flf9uUUoEJDC5HGxu+j2XJv3Z8zl8bgfT/4feSpcLsfX291NJhOJxEz3C3ladO3sw16e8mH9OteIsKVp6dbjCCy9Z1g2TLfG7dZbzKT7G5KyfYEyW+Za3C0PP8XslRPOHry06PO/vv7z/WKjhdUMTLpyJ7x2cNK1FHvjsd2xqnzN+/PG5mUpx3WcTgrj1Levp9LLW1fvjca+v7i/zPpj6g+vhkT6//bleqZOcylXJDQyQKczDHylC31A//pll8FgvBqX9PnydwvyNKNbfdC6eyP2/fNxNWoTvX31wZoNqpESc1YpNcWmsseU7ctZ9Im6ftHu+i2jeo5od2rfxeWFlbMfqORKsYuslUQmKlpF+yncOGvc8EUBT2zp+F5WYE2p1M1NKBTRT5mne7LVq1cvPj6+Tp0627dvDwsLq1+//s6dO0lhvWf68dGvX7+iIxe9C2bCdu3aJSYm3r5928fHh2lfsWLFypUr6adPp06dGjdu3LVrV/oe8vnnn7/66qsEAAAAAAAAAAAAyhoC0ABQacovA12l088M71DOyz/IFr+hXDQ+f+xCZKABAAAAAModMtDPyEHSz6Sw6vMvv/zy2muvqdVqPz+/GTNm0P3B77777rPPPrNYLPPmzSOP1Khujed7tZe7SQhTa7bQ6GHPy2QyAi6A6TRgnrRl9bytERE8rN9zXp4Ke4vV+jRlxV8fO3TEax/07Nxu8ttjv/xukU6n9/CQvzzy+bTMrKKjCfj8V18cMn7iJ8GBfvQ5T1v69Xzu16V/TvnkG/rqaN+66cPWSyFz8/P1MpnNXoXVo59Cmb/SmeB41/ZNuVxO0Xvhi1jdpmq2zuJf2Gtr6fE/CSlrfiFeu/868un+i3nZyqFv2CpAh9cK/nribxO/fokZ4dUZQ+a+95uHl0wkEbr7yJnGmg2qrZq/Zcrwb7g8jru3vCBXPf7joavmbbFaLDwBTyL9z2dJ0471vp64RCIX87hcmYe0NEvFLMM7X41e/s3fn47/icNht+rWUKaQiKXC2f/7JSstd+hbvfhCXs2Yat9PXzXj59eDq/tl3M2xBaBLkMrExaYqNoJ9JvLCZYtpXWvp3I2Ht59xk0t0Gv3DlvDRK3X5zI3NS/d+/Nub5KncOGtcN7uAzTe3+t9d92A+m67/s32+zJ8/f9asWVeuXMnLy/v5558bNmzYqVOnESNG7N+/f9CgQc2bN3/YhK+//vq0adP69+9/7tw5Ogfa38i000nop09aWlpERESbNm1oy8iRIz/55JPWrVubHl42GwAAAAAAAAAAAJ4OC2fwBIDKRd+FzGaz0WjUarUqlSpuh+nkUoVnMOepM9BOkH62S080/zpeyROQV36Ru/sjAw0AAAAALofZX6A7CwuXbR4+oGvR+GC53qPJaNTpdBqNOn6P+cQSuW84BxnoR6vc9LOA92Q1evVGc8nGv7bsv3L99uA+HZgqswz6fLBYLHqdzmAwSCRln7AEB3Tg8AlPd7eQ4CCxREJ7EugTmDyDqbN/7t+jXZP6UUUb6ZOKPqPiL11VKlWtWzYhzkKn19+8edPTw10mlwuIjhi7AAAQAElEQVSFomesAD17/gp3hXRgz/bF3vmZd2mDXk8/GvJz1Ts+F+XcFMR0E3R5xUFfofv+Plm3aaSXv/vG3/YYDaZBr3Yl8FTs6eeWb9zxieC6ublJJFKhUMjj80v/QfOknxfP7q+//qKvi0mTJplMtM8Sx2KgLMVeTIi7EN+lbUOFQkG/pTzjuy4AAAAAAAAAQFWEOB0AVDKmyho9KC4Siegx8vrduE1H52Unm1dMK9CpnrgyijOlnynfCM6YBTKD1rpovDI3FXViAAAAAADKHbOHwuXxhEKhWCyJ7sRpNiY//YZ51fQ8vQa5pQdznNrPz6J5o9pT3h5RNP1M7pezpZfKApXRaCKVZ8Sr7+sNhofd+vk3v5yJiy/ZfujomZTUDPI4c77/LSMrhzyVIS9PIE/OZDK9N33O6+99QgcePeYfG3eQinXlamJBgYoOlMkTd/q7LxVLPzPokyqiWkiLZg2JExEKBCKhoKyKZw8b8Nxro/qV/N0LU5+bx+cLRUI3uajrFI1nuOHcDv2uX9TEIckUkt++Wj9l+Dcn/onrPKAFgadSNP3sG8GVSCQiUWF3n2N/0EyYMOHrr78eO3YsAQAAAAAAAAAAgHKAADQAVL6yykA7WfqZEVCT89I8Gd0Oi8YrlRnIQAMAAAAAlLuHZaBXfpiPDHRJzpF+poL8fTgPr/X718btaRlZpKrZ9s8BnU732NGaxtQ5cuIsKR8Wi+XvrXuLNaZlZBtMxh/nzqB764+efOPWf0iFsxJb5W9rIfJsREJ+ycZ7HRQs4mSn5jObzXSzldULPzTQ72E33e9H4ovEIplC3GWy2pEz0I3aRU/69uXZKyfQP4WXjMCTK5Z+FksoKe1FZNLPxIF98803x44dc3d3JwAAAAAAAAAAAFAOuAQAwAEwx67sV+t3UxGSd3KpYsW0ghGfuQmljz+YcS/9fNap0s+MoGjuS/NkS95U/jpeOW6hTOaD364AAAAAAJQv+x6KsPBqdCc1IfknlshXfpg//FO5QIzTi9/jNOnnh2HyqZWSUp01Z2H8lQQvT8ULA3q1bhbDNP61adelKwnT3ntt194j23Yf1BsMg/p27dy+JXOrxWL5YdHqazeSiJX8b9wwtUYbfyXxy3mL5385bc26rUdPxlos1oH9unTr2HrOgiUWq9VNIr6bljFqSJ+G9Wt/tWBx/57P7d5/dO+BE8FBfnfupnVs2/y5di2GjJmwdsk3dObf/Ph704b1GtSNmvH5gqzcvBrhoQk3b//+w+fM/Q4bN2nxgk8lYtHqddv4fN6A3p3tK0LvaMuu/X17diy6dt8tXHbjZvKPi1d369R64ZI1dFHFItG40QMD/Hze+uBzFpulkLm9PX7U8dNxWdl5X81f8v5bY0gFKgw+l/uDnpGZo9Pqa0VVJ87i5OnzN5KSunduS8oZ895SND3fZbJ61xfkXGG58C6vSAg4kUekn+kndZXu8QMAAAAAAAAAAIBnhAA0ADiKZ8lA29PP9Yak1mhrcqb0MyMomjv6W9nSd20Z6Fd/kUs9cWgHAAAAAKB8IQP9WI6TftYbzaTcMFnYCs5Am8zmU+cufvf5ZG8vjzOxl5jGNeu2ZefmzXj/9RtJyTv2Hl7w5TSd3vDGpFm1a95L0G7YuofuCi/4YlpqeuakGXNW/PxVdFTE2JEDL11NOHvh8rwvppjNlokfflmzehgdOSIseGCfLtv/ObTn4InxY15gEZbRaKLtHC779ZeHpmdkf/TFgufatSi2YGvWb68RGfbNi0OOnDh35foNppE+3J3at9h/5GTPzu32Hz4xd9b79vG7DXpFp9PTgfa9RzduUGfurElM+1uvjpj/8wp6R3sOHn9z3PCQ4IBV67bu3ne0ZbMYsVg4a9qbWdl5Wq1uSL9uf2/9p4LTz3RhxEIhKX93U9NT0zKdKQBNCl8vTPFsUs6QgXYRZZ5+LtfPCwAAAAAAAAAAAKhgCEADgAN5ugx0YfpZnXjWWP+FtMg2Tph+ZoTWt2Wgf39H+ev4/HELkYEGAAAAACh3yEA/wo6F6rjdeieu/VxMBa8Rl8N59/VR835ZYTabe3VpxzSeOneBUxj3TExKNugNi1eso8PBAb45OXnMCDeSktVqDdPu5+Ot1emY9rt30xvUiRIVhnrr1q5xLeGWbcJAP3rpJpUYDEY6EB1V/XTsxcJ2f3pJ96oNBlPJBUtOSe3bw1bLuVWzmIVLVtvb6ULOmb+kds0IOjmdp719x5+/mMzm8RM+/nXeJw9cU6lEvHDJWoW7jM45slpoTN1aDevX/uiLHwQ8/ovD+pPK0LZVk+zsLBYpx0fcarVWSlnxCsAEoJGBhjKB2s8AAAAAAAAAAADwaGwCAOBImIQBPWROj2fQI+j1u3EbD1dmJ5tXTCvQqSwlx7+ffjYUpp+Nzpp+ZoTW546cK8tPt/w6Pl+d65zHSgEAAAAAHAqzh8Ll8YRCoVgsie7EaTYmPzPJvPLDfL3Gdb+Tu1r6mRrcv0egvw+pKMoC1eWrN+Z9PuWzae98t3CZ3mCgW/WbzybzudwNW/8JDw2SSiQvjxhA/5o3beDn581MFR4WVCMijDaOGf58TN0ooUDAYrOtxFo9Iizx5m06glqjPX/pmn/h+MUepWYN6508c4GUiHoLhIL0jGyzxZJwwxabDgsJvHkrhQ5cL7xq5+/rTR/631dt7N21PXkSC35Z8cpLgz546+XoGhH06uVrN3y8PBZ8MW1g3y7f/7qCVAamJ4F5Jpffk9lZM9AV/PJnHiPa/0Pff0RikUwh7jJZ7RluOLdDv+sXNYGqDOlnAAAAAAAAAAAAeCwEoAHA4RTLQMf0Yj8sA+1S6WdGeCPu8C/d8tMti15HBhoAAAAAoCIgA12MC9Z+ZhGWVCqha0cqisxNKhIJP/xs3vsfzRk5uI+Az2fap0wYt/qvrW5u0vatm8z88ofJH3+Tlpbp6S5nbu3X8zmlSj3lk2+mfz7f19eLLnidqOpzF/zm7+PZJKbujNkLho17v1aN8Lq1IkveY1hoYFpGZsn2vt07fPzV9zO//F4qkdKrQ/p3v56QNHXWt/sOn6Qvi6JjdnuudeLN2/XrRhWbA5fDeVj5Z6pl05hZc356e+rsxKQ7ygJVoJ/35Ws36SosXb1x9NB+xJbqDp41ZyGpQOcvXlUWFGZny/nJLJWIPdwVxInUq1OzQd2apGJj0MhAOyWknwEAAAAAAAAAAKA0WM56vkUAqOrou5PZbDYYDDqdTqVSnd1sPrNK7hnMGfGZm1BqO+rsgulnu+vHjSveL/AIZL/ys1wkwyEfAAAAAHBazH6BVqtduGzz8AFdvTwrLSzILInJaKR7KBqNOn6P+cQSuXcYZ/incoHYhb6Tu2DtZ9ueqV6fr1S6KxQVmYF2TBfir9HXQr06Na8l3Px12V9zPplkv2nPweOpaRkjBvchVdzPi1fVi64eXTtKIpHwBYLyeNAtFovRaNRqNEKhkMPhECeSlHSTvi24yWRCoYgJqpIKwVTUNplMBoNeq9Eq8zS7vpBk3+DHdBN0eUVCoEpB+hmglGIvJsRdiO/StqFCoaCvE6ZLnAAAAAAAAAAAuBJUgAYAB8VUWePz+fRwID141rA3p9GwfHsdaHv6ud6QVFdLP1ORzXlDP3PLSbEsfkOpVeJ3LAAAAAAA5Q51oIlLpp/tVv2xKSU1g7g8udxt8879702f88W8xaOG9LW3f7tw6eq/tvXu1pE4BSuxWiwWJlNLysG9XgtnfMXQtaqUdwPUgXYaSD8DAAAAAAAAAABA6XEJAICjsmegmasNe6tYLOXplbKVHyoVfpzEM8a6g9JqtDW5WvqZEdXGloFeNbVg8RvKsQtlQikO/wAAAAAAlC9mD4UOCAuvRndSE5J/Yol85Yf5rlAH2jXTz0z+FedPswsJ8p828dWS7e+OH02cSGHwudwf9OzcfIM+s3p4GHEWx0/G3khK6vZcG1IZmHch2i9kb+kyWb3rC3JuR+Ew6kBXBUg/AwAAAAAAAAAAwBNBBWgAcGjF6kDH9GI3GVGQdduScNJY/4X0qI4umn5mRLXhDflEmpFkXvKmUqfC8XgAAAAAgHLnsnWgXbn2M5OFRQbadfj5eQt4fFL+7txJjbtwhTgRaxGkMqAOdJWG9DMAAAAAAAAAAAA8KVSABgBHV6wOdEwvNYul0quttTtZRSI3cSEXTD8zojvwh3wiXTtdteRN5dgf5HwxAQAAAACAcuWCdaBdOf1sh+Cd63iufcusrEwWKfdHXCQU3E1NW7pyXY8ubaVSicVi+XPDjn8Xo0NLTw+F1Wpd//cuk9nMNLZp2SjA35c2bt25X63WMo3NGtcPCw2kjf/sO5qTm880xtSvXaN6GG08ePhUWkYW01inVmR07UjaeOJU3K3ku0xjZERowwbRtPFsbHzCjdtMY0iQf4tmMbTxwqVrl68kMo3+ft5tWzWhjdcSbsaevxfd9nCXd+7YijbeSk45fe58kL935b5YUAe6irp1wbRudgFXaG4+HulnAAAAAAAAAAAAKC3OzJkzCQCAY2OOc7Dv86luDahlFRVy5fQzw6caxyOQc3K9/sYZY73nBBweAQAAAABwJlar1WQynY67Vq92dbFYSBwA677C+C/bPdjEV2iv7eMnnjXUbiPg8pxqxwTpZ/oMNJtNIUH+fj7eHA7Opeb86BuOTqelHQ58Pp/pbSDlgD6v3BUyoYAvEQtYVouyID8vL89iNsukYqlE6CYRcdhWlapAqVTSRtpyv5FoNKr8/HzaKBEJmEY+l800Go1G8f1GHpet02loo8FgEAn59xp5bL1eSxv1er1QwLs3OY9DG5XKfJ1OJ+BzmUZ6q8Fga9RrdXSEe418rtGop41ajZbOn2kUi/gmk76gQKnRaGVu4rp1agoFdLUEHC63st4imDtl3p/pBYfDCmqsSY3n3DhFNPmWiEYVUd4bnsitC6a/PlNyBOYW/7vjG25LP0ulbkg/AzxWWkZOekZmRKi/UCikn1mu87M0AAAAAAAAAAA7VIAGgKrBXmWNOZmpxWKhw7xCOBZSvyvfZJRsnK3+7W3lmAUynkNkQp6J/Wy5OM2002NeuTg8AwAAAFWOi9SBRvqZMHl3wnJXyHk8dKO5hGvXbwr4HLlcQcrzGW7r3OBwo2pE6PU6o9HI9HLQO7UWskd46WXtWjJyf+/YvgMlk8mfsZFpoZfMvdBGeu/MYjys0f7bD9oYEOBXsjE4KJDL4/EFfHZhRw2pPKgDXYUw6Wc2z9zyzRSvUC79pJFIpEKhEOlnAAAAAAAAAAAAeCwcuQGAKoNJGDCXzIE6piA0joVQjXoJ6OXG2erf31W++G3VzkDTB9dgMmk0eqvVIhUL6VWVRkcfcLGQz+GwtXp6o4XP4wj4PKPJrNMbuVyOSMCzWKxqrZ5O7iaxrfy9SUR8DptNx6FjCvhcPo9rMJroDHhcjlDAM1ssGq2BPnekhXUEVjhwrQAAEABJREFUlSotfSJJRAL6nNLqDCazhY5Dx9QbjAajmctliwR82khvos82aeG9FNjOOMxi7kWjM5jNFltFLA6b3gW9IzpArzKT0HnSORdOoqOXzL38d5LCe2EmMZm1eiOdJ50zfaKrmEnEAvpcp+tI11QkpMvFYdaLWReT2azVGZl7sVitao1tU9CFpItK15GuKbMuzCTM1mMWjMOmy//vJMzWu3cvAh7dtsym+M8kHDZ9LIptcDo5nQmzLkUnufcYFa7XAx8jupB0XfBCBgAAgKrI6TPQSD+TIoFR/DjTdZw4HVcvunpgYEC5Puj0RcThculeIofLsdCdJea+rIQJQJP7leYJq9wbj6Yltg6IfPZ52uvic+iKVV75ZztkoKuE/6afOdL76Wfe/Vq26CgAAAAAAAAAAACAR+DMnDmTAABUEfbDaYVH1BCa/I+AGlypB/vUBv3NWGP9LgI2h1RF9AAqPfR7/lLSqYtJqZm5oUHeFis5fObazeQsT4WUx+deSkiJv36XHsKUuYmS03LPxiepNXofL3mBWnfk7PW7mbkhAV700PHhM1dv3sny9nSjY164lnw5IZXH47hJRcmp2Wfjb6m1em9PuVKlPXo24d9Jzl5LupNFZ0UPP8ddTb6SmCooPCPwrbs55y7dMhhNnu5uufnq47GJGbnKID9POsmBk1dupWT7ecvps5GOc/VmmkjIE4uFN+9kxl6+bTTbJsnJV9FJMnMKAv08zFbr/uOXb9/N9vd1p8/ec/FJdBKxWCAWCRJvZ8ZdSTZZLR4KaXae+kRcYmaukk5C7/fAyat0EjpMn+qnLyZdT0qXSkQiIT/hVsb5q8l0+7jLJRnZypPnb+bkqQN83Q1G88GTV5NTc4L9Penh6JPnE+mYcrlYKODTaS9cvUNfSQq5JC0r/9T5m7kFGn8fd73BdPCUbZKQQC96CJsucOLtDHeFlM/nXU1KvXgthb7q5DJxakbu6QtJ+Sqtn7dCozcePn2NThJme4ysx+IS6Cp42CbhxifcuZRAHyOOzE18NzP/9IWbKq3tMaKXR85cT0nPDg20TXLkrO1h9XKX8u5VdEIpaAAAAHgw+hXRZDKdjrtWr3Z1sdixfupnL31auG/Cdg828RXaa/v4iWcNtdsIuLwq/N0G6Wc7+gw0m82//r4mwN9PLpMScHZnzl3w8XH38vTk8/lMzwMpa/YCz0znBt1vpffFo3u8PB7949FhPr+wxfbvYxt5TNMTNjJXY/NSxh1eeSjzRvew+jKRxD7Ov5fFrj6qkc/l8gr/uA7SXWPfzsybNIfDCmqsSY3n3DhFNPmWiEZ8ApXqEeln1H4GKI20jJz0jMyIUH/6wuHf/9kAAQAAAAAAAABwJShgAwDgVE5u0G+eqw5vxB39rawqZqCZdMuFq7c9PRV+XgoCzk5ZoDHo1QqZm0Ag4FT2WZIBAADAATHZU61Wu3DZ5uEDunp5OuJXRGYhTUajTqfTaNTxe8wnlsi9wzhDP5GLpFXy6w3Sz3bMTzT1Ot1Pi1f2690tONCPgLP7efGqOrXDa9eq6SZ14xfup5DyYe+VpQPMy6pYP+0DG8lDSpI/XePiy0feP/aXlVg9hdK5zQf2DW9AHudh83zE1crFFKumXQ0Gg16r0SrzNLu+kGTf4Md0E6AOdCV6bPqZAMDjxF5MiLsQ36VtQ4VCIZFIuFwuXjsAAAAAAAAA4GrKvoQJAABUoqb9BV3fEN84Y1o9tcBiJlUOEy+oHuqD9LOLSLiVdjsly2AwmM1m/CgLAAAAqigWi2Wr4crjCYVCsVgS3YnTbEx+ZpJ55dR8raqKfcOh38iQfi7Glp1kLsA1eHjK+VweKX//LSH/7wmv7B7YyLSXVaPBajIR2nlgzdAVjNr/2+h9v2XrNexHetg8iyKOhFmkwjLbApFYJFOIu0xWe4Ybzu3Q7/pFTaAyIP0MAAAAAAAAAAAAZYJLAADAubQeJqRHL3f/pFk9tWDo525Vrg601WrVanUcroDLrYIlrOEJcblsg9FsMpksFgsBAAAAqLKYDDQdEBZeje6kJiT/xBL5yqn5wz+vMnWgrVaybYHq4n4D0s8l2dc9Ny8/JzePGRbw+UGB/nQgX1mQlZ3DNHK5vNDgADqgVqnTMrOYRg6LExYWRAc0Gm1qeoZ9nuFhIXRArzfcuZtqv69qocF0a9MvybeSU+yNIUGBPB6Xfm2+eSvZ3hgY4CcUCOjAjZu3reReRNvf10csFtGBpKQ7Zuu938X6eHu6SaV04HbyXaPJyDR6eXjI5W50IOVumk6vZxrdFQoPdzkdSE3L0Gi1TKPMzc3by4MOZGRmF6hUTKObROLj40UHsrJz85VKplEkEgb4+T71hmKz2NXCgukA3Su8m5ZeKRuqZ5cOOTnZHLZLpDDTtQVFr268GXs4NeGbloP7h8cQJ8I8lFzuvz3hXSard31Bzu0oHEYd6IqF9DMAAAAAAAAAAACUFQSgAQCcUNuRQlWO5dgfuj9mqIbMkrKqWrn/iwl3gwPMoYHeBJxd7epBybduWiwW5qzEBAAAAKDKquoZaKSfH8ZW75bF7ta5LZdtTb5z++q1G5evJTHfXT3dZc2b1qcDycmpFy4nMo1Sqbhdq0Z0ID0960zcFVL4I0+hUNCpXVM6nJWTd/L0xXtzJtZunVvT+SuVqsPHY5kx6WWXTi14XK5Ob9h74KS9sX3rRhKJ2Gy27Nxz1N7YpkWMTGaLNe/YfcRS2ELbmzaKZsLKew6c1OsNzJgN60f5+9n2sA4dOVOg1jKNdWpFhIbYIsgnTp3PzlUyjTWrh1aPsKWNz8ZeSsvIYRrDQgKia0XQgQsXryXfzWAagwJ969epQQeuXruZmJTCNPp6ezRuGE1sUePkK9dvPdGGovhcTqcOzek2yc7NP3HqQgVvKHoXDRvUCgn05/P5HC6H5QJP+1R1XrEWs9XiZOlnBjLQDgLpZwAAAAAAAAAAAChDLISNAACc1bZ5mmN/6Op14Q+cIa0qh5AsFoterz967lpwgC8C0K7AaDTeuZ2kUChkMplAIGAyQwAAAAB2tNfCbDZrtdqFyzYPH9DVy1NBHBuzwCajUafTaTTq+D3mE0vknkEcB89AI/38CHQnxWh7QLX0MdVptaZC1sITmNg2C4tFtw8z2gMbyf1f+tmaijTSSxaLZW+0jVT4s8CiY5amkVXosY3MIjGNzAI8rJFZqnuTF95QtLHYmj6w8bHbxGE3lO1nDFwu3TERicT0P4FA6PSJzO5b5x9Ovc4Mc1ns3JfnEafGPKnpS9hg0Gs1WmWeZtcXkuwb/JhuAmSgKwDSzwBlK/ZiQtyF+C5tG9KONYlEwuVy8ToCAAAAAAAAAFeDCtAAAE6rx9tis9F6coOey1P3n1qVjuTVqxHoJncn4ALOX71t0KjpcRoCAAAA4BSqYh1opJ8fjXlMBXwB3RR8Ht9kMpktZiYvawvaFkZz7Vnhoo3kftiXSdY+OtdbtNG2zYtEeO2NpEha94GN1pIJ5nJoZJaTFEkwP6yx5DZx/A3F5nDoo8wX8Hk8PnOPzi1dq6SXkQrf/tVi2vpHEmeHOtCVCOlnAAAAAAAAAAAAKHMIQAMAOLPe70lMBnJ2q57Ltw2TKsJ2GJuAa7ASnIwCAAAAnEzVykAj/VwadDtw6dbgcHg8W06X/m//EssqjNGSe19s7zcWpoCfrLEwRFy2jRRd1JKN9gV4YKNtfVnsko0PXtNnbHTADUVY9IHmcrns+/WhiVMLEMvPDvyQGT6efmPqiQ2fN+tPnNojMtAcLqvTGDGBcoD0MwAAAAAAAAAAAJQHBKABAJxcvym23PPJDXoOj9Xj7apxJO9SYmqgnznQz4OAs4uKCLh7x0QAAAAAnEtVyUAj/VwarPvY9mLD//0J371cbxVpLNZe+kZHXqmybWQeaFdIP1NberxpH/70zNYUdd5bdTv5iWXEqT0sA316i20YGegyh/QzAAAAAAAAAAAAlBMEoAEAnBw9kNRvisRktB77Q0evVokMtN5gNJnNBFwAn8floN43AAAAOCPHz0Aj/fxE7HFYnMDE6bnsM39Jhxd9RG5pGiVxAchAVxiknwEAAAAAAAAAAKD8IAANAOD86OGkgdOlZoPq2B86kRurwxgRcWw1wnxlMjkBF3DjdnqBUuvu7k4AAAAAnI4jZ6CRfn5q2DLgrHxEbl/H7pp5evO2nm+18Y8kzg4Z6AqA9DMAAAAAAAAAAACUKzYBAAAXwGKTwZ9Io9vz9y7WHl2rI45NIhKIhHwCLkCl0RuMFgIAAADgpJgMNJfHEwqFYrEkuhOn2Zj87DvmldPytapKKySM9DMAPJC/VPFSVKtojwDiGpjK7lwul777icQimULcZbLaM9xweotuzxINgWeD9DMAAAAAAAAAAACUN87MmTMJAAC4ABab1G7PT7tuOv6nXurBDqzliCcBsFqtZrM54XYGh8sVCwWkHMTFJ6xct+vY6YvHz8QLBQJ/X0+tTn/i7KWQQN9SzuFk7OUTZy/Xigwl5Wzhso1N6kc98KaSa0GX6lTslajq/y7VzK9/a9mkLofz4B872dd6xbpdXC7H21NBKgO9a7NB7SaVCAQCetSZzcZPswAAAKA4+hXRZDKdjrtWr3Z1sVhIqhrWfYXBYrZ7sImv0F4/wE84bajVRsDjV3QCDOlnAHiYuh6B3UPqrE08Td8H/MQy4gKYdzzm/ZlecDisoMaa1HhO4gmrXm0Nj+EReCr30s98U8s37yL9DFBO0jJy0jMyI0L96YuLz+fjWxwAAAAAAAAAuCDEjAAAXAibQ4Z+7hbZjLd5rvrMFj1xVDn5KpW6XMpUW61k/faDb40bOHH8C+Nf7L9+236D0ZSZnXfpWlLpZ9K0Qa3ne7Ql5c9DLktNzyrZ/sC1KDnazIkv8XkPjbk/6VqXE3eZWCTAEWUAAABwcg+uA51cCXWgkX4GgEdblXDyzUOrNyXFEZeBOtBlrkj6+Q7SzwAAAAAAAAAAAFB+UAEaAMC1sNikTkdBymXT0TU6zyCOX3UOcSRMBWiTyeShkAsFfFIO9h05K3OTeHso6Pw7tm7E4bDXbtqbmJTC43J5PO6yP3YcPH7+9Pkrfr4e5+MTzl28HhUZajZbPv1uadvm9ZmjdEwF6AK1ZtPOw7dTMg4ej7USEujnxcw/T6n69uc/UlIzT527nJyaWTMiZPmfO07HXdl7+GzjBlE79p1Yv/XgoRPn6X0F+XvvP3rup6V/n7twPb9AFRkefPP23WV/7jhwNDY9M7dWZBjdHDdvp4aHBqxYtyvuUkLCzZTDJ897eyrkbtKSa5GSlhV/9eaZ81d37D9JG+nMmQrQqzf+Exd//frNO/8cOh0eEiC5XzTRvtZKlebWnbSDx+MOHIsNDfKTu0mOn4n/Y9M+2sLn8wL9vEl5SsvIy8vPl8ukqAANAAAAD1PVK0AzHKEONNLPAPBY1WU+Db1CxtVuQ+zxqusAABAASURBVFwJ6kCXIXv6udVbKd6hfKSfAcoPKkADAAAAAAAAACBmBADgcjg8MvxLt/BG3HWzVHE7DcTx+HnJFTIJKQf0KMDkN4dnZed99+ufX/2wauP2Q7SxW4dmEWGB7VvGpKZnD+rV4b3xL0RFhJw6d6VZw+hz8dfpCOcvJ9atFVHyEAI9dDegZ7tBvTvuO3y2aLvBZBzSt9NLQ3sm301PScukLcEBPnS2N2/dvZaY/O6rg995ZfDBo7F307POXbjev2fb915/wV3uZjKbf/9jx6sj+77/xnCNVnfi3KWoGqE3k1OZeQb6edH7qlcr4nTc1QeuBSnMBo0f3f/1Uf0OHI0tujw1I0MH9mrft2vrDTsO2hvta02Hfb093h43qG3z+qdir9AFPn4mfsJrQ959ZfCeg2eysvNJeUrLylNrjQQAAADABVRuHWiknwGgNERcXhPfsHH7l3148m/iSlAHukwUTT97hfAkNkg/AwAAAAAAAAAAQHnhEgAAcD0cHhk5V7b8PeVfn6iCass9gx2rDnR2ntrK5rtJRKSsqTRatUrbo1ML+qfV6b/75c/60RH0IBxzq0goXL/9gFQizsjKC/L3Fgh4ESEBCUkpJ89dGtizfcm5+Xi600uJWGg0mYu2eypkzEE9bw9FakYOscWXbXWUM3PyqocHCfi22lHhYQHJdzMG9m7/985DB4/F1YoMzclVGgzG3QdOkcK6U1qtjlu4YBqtntgyyp6FSygwGk0PXAt6a2igH71fiUSkN/wnUuzlIbctjKd7embuAzdLWLA/vRSLhHq9ISUty2g0b951xLaCXoq8ggIvTzkpNx7u0nyLlgAAAAC4BiYDTQeYQtbRndSE5J9YIl85LX/4Z3KRtLySYUg/A0DpSbiC89l3XvOLIC6GeSfkcv/tMO8yWf3PHMvpLbbhTmPEBB4J6WcAAAAAAAAAAACoYKgADQDgorh8MuIrWVgDLk/gcIegbqdm5+SpSDlQq7QLl/+dm2+buUgoEIsFbI4t7WG12kru/bllX99ubUYO7BoW7MeM36pZ3b2Hz+gNRk+PB4WAH7Ll0jNz6fz0euONW3cDfW3BZRbbNmpwgM/dwoLQOr0hMSnF011+/Ez8uGF93hv/wpWE22npOXSRurZv2rtLq6YxtYIDfeiYkdWCribcJoW1qx+9Fo9YntS0LHp58eqNgMKFubfs99e62MwDfL1EYj5dBvoXHRVOF5KUpyBfD5mETwAAAABcxqPqQOeXSx1opJ8B4IlIeYITA6b2qxaz584V4mJK1oHu/L7WO1KHOtCPdecS0s8AAAAAAAAAAABQ0VABGgDAdfGE5MV5MoOm3E+3/aTcJCKhgEfKga+PR8dWDect+tNNLMrOzW/VtF5ooJ9KrVUWaHbuP1k3Kvz3NdvFIlue2E1iq+0UERq4/K9d3Ts2e6J7MZpMPy3bcDslo0PLGH9fL3t7aJBfVPXQX1duTryZUr9OJJ15vlK1Yt3OfKXay0NeMzJkhFuXFet26Q0GN6mkd5dWdJJ6tatv33u8NGvxsOrO1Ilzl4+cuqgzGN4cM9De6C53Y9a62MhB/t4xdWosXrVFbzDSBVbE1CLlSaXR6Q0mAgAAAOBKHlYHevnUvJGfK0TyskyJWa1k87eqy4eRfgaAJ9Por1n0DeTmiNnExZSsA935fc3urwjqQD/CnUumPz5B+hkAAAAAAAAAAAAq2r/VHwEAACpSyhVzYBSnWKPFYtHr9RqtVupWvoWHS8lisX77yx9vvjyAzyvtT4bylKrFK7dMHP8CcQwr1u1qWLdG7RphxCGduZCo1yhrVQ+SyWQCgYBJAgEAAADY0V4Ls9ms1WoXLts8fEBXL08FcRbMqpmMRp1Op9Go4/eYTyyRu/uzyzADjfQzADy1fSlXG3gFuwtcNO9rLWQymQwGvVajLcjX7P5KlHld2LiXEBnoYpj0MwvpZ4AKF3sxIe5CfJe2DRUKBX3hcblcvOIAAAAAAAAAwNWwCQAAuLajR496eXndvXuXuTpx4sR169aR8vfz2PzNc9WaB53m22A0m8xmUtnupGZ+NGdR05io0qef4Unx+fToDL6NAAAAgCti6kBzeTyhUCgWS6I7cZqNyc9NtSyfmqfNL4MfqyP9DADPokNgzU1JcS3Xf1Fg1BHXwypE91fpe6ZYInaTizu/r/WO1J3eotuzREPgPqSfAQAAAAAAAAAAoBIhcgQAAEQgEIwZM4ZULKuVnNyg/+6FvNOb9MXORhCfkJKSlkMqW5C/96wPxrVpVv+JplLIpI5T/pkaMaCLw5Z/pqLCA7zkIgIAAADgkso1A711vi397BNd0GxcFtLPAPAUbigz63oEqox64pLsGWgej48M9APduWRai/QzAAAAAAAAAAAAVB4EoAEAXB09ItWxY0eZTPbrr78WbZ89e3arVq1atGixatUqergzN9WiKyiDQnTFaJXWv79U//qaMuPmvyWf2SwEMlyF7aTCBAAAAMB1lUcGmn7B2vSNKv6AwbuWsunLmRJb+BnpZwB4Yh836fNz+5G3CrK1JiNxSchAPwKTfmbzkH4GAAAAAAAAAACASsMlAAAAhPz0008tW7bs0qULc/XAgQP79u3bvXu32Wzu0aNHmFfj7R97kXKTfNH0w+j89i+K2r0ooFfrRwVJ3eQEXMCFq8kGrcbD3Z0AAAAAuComA00HhIVXozupCck/sUS+fGreyM8VIvkTZ8i2fa+21X6uo2w+LsuefhYIhFwuF+lnAHgiv1w6OPHonwvbDh9RozlxScx7Jn3/pJdiia2l8/ua3V+R01tsw53GiIlL+jf9/DbSzwAAAAAAAAAAAFBpEIAGAHB1TAVeDw+P77777qWXXoqJiaFHqm7cuNG2bVux2HYkr2XLltm6xFHfVFNmWAqyLRYzKRP7lmiLXq3dnt+kr5AuDgEXgxrQAAAAAGWVgaZfrDZ/q7p8uLD285isorWfkX4GgKfQyDv0+zbDXDb9zEAGuhiknwEAAAAAAAAAAMBBIAANAAD3dOvWbW2hli1b1q9ff+fOnbRRpVIdOXJk2LBhkfV5pEzZA9Aegey+H0jDG9k+kiwWKz1UFp+QGuRvDvTzIODsakcGptw2EQAAAACX9+wZ6KLp52bjstxkUolEwqSfeTwe0s8A8BQaeYfWVPh9f2FvbY+AjoFRxFUhA22H9DMAAAAAAAAAAAA4DjYBAAC4b968ecxAw4YNO3XqNGLEiKioqCZNmtSrV4+UA56AdH5N/OYKBZN+ZlitVoPRaDKXUaFpcGxcDofNxvFRAAAAABsmA83l8YRCoVgsie7EaTYmPzfVsnxqnjb/MSfNQPoZAMrJxZyUKSc2xGYlE9fGKsTl0jdpvlgidpOLO7+v9Y7Und6i27NEQ1wD0s8AAAAAAAAAAADgUFg47zwAAFSKFZMKer8nkfv+56c4FotFr9dn5eTJFe4CfhnXnHZKJ2Mv303L6tetDamaLl1P1hTkRoT6y2QygUDAVD0EAAAAsKO9FmazWavVLly2efiArl6eCuLsmFU2GY06nU6jUcfvMZ9YInf3Zz+iDvTD0s8CgRDpZwB4dplalbdImq5V+opkxLVZC5lM9E3aoFFrCvI1u78SZV4XNu4ldPo60Eg/Azia2IsJcRfiu7RtqFAo6AuSy+XilQgAAAAAAAAArgYVoAEAoHKMmONWLP1sJxYJkH52EVqdwWBEtW8AAACAfz1pHWiknwGgvNF3kXp/fDxs9yLi8ly2DvS99LPAiPQzAAAAAAAAAAAAOA4uAQAAcDC3UrJ9fFjeHlWpslSeUrXw943VQvy1Wp2np6JPl1YpaZkbth3U6Y18Prdvt9ZuEvHPyzaJxYK6UeE1q4cUvSk00G/N33uuJNz2ULgVFGjeGPP85p2HDUZTbr5q3IjeG7YeyM5VWqzWDq1iGteP+mLBiurVguitao32xSHd6V3fTkn/8fcN2XnKLu2aNIupTaqUkECvjFQ9AQAAAIAimAw0HRAWXo3upCYk/8QSxYpp+cNmySXu/+bMkH4GgArgJZT2CWvQM7QOgcK3aHrJ5dr61cUSW0vn9zW7vyKnt9iGnbIOtD393PrtFM8gPtLPAAAAAAAAAAAA4CBQARoAABxOjlKt0Va9UKzBZBzSt9NLQ3sm301PSctMTc8e1KvDe+NfiIoIOXXuCrGFpAvGj+7fsXWjYjdduX47LT172tsjRwzoQsdh5hYc4ENHyMnNb9Kg1sTxLwzq3f6fg6dpu85g7NSm8bD+z4UG+R0+cZ4UnoGXzvb1Uf0OHI0lVY3CTSwS4OdYAAAAAMU9qA50Xs5d8/Kpeerce3WgkX4GgArzadO+RrNl1pmtBFysDjTSzwAAAAAAAAAAAOCwEDkCAACHE+jrrnCrejWTPBUy5sCft4ciNSNHJBSu335AKhFnZOUF+XvTdi8PBZ9n++QtdlNaZnZEtSAel+uhkPn7ejFzC/SzTSIVi3ceOBV7KUGpUpsttqSLgMdzl0tt9+KpuHL9VkS1wNBAP3q/EolIbzCSqiYtK79AY3B3JwAAAABQzIPrQP8mXz41b+TnCpGMtWUe0s8AUHGmndhgsJjerttJxhcSl/eIOtAcHmk/0knqQCP9DAAAAAAAAAAAAI4MFaABAMDh+Hi4yWUSUtWkZ+ZarUSvN964dTfQ1/PPLfv6dmszcmDXsGA/ZgT2/UODxW4K9PNOy8imA2aLJSMzlxmHxbaNvPPAyaiIkOHPd27dpB7Trjcas7Lz6B3FX70Z4FeYlq7KBxwzsvLV2qqX2wYAAACoGCXrQLcYm5+fbl35Yd6mb2zpZ586yhavIf0MABXhr26vnRgwVW82ESj0sDrQJzbo9i93hjrQSD8DAAAAAAAAAACAg0MFaID/s3cX8E1d/R/HTzxNUncDqrhr8QlzZ+76zI3t2cbc3Y0ZTJgbDLbBcHcvWqVC3S1pG/mfJNB/H9ggsBYqn/cry05urv5y781N8u0BQJtTUlHjUGi9TV6iXWm0Wj/6akb2vqKTRg4MDw3q2yP2i+/nGLx0SpXS2/g/nT8d9FRCbFRKRs6HX8wI9PfV6bVqVz9/br0Sus2av3JTcorBoG9o3B8UnjF3eW5+cWRY0NgR/ddv3S3aswA/U6XDLAAAAPAPDuoHuuf4WuGoXP2Zb3l+Q1i/muE3lxoMJknv5UX6GUCrCvXyeWnTnBc3/bniwof7B0YJ/HM/0GtnONvtuh9o0s8AAAAAAAAA2j4C0ACANicnv0yhbH8B6OAAv9uvu7Dp4cSzxx00wgO3X/63T5VXVgcG+J59alJ9Q+OOlEyjQX/NJWe4nxrUL1HeDprPjVecrVLu/zcchg3o6W7oddon7r9OtDdRYQGO+koBAACAf3ZwBvqkWiGqcjapk26p1Oq8vQwGedNqdaSfAbS2foFRb468JME3ROCADpmBJv0MAAAAAAAAoF0gAA0AaHP8TAYvL63n9ffoAAAQAElEQVToNAx6fWZW3ubkPaVl1SePGtSpfkqsqjHXN9gEAAAADut/MtAK0WdCfY/xjUJ4a7U6nV4n/1Or1aSfAbS2s7v2lfef7Fx2UkT3BL9QAZcOloFuSj/3uzElMMqf9DMAAAAAAACANosANACgzYmJDjJ5+4p2xc/H1NTB89HS6TRXXHiqhyM//cANogPZm1tcX2cJ43dzAACAI/n/DLRCoVarbTbnX5GpnTSknwEcN5/sXPbAqp+eGXreJL8JAgd0mAx0876fzcrGBqs9hPQzAAAAAAAAgLaKADQAoM2x1Ddq9Vathjepjk+v09galAIAAAAecGeg3fd2u13h4h5CKA3A8XFJ3JA4n5BTonoI/K8OkIFunn4OjNJqtNEbtqXGx8aQfgYAAAAAAADQNhE5AgC0Obsy8vOLygU6gcSY8CBfLwEAAADPKBQKpVLp7PZZo3F1/6wm/QzgePLXGRL8Qq5dOO2lTXME/pf7hOw6RWsNRoO3r2HCQ+bgBMvaGZYl0+tE25aX8j/pZ6PR6O/n1zU6YnvKXtLPAAAAAAAAANomAtAAgDaHn9Y6D7vdYbPbBQAAADzmDtgpXUg/Azj+jGrdrvL8rj6BAodopxloZ/r56f9JPxuNJr1eP7h/z10pWXXmegEAAAAAAAAAbQ8BaABAm9MvMbJLRJBAJ7A9JaekwiIAAAAAAO1EoN64/uLHJkT2WpaXKnCIdpeBdqefhebg9LNGq1WpVOOSBi5dvVkAAAAAAAAAQNtDABoAAJxIDodDAAAAAADalX4/Pn378q8F/k47ykAfPv0st6JrdJi835uTLwAAAAAAAACgjSEADQBoW+TvattT83LzSwU6gd4JUaEBRgEAAAAAaFe+PPnG1RdOFvgH7SIDfcT0s3u0cUkDlq3ZKgAAAAAAAACgjSEADQBoWxwOR6PVarPbBToBlUp54BdVAAAAAEC7cVp0r29T14769RWBf9DGM9Aepp8lg5e+d2LM+i27BQAAAAAAAAC0JQSgAQBtTo+YsLBgP4FOICUzv7TKIgAAAAAA7c2eisLBIV3L6msF/kGbzUC7089K/f70s8lk+qf0s9vg/t13p2XV1vH5HQAAAAAAAEAbQgAaANDmeOm1Oq1GoBOw1DdarXYFvUADAAAAQHvz1qhL3x19+fK8NIF/1gYz0E3p51H35LrTzwaD8TDpZ7dxIwYsWbVZAAAAAAAAAECboXr66acFAABtg8PhsNvtu9P2ZeeV+fmYtBp1XlFZbn6pHG406Cur6zJzCuvM9X4+xoZGa0pmXklZVXCAj5wwNSu/qKTSoNc6Jykszy0olT/YGbx05ZU1e3OLzJYGX29DfYM1NTOvtLw6yDVJyl7nJCaDXqNWyUXsKyxTKhUGva68qmZvTpHF0ignsdQ3pu7NlzMJ9Pd2TpKZV1T6P5Oo1Uovnba0ojort7i+vtHH2yCXldZskt3p+4rLqnxMBrVKmb2vRG6OWqn00mtLyquy9hU3Ntq8TV5yi9KyCiqq6wL9THKSXWm5crvk0lUqpRwnv6hcLk6v0xaXVco5NFqt3kav2rr69KyCypq6AF+TQy7FNYksi0qp3JvrnETWQa/TyLXNziuxWm1ykuoac0Z2YVWNWU5is9v3pO+Tk/j7muRWy+EFxRVeOvlbp6aguDwnv9Rms5mMXjW15vTswppai7+v0Wqz78lwThLgZ1IqFHJ4oXMSrVarlos76DWqrbPIlWm02lIynK+RLLj8+TQtu0BOIiss1809iXzBA/y8HVazt8nonJGsppI/zQIAAAeTlxlWq3XD1pR+veINBr0AALQZD63+5dG1v/b2j+zhHybwD9yRYvmBVzbkJ335wTdqiLlgtyJlpbA2OLr1P65/Ad687+eACJ2H6WfJ18eUkZUn19/f11sAaAMKisoKi4rjuobLQ1h+seY+yQgAAAAAAIDORC0AAGhL5Jf1XSMDd2XkZ2dlCLu1rMpSa7GWFasKDRpzva2itlGjElUluTa7o6ii3pmGqS2WUxVX1lttjtqKAp1GVVHTYG6wlxer8g0aS6O9vLpBp1FWFue4JxHC0VhTJCeRbTmkrqJAq1GVVdXXWx2Vpfl5enVdva2ytlGvVVYUZ8t5yjkrFaK+qlD+hFBQZrY7hLmyUKNWyjWR6yMnMR6YRKdWlBcdPEl+mdnhEJaqQrVKWV7TYGmwV5bmGfWa6rrGGoutRKssLdA2Wu0lVQ0qpbBU5MtJ8krNcvXck5RW1TdYHVWl+Qa9utrcWGN2TZKvbbDaS12TmMvz5cj5Zc5/hba+ulD+kFpa3dDQaK8uK/DSqeQi5IJKdaqSfE19o72sukGtUtSV58mfX+WKyUkaqovkjyMlVfWNVkdNeYFeq6qqa6y12EqLlMV5WvckGrWipmyf3IqCcudSGmuK5Y8pcoXlarsnkdsuK1Beoi7MVcsNlJupUSmqS/fJWhWWW+RrJAsut+vQ16iqXBvkZ/L1Nrqjz/xIAwAAAADty8Vxg4aEdD0/pr/AYbk/8MoPv/LeYHQOmfBQ3fxXxdoZzvb4awziuGiefvYP13qefnYblzTgx1mLYrpECAAAAAAAAABoAxQOh0MAANA2uLv3a2hoMLs0NjbabLamtyr5U9wR2wc52kncv/Z5ssSm0Tyf5N+s5DEsxcNJjm3z/82KNQ1RKpUajUb+1GowGHQ6nfwlmAw0AAA4iLyEkBeE8spwylezr5p4elCgnwAAtCWVDebPdi4fGR6XFBoncFgOF/m9R2NjQ11tXXVl3fxXvYpT9cMv1B+HDPSh6Wej0SQ/jHuYfnbbtG2P1WYfNrCnAHCibdmetjV5x2ljB/n5+RmNRr5YAwAAAAAAnRA9QAMA2halUim/r9fr9fLenX7mb3U6KvmrjNpF6/q1VQAAAAAA2pt1hZlPb5j9etLFBKCP6AT2A90i6WdpUL/uX/8yr1diN5PRSwAAAAAAAADACUUAGgDQhrh7BZa/Bbr7BnZHnwlAd1QKF/lau39tpZcaAAAAAGh3JkT3Sr/qxRAv7xJLTZDeJHBYJyQDvW+P9cdnq5T6htH35P2b9LPbuKQBS1dvPvvUkQIAAAAAAAAATigC0ACAtsWdiJXIPXcS7p9aST8DAAAAQDtlsTX2+eHpXv7hP552q8CRHOcMdF6K9cdn3H0/t0D6WYqOCNmVsjcjKy+2a4QAAAAAAAAAgBOHADQAoM0hEQsAAAAAQHvRxRRwVpe+VyYOE/DMcctA56VYf3janX7e1yLpZ7exSQO+mzGfADQAAAAAAACAE0spAAAAAAAAAAA4Vq8mTSwx17y6ea6AZxQuarVao9EajAZvX8OEh8zBCZa1MywrfjCLltBK6WdJr9MO6J2wZuMOAQAAAAAAAAAnDj1AAwAAAAAAAAD+lQdX/+Sj8Xpo4BkCnvmnfqBX/iDUGsWIi/TiX2i99LPbwL6J3/w6r1diNx9vowDQOTgcDgEAAAAAAHBcePgdJgFoAAAAAAAAAMC/8tc594V6+RSba4K9TAKe+acM9NKvne1jzkC3dvrZbVzSwGVrtp4zYaQA0KE5XJo3AAAAAAAAWo/7C0zFAYcfmQA0AAAAAAAAAOBfCfXyeWzdzHe3Ldx8yRPxviECnmnxDPTxST9LUeHBu1L2pu/dF9ctUgDooNyh52m7VtrtdgLQAAAAAADg+Ag3+J7ZtY/8PlOpVB7+K00C0AAAAAAAAACAf2twUNf3x1xJ+vlotWAG+riln93Gjuj/za/zCUADHZjD4bDZbE+sm3XHgHHuhwIAAAAAAKA1ma2NX6euPzksQavVajQaceAb1L9FABoAAAAAAAAA8G9dFDtQ3r+5df7E2MFdvQMEPPa3GeilHxxdBvo4p58lnU47sG/Cmo07RgzuLQB0OO4un61Wq6/W656BJwkAAAAAAIDWV2KuWbp3j9lsll9pqlwOM7JSAAAAAAAAAADwr726ee5T62dtLM4SOEoKF7VardFoDUaDt69h/N11kQMsS7+uW/Or5YiTu9PPKq+G45Z+dhvYJzEjO6+yqkYA6IjcPUDT8TMAACdS3u8O25E/EQAAAHQk8ruI+vp6q9Vqt9sPPyYBaAAAAAAAAABAC7i2+8h1Ex91dwWNo3VQBtrH13v83XXRQ+qWfl23fvbhEg8F6bb96ef78o5n+tltXNKAZWu2CgAdFOlnAABOrIa0qTmrvhJ2MtAAAKATsdvtjY2N8v6I30sQgAYAAAAAAAAAtIAwg49Opb5s/icfbF8scPSaZ6D1XnpnBvqu+ughdYs+/8cMdEG67bun9qef/UKPd/pZigwL9tLr0jL3CQAdjsNFAACAE8dgshpqfs1d96vDbj3iyBOfePiU+++84NH/ytuVzz5eWF4mjsbsVctH3XHz9Hl/irbql6WLnv3yM8/H/3bB3Fe//UoAAID2Rn4d0ZR+PvxXEwSgAQAAAAAAAAAtQ6NUZ1QWRxj8BI5JUwZaq9XpvfQmk+kwGej96WddvbPv5zCdO/2s1+uPW/rZbVzSgKWrNwsAAAAArcDHt9GnZnr1jumN9UfuB/r1O+6Z+eJr8ja2/6A3fvhGHI05a1a9evvd15x2lmirJo47+cnrbhYAAKCj8/yLTbUAAAAAAAAAAKAlRJv811/8WF5t5cqCtFFh8QJHz/39vkql0mp1wtW/yfi7apa8LxZ97mwPPVfvHu2g9LPRyZl+Vms0xzP9LGk06iEDeqzesD1pSB8BAAAAoEUFBtrrvCzz/vh1jMZijbtJrdEecRK73Z5fWuKl1eWWFF33wjP+3t6nD0uKCAz86LcZNZa6cf0HPXHdjZaGhkc+/mDH3gw52vM33ybHX7Jl4+6crA/vf7hHl65/O9uqutpbX3spr7Q4JjzysWtviAgMaj6HgQndT3/wnpMGDs4uLJAfSYL9/Cz19SYvw6PX3PDAB+9Y7TZfo3F31t5XbrtbfoJoWqvBid1f+vrLytqaUX37P3ndTZtSd1//4rNRwaEx4eGv33nvrqzM5g/nrFklF/fAZVcdtFw5f7vD7ms0yUXff+kVfWPjD1rtRz56P6eoyGa3/efcC3vHxt77zht/vvq2fOrq55586sZbqmtrm6/Dj4sXzFi+pNZs+eShR8MDAgUAAGjDCEADAAAAAAAAAFpMZYO5349Pd/UO3Hjx4wLH5P8z0Dqde8j4u2qWTnE0ZaCd6ecnK1X6hhOefnbr3yv++5kLeiZ28/MxCQAAAAAtSqPRnHd+VW7WLHuDX2CfiUL5jxno0x+8R94H+vieMTzpuZturait2Vdc/Mcrb8mPCMP+c/3vr74dGRj08McffD1vTlF5eZCv38I3P0jPy732hWdWvP/JrJXLbzr7vH9KP0szli2OCgn95olnd2XvXZW89dA5VNfVXXXamdHBISNuu/Gzhx7rExsn1+eeiy+T047tN2DiuJO3pqU8/9W0Z276j3uttGp10h03LXzrA6Pea9IHMulFOAAAEABJREFUb/+0ZGFWQf45I0c/cd1NK5K3VtbWLtq4oflD92p8OOPng5YrB/bqFnvLOed/v2j+jOVLDgpAp+XmTBx/8imDhm5JS3nww3cXvPm+SqnKLSky6b3kPOPCIw9aBzmJWqma/fIbAgAAtHkEoAEAAAAAAAAALcZX6zX9lJvGhCcI/At/k4G+o2aZytkPdGWRPXmRRW2oH3V3QVtIP7uNTRqwbPWW804fLQAAAAC0qAbvk80l6Sbv1Kq8r/ZW1HQbdbVQef3tmH+9/u7AhO5NDytqa2IjIvRabWZ+XkxEZHRwiBx48uAh89atqW9ouGrCGfLjQ3xktEGvLygvO2hWj37ywYrkrfIjxuK3p7iH7MraO37AQKVS2btbrLzd8eYrh84hzD9A3psMhqgQ57I0anWN2Swb3cLD3fcpOdmy4V6rgrLSWrP5wxk/yyEqpaq6ru7mc85/YurHlz/9WHRIqFzEQQ/dqyG35dDlxkdGyXtfk0lu10Eb4u/t8+4vP85du6aorNRms8khV512xk+LFxr1XpedfGpRRflB62Dy8urRtZsAAADtAQFoAAAAAAAAAEBLOrNLn1c2z52TvX3J+Q8KHKvmGWh3e+ytNQql2PiHMAY1jL6nyDdU20bSz1JEaJDRoE/NyE2IjRIAAAAAWo7aFK3r+kj9xlu6dE2pKP8hbZk2fvxVQuFR4EepVMr7yODgkoqKRqtVpVQu3rShS2iYTqPZmbV3VN/+Gfn78kqKQvz8D5rwxf/cedCQPjFxKbk5ZwuRW1L06ayZfWLjDp3DP30k2Z2VNTix54IN63t07dq0VsF+fn4m77svvsxLq1uzc7ucdM7aVdedcfbQHr2e/2ra1D9+i4+Mav7QnYE+quVK7//609j+A24867x5G9a+NP0LOeSC0ePOfvh+b4Phu6ee16rVB63D3vx85Yn7YAUAAI4KAWgAAAAAAAAAQAvLrCoZEBRd3Wjx1ugFjlVTBlpote6H426tNfrXxI2pMwbqJYPB2BbSz27jkgZ+8cOfBKABAACAlqW0Fqssu7RdLjbnfVRfXxVk/aFmt1Ibe4lW5+mnLa1a8/qd99719mubUvbEhIc/dMU1Pkbjs19Mveq5J7alpz169Q1q+aHjSK449bQXp39x/UvP6rXauy68JLFLF8/n8NPihdPnzak11/347Ms2u809UKVUvXPvpPvefdNcXx/s5//wVdcadPoPZvz8+vdf2+2Ol2+7s85iaf5wS2qKnOrmc84/qjUfP3CQXO1ZK5b7eXvX1VvkELn+gxJ7WG1WL63z39s5aB325ucLAADQTigcDocAAAAAAABoe+S3FjabzWw2T/lq9lUTTw8K9BMAgHbl14zNF8UOFPh3HC7yPbGxwam+od5htytVKp2k1bWR9LPbtl3pNTV1I4f2FQBa05btaVuTd5w2dpCfn5/RaFSr1S1+EpCnHavVKi/Fh856bd3VjwgAAHAiqDed62WsEUovh8L5J5EOa61SYbVYxMKFphGnnyTi7/A8A30CPfDBO+eOGjN+wCDRZjz00XuXnnTqkO49BQAAaGNKzDVXzvz0m6GX+/v7m0wmjUbj/rcj/pZSAAAAAAAAAADQ0m5b+vV1i6Yt3rdH4N9RuKhUKo1Wq9frjZLJJO90urbS93OTfj3jcvKKyiurBQAAAIB/zaYwNdiMDY3KxgarvFntOvlQqTGeepqjMneVI3eWwNE76b7ba+rqSD8DANABqAUAAAAAAAAAAC3tioRhZ3Tpc1Jkd4F/zR1xVqlUSqVSZVe7h8i2Oxst2pKxIwYsXb3lgjPGCAAAAAD/jmPgd/X/8FRwH9FevHHnvaItWfz2FAEAADoEeoAGAAAAAAAAALS8cRGJw0Jirl/0+aJ9uwX+NXfiWVK7uDt+bmvpZyk8NNDbaEhJzxEAAAAAAAAA0GoIQAMAAAAAAAAAWsWKgtQ/spL31VYItBDF/xJt0viRA5eu3iIAAAAAAAAAoNWoBQAAAAAAAAAAreDSuCGnRPYM1BtLLbXyXqBzUKmUI4b0XrFu2+hh/QQAAAAAAAAAtAJ6gAYAAAAAAAAAtJZSS0337x5/aPXPAp1J3x6xeQUlZRVVAgAAAAAAAABaAQFoAAAAAAAAAEBrSfQLPatLv0kDJgh0MuOSBixdvUUAAAAAAAAAQCsgAA0AAAAAAAAAaEVvjbo0s7Lk7W0LBDqT0OAAPx/vPWnZAgAAAAAAAABaGgFoAAAAAAAAAEDremD1j3Ozdwh0MmOT+i9dvVkAAAAAAAAAQEtTCwAAAAAAAAAAWtOKCx4J9jIVm2vkvUCnoVIqRw7tu3zt1jHD+wsAAAAAAAAAaDn0AA0AAAAAAAAAaF3BXqa7l38X+83kvNpKgc6kT4/YgqKy0nJedwAAAAAAAAAtiQA0AAAAAAAAAKDVDQ+L/Xj8NRFGX4FOZlzSgKWrtwgAAAAAAAAAaDkEoAEAAAAAAAAAre7qhOFjwxIeXvNrsblGoDMJCfIP8PPZlZolAAAAAAAAAKCFEIAGAAAAAAAAABwPn+5a/uH2xZtLsgU6mbFJA5bRCTQAAAAAAACAlkMAGgAAAAAAAABwPNzcc8zWS588LbqXQCejVChGD++3bA0ZaAAAAAAAAAAtgwA0AAAAAAAAAOB4iDb519usF8z94Ms9qwU6md7dYwqLy4tLKwQAAAAAAAAA/GsEoAEAAAAAAAAAx4laodxXUxHm5SPQ+YxLGrBsNZ1AAwAAAAAAAGgBBKABAAAAAAAAAMdJgl/o+osfO71L76V5KQKdTEiQf3Cg386UvQIAAAAAAAAA/h21AAAAAAAAAADgOBr403P5tZVpV71g0ugEOpOxSQM++mpmr8RuAgAAAAAAADgsh8Mh0CEoFArRCghAAwAAAAAAAACOq/v6nToouEu9zZpbU97DP0ygMxk7YsDS1VvGJQ0QAAAAAAAAwD9wNLHbHQ7C0O2PQuGKPSsUSqVStE4GmgA0AAAAAAAAAOC4uq57krxP+vVlu8O+duKjxeaaYC+TQOfQK7HbL78vKSopDwnyFwAAAAAAAMAh3MnnxpS0mlvuFq70cyt1IYzW48ysKxT6Zx/TjhqhUquUSmWLv4iqp59+WgAAAAAAALRJ8ssRq9W6YWtKv17xBoNeAAA6kHCD78Vxgwvqqgb+9NyV8cN2lOf9mLZhZFjcH1nJKwvSBgZ1+WLPqpya8u5+oa9t+UulUJo0uje3zY8w+JVaaj7euax/YPTmkuwf0tbLSWbv3ba2KEMO+Xz3SjnDBN+QVzbP1avVerXmrW0LupgCCs1Vn+xcNji469rCjBmZm0eExs7I2LypJLtfYNSnO5eVmGvifUNe3PSnUaNVKVTvJC/s6h2YW1v+2a7lQ0O6rSxIn7136/DQmJ8yNm4r3dc3IHLKjiVVDZZYnyA5iY/Wy+5wvLd9UZxPSEZ1ybTdK8aEJyzM3f1XznY57Xdp63dXFPT2j3gveZHF1hhm8Hl1y18BeqNsf7B9cXe/sD2VBZ/vXiUn+St7x+J9u+Uafp2yJr2yuKd/+Ftb51sd9kC96fWt84L13tWNFrncXv4R28v2Td+zZnR4gizUivzUgcHOQmXXlMm5vb5lnvwRQa7Sm1vny/KW1dd+tHOp3EZXoZy1nbV365rCzAFB0dN2rcivq0zwC3150xydSq1Xad/etiDK6F9YV/XJrmWy+GuLMn/N2JQUFvdrxuaNxVlyJp/8b6GUCuW7rkLl1JR9tmuF3NgV+Wmzs7Z5Uiizl+PF5bMm9h32t4UyWxvCjL6yUP46g8VmlYVK9AtNaVaoRQcKlXbYQu04UKg/s5KXuwr15Z7VnhdqdWGGu1B5dZWJrkJpj6lQLbVHzc1OHhoSIwu1qzy/d8DRFCp1rbtQcs0b7bYgL5PcfFmomkbLh0dTqDAvn/L6OlkoucKbS7O/T1s/Kize80KtK8r8xVWoGQcKdVSH3tbSXHehKhvMsT7BchJvrd7uELJQ8mHmkQrVzVVbWah6m81dqNTKQnm6kJPMy9m5cN8uDwv11Z41Y1yFWpafOshVqKzqsh7+zkLJc5onhZILzat1Fkqeo7QqlZda+5arUEWuc9QRC2VQa9VKZ6FMVk1Kcd7yxpxhoTHryrJ/y9yaFB4n994tJTlykveTF1c0mON8g59d/7uPzkv+2vjW1gXxfiEZVSWf7Fg2LjJxQe6uP/Ymy9p+m7JuR1len8DId7YurLM2xPgEyUnkOarBbntn28JE35Bdpflfpa27Z9BJC7J3L85JGRQS/d2eDekVxT0Cwt7fskQWKtDL+PbGRYEGY21j/SfbVvQIDJWTfLN7/aiIuLl7d6zYlz4gJPrrXeuyq8sS/UPf3rRIFspbp3930+JQo3dFvfnT5BV9gsK3lez7MWVjUnjsn5nb1xRk9g+O+mrnGlmoBL+QNzYucBZKo3lv85JIb78ic/XU5FX9Q6I2FGbNSNs6PDxmVvrWjUU5fYMip21fWWyujfMLfnX9PIPGWagPtiyJ9gnYV1v5+fZVg0K7rMnP/CMjeWhYt1/Ttsgl9gmM+DR5pdyjYnyD5CRyrRxCfLhlaYxf0N7qsi93rB4VGbckN+WvvTuHhHb9KWXT7rKCXoHhH21dJgvV1SdQTuKnN8hCySHx/iGyJnKd5SSyUIuy98jFeV6ov7J2rtiXJgv1ze512VXOQr3jKpR87WTjiIXaV1OR4O8slEapNLgKFeHtW+wqVL+QyI0eFyqvtspdqLX5e393FUpOeAyF2nWgULXOQ89ZKN+jKZQ89N7auFAWStb5423LZaFk5eUu5HmhersK9cOeDUkRzkKtzs84qkLNzti2sTBbFurzHauKzTXOQm2YJw89jVL1/tEUyqTVCYWzUN18A7P+RaEWHijU93s2pLkK9cHRFCqrqrS7q1AO4fB1FSrE6F3pcaHkyfndzYtloeRZaGrySlmoTUXZM9K2eF6ogaHRslBy5GGuQm0tzu0T5CxURX1d7NEUSm5jbeP/F6rxKAsV4GUyuwrVPSB0d3nB9F1r3YVavi91oAeFSv7nQr25cYHa40LJM1i8q1Beas2BQvl7XiiFQuEuVHZ1+ReuQi3NTXUX6ufUzTs9LtTC7D2DXYVKrSju6SpUg80WZDiKQsmNtQuHn35/oaoazJ9uO4pChZt8SyzOQvUNdhbq19TNI1yFkif2fkdTqJlpW7e4CvVZ8sryoy9UTWO9u1A+ei+rq1Bx/sHHUKg95YXuQs3L2rXMVahvd6/f+y8KpTrKQr22Yb4slHyvfH+zs1DyCn+aq1DrCvbOTj/qQs3N3DEkzFmoHaX5vY+mUD+kbEwtdxZKzlNebgUbvA8UqtGTQtkcdvmuKgsVbDTJq2JZqF5BYdtL8mT9Rx5NoTYX5fziKpQ8P693FUpuWqHHhdpcnNvXVaiyQwrV9WgKJTdniqtQGZUlX+5wFmpRzp4Fnhdq51o5iSzU0tyUgddXpOcAABAASURBVCFdZKEyK0u6B4R5XihZaneh3tq00PU5en+h5Ofoz46mUFHefvLDtSzUgNCo9QVZs46yUMtyU+e4CvXLvyuU/KQT4iqUv5fRXajEgNAUjwtV3eC89JKFkuvwnatQc/buWJ3naaF+PlCodQVZ/YKdhZI1kdfVslB6lVqnVh9toZRKxQeuQuUcZaFi/YIzq/6/UPOzd7sLlVJe5Emh5h8o1HcHCvWeq1D+euPbR1MopULhrdHJQoWZfMostXLr+gRHbCnK9bBQhXXVBxXqt/T9hZq6fZWcoYeF2n6gUHK1Y3xdhdIdRaHkdeObrkLJb2Y+3uosVGpF4VdHU6iegc5Cyb1uZEScLNQq16ceWajcmnJ5jdq8UIc/9ORpzVWoYHnp5foKS/2e6xwlv8KS16jyHLW+YK+7ULNchZInc3kxX2bZv0cZtVqV62K+i2/Avhrnp57BYV1W52fKs8HQsK7yU09ySZ4s1CfJK+QZo6lQ8guHKVuXykLJk7D70kt+0JufvUsW6seUTfIsJAslKymL0yKFqqi3bCvJ7eIdII90+dKEG33FUXL+QpRX0PDlN0G33mYaOdI4ZAi39nYbWjt/nmP0KGXXaGf6WanwJAAtP+b8snvTxMg+Xl5eWrmrq1SHmUopAAAAAAAAAAA47s7u2ndYSExGdUn/wKhuPkE/pG14L9mZZPozK3narpWy8eXu1b/v3Sobr2+Zt6Ywo7LB/NKmOelVxWlVxbIhH8qBb2ydL0eQo321Z41syAnnZG+Xjec3/rGhKEv+fibHzKou21NRKBu1jQ0r8tPeSV4oR5iZufnb1LWy8cnO5X/l7pQNOcLm4pwic5VsyF+tdpTlyYbF2rgkb8/7250r9nP6xh/S1snGhzuWLty3S/6mKEdILs0tMFfIhryXbecktkb57JQdS+WYcvxf0jfKhpzD0rwUi2uSneX5cv6yUWyplkuUDTmCXAe5JrLxTeo6uW6y8fa2hXJt5Q+fcgS5/nurS2WjzFKzvmjvK1vm7i/U7v2Fmn2gUKsLMirqnYVKqyyWN9mQD+VAd0BTjvblntWyMXXXyj+zk2Xj5c1z5QzlD3JyTLkId6HkQuWi5Qq4CyVXqalQ8qeyA4Wq3l+o8vz9hcpPcb+CslDfp+4v1IIDhdpWmptf5yyUvM+xVc6q3b1xZ6p89kNXoeT4P7sKJecg5+Mu1I4DhZLLchdKLt3DQpW6CiW3zlmo7OSp7j1qz9EUarezULLCss6yIWsuZ1jmcaEcwlmoTcXZ7j0qp6bMvUeZXXuUh4Vy71HyV5+FBwol96ifD+xRnhYqZc2MzE2uQi1Ynp/qLtTuigLPC+U+9ORxl1554NA7UKjfPStUdaNFFuqtbQvchfo6Zf+hNzdnhyeF+uVAoeRhtSB3lzzE3IVyH3qeFMq9CdvL8nJry2RD/py8uThbNuQPtH/l7Ph45zJPCrWhOOvlzc6jVZ5kpu5aIRtfOQu1RTbe2CoLlX74Qn2xe5X7HPVH1jZnoTbPXVeY6T5HZVaXeFyoLHnecG5CfVW+veb9tFUWe+PSvFT3Tvhj6oZv9jgneX/b4nnZO2Whnt/w55aSHFki2cirrdhakiMbtdb6+Tm73t3mrO23Keu+T13v3OqtCxfm7pbrLEdILt0nXwjZKDRXby3bV9FgloVakLVrarJz9/h+9/rf0p27x/ubl6zcl17X2PjahvkpZYXZ1eWyUWqp3ViU8/oG55l53t5d8gd1Z213rfsjw7l7vLNp0dr8TPnruxwzraJY/gQuG/LQW1ew962Nzk34M2P79J3OTfhyx5q5mTuctd2wYEOBPJnXyTHlL/Sp5UWyIV8d+bv+u5uXOI/WjGT5o7tsfL59tfwZXjbkCJuLsovNNbKRW122u6xANiy2huW5aR9ude4eM1O3/LTHuXt8um3Fwuw99TarHGFb8b7C2irZyK+p2F6SJxuyUItzUj7e5jyOfk7Z9Guq84QzZeuypbmpslByhJ2l+Xk1FbJRVFe9tThXNqx2+8Ls3VO3O1/rH3Zv8LxQX+wv1Prf9xdq8RrPC7XX+Rb25oaFGwqzyy3OFdtbWZZWXuwsVEODh4XKOVAos7Vh+b60D7Y4CzUjbcuPnhdqq7NQv6Rudhfqo23LZaHcm+B5oVY4C9UgR9gjC1XlLFSJuXZjYc5r6z0qVOaBQq13Fsq5h8/J3DF9p/Ps8dXOtZ4WKn3bt7vchVo1z12o9fM3FeUUm2s9LFSD3VWokgOFqq3c4SqU3G+X5KQeVaEa7TZZqM9ch94PezbMTHMVaounhZIb8nu6s1DvbnYWqvooC7W+IKu83nnoZVbuP/SqG+pX52XIsh9VoVYcKNTMA4X6LHnFIo8L9UuK88z80dZlS3JS5ElSjrCjNM9dqMK6Ko8LVZDjOvRKLDWbmhdqu4eFynrTdejJQn3lOvTk/RzXOUoO97BQcllyifsLVZgj18RVqPI9nheqzlkoue2yAs6lNFpkTWRlnIVK2eRhoeQM5Wydbxl7NsoFyYZcqFy0XAFPCiU3x33oyQ2UmynHlJssN1w2ZBE8LlSJLK+rUJY1zkPPWSj5EnheKPniugq1Vb7crkKtlDuA3Do5gtxSjwvlfK93FqokT+5+zkLVVsk6y4asuYeFkju83O33Fypr1+eu05rnhZKHm7tQ8gB0F0oekvLAlHvdURVKHv4lrkNPnhDkaUE25J4v938PCyVPPrIhT0TydPSR611PnqB+cZ2j5JHoeaFmHCjU8gOF2u0sVJlHhcrPlKdi56FXXixPzs5CWczydC3PRZ4XqspVKPehJ98mvnEXasfRFGq3s1Dy7UkWSr5VuQslz8lHVSj55pjvPvRkoYqdhZJvoPLdQb5HeFIo+db8muvyYL6zUM5DT759z85wn6OWeFyotfJSwVWohesOFCrjaAolL1SchaouT9lfqEZ5MfO+641Svmt7XqgprkNPFupn16EnL6vkNYO8cvC8UPLiTV7CyQs5d6Fy9xeqxsNCyUNPXkDKhryYlJeU8sLSWajMHfIKyuNCOd8o/3AWap3r0mt/oeRVnLyW87BQ8kJaXk7LEbYU5RS6CrWvptxdKHlV6Wmh6iqTXYeevMhfdKBQ8ppWXtl6WKhprkPvu90bZrkOPVmoVXkZ7v3Ww0K9vXHRuvy9la43yoyKknTXG6Us1FrPC1XuLJT8ZmZlXvp77kKlbfvedY0qP2t4WKgZqVt+TnG+UX6ybcXinD11ruNoe8m+Avc56kiFWpabKj9HyxF2lebnuk7mcu/dLM9RG+bLz1weF0peemW/sdFZqL8yd36501mor3euO7RQ8hzlLlS1q1Duk7kslPtkLo9Zd6FeXveXfNdzX6PKtxj3Nao8Rcid2X15IHdv9+WB3OHldgnXxfyWolz3xfy+6gr3pVe9tVHuCVMOfOpxF+pTV6FkQdyFkiVyF2r7gULJZ92FkuO7CzXFtUfVuwol5yzn796j5BLde9SC7N3uQ+/7PRvdh957m5fKta1t3H+Oyqoqc79wcmMv+O0jV/GXTVrys2yc/9uUW+Z/LRvXzf1SHrlyBV5dP29nWYHcl+RNHMJht9usNtkwnXGG9/nnc2uPN6FU1lvqGxvkZYjN3au3aFH0AA0AAAAAANoueoAGgA6vt3/EjT1Hy0aowbu7X9ig4C6ynegXOjCoi1CIAUFduvuFyiGjwuKjjP56tWZMeIK/zhCgN44NT9Sp1HLgyLA4IRTd/UP7B0YrFEJOmOAbolIoR4fHRxj9vFyT+Om8AvWmsREJGqWqiylgRGisnGcP//B+gVEKIQYHdY33DZFDxkTEhxv8jBrt6PAEX51XsJf3GNckXb0Dh4fGyPXp5R/RNyBSTjI0OCbRtWJyzFAvX2+tbnRYokmrDzX4nBTZQ65PrE/Q0JBuDqHoExgpt1GOKefQzSdQrVTK9ZFz9tV6yYZcVrjBVzaEQ8T7Bg8O7irf/eRa9fQPl40RYbFy0VqVSo4QpDf56QxjwhPlFkUa/ORynYXyDRkY7C5UtKyeHDIyPC7aFCArIyeRVXIWKiJBr1bLga5CCTmaHFlugrNQ+zchPtLof6BQhiAvk2zIhcpCJYXFyR8levqHyVUSrkIl+DUVyteo0TkLpdWHuAqlVii7+QTtL1TAwYUac6BQchO8XYWq2Fo4uG/3OF9noYSiWaFCZKGCXIWKP6hQYyMSmxeq72ELZZCFMh4olJ+rUEL097xQ/qGyULIhJ3RuguPoCnVgj0pw71FjDuxR7p2wW9MeddhCufeok/fvUYFDQ2Kce1RARO+AoymUQtEvwF0oIfd8WSi5AsdSqLB4d6HktPJIjDL5y6PS4Vmh5NHaVChxoFDOQy/Yo0I5DhRKjin3loMPvfAE7yMVqod/mLu2IV4+Plq9bJg0ujCD77iIRIVQeFgouUURRv8xrkLJY8d9spKnHffM5W5zpEK5Dj3XOSqx6dAz7S+UPK05z1FHLFT4/kLFqwJrSqsGdOsiN8Gg18f6BCeFx8k9qndghHMnVIhhoTHyFZQ/4Y+LTJRbKrdXNry1XvJMOyG6l1yNOJ9g504oRN/ASHn0yaXI40huvnsSWU9nocLidEI5Kzv53kEny/rE+gUPCol2Ha0RPQLCnEsJ7xbt4y8LNTIyLkhvlK/dqMg4uUeFm/xGRciDwhHvFzIgxLl79AuOTPR3bvWI8Jgobz9ZKDmmrJLc8NGRcbJQkd5+SeGxcp4J/iH9g6PkGvYPiXKecBRiZERspMlXr9LISfz08mRulA2tUhXt7T88XG6Co3tAWN8guXs4BoZ0ifMLdr5lRMaHG30Nau3IyHgf5x5lGhURr1HJk3nA0LBuco/qERgmt0Juy+DQLu7TmpxnqNFHFkpO6+06rZ0U3V2uhjxvDwmVJxzRKzBc3pxHa1jX7q5tkZMEG7xloWRDTiiLNiYqXg6P9Q0aFNpFLsXDQskR4v2CnYVSiH5BzQvl70mhZG1lWw5JCo+J9HYXKvZAoWI9LJRsyLUK8pKTxDvf9XychZIH1FEUytdZKMeBQskxhxwo1EiPCzU8vFsXnwC5AnJMeeqQpzW51QZ5WjP5el6oUe5CmXyTIpzv9Qn+wbJQ7p3Qo0IpRPeAUGeh5NEaEu0slEKMjogLN/p4WKh4d6Ei9hdqZESct25/ocRRFmpsVEJToWSjT5CzUHInHOZxofoGR7pnPvzoC+U69Pzch56/3nnpJRtyDkdZqDiNUt3Fx3+Yu1ABoXIrZGNQaHSCh4UKinAeegqFLFTi/kMvPsTg7e0sVLyHhZKnArkyslBycc0LJVd7oKeF8jtQqBB3oeS9s1BCJHlcKPmixLsKJUc4cOjF+TjfKD0qVJhRXno5J5En8xAv08nOQ0/hLpTc9/afozwoVIx815OHnrNQkT0DnG9hw8JiPCxUP1ehFM6jNUZuoFbpLFSgl9Gv6Rx19IWSb5QjXIVKDAjt51mh5KH6b1mxAAAQAElEQVTnKpSQL7SrUGJQ06EX6XmhuiQeOPTkjud9yKHnSaHkVstlhZl8nIUSB+9RRyyUfKM8UCjHgUI5jqlQsREmXy9XoZyHnt7kfKOUVxTeHhZK7yxUl+5yeDefALkLOS9rA8J6y3OUQnhYKOE6mfd0H3phzkNPXqOOchZKnqP0Ry5UmPONUhZqZGSsu1Byo2QRIrz9Rh5tobz9nIWSl7UBIc5CCVmoKA8L1T1QvlE2FSq46V1PrvxIjwslJwkx+Hg73yjjTFpZKO9xUQlyG2N8gzwplEFeoxp95LSuQgXJt2zn1VpQRHfXTuhpoRQHDj3nu15slLyYPcpCyUPPWaiIWF+9u1CxWpU8Rx1doRTCdR0V5ryO6hkY3vvAu577StjDQjmv/+XJ3Nv5Odp5HeX81OPcCY2eFcp56Dkv5p1Hq9yiCJOzUE3XUZ4Vyn9/ofxD5TnQeVpzFsp9Zj6wR3lcqNGR8XK1ja43SvmOL69RT+nSw8NCjYyIP1CoRHGgUPI6qnfQMRZK4XzX6xbtHaB1XVF4WKgRETH/XyhdU6E0nhbK+anHfTF/oFDON0pXoRQKDwvlaF6oUPmuF/L/73oeFEpeHsj3Efn1hZwk2GDycR568c5zlMFHNjws1ChnoeTHQ195ASNnntB0jer+1HNwobyancwPPvRchQpWyRcuIjbc5OM+rfno9O5CaZRK+T7i2qMcifsvD+TFfLS87Gk6mbs+9cT5aF2feiLj1M5r1ED5mcX5qScg3H2OGhza9cDFvCyU+9JLFkof4i6UcL5Rut71FL2Cwl2FUsg5dHEVyrlHuQo1yn0yN+zfo2L3F8rRZ/+h55Dr6XrXUznPUXp5jvIa49wEVTffILnVNY31cjcYH524Jj9Tlksu7j/zv5nQradcmZvnfX1BfP/0iuLxP751Zc9hC7P3fL9nw0nRiXurSuUurRbKxvxC24xZftdco/TyEmiHyj77zDZqpLJbF7VWrVKrFYojdwJ9VD1AK1o8Ug0AAAAAANAi5LcWNpvNbDZP+Wr2VRNPDwr0EwAAoKPYnZZVUFQ2fuRAAeAobdmetjV5x2ljB/n5+RmNRrXrF0TRotx/iCgvxYfOem3d1Y8IAAAAAABaVEV93e8Z28/o1mttQebU5FW/nnfrA0t/WZefufzyBy/9/VOtQjXt1Kuf/vj1SR/83O2veaqAAIF2KC1phOWhB/QTTjL6mLT6I6SZ3UrMNVfO/PSboZf7+/ubTCaNRqNUKv9pZLUAAAAAAAAAAAA4vnrEd92VklVYXB4a7C8AAAAAAADQmfjpDFf3HCYbZ8f0lTfZeGH0eTnV5cL1z0f4aZ3/KGihuUqgnXM4HC38R9vNKAUAAAAAAAAAAMBxN3ZE/6WrNwsAAAAAAAB0enqVJsEvRDbuH3TKdb2SZOOppHME8M8IQAMAAAAAAAAAgBMgMMA3PDRw++4MAQAAAAAAAPwvP52XAP4ZAWgAAAAAAAAAAHBijBnef9X6ZJvdLgAAAAAAAADAYwSgAQAAAAAAAADACTMuaeCy1VsFAAAAAAAAAHiMADQAAAAAAAAAADhhusd3qayqLigqEwAAAAAAAADgGQLQAAAAAAAAAADgRBo7YsDS1ZsFAAAAAAAAAHiGADQAAAAAAAAAADiRAvx9IsODk3elCwAAAAAAAADwAAFoAAAAAAAAAABwgo0e1m/Nxh1Wm00AAAAAAAAAHls5dep755z91c03f3XLLVOvuXr5Jx//7Wi7Fy6cctGFm3/99fBzK05PT1+1Unhgy8yZSz+acujw2c88k7F69WEmnPXUk3vXrWs+pKqw8M8XXhDHaue8eQvfeUd0PmoBAAAAAAAAAABwoo1LGrh01ZZTxgwWAAAAAAAAgMcGXXjRqJtukg2Hw/H+uef0O+dc34iIg8bZvWTxmZMf7TZ06OFnlbF6tVKtihs5ShxHPqGhlYUFcuUVCoWAxwhAAwAAAAAAAACAEy8xLnpn6t78wtLw0EABAAAAAAAAHKXqoqL62lq1Tuew2+e/9WbBrt1y4IRJk6oKC9NXrixOSzv/2ed2L1q4d/2G+tqauKSRJ99zT/6OHXNeeVkoFMGxceNvv339jz8oFIqwHj3rysrWfPN1Q21tzPARcrTtc/7cPnduo9l88t33RA8Y0LREh8Ox/JOPm89QDtw8c8ai99/z8vE554knfSMits2eveW33xrrLcOvvLLPmWe5J9z4449LPpoSEB2dMGbM6JtvCYmLL9y9O6xnz8+uurLbkKF2u622tPTMhx9RajRzX3m5MCVFo9ef9uCDEb37fHblFYExMXIlR11/w6+PTlZpND6hoYFdu8l5HrSg2c8802iuk9t+9Ucfy5rIEfYlb/vxgQf8wsP9u3Q5+9HHSjIymrb9jIceqsjLW/D2W7VlZb7hEWdNnixr+N09d0cPHGiurAyIihp3+x01JSV/vfpqTWmJMSDwrMceM/j5iROKADQAAAAAAAAAAGgTxiUNmLdk3WXnnyIAAAAAAAAAz2ya8Wv66tXWxgZbff0pd99jDAzc8MP3Xt7e1372WcW+fd/edecdM2buXDB/6KWXyadMgUFyeKPZ/O7ZZ42+6abVX08fdsUVfc48K/nPP8pzc+U4SrUqvGfP988/74bPv/AJDZ3z8ktbZsxQ63VKleq6qdMOWnRdeflBM5QDg2JiJr7yqpzhgrffHnPLLVtnz3aOYLF8ccP1UX37uSfcMX/+aQ8+2OeMM7f9/rvdau0+fnz6qlVhPXs21NX1O+eckISE2U8/nbs9OW/7doN/wM3ffleWnf3Dfffe/suvlpqa4VdcGdGnz9e33XrKvffGjRw17/XX5AyLUlMPXVB4z14XvfxK09rKRfQ89VRZoqyNGyzV1c23PX/XriVTpoy87tr40WO2z/nzr9dfO23SA9b6+tP/+5BCofj+3nvk/Jd/+umQyy7rOniwHH/Ru++e8+ST4oRSCgAAAAAAAAAAgDbA39c7OjJ02840AQAAAAAAAHhm0IUXXfvZZxc8/7zd7ogfPVoOKUxNK87IWPrRlK2zZ/lFRjaaze4xdUZjwZ49s595ZsZjjzkcDrvVWpyeHj/KOUnfs87uMmiQe7TqwsKA6C6+4eEKpVI+m7drlxwYEhd/6KIPnaEcGD9qlLyPSxpZlp1VlJZqrbfINVn1xeeBXbtWFxe7Jzz9wQe3z537xY03VBbkWxsaIvv127txg/upwG7d5L3ex9ta31CWmyvnplAo5LRag6GmpEQ+FZqYKO9L9u6Vi5BPxY0cKR/+7YJCEv5nnYdefkV9Tc23d9+146+/5NoetO0VuTlxroeJY8fluzZZlk7OXzb8o6JKMjMLU1PSVq6UiyhKSxeu4ScWPUADAAAAAAAAAIC2YuSQPlO//b1nYjeNmp8wAAAAAAAA4KmA6C5J11zz7V133vLd9yEJ8Y1my8jrr3c4HKu/+EKt17vH2b1oobmqcuIrr9aWlr537rlySGj37sUZGdEDBqQsXVpfU61QKuQkPmFhtWWltsZGpUqVvmqlX3i4HFOh/Jsehw+doVSalRXZt1/hnj3hvXqHxCfofX3H3Xa7HJ78x+9+kZHucbb+Pnviy69o9Povb7oxonfv+FGjvXx8LFVVzgU1yxaHJSQWp6d1Gzq0LCe7Mj/fGBDQtCahCQmFKSlhPXoUpTp7E/jbBSkU/7POexYvHjzx4qj+/Re9++76778/aNudD9PSQhISUpcv94uIkOMXp6fLajSazTlbtsgJ5SJ6nHxSZJ++VYWFWQfi2icQ3x4CAAAAAAAAAIA2ZOyI/ktXbTl17BABAAAAAAAAeKzfuedumTVrzfTpI665ZvEHH/w46X6lSt3zlFOaIsVRffst++STr26+WalWeQcH1VVVnnrvfUunTJGT6L29J9x/f/6uXYunfBgcE3v2Y4/PeurJfcnJ/tHR4267PW3lir9d4qEzlAPXf/+9nNBmtZ18990Gf/+eJ5/y6+RHGs3miN69TUFB7gmj+/X//dlnakpK5fy7DhoshySOG3foUoZefvnCd9/5/p6783fvPvnue5TNugw4478PzXjicVNgkNZo8A4KDklI+NsFNRfWvfvqr6cv++Rjh91+5uTJWoOx+bZ3HTJ06UcflWRmWKqrz33qaTm+tb5e1lBuS9I11wbFxp7x8MNLPvxwxdSpGr1+xFVXixPNmVUXAAAAAAAAbY/81sJms5nN5ilfzb5q4ulBgX4CAAB0Dr/9tWJo/x4RYUECwCG2bE/bmrzjtLGD/Pz8jEajWq1WtPQ/Oysvxa1Wq7wUHzrrtXVXPyIAAAAAADiO7Ha7tdFq2ZLccO0t3f6ap3J1e4zjrKa4+OeHH7p+2ufiWKUljTD/d5LhtJMNPiatXqtSqY74DUaJuebKmZ9+M/Ryf39/k8mk0WiUf9fxtptSAAAAAAAAAAAAtCXjkgYsW7NFAAAAAAAAAMDfIQANAAAAAAAAAADaFj8fU9eosK070wQAAAAAAACA484UHPxvun8+DghAAwAAAAAAAACANidpSJ8NW3Y3NloFAAAAAAAAAPwvAtAAAAAAAAAAAKAtGpc0YMmqzQIAAAAAAAAA/hcBaAAAAAAAAAAA0BbFx0SZ6+v35RcLADihHC52u93dEAAAAAAA4EQjAA0AAAAAAAAAANqocUkDl67eIgDgBHHnnm0228YfGkuzbDarVbbdSWgBAAAAAABOHALQAAAAAAAAAACgjfL1NsZ2jdi8PUUAwHG3v+Nnm239N7Yl7zl+vNtemN5ga7TKIXQFDQAAAADAiUUAGgAAAAAAAAAAtF0jBvfenJxaX98gAOA4ako/r/vGtvIT0T1Jq3QoZj6gKkyrb2xoJAMNAAAAAMCJRQAaAAAAAAAAAAC0aeOSBixbs1UAwPHSPP286lNF/wm6C/5ruvplX5VS9fsjuqL0BjLQAAAAAACcWASgAQAAAAAAAABAmxbXLdJS35CTVyQAoPUdmn4+43ajHO4XorzqRR8lGWgAAAAAANoAtQAAAAAAAAAAAGjbxo0cMPuvlVdNPE0AQGv6p/SzmzsD/c2jVb8/Is55uT4kTmi0QqlSyacUCoUAAAAAALQc95+b2mtqFGqSru2V/LDcen80zG4BAAAAAAAAAADaOh+TMT4malNyyqC+iQIAWsfh089uzTPQ571WH9SNDDQAAAAAtDCFi1KplO3siRcJtE/yQ7LSpZU+LhOABgAAAAAAAAAA7cDwQb0+//7PngldvfQ6AQAtzZP0s1tTBnr2w+LcV8hAAwAAAEDLk5+ulDFdxZR3LXXmhvoGu83u7hD6qBQVlTc22poPUamVXnqtr6+paUidub7e0uCO6apU7ryu/IQn2yqBf0GWUa1Ra+JjVGqVKwPd8p+XCUADAAAAAAAAAID2YVzSgOVrtp42fpgAgBblefrZbX8GenLl7Id1ZKABAAAAoOUpFGqTUTugr8NsUTY0Tll5YwAAEABJREFUHlsA2pFVkJWe97+zFf36xumDfJsG6IVYsmSL3W4XNiGahaWDg7379o0VOFbOHLlapdVrNVqNM1HuIloUAWgAAAAAAAAAANA+xHaN2JW6NyevKDoiRABACzna9LObMwP9ki8ZaAAAAABoDUqlUrjis0qVUmezOwPKR6+Pv8/ajanNhwwZ0j0mIfqg0YLDA3fs2Nt8iEatPvWM7kajl8CxcuadlQqVWq3WqBVKBT1AAwAAAAAAAACATm1c0sCZc5dfPfE0AQAt4djSz25koAEAAACgNbg/UsmPV2qFQqVWORziqLp/liMXFZbl5JYMGdJd66UvLq5wD4+Pjxoxqt+h45906tANm9MbGhqbhpw2YUhQaKDAv+OMQCud/znj7K2AADQAAAAAAAAAAGg3TEavxNiojdv2DO7XXQDAv/Nv0s9uZKABAAAAoDW4P1Kp5Mcrlcrz9LPZXL9yRfLYcQOsdtG3X5xGq7nzroseeeQT+VRwsN/ES8bJIQdNUlxUvmlzakCg7969Be4hkZFBI0b2VSr5TNcC3K9jK31AJgANAAAAAAAAAADak2EDe335w5yeCd0MXjoBAMfq36ef3chAAwAAAEBraPpI5clnq7Vrd/r5mUJC/Hv1jtHrtbGxEc3no9Wqr7vudKPBq/kkZWVVGzbuqbc0DhnS/cwzRzzxxFSzpUGOPHHiOLVaJdDmtUq30gAAAAAAAAAAAK1nbNKAZWu2CAA4Vi2VfnZzZ6CVQjX7YV3J3obGhkY5Z/ciBAAAAACgdcjPXDk5RQsXbRKuDp4TE6P9/b2jooIPGq1nz65XXHlqSIh/05DKytpFizYtXbq1R/eu5547Mjw8UA587rmb5P3oUX0OnQPaJgLQAAAAAAAAAACgnYnpEm6327P3FQoAOHotm352IwMNAAAAAMeHzWY3m+tnz15lcXXYPDKptxwYGxvxTx1FX3/9Gb16dnW36+osy5dvmzd/fbeY8AsvHNOlS0jzMcNC/c84Y7hAO0EAGgAAAAAAAAAAtD/jkgYuXU0n0ACOWmukn93IQAMAAABAa1u5cvvu3dlWq2348J5eXrqoqGB578mEDQ2Nq1Zv/+23laGh/pdcPD42JvzQcR588HKdTiPQThCABgAAAAAAAAAA7Y/RoO8R33Xj1j0CADzWeulnNzLQAAAAANDibDZ7dnbhn3PWyHbXrqG9e3fz9jaEhPh7OLnd7li3btcPPyz28zVdccUpiYnRAh0CAWgAAAAAAAAAANAuDR3QY0dKZp3ZIgDAA62dfnYjAw0AAAAALaKhwWo21//8y1KLpUGv1004dYgcGBUVfFQz2bw59cuv5uq9dNdcc1qvXt0EOhAC0AAAAAAAAAAAoL0aN2LAklWbBQAcSVP6eeVn1tZLP7uRgQYAAACAf2n58m1pabnyQ9Sppww2GvUhIX4ajfqo5rAtOePzL+bID2I3XH9mv76xAh0OAWgAAAAAAAAAANBedY0OUygUe3PyBQD8s6b085L3beu/VrZq+tmNDDQAAAAAHK3GRmtWVuGMmctlu3uPLr16dTN46fz8TOIo7dqVNX36PIu5/tprTh80KFGggyIADQAAAAAAAAAA2rFxSQOWrdkqAOAfNKWfF79n3fKz4jikn93IQAMAAACAJyyWBnn79tsF9fWN3t5eF14wRg4MCfYTRy81Nfe77xdWVNRcdtlJw4b1VKmIyHZkvLoAAAAAAAAAAKAdM3jpeyfGrN+yWwDAIZqnn7f+ojxu6Wc3MtAAAAAA8E8aGqzyfsmSLRkZeQqFuPDCMSaTV0CAjzgmGZn5P/28pKCg7LxzRyUl9dZqNQIdHQFoAAAAAAAAAADQvg3u3313WlZtnUUAQDMnNv3sRgYaAAAAAA4iPxClZ+QtXLRRtgcOTOjVq5tOp/Xy0oljkpNTNHPm8r2Z+adNGDpmTD+jUS/QORCABgAAAAAAAAAA7d64pAFLV28WAHBAW0g/u5GBBgAAAIAm+/aVVFTU+HgbzjxjuHzo63vsn9Ty80tn/75q9+7ssWP7n3zyoH8zK7RHBKABAAAAAAAAAEC71yUyVKlUZmbnCwBoS+lnNzLQAAAAAOCWl1fi7+8dHOwn/oXi4oo5c9du2ZI2fFivCROGBAT4CHQ+BKABAAAAAAAAAEBHMC5pwLI1WwSATq+tpZ/dyEADAAAA6ORqay0ZGXlDh/YQ/0J5efWCBRtXr9nRr2/cmWcODwn5V0FqtGsEoAEAAAAAAAAAQEfgpdf17RG7bvMuAaATa5vpZzcy0AAAAAA6s23b0iMjg8Sxqq6uW7xk85IlWxITo847d9S/mRU6BgLQAAAAAAAAAACggxjUr3tKRk5NrVkA6JTacvrZjQw0AAAAgM7JbncMG9ZTp9OKo2c2169YkTx37rquXUIvvHBMly6hAiAADQAAAAAAAAAAOpJxSQOWrt4sAHQ+bT/97EYGGgAAAEAntGLFtoKCMnGUGhuta9bsnDFzeUiI3yWXjI+NjRDAAQSgAQAAAAAAAABAxxEdEaJRqzOy8gSAzqS9pJ/dmmegS7PIQAMAAADo+Lp0CQ0LC/B8fLvdsX7D7u+/X+TjY7jyilMTE6MF8L8IQAMAAAAAAAAAgA5lzIj+S1dvEQA6jfaVfnZrykDPekhflF5PBhoAAABAB2a324OD/VQqTwOrW7akffHlHJ1Wc801p/Xq1U0Af4cANAAAAAAAAAAA6FC89LoBvePXbNwhAHQC7TH97LY/A61Uzn5YX5xBP9AAgI5DKzQGoTviTQAAOo2aGvOff672ZMzt2zO/+HKu3W6/8Yaz+vWLE8A/IwANAAAAAAAAAAA6moF9E9Oz9lVV1woAHVr7TT+7+YUor33ZV61RzXpIRwYaANBhaIRKI9RHvAkAQKeh12vHjOl/+HF2787++pv5dXWWa64+bdCgRAEcCQFoAAAAAAAAAADQAY1LGrhszVYBoONqSj8vfNPWHtPPbt6BZKABAAAAdHDyA45K9Y9p1dTU3B9+WFRWVnXJxeOHDet5mDGB5thRAAAAAAAAAABABxQVHqzTatL37hMAOqLm6efkWYp2mn52IwMNAAAAoGMrKCjfti39oIG1dZYtW1LnzFmbn196zjkjR47so9NpBOAxAtAAAAAAAAAAAKBjGjui/9LVWwSADqcjpZ/dyEADADoYhUIxd+5cd/u333677777BACgE4uICBw1qm/Tw/SMvLlz186etcpms48e3Xfs2P5Go14AR4kANAAAAAAAAAAA6Jh0Ou3AvglrNu4QADqQpvTzkvec6edBZ7T79LMbGWgAQEfi4+Nzzz33lJWVCQAAhKisrC0trSoqrli5MvmLL+bkZBf17Rt3+eUnDx7c3dvbIIBjQgAaAAAAAAAAAAB0WAP7JGZk5VVW1woAHULzvp+3/KIYdKZ+wn86QvrZjQw0AKDD8PX1nTRp0r333tt84EsvvTRq1KikpKRvv/1WAAA6LvkRpqqqLj+/NDU1d8uW1BUrtv05Z82ChRvXrtkZGOh77bWnjx8/IDIySAD/jloAAAAAAAAAAAB0XONGDli2esu5p40SANq5g/p+Hnqu/uQbOlpXYe4M9FePVM56SHfeq/XBsUKjFUqVSj6lUChEO9TQYK2pqauuNpvN9Y1Wq81qb2y02mx22XY+arQ57602nVZTU2sWnZuXQWeuqxc4EoVS4bAf9V8FGI362lqLQDPUxHNeep3ZwuF5FE4fPVTe33bbbTNnzvztt9/cA5cuXbp48eL58+fbbLazzjqrX//+6/dkCxzC4KWrM7O/HZlCKRx2AU9wwvec0aSvraFWHlGrVfIy/m+H19ZZLOYGWUyTyctk9JJ7YHCwX7du4fKhn59JAC2HADQAAAAAAAAAAOjIIsOCd6VkpWXui4+JFADareZ9PyfPcvb93PHSz27tNANts9mrqmpraszVNeaa6rqme/mqeZu8TN4Gk9FLrr9Go9LqNBq1Su2kVDsbzpscRDfXci8X7TPmfpzJneoYjgWFq74CzTiD5Ar+2XDPOAS7z1HxN3m7//mCadOmjR07dvLkyfKwzcjIkG2Dwfn2PXLkyF07d44/dYzAodjfPMPbpuc44aNV/PNBqNNqjEb9QQNTUnJVKiUBaLQsAtAAAAAAAAAAAKCDG5c04Kuf5hKABtqvQ9PPE27pmOlnt+YZ6HNeqg9NaKMZ6PLy6uLiiuKSyuKiioaGRrVa5e1tMJm85H1IiL+7odNpBACgk9EcyCNFREQ8+uijTz755MUXX9y/f/+//vpLDqypqVm5cuXEiRMD/L0FAKBzqK6u9fb2EkCLIgANAAAAAAAAAAA6OI1GPWRAj9UbticN6SMAtDedLf3s1pSB/v0R/TkvW0LiHVqd9oRnoGvrLCXFlUVF5SUllcUlFSajV3CwX1CQb4/u0YGBvgIAgEPceOONP/74o2wMGjTolFNOufrqq5csWXLJJZcMHTq0StQJAEDnMHhwdwG0NALQAAAAAAAAAACg4+vfK/77mQt6Jnbz8+GfWwXak86Zfnb7/wz0w/pzXrGExIsTlYHet684O7uovLy6qqouONg3KNhvwID4oCBfjYafmwEAfy8nJ6epPXfuXHfjFhcBAOh8li7d0q9fnD99/6NF8YkUAAAAAAAAAAB0CmNHDFi6esv5p48WANqJzpx+dnNnoKdPrjr+Gej6+sbs7ELnLacoIjywS5fQ/v3jDAa9AAAAAICj5ONj1Om1AmhRBKABAAAAAAAAAECnEBEWZEzRp2bkJMRGCwBtHulnN+9A5TUv+Ry3DHRlZW1WVkF2TlFFRU2X6JDYuIjx4weqVEoBAAAAAMdq4MAEAbQ0PqkCAAAAAAAAAIDOYvzIgUtXbxEA2jzSz825M9Aaver3h/VFaY0N9Q2yMu4SiRZSUVGzaVPqX3+tW7BgQ31945DB3a++asLYsf1juoWTfgYAAADwL02fPs9qtQmgRdEDNAAAAAAAAAAA6CzUatWwQb1WrU8eObSvaNtaMNeItq81+vFt10g/H6qV+oGurbNkpOelp+dZbba4uIikpN4+PkYBAMC/UyssAgCAA+x2x9ChPeR3MgJoUQSgAQAAAAAAAABAJ9KvZ9wPvy0sr6z29/UWbZKjGYGOTuHS1BY4cAjYrNZFb9lJPzfXghnohgZrevq+zMz8qqq62LiIMWP6Bgb6CgAAAABoBfLzSnh4oABaGgFoAAAAAAAAAADQuYwdMWDp6i0XnDFGtD0Oh6OgvG7p9gK73S7oB7pzOH9YtF6nUSqVggx0s/TzgtccO/4k/Xywf5mBttsdmZn56en7CovKY2MjBg1KDAsLEAAAAADQmqqrzX/NW3fpJScJoEURgAYAAAAAAAAAAJ1LeGigt9GQkp6TGBct2hKHw2G321PzKl+buSvMz0sQh+3oGqy20ur6k3sHq1UKjUbDy/2/6WdB+vlvNc9An/1ifWh3jzLQWVmF6f3tMCsAABAASURBVOn79mYVxMVG9OrV7bTThgoAAAAAOC68vLQnnzRIAC2NADQAAAAAAAAAAOh0xo0c8Pl3f7S1ALRw9s9qt9tssvHdQ6cJdHS7csrvmLKsvt7S2KiS3J1Ad1qknz3XlIGePVl37kv1od0VWp342wz0vn0l7i6fI6OCY2MjTj6ZzAEAAACA481qtTU2WgXQ0jr11ygAAAAAAAAAAKBzUqtUI4b0WbFum2hL3AFQq5UfBTuXuro6m9Vmt9vlqy86K9LPR8udgdZ5qWZP1hXuaWyob7TbbO4yymeLiyvWrNn57bcLtiWnh4T4XXXVhFNPGRwbEy4AAAAA4LgrKqrYsXOvAFoaPUADAAAAAAAAAIDOqG+P2B9nLSqrqArw8xFtRlN+EZ2Hq9dvZwBadFakn4/NIf1Aizpzzd6swoyMfL2XNi424sILx3h56QQAAAAAnFBRUcGRkUECaGn0AA0AAAAAAAAAADqpcUkDlq7eIoATyt33s0J0UqSf/42mfqBnPaL964edK1ckq5WK008feu45I3v3jiH9DAAAAKAtKC2rys8vFUBLIwANAAAAAAAAAAA6qdDgAD8f7z1p2aLNoAfoTqgzv+Kkn/89dwZab1Bn/9Cnb3S/xMRoo0HHmQQAAABA21FSUlleXi2AlkYAGgAAAAAAAAAAdF5jk/ovXb1ZADjuSD+3lP0ZaC/V74/qC3Y3NNQ32m02MtAAAAAA2ohePbv26xcngJZGABoAAAAAAAAAAHReKqVy5NC+y9duFQCOI9LPLcudgdaRgQYAAADQ9uzenb1vX4kAWhoBaAAAAAAAAAAA0Kn16RGbX1haWlYpABwXpJ9bAxloAAAAAG1TfUOjSkVUFS2PvQoAAAAAAAAAAHR240cOXLpmiwDQ+kg/t57mGei8HWSgAQAAALQJ/fvFhYUFCKClEYAGAAAAAAAAAACdXUiQf4Cfz67ULAGgNZF+bm1NGeg/yEADAAAAaBsWLtpUWsq/u4WWRwAaAAAAAAAAAABAjE0asGw1nUADragp/Tz/VTvp59bjzkDrTWSgAQAAALQJwcF+RqOXAFoaAWgAAAAAAAAAAAChVChGD++3bE0HzEAvW71x0lOvNx/y5OtT5MCDRisuLb/yzsnNh6Rm5ixfu1n8sy9/nH3owF/+WPDu1O/k3C699SFxJLPnL5O3v31KruSK9Vuar54nM/SEXOJbn34tcHy5A7jWRmf6eeccBennVkUGGgAAAEDb0atnV51OI4CWRgAaAAAAAAAAAADAqXf3mMLi8uLSCtHRPfvg7WOTBh9xtBXrN+/N2XeYEb7+9Y9/eio40P/Hj18VRzJuxODFK9YJD3g4wxaXlVtw+BQ4PNGUfv7rBRvp5+ODDDQAAACANuLbbxdYrTYBtDS1AAAAAAAAAAAAgMu4pAHLVm+ZeM540aE9+fqUU0cNCwkJeuj5N1UKVVxMtMFLf/cNl5dXVt331Ks5+wqHDOh953WXffvrnwqF6NU9bnDfnnKqquraq+95VKlQ+vv6PDnpP0tXb8wrKn7itQ9ra80XnnXymGEDt+9O++y7X8cMGyRcHTbf+ehLP3786sSbHxg2qK/NZi8pK3/q/ltVKtXdj79cVFrWOzFuV1rm7C/eqaiucTgcJWUVtz38/MA+Pcz19YH+vpP+c42cya9/Lvz0219ra+ue+++dQQF+7hn+OnfRjD8WytGuu+S8cyeMfeyV9811lvzikmlvPvPZtzPWbU6uqTWPHj7wgVuvaXrq3ecfefSldwuKS7tGhk+61Tnn7bvTb3vkhdz8wluunNi3Z7x89vspr8jhtz78/MN33hDbJbKpVjn5BSvWbx4zfKDAsWqeft6zUEn6+bhxZ6CnT67641H92S9aInoLrU4oVSr5lEIe2wAAAABwXIwa1VejIaqKlkcP0AAAAAAAAAAAAPuFBPkHBfrtTNkrOoEX3v7kv7dd/+vUN4ID/d1DSsorn3ngjl8+e2PBsjXyt8krLzrrmonnuNPP0s7UDJPB8OnrTz10+3W1tebrLz0vIiT4uf/eMfHsU/9YsFyOMGvekolnTThoKXVm8/mnn/To3TfqddqtO/ZM/W5Gnx7xf3z13lknj7Y2NsoRhg/ss3nHHtnILy556M4bXnj4Ljk3s6VeDonvFv3lW89eeeFZvy9Y5p7bnoysGXMWTX/vhenvvjDtu5k5eYVyYK8ecd99+HKt2SI3RD71zQcv/fT7/No6c9NTC5evjQwL+W3aW3fecPm6zdvlcJvdNuWlRz9+5fFvfv0jtkukSqXMLyyprKqpqa1tSj9v25kaM+Lsa+5+7JOvf5GNj6f/LHD0SD+fWPQDDQAAAODEkp8+fH2NAmgFBKABAAAAAAAAAEDnolErD3M7dcygkEDfw49zmJuy/fSrmpaVM3rYAIVCMXb4IPeQ+K5Rvj4m2fDz8a5zRZCbGz6wz4hB/SY99dobn0xvtP3/v107cki/5N2plvqGjcm75QwPXVCcK1LsbTJaGhuzcvJGDXWOM37kEPezY4YPWrh8rWx0jQzXunqEkktvaHBmo/v2THA9NJnNFvfIKelZDfWN70797tNvfo2JjigsKZMDu8d2k/cmg9eutIzHXnn/v8+/abfb3f+6rvup1IwsuVClUtkzvtvl558uh/TrmSA3XC6o1uzMSU88Z8Jvfy3+7a8lF5xxctNq9+uVkLnmj+nvvfCfqyfKxq3XXCxwlEg/twVkoAEAAACcQDU15kWLNgmgFRCABgAAAAAAAAAAnYtSoTj8LTIs6Ijj/NOt/eSfRUJs19S9OcKVKnYPOWjtlULRPCG5bWdqWEjg9PdeuO6S8156d2rTcDnVeRPGPfrye6eMHva32998YFxMdJprobtSM91DeibEpGZmH7r0vx0i19nXx3TPTVfI29ikIdHhIc7RlM7R5i9bU1VV88LDdz39wO0Nrr6lm57qkRCT7lpofmHJyx98fuiczzpp9Lylq+cvX3POqWMFWgjp57aDDDQAAACAE8XLS3f66cME0ArUAgAAAAAAAAAAAB3ayo1br7n7MXf7tScmuRvPPHDbe599Zxd2rUbrbfybZGp8TJd3Pvsmrlv0qKH95cPoqLCf/1ywZPWG0rLKu66/TLiyyw8+99brT9x/4Zknj77whhUzPj/imlx/6fkvvPvpnY+9lBDTRaV2/lClUCjCQ4OKXH05H1GPuK6nj0ua9PQbdRZLv54JwYH+TU8N6N39g8+/l5upUqtCAv0rKqubnrrozFPe+vTrux57WafT3nz5BWlZuQfNVq/T9uuVaLXZvPS6g54aPXTA6KEDBI4S6ee2xp2Bnj656o9H9We/aInoLbQ6oVSpxN/9pQHQFlRV1fn4cN4AAABo9xoaGisra3x9jQJoaQr+rhcAAAAAALRN8lsLm81mNpunfDX7qomnBwX6CQAAgJag06hEq7Ha7Db7kX98+eL7P08/aXh4aGDzgXa7vaGhYVnyvsnf7Vr84vmilf3219LhA/uEhQR+/uOsxsbG/1w1URyr4tLyJ1778KOXHzvimBu27ZLXeUP699qZkvHWp19/+tqTom145o2Pzztj/MDe3cVxtCun/I4py6bdGB8ZGmgymbQ6nVJ55H++dcv2tK3JO04bO8jPz89oNKrV6hYPsDqzy1arvBQfOuu1dVc/cugI06b9eeFFY/39TP80Oenntqm61D59cpWlxnbms+ao/jqtTqNUqRSKdtV3PTqHqqq6jz6e9dB/LxcAAABo57Kzi3bvyTptwlABeKDEXHPlzE+/GXq5v7+//KpEo9Ec5quSI3+HAgAAAAAAAAAA0JG8+uqrPXr0mHDACy+8IFrIoEGDGhsbPRkzIzv/pfemz5iz3GxpECdIgK/3qx9+cc3djy1avvbCM08Rx+rn3xdcfvvDd153mScjB/n7/vT7/JsffObRl9+79ZpLRNtwwY3315jrjnP6uV3buSvrtVe/W7Rok9VqO+ipFkk/N1gaP3vhp/vOf/Hpm97/4Ilvi/Y5OwhfNGPNV2/+dpipbjvtaTmhOFZHnPyus5+bfNWb8vbxMz+I1vfR099vWLLjoIF1NZZ3H53+yJVvPHn9uyvnbBJHyd0PtN6kmvOkV+7W+ob6RrvN5n7JBNBm1NVZPvp4VlFR+W+/rfjbEWpqLJWVtXa7fceOzJKSyqqq2pUrt1dV1e3LLZo3f73d7tizJ3vVqu1yzI2bUrZuTZONZcu2pqXva2i0yhEKC8vKyqtlo7bWnJNTtGDBBuE8re1ds8Z5xK1fv2v79kzZWLx4c2ZmvtlSL8csLqkoLa2UDbPZsjerQJ795Ahy6evW7ZKNtWt3yrZsLFy4UT5bV2eWY8rx5SY4J7HUZ2TkybnJEZKTM+T8ZWP16h1yibIhR5DrUFNTJxtyrQoKymRDrmda2j65znKELVvS5FbIxoqVyXK7bDa7HGHfvmJZAdmoqKjZl1cqG/JsnJqau3xFshxz85Y0eZMN+VAOlE/JEfLzS+XIslFdbZaTuwsln22lQskiyFLIgrgLJUt0nAslt85dKLm97kLJCnhYKFnbFSu2lZZW1dSYy8qqBAAA+Heio4NPPWWIAFqBWgAAAAAAAAAAAHQyN95440MPPSROKLvdsXD5hvVbdl5w5thhA3qK427MiEHyJv61i885Vd48HLlbdMQrj90r2piZ094SOEoNjdY/56xdu27XJRePj4+PdA9sqb6fP37uh8AQvzdnTFYqFWnbs5+79cM3fn74iFN9NO9p8S8cfnJLXYNWr3npm0nihPrrxxXevsaXv32gsqzmnnOfH3XmUR/C7gz09MlVc570cvUDLbQ6oVQ5+8Vva/1AE8vuPJrve/X1jZ988ntRUbls796T4/7XEEpLKwMDfXfvzi4trRo1qs+aNTuiooKNxsjGRptGo5a36OhgvV6rVJl6dO8iZxYc4u/j4/w31qOjguVpRDbkacpg1KuUSjmCt49BLlE2tFqNn5+pe48ucoSw0IAAfx/Z6NIlVK12HhEJiVHe3gaNWi3HNBn1wjWJWqMOCPBRq5w9zYWHBza4/uqpa7cwrcYZvUhMjPb1M2m1WjmmXJxwCNmQc5Arr9VpnJNEBNpcfzfSLSZcp3VOIkeQ66DVOSfx8tLqdRrZkOsZFORrMOjkCJGRQe5jITY2Qm6je819fY0arXNML4NOo1E5J1Epg0P8nAsVIioqyF3M2Nhwo9xqlXOrfXwMcuVlQ6dTy8ndhQoK9jGZvFqjULIIslCqxKZCWY97oYS7UFqt+mgLJfcouao6ncZms2/YuGfc2AEVFdWhoQECAAAck4KCMoulISYmXAAtTcHnRgAAAAAA0DbJby1sNpvZbJ7y1eyrJp4eFOgnAAAAWsI7b70h7w8KQP/222/vv/9+fX19t27d3nnnnT///POHH36ora29//77X3zxxREjRsjLkuDg4GeffbawsHDSpEkFBQUhISFyksBoiUU0AAAQAElEQVTAwIcffvivv/6Ki4vbJiVvV6qO3AHNk69OLav4/z4FE+Oir7zg1AB/n4aGhmXJ+yZ/t2vxi+cLdHS7csrvmLJs2o3xkaGBJpNJq9Md5t91bbJle9rW5B2njR3k5+dnNBrVanWL51adIWarVe7zQ2e9tu7qRw4d4cH/Tmn+cED/uPPOH+3jbWhKP+9eoDjm9HNdbf2DE1/+cO5TTUPeevjLwWN6WRtti2eua6hvaLA0Xv/wRT7+xmkv//LcF848/eSr3rz35Wufvun9d2c9VpBTIodXllUHRwTe8czlFnPDO4985Q4u33nWs6/99PCSmWu/eWdWeLeQoeP7XnbHmU1Lue20p+XkD1/xet/h3R02e3lp1a1PXe7tu38TdqxL/fi5HwaP61Nvbjj9stFdEyPcw2uqzI9e9YZ8CXz8vW99+rKIriGfv/RL2s5s+dRNky+O79NlwS+rZ0yd7xvoPXB0r0tuPX31/C0zpy201Fr6j+x53X8vWPHnxmV/bIjsFpqfVTTm7CFjzxmyZNa6b9/5PSDUV/6Ke8mtZ5j8DC/e+VFIZGBEl5A7nr1Sb9C6l7tvb9Fz//nwmDPf1aX26ZOrLDW2s5+vj+yn0Wg1qlbYkY6N+/frpn6p+Tm7Y3PvdQoX2WhosE6d+mdGZl7TCI8/dk1RUXl2TtGppwwuKCzz0ut8fY0COI7sdkdKao7D7khMjFap+FfWAQA4art3Z8vfenr3jhGAB0rMNVfO/PSboZf7+/vLr0o0Gs1hviqhB2gAAAAAAAAAANDpPOzibk+dOvXGG29MT0//7bff9Hr9xRdfvGrVKjlcrVYvXLiwoKAgNzf35ZdfdvZT2KPH5MmTJ02adNttt40ZM+a77757/PHHr7766k2bNq1du1aOOXDgwG070jbvSD/iClTXmps/TEnPeen9ryf959JAV6+K6FR2p2XtSc2sb7Db7MKTpGd5ZU1VVfWMv9bIfVKlUnmSmZYMXvo6s0V4zG63y5+oYwr1X38974gjb9manplZ8Pjj18ipds1z7F6gCItTHVv6WSotrAgK828+JDQysCC3NCjUT6lUPPflfcX5ZY9f+/bny16srTZXllSbzfVynLDo/R15fvTM9xfeNGHoSX2Wzl7/6Qs/XTPp4L8lWDFn482PXTru3KGLZqyxWW0qVw+mTcy19SdfOLxb98h3Jk/fszlzyPje7uE6g+6Ke85JmjAgKyXvxTs+/njBM+7hGTtyvIz6ye//p6yo0lxjmfPNMqOv4aVvJhXmlD5103sfzXv6xw/nPDX1rshuIV+/Nbs4v+LjZ3549Yf/BoX7y/Wc/+NKL5NerVbd+MhFRfvKXrnvsxGn9v/y9Zmv//iQ0cfwxA3vyPlvWrZj1OmDrnvwwuS1KXJ73QHofXuLHr/mrf++fbM4Vt6ByomTvb96uGLeC9qrv2pQyh1J5dz7TngG2p17zi6sTc6slA/kHkUAumOTu5xGrZowOFSpUtrs9k8//X1vVkHzEby8dPHxUYmJ0cLV97AAjjv51tOje5faOktGRl58fGRb6ywfAIC2r4fr35EAWgMBaAAAAAAAAAAA0Om88sorB/UArdFobr31VqvVmp2dLe/lkN699wcf4+LitFpn6DAgIKC+vj45Ofmvv/5asmSJbCsUipSUlFGjRul0uq5du/bp06d3j9iePeKOuAIZb31ZXtnY9LB5D9ACnUxCbHR4sL/BaJK7mSdp5m0705OTd54yZqCvr+/R9ADtEMLTzFZTD9Dv/775kktPOnSELVv/J+Xv7gHaPWH8eGvmWnvqIrFwWt0pNx5LBto/yCcno8BudyiV+1e4OL984Kge1kZbnxGJWp06sluIwaSvqTKffsnoBTNW19VYJlw8smnygpxid2p56Mn9vn3n90Pnf/Njl3z1xm9/frt00OheDQ1Wr/8NQEtRsWHy3ujt1djw/wdpfJ8u8iYbXRMjFEpFdUWdt59z6/qOSOi/rscr936m02kuu/vsvSn7aqvN7uWGRQUW7SvzMurkCsuHV99/bn5WcUS3kJBIZ4hz8Lje6xZt6ze8e2RMqHxo8jM2WhpLCytCIgMDw5z/+k2vwfHy/txrT/7sxZ+evvk9OTymR6R7ZX7++K97X76u1+Ajn2r+SW25Y8arVQqFY9Rd5TarzuHKGbedHqA3pZS99Uuqn1FH+rnDa3D+5YdjXG8/tVbzx59r9mblH3Sm+vGnxddcfZoATjSjQZ+QELVhw57+/eM0GpI2AAAche3bM318DF26hAqgpXFZBgAAAAAAAAAAOrvCwsK33nprz549arV6/Pjx7oFNUdSDQoF9+vQ5//zzhw4dum/fvmXLlsXGxv75559yeENDw86dO1UqpUZ15N9fmuYZ4Oc98ezx/Xs7k452u12g81EplRq1WqdRa7UaTwLQcmSVWqXVqHVajbx5HIA+Cg6HQ6VU2G1Wu1rIRRxmzMBAn0suHh8fH+meSrh6yhxzV72t0brBlT0+hgy0yccroW+379//44q7z5abtn5xclpy1u1PX7Hizw35WUVyhNpqs1yUHG3MuUOfvOEdS239m7880jR5TI+orJS8bt0jNyxODo0K9DLoyworbTZ7VVlNUW6pHGHxr2sefvdmnV77yBVvyAU19fHc5G/LOeuLRZXlNdfcf152an69pcHk6+UenrI1KyDM76VvJm1atvOzF38+6dxhFkvDxf85TVbj50/mBUf4NzbaGiyNWr3mhw/+HDK+T0VJlbXRplQpNy3dGRoZ6Fpes3qG+pUVVcgR1BqV3Iq+wxLXzN9yxuVjeg6K/fL1mbOnL7nhoQuFMxV9kjulfWxqyx3TH62oKbMNvyM/IE4lFHrRZjj7f3Z2P24P9NH/+PDpAh3dkuS813/dVG+2yAPv3HNGDhrcfeeOvdu37y0qLnePkJGeJ4A2Y9CgxOzswm7djv0MDABAJyQ//uh0GgG0AgLQAAAAAAAAAACg05k2bdr8+fPd7bi4uA8++CAyMvKss85yB0lLS0t1Ot0/TfvWW289/fTTr7zyisFguPfeewcPHtyjR4+TTjqpd+/ecibCY0ql4qRRg88+ZYRWyw+BaH+0GvWppw4eO7a/ulkPykq5WyuVaq066fY6m81+zBno+1697scP/3z06rdUamV4l5Bnpt2t1Tl/1ty1MeONB6YJoZj02vXyocGoi4oN0+m0Wv3/H0S3P33Ft+/9npNeUFtZd/dL1/gGmnoPi3/smrdCIgPDugTLEXoMin3v0a/LiyvDuwb3GZbg4SqdcfmYJ29898FLX83Ynv3oh7c3hc7DugTN/3nl80u2V5RWXXHn2QPH9Jz+5m/P3/6RSqUcdcYgOdq9L1373mPT6y3WbokRsb2i73juqrcf/nL3lsyILsFX3nPOllW7mi9FbsiND0/876WvRsWG2q02OUROMnPa/O/f+8Nud9z2zOXu0T548tubJ1/cc1CsOHq15Y6vH6usKbMNvTU3tJfQ6LxUapVSpWoj3T8L55+COGw2m0Cn4XA4GiwNavlWqNN27RLarWvYWWeNKCoq3749c/uOvdnZhQJoM+S7nPPdbcOeIUO6CwAA4JlePbsKoHUo+GeDAAAAAABA2yS/tZA/e5vN5ilfzb5q4ulBgX4CAACgJeg0KtFqrDa7zX7kH1+++P7P008aHh4a2Hyg3W5vaGhYlrxv8ne7Fr94vuhMzrzqjtlfvtc8SnvE8WdMe1uv04r2bFdO+R1Tlk27MT4yNNBkMml1Ok96gN6yPW1r8o7Txg7y8/MzGo2t1AO01WqVl+JDZ7227upHDh1h2rQ/L7xorL+f6dAJ7TZbY0Ojpc5SW1W7aooha5VxyDn6Y8hAozW4089VxY1Db9sX0ddh8DZ6mQx6g16t1ajaRgZangbl/jNzWfa3Swt+euQMgY5uSXLea79s/Pz2eG9/H7k3qjXqg06DlVW1vj5GAQAAgHZr3rz1AwcmBAfzEw88UmKuuXLmp98Mvdzf319+VaLRHO4fy6IHaAAAAAAAAAAAgOPt+svPEvgX5nzzocCJc+ONf78DKySlUq1R67x0Dodj5O11Nqs45n6g0bIOSj87o89GL/lKuSOnbacHaIdL21kftDbnH064/G3fbaSf0QaVl1dv3px68smDBAAA8EDXrqHe3nweRKsgAA0AAAAAAAAAAICW8evcRTP+WGiur7/ukvPOnTD2ydenaFQqtUa9Ky1zxMC+ldU1peWVzz54x8IVa39fsKxbdERGVu6l5542YewIOe1L703dnZ5p8PJ66+n/OhyOZ9/+OK+gyGazX3vxuWedMvrB597anLwrLCTw5isvOmnkUHcP0I+/+kHzgQJtgDMCrVJpDvTNPeauuuXvk4E+8Q5NP7v7ftZoNcq20fczALQX/v7evfvEVFbW+voS0AcA4Miiu4TqdBoBtIIj/ytaAAAAAAAAAAAAwBHtyciaMWfR9PdemP7uC9O+m5mTVygH9u4ZP/muG7tGhhu89LIREhSwZtNWOTw0OFA+fP+FyW9+Mt1ut8shZ5w86pv3XwoK8Nu0bWdGVu55E8bLh4/dc8vU72ZYrbalazZ++PJjU156vKHR6l7c3w7ECadwcWWgNXqD3uBjGHNXXdSw2g2/WxZOqxM4EY6YfiYADQBHJTjILz+/VAAAAA/88vPSRj6zo3XQAzQAAAAAAAAAAOhc6httAq0gJT2rob7x3anfyXZMdERhSZlsBAf4y3uDlz4iLEQ2NGpVbZ1FNqLCnQ91Wo1Oqy2vqpHtAb26y3sfb1Ot2dI1OvLTb39duGJtUWmZ1W5Tq1XPPXj78+986rDbJ549wb24vx2ItsCdpnX3A+1wOAT9QJ9QpJ8BoMUplQqNRrUtOaNf31gBAAAOa+zY/lotPUCjVRCABgAAAAAAAAAAQAtIiO3q62O656YrZHvm3CXRrojzP2Ur0zJz5H1WbkF1Ta2/j+mgMad+PyNpSP+rLjxz6aqNb342vbKqZuuu1OnvPF9RWTPmouvPPGmUHKey+uCBep1WoG1oykBrD7woZKBPCNLPANBK4uIiBQAAOBK73aFWqwTQOghAAwAAAAAAAAAAoAX0iOt6+rikSU+/UWex9OuZEBzof5iRk3el3PrQc8l70t548gGlUnnQs6OGDnjr4+lzF63w9fE2my2+PiaTweueJ17JLyq5+8Yr3EFnX++/GYi2gwz0Cbc//VxiJf0MAK2hoKBs69a0008fJgAAwD+oq7OsXJl86aUnCaAVEIAGAAAAAAAAAABAy5h49qny1vTw2Qdvdzcm33Wju3H/LVfL+9nzl502fqS77Tbnmw8PGvP0cUnN53zn9Zc1f+ge/6CBaGvIQJ9ATennwTeTfgaAVhEWFqDT9bRYGvR6/goLAIC/5+WlO/vsJAG0DqUAAAAAAAAAAAAAgFbgDtq6M9A6L53BxzDmrrqoYbUbfrcsnFYn0Dqap58j+9tIPwNAILTGfgAAEABJREFUK/H2NuzanS0AAMA/qK9vKCgsE0DrIAANAAAAAAAAAACA4+rcCWObd/+Mju1/M9B6g49h9J11kQPrNvxumf8pGeiWV1vhmP5oZVXx/vSzwdvYIdPPdrt9+DnXyHvZXrl+a8Lo8/bm5Ml2cVnF2dfe3TRacWn5pbc+JBsLlq/NySsUx9ecRStfm/LlocNLK6rca3XmVXdY6htESysoKn3qjSmejPnLHwvenfrdocOffH3KstUbBYAjUatVvr6G9Ix9AgAA/J2ysqqsvQUCaB0EoAEAAAAAAAAAAAC0omYZaI3OS2/0NYy5rzZyYN2mOWSgW5gz/Ty5srrE2u+GrPC+1o6afpaUSmXfHvF70rNke/m6TeeeOm7Zmk2yvX7z9tHDBjaNFhzo/+PHr8rGr3MW1potoo2Z882Hep1WtLSwkMD8whKHwyGO1bMP3j42abDn4xeVlK3bsl0AnVJsTERkRLDdfuxHHAAAHVhUVMjJJw8SQOtQCwAAAAAAAAAAAABoTe7crSsDvX/ImPtql78tNs1xtifcYhD415rSz32u26uPrEjNsCg1moBA35CwwLDwQL1a3WHSz27DB/Vbv2VHz4SY1Ru3vvbEpFfe//zaS86RQ04ePWzG3MV/LFhmtlhuuPyCT6b/MunWa9Zv3fnYy+99/d4Lc5asnPHHQnN9/XWXnHfuhLFNc5u3bM30n2bXNzRGhYc+ef+ti1evd89h0q3Xrt2UvHDFOofdfu0l511wxviHX3jngjNOShrcb86ilVt27rn5igtve/j5gX16yHkG+vtO+s81KZnZk55+XafRhIYExkRHNi2its58zxOvlpSXJ8R0dQ8586o7Zkx7O2tf/utTvqyprTN4eU36z9W9u8c9//anK9ZtjggLkSNPff3ptz/7xlxnyS8ueff5R1798PO8giKbzX7txeeedcroS27976ihA/cVFKpVqgA/3/r6BqPR6/5brk6I6bIrNbNXYuzEmx8YNqivHL+krPyp+29VKpWTnnm9oLi0a2S4LIt7NRwOx/uf/7Buc3JNrXn08IEP3HrNk69POXXUsMqa2j8XreiVELtqw5aTRg2tqq7NzS+4/brLusd2Pei18NLrl67e+MoHX5w0cshFZ54SERYsgM6kqKg8JSX31FOP4s8GAADoJPbtK6mrsyQkRAmgFdADNAAAAAAAAAAAAIBWRz/Qraop/Tz4ln2xQ5WxCdEjx/QfMCjR6G1Iy8j7+eclM2euWL1mx969BRZLg+gQRg/pv3n7rsLi0rCgwMSYLnkFhXXm+m27UoYN7COfValU37z/Uv+eibI9YlDfof17vfDI3dl5BTPmLJr+3gvT331h2nczc/IKm+aWlZv/8atPfj/l5VqzedP2nU1zaGy0rt64TY7/1bsvfDPjj9TMnEPXJL+45KE7b3jh4bv+WLDcbKl/8d3PHrrtup8/fT0qLKT5aF/+NLtHfLffpr192rik5sPTM3Mm333Tdx++nDSk36z5S1dt2LYnM+u3L96RM8zLL3KP06tHnBxBPjxvwni5Vo/dc8vU72bI4TU1tZeeM+G1x+/ftG3XOaeMefy+W1Zt2FpbZz5lzPDla51dYteZzeefftKjd9+o12m37tjzx8LlkWEhv017684bLl+3eX+fzaUVVcGB/rIs33zw0k+/z5eTN62bv6/33TdefsUFZ27dmfLgbddeePopv/658NAKeJsM/739uu8/fLlrVMRFtzzw/W9/CaAz6dIldNSoPlarTQAAgP9lNtfbbHYBtA56gAYAAAAAAAAAAABwPNAPdCtpnn6O7G8zeBu9TAa9Qe/tpwkND+rdJ1ZWvqysKj+/LD0jb+XKZINBHxrmHx4WGB4eqNdrj2pZaqHSCY3n4zcIa6OwilbQMzF2T2b20jUbxyYNkQ9HDhmwYPkaXx9vnda5eomH9FIspaRnNdQ3vjv1O9mOiY4oLCmLjgh1P6VRqx5/+T2r3ZZXWGx1RTTcc8jJKxg2oI/By7nLDurbc2dKxqGz7RoZrtU4f3n38/FuaGjMyModPXygrPnooQPXbtneNFpmzr4LTj9ZNsYOH/TZN782Dff2Nr425ctAf9+9Oft6xsfK+2H9+8itCA8N6pkQ6x6ne2w35/x9fT799teFK9YWlZbJVXU/FRzoL+9NRkOEK2+tUavrzJaBvbu/P+37W6+5WA6J6+LshdrbZLQ0NqZmZI0aOkCpVPaM7yZvv/yxwDmtwWtXWsZjr7xfUVVtt9ubhziDAvxcM/eKCHF26qzSqMyW+qZnn3/70zWbk9Uq1cxpb1VV1/4yZ+GGrTvuuv6ycyeME0AnIw/5DRv2jBjRSwAAgGbi4yMF0GoIQAMAAAAAAAAAAAA4TshAt7h/Sj9rtBpZZ3fH23K0gAAfeevdu5tsl5dX5+eXZu4tWL16h16vDQ0LCA8LCAsPdMd8D08plGqhEh6zCXujaC094rrNnrf0pUfvle3Rwwe+//kPZ586xv2UUqloPqZSoXQ4HAmxXX19TPfcdIUcMnPukujw/T00F5eWT/t+5sIfPlGrVZff/kjzOfSMj1m2ZqNs1NaZN27bedq4JKOXPr+4RA7ZtjvVPaa7wk26x3Xbk7a3Z2Ls7sys5sMTYrqkZmaNGtpfPtt8+IvvfPru85MTYqJfnfJlY0NjfEz0ui3JcrjVakvJzN6/CNfKTP1+RtKQ/lddeObSVRvf/Gz63y69aaCft6mquvagEXokxKTvzZkwdkR+YcmXP89O6BYtB85ftqaqquatZ/5bXFYx4fJbD5qP+GeP33eLu5Gelfvu1G8vPmfCDZeeJ4BOSZ5LIyIC8/JKIiKCBAAAOGDr1jRvH2NsTLgAWgEBaAAAAAAAAAAAAADHDxnoFlRdav/m8aojpp8P4u/vLW+9enWT7YqKmvz80qyswrVrd2m16rCwwLAw/7DwQKNBL9q8pMH9pn03I8qVYx42oO+2Xc+9OPnuvx2zf+/uT7324UevPn76uKRJT79RZ7H065ng7jtZCvDzDQ0OvHHSU8JVrorKKo1mfy/XfXrEjxwy4P6nXlu9Kfnsk0cP6tPDYXe88fFX85as9jEZ/f18Dl3W4/f+57/PvRkc5G/w0ocEBjQNv/bic+9+/OWlqzf27h7XfPzxo4bJ8b29jVq1Rs5w2IA+67fsuO2RF6LDQ+UiVOr/j5uPGjrgrY+nz120wtfH22y2iMM6afSwpa7odnMXnXnKW59+fddjL+t02psvv2BnqrND6wG9u3/w+ffX3P2YXFZIoH9FZbU4SnFdo9559iEBdG5duoSWlFTa7Y6D/gADAIDOTF52epu8BNA6FA6HQwAAAAAAALQ98lsLm81mNpunfDX7qomnBwX6CQAAgA7Nbrc3NDQsS943+btdi188X6Cj25VTfseUZdNujI8MDTSZTFqdTqlUHnGqLdvTtibvOG3sID8/P6PRqFarD99F6zGQl+JWq1Veig+d9dq6qx8RrcPhYrfZGuob682W2sq65W8b9202DDpTTwbaQ9Wl9umTq2rLjy79fBiVlbUFBaX5+WUFBWUqtTLcGYYOkDdTs8iCVmi85J3H6kWjRTQcOnzatD8vvGisv5+p+UDnabC+Yeay7O+XF/348OmiUyosLl29MfmCM8bXmevPu/6eed9N8eTM0E4tSc579ecN026L8/b3kTuwc9ftuBuLziA9PS83t2jcuAECAAAAx6TEXHPlzE+/GXq5v7+//KpEozncZwR6gAYAAAAAAAAAAABwvNEP9L/U4ulnydfXKG/du3cRrjB0YWHZvn3FGzbuUSoVXaJDjSZ9gL+P1m4/aeTYTZs2BQcHy9GmTJmyYsWKb775Rhylnbuy0l797tRTB48d21/drJNjmIzGbTv3/LV0VW5+4Y2XX0AgGGhH4uIi5E0AAIAD5sxZO3BgQlhYgABaAQFoAAAAAAAAAACAtuLYMoto1zrzK04G+pi1Rvr5IO4wdGJitGxXVdUVF1eUlFTm5qZ3CQ2dNGnSjTfeOHv27PT09HfeeWfdunXimDQ0Wv+cs3btul2XXDw+Pj5SwMVo0D856VYBoH2qqqrdvDmVTqABAHDr3j3a73//1RegBRGABgAAAAAAAAAAaHMmfbpC3jscDoGOq67eKu+VSqUzq9pZY9BkoI/BcUg/H8THxyBv7m5NtUKTNKDX77//PnXq1BkzZnz00Ucmk+mhhx7avHmzfPbVV18dOHDgDTfcsHr16sjIyAceeGDsqSc1KqwazT/+MF1aWvXRx7MG9I877/zRJqNeAEB75uPj/NORsrLqgABvAQBApxcc7HeYzwLAv8S+BQAAAAAAAAAA0FYoFIqIQMPEYSEN9Q02m9Vutwt0XEqTMjHY10unUblCq6KzIgN9VI5/+vlQchGfffbZqFGjrr/++vHjx3/00Ud+fn7z58/Pyso699xzN23aNHfu3AULFkRFRS1evHhvVsGSNVsaGq0GL/kC/+MfdWzZmp6ZWfDYY1cLAGjnwsICMvcWEIAGAED67bcVl1xykkqlFEArIAANAAAAAAAAAADQJriTi91CTP85JcZsrmtsbLTZbHQC3YEplUqNRuNl8FKpVfv7ge6syEB7qC2kn91iYmJ69+596aWXyvb27dsrKyufe+452e7WrVtDQ8MHH3wwadIkeQa74YYbEhKiohNC5KmsoaHR1uyPOjZuSm0+Q3cP0AIA2j95KrZZbZs2pQwalCgAAOjcTjllsE6nEUDrIAANAAAAAAAAAADQViiVSrVao/dyqFQqq9Vqd9gJQHdU7qyqWiVfcLVGo5UvvejcDs1Aj763ZtmbZKD/X9tJPx+kd+/edXV1DzzwgDxfvfHGG/X19evXr//rr7/Ky8u7det2/qUXCo3z9dXptH87eWCgzyUXj4+Pj5Rtur0H0DEkJEQJAAA6PbvdYalvEECrIQANAAAAAAAAAADQJigUClcAWu3OxdrtpJ87OPcrLv9TqTp7D9Buh2agx04iA71fm00/S//5z3+eeuqpSy65RJ6+LrroIn9/f29v7yuuuCI3N/eJJ57QaDQ28fehB61Gfeqpg8eO7a9WqwQAdCxFxRXbtqbLs5wAAKCzMlvq167ZFdMtXACtgwA0AAAAAAAAAABAW7E/EatQOFTOOCAB6I7NnVg9sdHVtuagDLQ8BMZOqln6hqOTZ6DbZvp5/vz57oZKpXr++eebP/Xoo482tetF499O3qtn1wsvGuvvZxIdzl9LV7/96dc3XHb+peee5uEk1TV1c5esvOScCQcNLy4tv/PRl378+FUBoL0JCfYbODChts5iNOgFAACdksFLd+GFYwTQaghAAwAAAAAAAAAAtCHuLCPR586D9PNBDu0HetwDtUvf6Lz9QLflvp//jRtvPEt0UAuWr3lq0m0jBvU99Kk5i1aeMma4VnPwz/Q5eQXL1246NAANoF3z9zft2LG3b99YAQBAp1RbZ9mXW2tAcy8AABAASURBVNy9excBtA4C0AAAAAAAAAAAAG0OoVh0ZmSgm3TU9HPb9+TrU2w2m8loSM3IfmrSbVqN+s5HX/TxMZ0yalhYSNAXP/5WW2dJGtL/wVuvtdQ3PPf2J3vS9ur12sl33VRUWrZ87ea0jJxXnrgvMebgqEdpReXltz3Uv1f3888YP6B396bhH3/985pNyd/MmDOkf6/Xp3xZU1tn8PKa9J+rQ4IC5LNWq23SM6+PGT7oknMm/Dp30Yw/Fprr66+75LxzJ4zdk5HVfPyZcxcPG9hnwtgRV9/96LkTxl123ul3PfbyfbdcNWfRynWbk2tqzaOHD7z/lqsmXH7brC/eMRq8pn4/U6fVXn1Rhw2jAyeWUqk0GvUpKTmJidECAIDOp7qqrrCwnAA0Wg8BaAAAAAAAAAAAAABtCxloQfr5RBsxqN+5E8Zu35325idfPXLnjbkFRcs+fFnWfMLlt37/4SthIYHPvvXJT7/PLy4tD/D3/XXqG3tz8+545IU/pr8/auiAqy4669D0s3T1RWfJ29rN219+f1pEaMibTz/gHn7r1Rc7HI6rLjzzz4UrJt99U2yXyM++mzFr/tKbr7jQarXe+9Sr504Yd8b4kXsysmbMWTT9vRfMlvor75g8oHf39Myc5uOfMmb4vCWrRg7pX1ldu3bT9ovPnlBUUubn6xMc6C+nqjPXn3zpLbddc/G5p43/a8mqi846Ze7ilVNff1oAaDWxsRFWq00e4JyxAQCdUHh4oLwJoNUQgAYAAAAAAAAAAADQ5nTyDHSbTT83iEZ5E51AdESovO8SGZ62N0c2YrtE6nXarNyCrlEREWHBcsjYEYMWrVxf39Aw8axT5csREx1p8PIqLi0/aD7Pv/3pms3JapVq5rS3rFbbX0tXzV+2euiAPn/b77K3t/G1KV8G+vvuzdnXMz5WDknek6bVatIys8X4kSnpWQ31je9O/U4Oj4mOKCwpO2j8of17v/z+tLWbky888+Tf5y1du3n7yKEDTAavXWkZj73yfkVVtd1ul+tw8dmnPvHqB317JnaLjvDxNgoArSk/v3TnrqzTTxsqAADoZHJzi2tqzD160AM0WgsBaAAAAAAAAAAAAABtUafNQNP3c1uQlpkzoHf3pWs2do/pKh8qlUp5Hx4aVFJe0dhoVamUy9dsjgoLkS9KakbWiEF9s3Ly9xUWB/r7HTSfx++7pal971OvnpQ09JXH7tdpNc3HkS+ow+GQjRff+fTd5ycnxES/OuXLxgZn0HxQn55T33jm7GvvOm38yITYrr4+pntuukIOnzl3SXR4yPX3PdF8fLlWPeJjvp0x56E7b8jKzXvzk6+eeeD2+cvWVFXVvPXMf4vLKiZcfqucNio8RI455YsfrrjoTAGglUVHh/gHeMvzhkZDRAcA0Lk0Wq1KJZ9c0Iq4ugIAAAAAAAAAAADQRh2agT7podqlbyg3zREqjTj5+g6YgSb93Eb89tfiH2fPqzGbv3jzGZvN7h6o1aife/COh198Z9vOlC6R4XfddIW30fD6lC9vfei5HSkZD9x6jVqtOsw8P3hh8t8ODw0JLC4t//TbGeNHDfvvc296exu1ao2/n4/7WaNB/8LDdz/03Fu/fPrG6eOSJj39Rp3F0q9nQnCg/6Hjnzx62PPvfJoY0yVpcP9lqzf17h7n42364PPvr7n7MZVaFRLoX1FZ7etjuvDMk9+b+t3Q/r0FgNanUas3b04dNqynAACgM4npFi6A1kQAGgAAAAAAAAAAAEDbdWgGesx91cvedKyfJWyNHa0faNLPbcet114yeuiApofffvCSuzGkfy95az7mo/fc1PzhG09OEkcpwNfn+ymv/O1TP3zkHD5qaP9RQ9+SjYlnnypvTc8+fMf1B41/2tgR8iYbZ4wfKW+yER0ROvfbDw8aTSEUF511igBwXOh0mtBQ/9zc4qioYAEAQKexaVOKr68pLi5CAK2DADQAAAAAAAAAAACANu2gDLR8OP6/NUvfFB2sH2jSzzg+nn/7003Ju6a9+awAcLx07RpWUVnjcDg4kwMAOg9fP5Ovj1EArYYANAAAAAAAAAAAAIC27qAMtMPhGHNvzbI3RYfpB5r0c5vy7IO3i47r8ftuEQCOu7LSqs2bUk86aaAAAKBz6NolVKVSCqDVsHsBAAAAAAAAAAAAaAfcIWBXBlqjN3iZ/IxjJ9WE96vbNMcy/9M60Z5Vl9q/fpT0MzqpzMz8lD05mRl5RUXljY1WAXRQsbERY8b0czgcAgCAzmHevPWFheUCaDX0AA0AAAAAAAAAAACgfTi0H+ixk2qWvuHYNMf5sJ32A+1OP9eQfkZnFRzs1+gQJSVVqWl55RU1er3Wz8/k7+/tH+BtNOi9vQ0mk5cAOgSLpWHzltQxo/sJAAA6gT59YuRFnQBaDQFoAAAAAAAAAAAAAO3GQRloadwDtUvfEO00A/3/6eebST+jkzKZvLz9feTO79ztlcqaGnNFRU1ZWVVJcUVKWbV8WF1j9vb28jYZTM57L5O3Qa/TajQqtVot7yW12nnjH1hH2yf39phu4cXFFcHBfgIAgI7OaPSSF2kCaDUEoAEAAAAAAAAAAAC0Jx0mA11ZZP/2CdLPwP8wmbzkLSoquGmIw+GorjbX1NTV1Fiqq2v35ZaYLfXWRqvVZrc22pz/t8p7mxzTx9tYX9+g02lk2yjnY9RHRATFxkYIoM2Q+3ZubrHcqznDAwA6vDlz115y8Xj+Sg2thwA0AAAAAAAAAAAAgHamA2SgK4ucfT/XVZF+Bo5AHgs+PgZ5O/xoNpvdJtkd8tCptzRWV9fV1pqzsotWrd7Ru1e3gQMTBNA21Nc3rlu3a/jwXgIAgA7trDOHu/8yDWglBKABAAAAAAAAAAAAtD/tOgPtTj/XVliH/If0M9AyVCplU/+Cep3W19coG927d6mvb0xLy509e9W5544UQBsQFxchbwIAgA7N4XCUllUFBPgIoNXQuzgAAAAAAAAAAACAdskdFHZloDV6g5fR1zDugdqwvrWb5ljmf1on2qqm9PPgm/JIPwOtTafT9O4dM3xEr6+++svhcAigDSgrq164aJMAAKDjqjPXb9yQIoDWRAAaAAAAAAAAAAAAQHvV7jLQzdPPUYOspJ+B4yMk2O+cc5J+/nmJANqAgADvvn1iqqvb7t/qAADwLxkN+ssuO0kArYkANAAAAAAAAAAAAIB2rB1loEk/AydQQIBPjx5d163fLYA2ICjILze3WAAA0EFVV9dt35EpgNakFgAAAAAAAAAAAADaFZKyB3FXw5WB3j9k3AO1S98Qm+Y42xNuMYg2gPSzJ9x1qKxtePSrNQIdXUmVxfnXC0rlcdv/+/aNXbhoU2FheWiovwBOKLnja3Wa7dsz+/SJEQAAdDh1dZbKihoBtCYC0AAAAAAAoE1z/wj68dez1GqVw+EQAAAAQCcmr43r6sxx0SEqV15WoJk2noH+2/Szzov088FkHbqGGk7p42dtNFsbG10fA6lMR+WI9lYmBBnVGrVS5fzHq4/PUdCnd7f163edc85IAZxocbERAgCADio0NEDeBNCaCEADAAAAAIC2S/72qVKprrxgfGVVVV1dXeP+H78BAACATkqpVMorZG+jUaPRkIE+VJvNQP9T+lmrI/18MKVS0S/WLzFMZ6mzNNY32O0OPgZ2YCqVUqPTyptKrZYvvTguQkMDtFpNbm5xVFSwAE60/PzSrVvTzjhjuAAAoGPJySmqqKjp2zdWAK2GADQAAAAAAGij3CEAlUrl423SqFUNJqPVauWXbwAAAHRm7itkrVar1+sJQP+tNpiBPpB+tg26cV/UIBvp58Nw1kKpVGnUsj6yODYvvd1upzodlcP9Rx1qlUarUWvU8qUXx8vgwd2Xr9hGABptQXh4oMGgt1ga9HqtAACgA5G/5ngZdAJoTQSgAQAAAABA29UU75C/iep0OoeDrr8AAADQ2bk7gVa7yDbZ2UO1qQx0ZZF9+uSqukrbgGv3RQ8m/XwE+/8OVu2sjFqjtjv7fxbowOTu7zyPOc9ryuN5QgsM9PHxMWZm5sfEhAvgRDMYdNu3Zw4cmCAAAOhAunQJFUArIwANAAAAAADaLlfnX0r3v+6t1WpJPwMAAACKA5THsbfUdqeNZKCbp5+7Drd6mQykn4/InYKV9/wFbCfRdE4Tx9eQwYnz5m0gAI22QKNR+/qZSOQDADqYjRv3GI1ePXp0EUCrIQANAAAAAADaNPePoCqVSgAAAABohuzs4Z3wDDTp52PmLg7p587jhBwLPj7G0FD/1NTchIQoAZxosTHhdXUWu92hVPLWAADoIIKD/UwmLwG0JgLQAAAAAACgrSMWAAAAAOAYnMAM9N+mn/UGL9LPnqNEaG2DBiXOmr2SADTaiMKi8oz0vFNOGSwAAOgQQkMD1Gq6tkHr4h/GAgAAAAAAAAAAANAxuaPGrgy0Rm/wMvoaxj1QG9a3dtMcy/xP60TrIP0MtAtGo75r19CdO/cKoA2I6RY+alRfm80uAADoEBYu3FhUVC6A1kQAGgAAAAAAAAAAAECHdZgM9NwptaKlkX4G2pEhg7tv3JgigLbBbrevW79LAADQIQwcmBAY6COA1kQAGgAAAAAAAAAAAEBH9k8Z6K3z61s2A036GWhftFpNjx5dtm1LF0AbYDDoIyOCCgrLBAAA7Z9CqVAqiaeidbGHAQAAAAAAAAAAAP/H3n3AyVEWDBye293rd7lL75feK0kgEHqJVBFpCiII0kFAeu8dFARBujRBQaSJSBHpLQQSEkoa6b3netndby6n+WKAkJBczfP8lmV2dnZ29ua93fsl/3tDE1cHDbT6GRqj4cP7jP3YJNA0FAUFbcMPi2QyGQBAI/favz6uqooHUJsE0AAAAAAAAEDTV6sNtPoZGqlIJGXo0J4ffzwlgIZh1arid96ZEABAI7fffttlZKQFUJsE0AAAAAAAAMAWoZYaaPUzNGpbDe316adTE4lEAA1Ar56ddthhcAAAjVkikZw9e3EAtUwADQAAAAAAAGwpNnsDvXJR4tEL1c/QuI0Y0fejjyYF0DCsXFn8xhvjAgBotMrLKz7/YkYAtUwADQAAAAAAAGxBNmMDXVM/F69QP0PjNnBgt8lT5pSXVwbQAOTlZffu3XnFiqIAABqnzMz0Qw7eJYBaJoAGAAAAAAAAtiybpYFWP0NTMnxY74/GmgSahqJduxZLl60KAKBxWrWq5JNxUwKoZQJoAAAAAAAAYIuziQ20+hmamH79usyevaioqDSABiD8EEnEE+OkYwA0ThUVleVl/m0Nal0sAAAAAAAAANjy1DTKqxvo/6zZ+aziN34TjH+lenmvk7K/7YE19XPR8vhWR6mfoekYMbzP2LGTdt55aAANQK9enQIAaJxatcoLLwHUMjNAAwAAAAAAAFuo7zEP9Jr6ecgR6mdoUnr27LhkycqVK797DnioGwsXLnv1X2MqMvnWAAAQAElEQVQDAGhsZs5cOG781ABqmQAaAAAAAAAA2HJtVAO9dv3cbZT6GZqa4cP7fDR2UgANQ9u2LYYO6VlSUhYAQKMSi0XzmmUHUMsE0AAAAAAAAMAWbQMb6K/Xz1nqZ2haunZtV1RUumTJygAahvz8nGlfzQsAoFHp2LFVt27tA6hlAmgAAAAAAABgS/edDfQ31s/p6mdockYM7z3WJNA0GLFYNCszfcqUOQEANB4ffPDF55/PCKCWxQIAAAAAAACALV5Nwby6gf7Pml3PLX79pmD8K0EyEUz/pLJoWWLIz9XP0MR17Nh6/PhpCxYsa9euRQANQI8eHauq4slk0mcNAI1Fx46tcnIyA6hlZoAGAAAAAAAAqLbOPNCZOVm7nFPcYUjJp/8qL1yW2Oqoeepn2BIMG9b7I5NA05DMm7fk1VfHBgDQSDRvkZudnRFALRNAAwAAAAAAAPzHOg10Vm726ga6dOtjF3ffIRHeVD9Dk9euXYvU1Njs2YsCaBgKCtput92AysqqAAAagzffGL948YoAapkAGgAAAAAAAOD/rd1Ap2emZ+Vmj76ovM9ukexm2eGy+hm2BCOG9x47dnIADUZqanTc+KkBADQGW2/dt3Xr/ABqmQAaAAAAAAAA4H+s1UCnZWRlZOZkZa2un8Nl9TNsCVq2zGvWLGv69PkBNAzp6WmtW+XPmbM4AIAGr7y8IoDaJ4AGAAAAAAAAWNeaBjqWVj0PdEZWZnpmRrisfoYtxPDhfT7+2CTQNCBdu7bLyclMJJIBADRsb7wxPh5PBFDLBNAAAAAAAAAA36A6gI5EoqFYLJYai8aqF9XPsIXIy8tu3SZ/ytQ5ATQYS5eufPPN8QEANGwHHrhTRkZaALVMAA0AAAAAAADwrWoy6BrqZ9iiDB/eZ+xHJoGmAenRo+MOOwwyCTQADVn4OfXFFzMDqH0CaAAAAAAAAACAdWVnZXTp0lbBQ4NSWlr+7nsTAwBoqCoqKmfMWBBA7RNAAwAAAAAAAAB8g2HDeo8dOymABiM3N6trl3ZLlqwMAKBByshI+/GPdwyg9gmgAQAAAAAAAAC+QXp6au/enT+d8FUADUanTq1LS8sDAGiQVq0q/vDDLwKofQJoAAAAAAAAAIBvNnx4H5NA09CUlpaPGfNlAAANT2VlVUpKSgC1LxYAAAAAAAAAAPBNotHI0CE9P/548rBhvQNoGHr37hwAQIPUsmVeeAmg9pkBGgAAAAAAAADgW221Va/xn06LxxMBNBhLlqx8/fVxAQA0MNNnzPfPFFA3BNAAAAAAAAAAAOszYnifsR9PDqDBaNUqr1+/gqKi0gAAGpLMjPS2bZsHUPsE0AAAAAAAAAAA6zNoUPfJk2aVl1cG0GC0bp0/Z87iAAAakjZtmnfu3CaA2ieABgAAAAAAAAD4DiNG9B07dlIADUYkEonGIp9/PiMAgAZjzJgvfDZRNwTQAAAAAAAAAADfoW/fglmzFhWXlAXQYPTq2al//64BADQYXbu179TJDNDUBQE0AAAAAAAAAMB3Gz6899iPTAJNwzJnzuJXXvkoAICGITMjLSMjNYDaJ4AGAAAAAAAAAPhuvXp1Wrx4xcqVxQE0GJ06td56677l5ZUBADQA7747ccmSVQHUPgE0AAAAAAAAAMAGGTa890cffRlAQ5KVlf7FFzMCAGgAtttuYJs2+QHUPgE0AAAAAAAAAMAG6da1fWFh6dKlKwNoMNLSUvPycmbOXBgAQH1btmxVMhlAHRBAAwAAAAAAAABsqBEj+owdOzmAhqRbt/YtWzZLJBRnANSz997/LB6PB1D7BNAAAAAAAAAAABuqU6fWFZVVCxYsC6AhWbx4xetvjAsAoF4d9tPdMzPTA6h9AmgAAAAAAAAAgI1gEmgaoG7d2m8/amAikQgAoJ4kEskxY74MoE4IoAEAAAAAAAAANkK7ti1iscjcuYsDaEiqquLvf/B5AAD1pLKyctGi5QFsmpSUlA3aLJlMBgAAAAAAAACrhX+BGI/HS0tLOzx20dDWnUwkCfCNUsuClgsjC7p4k6RhySxKSUST5ZkBAECjU5WIB1XJv4w6Ii8vLzs7OzU1dT0xdCwAAAAAAAAA+F+RSOTdvU8vLi4uLS2tqqpKrhYAsJYvq+a1zsxt2TI3gIZk5cqSZs2yNmzmRADYnEpLK+bNW96jR9sANlLKatFoNCcjKy0tLVz4znmgBdAAAAAAAADA/wv/ijESicRisYK8VmXpOeXl5fF4XP0M8HVts1q8O/aLbfv1DaAhmVGxaOmiwuGDegQAULdWFpZEK2K92nQMYOPV/HFEampqRkZG+IcS3xlAp/ijCgAAAAAAAGBt4d8hxuPxqv8y/TPAt3nzgwkd2rXs2aVDAAAAbII1k0DHVgsXIpHI+rb3RxUAAAAAAADA2mr+DjGRSIQL4fWaNQCso6i49JmX3jniwD0CaEiWrSj8ZOKU3XcYFgBAHZo6Y+6CRct22GZQABuvZsrnmnmgU/5rfdv7owoAAAAAAADg69b+m0R/qwjwbV5/d1zLFnmD+nYLoCGZu2BJVmZ687zcAADqyoLFy8rLK7t0ahvARlqndV5/+vyfbfxRBQAAAAAAAADA91NeXvHQX18+/mf7BdCQJBLJyV/N7tuzIACAulJZWZUMgrTUWAC1LxIAAAAAAAAAAPC9pKen9e/V5ZOJUwJoSCKR6nkTPxo/KQCAuvLBJ198Nml6AHXCDNAAAAAAAAAAAN9fPJG4++HnTv7FAQEAwBZs8dIV6elpzXKyAqh9ZoAGAAAAAAAAAPj+opHI8MF9Phz3RQANzLwFS/7+ynsBANSJlJSUWFSVSh0x1AAAAAAAAAAANsnIYf3GjJuUSCQCaEg6tGu17fD+JaXlAQDUvrc/nLBk2coA6kRKMpkMAAAAAAAAAADYBB9PmFxSWr7DNoMCaEgqq6o+/Xza8MF9AgCoZUXFpZkZ6VGTQFMnBNAAAAAAAAAAQFNWZ2nEPY8+f9She6WnpQbQkEz+anYikezbsyAAgM0nJSVlnTWfT57RvUuHjPS0AGpfLAAAAAAAAAAAaKKS/yuoTdts1ffdMRN2HDk4gIake0H7ispqXy/VAOB7CD9QIpHImuU16z8aP6lLp3YB1AkzQAMAAAAAAAAATVMymUwkEm89WrZkVrwOAujQxLLXe6dvm5aSEUBDsiK+cHl8fre0oQEAfF8pKdXFaXjde1S0746psVgsEon47RrqixmgAQAAAAAAAICmKZlMxuPxL9+uHHlwdmZOXdQ5+YuHLF41a3CPYQE0LDkl5e3TU9OjkWgAAJtg1qeVsz4r7bZNIlxOTU0N/jsJdPhz12vvfLL7Dn4Koo4IoAEAAAAAAACAJqhmyud4vHru5459Y1n5dRFAdwq6PfHClNwuZXm5OQE0JKVl6RMmTdlm4MCAIIhEgkR1uRfEly+JT5lQ9tkHhcVlHU+9PADguxSvSMz4vKK8PB6LxaKr1ayvrKwqKi4NoK5EAgAAAAAAAACApiiZTCYSifA6qEMjBvUf8+lnATQwmRnprZrnz12wKCAIUiJBSkqwYFXh0mcfLrz36sLn/jjl+WcCADZMPB6vqKgIr9demZaW+qM9tw+grgigAQAAAAAAAIAmK1Ezy2sd6l7QqbCoeOnyFQE0MOHgzMhIr+NfCWiYKiuTc1es/HjxwgkZOUXL5i0rrmq2w95rbzB72sJLf3bbBYf89pwf3/ToTc+Ha954ZszDNz679jYn7nJ5RVllUGvCZ/zjtU8HtemWMx8a/86kAGAjxVdb59fMlq8sevmNMQHUlVgAAAAAAAAAANB01X3uWTMJ9F47mwSRBmfp8hWfTZ660zbDgy1SSkr4hhBUxRPTly35YsWKZTOmlqU1K9r154lPPtr958etveWjNz57+Fk/7DusW7h80U9v/ezDaV/f212vXx40HvNnLA4vw3bpHwBsDsnV1l4Tvse2apEXQF0RQAMAAAAAAAAAbE6dO7T75PMvFyxe2q51ywAakt7duvTs0jmZTKakpARbnqqVK0u/+OyrxYs/btE6mUjM+WpasrJ8XstuI36xY05B17W3zMhKf+f5se27ts5rkXPNn88IqudjXjbt01lXHX3nwtlLDzp5z10P3ObEXS6/7Z8X3XvFk/GqeFZu5qxJ80665rDwId/27G88Mya8dOjeZs7UBXsevsN2ew1978Vxzz3wWkVFVbvOLU+8+rBIJOWmU+9fOn9FuJOfn39AzaOWL1p17Ql3H3fZIR27t737kr8snLM0kUjsf8xuO/5w+L+efP+J21/Ma5mbk5e18wFb77j/iD9e9dTUibPCR/3y0oN7DipY+9kXzFry8Zuff2MAXVpcftclf575xdy0jLRjLzu499Cu7/1z3DP3/qusuGzIDv2OuuCAt58fu86RBwBfk98sZ9ig3gHUFQE0AAAAAAAAAMBmtvXggR9N+Gy/3XYKoIEpLC6ZMGnKDiO2CrYwhR9/9MU1Fy2a+dXS0y9aGA+a5eR27T940fLlFRXxXUeMiEQia2982s0/f+3J928+9YGiFcXtu7U59fqfhSsTicTFD5y6eM7yG069b9cDt1mz8ZDt++58wNZTPp350PXPnH/Xces5hpbt84+99OCK8qrT97pm5A+GzJu56LKHTk3LSL36mD98Pmbq8oUr23RueemDp8z8cu5n703OzMlYvmjlNcffdfpvjurco+2kT2bs8uNthu3Sf/L4mX+48LHhuw7802+eu+npc3Pysy4/8vfhzl98+M3svKzrnjxz4ayllx15+5oJqiePm3HantfULP/1jpeOueSgQ0/da+2jevruV/Jb5p7xjwvmTl8UHsmtL1509yV/ufHpc1p1aH7XJX9+5fF3wiNZ+8i33XPIlhnQA+s3adrsOfMX777DsADqhAAaAAAAAAAAAGAza9+mVTQSmTN/Yaf2bQNoSPJyc7p07LB0xcqW+XnBluSrxx9YsHBOxjbbpqWmths3ZvbgETMLC9s1zz9hzz1yMzPX3jKRSE4ZP3P0T0eFl3D5rosf/8ejb7Zu37zXkK4pKSk5zbPLisrW3r5tQavwun2XNrOnzF+z8u5L/jLhvcnRWOR3/7xozco2natnhU9Lj4WXwuXFsVj0tnMeiVfFF89dlqhKzPxy3lY79otEUrr17xRe3nhmzNh/T8zJz165aFXnHm2bNc9+6s6X3n9l/LIFK+NViaXzl7craN2yfX64w0HbVk+5OmPS3OJVpY/95u/hcrvOLctKKjKy0sLl3kO7/nPhvZ+8+cXY1z879tKDv/6VWTBzyR6HjgpfWqfubTOz06dPmNWhW5s2nVqEdw3fZcCHr346eLs+ax95VWU8NU11BqyrZfNmOVmZAdSVSAAAAAAAAAAAwOa2ehLozwNoeDq1a1NUXBJsYQZefcteT97c8aCC9g/+IZmXt3jpsryiVcfuumuL3Jx1toxEUm46+b4vPvqqqEdFywAAEABJREFUZrll2/xodHVk9S2zHs+aPC+8HvvviV36dlyz8oSrfvL7Vy9Zu34OzZ5cXUjPn7G4eFVpVWX86btfPfPWX5x/13Hp2dWlctcBnWoS6sVzl99/1VMpKcHon25/3h3H3nrWQ+WlFX+7+5UhO/Q9+ZrD9jx8h3Cb1h1bLJqzNJFIhsszvpwbXnfp3aH7wM6Hn7XfYWfuO2C73umZqcGG6Tag08xJ1XuYN33xornLug3stGLJqvDwwp1//PrnbTu1XOfIY6nRAOBrsrMyWjRvFkBd8bs4AAAAAAAAAACbX6sW+dlZmTPmzOvaqUMADUlKSkpZRcVHEz4fMah/sMWIxkoSy8bH7303befesVXzhr764rCdd8nKzEyJBMnEuhufeesv7r3iiUg0smjO0oEje59+88/ff2n8t+3530998NLj75QWll312OnrP4bJ42ZccdQdUyfMPPv2X+a3zm3ZPv+Sw38Xno7wrpXLi0b/ZNQjNz577XF3p2em/vj40XOmLQjXdx/YeZcfj3zwmqe32qnfQ9c/8/bfx+bmZ5eVlGdkpZ1w1U+uO/7u7Lys0uLyWGp07yN3Ch9+9S/visYi2+87rGa3a4QPDy/feFT7/WKXh659OjywaZ/NOvK8AzKy0k++7me3nvnQlx9P79C19eFn7jfurS/WPvJ19gxQ4+MJkzMzMoYN6hVAnUhJJpMBAAAAAAAAAEDTkkwm4/F4aWnpw6dXHHJZi6z8eij2VqwqfOXt9w/ZZ3QA1LeUigmlXz5aVpKb1SqYcv3HiS9nNDvh5C4/PzbYNHdc8Niovbf6trZ4bW88M2bm5HlHnvujYDN56q6Xf3z86Egk5apj/nDIqXv1HdYtqB2b/ciBRm3S2xWTxy0YdUQyLy8vOzs7FovV/F7EshWFaamxnOzMAOqEGaABAAAAAAAAAGpFfrPc1i2aT50xq2fXggAamEVLl02YNHX3UdsEW4aUZDyrx7aZQUoitmvzrjctTs9rf8AhQWMWi0VvOuW+BbOWdO3Xqc9WXQOAelVRWZmWKkml7pgBGgAAAAAAAABoghrCDNChouKS5//1xmH77x1Aw7No6bKsjIyc7KwAADbMt80A/dzL7wzp37NLp7YB1IlIAAAAAAAAAABA7cjJzurUvu0XU6cH0PC0zM+fNX9BAACbbM9dtuncoXUAdUUADQAAAAAAAABQi7YePHDMpxMDaHii0UhqNCbQB2DTTf5qdll5RQB1RQANAAAAAAAAAFCLMtLTenfrMuHLKQE0PL26FfTr2S0AgE3z2aQZQZASQF0RQAMAAAAAAAAA1K7qSaAnfB5AgzRr3vyX3nw3AIBN8NMf7ZaVmR5AXRFAAwAAAAAAAADUrmg0MqRvr08++zKAhqegQ/uRQweVV1QEAPC9JJPJf7z2QQB1SAANAAAAAAAAAFDrhg/q//FnXySTyQAansyM9M+mTAsA4HupqoonE4kA6pAAGgAAAAAAAACgLowYNGDMp58F0PCkp6Xl5ebOnDs/AICNl5oa23eP7QKoQwJoAAAAAAAAAIC6MKRf7y+mTa+orAyg4elR0Kll8zyTlAPwPSxbvurvr74XQB0SQAMAAAAAAAAA1JGtBw346NPPA2iQFi5e+vr7HwUAsJGi0UhBx7YB1CEBNAAAAAAAAABAHenfq/v0OXNLSssCaHh6dOm83bAh8UQiAICNkZuTPaB31wDqkAAaAAAAAAAAAKDujBjUf8ynnwXQIFVVVX0wbkIAABtjyvQ5/3p7bAB1SAANAAAAAAAAAFB3+nTvumDJkpWFRQE0PDnZWR3btlm4ZGkAABusTcv8Qf26B1CHBNAAAAAAAAAAAHVq60EDPjIJNA1Vl47tE4lEAAAbLD09NTc7K4A6JIAGAAAAAAAAAKhT3Qs6rSwqWrpiZQAN0qriknfGjgsAYMN8MnHqpGmzAqhDAmgAAAAAAAAAgLo2wiTQNGB9unXZfvjQAAA2zOD+3fv37hZAHRJAAwAAAAAAAADUtYIO7corKxcuWRpAg7R0+Yo3PhgbAMAGWLWqpKKyMoA6JIAGAAAAAAAAAKgHW1dPAv15AA1Sy+b5Pbt0XllYFADAd/l44uTlKwoDqEMCaAAAAAAAAACAetC+TauUSMqcBQuDupX8XwF8i3ZtWi1etjwAgO+yz+7bdunUNoA6JIAGAAAAAAAAAKgfIwb1r+NJoGui55WLqpbMqYzH44lEQgbNt4lGIlVVVRO+nBIAwHqNmzi1tKw8gDokgAYAAAAAAAAAqB9tWrbIzsqYMWdeUCeSyWQikVi5qPLP5xf95YKiJXPKqqoq44m4Bppv07dHt0F9ewUAsF4z5y4MgpQA6pAAGgAAAAAAAACg3owYNOCjTz8Lal9N/bxiYcVfLixeuTBZvCz468UVC2eWVFSUa6BZj7kLF/3r3Q8CAPh2B+69Y1ZmegB1SAANAAAAAAAAAFBvmuc1a9kif+rM2UFt+v/6+YLSlQuCH5+bc+hluWWrUp6/MrlkbmlVZYUGmm/TsW2bwX17l5aVBwDwLZ7559sB1C0BNAAAAAAAAABAfartSaBr6uflC8ufuLCsaGl1/dx727RuQ1IPuiindFXkucuDxRpo1iu/We7UGbMCAPgmlZVVOdmZAdQtATQAAAAAAAAAQH3Kzc7q1L7tl9OmB7Wgpn5etbTyyQvLC5ckDzi7un6uuaumgS5bFX32Mg0065Mai2Wkp0+bVbvzlAPQSKWmxvbYcXgAdUsADQAAAAAAAABQz0YMGjCmFiaBXlM//+X8knXq5xo1DXR5oQaa79CrW0Hn9u0MDAC+bvnKwqdffCuAuiWABgAAAAAAAACoZxnpab26dZkwaUqw+axdP69aFHy9fq6hgWYDzZ6/4LX3xgQA8L9i0WifHgUB1C0BNAAAAAAAAABA/RsxqP9mnAR6A+vnGhpoNkSPgs4jhw6sqqoKAGAtWVkZPbq0D6BuCaABAAAAAAAAAOpfLBod3LfXJ599GWyyjaqfa2ig2RCRlMgnn08KAGAtU6fPff298QHULQE0AAAAAAAAAECDMGLQgLETP09sWnP8PernGhpovlNWZkbL/Lz5i5YEAPBf7dq0GDaoVwB1SwANAAAAAAAAANBQjBg84KNPPwu+r+9dP9fQQPOduhd0SktLDQDgv1JSUtJSYwHULQE0AAAAAAAAAEBDMbRfny+mflVZVRVsvHXq54Mu2Lj6uYYGmu+0ZPmKNz8cGwDAahO/nD5l+twA6pYAGgAAAAAAAACgAfl+k0B/vX7uMXyj6+caGmjWr0+3LjtuPSwAgNW2GthrcL/uAdQtATQAAAAAAAAAQAMyoFePr2bPLSkr2/CHbMb6uYYGmvVbWVj01piPAwAIgkVLlheXbsTPLbBZCKABAAAAAAAAABqWjZoEerPXzzU00KxHfrPcbp06Ll+5KgBgi/fZ5BkrVxUHULcE0AAAAAAAAAAADUufbl3mL1qyqqio5ubzr7354fhv7qFrqX6uoYFmPTq2a7OisCgAYIu3z24ju3ZuF0DdEkADAAAAAAAAADQ4Iwb3H/Pp5/9698OLbr79tXc/jMWiX9+mVuvnGhpovk1KSkpFRcXYiV8EAGzZ3v/486Li0gDqlgAaAAAAAAAAAKDB6VHQ+aW33v37a2+WlJWHNzMz0tfZoA7q5xoaaL5Nn+5dhw/sFwCwZVuybGVKSkoAdUsADQAAAAAAAADQsFx35/2/vvrmysqqNWsy0/8ngK6z+rmGBppvs2jpsn+980EAwBZsvz22y87KCKBuCaABAAAAAAAAABqKeQsXX3PHvYuWLV9n/dozQNdx/VxDA133ko1B6xbNB/bpWVRSktySBACs5S/PvhZAnYsFAAAAAAAAAAA0DB3atj7vhGNeeef91979sCoeX7M+M+M/Eysm66N+rlHTQD91TdGzl8V/dEVp645BkJoWjUTDu/zD95tXTWIbnuhEMhGsXm7I0W1uduZXM+f07t4laNKqB/nq/yKRSGDMA/xXVVW8fduWAdQ5ATQAAAAAAAAAQAMSi0X33nn7rQcPeObl1z6b8lXNypoZoOuxfq6hga4zVStXrDj64PB8B41By3hiaRBEo03936JPScm++c60Lt2j0VhgzAOsFv7cstO2QwKocwJoAAAAAAAAAIAGp1Xz/GN/cuBnk6f99Z+vFhWXpMZi9V4/19BA17aaE52orEjMnZN/5FGxdm0DGoBEcfGyO+4oLy5MqawIx3osKrsCqLZ8ZeFLr4857IDdA6hbPokBAAAAAAAAABqoAb179Opa8PbH4xpI/VzjPw30tYXPXpbQQNeG8HRXxavChZzdd0vvPyCgAYgvXlwdQFeURasqYrHUZCRptAOE0tNShw/uHUCda+r/8AQAAAAAAAAAQGOWlpa668gRDad+rtFtSOqhl+SWF0WevSxYPLe0qrIinognVwvYZMkgmUjEAxqeynCoV1UlkokAgNXSUlM7tmsdQJ0TQAMAAAAAAAAANFwNau7ntRUM/P8Gesm8Eg30ZmRi4QYrkYgnkgnjHGCNr2bNe/vDCQHUOQE0AAAAAAAAAEAD1WDr5xprGujnrkhZOr+0UgO9+fgaNkzOC8A6OrRrtc1WfQOocwJoAAAAAAAAAICGqIHXzzVqGujSlZFnLw+WaaABYAtTVRmPxxMB1DkBNAAAAAAAAABAg9Mo6ucaGmgA2GJ9MXXWjNkLAqhzAmgAAAAAAAAAgIalEdXPNTTQALBlGj6o15ABPQKocwJoAAAAAAAAAIAGpNHVzzWaQAOdkbVxFwBgzvzFK1cVB1DnBNAAAAAAAAAAAA1FI62fazTqBjolJYilbtwFAJg2c15JaVkAdU4ADQAAAAAAAADQIDTq+rlGE5gHGgDYcKN3GlHQsW0AdU4ADQAAAAAAAABQ/5pA/VxDA73hPhg/cVVRcQAAjdY7YyasKvRZRj0QQAMAAAAAAAAA1LMmUz/XaIwNdDwe79+//+uvv15zc/z48YMGDSourt2ia+Lkqdf94f43P/z4e39l/nnD9Q8fe+zv9//hbfvsHS48c8nFa+564eqrp77zdlBrSpYvf+CoI9dZOfHFf4SX4HtZPG3atHffCWpBeEj/+t3vAgBqQUlpeSwWC6DOGXYAAAAAAAAAAPVp7fq5cHGjr59r1DTQT1xV+OzliR9dXtqifRCkpkUj0fCulJSUoOGJRqMPPfTQT37yk7Fjx2ZnZx999NHhzXAhqGVl5RVPv/zamE8nHrjnHt06dwg20l7nnR9ef/Doo2VFhTufeNLad+178cVBneu5/Q7/uPaagXvvE2y8r957LxKL9hi1fbC5hcczcO8AgNoweqcRDfOTnSZPAA0AAAAAAAAAUG/WqZ8Pvji325DUoElodA301ltvfeSRR55xxhkDBgw46KCDhg0bNmbMmMsvv3zlypU77bTTNddcE9489NBDu3Tp0qNHjzvuuCMIMoPNZGMXPiQAABAASURBVM6CRbc99NjIIQP322Pn7IyMYBPcd/hhLbt1C7/CqRmZfXbdpWzVqs9efrl9375fvf9+7512Li0sXDFnzo7HHdemV6+a7e/5yU+OvOeeWEbGDduPOvGpv7UoKAjXHP+Xv7x9372T33gjHJ0jf/azQfvu9/wVV1SWlqxauPDQ3/72mYsvLlqytE2vnjV7eObii2aPG9esbdtRR/2i1047la5aFY7q4iVL/nzG6Z2GDKkqK89q3ny3X/3qhauvDtdn5OSsmDdvh2OOadev31v33rPmKXrtuNOYJ/4SHna7vv06Dx0a7rZo8eI/n35aj1Hbz504ofOQIWVFRWWFhb133Knf6NHhmtfvuCNc02X4iN1PP72iqOjFG29YOW9eIh4fedjh/ffc876fHd51xNaJRLx46dK9zzt/6rvvLJw8ZeThh69zSIumTAlfS0okpXWPHjmtWu9xxhkBABvp0b+9csSBozXQ1D0BNAAAAAAAAABA/WjC9XONRtdAX3jhhTvssMP8+fP/+c9/hqfmF7/4xQcffJCdnX3KKac8/vjjX3311YEHHnj11Ve/+eabK1asXL5iZUlZaUVFVaiy+ipeGa9a/f/wf/FYNFpSVrb+p5u3cPHaNz8YP3HC5KmH7bdX3x5dgu+rrKho5GGHdxg48IWrr65Zk5WXv9MJJ7YoKPj8lVcP/e1vp7791vjnnxt95lk19/bdbdevPvggPSe7RZcuM8eMKV25smDYVjM/+mj6h2OOvPe+RDz+p5NPate3X7hl+379D7z+hrfuvadt7z6H33H6l6+99u5DDyaqqqa+/Xa4ZbO2bWeMGRNu1nX4iLmffprfocOqhQtHn/HraFra7fvtu+Nxx4V3te3Vc+ufHvbp889/9vLL4XGu8xRbH/qTSCxaUz//57UUFu566qmFixbd/ZNDf/3Sy+EZeeiXx/TdffdnLrrouMceT83KCl/jxH+8EB75oL337jFq+3kTJ/7jumv777lnRUnJ4P32a9Or1/OXXz5n4oQ1O1znkP55ww27n35a9+1G/evWWwMANl74zty9c3v1M/VCAA0AAAAAAAAAUA+afP1co3E10GlpaT/84Q/z8vIikciCBQsKCwtvueWWcH00Gl21atUpp5xyzjnn7L///l26dOnXf8AXU2c3z88Lz2IsFs3MyEiNhVtFU2PVqpdj0ZTgO17gwiXLlq1YueZm+KAdRmzVp3vXcHQEm6Bt795r38xu2bL6pWVl57VvFy5EorGKktI19/beeZePnngiPSd7t1N/NeEf/1i1aGHfXXZdPmdO1xHDUzOrp7juPHTogklfhgs1Uz4vnTVryL77hQs9t9/+3YcejMRi+1508Us33ZRIxLc64IBwfY9Roz57+eWRhx/eonPnaFpauCYzLy9eXh4utCyoDrszmjWrqij/xqdYR06rVuF1enZ2szZtw12lVFVVlJQUL11aXlz83iMPV7+WSKS8qCirWd67f3xw0uuvFy1ZkqiK1zy2Zdeuq58rt6q8Ys0O1zmkJdO/6r7dqHAchq9l6rvvBgBspPB9eOSw/gHUBwE0AAAAAAAAAEBd20Lq5xqNbh7oGq1bt27RosXZZ5+dmZn5zjvvhIf63HPPHXvssdtuu+0ll1zy0IN/PPP0S4NNk5b2/yd9QK/uB/xgt1bN88OxEY9XBZsgJRL5n5vr/SK369t38bSpqRmZo8886+3771u1cMFOx5+QMWnS1HfeCe+tKC6e9cknfXfbPQg+Skmp3m2b7j0WTZvabdttF06ZHN4sW7ly7sSJP7/nntKVK2/d8wf9R/+gbd++//7DnTVP/LUj+/817Xr3XucpSlesCF/7t22/RlaLFpl5eaN+cXRqRsasjz8OX927Dz/cbeQ2Iw79ydS333rt9t+v71X/78rWPXoumTatdc+ei6ZOCQDYeCtWFr30xpgjDvpBAHVOAA0AAAAAAAAAUKe2qPq5RsNvoJcsX57drPnaa6LR6D333HPiiScWFxe3a9fu0ksvzcrKuvXWW6+55prw9N1+++3BZpLfLPfgvfYY0LtHUE86DBxYurJ6IuqOgweXFxVFYrH2AwZ0HznyqfPOnTFmzIA99+w0ZMi4Z5+t2Xibww9/8uyzpr79drt+1VN+ZuTlpWdn/fWcc1YtXLDzCSfG0tPDlXlt2xUuXrz+J/36U1SVlf37D3e27ta927bbrueBkWh0/8sv//uVV1SUlua0bLXLSSf12G67135/++cvv5KZl1dZVhpssH0uuuiNP9yZTCRj6Wm5bdoGAGyktLTUUSMGBlAfUtb9xSkAAAAAAAAAgMZv9TS68dLS0odPrzjkshZZ+Q1lpuGa+rl4edVj5xZvIfXzGrMmVj5xVWFmXuJHlwct2memrm6gU1YL6snMufNnzJk3e8GC9q1b/WjvkRv12KKVwSZ66G/Pt2nZYvfttll7KuiaGaBLFs4r/fEPOj30UHr/AQG1Y8I/XugyfESztm0/ePTRSGps65/8dD0bxxcvnrHP3iW/uS23/5Ds7GZpqenRaDQA2PJMerti8rgFo45I5uXlpaalVVTGm+flBlDnzAANAAAAAAAAAFBH1tTPf75gi6ufgwYzD3R4FqbPnjtj7rzwunP7dt06dRw1fEhaaj1UND/dd6/09C1oADQ0Wfn5r956S9HiJeHywTfdFACwkWbPXTx99oK9d9u43yCCzUIADQAAAAAAAABQF9aun1cu2OLq5xr12EAnksmvZs6ePmfujDnzu3XuGF52HjkiGokE9Uf9XL96jNo+vAQAfF8d27fq0K5VAPVBAA0AAAAAAAAAUOvUz2vUfQM9d+GiKdNnTZ8zt1unjr26dhm9w3YBALDJSkrLgiDSLDc7gDongAYAAAAAAAAAqF3q53XUTQO9srBo8vSZU6bPzM9r1rtrwS7bjljPxslkULQyAAA23NTp89LSUtu2bh5AnRNAAwAAAAAAAADUIvXzN6q9BroqHl/dPc+qqKzs1bXgR6N3zc7KDACAzW3EkN6pqX6qoX4IoAEAAAAAAAAAasua+vkvF5aon9ex2Rvo2fMXTP5q5sx583t367LtVoPatmoZAAC1ZuqMeS2bN2vXxgcu9UAADQAAAAAAAABQK9aun1fMT6qfv26zNNDLV66qnvJ5xqxWLZr37lqw+/YjAwCg9i1cvCwnOyuA+iCABgAAAAAAAADY/NTPG+h7N9AVlZVTZsyaMn1WPBHv1bXLQXvtkZmRHgAAdWXHkYNjMRkq9SMSAAAAAAAAAACwWamfN0pNA126MvLs5cGy+aWVlRXxRDy52jduP3PuvFfefv/x5/+5qrBohxFbHbTXHoP79lI/A0Ade/298StXFQVQH6T3AAAAAAAAAACbk/r5e9iQeaCXLF8xZfrMydNndmjbplfXgtE7bBsAAPUnEklJTZWhUj+MPAAAAAAAAACAzUb9/L19WwNdVl4+dcbsKTNmBSlB765dfvrDvdPTmv6XtCb7TlZUJsvKAhqAZHl5sFaOD0Bop5GDYzEZKvXDyAMAAAAAAAAA2DzUz5uopoF+8ur/NNAlwYLpc+YvWrq8Z5eCXbYd0SI/L9gyJP+7MPe4YwMakpSUSEgGDVDjkadeOfLgPWOxaAB1TgANAAAAAAAAALAZqJ83i4KBqT+9PPfPlxc+cWH5gF8s6dmv026jRkYj0S0qOQ1fbDS3WeTm28vKSioqy+NVVYlkIqD+RFKqo+e0tPS0TgXRaCyl+hRpoIEtXfiTT79e4btiJID6IIAGAAAAAAAAANhU6ufNqGPfmgY6mPpYj0FXpVRWVgSpadFI9eySW0h1mhKkRFLT04dunSgviVRWVMWrwgEWUH9SVs/8HIuGZyUjvI5GzXUKUG1Q3+4B1BMBNAAAAAAAAADAJlE/b3b/baALn7ksccAVZc3bpgSxYAtpoFNWi8ZiqUF6SiSSSI+Ho0sAXe8ioZRIeFrCS8rqCaEDgC3bqsKSNz748OcH/yCA+iCABgAAAAAAAAD4/tTPteR/G+jS5m2DLaqBDl9pSiwlFo0l/yug/tQMuZSaiaBTVrfQAmhgi5eRkbbTtoMDqCcCaAAAAAAAAACA70n9XKu22Aa65tVFo+ErjUqfG5Q1JXQAQDJIS9WgUm8MPgAAAAAAAACA70P9XAe28AY60NoC0FDNW7R07oJl+7ZtFUB9iAQAAAAAAAAAAGyk/6mfFyTUz7WnpoEuXRF55rLk8oWlVVWV8UQ8uVoAANSTjm1b7jhyUAD1RAANAAAAAAAAALBx1qmff3JpM/VzrdJAA0BDs6qoZOWq4gDqiQAaAAAAAAAAAGAjfL1+Lhiofq51GmgAaFDmzF8yf9GyAOqJABoAAAAAAAAAYEOpn+uRBhoAGo6hA3oMG9QrgHoigAYAAAAAAAAA2CDq53q3TgNdWVmhgQaAejF1xrz5i5YGUE8E0AAAAAAAAAAA30393ECs3UCvWFSmgQaAerF8ZWEy4cOXeiOABgAAAAAAAAD4DurnBkUDDQD1bushfTq0axVAPRFAAwAAAAAAAACsj/q5AdJAA0D9euP9CStWFgVQTwTQAAAAAAAAAADfSv3cYGmgAaAeZWelp6f7oYh6I4AGAAAAAAAAAPhm6ucGTgMNAPVlxODemRnpAdQTATQAAAAAAAAAwDdQPzcKGmgAqBeP/O1f4U9KAdQTATQAAAAAAAAAwLo2sX5evnjVBT/7bXjZt8eJNQvj3vlyQx64YPaSC4+4Jdh4V590V/B9zZoy/+M3Pw++l1P2ubKirDLYZE/84cXwq3TJL373+O0vbGy7rIEGgDoWfsgOG9gzEtGgUm8MPgAAAAAAAACA/7Hpcz83b93suj+dGV6ym2XWLAzdvm9Qm9p0aDF76oLge/n47c/nTl8Y1J+pE2d98K9Pw6/SVQ+e/uFrny5dsCLYSBpoAKhjBR3bBFB/YgEAAAAAAAAAAP+16fXzN3rvlXHPPPCvsuKyIaP6HXXOARXllXdd8eeZX85Ny0g79sKDew/puv7t3/7H2Ddf+Khj17bzZy7acd8RO+034l9/e/+JO1/Ma5mbk5e18w+3HrbjgLFvfda5Z7s7LnkskUxk52QtnLPk0JP27jGg81/u+McH//o0mUj+8Be77XbAyNsufKSspGLJ/OVXP3R6WkZq0arSFx59PSVI6TGwYOWywg08yPuu/evHb37Wvkvr0uKyYPWM1/dc9Zdli1flt8w9+crD41Xxq064s+9W3cM95LXIPfKsH/3jT2/+6XfPte/aZutdBv3k5L3X2b7nwILf/PW8cD+lJeWJeCKWGg02Xk0D/efLC5+5LHHAFWXN26akxFKi0e+zKwBg/YpKyt4fN/GoQ/YMoJ6YARoAAAAAAAAA4P8lk8mi5fEnLipZuSBx6CV5m6V+riivuvuKv5x189G3PHNhWWn5K0+88/R9r+S3yL3lmQtOu/7nvz3nwUQiuf7tw5WxWPTEA1epAAAQAElEQVSY8w887uJDn33otZLi8j/97rlrH/31VQ+eVpMgDxnVZ/K46TUP79qrY7jlNrsNfvOFjz59b/L49yZd++iZ1zz66xcefX3WlPnhBj0HFtz4l7PTMqpfWk6zzH2P2OWHR+7ac2CXDTzIiWOmTvts1q3PXnT8xT8pXF4crrnnqr/s+7Ndbnj8rG1HD334N8+Ea5YsWH7M+Qf96poj3vz7mPLSirdfHHvsRYfe+OdzWrbNj1fFv759qKoyft5Pbt79wO3yWzULvpeOfVN/cmmzspWRZ69IrlhYFo9XJcKDNgk0AGxumelpO287KID6I4AGAAAAAAAAAPiPmlg2WZ36JoOUcGHztLNLFyzv0LVNm44tIpGU4TsPmPLZzAWzlgzfaWBKSkqnbm0zs9OXL1q5/u3DlR27tQ2vc/KzK8sql85f3q5z65bt8tMz0wZt0ztcn5oWq063V5VWb9m9ZsusyvLK+bMXD9ymV0ZWWlZORr9hPaZ9Pju8q2vvjptykHOnL+w/omdaeqxt55YFfap3Nf3LuR+9OfGx3/195uS54dct1L6gTXhI4UJufnZFRdWxFx3yxvNjzjvs5sXzloU3v759KNxg690G7f+L3YJNk5aVEiSSlZWV8XhV9XkEADa3qnhic/2YBN+PABoAAAAAAAAA4P8lk8mMvOR+FyVyWiWfvGbVrImVwSZr1b75iiWrqirjiUTy4zc+b9uxZbd+narb3yCYN2PxonnL8lvlrn/76rUp/79B6w4tFs1dWjMl84xJc2tWDhrZZ8L7k6o3TPn/Tbv36zRj0rxwoaS4/POxU9t2qt5VSiRl7aeLpKQkN+YgC3q1nzm5ep+VFVWzplQvdO3TcbvRWx1++n77HbHLwK17rz6G//kK/Ptv759327E3PH72J29/8dmHU7++ffXxb9M7vBlsgrlfVv75ipXJSMUuZy3LyI8nq0+mNgsANr/Fy1ZOnDQjgPoTCwAAAAAAAAAA+K+U6nw4JSs/sud5Rf+8PuMvV676yaXNCgamBpsgNS128lU/u/W8h74cN71DQevDT9svKzfjoZuevuK4O6Z9PuvIsw6IxqLr337cu1+svUFGVtoJl/7kulPuzs7LKi0uj61++Da7DXriDy+u89S9BnXZavu+N55+3/j3J+20z4h+w7q/+tS762xT0KvDI7c+V9Cz/QYeZL+tunfu0e7cn9zcpXeHVm2bh2vCg3n01ueeuOvFjMy0Hx29x9e/An2Hdb/9wkeXL17Zvkvrgdv06jGg89e3f+GxN7KbZR564l7B91JdP19emJZbucPpCzLzsqKRaEp1hp0SAACbW/s2zXv36BJA/Unxi24AAAAAAAAAQNOTTCbj8XhpaenDp1ccclmLrPwNDWHDB1bFqyorykvLipcvLH7lppyiJdFNb6A3u6fuffnHvxwdiaRcdeIfDjlxr75DuwVbsJr6OTWnYofT5uW1zsjOys3Kyk1Py4jFUiPh1yhFBg0Am8ektysmj1vQZ99VaekZfXp2icViPmepF2aABgAAAAAAAAD4H9FINEhNSwbJ/DbJPc4ufPXm3M0yD/TmFUuN3nTGfQtmL+nat1OfIV2DLdia+nn7X83Na52ZlZmTmZmdlpYejcbUzwAba+05Vc2v2uSt+ZTc2I/LxctWZWZWBlB/zAANAAAAAAAAADRB33sG6JrHVs8DXVVZUVleVlayfGHxqzfnNsx5oFm7fs5vU10/Z2XlpKdnxqKp0WhU/QywUao//xKJRGVp9f+TiUAD3XTVfESmBJFIWmbN7wtt4IdmzQzQo45I5uXlZWdnmwGa+mIGaAAAAAAAAACA/1HT8cRi/2mdm7cNGuw80Fs49TPAZlTz+z+Vc8atvOfggC1DMiXS7KJPw595otHqmnTDPzqnzpjfoX28Z7fsAOqJABoAAAAAAAAAYF0a6IZP/Qyw2SUSiaqqykhms85nPxHQ1FUunzv3jmNLy0oyM7JSUiLhp+eGP7a8otJHLfVLAA0AAAAAAAAA8A3W00AffFGzbkM00PVJ/QxQG5JBMh6PJ1NSonmtA5q6REVx+IlZXl4a/rSz+geejQigB/QuyMvLC6D+RAIAAAAAAAAAAL5JymqxWGpaanpGRlbzttl7nF2Y0yr+16sLp4+vDKgn6meA2pJMJhLxgC1GMpmsileGJz252oY/8N2xXy5bURhA/RFAAwAAAAAAAAB8q29uoFtXaaDri/oZoJZsbAJL05CIxxOJxMae+vy87KzM9ADqTywAAAAAAAAAAODb1TS1q/9p+GrN2wZ7nF346s25f7268OCLc7sNSQ2oK426fpYVbplqe1gaV1sgg4rN6/ud8X49OmWkpwVQfwTQAAAAAAAAAADfQQPdEDT2+jlUPcVmkAzMsboFqB6QKSmRlEgoqLVitWZQJZIJg2pLUPMvEoT/DwfVf5eh3vz1xXd/ceieAdQfATQAAAAAAAAAwHfTQNevJlA/PzLtnQs+/qtKdctxet/df91vz2g0Fg7RoBaEYykej3d/+pyqRMK42kK0Ss/5cO+LU2OpkUj1oNJAU1+SQXL4oJ6x2nlzgw0kgAYAAAAAAAAA2CAa6PrSqOvnGvFEvKKyoixemZeelZuaHtCklVZVLi0rKq0oq6gsT1v91lEzZW+wWa0OoKtKqipSgpT22XkBTd3cohWl8Yry8tJwOTWWEtWeUq+aN8sJoF4JoAEAAAAAAAAANpQGuu41gfq5ev7nRCIerwqXzxy+x/GDdgpo0p6dNu7EVx+trKyoqCiLRWPJ5OZvtFaPqVA8XOjSrOW7h50f0NQNeOiyZDxRXl4ajcbCcRUEAmjqTUWi7J2xX3Qt6BBA/YkEAAAAAAAAAABssJTVYrHUtNT0jIys5m2z9zi7MKd11V+vLpw+vjJgs2oC9XON6gY6SAZsSeLxqvCSSCZq69SnBOHOG9F3AZsufCOprKyoCd+r31SgnqSmpO24df8A6pUAGgAAAAAAAABg42ig60aTqZ9DyaB6vt6ALUnNSa+9814zCXTAFiaeiDvv1Lt4EC8pLQ+gXgmgAQAAAAAAAAA2mga6tjWl+pktkzl6gaaqJL5q2sz5AdQrATQAAAAAAAAAwPehga496meALVlledmT9956xUmHXffro++9/qKVSxcHdeKjN19ZPG92UPvOOGT3oDFrFm05anjfAOqVABoAAAAAAAAA4HvSQNeGmvo5ll0+4KhJ0eyE+hlgS3P9WceG1xfd9tAFt/yxZ/8hD916TVAn3nzxmbLSkoDvUpJYNX/xigDqVSwAAAAAAAAAAOD7qulxY7HUmpvN2wZ7nF346s25f7268OCLc7sNSQ3YGGvN/TwvlpO9fGXJ5BmfdmzXvkeXgratWqmfAZq8uTOmLVkw75Dfn1Fzc4e9frTVqF3ChacfvPPjd15LJhJ7HXrkDnse8O4rz7//2otdevWbOObdYTvsWryqcNG82T8++uTZ0yZ94/rO3Xu/9eLTr7/wVGVF2V6HHDVq9A9r9tCuU9eFc2duu/s++S1aTZ4w9p7rLzrr+jtuOOv4lEikWV7zo359SfuCbjVHcu/1F5aXli5dtODCW/8YPnDNrkbuutdZh+1106MvpKZnPHX/bS3atC/o0efJe28tKV7Vb+jIn550dllJ8YO/vXLx/LmJRHyvQ44Mnyto5EoTxcUlyQDqlQAaAAAAAAAAAGCTaKA3l7Xq57n5bTKzMnO6ds6JRlNnzl34/icTq+JVvbp26d2tS2ZGegBAE1VcuKJDl+5rbqampee3avPFJx98/vH7F9/+cCKeuO7Mo7v1HhjeldMs/6BjftWuU5cPX3/p19feMe7d19984W/d+g74xvU77Xvgmy8+c8nvH60oL73i5MN7DRga7iEaix1+yrlLF8677dIzrrj7id6Dhh9y7GnzZ83IzMo+/arfrVi6pKykeO1j69Z34KlX3DL7q8nr7GqbXfYc89ar2+2+77uvvnDNfX+96JcHX/PA39Izs+6/8ZJ3Xn62fefuo0bvN2Tbnb76YsIDv7m8CQTQrVI79O4mgKaeCaABAAAAAAAAADaVBnrTzZpY+eTV/1M/Z2XlpKdnxqKp/Xv1GNC754pVhZOnz3zqn6+2bJ7fu2tBjy6dAwCanOYt2yxdOG/NzXhV5buv/L2qqqrv0K3TM7LCNX0GDp8x+bOUSCSvRavwZmZWdsu27cOFaGpqWVlJuPCN62dPm1RZXvbU/beFa9p36rp86aJwoV2nruF1dm5eZUXFmmfsO3SbAcO3vf3yM9PSMw78xSlrH1unbr3C66/vatcfHvzo7dc3y2/Rd8jwstLS8OleePz+8N5INFpaVJSTl/f8n+75+O3Xli9dnIjHg8ZvceXc+Ysy8vLyAqg/kQAAAAAAAAAAgE2WsloslpqWmp6RkdW8bfYeZxfmtK7669WF08dXBqzXeurnaDRa05fnN8vdZsjAIw7Yd1CfnrPmLXjgyWfeGvPxgsVLAwCakNYdOjdv3fb9114Ml+PxqmcfufuTd9/o2qvf7K8mh2vKSoonTfgo3Cao/uT95j184/rO3XtnN8s76JenhZeho3Zu1bbT17eMRFKSyeRXX0xo0brdxbc/sufBP3/k9mv/Z4No9Bt31b6ge2VFxT+feGiX/Q5p1rxldk7uD484Lrx3+x/s36V3v78/dv/A4dsdffblu/3wkKCJSMZipt+lnhmCAAAAAAAAAACbh3mgv59ZEyufuKooLXd99fPaOrVrG152TgyfNH3mh+MnlJaX9+7apVfXgpzsrACAxu9Xl9/ytwd/P+7d1z/98O0OXbqfcfVtOXnNB40YdfulZ3wxbsw2u+7Za+BWSxbM3ah9du7RZ5td9vz95WeWl5V27zuo+ejWX9+m54Ch99906YkXXvfVlxM+ee+NVcuW/Ph/Z4Bez6522HP/5x69JzywcPn4C66797qLy8tL81q0OviYXw3aevsn7rnl/X//M6dZXnlpadD4tU7t1LpFMoB6Vf37CgEAAAAAAAAAQNOSTCbj8XhpaenDp1ccclmLrPyUoK4kV6uqqqyoLC8rK1m+sPjVm3OLFsc00N/ov/Vz+QbWz1+3srBoyoyZU6bPapab06trQe9uXYIGJpFIhIPh/i//fclnf79i1P7HD9ppox7+0Zef//zqS/p37VZzMz839/7zLgu+r8mzZ8xZvHi3YVvX3FywbOkvb7jihRtuC2rHuX/43RmHHN6hVetvvDeeiB95zSXn/+yYQd17fv3e595549Npk4/d78BaPcKve++zT+9/4Zn7zr00+L6enTbuxFcf/WXH4Wf2GZ2Tk5eRkRWLxjZkMG+46jeZeFX4DtPt+Qu75LZ897DzN+rhh1523sqiwpzM6t8ZyMpIv/mUs9o2b7H+h6wzcjbcd46x6x994PdPP/Hpg39pkZsX3pz41bQfnHXS367+zbYDBgWbbMdTf/nKb/+QkZZWc7NmUF18TPsyEwAAEABJREFU5HE1Nx//1z/nLlrYo2Onz2Z8tWblGufceeue24zaY8Q24fK8JYtvffKxG086PdgES1auOOraS7/3YB7w0GWJqvi/tzupWW7z7KzcWCw1EokEm1X4ZhV+eBVPe7/qb6d3u/K1gKaucvGMWTceXHrci82atQgHVWpq2oYMqklvV7z0/qv7HNK1a0GH7OzsWGwzv7/BBjIDNAAAAAAAAADA5mQe6A236fVzKC83Z8SgAeFl7sJFU2bMevPDsb27denVtUv7Nq2CpmKr3r0fu/S6YHP49ydjY9FoEPwnY23XomWttsU7Dx3+ykfvH7XXD79+1/T586595L4ps2etfw+1fYTreOSlv//5tZfb5DcPmrobTjx9aK8+4cLdzz11yxOPXn/Caevffp2RUyM8idPnz11/Fb0hZ7BXp4J/vP/OEaP3CZeff/eNNt9VY2+4t35//3du8+Oddg8v69+mQ6vW85cuSiaTQk8I5UZbZGWmBVCvBNAAAAAAAAAAAJuZBnpDbJb6eW0d27YJL7uMHDF5+syPJ36xqrh4dQld0CwnO2haCkuK9z771EcvvbayqvLUW2947rpb9r/g16MGDCmtKFu+atVtZ5xbFY9feM/vv5j5VUZa+pXHnDS0V589zzq5R8eCynjVZ19NCb+2g7v32rrfgGCt2Xn3OfdXuwwdPmvhwlg00io/v6y8Iicz8/wjjvly5vSrH75vVUlx9c2fHTO4R6+L773j9XFjO7dps2j58j9dem24t0vvu3Ph8mWt8/OvP/G0WDR64EVnRyIpLZvlX33cKTsMHnLunb87aq8fPv3mv559583u7TvOWDBv/x12PmCHXZcXrjz5gENve+rxdV7dpFkzTvzNtWmpqR1aturRsdOaI3zhvbcfeOGZssqKgjbtrj3+1NRY7NgbrlywbNmg7j0+m/HVa7feXfMaw+P51YGHrn3MbZq3OOqaS3bdasQnUyeP6N2vsLRkRVHh6BEjf7j9zt/wxU1JuebYU37318eCLUMikViwdGlmWka4/Nsn/vTymPeSicRxP/zxwbuMfuifz9/8+CNd2rXfY8TIo/f54UMvPrf2yKkxa+H8t8Z/vE4Afc6dt8YT8bzsnC9nTb/2+NMy09NrzuCeZ5+y/cAh4TMuXL78uhNOzc/Jrdk+3O2PdtjlhXffrAmg3504ftv+g8KV4ZZXPnjPhK+mJoPk5UefGI69Nac4Kz09HADpqakTp08bNWjIqqKiRStW3HTy6fF4/IK7fz9n8cLwAI7d78fhbmtmgJ65YN7ag2qdL0I4OMMhdOx+Bx517aUj+vQvKy8PvwUuOOKYmns//GLitY88cO95l/Qp6Bo+3aDuPdd5IdFIZJ0nXWeD8Jvi+JuuCr9f+hR0C6BJaB5rk5a6mScgh40lgAYAAAAAAAAA2Pw00Ou32evntfXu1iW8FJWUTJ4+88XX387KzKgpoSORxlprvf7J2A4//kHN8gE77nbnmeffdMqvf337TeHNe8+9JD01raSs7IQfHdSuRcs/PPvkn155cfmqla3y8l+6+c5p8+Ycfd3lb9x2b2FJ8Qn7HzikZ++7n3sqFo2u3bDWKCwpOXz0Pp1at9nh5KPvOvvigd177HPur04tLZk0e+blx5zYs2PnPzzzxNNvvraquOjL2TP/detdS1au2P2ME8MHXnrfnb/YZ//tBgx+6o1Xr334gYN23i08l+FRLVq2vLi0NHxg+N1QUVUZbhme2kt/cfycxYtOuPnqA3bYdVjvft/4Yi994K6Lfn7s7sO3vuyBu9ZeP3PB/EcuuTojNe0X11324ReffTp18uAevf58+S9fHvP+uKmTV7+E/7zGZ99+fe1jPuFHB68qLj7/iGMWLFu6xxknfvzAY/FE4oALz/zGAPrnP9h3wldTgy1AeH7D65bN8vfcZtvwy/XuhHHvTBj3t6tvTiQSh152Xvi1fe6dNy8/5vgf77jbk6+/mp2RddTe+689csZNmVSzh2D1HNLhl/e0g366Zuc7Dh764512Hz918nWP3n/lL0+uWRmO0kN23aNfl+6/vv3mj778Yo8R26zZvlV+fkVVfFnhylkLFozsP3DOouq5lh/65/O52TlPXX3zrEULfnblRW/9/v41p/icO28d2qvPobuOPufOW7IzMn99yM+ueujet8Z/0ia/+YE777bbsK3Dpz73rt/9aIddavb/bYNqHQuXLrns6OPTYqnbnnDkGYf+LKiunyeEo+vRS67Oyczaa5vt//3JR4O691znhbRs1mydJ11ngwnTp/Tv2v2xS4974b2373zmiQAavy9KPtwuvk0A9UoADQAAAAAAAABQKzTQ36ZW6+c1wp0OG9AvvCxYvGTKjFlvfzSuW+eOvbsVdGrX9tsekpoWpGd+956LVgZ1bJethj926XVrr9luwOCMtLTM9IyCNu3Cm5npae1atAwXurRp/9ann1TXzHvsGX4le3bsnJWRsXD5svCufl2/Y/bZts1bhNfZWVmd2rQJF1JjsaLS0rzs3Ksfvq9Vs7xp8+YM7NYzvN6u/8D01LSOrdoM6No93OzzmdNfG/vhO59+Ul5ZGZ667QYO2XHQ0JNuvjYjPe3MQ38ebjCsT983x30SLnTvUD3zbn5OTnlFxXoOY8rsmbsNGxEe/E5Dhr//+fg162Ox6Jm3/yaeiM9ZvKgqHg+P5Mg99w3X/2Drba966N6abWpe4zrHHK5p3bx5eJ2TmdmuZcu0WGr48JKysmDL9o8bbx/aq8+am9MXzB81YFBWevVU0CP7DZzw1dQrjznp+j/d/+CLz++y1YjyynVPWfjYeU+//Ma4sa9/8tFlR5+wzr1d2nUIr7u2bz959uy11/fsWBBUj4Hcr+/wh6N2/Mf770ydPeuwPfa65Yk/hWs+nzG9sKT45scfCpcL2rYtKa8+ZWuGcZv86uGak5kVDsVgdV5fUlaSn9vl90//5aUP31u0fGk8Hl+z828bVOsoaNc+bfU7dl5ubs0ofWP8x0tXrqgp+If36febvzxc03mv/ULyc5t9/UnX3mDanDmH7rZHeHP34dsIoGkaOqf3Dt+TA6hXJiEHAAAAAAAAAKgtKavFYqlpqekZGVnN22bvcXZhTuuqv15dOH18ZbBFqpv6eW3tWrfacethvzz0gIIO7T79csqfnv3Hh+MnrlhVGDRmL3/4XstmzYvLyp5/583wZml5xYwF85PJ5L8/+ahfl24Dunf/YtaMcP1X8+fOX7K4dX51/htJqS6FIpGUcLNv3Oc3fvEvuf/OC484+uZTzqyZsLl35y6TZ88KF6ri8ZqFfl267rPtDmcfdtTR+/xou4GDx02Z1K5V66euvvmX+/740gf+EG6w61Yj3hj3UfX+gw3Sv2v3z2dMDxcmzZ6xZuXC5cvueubJ2884755zLqmJdHt17jJp9sxw4bPpX63ZrOY1rnPM3/bSWNvAbj1qxkxRacn7n08oaNP+yX+/fNfZFz977S1vjBv73sQJ6xk5X/flrOpT89rYD/sWdFl7/TeeiJrd7jtqx2feen3mwvl9CrrWrO/XtdugHr3CoXXWT4/cbsCQzLT04L+nePWuvuF573z6iR0Hb3XDiacdPnqftdd/46D6unUOL7x57mG/OH7/gy646/c1N/Oyc1cWF66z5Tc+6dob9O3SteYL8sWMrwJo/BLJRCwlLYD6ZgZoAAAAAAAAAIBaZB7otdV9/by2nl06h5eS0rLJM2a+/PZ76WlpvbsWdOvcKSN9s4VcpWUVmRmbPwv7ZPLkgy4+e83N60887dpHH3j++luLy8r2P//0bQcOClde98j9E6dPHdCtxxE/2KcqEb/mofuPvObiT6dNPe9nR8ei/z9PZ5/OXW547KHenQt2GjJ8Q5569IiRp9xyfV5Os7RYtHlu/nYDBr878dOjrr20oE273KzM1Fj0qmNPufFPD/7uqccz09JP/NHBndq0eezVF//10QeLV6z49SFHBKub6TmLFw7r3SfYMOEOT731+rbNW2SlZ7Zr2aJmZau8vHYtW/308vNrutflRatO/NFBF997xzHXXx6+orVf4NePeT3Pddrvbtxu4ODDdt8r2OIN6dl7p8HDTrjpmvc+G7/fqJ1G9O2/YNmSs37/20UrlnVt12HUoMFpqdGvj5ydhw4PL1/f21Ovv/qnV/5RXFr658uvDzZM67zm0UhkRN8Ba9Yctdd+1z/6x6Ovuyw8v/uO2nFD3h/Cg7n+T398/p0383NzS8v/f5LvbxxUG+i4/X78wntvvfzhez/YZrs9t9n2tbEfbuCTrnHsfj8+9oYrwgcO6t4zaDDKyyvT07fcf4iATVFaUbqoYlYQDAigXm3E7+UAAAAAAAAAADQWyWQyHo+XlpY+fHrFIZe1yMqv5/lfk6tVVVVWVJaXlZUsX1j86s25RYtjW1QDXb/189ctWrpsyvRZ0+fMzc7M7NiuTXjp2rnNfvuPHjp06E033RRusGLFit122+3jjz9e54FFK791n3c99mSXjh1Gb79tLPb/SW4ikQjP+/1f/vuSz/5+xaj9jx+0U7C57XjqL//9u3vW6YBrw/ylS96Z8MnBu4wuKS/b/fQT3rnzj5FI/fwT9B9+MTGZDEb2Hzjhq6k3/OmPj15yTbDx3vvs0/Abc9TAIcFm9ey0cSe++ugvOw4/s8/onJy8jIysWDS2KSP8vr/87aC9RjfPy12zpvr9JF4Vvpl0e/7CLrkt3z3s/KDBOOfOW/cbteM3htFsigEPXZaoiv97u5Oa5TbPzsqNxVI35bvvN/c9vP3woSOHDlp7ZIZvVuHnVPG096v+dnq3K18L6sOHr7/05L237vOTo3fd/9D1bHb/TZcO32H3odvtvN6dBb+94JQzr7sj2DTnHbnf1ff+NXX13PO1Z9Xypb85/6Qr7n4iqEOVi2fMuvHg0uNebNasRTioUlPTNmRQffp64efjZ44+KjcvLy87OzsWi5lln3phBmgAAAAAAAAAgFpnHuiGVj+H2rRsEV62HzF06fIVcxYsHPf5pPlLFoTrH3/88QMOOGD77bcPNl5VPP7yW+99PPHzA0bvNqB3j6DJaZadPXbSl39/7+1ZCxeceMDB9VU/h1rm5f/uycdue+qxRcuXXXPcqcH30rtzQctm+UGD99mUr6bMuP8HO2y388gRa7f18L0Vl5b95YWX3xk77tD99uzcrm3QYIx961/HnH15v61Grn+zX55zZbABWrVrP3fGtI5dm+C7cT2qjFekRtIDqG8CaAAAAAAAAACAurAlN9ANsH5eW8vm+eFlSL8+sdRkeDC33HLLcccdt/bEz88999zvfve7oqKi3Xbb7eqrrw6C7yhQlyxfed8TTw/o1X2dWXtrz1u/vz+oE9kZmded8KugAejRodNtp58bbJpGUT/XqKis+vu/33p/3KeH7rtnr64FQQN208lnBDQScxYsuuX+R0YNG7rvrjtlZqQFtQcVn1MAABAASURBVODNf/zthT8/0Cy/5eCR2//wZ8d/9MYr//jLg2VlJQOHb/fTE896/7V/vP/ai+06dV04d+a2u++Tmpo2Ycw7c2ZM+clxZz73p3suvv2RYPUEzFfc9Ze3X3r2qQd+37ZD56223/VHR55YMwN0v6EjHvztVbO+mpSWlvHzX13Qvf/gi489qP9WIxOJ+MqlS35x5qWDt9nx0w/e6ti1R7h9MpHIymm2eMGcH/38xC69+v3tj7//4pMPS0uKBm+9409OPHOdDbr27v+n268f/8GbbTt1KSsuXvsVrfMUWTm5f7rjhhmTP08mk+ExLJ4/98tPx/z8tIuevPfWRXNnn3L5b1568pFYamz3Aw6refi0zz8N7yopXtVv6MifnnR2eWnJ7y45feWyJZ269arZ4K0Xn37m4bua5bfIbpY3ao99t9t937X337XPgKBerSwqmrFkelpKmyBIBlCvBNAAAAAAAAAAAHVky2ygG3j9vLaagxk8ePARRxxx3nnnXXHFFeHN8vLyM84444033ujYsWO48Mc//rFjl63S0tIy0tOzMkLp6WlpyeR/OrDKyqo1e1sza+9OI4cHbHmqquKFxSUVVSmpqeWRyAYN9XCbNWPpGy1ZvvLOR5/Yqn+fH43eNSvTDKxbopLSskSysKQsHg6qDZmCPeVbMtV4PFGzEI64d8aO+3TS5P1332Wr/n2Dze3Zh+8+56a723Xu+uS9ty5dOP+h3111+R/+3KJ1uwd/e+W///5kZlZ2NBY7/JRzly6cd9ulZ1xx9xMf/vul0Qf9LL9Fq3X288G//3nEqeeNGv3Dt/75TDz+n3favz/+QLPmLa++728LZs/47QUn3/jIC+WlJTvu9aPOPfrcc92FUz4bN3DEdm+9+HTNxgU9+v7g4CPCm+//6x8tWrXJb9n64tsfKS8r+fWho3905AnrbFBeVjp98mfXPPD0iqWLL/jF/msfyTpPsXje7OycZuGuFs+fc+PZx13zwN+efvgP4WZTPx9fWlwYLoz/4M0TL7zuP1/tROLOK88Jt0nPzLr/xkveefnZJQvmd+nZ96cnnT3m9Zf//vh9ZSXFf73vtsv+8OecvGY3nHVc+JBXn35s7f3f9KcXg82ttLy8WRCsWFWYlprePL/Z4mXLszIzM9LTlixbkZebE74vrSwsbJGfF76njZ34xcghAwd2HDx58YIA6psAGgAAAAAAAACg7mxpDXQjqp9rJFc7//zzt91229dffz08wrlz5/bs2bNz587hvXvuuecLL7yw9TY/KCkrLyktW7GqsLS8LEgG5RUVNQ9fVfQ/E4VWVFa9MWZs5w7tCjq0CdjClJaVzZgzt7IqiCdSksEGDfX09PTy8vLv3Gz8l5PbtGyx+/bbBGxhEsnk3IWLKqsWV8WDRKL6E+U7H5KZmVFaWvb19RWVFWvfLCwqeenNdzq2a9Nys05aX7hiWXpWVrvOXcPlQ447Y+Hcme06dW3ZtkN4c8i2O378zr/7DxsZrglvZufmVVZUrGdXP//VBX+555ZXnn588Mgdqir+822yaO7sXfY7KHyjbl/QLT0za/mSxeHKDl26V+8wp1lleXksNS2ZDEoKV4Vr2hfUPFGzioqyzOycmVO+uPf6C4tWrUwkEvGqqnU2mDfzqz6Dh6Wmpbdu36lj157rHMzaTzHrq8mlRYVP3X9buCbcOPwEadW2/fxZX6WlZ4QLX30xIXxdzf7bc69ctqSsrOSFx6vn7I9Eo6VFRfNnTd9x7wPCm0O32+nvj9+3dNGCNh07t2jTNlzTf6vq7/F19l9eVpKekRVsVouXLW/buv3kGTMy0rO2zh8w5tOJPboUFLRv9/4n47cZMigSSflw/IQdtx4WDrj2bVrFYtEgiAfQAAigAQAAAAAAAADq1JbTQDe6+nmNSCTy0EMP7bfffnl5eZ06dVq0aFFlZWV4zC+//HKXLl16dCn4tgfOXrBwxarCmuXw9Y0aNnTfXXdKT4tVVH531UoTk5uTPahPr5ycvIyMrFg0tikD/vUPxq5Z7tapw6H77tm2VYuqeFXAFiaSktKra0Gz3ObZWbnhh8iGzAD9bcZ/OaWs/D/BcVpq7Ac7bLfzyBGRSEpVVWWw+eTmt4hXhu9/ZanpGU8/eOfQUTuvXLYkXlUZiUTHf/B26/bVv1jyjd8Zq2vmRYl4fNWKZUsXzgvXvPnPZ0678pa09MwrT/lZ976Dajbr0qvv7GlT+m01cuGcmcsWLchr2TL42h77D9vms7Hvr7N+zJuvFK9a+asrb125dPFZh+/5n7VrbdC5W69P3n09XKiqrJg3c9q6x7f2lt17V5SX7nf4cclk8u+P3Rse4fAd9njktuu22m7n7Lz8B2+5Ytvd912zcbPmLbNzcn94xHHhZpM+HRvupqysZM60KQNHjJo1bXK4Qat27ZcsmJdMJFIikdlfTW5f0O3r+w82t4L27cLrbQYPSk1NCxf22WXHmvU/Gr1rzcIPd9+lZiG/2ebs42ETCaABAAAAAAAAAOraltBAN976uUa/fv1OOumkxx57LC0t7Y477jj22GM//PDDHj16XHLJJRvy8G6dOvx4r907t6uexTNRPVMrbKqszIwf7rbTyKGDw++eZDIZwOYwoFf3g/Ya3Xz1xM+18WZ1/AXX3Xv9xRWV5Z279eraq/8vz73qrqvPn/rFp+06Fhx0zKkTP3r3Gx/VrHnLvkOGX3Paka3ad2rdrlO4pteArcL9LF+6uG3Hgn5bbT327X+FK39w0BF/vuvmm889Ycbkzw857oxo9Bt6yGGjdnvmkT+ss7LXgKF/++MdV//q59FYLK9566JVK9bZoOfAoR279LjipMM6de+V33J9U/jvccBhT9xz628vOCUai26zy57hp9uw7Xe59/oLf3nulRkZWXdecfavrrh1zcaRaLT6C3LdxeXlpXktWh18zK+69R5w68WnjXv/ja69B4QbpGdkHXn6Rbde/KusnGZlJSXRaOrX9x8Aq6X4LAQAAAAAAAAAmp5kMhmPx0tLSx8+veKQy1pk5TfEYCi5WlXV6ukxy0qWLyx+9ebcosWxJtBAN9L6OTUt2JC5NYtWfutdv3/kz/MXLdlvt522XV2p1kgkEuEpvv/Lf1/y2d+vGLX/8YN2CmjSnp027sRXH/1lx+Fn9hm9WWaAPvOam0cNG7rXLtvnZP5ngFa/dcSrwveNbs9f2CW35buHnR/Q1A146LJEVfzf2520WWaAvvL2e6KRlANG7zagd481K8M3q/AjqXja+1V/O73bla8F1Ie/P3bfvj89JiUS+e0FJ+9/xAk9BwwJak3l4hmzbjy49LgXmzVrEQ6q1NS0DRlUk96umDxuwagjknl5ednZ2bFYTJZNvfj+74AAAAAAAAAAAGyKlNVisdS01PSMjKzmbbP3OLswp3XVX68unD6+Mmi0Gvvcz5ti+IB+F5z8y+22GiwG+0a7nHZ8WUVFwEY645gjDt57jzX1c9Nzwd23v/rRh99274JlS/c977SgIZk8e8ZrH48JGrNdRo4474Rj1q6faSDCz8rbLzvz4mMPymmW36P/4AD4FrEAAAAAAAAAAIB6UlMDx2L/me+5edtgj7MLX705969XFzbSeaC35Po5tN2wWpyqky1WQft2wRasXYuWL9xwW9CQ/PuTsbFoNAi2DhqtnbYZFtAg7fWTo8JLAHwXATQAAAAAAAAAQH1qSg30Fl4/b7HGT518wT23h+e3T+cuVx93ypxFC6588N7FK1d0btP22uNPbZPf4oo/3v3ax2O6tu9QXFoSbr9w+bJL77szvG6dn3/9iae1bJYf0LDtedbJPToWhKf4VwceevXD960qKc7JzDz/Z8c8+e9XthsweJ/tdvjxRWceuPPuP//Bvr+84Yrzf3Z0r04FNQ+89P4/hKe+W/v2P//BftsPHnrhPb//YuZXGWnpVx5z0tBeff725r9+8+dH2jRvkUwGuw8fmUgkrnzwnglfTU0GycuPPnFwj141O1mwbGm42xduuG3Ps0/ZfuCQcLOFy5dfd8Kp+Tm5NRusfwQmEsmjrrlk161GfDJ18oje/QpLS1YUFY4eMfKH2++8z7m/2mXo8FkLF8aikVb5+WXlFdWv64hj1hmilVXxo669dESf/mXl5eFmJ//4kIdefC58usHdez34z7+P/fKzdi1bnXzAIT/YZrsAgLoSCQAAAAAAAAAAqFcpq8ViqWmp6RkZWc3bZu9xdmFO66q/Xl04fXxl0Eg0gfo5EQ+qKr/7wjruevavx+13wAs33Lb9oCETpk294J47jtp7/5duvmPfbbe/7P67Pvh84qfTprz82zuvOvbkFcVF4faX3nfnL/bZ/5lrf7vXyFHXPvxAQINXWFJ8wv4H3vHr8ybNnnn5MSc+d92tOw7e6uk3X9t75Ki3Pv2kqLRkZXHxuxPGxxPxBcuWrqmfp86d/eGXn/3z5t/fe+5lb4z/+K5nnmyVl//SzXf+9tSzfvW7G0vKyq595IG/XnXzny69NnxguP1D/3w+NzvnqatvvvW0c0655fqvH0b4kEN23SM8gIy01I++/GLN+vWPwHCDVcXF5x9xzO9OO+ehf/794qOOveGk03//9BOrX1fJ4aP3+f2vz/voy88P2GG3q4875c3VL+frQ3Th0iWXHX38b04989m3Xk9LTQv3f8y+B2zVu+/rn4x58MIrHrroioqqqgCAOmQGaAAAAAAAAACA+tfY54FuGnM/x+NBvCRgY305a8b1J/4qXDho5z3C61kL5u8xfJtwYfTW2/3mz49OnTt7m34D0lPTCtq06925Oo39fOb018Z++M6nn5RXVpoWvLHo17VbeJ2XnXv1w/e1apY3bd6cgd16jhww6LI/3vXOhPGH7jb66Tdee2/ipzsPGbbmIV/M+GqbvgNyMrPC5WuOO+XUW244fI89w3eDnh07Z2VkTJw+rVPrtu1btgrvHdl/YHj9+YzphSXFNz/+ULhc0LZtSXlZVnrGOofRs2P1EMrPyS2vrFizcv0jMFxo3bx5eJ2TmdmuZcu0WGpVPF5SVlbz2LbNW4TX2VlZndq0CRdSY7Gi0tKvD9GCdu3TVr8/5+Xmllf856lj0ej1J/zq4vv/EI9XHb7H3gEAdcgM0AAAAAAAAAAADcJ65oGeNrYiaMCaRv3M9zaga4/Js2aFCy99+N5fX3+lf7fuX86aHt58dewHndu27VvQ9ctZM8KbFVWVU2ZXb9avS9d9tt3h7MOOOnqfH203cHBAYxBJqS7NLrn/zguPOPrmU84c1rtfeDMaifbv2uPhl57fdeiIIT37XPPI/XuN3H7NQ/p17T5lzsxwIZ6In/zb6/t17fbF6pHw1fy585cs7t+1+6LlSytXT5w8afX6cINBPXqFA+Osnx653YAhmWnpXz+Mb3w/Wf8I/LZHrWeHXx+i62wWiaQkk8kVRYWfTJn01ytvfOD8y8+/67ayigb9Rg1VuhvCAAANiklEQVTQxJgBGgAAAAAAAACgofi2eaCfuq7ooAtyegxPCxoe9TOX/OK4mx9/6K7n/tosK/uyo08YNXDozX9+eMqcWauKi3976lnD+/Tr1alg/wvO6NO5a7sWLcPtrzr2lBv/9ODvnno8My39xB8dHNB4jB4x8pRbrs/LaZYWizbPzQ/X/GDr7S69/84+BV13HLzV65+MGdyj15qNe3bs/KMddj3hpqvD97Z9ttt+7223v+ah+4+85uJPp00972dH52RmXnTkcfudf3qPDp2r4vFw+6P22u/6R/949HWXxaLRfUftuOHvHusfgcHG+84h2qdzlxsee6h354LszKzjbrxy7pLFv/7JERlpDfEtGqCpqv5NlAAAAAAAAAAAoGlJJpPxeLy0tPTh0ysOuaxFVn5jynCTq1VVVVZUlpeVlSxfWPzqzbmFi2INsIFWP2+IRCIRnsr7v/z3JZ/9/YpR+x8/aKeAJu3ZaeNOfPXRX3Ycfmaf0Tk5eRkZWbFobPN+O1S/RcSrwveHbs9f2CW35buHnR/Q1A146LJEVfzf253ULLd5dlZuLJYaiUSCzSp8swo/eoqnvV/1t9O7XflaQFNXuXjGrBsPLj3uxWbNWoSDKjU1bUMG1aS3KyaPWzDqiGReXl52dnYsFvNxT73YzO+AAAAAAAAAAABsopTVYrHUtNT0jIys5m2z9zi7MKd15VPXFU0bWxE0GNPHVz5xZVFqTvmoU+bltc5QPwMAUDdiAQAAAAAAAAAADUxNPRyLpdbcbN42GH1O0Ss35Tx1XVEDmQd6+vjKp64pSs0t3/7Ueflt07OzctXPADRMb/7jby/8+YFm+S0Hj9z+hz87fszrL7/01COVFeWt23f6xa8vXTBn5q0XndqqbYe2nbocc87lpcXFD996zYqli/NatjzmrMuj0dhVv/p5SiTSLK/5Ub++pH1BtwBoAATQAAAAAAAAAAANUUNuoNXPADQizz589zk33d2uc9cn77111fKlC+fNCm+mpWX85oKTJ08YO33y51vv8oOfnnjWFx9/WFJY+Mht1/3goJ/1Hbr1Oy89++e7frPDnvtnZmWfftXvVixdUlZSHAANgwAaAAAAAAAAAKCBapgNtPoZgEakcMWy9Kysdp27hsuHHHdGeB1+YN173UXxRHzpgnnxqvieB/380duvu/Gs41q171TQo+/sryaNe+/Nz8a+V1lRGX6o9R26zYDh295++Zlp6RkH/uKUAGgYIgEAAAAAAAAAAA1VymqxWGpaanpGRlbzttmjzynKaV351HVF08ZWBHVO/QxA45Kb3yJeWVFZXhYuP/3gnZ998sELf7n/pEtuPO3K36VnZIYrx779r90P+Okld/ypRau2L//t0c7de2+98+iDfnnaDw78Wb+hW3/1xYQWrdtdfPsjex7880duvzYAGgYzQAMAAAAAAAAANGgNZx7omvo5llWhfgagETn+guvuvf7iisryzt169R00vHnrttf9+piaj62iVSu69R34j8cf+Nsf70gmEr8489KMrOwn77312UfuSkvP2OcnR7du3/H1vz/5yXtvrFq25MdmgIYGQwANAAAAAAAAANDQfWMD/fINuXXZQK+pn0edOlf9DEAj0qP/4JMvu3nNzSvvfnKdDda+N3Tc+desffOX514VAA1MJAAAAAAAAAAAoMFLWS0WS01LTc/IyGreNnuPcwuzW1Y9dV3RtLEVQS1bu35u0eE/9XNaWob6GQCAuieABgAAAAAAAABoHNZpoFu2yx59XlEdNNBfr58zM7PT0jJSY2nqZwAA6p4AGgAAAAAAAACg0VingW7RNqu2G+hvrJ/T0zPVzwAA1JdYAAAAAAAAAABA41HTHMdiqTU3W7QNRp9X9MoNOU9dV3TQBTk9hqcFm4/6eTOq+XJNWb7oX7O+DGjSPls6L6hDJVUVBtWWoCIeV/sBrOEtEQAAAAAAAACgkambBlr9vDkl//P/R794P7wEbAHC75FIJFJ73yk188GHCwtLVh3x4n0BW4D8WEatDiqARkQADQAAAAAAAADQ+NR2A61+3rwikUi/Zu2P6rx1VbyysrIiXJNMJgOaqOr0OSUyLL9zJBINF1KC2vl+SQbhzo/psm1ZRVlVVWUimTComrCad9289OxoNFY9qP6bvwNssQTQAAAAAAAAAACNUu010OrnzS4SiWzTpsfgZu3LykoqKssTCa1qUxae7mg0lp6WkZaWHqm1b5nqzDoavXDAPqWlxRUVZVXxKoOqCQtPdzQSTU1NC8dV9du+92FgiyeABgAAAAAAAABorGqjgVY/b3arp2qNxKKp4ZcxEommxzMTiURA01Xdqkaj4RlPTU2LRWO1MVlvzT7DnaelpocLaWnpqvomryasrx5UsdRISiQA2LIJoAEAAAAAAAAAGrHN20DX1M/RDPXz5lTTqkZXh7DhmUoKVbcAKZFIJKW6Vw3/q8UZoCPR1LT0cGgl0hJJVX1Tl1JzyiPVg6p6fHlDBrZsAmgAAAAAAAAAgMZtPQ30AWfn9N52QxvoNfXz9r+ar37evGpqxfA6uVpAU7dm1ufamP55zVOE19HqyDpqXG0J1h5R3pABBNAAAAAAAAAAAI3etzXQz9y8oQ30/9TPHVOzsnLUz5tXTbOoUt2i1PY3zpoQ1rjactTBu7E3/C2NM04jJYAGAAAAAAAAAGgKNqWBXrt+btkxNTMrJyszR/1cG3wxqQ3GFZtR9XCqKFv+zz8ENHXxkpXV/zOnOI2TABoAAAAAAAAAoIn4fg30t9bPqWnRiPoZYEtRM6d4JKdlstduS2bNqKyqDD8AkoH5xZuoZJASiaT02iP8sSESLsigaWwE0AAAAAAAAAAATcfGNtDqZwDWSIlEos0LYvteXllWEq8oS8TjAugmLDzbqbG0jLSM8MeG8NQH0KgIoAEAAAAAAAAAmpRvbKBfuvYbGmj1MwBrSwlSwo+PtGRGSkokLTU9kUz4JGjSqk93+KEfi6ZGUgTQNDICaAAAAAAAAACApuabGujCV27IXbuB/k/9nFm5/anqZwCqPzsi1dMAx9JTUqLRWDKRSCZN/9yUpaw+5eGHfvVVJOKjn8ZFAA0AAAAAAAAA0ASt00C3bJ8cfW7hyzfkPH1j0Y/PzUnNTPlv/TxP/QxAjZoGuiaLVT9vCVL+K4DGRgANAAAAAAAAANA0rdtAdwh+cF7RqzflPn1jUXgzLady1Mn/O/dzTP0MsKWryWHVz1sOn/s0UgJoAAAAAAAAAIAm6+sN9B7nFL56c25lacr2v1rUslNaZmb2/9fPUfUzANV8HAANnAAaAAAAAAAAAKApq4nYotFY2uqbrTqm7HleaVlJvFm7jPS0jIyMrOr6OdXczwAANBoCaAAAAAAAAACAJi4lJSUSiQRBdQOdEqTEOqXG41XhytRYWiw1Tf0MAEDjIoAGAAAAAAAAAGj6ahrolJTU8DoaiyUTiXBVNBINb6mfAQBoXATQAAAAAAAAAABbhJrKORKJpqZEksnk6uVIymoBAAA0HgJoAAAAAAAAAIAtRU3uXFM/r1kTAABAoyKABgAAAAAAAADYsoieAQBo1ATQAAAAAAAAAAAAAECjIYAGAAAAAAAAAAAAABoNATQAAAAAAAAAAAAA0GgIoAEAAAAAAAAAAACARkMADQAAAAAAAAAAAAA0GgJoAAAAAAAAAAAAAKDREEADAAAAAAAAAAAAAI2GABoAAAAAAAAAAAAAaDQE0AAAAAAAAAAAAABAoyGABgAAAAAAAAAAAAAaDQE0AAAAAAAAAAAAANBoCKABAAAAAAAAAAAAgEZDAA0AAAAAAAAAAAAANBoCaAAAAAAAAAAAAACg0RBAAwAAAAAAAAAAAACNhgAaAAAAAAAAAAAAAGg0BNAAAAAAAAAAAAAAQKMhgAYAAAAAAAAAAAAAGg0BNAAAAAAAAAAAAADQaAigAQAAAAAAAAAAAIBGQwANAAAAAAAAAAAAADQaAmgAAAAAAAAAAAAAoNEQQAMAAAAAAAAAAAAAjYYAGgAAAAAAAAAAAABoNATQAAAAAAAAAAAAAECjIYAGAAAAAAAAAAAAABoNATQAAAAAAAAAAAAA0GgIoAEAAAAAAAAAAACARkMADQAAAAAAAAAAAAA0GgJoAAAAAAAAAAAAAKDREEADAAAAAAAAAAAAAI2GABoAAAAAAAAAAAAAaDQE0AAAAAAAAABAU5aSkhIAALD5pKwWQP0RQAMAAAAAAAAATdbqNCf56DnLk0EyAABg01SUBt22S4lEBNDUs5Rk0s/3AAAAAAAAAEBTk0wmE4lEeXl5UWFJYWFhaWlpVVVVPB5XSgAAfA8pKSmRSCQ1NTUzMyO3WU52dnZ6eno0GlVCUy/MAA0AAAAAAAAANEE1/zJ7LBbLzEpPiSTTM1Jr6mcBNADA91ATOoc/XKWmpqanp4cLkUgkgHpiBmgAAAAAAAAAoGmqmQS6arV4PB4uBwAAbIJIJBKNRmOxWHQ10z9TXwTQAAAAAAAAAECTVTPlcyKRqAkkZBIAAN/PmtY5XIhEIjU3BdDUFwE0AAAAAAAAANCUSSMAADY76TP1KxYAAAAAAAAAADRd6hwAAGhiBNAAAAAAAAAAAAAAQKPxfwAAAP//lxoScQAAAAZJREFUAwCx44q9zLSTmAAAAABJRU5ErkJggg=="/>
</p:tagLst>
</file>

<file path=ppt/tags/tag11.xml><?xml version="1.0" encoding="utf-8"?>
<p:tagLst xmlns:a="http://schemas.openxmlformats.org/drawingml/2006/main" xmlns:r="http://schemas.openxmlformats.org/officeDocument/2006/relationships" xmlns:p="http://schemas.openxmlformats.org/presentationml/2006/main">
  <p:tag name="MCDIAGRAM" val="mcDiagram:25d9e851-f712-4f1d-accf-4ee7e2a76413:54541ba0-3c57-4065-bf53-c698123747bc:0:1"/>
  <p:tag name="MC:BASE64" val="iVBORw0KGgoAAAANSUhEUgAACDIAAA8ACAIAAACUZCjsAAAQAElEQVR4nOzdBXwcRcPH8TmPey1Jmzp1paUOVGiB4u7u8GAPzoM7L+7u7lCkpRSot7TU3T3ucn7vJttut7ebdGvZS/L7fo6wNzt7scvddP4j9lAoJAAAAAAAAAAAAA49uwAAAAAAAAAAAKgXxBIAAAAAAAAAAKCeEEsAAAAAAAAAAIB6QiwBAAAAAAAAAADqCbEEAAAAAAAAAACoJ8QSAAAAAAAAAACgnhBLAAAAAAAAAACAekIsAQAAAAAAAAAA6gmxBAAAAAAAAAAAqCfEEgAAAAAAAAAAoJ4QSwAAAAAAAAAAgHpCLAEAAABEhFAoJAAAAIBGwWKxCKAWxBIAAACAmepOI8gqAAAAEOF0Ewh1O5aIAmEs/DsHAAAAMIW6Ka5tltNQBwAAQAMSlj1oowjCCSiYLQEAAADUN91AQj4gnwAAAEADooQNSqu1tnxCqkAyARmzJQAAAIB6pc0kQjXEnskEDXUAAAA0IHLkUPdHwZwJ1CCWAAAAAOqPdm5ESUmJUlJHICH9+00eX6b9KHYNPTsUH5WvjWFuDcUheiYcyPMHEUv+TamPeeagNtpni/rY9GcLz5wIF1GvLTxzDiL5pUD7M3TUUNIImSCZgAqLOAEAAAD1TYkfgsFgdnZ2Q+yea+i9RQ29n5Sv3yz70TMrV4iQ7+KgfP0R+700kVckEUl4LTJXE3xF4hl1SB3Erz8qKspqtVpqSAdhjy8AIawCAAAAQL0I7bl8k6Luf/IJvcWdQnozKkJ17qEt9hyYVvfxXj8a/PeqUM3k2Os3EoFf/z79Ivb69Rv/XiLq69+P30U9f/31+V0o/Sm6x4fur+Bg/UUclK9f93upn6+/7u/F4LOoob8iib39LdT/b8HEr9/49xJRXz+vSPv99e/Tb8TgV278u9jrx4P7jKr76z9Yz6JD9/UHAoHgLqFd6v760aQwWwIAAACoV8o/2EI1syXkf9RlZGTEx8cLAAAAoMHKy8vz+/2BGlITV5kqoRyIPSMTNFnEEgAAAEB9UycTyvBAAAAAoKGT27dyLKEul5d1EkANYgkAAACgPoT0VnBSZksIAAAAoOGTGrdSJuH3+202m1IStj4V+QSIJQAAAID6o6yrK2cSIiI3XwUAAAD2j9zWlWIJ+a5lF6npq54wQRu4iSOWAAAAAOobsyWAyBcIhgLBoNNuEwAAwDB5toScOshphPRR2VuCNAIyYgkAAACgXoVtec2/zQCzZBeXry8sTXA5uqWnWff8Myz1+v/NL1m8dF1qXPSQTq3bpiXydwoAgBFyW1dKJuRYwlpDDidkAiCWAAAAAOpfSIXZEkD9k/LA2RuzC0Ihl8s5a+m6ueu2nTOoR7TTLp9aXVq53e0tqajKKy0vd3s35ZdI4UT3jGb92raKcTkEAAConTJbQk4j5FE46r0l5I/kE00csQQAAABgGiWZEADqSyAYnLMpu9RhtwdDCxet8fsD2R7f61PmX35U3/goZ4nXt6msctOO3Pd++cPr86XGxfds08YfCBSUV81Zv/20w7tkMXMCAIDaKXOClUBCOrDZbEomwdsoJFYBAAAAoH6p13FitgRQz2ZvyilzOLxe/4qVm6RMQi6s8vo+nbm00uuTUot5C5dMnDnXV7NXZ0F52V/Ll/2+dMnmgny31/fl3OU//LvaX7NfPQAA0JL3k1CoZ0gACv4JBAAAANQH9cJNgV28Xm92drb0j7f09PT4+HgB4JAJ+H1bF8/csCN3niXTYrd63D5tnay0pLMHdbdZq0dxev3+jXmFS7Zm/7Nu06y1myo93szU1B6ZraOdzi7paeN6dYhxsqATAAB7yMvL8/l8Ho/H7/c7ajidTumjfRd5qwn2mQCLOAEAAAD1ShkYpKyry1Ah4FALBvxzP39+3exJfmesd8TNwm/TrbaloERKI6Jr8gan3d65VXPpdtqAXpvyi8575aPN+fkxLlf3jMyV2/ODwdCpA7pY96U/ZcGCBVdffbXYd9dcc83FF18sHfz8888PPfSQdNC7d+8333xzrxcOHjw4WDOx46uvvmrTpo1Sft99902cOFHsi9tvv/20004T+2Xjxo0fffTRqlWrioqKiouLk5OTs2oMGjRoxIgRBh9ECnH//vvvRYsWSY+Tk5NTUFDQokWLtm3btm/fftiwYX369Kn7cuVHce6559544411V/7+++8ff/xx6eDkk0++66676qgpfTtffPHF3Llz8/PzpWObzdaxY8fMzMyePXuOHz9e6oar+/GNGz169KOPPqrclX6eL7/8cm2VpZA7MTExISFB+mKOOuoo6ecsfWHK2QN/Hm7YsOHss8+WDqRvcPr06Xu98Lrrrps3b550IP0wpR9pHTWlp8pZZ50lH59++um33XabqJP0Y5R+mNLBBRdccP311wsAkUFu3IbtJyGj0QsFsQQAAABgGvaWAOrH8slfSplE0Ooo6HW6sNpqqxYMhfwBnR6TbYXF/mAwzhXVqUULuWRNTuGU5RtHdWvHn28dtmzZ8sILL0ybNk1dmFdD6qf+5ptvpFzhyiuvHDVqVN2PI9V85513pChCXbitxowZM6Q++pYtW5566qnnn3++uv9d16effip9uh49eogDU1lZ+corr0h94v6axb4Ui2pIAdLrr79+3nnnSSmI3V7fHS9lNaSD5cuX//jjj6mpqQ8//HD//v1FxPvhhx+U499++00KkJxOpwDQ0CiLlOomE4CMvSUAAAAAMzFbAjjUAsHg+k2bPPEt8/qe40lpW0fN1PiYaGd4J/L2opInJ0yx22xDDzvMad85/t3t9f67YcfG/GKBWkyZMuWiiy5SMgmHwyGFBz179szKyoqKipILN27cePfdd3/xxRe1PYjU6X/fffc99dRT6kwiNja2e/fubdq0cblcckl2dvarr7563XXX5efni725//77fT6fOABr1669+OKLv/76azmTkF7G09LSunbt2qlTJ2U5vuLiYim3+N///hc0eycS6Ud38803SxGRiGzSD+rXX3+VDhISEqSP5eXlUjIhADRA8t4Syl0autDFbAkAAADATMyWAA6pYCg0bdWWpS2HC+lWJ5vVMrZnB7ttj9F7bp/vmve/3l5cOuKwLnE1nenS32x2ScmiTRuP6dX7h39XXTd6gMNmaMBf375958yZoy1XFuQ5+uijn3jiCVGPrrzyyssuu0wcAlLS8Oyzz8rHbdu2vfTSS8eMGWO17vxBST/DiRMnSt91Xl6edFeqKQUVJ510UtiDSNXuvPNOJdhITk6WutelH2Pz5s2VClL48c4776xbt07ULE904YUXfvjhh1JIUMfXtnXr1jfeeGO/1/xZunSplH+43W7pOCkp6fzzzz/99NOjo6OVCsuWLXvuueeWLFkiarKZhx56SApCdF/nDz/8cCm6EAcgbHEnNa/X+9VXX7344ovSscfjkT6R/OyKwOehTPpFFxUVSQfSs0X6sqU+zR9++OHEE08UABoaZbaEAGrHbAkAAADATPyzDTikJi1ZP3PN3seJS33G5w7u2TYtMaz8jSmzthWW9GrdJnXXKPhyt3vO2jUVHs/UFStKK91/rdgksKfly5e/8MIL8rHUb/7pp5+OHTtWySREzeveuHHjpPKsrCy55Mknn9ROdHj77beVTEKq/+WXX0qPo2QS8uOMGjXqk08+USKNgoKCRx55ROyNdMnKlSvFvistLZWSEjmTaN++/eeff37BBReoMwlJ9+7d33rrLWVlql9//fWPP/4Q9c7pdJ533nnKNhJ//vmnkakkJvrll1/kA2WzECkBWrt2rQDQ0NC4hRHEEgAAAICZmC0BHCLBUGjKsg3/btyx15oxTsfFI/q0Tk0IK89Zt7T4q6eHbpzcMlAql7gc9rMG9bziqCFJsdGFFeWbC/JX7sj3B0xepSei+P3+u+66KxAIiJpx91JIUNt+DwkJCS+//LK86pFUX0od1Ge3b98uxRLysdT1/+CDD8pr+2hJL6F33323slXyrFmz6tjQu3PnzqJmvSDpAcO2hTDiqaeekmd4ZGZmvv7668nJyaKWL+mhhx7q2bOnfPezzz4TJjnnnHNiY2Pl45kzZ4pIJeU98u7Z0g+2devWI0eOlMu/+eYbAaChoXELI4glAAAAADMxoAw4RIoqqv7ZsD0QDEq3uv7KAr64pb80j4sKv3zruj9fvTvRW5TiLnDN/EQEA1aL5fjeHftktbxi5BGvXHia3WpdsHHj1oKiueu2Cewybdq07Oxs6cBut990001190w1b95c6jeXj//880/1r+njjz+WD7p06XLdddeJvfnPf/7TtWtX+VgbAyhfxj333CPHJOvXr1diD4MKCwunTJkiH1955ZWJiYl1VJa+fWWdqLVr15q1tUNUVJT0A5SPc3JyRKSaMGGCnBKNHTtW+njMMcfI02t++eWXqqoqAaBBoXELI4glAAAAADMxoAw4RIorqn5bvPjXRQv/XLbM7fPq1gmFgv4/3tw257cfn77RXbZ7/+qcNYsnPXez31MVG1W9x3WoqsxWuPnY3h0PS9+5aUGXjBavXXJ6QnTU0i2b527Y4fEHBGooMxXGjRvXsmXLvdY/++yz77jjjs8///yrr75SXgzlzSfk4zPPPNPIi6QUA9x8883y8YoVKzZt0l9cS+qjv/DCC+XjDz74YJ+Wcvr999/lWSCZmZly73nd+vTpc/fdd7/zzjtS4tK6dWthEmVSSFJSkohUP/30k3wwZswY6aMU+QwePFg6cLvddcx9ARCZaNzCCGIJAAAAwEwMKAMOEbvN6vV5PT5fSVXl7LVr3T5feA1PRWDSq6Gc9dJh6eaV09971F1aveNu9uoFf71+r89TPUbbWtOxktGx2xVnnta7TQt1L0vftpnXjRlWVFGxvag4r7RCoMb8+fPlg0GDBhmpHxsbe+qpp7Zr105dKKUF5eXlouYVcvTo0cKY3r17K5tdh/Vlq19mL7/8cvnTBYPBBx54wPhSTv/++698cMQRRxi85KSTTurRo4d6X4165vP51qxZIx937NhRRCTp171+ffWfYbdu3ZRnwvHHHy8ffP/99wJAg0LjFkYQSwAAAABmYkAZcIi0Tk0a2KGNfFxYXv7PunXqs9Jf3ZC4ylDuBunYZrXYbNbs1Qsnv3xH/sYVf762M5OQ+ANBhyvqnDufTYmL0X6K0wf2vmjEwKkrV2zKLxYQQsoSSkt37sNhvO9ea968efJBp06dXC6X8QuVjaaXLl1aWx273S6lEXJUsGHDhvfee08Ys337dvmgf//+ooF44YUXKisr5WNlkatIM2HCBPlg3LhxSuGRRx4ZFxcnaua+sPE10LDQuIURdgEAAADAPAwoAw4Rq8Xy5NknPPz9778sXC7dzS0tkZKJfm3b2mw2h8129qDuGUmxsdbgb+8969q1JXPx9g0Tn7kpFNq9hbUlKv6qh16JTUyu7bOcPqDXD/OX/rN+89DObUR9WbRoyvvjwgAAEABJREFU0YF0+iverLHXahdccIGyTULdlB0UkpKSatuhep8eZ1/XPurQoYN8oKQjurp06XL++ed/+OGH0rEUS4wcOVK5sA5ShiEftG3bVhwMUvpi5PfYo0ePd955R+yLwsJC6cG/+eabhQsXyiVjx46NiooSkcfv9//666+iJi469thjlXL57ldffSUdf/nll3fffbcA0EDQuIURxBIAAACAmRhQBhw6Trv93pPGBILB35esCoZCWwoLop3OIzq2P2Ngt/TkeKnCgLGnFWZv2TT9B+USdSbhikscceHdqel15Q2p8bFPn3vS//38l4AQO3bskA9iY2PFAfB4PPKBPF7eOKXnve5YQtTsWT1lypStW7cGAoEHHnjg/fffl7fCrk1JSYlv1zpgB/jdHURS9nDNNdeoS6T3FCnUyc/PVxempaXddtttIiL9/fff8oJdQ4cODYuyxo8fL8cSEydOvPnmm6OjowWAhoDGLYwglgAAAADMxIAy4JByOewPnnas9Fc2ackq6eO2ooIT+42VMwnZmPNvmOeyrJ4+QXvtoHNubt2t314/Rbf0ZhcNHyAaoFY19lotPT1dGKMsuFRRcUCbbdSdENTB7XYbfASHw/Hggw9edtll0vHq1as/+OCDSy+9tI766ihC7kY/cFLo0rlz571Wq2NyRnFxsbLjRW1atmz57LPPxsfHi4j0888/ywfqFZxkXbp0ycrK2rRpk/Rr/eWXX0477TQBoCGgcQsjiCUAAAAAMzGgDDjUHDbr42eNv+GY4RUeb0ZyYozLqT5rtdmSMsMX8AkEQ4XuUHRahjBA+hM+qms7UY969+5tZPGlwYMHB4PBOiqccMIJcr/8wZKamiofSN3lB/Li1qxZM/lAWc3JIKV+8+bN91q5R48e55577qeffiodv/POO0ceeWQdSznZ7XYpRZADiZKSEnEwSN3ur7zyijg0WrRoMXDgwCFDhgwdOnSf9ufYK+XXarDbsY5qhYWFM2fOFDUJzYgRI7QVTj755BdeeEE6+Oabb4glgIaCxi2MIJYAAAAAzMSAMqB+pCcn6pavnzv5ny9eUpcEQ6GCMneZ2/ftC/875/an4tP2Pp8AsrS0NOV406ZN+70HgxIqSA+yL9eJzZs3hz1C3a699tqpU6du3brV7/fvdSkn6buTY4mNGzdGyK7Xo0ePfvTRR0X9UhZTkn5oUu4lbx5eByl7CLtQMWHCBPkdUPrBSvFJHQ+ybt26pUuXSkmSABDxaNzCCKsAAAAAYB4GlAEm2rpk1qyP/0+9n4Qkv7Q6k5AO3DkbJz5zY1VJoYAxUsd9ixYt5ONFixYZvOr111///vvvi4qKlJKePXvKBwUFBfu0YpIyW6JXr15G6stLOcnHq1ev/vjjj+uo3KVLF/lgyZIlwpiff/5Zijr2NVyJcImJuxO+ve7hIcnLy5MPtAtJSbGEMEx6kggADQGNWxhBLAEAAACYiQFlgFlW/f39X2/eHwoG1IVlHr+cSUhio+zusqKJz95YsGm1gDHDhw+XD5YuXWqkfn5+/gcffPD4448fe+yx06ZNkws7d+7cunVr+fiHH34Qxixfvnz9+vXSgdVqHTlypMGrevTocdZZZ8nHb775pjLfQktZZch4LPHhhx++9tprZ5555qFbrKn+RUVFKR2O27Ztq7uy3+9XgqWwWEJ6hsiBjfSA/Wp32GGHyfUnTZpUWVkpAEQ8GrcwglgCAAAAMBMDygAThELLfv/in69eEXv2m7Tq0v+Ue96IjqseDC79WTrt1ev5lBdkT3vnoZKcfdvkoMkaNmyYfPDHH38UFxfvtf7EiRPlDTBiYmIGDNi9c/jYsWPlgzfeeEOKLvb6OIFA4JFHHpGPBw8erB7Rv1fXXntty5YtRU0f+gMPPKCUh704Dx061G6vXgp769at8+bN2+vDrlixYuPGjcq1ohHp1KmTfCBFQXXXVKImSceOHdWnlKkSUiL1Wu3eeustKbeQqnk8HmV/bACRjMYtjCCWAAAAAMzEgDKg/q2e9tOiCe+FFSantxt+6b0t23Yef+Ud0t0oh03pVSkvzJn8wq0l2ZsF9mbQoEFy73NFRcU777xTd+Vt27a9997OX8Txxx8v9z7LzjrrLHkDbakz+oknnqh7727JRx99tG7dOvn43HPPFftC+rz333+/fLxs2bJvvvlGPg57cZaqKbsuP/vss3V/SV6v98knn5SP27Vr16dPH9GIKAHS999/LwVCddT8/PPP5YOePXuq95aQfq2///67fDxu3Lg6HsHlco0aNUo+/u677wSAiEfjFkYQSwAAAABmYkAZUM+WTvxs7pcvBffsS3XFJg656C5nTJx03G3wqPFX3ml32NUVqkqLJr94W/7GFQJ1kl7Q7rrrLvn4yy+/fPvtt2vrnMrPz7/lllvKysrku0qPvywhIeGee+6Rj6dNm3bJJZfUtrxSaWnpfffd99prr8l3pUzi8MMPF/uoX79+yhewenWta3ZdffXVclgiRSC33XZbbfteSJnEI488smLFzmeLskhUo3H00UfLB2vXrn3sscdqSyYmTpy4cOFC+XjMmDHqU3/99Zf802vevPleM5sTTjhBPpB+7IsXLxYAIhuNWxhBLAEAAACYiQFlQL0JBQOLf/5g4U/vhpVHxSWOv+et5Ix2Skn/Maf0H3um1WZTV6sqLfz7zQeYM7FXPXr0OOmkk+Tjt95668orr/z999/9fr9cEgwGpX7/p59++uSTT1bWOPrPf/7Ttm3bsMcZOnSolFvIxytXrpTyhldffXX+/PlSp7/8OMuXL//kk0/OPPNMqftbrtalS5frrrtO7Jfrr79eXsqpDjExMTfccIN8PH369PPPP/+LL75Qb/u8ffv2r7766pRTTlG+pKOOOkrpVW80evbsqcxgmDBhwqWXXvr5559LMUxFjS1btkhpxJ133inFRXKdzMzMsNhJWY7puOOO2+un69u3b6tWreRjNr4GIh+NWxhhFwAAAADMw4AyoN4s+fXjpZM+Dyu0WKxDLrorOiE5rHzE2df+Yw2unv6TulBKJn5//paR1z2R0rqjaPh++uknI3skSJxO5wsvvCAMk+KE8vLyP/74QzpeXMNms7Vo0SIlJWXNmjUej0dd+cYbb6xt2aWzzjorKirqsccek459Pt8HNaSH6tSpkxRpuN1udeUjjzzy7rvvlrd/2A9S5PDAAw9cffXVdVc79thj8/Ly5C2sd+zY8WyNtLQ0qd9806ZN6ohC1GQSjz76aG1fkpS1XHPNNcKYO+64Q5vcmOimm25atWrV1q1bRc03IqmtZkJCwoMPPqj+IeTm5s6ZM0c+NpjZnHjiiW+88Yao2fj65ptvDts9WypctmxZ3Y8gZSRKtgHgkKJxCyOIJQAAAAAzMaAMqAfSX9niXz6UYgntqWGX3J3etb+23GK19j/1Sr+3av3cyepyd3nJ5JduG3bR3endB4gGbkcNIzXVuz4YrC9lCZ988sn7778v99QHAoHtNdTVunTpImUS/fr1q+OhTjrpJKlf+8UXX1SulR4qrBO8c+fOZ5xxhtRzLQ5M3759pU/3ww8/1F3twgsvlHIRKY1Q1pXKr6GuIwUVV1xxhfQlWa21LlMhJTf//vuvMKaiokJEkubNm3/66adSPPP999+H5Uxq0q9YeiZkZGSoC5XNrqWzmZmZwoDx48fLsYSUTv3yyy9h62Ll1Kj7EcJCLACHDo1bGEEsAQAAAJiJAWXAoRYKBuZ+8dKaGT+HlVttth5jz8vqd2RtF9qcUQPP+k/h1nXF2zeoy72V5dPff+yYm59LSm8rULvzzjtPSgukXv4//vijqKiouLi4rKwsNTW1TZs2Umf0wIEDlYWA6nb00UcfddRRU6ZMkR4qNzdXeiipQ79ly5bt2rWTAonRo0e3b99eHCQ33XTTzJkz8/Ly6q42ePDgr7766q+//vrxxx+zs7NLakRHR0tfUnp6eteuXU899VSHwyEaNZfLdcstt9xwww2zZs2aP3/+hg0b1q9fL/12kpKSkpOTO3TocPLJJ0tJj/ZC6YcmHxxzzDEGP5eUghxxxBHyHAvpJ9/4tusAGhMatzCC8AoAAACoD6FdgjUCgYDf7/d6vVIXm1SYkZERtiQFgINC+vua+/kLa2f+Kv3xhZ3qNuqMfqdcuddH8FaVT3nlbu1m186YuBGX/q9ll34CAADUkGJdqYlbWVnp8/mcNaSMVv5ot9ttNaxWq2UXgaaKLa8BAAAAMzGgDDh0pL+vOV+9unr6BG0m0XHwsX1OvMzIgzij4wadd0tscvOwcm9l+V9v3r9l0XQBAAB2oXELI4glAAAAADOx/C5w6CydMWniVx9uLSz3B/aIJZq16zbgzOutNpvBx0lq1XbkdY+7YhPCyv1e94If3xUAAGAXGrcwglgCAAAAMBMDyoBDp1lme4vV6vWHthVWeP0BubB5h55SxmBzOPflkURiyzYjLr9fexV/vQAAqNG4hRHEEgAAAICZGFAGHDot23YacsJ50oE/GMordYvqdCFryIW3O6JixL5r0anXEefcLFRdLa7YhF7HXSQAAMAuNG5hhF0AAAAAMA8DyoBDatR517kry/6d/IPbF7C4Yo+66sG41JZif7UfODoY8M359PlQKChlG0dd80iztl0FAADYhcYtjCCWAAAAAMzEgDLgkJL+xI677Lb2vY7YsW5F3yPHxTfLEAem/cBjnDEJZblbW3U9PCWzgwAAACo0bmEEsQQAAABgJgaUAYea1WbvNmikdBMHg9Vma9N7qAAAAHpo3MIIYgkAAADATAwoAwAAQKNB4xZGEEsAAAAAZmJAGQAAABoNGrcwglgCAAAAMBMDygAAANBo0LiFEcQSAAAAgJkYUAYAAIBGg8YtjCCWAAAAAMzEgDIAAAA0GjRuYQSxBAAAAGAmBpQBAACg0aBxCyOIJQAAAAAzMaAMQGNSxwsavVQA0BTQuIURxBIAAACAmRhQBiBiHdx+pf14NF4eAaDBoXELI4glAAAAADMxoAxAJNiPF6KD9dpVR++V7qegtwsAIhmNWxhBLAEAAACYiQFlAOrZXnuL6q5w0Dub5Aes+5VQfZasAgAiGY1bGEEsAQAAAJiJAWUADqn9yBjUhXVcflBeu5Suq7BHM9KlVXdWQacYAJiCxi2MIJYAAAAAzMSAMgAHXW39QdpypSTsVG3JxIGnFLW94oWVq++qe7j2b1IFL7MAUG9o3MIIYgkAAADATAwoA3BQ7HXeg9ALIbSRQ9ipoL885K8IBauC/kpR8zEo3Q1UhgJVUmHNQeWuUxXSgVQopFMiaLFGW2zSLabmFm2zxwnp7q5Cqz1210GMxRojnbJKx44E5YtRurTkg7C7wlhWoTsVg84yADikaNzCCGIJAAAAwEwMKAOw3+qY/aC+W1sascfdkJQpbPJXrPVJt/K11QflawJVW6VgQtQjW1Qre2xHW0wHR1wne8vVu5kAABAASURBVEz7mo/thNWhm1LoZhVhB2pyIREFABxSNG5hBLEEAAAAYCYGlAHYJ3VHEXXkEOpjf9WOQOU6KXiovlWsq0kj1ltCPmG2gHuHdBMF03YXWWy26DZSPmGLllIKJbFoXfPyuTuECDtWb6NNRAEA9YnGLYwglgAAAADMxIAyAEbsde8H7UwI+SDgK/WXr/aWrZayB39NAuEtXyMCFWGPH7kvQ6FAoHKDdFOXWaxR9tj2UkRhj5VuHaVbdWLhaq6dS6EkFnI3mfb1VrvQE6/JAHAgaNzCCGIJAAAAwEwMKANQh7rTiNqiCF/lNnfBVE/+NHfBtEDletHohIJuX9ly6aYutLpaOlOGRaUOd6YOd8R2UAcS+xRRkE8AwIGgcQsjiCUAAAAAMzGgDIBW3VtVh32UD/zubE/+1Kr8v70F030Va0XTE/Rku3d8Ld1E9R4V6Y7koVFpI6SUwhbTTh1LaCMKoUkgyCcAYL/RuIURxBIAAACAmRhQBkCx1zQiLJAIeHKr8v5y50/zFk73la8W2CXg3h7Y8ZV7x1eiehZFujNlmCt1uJRS2GPaqmOJ7du3X3HFFdJPMiMj47333lN3pY0ZM6ayslJ+iVb/2G02W9wu0lXHHnvssGHDrFar7pexYcOGs88+u46vU3q05OTk1NTUrKysvn37HnXUUSkpKcpZ6cs799xzq6qqpOOBAwe+9NJLwoCrr756wYIF0kFmZuann37qcrkEANQjGrcwglgCAAAAMBMDygAYTyMkQW9eVd7f7poFmvzlq8ShZ7XHWm3RFnuU1RpttUdbbFHWncdR1eW26o/SscUqlUdXH9uihNUW9FWGgu6gvypY8zEU9AR90nFV9XFAKXeHAlVB6a700VcmDo2gZ7t7x5fSraQ6omjlTBmuRBTBYNDpdEof7XZ7IBBQplNIP2cpaZAyA1HzY5cqKPmEdFxSQzq1atWqKVOmdOzY8e677+7evbvYd9Inza8hPdSkSZOef/75Sy+99OKLL5bPpqenX3fddf/3f/8nHc+dO/fXX3+VUpC6H/Dbb7+VMwnpC3744YfJJADUPxq3MIJYAgAAADATA8qAJmuf0ghf5baqHd9Ubv/WUzRPKhOHgMUe44xp7Ypt44xr7YzNcsa2dsa1sTmTRH0J+as8FZu80q18i7d8s7dys6d8c9BXKg6eoGeHElHYYg8Lxo/ObObZURgTFktIbDWqL6nJJIQmnxC7flNr1669/PLLn3zyyREjRtTxqfv166fz9QSDOTk5eXl5fr9fuuvxeF577TXpU1x00UVyhTPOOGPy5MkLFy6Ujp977rnBgwcnJdX6G5Ee6sUXX5SPL7nkkm7dugkAqHc0bmEEzxIAAACgPoR2CdaQ+r+kTiiv1yv1Ikn/eEtPT4+PjxcAmoD9SCMqtn3rLT6YaYTF6nTEZLri2jhj5Vt1AmGPaiYiT8Bb7K3YmVJ4y2qyiootIX+lOHiyi+M2Fh12woVvOOI6KrGElAe43W7p5frNN9/MyspS9qKQSoqLi8vKyioqKubNm/fee+9JWYJU7nQ6X3rppT59+qgfWVnEyeFwTJ8+vbYvQHo7+Pnnn6VPlJ+fLz+UdDchIUE+u337dulB5M8yduzYhx56qLbHueGGG+bOnSsddOzY8YMPPpCyFgEA9UvKWX0+n/T6KbVynTWkF0D5o/SiJCe+VqtVvdkPmibeogAAAAAzMaAMaDrUf+wG0ohvK7Z9cxDSCIvNEZPuit2VQFRHEa0dMa2kE6IhsDmToqVbck91od+d7y3fVB1XSFmFlFiUSwdbQkGv2C8tk8pbJs3Pm3a4PbZLdKuTo9PPsMd2kDrRpPxYCiGUSRKKlBrSQffu3Y8++ugrrrhCSimkbrhnn332ww8/FPtO6qo76aSTOnToID2U9LmkvrxJkyadfvrp8lkpt7722mufe+456XjixInHH3/8EUccoX2QX3/9Vc4kpEd75JFHyCQAmIXGLYzgXQoAAAAwE8vvAo3evqcR33qL/zmgNMJii07qFps2ICbt8Jjk3hZbY9tgwB6VJt1i0vrvLgoFqopXVOTPrcifV1W4KBT0iH3nr1hZtvYJ6SblE8f0ss5b1yK3JFqe32bRkF+927Rp8+CDD956663S8Zo1a+bMmTNw4EBR0ysn9lGPHj0GDBggPYKomWahPnXWWWdJQcWyZcuk44cffvjrr7+OiopSVyguLpZzC1Gz5XW7du0EAJiExi2MIJYAAAAAzMSAMqARqy2QUEcRchpRuf1b6XZgaYTFldA5Nu3w6jQitZ/VHiOaFCmJSe4h3dI6XRoKequKllTk/yPdqoqWiZB/Hx+rOp8Y2V2M7L48uzheZL/qTbrUHttBCSSsVquoefWWSTnE0KFDZ8+eLQUYP/74oxxL7N8Le9u2beVYoqioaI9vzmJ54IEHzj//fI/Hk5eX9+qrr95yyy3qCk8//bS8C3evXr2kagIAzEPjFkYQSwAAAABmYkAZ0ChpAwnt9Ai/O7ti61cVUhpRNHe/0whnXJaUQ8SmVk+MsDkTBWp2zohJ7S/dmh12dchfVVm4QI4o3CWrhQju00O1TCoTua/k5r5ij+sa1fLk6FanOeI6SvGDemF0ydixY+UFlP79999AICCfFfseTmzcuFE+yMzMDDvVpk2bq6+++oUXXpCOv/jii3Hjxik7Wk+bNm3y5MnSQVRU1P333897CgBz0biFEcQSAAAAgJkYUAY0MrqBRNj0iKrcSWUb3qzK+VXsF3t0i7hmg+Q1muyuNIHaWezRsc2HSDfpOOgrq8ifV30rmOst27BPj+MvX1G+Vro97kgaGJt1dXSrU+RpE3Is0atXL7vdLgUSlZWVq1at6tq1q/I0kOoYfJFfuHChPFVC0qFDB22Fc845R4of5KWcHn300Y8//lj61G63+8knn5Qr/Oc//9HmGQBQz2jcwghiCQAAAMBMDCgDGo2wfSOEJpAI+ErLN30gBRL+ynVi39mjWiRmjE3IGBuVeJjAvrM64uNbHS3dpGNf5Y6Srb+UbP9tX/MJX/Hc4uK5paseiGt3bXTGeTZHvPQanpCQEBcXJ2USwWBw48aNhx1W/QtSXtutNeRngvYFXwozpEumTZv2/vvvyyXt2rU78sgjtZ9aXspJCif8fv/atWu/++67U0899a233srLy5PO9uvX77TTThMAYDYatzCCWAIAAAAwEwPKgEagtkBCvit1VXvLVpWtf6Vi6+ehQIXYR1ZHQkL6qMT0cTFp/aTXDIGDwRHTKq3zZdLNU7q6ZOtvJdsm+t05xi8PujeXrrizbM1j0RkXxmZdZY/JTE9P37Rpk5QxlJeXS79xuUtOOrDZbNKBFCRcf/31ylNCJh1LicKOHTukq5TCli1b/t///V/YjtaKNm3aXHXVVa+88op0/Oqrr3bv3v3zzz+XjmNjYx966CEBABGAxi2MIJYAAAAAzMSAMqBBCwskwhZrCgX9FTt+Kt/4pjv/b7GPLDZXXPPhiZnHxjUfYrE6BA4NV0Ln5t2k2w2V+f+WbP+tdPsfQV+pwWtD/tLKTS9XbHotqsVJ3dql5uRESfFDVVWVvL2EXEeKJeRnxaJFi6SUQuwZWYUZNWrUvffeGxNT13bl55133l9//bVs2bKysrIrr7xS+oxS4R133NGsWTMBABGAxi2MIJYAAAAAzMSAMqCB2lsg4Svb9GHp2mf9lfu2RpAUR8SmDUjMGBffaqTVHiNQTywxaf2lW8set5fnzizZ+mt5zrRQ0GPoShHw5Hw7rr3ompA2bWUH6XcvxRLyttjSE8Fut1ev3xUIKE8YeS6FOpwYMWLEsGHD+vfvb2RnCCnnuOeeey688EIpkHC73fLlY8eOFQAQGWjcwghiCQAAAMBMDCgDGpy6A4lgwF228d3Sdc8Hqrbuy6OKqKTuiZnjEjPG2pwpAiaxWB3xLY+UbkF/ZdmOKVI+UVEwT4QCRq7NSsvPGpbvDm0o21AY2/qCoC1GSiCcTqf88ccff5T3x5aeJDt27Fi9evWkSZOmTZsm3ZWOTz/9dOO7VXfo0OHiiy9+++23peO4uLh7771XAEDEoHELI4glAAAAADMxoAxoQMI2BhDq6RHVKzZVlm18u2Ttc0HPPuxS4IjJSMo8PjHzOEes0V5p1AOrPSax9Xjp5vfkl26bVLzlZ0/pKiMXRllyy1beWb7m0aiMC0Ixp0uBRCAQkF7q5UkSsvT09IyMjJEjR77yyiufffZZbm7ujTfeeNddd5100knCmI4dO8oHrVq1SkxMFAAQMWjcwghiCQAAAMBMDCgDGoS9BRJlJeteLVv3ctBXYPghLbHNBqW0OzOuxTA2so5kdldaSvtzpVtl/vyC9R+X50yXfvl7vSoUKKva/KrV+vbJA9v8saRTlW9nOGG1Wi0q11xzzebNm6dPny6VP/HEE1LGMGDAAN4UADRoNG5hBLEEAAAAYCYGlAERru5AIhTwlm54rXj1UyFfkcEHtNpjk1qfkNLubKZHNCzy5hPeii0F6z4q2fKzoZ0ngt6hndf2zdo0bXU3v6/KanPJvXVyOCF/vPPOO88///zS0lLp1H333ffpp58mJyeLmncHAQANEI1bGGEVAAAAAMzDgDIgYik7Egv11hG7Bcq2fLZtSu+iZXcZzCSc8e1a9rij85jfWvT4L5lEA+WMbd2q192dxvycdtiVNmeykUtiXL6xPRflTRtYvvVrv98fqFH9BKqRkJBwxx13SBGFzWaTwomnn35avopOPQANFI1bGEEsAQAAAJiJAWVAZNINJJSDqryp2/8aUvDvZf7KTQYezBrX8sg2g1/pcNRXye3OsNijBRo4mzOpWecrpXBCiiiccVlGLgm6N5ctvaJg9ih34Vx/DSWcGDJkyAknnGCrMW3atBkzZsiXqIMxAGgoaNzCCGIJAAAAwEwMKAMiTdgkCbFnMuEuXpI755ScmeN8pYv3/lgWW2Lr8R1Hfdd6wDOxaUcINC4WqzMp69QOR3/deuBzMan9jVziL11YNHds8cKLfOXrlJkTkiuuuCIlJUWKJaxW64svvujxeMKCMQEADQSNWxhBLAEAAACYiQFlQESpY9Umb8XWvH+v2PHXoKqcSXt/IIs9qc1JHUf9kN7nAUdMhkBjZolrMTxryBvtRnyckD5WyqL2eoEnd0L+jMEly+/wufPkWMLlcl1yySV2u11KJnJycj766CPlGShfwjsFgIaCxi2MIJYAAAAAzMSAMiBCKF3AOttIBLxFq57aPqVXxZZPhAju5YGsjqSsUzuN+qFV7/85olsKNBlRiV0y+j/aadSPKe3Pt9pj91I75HNvfTt/Wv+ydc/7fVVSMjFy5MiuXbs6nU4pnPjqq6+2bt2qPCF3XsG0CQANAY1bGEEsAQAAAJiJAWWA6fayalPBrG1TDi9Z+UAoUFX341iszuSsMzqN+qlVr7vt0S0EmiTpV9+i+00dpXCi3TmyoXAxAAAQAElEQVR7nTkR8pdWrH0of9qAiq1fBAL+q666ylFDeu49//zzcijGtAkADQuNWxhBLAEAAACYiQFlgLnqWLXJ78nPX3BV9vRR/oo1e3sYS2LGcR1H/dCy1x32qDSBJs/mTGzR49YOR30V12L4XisHPVtLl15dMOe4VqnBMWPGuFwup9O5bNmyv//+W44llHBCrs+0CQCRjMYtjCC8AgAAAOpDWI9nIBDw+/1erzc3N1cqzMjIiI+PFwDqkfqfw+oB6TV/p4HSje+XrLwv6C3c6+NEp/Ru2eP2qMTDBKCnIn9uzpJnPOXr9l7VGhPX6f6YNpdardV7XyssKqJmJLJcnY4/AJEmLy9PauJWVlb6fD5nDYfDIX+Ut8+RqF/WBJoqYgkAAACgPtQWS+Tk5Ej/JEtPTyeWAOpTbas2STylywsWXO0tnrfXB3HGt2vR5Ya4liMEULdQsGjTd3mrXg94i/Za1544MLHnm/aY1rrJhHQs9gwk6NcDEDmkWEIKJNxut9TKJZZAHewCAAAAgHlYfheof9qFm3amhv6q4pUPl65/WYT8dT+CzZna7LArk7NO3uvmAUA1izW57WmJmePy17xTsP4zEfTVUddfMjd/5pD4zg9GZ14s9d/JT065F0/6KAXbYbMlWC8FQEShcQsjiCUAAAAAM9GdBNSnuiZJFM3Lm3eRv3JD3Y9gsUWldjgvrcPFFnu0APaF1R7bvOt/ktucmrPixbIdU+qoaQlWlq+8zZ39XWKPV+0xrZVkQtT090kH8l3lHUR+PvNuAiAS0LiFEWx5DQAAAJiJAWVAvaktkwgGvEUrHtox7ei9ZhJxLYZ1PPqbZoddQyaB/eaIzcw8/Km2Q992JXSuu6a/eGbhrGGVWz7w+/2BXeSVANX7YIc9sQHAXDRuYQSzJQAAAAAzMaAMqAe6u1vLvGXr8uef7y1ZVPcj2F1pLXr8NyF9tAAOhuiUPu2P/KRky4TcFa/4Pfm1VQsFystW3OLO/iahx+v26HTleStvOCHXkXsAmTYBIELQuIURzJYAAAAAzMSAMuBQq3UniWCwZP1bO/4etLdMwpLc9rQOI78hk8DBZklsfULHkd+ldb7cYnPVUc9XNKNw5pCKLR+qp00oMyeUaRNKfd5WAJiIxi2MYLYEAAAAYCYGlAGHVG2ZRMBbkP/vZVU5k+q+3BnfLr33fdHJPQVwaFjs0c0Ouzopc/zW+Xe4S1bVVi0UKCtfcbM35/uEPp/a7FHKQmTqaRM7H5B9sAGYitcfGMFsCQAAAMBMDCgDDpGwNffV3AWztk05vO5MwmJ1NetyXYcRn5FJoB44YjPbDf8grfMVwmKro5q38O/C2Ud5S5cGAgG/3x9UUZ7wbDUBwFw0bmEEsQQAAABgJgaUAYdCHQs3Fa9+NnvG2KAnp47LoxIPa3/kZ2mdLhFW1hhAfbHYmx12Vbth7zpiMuqoFaxcUzhndPmGl2qCCX/Yak5hCzqFLe4EAPWAxi2MIJYAAAAAzMSAMuCgCxstLqcREr+3JGfOGcUr7hUhf60XW2xpnS9rN/wDZ1wbAdS7qKTuHY76IqnNSXXUsYR8lWsfLFlwbsBbot5tQskkFHJ93mUA1CcatzCCWAIAAAAwEwPKgIMrbJy4Mn7cW7pix1+D3Dm/1HGtIyaj3bB3mx12jbAwSQKmsdiiWvX+X+sBz9qciXVU8xZMLpwzylu+VjtnggWdAJiIxi2MIJYAAAAAzMSAMuBgqW0zCamXtmzzZzumDvNXbqzj8qQ2J3c46ouopO4CiABxLUd0OPqrmLSBddQJVm0onjO6KmdiQEW9oJMgmQBQ72jcwghiCQAAAMBMDCgDDoraNpMI+N35C68rWHBZKFBV27U2Z2LrAc+26n2vxRYlgIhhc6ZkDX61Zc/bLTZXrZWC5WWLLyhf/3z1MmU10yakA2VBJ7aaAFD/aNzCCGIJAAAAwEwMKAMOnHYzCblD1ufOy54+umLz+3VcG53Su/1RX8S1HCGAiJTc9sz2Iz5zxXesrYL0NlK1/tHiRZcG/VWBmo2ww1ZzCksjeNMBcEjRuIURxBIAAACAmRhQBhwg3c0kJJ6yNTv+HuItnl/HtSntz2875E27K00AEcwZ16b9iI9TO15cRzeOL++n4nnH+So2a1dzYhNsAPWJxi2MIJYAAAAAzMSAMuBA1LaZRGXu39l/DwtUba3tQqs9tvWAZ1p0v0lYbAKIfFZ7867Xtx36VnRKn9qq+MuWlPwz2lM4W3erCTbBBlA/aNzCCGIJAAAAwEwMKAP2W60bXG/5LHf2+FCgrLYLnfHt2h/5aVzLIwXQoESn9G475M2U9ufXViHoKyz595SKze/JO0wosYQykUiQTAA4xGjcwghiCQAAAMBMDCgD9k8tmUSgcOmdhQsuF6FAbRcmZIxrP/wjR0yGABoii7VF95vS+z1c20Qfi/BXrr69eMn1wYA3bNqE7ibYAgAOKhq3MMIuAAAAAJiHAWXAflAvR6NMkggFKnP+udCd80sdF7bseVty27ME0MAlZhzrjE7f8s8tAW+JbgVfzhdF3u2JvT8OhWJstt0BhtW6e3yq/O7D2xCAg4tXFRjBbAkAAADATAwoA/aVbibhd+ds/3tEHZmE1ZHQdtj7ZBJoNKJTercf8YkrvkNtFfxF00r+PVXKLcL2mWAHbACHFI1bGEEsAQAAAJiJAWXAPgnLJORuVm/5xuypR/rKltd2lTMuq/3wD6OTewigEbFHt2w3/IO45kNrq+AvnV887wQptNNugq1NJuhGBHBQ0LiFEcQSAAAAgJkYUAYYp84klK5Vb9m6nBmj/VWba7sqOqVPu2EfOGIzBdDoWGxRrY94Pq3TpbVVCFauKP7nWG/FJnkTbOWjNpkQTJsAcDDQuIURxBIAAACAmRhQBhihdJ4qmYRc4i1blT19VMC9vbYLE9KPaTv4dasjTgCNlqVZl2sz+j9hsbp0T4c8W8r+He8pXa2eLUEyAeAQoXELI4glAAAAADMxoAzYq7AV8OW+VOmjp2RZ9rTRQW9uLddZmh12TUb/x4TVLoDGLiF9dNth79icKbpng57s6mSieLEUS/j9fnU4wVYTAA4uGrcwglgCAAAAMBMDyoC61ZZJuIsW5sw4Jugr0L/M6sg8/Mm0zpcJoMmISuzSbvgHjpgM3bMhf1H5wlPchXPkdZy0yYTQ/LkBwH6gcQsjiCUAAAAAMzGgDKhDbZmEt2RJ7sxxQV+R7lUWW3TWoFfjW40UQBPjiGnVbti7zrgs3bOhQFn5ojPc+X+RTAA4dGjcwghiCQAAAMBMDCgDalPrPInCOdnTx0gdrLpXWR3xbYe8GZPaVwBNks2V2nbIO66Ew/RPB91li86tyvk5sEtwT4JkAsCBoXELI4glAAAAADMxoAzQVWsmUTArd9b42jIJmzO57dC3o5K6CqAJs7mS2g55PSqpu+5Zi/BXLL2kctsXAZWw7a9JJgDsNxq3MIJYAgAAADATA8oArVr3uC5enDP7pFCgUvcqe3SLdsPec8V3EECTZ3XEZw1+LSa1f20VqlbfXLXjB3kHbHlNJ+UPjWQCwIGgcQsjiCUAAAAAMzGgDKhNWCbhK1uZM+s4EajQreyMbdNu2PuO2EwBoIbVHtNm0EuxaUfon5byvZXXuvP+kP64tMmEvJrT7rq8TwEwjMYtjCCWAAAAAMzEgDIgjHqk9u49rsvXZ88YG6plj2tXfKe2w961RzUTAFQsVmebI16Ib3W0/ulQ9WpOnoJp2mRCvaDTzrp0MgIwhsYtjCCWAAAAAMzEgDJATZ1JKB2jvorNubOODXrzdS+JTu7ZduhbNmeSAKBltWf2fyIh/Rj9syFP+ZILPEXzlGRCpptMAIARNG5hBLEEAAAAYCYGlAGKsExC7hv1VeXkzh4fqNqqe0l0Su+sQa9aHXECQG0stoz+jyVmHq9/NlhVvvgcT/FiebaEPGEiLJyQK9LPCMAIGrcwglgCAAAAMBMDygBZ2HIxcpeo31OQM3Ocv2Kd7iVRiV3bHPGSxR4tAOxNep/74luN1D8XKK1YfKandFVgF5IJAPuNxi2MIJYAAAAAzMSAMkCo+jrVS8f4vaU5M471l6/SvcQZ3y5r8GtWe4wAYITFltn/sdhmg3RPhvxFFYvP8JZvIpkAcIBo3MIIYgkAAADATAwoA7SZRHVXqN+TP/cMX9lS3UscMRltB7/J2k3AvrHYWw94Jia1v+7JkDenYvFZfncBqzkBOBA0bmEEsQQAAABgJgaUoYnTzySCwbwFV7oLpuleYo9u0XbIGzZXsgCwjyw2V5sjXohK6q57NujeUL7kAr+3Sp1MhPYk16TPEUBtaNzCCGIJAAAAwEwMKENTprt2k6Rkzf9Vbf9K9xK7K63tkDft0S0FgP1isUVlDXrZldBZ92ygbH7Fqpv8fr8yVUIdTog9/2wFAGjQuIURxBIAAACAmRhQBih9nfJUifKt35asfFC3ptWZmDXkTUdMhgBwAKyO+KzBrzrjsnTP+nK/q9zwjJRMaJdykj4KAgkAdaJxCyOIJQAAAAAzMaAMTZZ65LXS4+kunFew4DKpWFvfYnNlDXrFGddGADhgNmdS1qBXba5U3bPezc94cyfImYQ6nFCSCRnvXwC0aNzCCGIJAAAAwEwMKEPTpM4klHkSvooteXNOFSGv3hWWzP5PRSV2EQAOEnt0i6xBL0uBn+7ZypXXewrnqFdzCttnQq5G5yOAMDRuYQSxBAAAAGAmBpShCVI/5+VAQvoY8Jbkzjkp6CvQvaRF95viWgwVAA4qV0KnzP5P6PcOhbyVyy7yVWwM7EIyAcAIGrcwglgCAAAAMBMDytDU6G5zHQwG8ued5y9fpXtJUtapKe3PEwAOgbgWw1v2vF3/XKCkYukFfm9Z2CYT6nBCrkgXJAAFjVsYQSwBAAAAmIkBZWiaVIFEteJVT7rz/9StGZs2sFXPOwWAQya57ekp7c7VPRWqWlux8sawTSbUmQRvYQDC0LiFEcQSAAAAgJkYUIYmRbulhKQqf1rp6kd167viO7Ye8Iyw8E9X4NCqWSdtuO6pQMEv7q3vhM2WUG9/TT4BQI3GLYygbQcAAACYiQFlaDrUT3WlT9NXuS1/3rnSSW19mzM1a/ArFnu0AHCoWayZ/R+PSuqme9K9/iFv8QJ5+2vtPhNKNd7OAAgatzCGWAIAAAAwEwPK0ETobynh9+TNPSPkK9LWt9iis4a8YnOlCgD1wmKLajPwRXtUC51Twl+5/FK/J19OJrR7X7PJBAAFjVsYQSwBAAAAmIkBZWhS9tzmOli49L++0kW6NTP7P+6K7ygA1CObK6nNEc9brE6dc76cyuVXBvw+3e2vBYEEgF1o3MIIYgkAAADATAwoQ1Ogu6VExdYvKja/q1s/tcMFcS2GCQD1zpXQqVXve3VPBUtnV65/THf7azaZAKCgcQsjiCUAAAAAMzGgDI2euqdSiVxUgQAAEABJREFU2VLCU7KkcNG1uvWjk3s273q9AGCSxMzjktqcpHvKv/11b95E3e2v2WQCgIzGLYwglgAAAADMxIAyNG5hPZWygK8y/59zQkGPtr7NmdJ64DPCYhMAzNOy5x2u+E66p6pW/cdXuV2ZM6HdZ0KuRqck0GTRuIURxBIAAACAmRhQhqYgbEuJomV3+Ss36NSz2KRMQkomBABTWazO1gOftTridc4Fy92rb/D7/epMQj1hgjc1oImjcQsjiCUAAAAAMzGgDI2Y7pYSVbmTKza/rVu/eZfropN7CgARwBHTKrP/47qnAiWzPFvfCttkQsknlGr0SwJNE41bGEEsAQAAAJiJAWVorLTLN1X3YHoKCxZcrls/rsWw1I4XCgARI7bZoNROl+ie8mx63Fu6srZNJljKCWjKaNzCCGIJAAAAwEwMKEPjFrZ8U/6CK4PefG01uysto+8jAkCEaX7YNVGJXbXllpDPveo6v8+tTiZCexIAmiQatzCCWAIAAAAwEwPK0Chpl2+SuizLt3zqzv1Vr7olo9+jVkecABBpLNbM/o9bbNHaM6Gqle5N/ydvMqHd+1rs+ToAoOmgcQsjiCUAAAAAMzGgDI2PujNCWW7eV7G5eOl/deuntD83Jq2/ABCRHLGZLbvfqnvKv+11X/FcZZOJsGkTSjU6KIEmhcYtjCCWAAAAAMzEgDI0Muo15ZWx0lKPZcG/F4UCZdr6zris5l2vFwAiWFLWybHNBuudCbpX3xDwlkmZhPSXrp0zwRsc0ATRuIURxBIAAACAmRhQhkZJFUhUK133orf4H516Vkfm4U9arA4BILJl9H3I5kzWOeHd7l5/X9g6TuoJEyzlBDQ1NG5hBLEEAAAAYCYGlKEx0S7fJPFVbChd9bBu/eZdrnXFdxQAIp7NlSwlE7qn/Llf+otn+P1+eSmnsDkTSjXe7IAmgsYtjCCWAAAAAMzEgDI0Pnsu3xQsXHRtKOjRVotO7pna4XwBoIGIbT44KetU3VNVq28L+Kt0J0ywlBPQ1NC4hRHEEgAAAICZGFCGRiNswRa5d7Ji29eegmnaylZ7bGb/x6W/AAGg4WjZ/VZHbKbOCe8Wz5aXWcoJgKBxC2OIJQAAAAAzMaAMjUPYUi0yv7e0ePmduvVbdLvJHt1SAGhQLDZXRp8HdU/5t73mr9ggxxLyx7BkAkATQeMWRhBLAAAAAGZiQBkaE/WaLVJ3ZMnKB4KeHG216OReSVmnCAANUHRK76Q2J+mcCHk96+5QJkwoyUTYUk685QGNHo1bGEEsAQAAAJiJAWVoBMIWaZEzCW/xgopNb+nUttjS+9wnADRYLbrdZHMmacuDpbN8ud8r6zipN75m72ug6aBxCyOIJQAAAAAzMaAMjYmSSUgfChZeJRVo66R2vNAZ11YAaLCsjvgW3W/WPeXd8EDAV6qeMCEnE2LX64MA0NjRuIURxBIAAACAmRhQhoZOO1VCUr7xTX/5Cm1lR0xGs85XCAANXGLm8TGph+ucCBR5NjwuL+WkbH0fFk4IJkwAjRqNWxhBLAEAAACYiQFlaNB0d7oOeApLVj6kWz+9z30Wq1MAaPjSe9+r++ccyP00ULEysEttSzkBaKxo3MIIYgkAAADATAwoQyMQvtP16ieC/lJttYT0Y2JS+wsAjYIjNjOt4yV6Z4KeDY+oJ0woH9n7GmgKaNzCCGIJAAAAwEwMKEPDpZ0qIfU8+is3l218U1vZ6ohv2fN2AaARSet0iTMuS1seLJnqL56hO1uCtzyg0aNxCyOIJQAAAAAzMaAMDZ16noT0sWj5PRbh11Zr3uV6mzNJAGhMrPb03vfpnqne+9rvkzOJ2va+puMSaJRo3MIIYgkAAADATAwoQwOlu9O1p3ihO/t7bWVnXPvktqcKAI1OdErvhPRjdE641/hyv9bufc2ECaDRo3ELI4glAAAAADMxoAwNnXq2RPHSW3TrtOp5h9RNIQA0Rs27Xi8sdm25f+uzAV9l2GyJsO2v6bsEGh8atzCCWAIAAAAwEwPK0BDpTpWo3P69t/gfbeXYZoNj0tjpGmi0HDHpKW3P1Dnhy/Fue0PJJMI2mVBq8SYINDI0bmEEsQQAAABgJgaUoUHbPVUi4CtZcY9eFUuL7jcLAI1aWufLrPZYbbl/++t+d05tyQQdl0CjROMWRhBLAAAAAGZiQBkanLBJEvKqLGUb3wy4t2grJ7Ye74pvLwA0ajZnYlqnS7XlllCVf+vz6h0mdDMJ3geBxoTGLYwglgAAAADMxIAyNGg7OxcDVaWrn9SetVidzbtcKwA0ASntzrZHNdeW+3O/8FduVu8wwYQJoHGjcQsjiCUAAAAAMzGgDA2L7lSJ8s3vhfyF2sopHc6zRzUTAJoAi83VvOt1OuUi4Nv2qpxJyK8Y6mRC7LlXDYBGgMYtjCCWAAAAAMzEgDI0UKpdJTyla57VVrA6EtI6XCQANBmJmce74jtoy4MF3wTc2fJSTmFTJei7BBofGrcwglgCAAAAMBMDytCAqKdKyAdSD2PFlo+D3hxt5bSOF1sdcQJAU9K86/XaQkvI59/+etjG10yYABorGrcwglgCAAAAMBMDytAQqZZw8pWu/T9tBasjPqXdmQJAExPXYrgrTmfChD/3s5CvUEkmmDABNGI0bmEEsQQAAABgJgaUoaHQnSpRvuWzoHurtnJq+/MttigBoOlpdtiV2kJLyOPd9oayjpN2woSMN0SgEaBxCyOIJQAAAAAzMaAMDZGyrUTZume0Zy32mJT25wgATVJ8+khnbBtteSD346CvOCyQYM4E0PjQuIURxBIAAACAmRhQhgZBPVViZyQRDFZs/yZQuV5bObX9OVZ7jADQRFn0J0wEK/073t3rhAkADR2NWxhBLAEAAACYiQFlaHCUYKJs7dPasxabK7X9+QJAE5aQfozuhAl/9vsBX1ndEybozQQaOhq3MIJYAgAAADATA8oQ+dR9hcpUicrsif7yldrKKe3OsjriBYCmzGJN63SJTnGwLJD7mTxbQn4lYcIE0PjQuIURxBIAAACAmRhQhgZEPai5YtMb2go1UyUuFACavMTMYx3RrbTl/uz3ggG/spQTEyaAxofGLYwglgAAAADMxIAyRDj181OZKuErX+/Jn6KtnNzmVJsrSQCAxZ7a8WKdYl+2v2iyMkkiLJkQABo+GrcwglgCAAAAMBMDytAghA1nLt/4ilSmqWVN7cCuEgB2SmpzgtWZqC0PZH8Q2EW9jpPY9VIjmDABNGQ0bmEEsQQAAABgJgaUIZJpp0pIAr7Sii0fayvHtxxhj24hAKCGxepMzjpV50T57EDlaiZMAI0VjVsYQSwBAAAAmIkBZYh86h7D6s2ut3woglXaasntzhQAoJKSdZpu11Mw5331VAn1rtdMmAAaOhq3MIJYAgAAADATA8rQIKi6C4Nl61/WVnDEZMSmDRQAoGKPbhnf6ihteTD/u5C/TL3rtXopJwANGo1bGEEsAQAAAJiJAWWIWNqRy5Kq7F+Cnu3ayqnt2VUCgI4U3XlUIa8v+2Mph1DmTLCOE9Bo0LiFEcQSAAAAgJkYUIYGQRnLXLH5Te1Zqz02qc0JAgA0YlIPd8a115YH8z4OBvy17TDBOk5Aw0XjFkYQSwAAAABmYkAZIpPuZtf+yo2e/L+0lZNan2ixRQkA0JPS7ixtocWXHSiaot5bQp1MCAANFo1bGEEsAQAAAJiJAWWIZGGDlyu3falXy6Lb5wgAsqTWx1vtsdryYMEPYbteK9tLEE4ADReNWxhBLAEAAACYiQFliHDqLsLKrZ9oK8Q2G+SIzRQAUAuLLSqp9Una8lDpn0F/WW3rOO2sQ+cm0NDQuIURxBIAAACAmRhQhggUNlpZ7iv0FC8MVG3UVmZXCQB7lZSlE0uIoNtfMFE9W4JFnIBGgMYtjCCWAAAAAMzEgDJEOLmLUOoxdO/4WnvWYnXFtzhSAECdXPEdXPGdtOWhogm1bS/BxtdAA0XjFkYQSwAAAABmYkAZIpmqbzBYsfUzbYWEVqMsNpcAgL1JzBynLQyVzgh6i9j4GmhMaNzCCGIJAAAAwEwMKEOkUa/gpPAWzgz58rWVEzLHCgAwIDFD5+XCIoKBgp/CNr5Wz5OgcxNocGjcwghiCQAAAMBMDChDxFJ3C1Zs+1JbwepIiGs2SACAAfboltEpfbTlYes4qSdM7K7DGyXQcNC4hRHEEgAAAICZGFCGiBLWj7Bz0HLA687+QVs5MWOcsNgEABhT/aKhVfFvyLO9tu0lBICGhsYtjCCWAAAAAMzEgDJEoLAVnNx5v4f8xdpqukuyAEBtEtOP0c0ygwU/1pZJEE4ADQ6NWxhBLAEAAACYiQFliEzqDsHK7V9pK9ijWkSn9BYAYJjVqb/yW7DwJzmTqGPXa3o5gYaCxi2MIJYAAAAAzMSAMkQO3RWcAr5Kd84v2sqJrY8TALCPEjL11nFyrw5UrNLues1UCaAhonELI4glAAAAADMxoAyRJqxDsCr7BxHyaKslZhwrAGAfJbQ82mJzactDRT/VFksQTgANC41bGEEsAQAAAJiJAWWIQMoKTlL/YNWOr7UVXPGdXPHtBQDsI4stKr7FkdryYMEP6uWblAOhmsjF2yXQINC4hRHEEgAAAICZGFCGCBHW8bezZ9Bb5C34U1s5UXcZFgAwIDFD5wXE4ssOlM7TnTAhADQoNG5hBLEEAAAAYCYGlCGiqDMJiTv3FxEKaKvp9ioCgBFxzYdYHQna8mDxZPXG16zjBDRQNG5hBLEEAAAAYCYGlCHS7LGCU57OVInolD726BYCAPaP1Z6QPlqnvGwW6zgBjQCNWxhBLAEAAACYiQFliChhsyW8BX9p68S3PEoAwAHQ3V5CVK0M+opYxwlo6GjcwghiCQAAAMBMDChDJFCPR1b6AX1ly0O+fG3luGYDBQAcgNjUfsJi0xQHAyUzdNdxErtemgSAiEfjFkYQSwAAAABmYkAZItCuqRJ/a09ZHXGuhM4CAA6AxR4dk9Jb50Qt6zip3yh50wQiHI1bGEEsAQAAAJiJAWWIKOrhyd5CnVgirtlQAQAHLDZNZ95VqGyWHEXobnwtADQENG5hBLEEAAAAYCYGlMF0YQuk7Oz/C/rc+dO0lWObHSEA4IDpvphYvFuC7i1sLAE0aDRuYQSxBAAAAGAmBpQhoijJhLd4nghWaivEtxguAOCARSf3sNiiteWh0pm6u16TUgANBY1bGEEsAQAAAJiJAWWIHOqOP0/+X9oKzrgsmytZAMBBYInTnX1VPkv6oLuCk/J2yfsmEMlo3MIIYgkAAADATAwoQ4RQ9/dVxxJ6+13HprGCE4CDJraZ7vYSM5XtJZgnATRENG5hBLEEAAAAYCYGlMFc6jHIuzv//BXe4n+0ldlYAsBBpJt0WgIlgfJlusmEUO2CAyBi0biFEcQSAAAAgJkYUIaIsnOqROF0iwhoTlri0gYKADhInHVQxmoAABAASURBVHFZ9uiW2nJLxWyhWsdJPhCs3QQ0EDRuYQSxBAAAAGAmBpQhQqiHJLvz/tRWiE7uabFHCwA4eOJ013EqnVnHbImddXjrBCIVjVsYQSwBAAAAmIkBZYgEYUs5+YqmauvorgIPAAdCfx2ninki5FcnE4Llm4CGg8YtjCCWAAAAAMzEgDKYKCyNkD8GvXn+8hXayux3LQtm50kdpftwQfWqWB4BQE9c8yE6pSFPoPQfbSZBPgE0CDRuYQSxBAAAAGAmBpQhcuzaWGKO9pTFFh2T0ks0Lr6fpoQCgX29yv/HrNCWHftUX1S4BQA9Vke8K6GztjxUsVCo0gi2lwAaEBq3MIJYAgAAADATA8oQCdSrt/vLlmorxKb1l6IJ0bhY27fx3Pt8YMnqfboquG6Lf8ocQ1UDfv+Pf/hnL7SkJAoAtYhrpjcTq2ol20sADRSNWxhBLAEAAACYiQFlMJ2676B6Ywm9WCI6qadodGzdO1oS4933Pu99/1tRZXSdpcDGbb4JU0KFxXup5w/4fvzT8+63tr5dBYDaRSfrvbxUrVIyCbaXABoWGrcwglgCAAAAMBMDymCusHXbq2OJUp1YIiqhk2iMnLdcbGubEZz9bdVNjwQWrtj7BR6vKCi2ZeR5P52wl4qvf+b/6RNh99kH9xMAaufSe3mxeDcFAx7tlhK8YwKRj8YtjCCWAAAAAMzEgDKYJazLYGeHX6Ay6N6krexqpLGExem0n3VssMrp6Dzb++oz3ve/CxWX1VE/VF4pfXT23hpYvFDUsi9FqKLS8/gbobU/OnpstQ8fwgpOQN2csa0ttmhNcVBUrar+n2oRJ/kE+QQQ4Wjcwgi7AAAAAGAeBpTBdOrOPm/JYm0Fiy3KEdNKNFL2If2CS8cGcz6KGrXIO7+wavLfrjuutXXvKKx6w/jKKqSfkyXeY09f6ftmkuPMY8POh0rKPY+9YrXOcg7d6pncx3nPGGFMVWXl6aeMEPtuwMBhDzz8vHTw15Tfnn7yXqX8qmtvO/Gks3QvWbpkwR3/vUK5e+bZl150ybXK3T9+//nZ/7tf7KM33/k2I7ON8frSk+2fOdOXLPl39apl+fk5hQX5TldUy1YZLVq0Sk9vPe7Yk1u2ytS9sLYvz2qzJSWlJCWmJCWnJEn/pTbr0bPf4QOG1N01tmjhP3ffcY265I23v85s3VbU6crLT9u2ZVNtZ202e0JCYkJCUmpa846duvbs1a9f/0Haal6v55QThip3+/Uf/PBjL+k+4JbNG2+9+ZKK8t2BmfTNPv3M2126Np6l1aISOlQVhc/TClWtDMb3DmnsUYfeTyDy0LiFEcQSAAAAgJnoUkEk2L3fdfky7dnopEa+O4LjrOOrbphrSytzHr45WFjgffkZa8cBzuvOs8SEj+AOSrFEjNdiFfaswqovf7UdfYS1Wcrus8WlngdetqfMsHfJCRbGBC0Z1uZpAhrr16164blH1q7ZY9UsqZt+bVnJ2tXLpeNvvv5o3LGnnHv+FcnJqQYfMxgIFBbkSTel5OsvP5CyjfsfeLZN2/a1XTVp4o9hJT9P+Oaqa24VByAQ8BcVFUi3TZvW/Tt/1pefv9u33xG3/PfBlNT9eTIU5Ofefec1e2QSVtuddz/emDIJUT0fq7M2lpC3l6gNb51AxOIvFEawiBMAAABgJgaUwVxhG8nqbizhim+cKzgpLIlxrusu9C1uJx3b0iqijlxgKfnRfduj/unzw2qGyipszcqE1WJN8tuztgVm/KucCq7d5Ln9MXv6X45uOVJu4d+Y4hgzVES5BPaUvWPbXXdcE5ZJhJEyhl8mfH3j9ReWl5WKA/pcW++4/araZja4q6pmTJ8SVjj595/8fr84qBb8O+eO264sLi4U+6iqsuKuO69RZy0Wi/W/tz80dNhI0bhEJXTUKdWLJQSAiEfjFkYQSwAAAABmYkAZTKRkEsrdQPlybTX9HsPGxXZEb2vXkb6lraQfhsUZdPbZ7jp8ivfNl9yPvSbvJ7FTWYU1uUo47CI9zXnEJt+vE+UdJoKrNlTd+6SzzyxH+0Lhckg/0EB+K/uJRwtoPPrQ7QbDhoL8nGee3uflpMKUlhS98fozuqem/PGLz+sJK6ysKJ8+dbI42LZv2/zWG8/t0yV+n+++/90YlqncdOt9Rx49VjQ6+tln1TI5ipC3l5DLlHCClAKIWDRuYQSLOAEAAABmYkAZTBHS3e86FPKV6c2WaKT7XYdxnDu+6uZ5traFtgSPiI2y2n3Rxy73r89137rJcfJx9mOrN34I5RVaUyuEXYolmlm25FpjNnq/n2xNS/Z99HHUyCXViUWzJCm08M8I2rodYXE4jH92l8v1+FOvhxW63e4H77tJudupc/dLL78hrE58/KHdUvukU84dNHjvm16kNWsuDJg5/c/161cpdx1O1ymnnjds+MiMjKzKyoqtWzf+PumnKZN/VirMnTNt7ZqVHTt1EYa/vM2b1n/5+fsFBblKyfx5M1etXHpYlx5h1/4+6Ufdx5z42w9HjRwnjImOib3vAZ3Yo7i48Ldfvl+0cK5SMu3v3y+/8iaDy1JJHfGPPXrH8qUL1YVXXXvb6DHjRWMUnajzK7aEqkLe7SF7G+UFSvqx2Gw2QacnENlo3MIIYgkAAADATPStwFx7TJWo2iCCVdo6UU0jlrCkpTivutj3aYl1xHKL2yf6drZsznY4cq3NZnh/2OZfsd559nHBvEJHapVwRYvEZKnfxdEt2/Pdb8JW6hqy2pZSJaJdom16aO4K35Lurmv77tNnt9psvXofHlZYVVmpvhsfn6Ctc6hlZLQ5iJ906dIF6ruPPPZyj547f1BR0dEpqWnS55I67r/56kOlzoJ/59QRS2i/POnumGNO/O8tl61ftzv/mDt3elgssXnj+tWrdu+kIn3SoqIC+Xjxon92bN/aKj1TGGC322v7+QwfMebm/1y8ZvXOzxII+KWIZcDAoQYeVbz4/CNzZk1Vl1x6+X9q28O8EbDYo+3RLf1V2eEnKleGolurV3DSTpLgbRSINPxVwggWcQIAAADMxIAymE7p5vOWLNGedcRmWmxRommwD+4dSurjW9usemmmDdvE4T1En8NszTzRo1fYvJ9V3Xh/YMEia4yveraEq4Vo28qWXGXvuDb6uMU2KatwOsSQniK7IFTuFNZU24AeAhqFBfnKcUJispJJqJ1++oUWy+7OCvWEA4NcUVGnnHrunp83L6zOpIk/KMcOp+uW2x5Un5342/figEkv7337HaEuycvNNnLhF5+9+/uee3Gfdc6lp51xoWjUdOPPUJ27XgsAEYnGLYxgtgQAAABgJgaUwUTqXgPp2F+2TFuniUyV2Mlmi7rtUvfdW4JtCq2iVGzeIdoPF4lpYsVye6jAllbhW9miuprdKqwJonN7sSXH2WNHTYlNHN5TOFwip8C/oZnzvFNFzVIzspDfb5Hu8pcuRFbb9tN2zQEoLSn66ccvTjgxfAZAQlLSM8+96/G65bsO+z6shaVo1WqPuQ6lpSXqu36//48/di8VNWjQkf36D8ponaVs5CDFEhdefK3VepCHcsbFx++1zh+///zh+6+qS8afcKb0xYjGTnqpKc+ZFl7qZtdroOGhcQsjmC0BAAAAmIkBZTCLekUUWaBCZ7/rJrKxhMKSnGg/drxnWsdQwCLWbhbeLSJloBg4ytKlrbWZ3zWopts6yimEU7g6iuRdvcw9DhNp3cTqTaGKoH9ze9uAXqHS8uDqDb5fproffNn32c8CNTp17qq++/orT99wzXm/TvgmN2eHuvywrj169T5cvnXt3lvsuy1bNqrvxsUlqO/OmfV3aUmxcnfUmOOlj+PGnaKUSGdnzfhTHBgp/Phn7nR1SVZW+7ovWbhg7vPPPqQuGTvu5Guuv100Aa6EjtpCy56xhFxIOAFEOBq3MILZEgAAAICZGFCGSLBzv+tSnUWcouI7iibGceJI35+zAznb7emlYv48MaS1cLYXXTNE2wVi9nxRUlE9E8KaIqyxIj1D5BWLPp1F1hBRsUVsyQ5sThYBp/v+l4Ibt4porzXebWk10HnBSaLevfHq09JNHLBXX35CutVd5/GnXje4/0S/foOkmosXzVNK1q9f9fJLj0sH6Rltevcd0LVLr36HDzK4L3RtSoqLPvv0HXVJamqa+u7k3ycoxympzfofPlg6GDX6+PfffTkQ8Mvlkyb+OHT4KLFfqior161b9d47L21Yv1opbNe+c+s2dcUSq1cte+iBW4PBgFJitdrOu/Aq0TRExeskoBbvplDQK/1RqveWkE8pJbyHApGGxi2MIJYAAAAAzMSAMtQ/7YaxNf/zB91btZUb62yJwPxlobJya3KCSEywJCVYEuPUiyxF3X6F+55ca9w/VkuJ2DFfpB8prNEi5nAxNF1smC0cdmFJEJY4kd5deCpF1hhhiRI7pgifP1DusrVZbWtWbu1TJSwh9x99XJeeJrCL1Wa7654nbrjuvPy8nLBT27dtlm6/TvhGOu7dZ+AZZ10UtjFD3dxVVbk5O/LystetW/3j958p+1fL+vbd/VBSaPHP3BnK3aNHHisv1pSYlDxw0HBlksS8f2YWFOSlpjar+/OWlZYcP9ZQJHPRJdfVsSpUfn7u/f+70ePeY895KaJ46/Xn7rznMdEEOOOyhNUhgr7wE56NIWc31nECGhAatzCCWAIAAAAwEwPKYCL1AOSgR+om1nYiWJyxmaIxsnZu6337K8/UeRaXW7j8ImixJqSKuERLYqolMdGSkmiJSfUuyIw6cp1YvFIktRJxvYUlUUS3FF0PE555wpomLA4R3Vt0aSnsh4nyqWL1ZulhXb23V8cbDluoMuj5u5vzsoutbTMEVBISk154+aMP3ntl0m8/6j3lqi1aOFe69R8w5OZb7ktOSavj0YxM5pBCjp69+yt3J/72g/R8V+6OGXOCcjx6zHjV2k2h33757rwLrhQHw6mnXzBg4NA6KmzetE63fNrUSWOOGS/9KESjZ7FKrzbesg1hxSFvTijUVR1IaJMJ3kmBiMKfJIxgbwkAAADATAwog+nkZ6DfvUN7yh4l9Qg3zp4FS3ys68YLo+66UlhjHYflRB+/1DV8qqvPT862H9iiX7XkPGtrOcsS6w1V2oXbK1YuEsEKYYmpvtnaipizqxdxsiQIexfhHCIs0WLzfOHzV8+i6JIljuwrrFbfquYira99eH8BjaSklBtv/t/Lr316+pkXZbZuW1u1+f/MvOk/FxXk54oDkJra/NbbHlCXTJ78k3J8WJcerbPaKXcHHjFcSk2Uu7/+8u0Bvj5bLNZ27Tvfe9//XXbFjcavioqOUd994flHqyorRRNgd+nNTfHlagMJpk0AkYzGLYxgtgQAAAAANEXqLgPp2F+6UFsnKrGLaMSsVtvAXlGP3+H7+DvPrKnO/putMT5ht9nS7MLrFu7S3TW35YqsuaJZprDGVIcQ1fmEq+Z2+XVfAAAQAElEQVQf1NLP0CMqfxFJ8WLkSSK+pShbIv5dHNhmDxT2iXroUmEz7R/dV11724knnaV7aumSBXf89wphzLXX33n8CaeLQ6Bd+07S7ZLLbti2dfOSxfPXrl0hfWFbNu8xWD4/L+epJ//35NNviP3So2e/O+56LEW1scSypQu3bdmk3B01ery6vtVqHXPMid989aF8t6gw/5+5MwYeMUzs72d/4KHno2NidM9aagn82rbr9MBDz/3n+gtKS4rkkoL8nA/ee+Xq624TjV10YpfK/LnhpVXLQqHTWcQJABoZYgkAAADATMxzhynCRhxLAlVbtNUc0a1EY2fNSnfdfpXn/eae6X86+y+1plRaol2iR3uRGCc8FuH2C7dbVFWJ/GKRskHYWu+MJazRQjiF8ItgQDh6iYxjRKhMlP4sFiwJ5VZ6pvZyXnOKJTFewICMzDbSTYhTpONVK5dKqcCM6VOUs0sXz9+0cW1WW6Nbr9ts9rRmLVq3bnvscacOGnJk2NlJE39U393rGlCTJv5QdywRn5D4+Vd/lJWWFBTkLV3y73vvvuyu2jmzQbp7262XP/jIC7obVIT0FrBq3abd40++lpCYdOFF17z84u4tJX768cvRY8Z37NxVNGq6LzgW3w5tIEE4AUQyGrcwglgCAAAAMBPz3BEhAh6dpXJqFnFqAhx21xVnBEcdUXXfc45265yW7SKnUMRFix4dRbPDhL1NzfSIpJqPjppblBCx1flEyC8sNuHsKwL5ovhnMXWS8Hh9i1rbjz3BPrSfwJ6CgUB+fm5Bfm5efk5Bft7IUcclJiWH1TmsS4+7//fUO2+98O3XHymFixbOqy2W2KfJHO6qqmlTfxf7YvbMv0uKi7RfZxgpnJBubdt17N17wE03XqQkExvWr/7vTZe+8NJHCUlJYm/SM9o88fQb8ipS44475YfvP9+yef2uk6Fn/u+Bl1/7xGZrzN04ui84IV++2DOWCJvpJWreSQWAiEHjFkawtwQAAABgJgaUwVy7e/t8edqzdleqaDKs7dtEv3B/KOVUz5+HBcucorxKzF4iZv4uNv0uvOtEyCvFFzU7bUj/jrbVhBP2mo/W6nCi4HMxe4qUSfi3JfrWZlri4kL5hQJ7+vnnry+58IT/3nLZk4/d/fabz82a+VdtNY86eqz6bk72dnEw/P33JI+7ap8uCYWCE3/7wXj91lntbrr5PnVJbu6Oxx+7a689dKmpzZ98+s2kpBT5rvS+cP0Nd6orbN607puvPhKNmu4LjiWw80+ptkwCQKShcQsjiCUAAAAAMzGgDPVM+3yTU4mgVzeWaBqzJXaxpia5br7YNv4q98R+/m0J1UUFJeLfJWLBZOH9u3qZpuqFd4LVazeFPCLorf4oZRK+FcLqF60yRGKcvW1F1OjFgSlvVN16h/uRl/1zFoXyyCd26tPnCPXdyb9PCAaDujWzd2wTh8Dk338S++7Xn7/Zp/rDjxx99Mjj1CWLF/3z809f131VVtsO6j0wJD169Rs6fJS65JOP38resVU0XvYovRzUnx/SIwBEKhq3MIJFnAAAAAAzMaAMZgnrMqhlEacmNFtCEbLbRCAobDU/H6tV9OogMvoKZ8/qba4DO4TFWTNtQup38dZEFB7h6CQSHaJbW9FhmfCV2bbkWJtvEF5LYPsm71PLLZkZrtsutWY2/l069qp1m7apaS0K8nPkuyuWL3rztWeuuPrmsIWJKivKP/pwjz2uW6W3FgdMijqWL929r/ux40+7/oa7aqv8xKN3T5s6ST7Ozd2xaOE/vfsMEIZdd8MdixfPV75TyYcfvDpsxChlMoRBl19x05zZ0/w+r3xXOnju2Yf3ewPwyOeIaqEttIR8QX+JcFRnNuoJE2GvYLyZApGDv0cYwWwJAAAAwEwMKIOJVGu1B0PMlpB+DhWVnre+9H/7puuYJfaWZSKzmRjRT7TuJoU2YsdvYvVLwju7eoaEf73wzRPBchEsrr4FckXBZ2Lmx2L6bPHn/NCKzYGtCZ4ZHfyFxzivOT/qif+SSSjOPudS9d2ffvzi8ktO/eyTt/+a8tviRfOk268TvrnmqrNUeyoIp9M1WLNz9X749Zdv1XeHDh1ZR+XhR45W3/3tl+/EvoiOib351j2WcqooL3vnzefFPmreotWpp52vLlm6eP6kfVlUqoGx2q2OOJ1yf0HYxhLqva8FgAhD4xZGMFsCAAAAMBMDymC66r4Df2HN8kRhLE1qtkRw83b3029YXUujjt5kiXaIbp2FyyE27xD5K0RpRXWNtq2EPUv414lNn4uEDNGsjQisFeVTRdwxInGAiF4rcosCRdHeOR1FbEfnpafY+nUTDd+rLz8h3fZabdxxp95w4917rXbc+NOmT/tj0cK5SkluzvaPP3y9jkvOu+DK1LTm4sAEg8Epf/yi3I2LT+zd+/A66h8xaIQULVRVVsh3Z0yfUl5WFhcfLwzr2++I0WNOUC8bJX0Bxx53arcefcS+kIKc3yf9WFSYr5S89eZzgwYdaWQP7YbI7kr1+srDS33St985bO0m+S5voEAE4m8TRjBbAgAAADATA8oQCfzuHG2hzZlcs8Nzk+D7bZr7gaednaa6Bm6ySP9QDobEknVi9rLQum3Bbb7qGlIPS2Y74dso5r8sFiwVq/8Vwe3Ct1JMmyyWvygCOaLroOoYI2gJeZtHPfifxpFJHAq33vaA1ONvsPKYsSeefuZF4oD9M2d6YcHu+UCDhxxptdnqqG+32wcPOUq5Gwj4J0/e530prrjqlsTEPVZtev75h/1+v9gXrqioiy+9Xl1SWVH++mtPi0ZKd4aWJVCoTJJgbwkg8tG4hRHEEgAAAICZGFAGU4T18envdx3VJFZwChWXul/9JDDhjagh/9halYWqHP5tid5FqZ6prd2Te1X+NMS3omV1vaQ4Ya0ScyaGNu4I5MaIgmLh+VPkrgpVeELL1okZE0TJJjGgm625x952pe+XvwRqkZrW/NXXPx99zIlWa13BgNPpuvyqm2+8+X/iYJg8eYL67pA6V3CSjTjyGPXdXybs28bXonpORvyNN9+rLtm2ZdN333wi9tHoMeMP69JDXfL3XxNXr1omGiO7S2eGlvQCFbaIE4BIRuMWRhBLAAAAAGZiQBnqn7Z3L6i737Wrsa/gJOUxuQXue54Ti362t8vxr2pV9fMR7snDvWuOCrW40H7eA67nXrO2SLe3L6iu3Ka5mL00uKnC/Vs374zOoQqf2L5c7FgfcturJvQMrPGHZi8UeUWidXN75xzfDz8G1m8WqEXzFq1uvvW+19/66vQzLxo2fHSnzt0TEncvSdS6Tbszz7701Te+OOXU8w5Kx1ZJcdGcWVOVu9ExsYcfPnivV/XvPyguPkG5u23rphXLFol9dMTgEcNH7BFvfPrxm4UF+WIfXXfDnWEl33/7qWiMdGdLWAOFQrUXjow5E0DEonELI3iWAAAAAPVh97D0GoFAwO/3e73enJwc6R9v6enp8fuyajmw37RPRZ/PV77h5Yo194fVTGw9Pr3PA6Lx8v8y1fvhdyIYtHZtZ+vdzdqlgyU10RobI2KjRU1veHDzDvft90WfsNjiCoSslsCmRO/Cw5xXXOafMstm/dnRq1A4HIG1Du+WsRavW/iXO4dssCbYQx6vf11KIHh61J1XCgD7omDtB7krXgorDCadYmnziNPpdNSQDmw2m91ut9WQ3kOt1upBt4zOBiJBXl6e1K5wu91SK9dZQ/6zlT4qf7bS36xlF4Gmii2vAQAAADMxoAwmUoYb1zJbojEv4hTcsEVEOaOeuNWa3kI4Hbp1AktW2TILqzMJn9W3olWg4nDX7WfbuneyJMb5XvjH0SVXeP2Brc2dZx5v697R++0k95RJjo5r7e3zHe0LA39MCywcbuvTVQAwTH+Slr96xpLuOk7yWjGsGANEFBq3MIJFnAAAAAAz0ZmC+lRbN0HQX6IttDka8wwea7vW9pGDrG0za8skJIFZ/zp6bg+6bZ5pXYPWMdGP3CZlElK5rWfnUHqfYIUjFBT+ona2Hp1FdJTzvBNjnnvKX3qMZ2KvYJnL3m2r57VPRWWVAGCY/stOoEx57WKHCSDy0biFEcQSAAAAgJkYUAbTVY9ADri15RabUzRhoZz8UN7iUGmUFDPYT7w86r5rpexBOes8YZRnasdATry1RWvh3LUOQXxM9APXO6660T31iMC2JFv8av9f/wgAhllsLp3SkFdoZkuwtwQQsWjcwghiCQAAAMBMDCiDKcKGHsu9fmEsliYdS3i/+z1UYvesHeX63932ccOFdY9/Plu7dQhVpnkXtLYN6rXHKafTNrB39IsPi47nBXLSvB99F8zOEwCMsVh1XnYsIW/4SxaACEbjFkYQSwAAAABmYkAZIkEo6NEWWpvwbImQxxNYuNLao1/MC/daO7fTVrDExjguPCVUlGAb0k/nbHys6/LTo574n0iM9333hwBgjG4sIXa9QLGCE9Ag0LiFEWx5DQAAAJiJAWUwyx5LoOjFEk15EadQRZXj9LGOEYfXUcc+Zkhw7SZrcmJtFawZLWOevcs3bX5wa7Y1s6UAsDdW3UWcxM5FnJT7uis48X4KRAj+GGEEsQQAAABgJgaUwXTVz0DdWMLiEk2VJSnBMXrIXurY7c4LTq67joiJdowdJgAYU9tsCd1FnJTJE3SAAhGFxi2MYBEnAAAAwEz0p8BccsdBUG/L66a8iJPFaugfy5akeAHg4NGdLWHZtfmN7gwJASDC0LiFEcyWAAAAAMzEgDJEgpBeLGGxNd3ZEgBMYbHqvOyEQnss4qS7ghOAyEHjFkYQSwAAAABmYkAZIkJIdxEnhwCAeqS7pY0l5BMAGg4atzCCRZwAAAAAMzGgDBEh6NWWNeUtrwGYwmrVn6QVClTtPNDbZAJARKFxCyOYLQEAAACYiQFlMIt6IZSQ3pbXtfUPAsChYtXvp7KEvKzdBDQUNG5hBLMlAAAAADMxoAyRIBTU3VuC2RIA6pvFFqVTGvIKAA0EjVsYQSwBAAAAmIkBZYhcFpsAgPpl0X/lCSpHdHcCEY7GLYwglgAAAADMxIAymEt++lntsdpTQX+lAID6FfRXaQtDFtaUAxoMGrcwgr0lAAAAADMxoAyRwGIjlgBgvlDArZ4YsbvcEi0ANBA0bmEEsQQAAABgJgaUIRLoxhKhQJUAgHqkP1UiZBEWhwDQQNC4hRHEEgAAAICZGFCGSGCxxWgLdfsHAeDQCQZ0JmmFrHECQMNB4xZGEEsAAAAAZmJAGSJByKoXSzBbAkD90n/Z0ctNAUQsGrcwglgCAAAAMBMDymAu+enH3hIAIkHQpzdbgo0lgAaFxi2MIJYAAAAAzMSAMkQE/dkSxBIA6pXubAkpN6WLE2hAaNzCCGIJAAAAwEwMKEMkqGVvCbcAgHqkO0mL2RJAw0LjFkYQSwAAAABmYkAZzGKpsfNYdxEnZksAqF/6kNC/JQAAEABJREFULzs107mUlyy6O4EIR+MWRhBLAAAAAGZiQBkiQS17S7DlNYB6pfuyo54twTsmEPlo3MIIYgkAAADATAwoQySw2JktAcB8uos4Cb1V5uj0BCIWjVsYQSwBAAAAmIkBZYgEFv0tr5ktsZ9+/OGLN159OqwwIzPrzXe+0a1/3llji4sLwgpv+e+Do8YcL5q2O2+7asni+crdnyfOM37t0iUL7vjvFcrdBx5+YcDAoQKRTf9lxxoT9kbJ+yYQyWjcwgirAAAAAGAeBpQhElgdcdpCFnE6uLZt3VRUmK8t37RpnTaTAJom/dkSu/aWkO/R3QlEOBq3MIJYAgAAADATA8pgrp1byOrvLcEiTgfZ/PmztYWLFu7DDACgcatttoT8f+2cCd5AgQhE4xZGEEsAAAAAZmJAGUxX3Xegu4gTsyUOtsWLdBII9SJFQBOnm4bWveU1vZ9ApKFxCyPYWwIAAAAwEwPKEAmselteh9hb4mCb/8+ssBLpFUA3qwCapmBAfxEn3iiBBoTGLYxgtgQAAABgJgaUwSzq9U9YxOngCuuNadEyQz4oLi7YsX2r+tT6davKy0rDquk+CNAUBH06aailJjcN21uCTk8gYtG4hRHMlgAAAADMxIAyRAS9RZz83iIR8ks9ggIHpkfPvjnZ2+TjhQvmtkrPVE6pN5ZQV6uNu6rqi8/f27hhzebNGwoK8lq2TE/PaN2mTftTTzs/ITGptqvycrN/n/jj2nUrt2/bumPH1qio6MSkpNSU5qPGHD9y5LFWm033qqrKyt9//2nVyqU7tm/ZuGGtxWpNTExOTk49YtDw8SecERO7e5v0/Lyci84fL72eyXePGDzivgee1T7g22889923nyh33/9oQrPmLcUBW7d25c8Tvtm8ef2G9WsSEpLad+h8eP/Bx44/zci127dt+eH7zzZvWr9l8wa3x52e3jo9vU3nw7qdfMo5tf1YJLm52d98+eHy5YtKiouKiwujoqOlH0uLluk9evQbPmK0+veLfeX36Gz/HrJEy2+Tde96zZspECFo3MII2pcAAACAmRhQBlMoTzx5zoQtqpVOpVDAV5ntiKWP9UB179H3j98nyMdSDnHs8acqp9QbS/RQVdMl9aE/cP9N27ZsUkqkznTpNmfW1CmTf7nnf08d1rVH2CVer+f5Zx+e+tekUCioFJb7vOVlJdLjLF70z2efvPXwoy9L2UbYhV9+/t6XX7xfVVmhLnRXVUrBycoViz//7N3b73hk0JAj5fK0Zi169T5cejT57vx/Znk8bpcrKuwxZ8z4Uznu2q33QckkfpnwzZtvPOvzepSvMDdn++yZf61ctWz06OPVNbVdZPP+mfHEY3erv0cp4ZBu06ZOmjnjz7vvfTIlNU37Gb/56qP33305GAwoJRXlZdJt65aN8/+Z+fGHr19w0TVnnHWRwH7xVW7VFoZsqXUHEgAiCo1bGMEiTgAAAICZGFCGiGCxWVwZ2mKvXhch9lWvXv2V4wULZivH1RtLqGKJXr371/Egq1ct+8/156szCbWCgtz/3nLZ339ODCt/47Vn/v7zN3UmESZ7x7a77ri6oCBPXfjXlN8+eO+VsExCzeOueuyROxYumKuUHD1ynHLs9/vmzJ4adsnGDWulwEC5O+KoY8QBk7KTV156XMkk1CZP+vHFFx5Vl4R1kf3687f333tjbd/jiuWLrrvm7E2b1oWV/zrhm3fffkGdSYQJBPzvv/vS3NnTBPadvyo7FPRqy0OutkK17hwRBRDhaNzCCGIJAAAAwEwMKIOJ1L0G1uh22gre8i0CB6xFi1bJyanycXlZ6aaNa+XjlSuWuKt2buDRJqtDXFyC+ir1C4P0KvHyi4+r+9B79R5w6ukXDB0+ymbbuQqC1Ff+wvOPFBbkK3XWrV352y/fKneHDht52RU33f/gc1dd89/27Q9TyvPzcqQQQrkbDAZffeVJ5W6Xrr3Ov/Dqu//31M233j946NFKudT//tILj0of5bvDR4xxOF3K2ZnT/xJ7mjVzd4nVajv66HHiwBQVFXz2ydvqkqysDsePP0O6tW3XSVRPLtlc27UF+blvvv6MctfucA4actQpp50v/VSVwtKS4heee0T9+uxxu9999yXlrtVm69Gz3ymnniddm5SUqn78yZPrmvWC2ujmoEFbmrA4tRtL0OkJRCwatzCCRZwAAAAAMzGgDOZS+visUW0DYnrYWW8lscTB0afvEX9O+UU+Xrjgn6y2HaWDxYv22Fiijst/++U7KWNQ7t7zv6eHDNuZEGxYv+beu64vLq5ekd/jrvr803euveEO+dSyZYuUS6SucylaUO6OP/HMB++7ed4/M6Tj5JQ0r8fr9/vt9uougs2b1leUl8nVEhKTnn7mLWWXhdHHnPDl5+9/8N7L0nF0TGxGZtaO7VszW7etuRszaNCR06ZOkmvOmf233+ezOxzKZ5w962/luHefAfEJieLAfPrxW17VPIljxp10w3/ulr/UYCDw8ktPTPz1u9qufeetF5RrpcToyf97KyOzjXz37z8nPvXEPfLxqhVLpk+bLCUu8t0pf/xSWVEuH0tp0DPPv9upczf5rvRKfvN/Ll6zepl8V/qlCOw73Rw05Ni5wlgd75W8jQIRhcYtjCCWAAAAAMzEgDLUJ93nm9x3YItp79PU91awiNP+CPsZh0RISh2UWGLRon9OOuUcsS+xxGTVnhNHjzxOySQk7dp3uuraW5987G757u+TfrzsyhvlfR2KCnfPnFizarnUqz58+GiH0ymq5ytYr73+jhXLF3fp2rNlqz3W7ypUXVVeXvbdt5+OOeYEZT/t08+8MCYmtlv3Xu3adw7rdTp65DgllpA6/efNmzlo8M7NJwoK8tauWaHUPPJgrOA09e9JynHzFunX3XCXEp9IB9ded/vsmX+XlBRqL/R43H//tXu1qwsuukbJJKq/tqPHLl264JcJX8t3f5nwjRJLjB4zvn2HzlLksGHDmqSkFCWTEDV/RH37HaHEEpUVta5/hTro5qAhZxv5mSZ3dCrks3R9AhGIxi2MIJYAAAAAzMSAMtQ/ub9A/cSrni0R3VZbk9kSB0vPnv2U40UL50k//2AwsHTpQqWwb98j6rh8w/rVynHvPoeHne3evY9yLOUBmzau63xYd+m4c+fuSnlBQe4zT9338guP9ejVr3fvw/v2H9S+fecWLdO1n6uzqrc9GAi8+/YL773z0mFdevSSruo3sEePvuNPPEPoGTBwaGxcvDLTYtaMv5RYYsb0KUo1m80+bPhocWDKy8rKy0qVu8ced4o81UNhdzjGHnvSl5+/p71244a16rt9+g4Mq9C1Wy8llli1aplSLiU60s9Bumkfc+3qFZtVG1FUVpYL7DvdHFSeLaFdtUm71QSACEHjFkYQSwAAAABmYkAZTKE88ZSuPZv+3hKbq8f6CzoXDlRG66zk5NSiouqlltxVlatXLfN6PH6fVzmbkJik7mdX27F9q8fjVu5+9+2nkyf/XMfnkrrd5VhiwBHDunbvvUK1lJP0OPP/mSndxNsvZmRmDRl69JhjTlTPFZDExSecdsaF33z1oVIiZSgrVyyWbl9+/m58QuIRg44cM2a8FG+EfV6rzXb0yGMn/PilfHf27KlSqiHPYJg9c/cKToMGj4iOiREHJnvHHv3XzZq31NZp1SpT99qwWOKZp++3WPfYd1NJVkTNuljZO7aFTSiRFBbkL140b/Xq5evWrly/frWyuJMsGKx1j3HUQX96lquNem4EfZ1A5KNxCyOIJQAAAAAzMaAMJlI/92wxOrGECAX8VTn26JYCB6xHz/7KGkeLF81XJw09ute1gtP6davUd5Uds2sjhx8Su91+z/+e+s915xcW5Gmrbdu66asv3v/um09OP/PCc869XL0PxMWXXi/1ti9cMFd7VVlpyeRJP0q3YcNHX33dbcpW3rKRI49TYonyspLFi+f36TtQ6rJfsni+Umf4iIOwgtOOHdvUd1NTm2vr6GYVQrPxw7KlC0SdigrzlVhCyht++P6zyZMmbNxQ1+4RYTkHDPKWb9QWBh2tbazdBDQoNG5hBO+UAAAAgJkYUAbT7VwIxeqyuHSW9PFWsr3EwdFTNb1g8aJ5xjeWKCkpFvtCPVRfig1efvXTM8++NK1ZC93Kfr/v80/feXLXJs8yq9X64MMvXHPdHfKsC13Tp02+9aZL3VVV6sLDuvZQTyyYOf1P6eOsmX8HgwG5JCo6ZvDQo8QBC+vw8nrd2jqBgF/32uLiIrEvArt+nsFA4H93X//2G8+FZRKHdelx/oVXjx5zglJiJZbYd35Pfijo1ZYHnW3Fnks20d0JRDgatzCC2RIAAACAmRhQhkgg9/TZotv5PdvDTnnLt8SkHi5wwNTbSyxbttDv273FeJ86N5ZIS9tjKsCjT7yq3Q6hDolJyRddcq10W7Z04eTff1rw75y83OywOjOnT5k14y91YGB3OMafeIZ027F966SJP86ZPXXTxnU1K3rtlpO97cMPXrvy6lvUhaNGj//kozd2PuyMKddcf/uc2btXcBoy9OiwTSD2T3rGHgs0leolN7k52brXNmu+O6GxWm0/TJip7JVdt6++/EA9g6RHz34jjjxm0JAjU1ObSXe//vID1cMSS+wzb7lOAhq0pVYnpntmEmEEgAhD4xZGEEsAAAAAZmJAGUwUtiiKJaqtEDPC6rDr9cHSpm37uPjE8rISUbNjgVLeslVGSmpaHRe2bLnHxgY7tm3Zp1hC0b1HH+kmajrxV65Y8ttv382ZNVU5K3W4685jaJWeKacaHo97zeoVs2f9/d03H+++6t85YfWPGXuiEksUFRUsXfzvP3N3P6mOHnmsOBgyMrPUd5evWDxy9PFhdRYsmKN7bYsWu2cFBYOB7du3ZLZuKwyYNPEH5VjKJJ54+g11v1tVVaXAAfDpvdQo+12Lvc2ToA8UiBw0bmEEsQQAAABgJgaUwSzaXa+t1bFEOP1NaLFfevXuP3P6lLDCHj361X1Vi1Z7LK71++QJ444/Vf268dOPX3zz1Udtstq3ad2udVb74cNHxcTGuauqpv49aevWTZs3rd+8ecO4Y08+8+xL5PoJiUkDBw3vP2DwheceX1y8cyMKZamo2TP/Xrdu1ZbNG7Zs2disWYsHHn5eLne5onr07Cvd8nKzp0+bHHaVIq1Zi249+ixfulC++8brz3i9Hvk4MTGlT58B4mCQvhjp0UpKCuW7U/+adM45l6WqppXk5mbLS0hptWi5x89z0sQfL738P+qSJx69e8OG1VlZ7aUfpvRxxJHVm2H4fb7sHbvnEvXqfXjYS7f0QxY4AN4KnVgi6GhtqZ0AEJFo3MII5hUCAAAAZmJAGepZWE+BenUUW0x7bX1vObMlDpoePXT2kKh7YwlR0wU/bPho5e6qFUveePX/lNeNstKS77/9VIoK5v8z87tvP/n8k7edriip3OF0fPm4OikAABAASURBVPzRm9989eE/c6fnZG/7ecLXYWs3lZYUuz27J210PqybfPD3XxM//fjNaVN/37hhzfx5sxbsOR8iGAjk5e1+nM5ddDafOOqoccrxhvWrlePhI0YbXC7JiNHHjFeOK8rLbrnpklUrl8p3pe/04ftvDVtySiGFQ+qdNr79+uO//5yo3F2zevnMGVO2btk4Y/oU6Yc5e9eEEqvVqt4VfMXyxeo9PKQfvjoFCfj1t7VAHXQTUDmWEHu+UoXVofcTiDQ0bmEEsyUAAAAAMzGgDCbaYwUni8Ua3VZbx1u5WeAgUe96rSrsv7frxBVX3Tx3zjRl2sFPP36xYsXibt37xMTGTpn8S27O7lH8Z51zqbx5g81mP+nks999+wW5PD8v55qrzho79qSu3XoHAv5161ZN/O0H9651h5KTU8ccs3PH5lNPP3/q35Pk42Aw8L+7bxhx1DG9+wxITEzavGn95N8nbNu6Sfl0p512vvarPfKoY9547f+0O05L5eLgOe+CK6WvU8lapG/wlhsvlr6RhMTkLZs3KJtsa0kxz5VX3/rYw7fLd0Oh4FNP3PPHHz+3a9fJ7/P99tv3qq/ccu55l8tHUqDStl3HtauXy3cX/Dv7v7dcdvzxp0uX/zt/9rSpk9UpiPSbkh5KHWNgr3RnSwhXG7HnK5XQvHAJABGGxi2MIJYAAAAAzMSAMphC7i8IW8TJHttBWzMU8Pjd+faoNIED1rZdp6joGLdqEwKpG71lq4y9XpjWrMVd9zzx8EP/DQZ29ravXbNCuoVVGzps5DHjTlLunnTKOatXLVMWXKqqrPj+u0+lm/bxb771/viERPm4U+du11x3x2uvPCX3s0vd7n//+Zt001512hkX9tALWuLiEwYcMWz2zL/Uhalp1Ys7iYNHShekL/vB+272eNxKYVFRgXSTj48aeeyC+XOUhZ7UpB/UKaedr94kY/4/M6VbWLVrr79Dve3EmWde9Ngjdyh3V61YIt1ELfLzc438ZqHwVugloM42ugs3EUgAkYzGLYxgEScAAADATAwog7nUTz+L1WVxttLW0R/FjH1ntVp79T5cXdKn7xEGrx04aPiDD7+QktqstgpDho284+7HpE+hlNjt9rvufeKCC69RIgctKfC49bYH+w8Yoi4cf+IZd//vybBtpdVcUdFnn3vZhRddU1uFo48O39r66JHjxMHWu8+AF17+uE2WTpx2woln3frfB+p4db38ypsuvfw/dodT96zFYr340huOP+F0deHQ4aMuuewGm01nfKeUkdx2xyNOp0spWbNmuYBhAU9x0F+hLQ8626mXbwoLJwBEJhq3MILZEgAAAICZGFCGSKB09lmj2wa8O8LOSrFETGpfgYOhR4++c2dP3X235z78YPv1H/TaG1/+/dfEhQvnbtq0Li8n2+5wpKSkZWW1P+XU87p276171dnnXXb6mRf+9edvS5cu2Lpl05YtG6RfdEZGVnpG625de40Zd5K86FOYocNGSrcF/86ZO3va5s3rt2zeWF5emp7RJiOjTbt2nY4bf1pCYlIdX+qgwSNi4+IrysuUklGjjheHQOs2bZ9/8YMpk39esHDuwgVzY2Pju3fvc8y4k3r13vvSWKedcaH0Pf7158Qli+dv37alsDA/JjZO+nl27d7r9NMv1J3rcPqZF404auxPP1QvorVm9Qq/zyt9m/36DbrokutapWdOm/r77Fl/yzUnT5owfMQYAWO8lXr7XVtThMWpm0YQTgCRjMYtjOBZAgAAANSH0C7BGoFAwO/3e73enJwc6R9v6enp8fHxAqgX8j8D5Wej9FF+NsrKVtziyw5f5Ce57Vkte94mAMN8Xu+5Zx9TWVEu323brtMrr38mgFoUbfw6e8kTYYWBqD6+rHedTqejhnxgr2GrYbVa69gKG4Ap8vLyfD6f2+2WWrnOGuq/37A/Xv5ymzIWcQIAAADMxIAymChsoXaJLba7tlpl4UIB7IsJE75SMgnJyFHHCqB2lQULtIVBV2dL7dQ16dkEIgqNWxhBLAEAAACYieV3Uf+0PXoKe5LOVgee0jW6y74DumZMn/Lhe6+qCiwjRx0ngNpVFMzTFgaj+2o3llDOMkkCiFg0bmEEe0sAAAAAZmJAGcwVNmHCHtfNYosLBcr3rBWsLFgY12KoAGqRvWPrA/fdkpiYtH37lsKCPPWpIcOOTk5JE0AtfJXbAp4Cbbk/eoBTlUnIhep8gn5PIDLRuIURzJYAAAAAzMSAMpglbBiyUmhN0JkwUVn4rwBql5bWYsvm9UuX/BuWSUTHxF5x1S0CqJ2UemoLg45MqyO5+hVpzzXoeccEIh+NWxhBLAEAAACYiQFliBC7t5dIGKg9y/YSqJvd4UhMTAkrtNps9z3wTPPmLQVQO93U0+/qI/ZcYk43SQUQgWjcwghiCQAAAMBMDCiD6cI6+xzJg7V1qoqWhgIeAdSuZ69+Ug4hH6c1azHiyGP+79l3evU+XAB10k09QzH9lHkS6gkT6qldAkBEonELI9hbAgAAADATA8pgLvkZqE4mbHG9hMUlQnuGEKFAVfHSmNT+AqjFXfc+IYB9FPCWeMs3acuDMX1tllqpa9L7CUQaGrcwgtkSAAAAgJkYUAZTaJ91uzv8rA5rfD/tJZUFCwQAHFSV+fO0hUFrQtCeGTaRSztVgndPIDLRuIURxBIAAACAmRhQBhPpjkGudXuJAna9BnCQVei9sASiB8gLN2n3u1YfCwARicYtjCCWAAAAAMzEgDJEDmUZd3vSEdqzlYWLRCgoAODg0d1YIhDVZ/f0LU0yIQBENhq3MIJYAgAAADATA8pgOu2cCVv8AKlLIaxaKOipKl4uAOAgCforPaVrtOWhmH5hgUTYrtf0eAKRjMYtjCCWAAAAAMzEgDJEiD1iCUeMLb6Xto7uuGYA2D81O9aEz8EKWqKDzo7q6RF1TJjgDRSIQDRuYQSxBAAAAGAmBpTBLLpde7vHJscP0F5SWcj2EgAOGt2XlOoVnKw2ZW8J+UBoNpag0xOIWDRuYQSxBAAAAGAmBpTBXGHdfMqxPVFve4n8+QIADhLdCVjB6L6WWggADQGNWxhBLAEAAACYiQFliBBhS6bo7nod9Fd4ytYKADhgoYCnqmiptlyKJcKmSpBPAA0LjVsYQSwBAAAAmIkBZYgEYRMmqreXcKZaojtqa1YWsL0EgIOgqnipFE2EFYaELRjVI2wWV9jeEgrePYHIROMWRhBLAAAAAGZiQBlMpN1eQp1M6K7jVJ47XQDAASvP0XkxCbh6WKwO9VQJ6aOoZbk5AJGJxi2MIJYAAAAAzMSAMpiutu0lbAkDtZXLc2cF/RUCAA5MyfZJ2kJ5YwllekTYPAneLoEGgcYtjCCWAAAAAMzEgDJEFKUHUOoNdKSMEhZbeI1QoHT7ZAEAB6CqcJG/KkdbHowbzsYSQENH4xZGEEsAAAAAZmJAGSKEds6E1ZlsSxyqrVm6bZIAgANQuv13bWHQ3iIQ1Sts4abaAgneOoGIReMWRhBLAAAAAGZiQBnMFba9RNjCKfa0E7WXVBTMC3hLBADsp1DJNp1Ywh87Rnn9UX/UXWgOQMSicQsjiCUAAAAAMzGgDJFAt9dP6hC0px0nLI7w2tXrOP0uAGC/VBb8G/AWaMv98cfUnUkIAA0BjVsYQSwBAAAAmIkBZYgoYRMmbI4Ea9KR2mql21nHCcB+Ktk2UVsYsGcGXV3qmC3BPAmgoaBxCyOIJQAAAAAzMaAMkSNswoTMobeOU2XBAr8nXwDAvqqebjVZW+yPOyZsm+uwTEJdmfdNIJLRuIURxBIAAACAmRhQBtOFbS+hHMjdgo60ccIapbkoxMbXAPZDRd7coK9UW+5POF5+zVETe9v4GkAEonELI4glAAAAADMxoAwRQru9xE62aHvyaG191nECsB9K9F46/Pb2IUdr7fJNyoQJAaDhoHELI4glAAAAADMxoAwRJSySkAcs29JO0NasKlrqq8oWAGBc0F+2Y4q22B9/jHrhptqWchIAGgIatzCCWAIAAAAwEwPKEAnC1nEK6w20J48S1ljtVaV6+9YCQG3Kc2cE/RXa8kD8ccrCTUogqk4jtB8BRCwatzCCWAIAAAAwEwPKEDkseus4VfcO2l22lLHa+qzjBGCflGz/XVvod3YNOVpa9WiTCQCRj8YtjCCWAAAAAMzEgDJEGovhdZzcJau85ZsFABgQCrjLsv/UlvvjxiivNtJdVnACGjoatzCCWAIAAAAwEwPKEJnC+gSdKUcJW6K2GhMmABhUnjMjFPBoii2B+GONz5OgrxOIfDRuYQSxBAAAAGAmBpQhQmiXb9pjwLLVbks9TntVydZfBAAYULJdZzeaQFTvkD3VyApOvFcCDQWNWxhBLAEAAACYiQFliEC66zg5mp2oremt2OwpWysAoE41KzhN1ZZ7Y0ZrN7tWjlnBCWiIaNzCCGIJAAAAwEwMKENk2mOqRM1HW+IQYU/T1izZ+psAgDqVZv8pQn5teSB+tDr+lF9whCYclSvzdgk0CDRuYQSxBAAAAGAmBpQhcoQtlqKdM2FPG6+9qmjzd6GgVwBA7Yo2fq0t9LkGCHvKXldwEgQSQINC4xZGEEsAAAAAZmJAGSKTeqqEMpDZnqazjlPQW1K67XcBALVwl6yqKlykLffHHxOWQ4St4CQIJIAGiMYtjCCWAAAAAMzEgDJELKVPUOkltCceLqI6amsWbvhUAEAtCjd8ri0MWaIC8aO18yQEKzgBDRyNWxhBLAEAAACYiQFliCh1rOO0c+PrVhdrr6oeCl20RACARqB6QtVEbbkv7niLLU67dpN68oRck3dJoGGhcQsjiCUAAAAAMzGgDBHLotmHVuJscbqwxmkrF274UgCARtGmb3S3n/ElnadeLE53Vwl6NoGGiMYtjCCWAAAAAMzEgDJEsrA5E9U9hrYYW7MztDVLt08KeEsEAKiFgoXrv9AW+6MGhpyZujtdq5MJ8gmgIaJxCyOIJQAAAAAzMaAMkSZsHaewrWglroxLdJ6zoUAREyYA7Klsx58Bb4G23Jd4pvpVRTtVgj5NoOGicQsjiCUAAAAAMzGgDJFMu+t19UFUli3pKG3lwo1fi5BfAMAuhRt1pkoEbc39scPk1xObzSa9tkgfw6ZKSNV4cwQaKBq3MIJYAgAAADATA8oQgdQ7ze6xgtOuZMLe8iLtVQFvQemOKQIAanjLNlQW/Kst9yScpTdTInztJvIJoIGicQsjiCUAAAAAMzGgDBHLsufGEuqlnOwpRwlXG+0lBWs/FABQI2/Nu9rCoHAFkk4N20xCN58QABomGrcwglgCAAAAMBMDytAgaCZM2HQnTLhLVpbnzBAAmjxvxZbSbRO15b64Y4U1VlnBSfko9gxBBYAGi8YtjCCWAAAAAMzEgDJEJu1UibBxzfbmZ4asCdoL81a9JgA0eflr3queGrEn6R3Pl3Se/Eoi7yo0nrrzAAAQAElEQVRR2zwJVnACGi4atzCCWAIAAAAwEwPKEPl0kwmbI8HR6hJtZXfJyoq8OQJAE+aryi7Z+rNOeexI4cpSZkgoBxY2uwYaERq3MIJYAgAAADATA8oQ4bR7S6g2vr5YWGO1l+StflMAaMLy17wrQgFNscWbfJn0AhKWSbDZNdDI0LiFEcQSAAAAgJkYUIaIpe5TCEsmdvYnOpNtLc7XXlhVuKgyf74A0CT53fnFm3/Qlnujh4ZcHax1YmMJoBGgcQsjiCUAAAAAMzGgDA2FeraEsjS8vdXlIYtLWzlv9dsCQJNUy1QJ4U2+XAk1lXkSYSs4EUsAjQCNWxhBLAEAAACYiQFliGSWPfeete6563V196Krmb352doLKwv+qSpcJAA0MX53ftHm77TlPteAUFRX9WYS6nBCd+0mujWBBorGLYwglgAAAADMxIAyNBTqiGKPHSbSrw4Jm7Z+zooXBYAmJn/N2yLo05Z7Uy5Vh5phgYRyLAA0fDRuYQSxBAAAAGAmBpQhwqnTiLBMYudgZ1dLW7PTtRdWFS4qz5kuADQZ3ootRZt0pkr4XT2D0f2sBraUCJswAaAhonELI4glAAAAADMxoAwNSNiu10o44ci4TvdflznLnxOhoADQNOSueFF3VwlP4qXKqk3yPAn5QL2rhCCKABoLGrcwglgCAAAAMBMDyhD5tBMm1OFEtajW1mZnaC/0lm8q3vKTANAEVBUtKdvxp7Y84OoRjBuyx540qv2uwyZMkE8AjQCNWxhBLAEAAACYiQFlaFjCA4ldo56dbf4rLC5t/dwVr4QCHgGgscte8oRueVXqbWFTJdTTrYgigMaHxi2MIJYAAAAAzMSAMjQgFj07exgdabZWV2ovCXgLC9Z9LAA0amXb/3CXrNKWe2NGhqK6aIPMsHyCqRJAY0LjFkYQSwAAAABmYkAZGgT1s1SdRqiXiXekXxWypWivzV/7fsBbIgA0VqFAzvLndYqF1ZNygzxVImztJvVUCSWQANA40LiFEcQSAAAAgJkYUIaGSH/ChD3WlnGjtnIoUJW36g0BoJEq2vSNr2qHttwTd6pwpmsjTKZKAI0bjVsYQSwBAAAAmIkBZWgoLJqNr3UmTLQ4xxLVTnttda9l5XYBoNEJBdy5K1/XKbfE+lKuDNtVQj5gqgTQuNG4hRHEEgAAAICZGFCGBko/n7A5rBm36dQOBXbUsh0ugAYtd+VrQV+pttydeIGwJ6rnRqgnSehOlQDQONC4hRHEEgAAAICZGFCGBqS2CRPqzWztqWNFbF/ttRW5M0u3TxYAGhFP2drCDZ9ry4O2NF/SuerMUlHHVAneDYHGgcYtjCCWAAAAAMzEgDI0RBYNdc+jo+0DuldlL3066K8QABqJ0PYFD4pQQHvCnXSV1Ral3UmijqkSdGICjQaNWxhBLAEAAACYiQFlaFjChjarJ0woi8hbY3tYUk7WXhvwFOSueEUAaBSKNn7lLlmhLfc7DvMnjFfvKhGWT+hOlQDQaNC4hRHEEgAAAICZGFCGBmovSzm1uTtkjddeVd2PWbxcAGjg/J78nBUva8tDwlrV7H/qdZvUU6nCgkymSgCNEo1bGEEsAQAAAJiJAWVocLQTJpRwYvf4aFeaLVNv72sR2r7wId1VXwA0INlL/i/kr9SWe+JOD7k6quMHJZyQXx/kA0EUATReNG5hBLEEAAAAYCYGlKEhstS597XcC2lvca4ltqf22tr2yAXQUFTkzirbobODfcCa4k29Wj09Qj5WPsqZBFMlgMaNxi2MIJYAAAAAzMSAMjR0Ybteq5MJW9vHQ3r/6sxd+aq/KlsAaIBCAff2RY/onnKn3GqxxapnSIQt36TOJASARorGLYwglgAAAADMxIAyNFBhEyaUrkb14GhbbFdLs4u014YCnm0L7hcAGqDcFS/73Tnacq9rYCB+lHan67C9Z8L2u6bvEmh8aNzCCGIJAAAAwEwMKEMjELaOk7pf0tH6lpA9TXtJZcH8oo1fCgANSmX+fN1F2ELC4U67W7t8kzqZUKcRABoxGrcwglgCAAAAMBMDytBw1bbDxB7jo+0xtjYP6F6es+wFX8VWAaCBCPrKt/17j+4pd9KlwtlSO1VCWb6JqRJA00HjFkYQSwAAAABmYkAZGo2wfGLnxteS1HEiYYS2fijo2Tr/Lul/AkBDsGPJE35PvrY8YG/jS7qg7qkSzJYAmg4atzCCWAIAAAAwEwPK8P/s3Qd4U9XDx/HTpHsPoC2j7L0VFAFZIqACigNEX/dERRHFvbfiQMX1FyeKWxwoGxmyQfbelNKW7t2kSfqe9sr1klEu0Pa26ffz9Mlz7s3NbUaTnpzfGbWapwET2mETZeFEs5eFKdT15sU5O9L2TBMAarzcowtyk+a47pfNj4X1n/Ux+bnNJJTxE06ZBEMlAO9G5RZ6EEsAAAAARqJDGbyDp1jiX4FxPgnPu71h+q5pxdk7BIAazFacnrzJ/Vu4OOLG0sD2zm95l3ESjJYA6g4qt9CDWAIAAAAwEh3KUNtpmx4qWPvat95wEXmJuxM4jvzzaKndIgDUVEn/PO6wFbjut/m1KYm+xTWQcFrpWs0k1BvSZAl4MSq30INYAgAAADASHcrgBSpe+/q/ZKLZ86Xmeq43Lyk4krptigBQI2Ud/K4wY73r/lLhX1j/RR+T379ztZVTCqx0DdRlVG6hB7EEAAAAYCQ6lMH7eJrNyeQXbm7xptubZB36IT9lqQBQw1jy9qZue9vtVUVR40VAE9eVrv97y7PSNVAnUbmFHsQSAAAAgJHoUAbv4DpgQkkmtG2Uvr6+pvBeot71bs9wZMMT1oJEAaDGcJTkH149odRhdb3KGtCzJOJK10xCeac7BZOsdA3UKVRuoQexBAAAAGAkOpTBy/i4W/ta217pm/CwCGjhesNSW2Hi2oml9mIBoEYoPbLuIVtRiusVDp+w4gbPqm9t3+OUt7myqIxTIEEbJVB3ULmFHsQSAAAAgJHoUAav4br2tdM6E/92qTYHmJq/VSrMrmew5h1I2vi0AFADpO/+tCB9jdurCmOeEL7R8n2tRhFOq157mr6J/3dAXUDlFnoQSwAAAABGokMZvInbta/VNkp1wIQ5tINPo4fdniHv6MKsAz8IAIYqzPgnbddHbq+yhF5mD+13wuRs7qZvcprSTZBJAHUGlVvoQSwBAAAAGIkOZfBK2lhCmdFFCSfUvtW+cTeWRgxxe9uUbW8UZ+8QAAxiK05LXDdJCIebq/zaWGIeMJ/I7fRNLHYN1FlUbqEHsQQAAABgJDqUwcu4TuWktE5qF5lQGjH9WkwudbfIhCi1Ja59wG7NFgCqn8OWuOZ+hzXH9ZpSU2hBg8k+Zn/tG1lbZvomAILKLfQhlgAAAACMRIcyeB+3UzmpszmpPax9zMGmlh+U+gS6nsFWfOzIuodFqUMAqF4pW98oztnp7hqf/Hov+PjHquOfnIZKaAdJOCUT/JsD6hQqt9CDWAIAAAAwEh3K4MWcYgmnZEK2ZvoGt/BJeNntbQsz1qdumyIAVKOcxFlZh9wv7lIccbMj+Fx1KjanS9OJxPG3vwBQ91C5hR7EEgAAAICR6FAGr+Q6lZN2zIS2h7VvvUtEvevcniTzwIysgz8KANWiIH310U3Pu72qJKBHceTNru9fbSbhNIOTelv+xwF1DZVb6EEsAQAAABiJDmXwVq5TObldYaKs3OQREdzN7UlStrxWkLZaAKhi1ryDiWseFKV216vsppjCBi/Jt6zTMhKu60lo525i+iagzqJyCz2IJQAAAAAj0aEMXs81k9AmE2Vdrc3+Ps3fLTVFuLu1I3Htg5bcPQJAlbFbMg6tuqvUXuR6laPUXLbMtW+4On2TNpOQl+pSE66ZBIC6icot9CCWAAAAAIxEhzJ4MdepnLTzOJ0wIUxgrE+LD0qFn+tJZFPpoVX32CzpAkAVKLUXH1p5t634mNtri+o9URrY3u30Teq7WLvYNdM3AaByCz2IJQAAAAAj0aEM3s11Kid1shfthDBlgyYieoiE19yexG7JOLxyfKmtSACoXKWOI+setuTtdXtlYfhNJaFDtSMktCtduwYS2omb+NcG1FlUbqEHsQQAAABgJDqUweu5TSbUTtYntHXWu7g0drzbk1jy9iSudT/xPYDTlrzllfxjy91eZQm+0Bp1m/Z9qpTVZMJpWjambwKgoHILPYglAAAAACPRoQx1RwWLTPyn4d2OiIvd3rwgfXXSP0/JN40AUBnS93yWfehnt1fZ/DsV13tSzSG04yQUTktKiONvcOXm/F8D6jIqt9CDWAIAAAAwEh3KUBfoWWTiv3bPZq+WBvdwe57co3NTtrwiAJyx7EMz03a+5/Yqu7lxQYPXfcz+2rER2jep65IS8lK9Oc2RQB1H5RZ6EEsAAAAARqJDGeoIT1M5OS2lWzYzjG+AT4v3hX9Tt+fJOvjTsR3vCgBnIOfIH8mbX3J7lcMnLD92io9fpOsy12omocYSLCkBwBWVW+hBLAEAAAAYiQ5lqDtckwmncOK/HtkBkaLltFJTpNvzZOz9In3PpwLAaclLXnx0w7Nu50NzlJrz608W/o20Y5i0kzip1DevazIBoI6jcgs9iCUAAAAAI9GhDHWQ69rXrlM5mYMSfFr+r1T4uT1D2s73c478IQCcooL01UfWPywDCLfXFsY87gjq4jSASY0inJa51uaLAgCOo3ILPYglAAAAACPRoQx1iradQp2S3nX5639bQsO6imZTSj18bz264dnco/MEAN0KM/5JXD1RlNrdXlsQOcEWNqyCZa61IaIaS6g3pxUSgILKLfQglgAAAACMRIcy1DVO09A7jZnQtoGWbURdIJq84qFxw5H0z5N5yYsFAB2Ks3ccXn1vqcPi9tqi8BtKIka7jpNQR0s4JYjqMtdM3wTACZVb6EEsAQAAABiJDmWogype/tp5Nqd6I0Xjp9yfqNR+ZN2DeUcXCgAVKs7efmjVXaX2YrfXFoVcbom6o4JxEmpqyDLXAE6Kyi30IJYAAAAAjESHMtRlnpIJp57apvpjHbH3eTrJkfWP5iTNFgA8KMrceHDFHY6SPLfXWoMvKI6ZqLz7nMZJ/PsG1ESGrstcA4ATKrfQw1cAAAAAMA4dylA3qX/5SsuFbOh0OBzKnDCivEVDvfy3EH+nw5bhk/GVu5M5jv7zVKndGplwqQBwooK0VYlrJpY6rG6vtQb0Kqz3jMwgnMZGuK53rWSHrstc0/gIwAmVW+hBLAEAAAAYiQ5lqLO0zRbqgAllU7aBykvZJKpsKm+TksaPOex5puxf3Z2sNHnT8w5bQXSLawSA4/KSFx1Z/6inNa5L/LsWNHjFbPZzHaWkHSqhXePaaaVr/n8BcEXlFnowiRMAAABgJDqUoS7TTkyvNnqqLaRuJnRq+lJpxMWezpa67c20XR8IAOWyD808su5hT5mEza9tQeybZt9A7XoSiuLinSuWggAAEABJREFUYqXgdu4m9Qw0OwJwi8ot9GC0BAAAAGAkOpShjlMaL9RLUZ5PCM08TtoxE2WXzV4vPWD3yZ3r9mzpuz+xW/PjOk8SQN0m3wsVpHQlfu0KYt82+YZoMwk/Pz8lCJw5c6Z8u9WrVy8uLq5RucjISHU8E8tcA6gYlVvoQSwBAAAAGIkOZYA2k1C4zuZUWk7ZaWv2huOQrynnD7dnyzr4XamjKL7rk/LEAqiTUra8lnXwe0/XWv27F8W+7pRJaKdvkjnEjh07srOzd+7cabfb5VsvJCSkcbmm5cLDwwUAeEDlFnoQSwAAAABGokMZINwlE9qlJoRmnQlR9q7xK236aumRUJ/M79yeLfvwbzZLVuOzX/ExBwigbik9uvHZnMRZnq62BvYurP+yyTfAUyYhyeBh69atNpvN4XDIN6a8zMnJkSnFli1blKbGqKiohIQEJaKQBRlaCAA4jsot9CCWAAAAAIxEhzJAS23I0GYSbtkaP+UQfqbMr9xem5+67ODyWxPOfdccECmAOqLUdmT9Y3nJizxdbwm6oLDeM2ZfP9dMws/PT11Ponnz5jKTsNvtaiyhTqqmnCer3KZNm5TNmJiYhHLNmjWTl0FBQQJAHUblFnoQSwAAAABGokMZoFBbMU4lmXjUbo40p011e21xzo79y/4v4dx3AsJaCMDbOay5iesmFWas93RAUcjlxTETzWbfijMJuRkVFdWgQYOkpCRtJiELns6cUW7Dhg3KZv369ZWUQhlLERgYKADUJVRuoQexBAAAAGAkOpQBKtdkQp3KyXUFbIUtfpzDL9J09EV5pesJbUUpB/6+MeGcN4NjegjAe1nzDh5ec29J4VFPBxSG32KJvFlGDm7nblJWulYyCaXQqlWrI0eO6MkkXKWVW7/+34BEJhxt2rS55pprBIC6gcot9DAJAAAAAMahQxmgpQ0klExCuVSbU50aVSWfemPtjV/ytMB1qa3w0Mq7cxL/EICXyk9dvv/v6z1nEj75kZMqyCTUsppJSO3btz+9TMJVZmYmmQRQp1C5hR6MlgAAAACMRIcywIn2TaFkErJVVF4qO2WzqThxBWzJFj3S5hNiTnzQR1jdnLHUfnTj05b8Aw3a3yMA75K+59O0nR+4HS0kyvaaC2KeLAm5UE0dnOZu0o6WUDMJZXkJuamsei3OgDzVO++8IwDUJVRuoQejJQAAAAAj0aEMcKW8KdRLdcyEdpIZbafvspnxowfbW3xZao72dM6MvZ8fXn2voyRfAF6h1G45su6RtJ3ve84k/PLqvWYLHeI0MMJpPQmnTEIZqCSvbdWq1RlmEtLUqVMFgDqGyi30IJYAAAAAjESHMsAt12RCpTSwapOJf5tcw7rYW35T6t/U0zkLjq3Yv/RaS95eAdRytuK0g8tvzkte4OkAhwjMa/C2I+Q8pxhPSSMqyCTUZKJ9+/bizFx66aUCQN1D5RZ6EEsAAAAARqJDGeBJBcmE0syqdgBX56LxDWriaPmNI7inp3OWFCYdWHp9btIcAdRaxdnb9i+5tjhnl6cD7KbYvLiPHUHdXDMJ7bAJ7fAjp0xCnqRDhw7iDAwZMmTo0KECQN1D5RZ6EEsAAAAARqJDGVABt8mE2pCqnSv/vz7gAVGlzT92RIzwdM5ShzXpnydStrxS6igRQC1TmpM0+8DyW+3WTE9HWP3Pymv4hQhs5XayJp2ZhBQfHx8dHS1Oy/nnn3/ZZZcJAHUSlVvoQSwBAAAAGIkOZUDFPK0zYdbQzuZUtukXUNrkJVu9u+UtPJ026+CPB/++0VZ8TAC1hM2SfmjFHUf/eVJ4TtSKQkcXxL7t4xvhNrRTIwqnTEK7qoRynjMZMNGjR4+xY8cKAHUVlVvoQSwBAAAAGIkOZcBJ6V8BW214lZem+HG2xq+X+vh5Om1xzq59S8YWpq8XQI2Xn7J0319XFWb84+mAsgWuo58pjr5P5nJqJqG8HVzXu3bKJHyOU06lFjp27ChOUadOnW6++WYBoA6jcgs9fAUAAAAA49ChDNBDaeNQL2VDqsPhkJfaY2R7q9O7yRY11ObXyDfxXh+b+1ERDmvOoZXjYlrf0KDNHcLEF2TURA5bYcrW13ISZ1V0jCkmr/7rjoA2akqnRhFKQd1UwjzXQRKumYTUunVreRObzSb0kcffddddAkDdRuUWejBaAgAAADASHcoAnSpYAdup4fWEpSbCOtta/ugIPtfziR0Zez7bv/T/rHkHBFDDlK1uvXhMxZmEzb9jTtznpYFtndaBd91UMwl1tEQFmYQUHBzcvHlzoU9MTMz9998vANR5VG6hB7EEAAAAYCQ6lAH6OSUT2qmc1Eu1BVZtk/ULrOdo/j97vTvlu83TmS15e2UykXngOwHUEKW2tF0fHvj75pKi5AqOsgQPzYt938cvxvXvXzutmTaNcAokPGUSCp3LS8j/ZRkZGYsXLxYA6jwqt9CDWAIAAAAwEh3KgFOizSSckgm1vVWdVV/TPusn4u62N/uw1BTq6cylDkvq1smHVt5ls6QLwFAlBUcOLLshffc0UWr3dIyj1FwQ9UBhvadMZn8leFD/4P8bLXTiYhLq9E06MwmhL5aIjo5u0KCBLHz//fe//fabAFC3UbmFHsQSAAAAgJHoUAacKm1Dqms4oTbCattn/51VP7xPSYsfHAFtKzh5YfqafX9dlZe8SAAGyT40c9+SscU5uyo4xmGKzIt9zxp2uZo3OEUR2gWu1TfFqWYSUuPGjSMjIyu4JxERES+88MKkSZMaNWokN+fMmfP111/TIgnUZVRuoYf5mWeeEQAAAACqS+lxDofDbrcXFhbKcnh4eEBAgACgj9vmVKe4QhbUNbH/G2PhG26PGClsmabi7Z5OXuqw5h6dX1JwJKReTx+zvwCqi92anbT+scz9X4nSilaZtgaem99gigho/t9MZS6ZhDp3k+s4CTWZUM5WceuhvDYpKenIkSNurw0JCXn11Vdlwd/f/5xzztm1a1d2dnZiYmJqamrXrl2dFqUHUBcoNduSkhJZ0TWfSF0RyjUcRR1ELAEAAABUK6dYIj8/X34lCwsLI5YATkkFyYRTk6vzihQmX0fo+Y6AViJvhY+wejq/JW9PzpE//YPiAsJaCKDqFaSvObRinCV3ZwXH2M1xRZF3FEdPMPmGuF3m3Wk9CXVVCW0mITy8fTyRjYybN2923S//bb3xxhvqpvxdPXv23L9/f0ZGRnJy8sGDB88++2ySCaCukZ8Y9uOIJVABYgkAAACgWjFaAqgsTk2rTpmE24K6Werf3B4xQlj2mkoSPZ3fYSvITV5QlLUlJOYsk1+oAKqGrSg1efNLx3a8U2ovquCwouCRBQ1eswd2Vtv4tDmEdtiEdhF4J+IUMwkpNDR00SLnac3kb3n77beddsrfKJMJmUmkpKSkp6fv3r1bJhPySAGgzmC0BHQilgAAAACqFaMlgErkNnJw2qNcOjXIlm2agh3hFztM0T4Fa3yEx4WFSwqPZB362cfHHBzVSfjQ9RuVqdRenL7nk6R/HrPk7q7gMIe5Xl69V0oirjKZ/T0tneJ24ia1KdDpfSF0ZxJSUFDQpk2bcnNz1T3yhO+++67bg+VVZ511VmZm5pEjR7KysrZv3y6TCXnHBIC6gdES0IlYAgAAAKhWjJYAKp3bHMKp1cPHHbm/NKijPWyoT9FmH1uax19QaitIX5N7dH5QZEe/oAYCqAw5SbMT1zyYn7pUphMVHFYcNCS/wRsioJnrIAnXcKLiBa59XGY50ykjI2Pfvn1KWd72vffeq+BgeUDXrl1l6H7o0CEZZmzevFkGFfyPA+oIRktAJ2IJAAAAoFoxWgKoCq7JhHC3CLbboEKYw+3hI0uF2adwg48o9fQr7Nac7MO/2oqPhcR09zHzhsXpK87ecWTdpKwD3zlsBRUc5jBF5sU8b428zmQOVAMJeakucK0te1rg2qnt7/QaAeWpVq1apZTff/99PTfp1KmTvNXu3bvlv7kNGzZ069YtKChIAPB2jJaATow/BQAAAIwkv4/JiEIAOGM+7kZFKDPsa5t0nZYF/rfsH1ja4E5r0+mlfgkV/pLS7MO/7Fl0Web+GcJhE8ApshWnH93w1IFl1xdlba34SEtgn+y4rx0hfdS/Xj8N7TgJJZ9Q/9SdFrg+80xCatGihRIqXHrppfpvddFFF11zzTWifLDF5MmTjx07JgDUAVRuoQejJQAAAIBqxWgJoOr4uCyC7eN5zQnXa3386pdEjJJtKWVzOgmHp99SarcUpK3MSZrtG1gvIKylAHQodVgz9nx+ZP2jxTk7Kj7SYQrPj3zIEj3O7BusnbVJOypCm0xoUzenZEKc1mISruSpDhw40LVr1+HDh5/SDRMSEmJjYzdu3FhcXLx27dp27dpFREQIAN6L0RLQifAKAAAAqA7aNEIJJGw2m9VqPXbsmNzZqFEjmUwIAJVE+aqrXmrffep7ULlUyPej3JSXyqaj6KBfyrOmon9O+osCIzvEdZwYFN1NAJ7lHp1/bPs7JUXJJz3S6n92QcxTPv711fY7p9RB2eO0gISW2/a+M2/7S01NlQGDOC1btmz5+OOP5fvL39//nnvuadWqlQDgpdLS0uSbXYYTJSUl/uXKRiSWX2o/uIglQCwBAAAAVAdPsYRs6JFfyRo2bEgsAVQuT8mE9m2oTSbUcEIpyEuf7Fm+x940ObJO+rtC4/rHtr/XP7SpAE5kyd2dvOXVosxNJz3SIYKLou+1ho5wCiTUWMJpj3qM20CiUgZJVKK9e/dOnTpV/teTD2TcuHHt27cXALyRjCVkIFFcXCzf78QSqACTOAEAAADVymkSp8LCQlkODw9nEiegcjnN46TudJ2+SWkfcdosmxo7sI094rJSW47Zsqvi32XNP5R16Ce7JT0ospPJl3V9UcZuzUzd+nry5ldsRSkVH1kqTJbgSwrqv+wI6q7NIbSzNqnzOGlXSXGdGqWyFpOodNHR0R06dFi/fr1sqVy3bp0M4+Pi4gQAr6PUbGUyISu6TOKECjBaAgAAAKgOjJYADKF+53U7oZMsKGMmPA2bUJQWbPZLecZk3X/SX+djDopqOqpeqxvMATECdVVJYXLGvunZib+X2otOerAl4JyiyPGlAS30DJKQm0pypo6T0AZpPprVU0RNyiRUKSkpb731Vl5enixff/31vXr1EgC8C6MloBOxBAAAAFAdWFsCMJDbCZ1cV5uQe9TlJdQpnpQ9pQ5bacYPfhn/MzkyT/rrfEz+kQkjYlrd5BdEf/C6pThnZ/qez/NS/hKl9pMebPNtXhg10R50lmyYk+10yqVTz2LtkAjlGDWTcAokauYgCVcZGRlvvvlmVlbZ3GijR48eMGCAAOBFWFsCOhFLAAAAANWB0RKAsSoeNqFNJuyeOUryzZmf+2Z95VNafPJf6WOOaDSsXuub/EObCXi50vyUZRn7pxdmbNBztMNcvyDslpKwS4I3K88AABAASURBVGS+4HaQhPn40tbaQRLqFChqOFFbBkk4ycnJkcmEbLuU5aFDh1566aUCgLdgtAR0IpYAAAAAqgOjJQDDVZBMaPMJp3BCGS2hndNJlKSbjr3jmzvLx0fPF2pTWMOB9dvcFhDWSsDrlDpKchJnZez/2pp/UNfxPsFFYdcUh13tYw5S2+ZccwgnrpmEj8sqKcr5a0sbX35+/rvvvpuYmCjLvXr1uu6662idBLwDoyWgE7EEAAAAUB0YLQHUENpwwonjRM5DJTR7ZFkU7zMfe8O3cKXO3xsc0yO6+ZiwuH7CxyxQ+zmsuZkHf8g88L3dmqHn+FJhKg4eXhx5m/CN1q5Q7WmEhGsgUetWkqiYxWKZOnXqvn37ZLlbt2633HKLfKQCQC3HaAnoRCwBAAAAVAdGSwA1h85hExWHE0rBp2Cd37FXTdZ9On+1b1BsVNMroxJGmQMiBWqn4yta/1Zq1zGXVzlrYO/CyHtK/Zuq6YJrCKHdVFe01nJdRqL2ZhIK+X/wgw8+2LFjhyy3b99+3LhxstVSAKjNGC0BnYglAAAAgOrAaAmgpvG0DrZrMuE2nNDstJnzFpnSP/Yt2aPzV/uY/MMbDo5uPiYwsqNA7VGcvT193xd5R/8SwqHzJiW+rYqiJ9oDu6rrWquRwykFEp4GSYham0ko5Pvnk08+2bhxoyy3bNnynnvuCQgIEABqLUZLQCdiCQAAAKA6MFoCqIE8DZvQJhPKOhPqahNOoyW0ZXP+UnPG/8yWHfrvQGBE++jmV4fHD/LxDRKowfKSF2ce+FrnitaKkoCzisPG2IL7qitUa2dt8hROmFx43yAJJ/LNNX369FWrVslykyZN7rvvvuDgYAGgdmK0BHQilgAAAACqA6MlgJrJbTKhFNRYwmkpbNdAQptV+BSs8k3/2NeyUf998DEHhjU4P7zRkNDYPj4mf4EaotRRkLEu9+j83ORFDmuOzhs5Ss0lwRcUR1zr8G+lBhKu61o7LSzhmklUvLS18JZMQvXdd98tWbJEFuLi4mQyERERIQDUQoyWgE7EEgAAAEB1YLQEUJNVMGzC7ZxOTmMmXDezkxaG5H0Zbtp6KvdCmHxDwuL6hzccGlr/XLkhYJDCjI25R+flHl2oczlrhV2EWMMuLQ69Svg1cAok9KcRTpmEKI8fnBrvvLUhb+7cub/++qssREVFTZw4MSYmRgCobRgtAZ2IJQAAAIDqwGgJoIbTfjv2tBS2U0ThNpCQl7ItZuPGjWVv7ej8WNN83/y5PqV610ZWmPwjwuMHRTQcEhxztvAxCVSL4uztOUnzcpPn24pST+mGNlNccdjokrCRwhSkzRXcztrkFEtUPELCK2dtqsCqVau+/PJLWZD/E++///64uDgBoFZhtAR0IpYAAAAAqgOjJYBaoeI5nZxiCe2cTtp8Yv/+/QcPHpTtL126dJGXpbYcc85vvjk/mm1HxCky+8eEN7wgotGQoOiu8iu8QBWw5O3NTZqXc3ReScEpv0Alfh0s4WOtQf19TGanQMJpAQnXiMJpzYm6NmuTJzLSmzZtmnwfBQUF3XfffQkJCQJA7cFoCehELAEAAABUB0ZLALXISed0cl0TW40l5Ft7zpw5shAfH9+xY0dNbmE35a/wy/3BXLDCx+eUv4n7BsWGx18o84nAyA4ClUGGEDlHZuckz7PmHRCnqLTUxxrUrzhsjD2wixoqqPM1ucYSrptOgUTdnLXJkx07dnzwwQfyrSSbMu+5555WrVoJALUEoyWgE7EEAAAAUB0YLQHULhXM6aR9L7tO67Rz5841a9bIZpfBgweHhoZqh1MofEqSzVnfmnN/M5fmiVPnF9I4ouGQ8EZDAsJoqz0dtqLUnKQ5OUnzLLm7xKlziEBLyCXFYVcL/4baBSS02YM6GMLtgAllv9NtxYlpRF3OJBR79+6dOnWq/C8p2zHHjRvXvn17AaA2YLQEdCKWAAAAAKoDoyWA2sh12IRwt+aEGlHI9/X06dOLiopk1ihjCW0aoS2XsRWZ8hf65s3zK1ouTotvQL2g6G4h9boHRXUNjGgn4Jk1/2Bh5qbCzI1F2VtPY2zEvyfx61wSOsQafKEwhzmNcnAaEuFpwITrrE0VLCMh6mogoTp8+PDbb78t303yubr11lu7desmANR4jJaATsQSAAAAQHVgtARQe510wQn1rb1jx45Zs2bJdpZRo0bJuFGNImRBnevJibDnmfLK8glz8Tof4RCnxeQbEhTVJTi6W3BMt6DITj7mAFHHldqKsnfIKKIoc6O8tFuzxOkq8WtvDb7AGnKh8K2nXf7BKXtwGiHhFFFoj/c52brWos4HEqqUlBSZTOTk5MjyNddc07dvXwGgZmO0BHTyFQAAAACMI1sq+UoG1HDyTarkEOq7Vd0jm1eUTEJpa16+fLmMG2NjY5s1ayb3yz1K9iAPk5mEuqkdQlFqjnREjbJEXCpsWeb8BTKf8LVskp8Np3IHhcNWUJC2Uv6U3znfwIi2ZRFFWUrR3ewfKeoG+SSUjYcoGxWxqSh7a6ndIs5AiW9LS9CgktChwi++7MV1F0iY3K0V4ZRSOEURBBKnJC4ubtKkSW+99VZGRsaMGTPy8/OHDRsmANRsVG6hB6MlAAAAgOrAaAnAC3hacEIp7NmzZ9q0abIx+qqrrurQoYPr4hNuR0u48rGlmWU4kT/f17pdnDH/kISgsoiiq/zxD20mvIutOK0w45/CjI0ykLDk7ROnO9zkvxOaEyzBg0pChpX6N1FDCDVCcE0gPE3idNJAQhxPIMgkTiovL08mEykpKbLcv3//MWPGCAA1FaMloBOjJQAAAAAj0aEMqEWUd6unkROLFy+WhdDQ0E6dOinN0P/GDOVl7eCJE0ZLnLhodvnYijiH/3XFUdeabEfNufPM+fN8S/aK02UtOCx/chJ/K7urvsH+wY39QxrLS7/gRv6h5YWgOOFjFjVdqa3omLXgiLXwSElhklKQl46SXFEZbKa4kpDB1uALHAFt/k0gjq9Erc0htHM0OQUS2qBCm0kQSJw5Gds/+OCDb7/9dmJi4pIlSywWy3XXXcczBtRYVG6hB7EEAAAAYCS1QRNAbeE2nDh69OiOHTtkYcCAAX5+ftqZndQxE8r7/YQAwmzWDqpwTinMTWwxN5VE32gqOWzKne2Xv8BsOyTOQKmt0JK7W/6c+Hh8/YLjy+IK+aMEFWW5RSMfc6AwhMNmlcFDWfxwxJqfpMQPMooodZzRpExu2U31rMGDytKIwE5KZmDWpBGuwyOcdjplEk4DI0ye52sikDhVwcHBEydOnDp16r59+1atWlVcXHzLLbfI518AqHmo3EIP/koAAACA6uBpEqfU1FT55a1hw4ZM4gTURup36s8//3z9+vWhoaHPPvus0lqqfddr3/7asivtVU6HlY23KEnyKVxvLv7Ht3iDyZYsqpKPOcjsF2b2DTP5h5p9Q02astxfvlm+06980zfU4zrbpQ67Ncdekuew5dtteQ5rvizbbfkOW57dmucoyVfLZYWywwpPdWmNU2L3ibIFdrMFdLMHnWX3a6GdoEm4SyPUERL/5hYui0k4DY/Q7hHlzXPaiUoIJM6E/L/5wQcfKPlf+/btx40b5+tLd1ugZklLSyspKZHZoazlMokTKsDHNwAAAGAkOpQBtZrSpJKVlbVu3TpZ6Nevn2x5EcensFASCLWgHTmhLbsmEB7zCXNCaUATq2OkVf5qW5qp6B+TTCmK1vrak0RlK7UX2eSPOKb/Jmb/aLN/eURh8rNbs5Uo4gyXnq4UDnO9Ev+utoAutsCzHP4tRPkLJ18C3+ONYq4jIZySBrecbqidskmcGEg4Nb3REnd6ZJvmXXfdpUSAMpx4++2377777sBAg4b1APCAyi30IJYAAAAAjMT0u4AXmD9/vnwvy0Cif//+rg3Q6rLY6jxOSiahXrodP+GaWDgHFaZYh98we9hQq/wYsWeaCteWDaEo+sf3zCZ6OhN2a6b8ETWD3RRrC+xeEtDNFtit1K+JcIkiXOdcqjiN8HG3YoTJ3QIS4ngmIQgkKpvZbL755ptlFLF8+fJ9+/a98cYb9913X2hoqABQY1C5hR7EEgAAAICR6FAG1HaFhYWyhVQWzj///JCQEKc1J4QmmZAtqurMTkoaoZ3TSbtHTz5xwqW5fqnfRdbwYWXnsmX7Fq03F28wl0UU+6t0QqSaxmZuaJdRhH83W1DPUt/6QpM9aNMC12ihgnxCG0u4DSS0BIFE1ZPP5LXXXhsWFjZnzpykpKTJkydPnDgxIiJCAKgZqNxCD2IJAAAAwEh0KANqu7/++qukpEQ2Ug8ePFi4WxBbeZsrzTRqROE6v5N2cienpbBdYwmnZOLEiCKm1P/CkvDBZaMoHPkmGVEUla9FYdktf5vwOjZzgi2wuy2ga1kUYY5WJ2WqOIpwCiHE8emYTO6mcvJxGQ/hNu3wcbeAhCCQqBojR44MDw///vvv09LSXnvtNZlMxMTECAA1AJVb6EEsAQAAABiJDmVArWa1WhctWiQLPXv2jIyMVPe7hhPaq9RpnUpPpB0woeQTonzqpwrGTCgHaJOJExOLiFLfgSWhA0rKfpnVx5okrEd8So6YbUd9bEnmkiQf21GTMH7tBz0cwrfUN95mji/1bWT3bVjq18jh26jUr3GpKUgooyJOHLLgOr7hpOGEU0FoVsD28UAwPMI4AwYMCAwM/PLLL7OysmQycf/998fFxQkARqNyCz2IJQAAAAAj0aEMqNWWL19eVFQkC8OGDXO9Vn13n3TwhNBEFNqRE075hJvpmzSXwnNEoUwiVWpuWRrYQm47jv+6sntlz/ApyyqSzLYkk4wrZMF+1GTPMHD2J4dPhAweHOU/5QlE47JLcwPhY3JKAkwnZgNuRzNoC+LEpMHt3E1CM9jCUyAhjr+aBBLG6tWrl0wmpk2blpeXN3ny5Pvuuy8hIUEAMBSVW+hBLAEAAAAYiQ5lQO0lW/znzZsnC506dYqNja3gSB8dgyfUTwNtOOGaTygLVLidwckpovAQTjgT5galfvVLRXfb8XtYdlnq8CnNE7Y84cj3ceQJe76ptEA48nzs+T6lco/8KduUO//dIwulJW4fu/wFpT4hDp8QYQ4tNYXJcqk57PiesFJTqLJHmEKP7wkXPmb1yfk3J9CUhSYMcMspVBDuoggfHbMzuY0inHIIAgnDdevW7e677/7www9lQPjmm2/ec889rVq1EgCMQ+UWehBLAAAAAEaiQxlQe61fvz4nJ0cWLrzwQj3H+7gbPKG9SptPqAmBmk9oAwZlpzhxCEXFEYVrPiFOnEVKaIZQlF9Gl/pGqffQfryNSdvYpC37lBbL9EImFmXphbxG5g1K0mAK9vQ8OBVMJ+4ULiMSnOKB/0ILz5MsVbA+hDJ4wnW/2zRCuMtFXB8RDNG+ffsJEya88847FotFXt52222dO3cWAAxC5RZ6EEsAAADZ7wgIAAAQAElEQVQARqJDGVB7zZ07V14mJCS0bt36lG7ooxk8IVwmdxLO8cAJ4YFTSuG06Zo9uJaFy5oW2j1uf7v23pZ6zCdChG+IEP+OGvEp/zFV+AxUUHCbB7imBRWEEyeNIiomdKQRgkCixmjevPmDDz44ZcqUgoKCDz/88KabburRo4cAYAQqt9CDWAIAAAAwEh3KgFpq+/btR48elYWLLrpInBYfD4MnXPMJnxPnd3LNElxjBk/JhKfjS10CiVNKJlxboEpPDF3cPnAfDxMiVZxJqMd44rrYtThZFCFcJmgijah1GjVqNGnSpLfeeisnJ+fTTz8tLi7u27evAFDtqNxCD2IJAAAAwEh0KANqKWVViQYNGnTp0kWcmVPKJ4RLeFDqLqJQR1EIDzM4lZ5sEqfSE6eTEqcVTrh9mEJfMuFzfFVwHx2TOCk7tYGE8BxFuD1bBXfG7UNADSTfj0oykZGRMWPGjNzc3IsvvlgAqF5UbqEHsQQAAABgJDqUAbXRoUOHdu/eLQtDhgypxLewznzCRzN4QrhM9CQ8j6Iwm83idGdw8hRCaO9qqbtlJ3zcLaEhTmuohPAcTvi4W4Wi4ijC7aUgjajloqOjH3roIZlMpKSkzJo1Ky8vb8yYMQJANaJyCz2IJQAAAAAj0aEMqI2UVSVCQ0PPPfdcUQU85RNOB5R6mGep4sjBbdJQerK5m0rdDZVwm0PouecnLbiNDZz2Cw/LTlR8K51RhCCNqLXCwsIefPDBqVOnHjx4cMmSJRaL5brrruPVBKoNlVvoQSwBAAAAGIkOZUCtk5GRsWnTJlm48MILlfEHVccpnxAuQyiEjohCuAQSwsOq2k6/q7TC6ZtKPczd5LY1yumDzqfCSZzcpgU6swqnoML1tE7nPOldRW0UHBw8YcKE999/f/fu3atWrSouLr7llluq+t0KQEHlFnoQSwAAAABGokMZUOvMnTtXvm0DAgLOP/98UV20TTyuAxEqiCiEh+Ch4mtFhdmD208tnR9lJ00CKsgSPA10qGAAhM4oQpBGeB1/f//x48d/9NFHW7du3bhx47vvvnvXXXfJnQJAFaNyCz2IJQAAAAAj0aEMqF3y8vJWrlwpCwMGDAgMDBRGqGAIhethpcfXotAmFuJU1q/WOV+T26vc3m09ZU8FH33jKgRRBIQwm83jxo379NNP169fv3v37ilTptx7771GvW2BuoPKLfQglgAAAACMRIcyoHZZtGiR3W6XzZ2DBg0SRnMdQuG632lPBfGDdtNT0uD6eaVn5ISeuZIqSBEqjhkqSCbcorGsTpEv98033yyjiOXLlx88ePCNN9647777QkNDBYAqQ+UWehBLAAAAAEaiQxlQixQXFy9evFgWevXqFRYWJmoSp0+SigdSCHdBhXD5RNITQpx221MF2YmeA056sP5r4d3kq3/ttddGRkb+8ccfSUlJkydPnjhxYkREhABQNajcQg+TAAAAAGAcOpQBtciyZcssFossDBs2TNRsPhqe9rsyaThtemI+zqRPBce73gG3e5SdTve8godP6xikSy65ZPTo0bKQlpb22muvZWRkCABVg8ot9CCWAAAAAIxEhzKgtrDb7YsWLZKFbt26xcTEiNrjlFrwK2j6dxtUVHCVWxUf7/q73N63U32MgChfD+bmm2+Wfx5ZWVkymUhKShIAqgCVW+hBLAEAAAAYiQ5lQG2xZs2anJwcWRg6dKiozXQ29IuTDa1wShd89NF//Jnff8BJjx497rzzTrPZnJeX9/rrrx84cEAAqGw+VG6hA7EEAAAAYCQ6lAG1gnyrzp07VxZat27dtGlT4XVOIx7Qf4bKPZsAzkDnzp3Hjx/v5+dnsVimTJmye/duAaBSUbmFHsQSAAAAgJHoUAbUClu2bDl27Jio/UMlToOPEQRQZdq0aTNhwoSAgICSkpJ3331XvrsFgMpD5RZ6EEsAAAAARqJDGVAr/Pnnn/KyYcOGHTp0EABquebNmz/44IMhISF2u/3DDz9ct26dAFBJqNxCD2IJAAAAwEh0KANqvr179x4+fFgWhgwZIgB4hUaNGk2aNCkqKkr+F/7000///vtvAaAyULmFHsQSAAAAgJHoUAbUfPPnz5eXERERZ599tgDgLRo0aPDQQw/Vr19flmfMmPHHH38IAGeMyi30IJYAAAAAjESHMqCGS01NVaaeHzJkiNlsFgC8iIwbJ02a1KhRI1mWscR3333HP2XgDFG5hR7EEgAAAICR6FAG1HBz586Vl0FBQX369BEAvE5oaOgDDzzQrFkzWV6yZMmnn35KiypwJqjcQg9iCQAAAMBIdCgDarLs7Ow1a9bIwqBBg/z9/QUAbxQYGDhhwoQ2bdrI8vr16z/44AO73S4AnBYqt9CDWAIAAAAwEh3KgJps4cKFDofDz89v4MCBAoD3krnj+PHjO3XqJMtbt2599913rVarAHDqqNxCD2IJAAAAwEh0KANqrOLi4qVLl8pC7969g4ODBQCvZjabx40b16tXL1nevXv3lClT5IeAAHCKqNxCD2IJAAAAwEh0KANqrMWLF5eUlMh36NChQwWAOkC+36+//vr+/fvL8sGDB9944438/HwB4FRQuYUexBIAAACAkehQBtRMNptt0aJFstCjR4/IyEgBoM4YM2bM8OHDZSEpKWny5MmZmZkCgG5UbqEHsQQAAABgJDqUATXTihUrlF7SQ4YMEQDqmIsvvviaa66RhbS0NJlMHDt2TADQh8ot9CCWAAAAAIxEhzKgBnI4HPPmzZOF9u3bN2rUSACoe/r27XvzzTfLf9M5OTkymUhKShIAdKByCz2IJQAAAAAj0aEMqIE2btyoTNvCqhJAXdajR48777zTbDYXFBS8/vrrBw4cEABOhsot9CCWAAAAAIxEhzKgBvrzzz/lZUJCQps2bQSAOqxz587jx4/39/e3WCxTpkzZvXu3AFAhKrfQg1gCAAAAMBIdyoCaZteuXUePHhWsKgGgnIwnJ06cGBQUVFJS8u67727ZskUA8IzKLfQglgAAAACMRIcyoKZZsGCBvIyIiOjWrZsAgPKxUw8++GBYWJjdbv/www/XrFkjAHhA5RZ6EEsAAAAARqJDGVCjpKSkbNu2TZQPlTCZ+MoM4F/x8fGTJk2SgaX8x/35558vXbpUAHCHyi30oI4FAAAAGIkOZUCN8vfff8vLoKCg3r17CwDQqFevnkwmYmJiZPnbb7+dPXu2AOCCyi30IJYAAAAAjESHMqDmKCkpWbFihSz06tUrICBAAMCJoqOjH3roofj4eFn+/fffZ86cKQCciMot9CCWAAAAAIxEhzKg5li/fn1xcbEs9O/fXwCAO2FhYQ888EBCQoIsz58/f9asWQKABpVb6EEsAQAAABiJDmVAzaHM4NSyZcsGDRoIAPAgODh4woQJzZs3l+U///xz7ty5AsBxVG6hB7EEAAAAYCQ6lAE1xNGjR/fv3y8Lffv2FQBQocDAwHvuuUcZM/Hrr78uXrxYAChH5RZ6EEsAAAAARqJDGVBDLFu2TJQ3NZ511lkCAE4mKCjovvvua9SokSx///33ynArAFRuoQexBAAAAGAkOpQBNUFJScnq1atloXfv3n5+fgIAdJDJxIQJE+Li4mR5xowZJBOAoHILfYglAAAAACPRoQyoCdatW6csdt2vXz8BALqFhITcf//9yoI0MpnYuXOnAOo2KrfQg1gCAAAAMBIdyoCaQOnj3Lp1axa7BnCqwsLC7r333uDgYFn++OOPMzMzBVCHUbmFHsQSAAAAgJHoUAYY7ujRowcOHBAsdg3gdEVHR99xxx3yH3pRUdEHH3xgtVoFUFdRuYUexBIAAACAkehQBhhu6dKlgsWuAZyZ1q1bX3HFFbKQlJT0+eefC6CuonILPYglAAAAACPRoQwwlnwPrlmzRpQPlTCbzQIATtegQYN69uwpCxs3bly0aJEA6iQqt9CDWAIAAAAwEh3KAGMdOnRIWeyaoRIAztx1112XkJAgCz///PPRo0cFUPdQuYUexBIAAACAkehQBhhr+/btonwGp6ZNmwoAODO+vr533nlnWFiYw+H44osv5KUA6hgqt9CDWAIAAAAwEh3KAGMpsUSnTp1oQwFQKSIjI2+44QZZSExMXLBggQDqGCq30INYAgAAADASHcoAAxUVFe3fv18WOnToIACgksiPlLPPPlsWfv/992PHjgmgLqFyCz2IJQAAAAAj0aEMMNCOHTuUQseOHQUAVJ4xY8YEBQXZ7fYvvvhCAHUJlVvoQSwBAAAAGIkOZYCBtm3bJi8bN24cFhYmAKDyhIaGXn755bJw4MCBJUuWCKDOoHILPYglAAAAACPRoQww0ObNmwVDJQBUjT59+rRo0UIWfvvtN4vFIoC6gcot9CCWAAAAAIxEhzLAKEeOHCkoKJCF9u3bCwCoAqNHjxbly9iw9jXqDiq30INYAgAAADASHcoAo2zfvl1e+vv7t2rVSgBAFUhISOjWrZssyFiisLBQAHUAlVvoQSwBAAAAGIkOZYBRlFiiXbt2JhNfjQFUlREjRshLi8WyaNEiAdQBVG6hB3UvAAAAwEh0KAMMYbVa9+zZIwsdOnQQAFBl4uPjzz77bFlYuHAhAyZQF1C5hR7EEgAAAICR6FAGGOLgwYNKo0nnzp0FAFSlESNGyP/1FotFJhMC8HZUbqEHsQQAAABgJDqUAYZISUmRl2FhYVFRUQIAqlKDBg169OghC4sXL7bb7QLwalRuoQexBAAAAGAkOpQBhkhOTpaXcXFxAgCq3gUXXCAvi4qKNm7cKACvRuUWehBLAAAAAEaiQxlgCCWWiI2NFQBQ9RISEpQcdOXKlQLwalRuoQexBAAAAGAkOpQBhlAmcWK0BIBq07dvX3m5ffv27OxsAXgvKrfQg1gCAAAAMBIdyoDqZ7FYcnNzBbEEgGrUs2dPs9ksC6tWrRKA96JyCz2IJQAAAAAj0aEMqH5HjhxRCkziBKDahIWFderUSRaWL18uAO9F5RZ6EEsAAAAARqJDGVD9lBmczGZzTEyMAIDq0rt3b3mZkZGxZ88eAXgpKrfQg1gCAAAAMBIdyoDqp6x33bBhQwEA1ahTp06hoaGysGnTJgF4KSq30INYAgAAADASHcqA6qfEEszgBKCayX/6Xbp0kYXdu3cLwEtRuYUexBIAAACAkehQBlQ/ZRInYgkA1a9NmzbyMikpqaCgQADeiMot9CCWAAAAAIxEhzKgmlkslqysLFmIj48XAFC9lFhC/uvfu3evALwRlVvoQSwBAAAAGIkOZUA1UzIJKSIiQgBA9YqMjKxXr55gHid4Lyq30INYAgAAADASHcqAalZUVKQUgoKCBABUu9atWwtiCXgvKrfQg1gCAAAAMBIdyoBqZrFYlAKxBABDsLwEvBuVW+hBLAEAAAAYiQ5lQDUrLi5WCoGBgQIAql1CQoJSSExMFIDXoXILPYglAAAAACPRB93ikAAAEABJREFUoQyoZkziBMBYsbGxSuHYsWMC8DpUbqEHsQQAAABgJDqUAdVMGS1BJgHAKCaTKSYmRhbS0tIE4HWo3EIPYgkAAADASHQoA6qZMlqCGZwAGKhBgwaC0RLwUlRuoQexBAAAAGAkOpQB1UxZ8prREgAMpMzjlJ6eLgCvQ+UWevgKAAAAAMahQxlQzZTREsQSAAykjJZISUkRgNehcgs9GC0BAAAAGIkOZUA1U9aWCAgIEABgEGW0hKwAZGZmCsC7ULmFHsQSAAAAgJHoUAZUM5a8BmC48PBwpZCTkyMA70LlFnowiRMAAABgJDqUAdWMWAKA4QIDA5VCSUmJALwLlVvoQSwBAAAAGIkOZUCl2LBhw+LFi/UceeTIEfm+27p161tvvaXn+Kuvvjo+Pl4AQOVR55GzWCwC8C5UbqEHsQQAAABgJDqUAZWic+fOP/74Y1ZWlp6D5fsuu9xJj+zSpQuZBIBKp8YSVqtVAN6Fyi30YG0JAAAAwEh0KAMqha+v7+jRo0Wlku2GlX5OAJD8/PyU//6MloD3oXILPYglAAAAACPRoQyoLF27du3SpYuoPMOGDYuOjhYAUAWU5SWIJeB9qNxCD2IJAAAAwEh0KAMq0ejRo9WpUc5QbGzsBRdcIACgaigfVkziBO9D5RZ6EEsAAAAARqJDGVCJoqOjhw0bJirD2LFjfX1ZjhFAVVFGS5SUlAjAu1C5hR7EEgAAAICR6FAGVK4LLrggNjZWnJlevXq1adNGAEAVczgcAvAuVG6hB7EEAAAAYCQ6lAGVy9fXd+zYseIMBAQEXH755QIAAJw6KrfQg1gCAAAAMBIdyoBK16ZNm7PPPlucrhEjRoSGhgoAAHDqqNxCD2IJAAAAwEh0KAOqwqhRo05v7eumTZsOGDBAAACA00LlFnoQSwAAAABGokMZUBWio6NHjBghTpF8M1599dUmE9+UAQA4TVRuoQeVLQAAAMBIdCgDqsiAAQOaNm16Sjfp06fPqd4EAABoUbmFHsQSAAAAgJHoUAZUEZPJdPXVV+s/PjQ0dOTIkQIAAJwBKrfQg1gCAAAAMBIdyoCq07Rp0169euk8eNSoUax0DQDAGaJyCz2IJQAAAAAj0aEMqFKXX365nrBBBhjnnXeeAAAAZ4bKLfQglgAAAACMRIcyoErJTGL48OEVH6OsdC0AAMAZo3ILPYglAAAAACPRoQyoan379q14IevTWBwbAAC4ReUWehBLAAAAAEaiQxlQ1ZS1rz01kURFRY0YMUIAAIDKQOUWehBLAAAAAEaiQxlQDZo2bTpgwAC3V40aNSowMFAAAIDKQOUWehBLAAAAAEaiQxlQPUaMGOG69nWbNm169OghAABAJaFyCz2IJQAAAAAj0aEMqB6BgYGjRo3S7vH19WWlawAAKheVW+hBLAEAAAAYiQ5lQLU577zz2rRpo24OHTo0Li5OAACAykPlFnoQSwAAAABGokMZUJ2uvvpqX19fUb7StYwlBAAAqFRUbqEHsQQAAABgJDqUAdUpLi5u0KBBsjB69GglnwAAAJWIyi30oBIGAAAAGIkOZUA1GzZsmMVi6dq1qwAAAJWNyi30IJYAAAAAjESHMqCaBQYGjhkzRgAAgCpA5RZ6EEsAAAAARqJDGQAAALwGlVvoQSwBAAAAGIkOZZWIZxJAVaOtDQAqRuUWehBLAAAAAEaiQ9kZOun3Xr4YAzg9bj+ctR8pfHoDgCsqt9CDWAIAAAAwEh3KTpvT8+b6NPLEAjgTymeIU+OadtPtAQBQx1G5hR7EEgAAAICR6FB2GtwGEupO8gkAZ079ZFY/QDzlE3yMA4AWn4rQg1gCAAAAMBIdyk6V9ulSAwltMlFBPgEAp0ppXFM+q9VLp2tpgwMAFZVb6EEsAQAAABiJxqzTpnzj/WdfRkaehVgCQFVQP59loVmDkJZxYdpkQlvmwxwAFHweQg9iCQAAAMBIdCg7JdrIQfHRvL1r9mQIAKhiNw9qfvuFwT7lTCaTstN1/AQA1HFUbqEHsQQAAABgJNqz9HPNJPjSC6DayA8cu90uAwnlQ1ubTKgH8HkOAHwYQg9iCQAAAMBIdCg7bcQSAKqTvZz82FEDCbUgXBbEBoA6i8ot9CCWAAAAAIxEh7JTpR0q4XA41P1N6oU+MvosAQCVx2Yvve+jZUpZ+cxxamtTB08AABRUbqEHsQQAAABgJDqUnR7XeZwC/c3tmkQJAKg8Jbb/sk+ZSdhsNrPZrGyqn97qpxDNcAAgqNxCH2IJAAAAwEh0KNNJ+/1WbQpkHicA1cZut8tYQin7HCezCu2ACT7SAYBPQuhBLAEAAAAYiQ5lp0TNIVwncQKAKqUsee2joa4tQRscAKio3EIPYgkAAADASDRmnQbXGZwAoKppYwkZSCjJqBpRCABAOSq30MMkAAAAABiHDmWnh2QCQDVTYgnHcdrBW0IzlgsA6jgqt9CDWAIAAAAwEh3KTpX6RZdGQADVSZ07TpuJlp646jUAgMot9GASJwAAAMBIdCg7DU4rTAgAqHpKJqEOlRCkEQDgDpVb6EEsAQAAABiJDmWnjUwCQHUq9UAAADSo3EIPYgkAAADASHQoA4BaQRtCaD+3+QwHAC0qt9CDWAIAAAAwEh3KzhDfewFUG9dVJQAATqjcQg9iCQAAAMBIdCg7Ddo+y3zvBVD9+NwGAE+o3EIPYgkAAADASHQoA4BagZUkAEAPKrfQg1gCAAAAMBIdygCgVqCVDQD0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DDJAAAAAAYhw5ldY3d4SgstvJ1HQAAeCUqt9CD0RIAAACAkehQVqcUWqzTFi6xOUqbxURdfl5PAQAA4F2o3EIPRksAAAAARqJDWZ2y9XBiobUkMy9v5a69AgAAwOtQuYUejJYAAAAAjESHsjolPDh4/9FkR2lps9j6AgAAwOtQuYUexBIAAACAkehQVqfERoTHRUWWOBwxoaECAADA61C5hR7EEgAAAICR6FDmNfKKihdv25lbVHR2y2btGsa7PWbzocRG9etn5eVvPZyYW1gUHhzkekyJzT5/09aDaekNwsNG9ephNjH1LgAAqDWo3EIPYgkAAADASHQo8xpLtu1IzMw5kJJyIPXYE1deqr3KarMVWawpOTk7k1KEyVRiK7GU2L75e9WInt3DAgODA/y12UNKdvau5NTsgoKthw4P79Hd7H/KscTTkz/46sdZnq41m01RkRExkeH1oqPatmrWrXO7C/ud5+938u+GhUWWFWs2zFu2cs/+w2npmZlZOZER4bENYlo0adStU7sBvXs0aRTn6bar/tly7bhH1M17b73mvtuuFacuLSNr4bLV67fs2HcgMTk1rbCoqEPrlm1bN2vfukWfnt0aN4zVf6p3ps14++Ov1c1GcQ0Wz/zEVGEItGHLzitvfUDdHHfD6AfvukGcrt37Dy1ZsW7Ttl0HjySnpqabzKaO7Vq2bdlcPhb5ZIaHhbi91Q+/zXvkxbfVzdeevP+K4YPdHjlr/tL7nnhV3Xxm0rjrrhyubv7vyx9ffe8zdfOzKc/1O+9soU9l3QdVYWHxgmWrN2zdsX3XvtT0zGNpGfViohIaxcXHNWjbotnVlw0LDQkSAIBagsot9CCWAAAAAIxEhzKvERIYsPNwYpHVKl/RrILCqJBguTO3sGjx1h0bDxxKz8srtFgbxsTERUel5eTKq9bu2bd+7/6woMDYyMjzO7Q9q0WzgPJsIDOvYE/SUZlkhAcHVcW3ervdkZ6RJX927Tu0fO1G8Y1o3Tzh1ScndO3Y1tNNcvMK/jf9x29nzs7KzdPuT03LkD+bt+3+Zc5fMu244pILJ9x+bWz9GFEFiootUz/99ssffpNN2Nr9azZulT+y4Ofne+PokeNuHBMRfvIJsuSb7sdZ87V7klKOLVq2ZnD/XqLqHU1Je/2Dz3+ds9hp/5IV6+WPLNSPibr3tmvHjBwqn1Xh7WYvWv7y29Pk86/dmZR8TP4o5Y+//umuG0ePHXWxnvAMAGA4KrfQg3/qAAAAgJHoUOY1zm/f7ueVa+ULmplf8Oj0b+OjIotLStJy/m3HN/n4xEVGHs3ISM7MVL6ryz0RIcFZ+QU5hUW7jyZP9/WtHx5mtdvUmzSOiQ6olnbYPQcOXz/+8c/ffqF753au18r24lvvf2b3/kMVn0SmHd//NnfZ6vWfTnmuTYumolLl5OaPe+j51Ru2VnBMSYnt469//vnPhS88On5I//NEhWQeo7Z6q2RQUQ2xxM49B26a8NSx9MwKjknLyHrylalf/fD72y8+2rp5E+G9/vp7zfjHXq649UpGaM+98dGKtZs+mvykAADUeFRuoQezlAIAAABGokOZ10jNySmylsiwQf44HKWJ6Znpufm+JlOgv9+ATu1fv+map68e5Wc2qy93aGDgK9dd/eRVl7WMa+Dv52uz25Mys+RNlAmd5B+GTCxK7HZRLfILiiY+M9nhcDjtz8jOvf6ex0+aSaiSU9OvuePhvQcTReWxWEtunPBkxZmEKiMr5/6nJm/Zsbfiw2b+sdB156LlaypOC87cgcNJ1939mM7fsmvfoXseeTE3r0B4KZm+THjqNZ0fgAuWrvr8u98EAKDGo3ILPRgtAQAAABiJDmVeY8vBxLjIiPjoqJzCwuv69y20Ws3CJzjQPzo0VCYTyjFj+vb6aslyWagXHnr/8IvMJp+mDeo9esXI3KLinILCIqtVRhqFFusHcxfUDw8PCwq02R0yyRBn5rUn7m/UsIHTzmKLddGy1V///Ke65/CRlIV/r7mw3wnDBSY88crBxKPaPRHhoQN792zbslnbVs0Tk1N27Tmwcv1m2dquHpCVm3ff46/88PEbwcGBojK89Pa0zdt2a/c0bRI/qM857Vu1iI4KlxHI7/OWbNu1T722uNjy0HNvzv7mfU8nlA3985audN1vtzt+nDX/rhvHiKohn/MJT76WWT6Fl6p753a9zurSpWMbq7Vk38HEb3+Zow0t5KN7/YMvnnvoLuGNpn39k8zD1M3GDWPvvmnM2V06ysKxtIyd+w5++dCjPeUAABAASURBVP1vK9ZuUg94Z9rX11813MQi8ABQs1G5hR7EEgAAAICR6FDmNfYmp3ZtnpBTWGQSPvXCQoMC/F2PGdCp/bzlS3bv2z902LDYqAh1f3hQoPxRypsOHO7StElmQUHnpk22Hk7s2aqFODOdOrRu29LNrEoDevcICQn+3/Qf1T2btu7SxhJ/Lvxb2ygsytvQpzz3kNPK0tYS2yczfv7g8+9lsKLs2bn34Idf/jDxzuvEGdu8fY92+W75frnlmssm3H5dUGCAsmdg33NuvfZy+etef/8L9bDd+w+t3bStZ9eObs/5+/wl2gUq4mPrJaemK+Uffp837obRVdSY8tWPf2zd+d8wjvCwkEfvvWX0yKHaY277vysffOb1uYtXqHtmzV/y2H23Brr7c6rt1m7crpblqzDzsynRkeHKZpNGcfJHhk833Pv4ynWblZ05uflbduypYBEUAEBNQOUWetDLAAAAADASHcq8RlpubrtGDUXZmhBRGw8e9nRYaL34yKZtAsMiPR2wNfHIwE5l7eltG8Yv2bpTVKW+53bXbianpmk3P/1mpnazd8+u3374mlMmIfn7+cqm/Ocevlu786ufZslGZHHGPv/uF+3m9VeNePTeW9VMQiHfQfIOXH7JBdqdv87+y9M5Z/753wxO53TrdMPokerm4SMpf6/eIKqAzWb/8ocT5iB68dF7nTIJKTgo4I1nH9QuziGfxjl/LRfe6Fh6hlo+p3snNZNQmc2mG0dfqt2zct0mAQCo2ajcQg9GSwAAAABGokOZd8jML4iLjlSml2nVMG793gO92rQ8ve/k+1OPXXneObIQHRpyMC0tt6hYHUhR1SLCw9TysfTMDVtOCEUeGX+Lr6/HGaUuGzbw0xkz1cmUZGP6gqWrrhg+WJyBYov1z4V/q5vBwYF33Tja08H33DRWtll3ad+mc4fWndu19tSnfueeA9rHNXLYgCED+0x+/3O7/d91NX6cNf/8XmeJyrZ6wxbtItud2rW6+IK+bo+UoctNYy/9ZMbMzu1byx/5iDq2ayW8UesWTdVxKguWrpZ/PB3btnQ6pl/vHl+//7K6GRMdJQAANRuVW+hBLAEAAAAYiQ5l3mHxlu1tG8Yr5TYN4/9Yt9Fqswf4nfIXrkNpGb4mk6+5LN4ICw4KDwo6kp7RoUkjUTUWLl2t3WzRrLFanr90lfaqq0YMcW0ydnLpsIHaNR7WbNh6hrHEP5t3lJTY1M2e3TrWi/HYKt20Sfzfv30hTuanPxaoZZlzXHzB+RHhoYPP76XOmzR/ycqM7NwYl577Z2jdpu3azWGD+lRw8OiRQ10HUnifTm1bLV25XikXFBaNvP5eGW4N7n9e7x5d5Yui7Pf38+11dhcBAKg9qNxCDyZxAgAAAIxEhzIv4CgtXbhlW9P69ZTN6NCQ0MDAIqtVnLoN+w80a1DfXD7qwuTjc36HtgeOpYnKJtv6d+458PjL737x/X/TCsk2+iH9z1M3d+05oL2J9ipPWjdP0G7uPnBInJl1m7ZpN1s2bSLOjHzgv/y5SN0c0u88pfl7lGYCKIu15GdNdFFZ1m884bG0aNpY1HnXXnFJ/RNzpl/m/HXPoy+dPeTqq257cPL7X/z19xp1wRIAQG1B5RZ6MFoCAAAAMBIdyrxAZl6+1WaPj4pUI4QuzRK2HT7Sp30bcYr2JKcO7/Hfeg992rf9dOEScWYuvuYuPYfdcNXIBvWi1c2snDzttTHRESc9Q6sTY4ljaRnizCQmp2o3myWc6aiR+UtXZebkqpuXDhuoFC7oe45sH0/LyFI2v505+7ZrLxeV6vDRFO1mc2IJIeIaxHw0+cmxdz4soyDtfvmp+M/mHfJHlgP8/S67aNDt113ZrElDAQCoDajcQg9GSwAAAABGokOZFziald21WUJwgL+6p12j+OW79ohTV1BsaXN8MigpPCiwyGqxaCYyqiL9zjv7zhtOWLYhOzdXuxkTFXnSkzSMqx8eFqJupqZlnuHftq3khNbq5mc8mdXM2f8tdt0ovoG64rfJZJJt3+pVBxOPrvpni6hUFst/o2fku75FlU3MVbt07dj250/fOveszp4OkInFd7/OHXr1nZPf/8Ja9W8EAMCZo3ILPYglAAAAACPRocwL7DpydGi3E6a/jwkLPZqRlXuK88+k5eQl1I8xm074e2gQHr7zSJKoMk2bxN9/x3WfvPlMaEiQdr/1xA7sxfrmpPL381PL8m/bZrOLM+D01rCc1rxYqtS0jCUr1qmbI4cMUJYoV1w1Yoj24J9mzReVSvtY5DPj9PSe3nlOifbBnqHKvQ/tWjef8cErn0157torLvG0doj8Q/rwi+/vfOj5M/yLAgBUAyq30INJnAAAAAAj0aHMC+xKTrmy9znaPaFBgQ0iww+lZXQ+lbl65m7c3LlpgtPO1g3j1uzd37V5U1HZmjSKk23BzT3MjBQaGqLdTExKadXsJEs75OUXpmdmq5sR4aF+fmf0lTMsNFS7mXpms0L9/OdCu92hbl528SDttS2bNe7ZtePa46tZ/Lnw7yfvv0M7+OMMRYaHau9/8rH0ls1OZx4nP03wIzkcDk9Hah+s5O9baV//q+I+9DvvbPnz7KRxG7fu2rR999ade1au25Ry7IRXXKZKH3zx/fhbxgpUI9oWq85ZZ52Vm5vbtGlTnuQqQv3KKFRuoQexBAAAAGAkOpTVdkmZZQsSOL2IJh+f3u1aH0g9pj+WKLHZV+zYPbBzB6f9beLjF27eZrHZAk63WfnPGe83bRyfnJq270Diq1M/3X/437EXMmm4+o6H3nv58R7dOrjeKio8TLt55GjqyX5P2dxH2s3oyJMvR1GxiLATY4n0THEGfpp1wkLWQ8fcWcHBxcWWX2Yvun70CFFJIk98PmVEcXqxREDACZGAze5x9EDJiVNg+fn7iUpSdfdBvo+6d24nf0R5pLF4+dr3Pv9u07Zd6gEzfv5z3A2jfX3NAtXCbOaprkKXXnqpQFWSoSmN44agcgs9mMQJAAAAMBIdymq7jQcONY2Jcd3fq03rXUeThW7J2dk2h6NBRLjT/rioCD+zudhyRvMXBQb4N09oNLh/r5mfv92l438LcadnZt9w7+NrNm51vUnL5ieMjZi/ZKU4Gadj2rZsJs5MixMb7lev31zBwbIV+5L/u+fZNz5csXaTUyd9adU/Ww4cPrW5sL6ZOVtUnhYnjjVZ/U9Fj2Xrzr3Drxv/9rQZO3bvd7oqwN9fu5nveaKwgqKiCm54JirlPlisJfIVWbV+8y9z/vrqpz9cb2s2my7od+73/5t8TrdO6s5j6Zl7DyYKAEANRuUWehBLAAAAAEaiQ1lttzsp2e0MS4F+vjJmKNIdJySmZZzXrrWfu77J7Rs3OngsXVSG0JCgt597WDs3kQw8JjzxWnpGltOR53Q7YRXi5Ws3Llv1TwVnzsrJ++y7X7R7ep/TTZyZ3j26ajdX/7PFtZletXTlup17Dnz5/e/X3fNYr4uv/eCL77XXzvxjoThFu/cf2rh1l6gk53Q/4fn8/rd5FSyTMGv+UvlI3/n4axlOXHDlbQuXrlavchqDkpmV4+kkObn52s2oiDBRSSrlPjz8/FuDr7r92rsefeDp159+7f1Die4zPF9f89BBfbR7jiYfEwCAGozKLfQglgAAAACMRIey2i67oLB9k4Zur2oYFbl+/wGhz86ko0NOXDdb1Smh8d87dotKktA47vH7btPuSU3LeOmdaU6Hde/cttWJAybenva1xfNCze9M+7qwsFjdDAkOumhQX3FmGtSL7ntOd+2eGT//6fZIa4ntzY+mq5uZ2bnBQYHqprxjfy5aJk7dj5W38PWgvudEhP83J9Wx9Mw/Fri/S0eOpn4z87+HeTDxaILmD6xJozjtwfMWrxAerD1xEEx8g/qiklTKfeh19gl/7T//ucDTSZKSTz6BGACg5qByCz2IJQAAAAAj0aGsVsstKoqPjvTzMP16q/i41bv3CX2SMrIaRUe6vapeeNielJRiz5HAqbpyxIXDBp7QA/3XOYuXr92o3WMyma4fPVK7Z8OWnVfeMnHfwSNOZ8vLL7zr4Re//P537c4xlw6NjnSekOo03Dx2lHbzm1/mvPbe5zKE0O602x0vvzNtu2YgRVho8JXDL1Q3Zy1Yoo1M3nnpkX2r/3D7s3fVrLgG/03JNWv+CTc8E6EhQWNHXazd88KbH/0y5y+nw+STOfHpyfkF/8191Kdnt9aafEg+q40bxqqbMrR488Pprr9u5p+LVqzdpG4GBvjHx1VaLFEp96F3jxMG00z99NtZ85e6nmTnngNO4VCTxvECAFCDUbmFHix5DQAAABiJDmW12l9btndq0sTTtW0bxv22Zr2lpCTA7yQr/e49mhoeEuTp2vDgoNCAgMT0jNYN40QleXbSuNXrN2fl5ql7nnv9w9+mvxugWZT46kuHzVu84u/VG9Q9sul/5A33Dunfq32rFq1bNj1yNHXn3gPLVv+TdOK8Oi2bNr77prGiMvTvffalwwbI1ETZlG+Wj778YcGSlQP79mzXukVYcPDeg4dnzl6098AJ6w3ITCIk+L/nc+Yfi9SybBwf1OccT79Ovh8vGdzvkxkzlU0ZEvw+f4mMWERluPP6qxYsXane1cyc3Aeefv3bn2f36tGlS/s2eQWFu/Yd/OG3uZnZudpbXXPFxU7nufziC96ZNkPdfO+zb7ft3nfDVSP8/f2Kii0HDifJhGnJinXam8gUyt+vMr/+n/l9SGgcN2JI/9/nLVH33PfEq9/MnD24X6+EhnEh5W+HVes3f/7dr/JVUI/p2rFtq9NaKhwAUG2o3EIPYgkAAADASHQoq70cpaUrdu65ftD5KVlZuYVF9lLH3pSUrPz8rYcP+5nN/r6+kaGh0WFhhRarGkvsTk5JzcqRV+1OSinuZgs83kq7JTGxSUxMWk5udkGBzWEvLikpLLZsOXTI12wO9PUNCw7p0rxpYkZmJcYS9WKiHr//9geffUPds/dg4rSvf7r7pqvVPWazacrzD199+yTtIsPFxZbf5i6RP57OHBYaPPWVxyIjQkUleeGRe2VT/rZd/4072XfoiPzxdHzr5gl33/xfKLLv4BHtmt4D+54TFBggPLtoUF81lhDl8zh5iiU++OJ7pxUsXL325P1XDB+slMuemZcfH3P7g9oVF9Zu2iZ/PN38smEDhw7o7bTz+tEjp3//uzZSWrx8rfzxdBKZxNyleVndumnCU+Jklsz8VB0kUSn34ekHx63btC059b91U2QOscrzwua+vubH77uND0wAqOGo3EIPYgkAAADASHQoq72KSmw9O7ad/vuvh48csVqKHQ6Hb2BwYET0iqULTD4+JpO5QWxc61ati23/zTi0cPP21o0byxc9My//++Wrrh9QtvpCaXlIsGj58t8XzMnPyXY47PJUUY1bPDXlTXmk2WwODglt1qzFJQMGiEo16uJBv81bvHQVC41oAAAQAElEQVTlenXP+59/P+LCAQmN/ws/oiLCvv7w1dseeGbzNl2LWzSoF/3JW8+2adFUVJ7goIDpU1+6ZeLTG7bsPOnBjeIbfPHuC9qllZ2mABrcr1fFZ+jeuZ18Bg4fSVE2/9m8Y+feg+1aNROVoXXzJjPef+WG+550XWPcVd9zur/65P2uLTvy0b3w2Ph7Hn1Zz0dHYGDAW89NalnZIwwq5T7Ik7z4yL0333/yRESUf1S+9dxDZ3dtLwAANRuVW+hBLAEAAAAYiQ5ltVewn1/TyCj72ef27nN+ZlaOtaSkoNiSU1DY8KyzTL5+AX5+jtLSmJCQeqH/jhsoslgPpKbVj4wosdlSMzOPZWeN7Xuen69ZvvxNI6Latm3f4+yzc/IKCouKHXbboWMZ53XtInxM/v7+Jhlx+Pg0iYwUle3lx+676JpxuXkFymZxseXJ16Z+8c4L2mPqRUV8PfXlr3/+4+c/Fu7ef6iCs8mc4/47rmsU10BUtojwUHmvvvzh9+9+nZuYlOLpsIsu6PvQXTfF1v9vcQgZ8Mz8c6G6GRjgP/j8k8QS0iUX9NMOg/jht7lPTrxDVJJ2rZv/+PHrn3/3689/LlSfeScB/n7XXzVi/K3X+Pq6X7Zk2MA+b7/w8ItTPk5Ny6jgd3Xt2PalR8fL3yiqQKXch/69z/5x2htvfPjFynWbKziJTJtee/J+p1WyAQA1E5Vb6EEsAQAAABiJDmW1l/zG3bNls/DgwEPZ2XENYpKPZQULc3BgcGnZIsyldpOjVVyDPm1aqV/MLbaSzLw8+aNsBvr7ldjsfuXtzgn1o0MCA1buP1A/OiIt0yevoCghNlb5s7DbHJHhQUM6dwwO8BeVTd7th++5+fGX31X3/L16w9zFK5wmDgoODrzt/66QP1t37p2zaPn6TduT09KPpWWEh4XKMzRPaNSlQ9v+5/Vo0bSRqDIhwUHjbhh9x3VXrly/eeYfC3ftO5icklZktcZERkRGhDWMrX/7dVee1cW5K/2iZWvSNOMS+p57VqjnNTxUFw8+XxtL/DZn8UP33KxddeMMNWkUJ3OOB++6ccHSVb/PW3LoyNGjqWlmkyk6KiIiPKxD6xZ33TTmpOnOJYPPH9yv15KV69Zv2rZj94Fj6ZkZWdky1IptEBNXr177Ni16du80pP95ZrNJVJlKuQ/dO7f76r2XV6zd9NfyNUnJx5JSjh1OSlYCG/nx2LtH14F9z7niksHhYSECAFAbULmFHvyVAAAAANWh9DhHObvdbrPZrFZramqq/PLWsGHDsLAwAc+Uby7KE2g/Tj6HE7/c+s+BHHlV64YRH44fIIxgtdkLLdZDGRnHsnMdpaUhgYFN60VHhwYH+/trews6HKW3f/CJuhkU4Pf2LdebNAfIh5hvsSRn5xxKyyibEspsbhQd2TAyMjQowESvQ8AIJTbHsCd/V8qjukeOOSfG39/fr5ws+JYzlzOZ5Nv0X8JbyMclUEnkf3z5t+HnV2kBJ05K/iel2bP6paWllZSUFBcXy795/3LKB6a89O4PTJyqKuw3AQAAAOCk6FDmBfx9zZEhQV0TGl/YpcPQrh37tm3ZJCYqJCBA+2XbUmL7ff0G7a1KbPath444NK++PDwsMKBNXIMLO7eX57mgU7t2DePCgwPJJAAYaN26dT4ehISENGnSpHPnzn379r3nnnu2bNki4I58Znr37p2Tk6Pd+euvvypP44QJE0Qt8eabbyr3eezYscI455xzjnI30tPTBWoeKrfQg0mcAAAAACMx/a53k69vfrFl6+Gk71eszCss1l5lszve+WNus9j615zfu1F0VIAf384A1DKF5Y4cOSLLy5cvf++998aMGfPWW2/Fx8cLHPfBBx9MnDixuLhYAHUDlVvoQcUXAAAAMBIdyryYfGV/Wb0+KSvbXiqaNogttloz8/Oz8/K1IyQOpqa98tNvsZERo3r1OKtFMwEAtdl33333999/L126tEWLFgLlpk+fTiaBOoXKLfQglgAAAACMRIcyL7YtMenPfzZFhoaEBQUH+fsHBQQ0CQpMqF/fUlJSaLEcSj2mHCZTiuSs7J9XrSWWAFCTNW7cODExUbunsLAw+7hPPvnk008/lTuTkpIuuuii5cuX16tXT8Cztm3bPvfcc7LQo0cPAXgRKrfQg1gCAAAAMBIdyrxYTFhYSEBAfmFRTn6Bw/OrbDaZ5E9sRIQAgFoluFzDhg1luXfv3iNGjBg1apQs7969e/Lkya+++qqAZ+3atXvyyScF4HWo3EIPYgkAAADASHQo82LxURGTbxibnpeXU1CYJX/yCwosxTa7Q7nW39c3IjgoKjQkIjg4MjQkOjREAEBtdtlllz3++OMvvviiLH/88cdPPPFEWFiYAFDHULmFHiYBAAAAwDh0KPNufr7m+KjIdo0bnte21cVnd72q97ljzz9P+bnivJ6Du3Y6u2XzVvGx9cJCTXyBB1D7PfXUUw0aNJCFrKysr7/+2u0xW7duvffee4cNG9a8efOoqKi+ffvecsst3333XcVnTkpKevnllwcMGNCkSZOgoKCWLVv279//22+/reAmS5cuveuuuwYOHFi/fv2EhIQhQ4bI37tu3Tq3B3fo0EH+R77wwgtl+ccffxw8eHBERMQ555wzadKkw4cPq4fl5ua+9dZbN95446BBg+T9Dw4Obt++/cUXXzxx4sT58+c7nTM+Pl6ec+XKlcqmvBs+5ZTNX3/9VdmcMGGCsueTTz5R9tx0002eHpR8Yv39/eUxjRs3ttvt2qscDse777577bXX9uzZU975tm3bXnrppY899tixY8dEFZNPiHLPFy9e7PaAq666Sjlg1apV6s709HRlp0yz5GZGRsYHH3wg73+zZs0aNWo0dOjQRx55JDk5WZwKeRPlnDIS27Nnj4ARqNxCD0ZLAAAAAEaiQxkAwGvIFvOrr776nXfekeWFCxfeeeedTgf89NNPss09Ly9P3bO83Keffjpz5sz//e9/4eHhrqedOnWqjAe0C0fvLyeDh6+++kqGE6GhodrjZQP3ww8/LFv5tTsTExNlcvDRRx898cQTjz76qK+v+zaxBQsWjBkzRjbxy/LacrLNXblK3vz//u//nFr5d5abPXu2jCtkk/qXX35pMp1mJ2D5e++55x75MGViUVJS4ufn53rMDz/8IK+ShbFjx5rNZnV/ZmamvLm88+oemaDs3r37t99+++yzzz7//HPZyi9qsNTUVHkPN23apO45evTovHnz5B+GjKxktqTnJDK4UqYOk8HVL7/80rp1axrHDUHlFnoQSwAAAABGokMZAMCbnH/++UosIZvIZeO+to1etho/9thjSnnAgAEdOnSQMcayZcvWr18v98jW582bN8uybFPWnvC55557+umnlbKMH/r06dO1a1eZBMg2a9mC/8cff9xwww0//vij2gwqm7NlK7ZskVc2u3Tp0r9/fxlU/PXXX8nJyVar9amnnpJByJw5c1zvfFFRkYxSlExCIX9Xx44dZUHeseHDh8ubi/JW7wsuuKBt27byyIMHD86dO7ewsFDu//rrry+55BIZGCi3lfdKRgjjx4/funWrKB8e4TZ0UclHd9lll8mUJSsra9asWcpCHU5kLKEU1N8iyoeSyMe4b98+UT5EQz63TZs2lc+AjG3S09NTUlKGDRsmQ5qbb75Z1EjyHg4ePFg+S/Kp7tWrV7169RYtWiQDIXlVWlraFVdcsXfv3ujo6IpPIh+g8tcl/6hk+iVfIO3riOpE5RZ6EEsAAAAARqJDGQDAm8gGcaWQnZ0tm8ubNGmibMpGZ5kHyIJsdJ42bdqll16q3mTjxo133333ihUrduzYIaMLmUOoV+3fv/+VV15RyjIwkNdGRkYqmzJjkBnAhg0bfv75Z9kkfeuttyr7r776aiWTkInC+++/37t3b2W/bKT+8MMPn3jiCdnoL4OE6dOnX3fddU53XsYV8rJHjx6TJ0/u3r37/PnzlbxBevDBB5VM4uKLL54xY0ZERIR6K/kw5alk7CHKwxU1MJAJirxUF9iQ90Q+dlEheeeVmalkpOEaS6Smpsr2elno1q3bWWedpe5/5JFHlExCtuB/9NFHMTExyn55h+UDefHFF2XcIu//yJEjT3oHDPHpp5/KSxkqPPPMM+oYEflijRs3TpTPWyWfk7vuuquCM3z11Ve33367LMibf//99xdddJGAcajcQg/WlgAAAACMRIcyAIA3adasmVrOzMxUy/fee6/NZpOFL774QptJiPJGdtna3rp1a1mWzegyilCvevXVV2WTuizccccdH3zwgZpJiPJhAd98841Slq3SSkGeZ9myZaI8/FiyZImaSUgmk0k2batHPvzwwzI4ES5krDJ79uwBAwbI4OHKK6+8/vrrRXkEoqyaIDOGr7/+WptJSI0aNXrvvfeUsjLy47TJzKN+/fqy8PvvvysPXEu2zisjAMaMGaPulFGK8qBkUCEPUDMJUT5u4PHHH1cGr8jGfXWoSg00fPhwGZ9o562SKZTMkJSyuj6HW7/++utNN90knxlfX1/5VDj9daH6UbmFHsQSAAAAgJHoUAYA8CayVV2dqkht9z98+LAymGDo0KGy5d31VgEBAcrKz8XFxd9//72y0263yxZnWQgMDHzkkUdcb9W2bdvzzjuvb9++bdq0UVZc+PLLL5WrHn30UafwQCF/+6BBg0R50vDHH3+4HiCjC9chBfLuTZs27YEHHpAt+9poRNWuXbvg4GBRvoyzOAOyXV6JHPLy8n777Tena3/88UdRnq/83//9n7pTxjxKYcqUKW4XzLjlllsaNmwoyueYEjXVs88+67pTXQ8jJSXF0w0XLlw4evRomXjJp+Wzzz6TZQGjUbmFHkziBAAAABiJDmUAAC+jjIoQ5bmCUti8ebNS6N+/v6dbnXvuuUph7969SmHZsmWpqamifByAdhCG1ooVK7Sbs2fPVgqXX3658OCKK65QpkJSf5Hbu6EVHR0tG/eFZzLkkLFEYWGhjFWcVtQ4VVdfffXUqVNFeQihHRWRmJj4999/y8LAgQMbN26s7t+yZYsoX5dCJjRuTyhrGvJBzZw5U969gwcPenomjdWlSxfXnXFxcUrBdeCIQj4h119/vTK51ptvvqlNa2AgKrfQg1gCAAAAMBIdygAA3kS2y6vrMagDC5Smc1G+fsBJpxJSlkmQtm/frhS0rfAVyMvLO3bsmCgfT1DBTdTlLvbs2eN6batWrcTJWCyWHTt27Dxu/fr12oTjDGOJPn36NG/e/MCBA7NmzZKPSF2aQh3rIHML7e/auHGjLOTn52tnQPJE3s8aGEs0bNjQ7TgPmbUoBWUojKtrr71W/WNToy8Yjsot9GASJwAAAMBIdCgDAHiTgwcPquWoqCiloAYMesgWeaUgEw6loDOWyMrKUgotW7Z028ytUNvl1fxDy+0cTYrMzMzp06cPGDBARgXdu3cfO3bs8LR7jQAAEABJREFUs88++91337kddXEmbrjhBlH+8GfOnKnuVGZwCgwMvOKKK9Sdu3fvVp8lPbSvTs2hjorwxFNNSckklNm6Pv3004ULFwrUAFRuoQejJQAAAAAj0aEMAOBNNmzYoBRkY7E6LkEZxCDdeuutCQkJFZ8hICBAKahrVOhs4gwKClIK6uRRbimrRovyQRWu15rNZre3kgnBtddeq51NKDg4+KyzzurYsWOPHj369evXv3//CpZAOCXXXXfdM888Iws//fSTsua2TFCUxbRHjhyphj1C88S2adNGzxRGnTp1Ekao+BX09Jx7olac5Cs4Y8YMGUeNGzdObt59993yz0/9M4BRqNxCD2IJAAAAwEh0KAMAeJO1a9cqhYEDB6pDFtQBCn369Lnxxht1nqpFixZKISkpSc/x9evXj4mJycjIOHjwoM1m8zRg4tChQ0rBdWlrT+RN5N1WMgmZtTz22GODBw+Wd08bbHha/+A0yDOff/75y5YtmzNnTnZ2dmRk5FdffaVcNXbsWO2RzZs3Vwoya3nyySfFGcvMzFy8eHFaWlqrVq0uuOACp2vVvEdZ39uVp0AoJydHVB614vTll1+OGTNGbk6fPn3FihW7du169tlnX3nlFQFDUbmFHkziBAAAABiJDmUAAK9hsVhkS7FSHjFihLq/devWSmHbtm2ebpufn7979251KIPQLPNQQSzxxRdfjB8//sMPP1SOadOmjShvoz9y5Iinmxw+fFgpyBhD6PP+++/n5ubKgmypX79+/Z133invmzaTKC4urtyWd2UBCavV+ssvv8jCt99+Ky8bNGhwySWXaA9r3LixsgDD3r17K7gDe/bsUe7/Se3bt++KK66QD1B9HbXy8vKUgtNUV+pwB0+LQMisSFSBoUOHivJGcPkHoLwcb7755j///CNgKCq30INYAgAAADASHcoAAF5DNgorDdBhYWFXXXWVul8NGH788UcZXbi9rWxZbtu2rWxkv//++5U9TZo08ff3F+UjMJKTk93e6quvvpo6deq4cePS09NF+aoSyn7tqgxOfvrpJ6XQq1cvoY/a0n3bbbe5DTNWrVqllrXJivAwVdRJjR49Wnnss2bNkiffuXOnLMun1Glda1mLaNeunVKePn2621MVFRX169cvIiKiefPmu3btEhVS591yuwqFmuhER0dr96vzbqWmprreSoYZ6prnVaRz58733HOPKM9Fbr311opn8UJVo3ILPYglAAAAACPRoQwA4B1kc/8TTzyhlB9++GGZTKhXDRkypGnTpqK8sfv11193vW1OTs4777wjytvQzz//fGWn/P+orKxgtVonT57seqtt27b9/fffsiCb5rt27SqOLxYtvfbaawUFBa43ka38ixcvFuVrRztNiFQBebBScHtOSXv3bDab9ip1qQP5KIRu9erVUwZGLFiwYPbs2crOMWPGuB557bXXKoUXXnjB7ZCI9957T1n0IjIyUgY/okKxsbHKHV6zZs3+/fu1V8mXRnnqpC5dumivatSokVJQD9B69913nZ6TqiAffnx8vChf3UTGYwLGoXILPYglAAAAACPRoQwAUKspqxHceOONV155pTJQoGfPng8++KD2mODg4JdeekkpP/vss0oCobJYLNddd11iYqIsy/Ri5MiR6lXPPfecEm+8XU57qz179lxzzTXFxcWyrJ588ODBo0aNkgXZED9s2DCn2Z8WLlx46623KuVHHnkkJCRE6KNkHqJ8SIdTC7u8A5MmTfrzzz/VPU6LTKgjCVavXi1OhZKayMDmf//7nyifCKtv376uh919991KSJCamnrhhReqAxoU8iE/+uijSllZF7pisloiX0dR/rhkJqSebe3atfK5VZblkK/moEGDtLc677zzlMJXX331xRdfqPvlK/vqq68+/fTTourJvxM1HHrmmWcOHDggYBAqt9CDJa8BAAAAI9GhDABQK6Snp8tWb+2e7OzsgwcPKrMnqVq1ajVz5ky1LV4lI4Qvv/xy7ty5JSUl9913348//tihQ4eGDRuK8rZsmTHIQnh4+PTp07VLVcfHx8sm5gceeEAGHhMmTPjll1/at28vD9u1a9cff/yhrGQgz6ZEEYo33nhj6dKlGRkZf//9d48ePQYMGCCjDhkVyHbq33//XTlG7nz88ceFbjJ0kaFIfn6+bJ3v3r27bK/v2LFjWlraxo0bv/32W3UsgnxCRPk6CjExMdonRCmMGTOmX79+8p5v2rTJaRIkt0aMGKGcUzm/vLnbCoOfn9+UKVNkBmO1WtesWSMzoYEDBzZr1kyGLvLV+fTTT5XDrrrqqptvvlnoIJ/wb775RqYvy5cvb9mypXzC5ZOvXRTkiSeecEp0+vfv361bN/lsyFvJ5+q9996Tj1Q+P/Pnz09OTo6NjZWxk9tRMpXr2muvnTZtmgzJCgsLb7/9dvnHJmAEKrfQg1gCAAAAMBIdygAAtUJxcfGCBQsqPmbo0KEyV/C0lPSsWbNeeOGFl156ScYJy8ppr23evPlnn32mzuCkmjhxYkJCgmxlzsrKWlxOvUq2yN97770vvvii03lku/+tt946Z84c2aCvLBatdccdd8iMQRt+nJSMFl599dW7775blrdu3frQQw9prw0MDJQn3Ldv32uvvSY3t2/frqy8rbjrrrtkNpCXlycf9cKFC+WenTt39u7d+6S/VJ5WZgkff/yxslnBlFMyh5CBhMwDZDBw7Nix7777zukA+ey9++67Oh9yixYtZIAkn1gZOMmYwWlZiBtuuEGmRE43MZvN8nkePnz43r17RfnQCkm5Sr4c8+bNkwmHqBYffvihDEiUv1X5S/U8z6h0VG6hB5M4AQAAAEaiQxm8Q2FhsUCNx8uEyhUUFNSxY8dLLrlk/Pjxsl1+6dKlMgnwlElIsln8mWeeWblypWzylreSbf3yDM2aNevVq9fzzz8vW/P79+/v9oZXXnmlbByfNGnSiBEjWrduHRERIY+8//77t23b9vrrr7uOzGjUqNHs2bM/+eQT2YYuc47w8PDY2FjZQi0Tjs2bN8uWa9ebnJRMFzZs2CBzgk6dOkVGRorytazbtm0rQ44dO3bIdn91XqMZM2ZobygjCpnHqIsxyNvKiELoc/XVVyuFc889t0OHDhUc2bVrV5lMvPHGG//3f/8nH2lYWFhMTIy8q6NGjVq3bt1HH32kLKCtk4xAZHby9NNPy5epcePGys4BAwbMnDnz888/d3sq+VTIUOSxxx5TFhGJj4+Xz8yvv/4qXyN1vEg1kHdDnUDs559/FjAClVvoQXgFAAAAVIfS4xzl7Ha7zWazWq3Hjh2TO2UDinZpULhSvrkoT6D9OPkcTvxy6z8HcuRVrRtGfDh+gKidrCW2n/9Y8OeCZanpGZmZOYUWS7tWzZo2jm/XsvmVI4dER4a7vdWk59/6eVZZz+WvP3il11mdRVXKyc0/68KypVY7tGnx+/R3na6du3jF1z/+8eXUF0XdU1BY1GXglfqPb9WsydzvPtR58Pylq+6c9Lws3Dhm5JMT7xBnxu3L9NLb0z6ZMVMWpr782EWD+gicqMTmGPbkv9P+jOoeOeacGNkg61dOFnzLmcvJFmqf44S3kI9LALWWrDDQ7Fn90tLSZPWssLCwpKTEv5zygSkvvfsDE6eKSZwAAAAAI9GhDNN/mPXeZ9+mZWRpd27cukv+/CoWvz3t67GjLrrzhtH1oiNFzWO3Ox556W2Zjsi4QqCm4mUCAFQbKrfQg1gCAAAAMBLT79ZlObn5j7wwZd6SleqeejFRsfWiQ4KCEpNTUo5lyL+NYov1s29//Xv1hq8+eKVeVISoYYotFmXEBmoyXiYAQLWhcgs9iCUAAAAAI9GhrM6SmcTo2x/ceyBRlgMD/K++bNjN14xqFNdAPSA1LePND6f/OGu+LO85cPjWiU9/8fYLEeGhwggBAf4Tbv8/WYiuedFIzbFm7jcxHmbcOj3NExopT3vn9q1F1eh7Tvew0BBZaNm8iQAA4IxRuYUexBIAAACAkehQVmdNfOZ1JZOICg/7ZMpzXTu2cTogtn7Mq09O6NG1wyMvvi03t2zf8860r898gYHTI4OT8beMFaherZo1qeqnvd95Z8sfAQBAJaFyCz1MAgAAAIBx6FBWN33369zFy9eKshVlTV9MfdE1k1BdNXLInTeMVso//D4/OydfAAAA1FRUbqEHoyUAAAAAI9GhrG765pfZSuGayy/u2LZlxQePu2H097/OyczOtVity1avHzGkv9Bh7aZtC5asPHD4aFLKsaTk1AB//yaN4po2im/XpsXllwx2nWto6Jg79x5M7NOz25dTX/xz4d/fzPxz8/bdzZs27tW983WjR4QGB5914Rh5WIc2LX6f/q4s7Np36OJr7lJvvn33/pbnXiIL8gzvvvToeZf8n8Va4utrXv7bF/Viotzew0deePuH3+fJwlfvvXxejy6eHsj3v8199MV3ZOHy4YMnP3m/22NkWnPuxdfYbPbY+jHLfv1chj3K/iNHUz/68odN23enpmUUFhcnNIxrFB/bpkXT0SOHJjSOE0b7Zc5fDzz9uix8/f7L7Vq1mPz+Z3+v2VBSYuvYruXwwf0vHTZg/tJVd056Xh5w45iRrgNl7HbHstX//D53sXzy5asc4O/XoH5Ml/ZtHrjrBnUZkgpeJvlCy8JLb0/7ZMZMWZj68mMXDerjeidXb9j6x7wl8m9jz75DAYH+LZs2adGs8aiLLujSwc28UiOuGy9/Rc+uHb/932vy7s1ZvHz9xu3rN28/nJTcrmXzVs2bXDniwq4d2woAgPeicgs9iCUAAAAAI9GhrA7avf/Qlu17lPJt/3fFSY8PDQl6/ekH/fx8z+rSPjDA/6THFxVbHnzmjTl/LdfuzBOF6ZnZG7bsFHP++ujz7z9+85nundu5vblsGb/38VeUBgV5P+WPzANkLCF0iwgPHTKg9+/zlsicYPZfy6+7crjrMbLxfe7isnvYuGFsr7M7V3C2Swb3e2byBzLkWLh0lbyVfB5cj5m9aJn8XbIwckh/NZOQd+CRF6YUW6zqYTv3HpQ/C5etnjbj55cfv2/URYNEzSCf7Hsee3Hlus3KpgxRQoKCZCxRwU1kDnH/k6+t37xD3VNQWCSzq517DsgnVj66oQN6izMjz/ba1M+U6OhfOSI5NV3+hXwzc/bdN10tAzOZPLm9rXw5Jj49+Y8Fy9Q9azZulT/f/DLn0XtvueWaUQIA4KWo3EIPYgkAAADASHQoq4NWr9+iFNq3aaFd47oC/Xufwuz/k557U80k2rZs2rFdq7j69VLSM7bv2ifbrOXOrNy8x19+Z9ZXU00m53l9iy2WJ1+dqv2bbNe6eZsWTXNynSePahIf+/X7L1ssJTff/5QoX5z5hUfukYXwsLJFuUdc2F+mArIwe+HfbmOJRcvX5OYVKEdW3HgREhx0Yf/zZs1fKu+DvJXb1nb5W5TC8LClEXYAABAASURBVONDSWTT+YQnX1PK8r5169g2tkG9w0eSV67dKB++jDcefv6t9q1btGvVTNQA3/4yW80kFEMH9qngeJkwXX7T/fJS2WzVrEnP7p18ypv+9x5IlE/UxKcmT5/6ksyxKn6ZKiCjkWvvevTA4SRlUz5R55zVOTsnV97PtIws+QRO+d9X6zdv//zt511vW2K33f/U5D8XLqsXE9WnZ9eGsQ127D2gzFom/7ReenuafOZ79+wqAADeiMot9CCWAAAAAIxEh7I66EhyilI47+wuorLJ5niljd5sNr33yuMX9uulXiX/2Gb+uUiGFqJ8bp8tO/a6rmmh9L7v3L7VI+Nv6dCmpTxbcbHF7S8KDg7sdXaXgsIiZTMoMKCX5uEM6NMzOjI8Mzt39T9bjqakNYyr73RzNUi4VMeQBRk2yFhCFuYs+ts1lkjPyFqxbpMoj3k6tWul7Pzoyx+UwiP33nLrNaPUd1lhkeX+p15bsHSV3e6Y9vVPrz/9gKgB5KOT93DC7f93zeUXH0vP/OXPhf3P61HB8TISUDKJpk3in3lgnLpmtXyJZ8yc/dSr7xVbrPc/PXnRj9MqfpkqcN/jryqZhMylnpt099ld2yv7HQ7H1z//+dZH02X4sWzVP/IvatTFzq/gxq275M/Avue88sQEdTqpfzbvuOPB5zJzckXZ2ipziCUAwFtRuYUexBIAAACAkehQVgclJqUqhWYJjURlm79klVK468Yx2kxClP+xXX7JBX+v+efXOYtF2TID+9wutd0orsEnU55XFp+4+IK+4rTIUOTSYQM/+/ZXWf5jwVKnuapkK/m8xStkoXOH1q2bNznp2Qac10MJORYuW1NUbJFt69prf5+/VHkTDR98vrpz6869onxwwG3XXq49ODgo4MVHxy9btd5aYtt/KElUqvGPvuRrNldwwGtPTYxrEOP2qgfHXa+sbS4fqYxSKjjJkeRj38wsW5tEPslfvvNi44ax6lXyJb728ovXbdz629wlR46mrly3qe+53cWpW7F209pN28ruTET4Nx+8Gh4Wol5lMpmuu3J44/jYWyc+IzdfnfrpoL7nRIQ7j72IrR8z5bmHQkOC1D1ndWn/1vMP3XDvE6Is/douAABeisot9CCWAAAAAIxEh7I66GjqMaUQHBQoKtvFg8+XDd979h+6csQQtwe0a9n8V7FYFnJy89we8H9XXOK6IPZpGDFkgBJL/Lnob6dYYt7ilRZriSifwUnPqfz8fC+5sN/0H2bJPGPhstXDL+ynvXbOorKBF/J9dOmw/7rt+5rK4oGMrOz0zOx60ZHa4+XmL1++07RRfIC/n6hUq//ZUvEBxRb3Q0/CQoNvueZyoc/CZf8mT1dfOkybSaiGDOizcduuNi2aWcuf5NMwc/ZCpXDHDaO1mYRqYJ+e5/Xookzo9NeKtZcNG+h0wK3XXq7NJBS9e3YNDAwoLrYkp6Y7HA7XOcQAAF6Ayi30oBIAAAAAGIkOZXVQgP+/y1arU+tUonO7dxp3w+g3n53UON7NqhXWEltufoFadnuGLp3aisrQtWObFuXDQTZv230oMVl71Z+LylZCLg8SBuo82/DB/wYYSgihOpqStm5TWdd72UoeH1tP3d+9S9mkQ7l5Bdff89jn3/12+EiK9lZtmidUeiZxJrp2aOt2KW+3Fi5drRQG9j3H7QEXDerz10+ffDT5yUHnnyNOy5IV65TCsIEe181WV784dCTZ9drWzRNcd8ocQo2Iii2nGZkAAGo4KrfQg9ESAAAAgJHoUFYH1Y+JUgrZOXmiiqWmZew7eGTvgcP7Dh3Zd/Dwhi07iy1W5SqHw+H2Js0aNxSV5Irhgye//4Us/DZv8fhbxio7s3Pyl65cLwv9zjvbaRxDBXp069C4YeyRo6mL/l6TX1Ck9sT/be5fSmH4iQMv7r/9/5auWl9SYtu179Dzb34kf9q1bn7+uWed3+usc7p10p8BnJI1c785vYEmCY3i9B+8a/8hpRDfoJ6oAvLpzcjKEeXtSnGef0XDBv+uF3Io0c1cWLGx7m8YcnyEkM0mU7EAgZpNfkrwH6rqJCYmWq3WqKio6OhogSpAy7hRqNxCD2IJAAAAwEh0KKuD6h2PJQ4cOiKqgGxJ3LZr/w+/z5u/ZOWx9ExxisJDQ0QlueyiC17/4Ev5Fz5r3hI1lvhz0TKbzS50z+CkuvySwe98/LXFWjJv8YrLL7lA2Tl70XJRNgDFb+iAPtqD27dp8eFrTz78/FvK0tDSzj0H5M/HX/0kIw2ZT9w45jIZdYiaIfRUnnPL8Zmg4mPriyqQk/dvWta0cbyvr8elMhodnz/K7WiJelEnCZz43KsVSssJVI1PPvkkJSVl2LBhI0eOFIAXoXILPZjECQAAADASHcrqoE5tWymFDdt26rzJ1p17X37303Ubt5/0e35hYfGN9z552Y33ff3TH2omkdA47sJ+ve697dov3nnhkfE3V3wGk7nSvifGNYjp07ObLOw9mLht1z5l5+yFZTM4BQcHDhlw3qmcTIw6vnTEnL+WK4VDicnK0tYXnN8rMsJ51eUBvXss+OHjZx4cd1aX9topm/ILimSYcfWdD8mIQtQM5lNZZSE89N9H6qiaRp+AgH8HMdg9jKdRlB6/1u0SEWbWjQCAuorKLfRgtAQAAABgJDqU1UEDzz9XKchW9dS0jNj6MSe9ycw/F37+3W/TvvqpZ9eO3/7vtQqOfPOjL5ev3aiURwzpf80VF7dv1SIsNFg9YOfeg6IajRwy4O81G0TZmhDLO7ZtmZyavmLtJrk5dEDvkOCgUzqVDFfkw1+7advSVetzcvMjwkN/OT6D04ih7gdeyAd+3VXD5Y/d7ti17+Dm7btX/7N53uKVxRarfN+98u6nPbp27N65nahVmjaJT0opWzU99Vh6VESYqGz1oiKiwsOycvOOHE212eyeBkwkJf+7cntURCUskA4A8BpUbqEH/RcAAAAAI9GhrA6KiQw/t3snpfztL3NOenxJie23uYuVcv8+PSo4MjM7d8bPfyrld156ZMrzD53TrZM2kxBlSzvkimo07II+wcFlywnMLl+qev6Slcp+GVeIU3fJkH6i/AlZsGSVLPwxb4m8jImKGNi7Z8U3NJtNHdq0uPqyYW8999Cin6a1adFU2T9n8QpR2zRp+O9CFClpGW4PkM/PfU+8+s60GcoaHqehWdOytcrlp1PKsXRPxxxNTVMK0ZERAgCA46jcQg9iCQAAAMBIdCirm24eO0opTJvxc8qxjIoPfv3DL2XeIAt+fr5XX3ZRBUfu3nfQYi2RhbYtm15ywfluj9m8fbdScDgq4Q/Px+ckXypDgoOG9u8tCwcOJ+07eGTB0rI4IbZ+TJ9zuotTd/Hgfspq1YuWr9mwZee+8sU5LrrgfKclrDdu3XXv469cNPautz/+2vUk8rePu3GMUk5LzxC1TZPj62MvWbnO7QHrNm2fNX+pfOzf/z5P2XPSl8lJ00bxSmGu59hGnUqr1g03AQBUKSq30INYAgAAADASHcrqpsH9ew3u10uULwVxy/1PySZ7T0d+9dMf044vgTD8wn4VT9oT4O+vFAqKit0esG3XvhXrNillm90uzlhgwL9rNpSU2DwdM3LoAKWwcNlq5bePGNLPfForWMREhisDI5av3aA2yl9yoXMAEx4W+seCZbv3H/pzwTKruzumDgKoX+/kM2jVNBcN6qvEMN//OtftkuY//D5XKSh/Y0Lfy6Q16viK4v/76if5J+p6wKJla1b/s0WULzZ+qkuXAwC8G5Vb6EEsAQAAABiJDmV11uP33RYYWLa28M69B6+4ZeJr732uDSdy8wrmLl5x+c0Tn37tfWVP6+YJD99zktWq27VurjQEHDmaqnZmV23YsnPCE6+qf29Wq1WcMZPJFBhQloUkJqemephTqM853ZX1M6Z9/ZPy20ec1gxOiuHly0jk5Rd+Uz7/VbMmDXt27eh0TIumjTq3L1tXfO/BxMnvfeb0Ftt94PDH039UykP7n7Ds9re/zFF+lMUbaib5kG8cPVIWii3W2yc9dzQlTb3Kbnd88MX3v85ZLMtdO7ZVR8zoeZm0+p7TfUj5M5OekXXThCedBvQsX7vx0ZfeVsp33DBamaQLAAAFlVvowZLXAAAAgJHoUFZnJTSO+/j1p+974pXM7Nyc3PyPvvxB/tSLjmzaOD47J0+ZnkjVpkXTL6e+WD8mquJzBgUGjL1s2IyZs2V54lOTl1+yoXvn9lERYXsPHVm2cr2yFHZ4WIjMPETZIhN5ojK0aNp4++79xcWWkTfc1zKhbE2CGR++qj3AbDaNHNL/469/zsjKkZstmzbu1K6VOF0X9D1XeQiyxVxuXjK4n9t30FMT77xu/OPyXn36zS8btu7sf17Zmhxp6ZkyqFC6+UuXDx98Vpf22ls9/vK7SmHam880imsgaqpxN46Z/ddyGT5t2b5n1M33n3d2l0bxsVnZOf9s3rHnwGF5QER46JTnHtLObXXSl8nJY/fdunbD1qzcvHWbtl964329zurcMK6BxWJNTE5ZtGyNcsy5Z3W++/h0WAAAKKjcQg9iCQAAAMBIdCiry3r37DrzsykvvPW/+eUrLkjpmdnyR3tMSHDQLddefus1o2RBzzkfuufmVes37z+cZLGWyHxCiShU53Tr9OJj9144+nZRNpLgsKgMN18z6sFn3hDlPevlj2wKdzgcJtMJQ/NHDhsoYwmlfPnxCYJOT2CA/0WD+n7367/zFCmDJ1zJvEGmPk+/9p58KjZs2Sl/nA64dNiAFx6+R9ROMnX4+bMpT7787tzFK+Rz/nv50t+qti2bPvfQPTL30u7U8zJpNWkUN+vr9x596e2lK9fL42fNX+p0wNhRFz058Q5fX7MAAECDyi30IJYAAAAAjESHsjquccPYDyc/ufvA4c9m/LJr38Hs3Nys7Fyb3d6mRdMmDeNaNU8Ye/nFMZHh+k8YFhr8x4z3v/z+97mLl6cey0hJS7fbHeFhIe1bNR9z2UUjhvSTLdE9u3Zcu2nblh17t+/e36FNC3FmRl00qKjY8s7HX6eVD1+IiYrIzMmrFxWhPUb+FvmIdu8/JMvDz2AGJ8XwC/srsUTXjm3bNE/wdJhMfeZ9/9Gcv1YsX7Nh/8HEHXsPBAUGNmsc36Nbp4sv6NuudXNRm8m/ivdfffynWQtWbdhy4NCRfQcT60VFtm/T4tyzu1x96TDXpTv0vExO4hrEfDbluR9+m7dm49bEIyk79u4PDAhIaBzfvVO7yy8Z3K5VMwEAgAsqt9CD8AoAAACoDqXHOcrZ7XabzWa1Wo8dOyZ3NmrUKCwsTMAz5ZuL8gTaj5PP4cQvt/5zoGxqoNYNIz4cP0CgRiq2WHsPvy4nN//8Xmd9/vbzAqglSmyOYU/+rpRHdY8cc06Mv7+/XzlZ8C1nLicDP5/jBKDDc889l5KSMmzYsJEjRwrAW6SlpcnqWWFhYUnlHXddAAAQAElEQVRJiX855QNTXvKBCS1GSwAAAABGokMZ6oL5S1bKTEIWLh06UAAAAO9F5RZ6EEsAAAAARmL6XXg9+Rf+7S9zRPlq28MG9REAAMB7UbmFHiYBAAAAwDh0KINXcjgcytrdhYXFz7/5v1XrN4uyVaYHBgUGCAAA4L2o3EIPRksAAAAARqJDGbySyWS6cPTtuXkF6p4Af7/rr2L+dAAAvByVW+jBaAkAAADASHQog7dqGFtfLcs/8mcn3dWiaSMBAAC8GpVb6MFoCQAAAMBIdCiDt+rWqd2ufYeiIsJ6dO1467VXnN21vQAAAN6Oyi30IJYAAAAAjESHMnirFx8dL38EAACoS6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CoFfisBgA9qNxCD2IJAAAAwEh0KDs9PGkAqpn2Y4ePIADwhMot9CCWAAAAAIxEh7LToP2uy7MHoNr4lBMAAM+o3EIPYgkAAADASHQoO0Pqs7c/Jffy52cLAKgaPhqCARMA4AGVW+hBLAEAAAAYiQ5lp83pG6/dUZpTaBUAUGWUT2xtMsH4CQBwQuUWehBLAAAAAEaiQ9mZ4KkDUG3kB46pHGkEAFSAyi30IJYAAAAAjESHstOg7ap8XpvoBuF+8jl0HKeUS4/jGYYTi8Ui/0J8fX39/PwE4Jn6UaNEEc3rBXiax4kGOABQUfWCHsQSAAAAgJHoUHaq1O+6SsvgVb0alpSU2Gw2eWm3223l7OVk07Mof4b5bgyt5ORki8UaHh4YHR0lAA/U+EFmEmaz2becUnYaM6Gd0EkAQJ1H5RZ6EEsAAAAARqJD2enRtgYqTYSyrVA+k/JSvVYdNiHKvyELoJxMsCwWiwyulL8WwJU2k1BUnEkAAFRUbqEHsQQAAABgJDqUnQZtg6BsH1TSCHVUhLqfTAJuyUBCJhOy4O/vLwAPnEZLyIJMJszHKftJJgDAFZVb6EEsAQAAABiJDmWnSnnGtJmENnuQO2Wjs3KMlgCOU0ZLyNSKtSXgidPUTEoyoXIdMEEDHACoqNxCD2IJAAAAwEh0KNNJTSO0l2oyIQ/w9fV1GifBaAm4ZbPZZCwh/yqIJeCJNpNQp3JSAgntpRJOCJa8BgANKrfQg1gCAAAAMBIdyk6D2lCobKpPoLJfSSO04yR4hqGlxBLy74RJnFABp9ESaghh0tAOlSCfAAAFlVvoQSwBAAAAGIkOZadKHSqhlJVwQg0kPE3fxNdjqJjECSfllDQ4DZvQZhKCKAIATkTlFnoQSwAAAABGokOZftrnSikr8zVpkwnGSeCkbDab1WplEifo4eNCHTPhOlQCACCo3EIfYgkAAADASHQoOw1qJqFeaodQEEugYjLKKikpkX8bvr58I0ZFPI2ZcKU9HgDqOCq30INKGAAAAGAkOpSdEvXp0uYQ4sQFscXxNIInFm7Z7XabzUYsAZ20sYRrgUwCAJxQuYUeVMIAAAAAI9Gh7FS5JhNOe9Qj+UoMtxwOhxJLmM1mAZyMU/DgwwLXAFAhKrfQg1gCAAAAMBIdyk6DNocQx7/9qmX1kq/EcMtRThaUVUmAk3IdEuH08cKnDQCoqNxCD2IJAAAAwEh0KDs9Picuf60U1CeTpxQVkH8nxBI4Pa6fLXzaAIATKrfQg1gCAAAAMBIdyk6bdniEdg9QMXVRdP5gcCb4+wEAt6jcQg9iCQAAAMBItI2eIe2zx3dg6KFM4sRfC04Pn9gAUDEqt9CDWAIAAAAwEh3KKhHfgaGHOtMXfzAAAFQ6KrfQg1gCAAAAMBIdygAAAOA1qNxCD2IJAAAAwEh0KAMAAIDXoHILPYglAAAAACPRoQwAAABeg8ot9CCWAAAAAIxEhzIAAAB4DSq30INYAgAAADASHcoAAADgNajcQg9iCQAAAMBIdCgDAACA16ByCz2IJQAAAAAj0aEMAAAAXoPKLfQglgAAAACMRIcyAAAAeA0qt9CDWAIAAAAwEh3KAACog+x2u7w0m80C8C5UbqEHsQQAAABgJDqUAQBQB1ksFnkZEBAgAO9C5RZ6EEsAAAAARqJDGQAAdRCxBLwVlVvoQSwBAAAAGIkOZUA1U6ZMcTgcAgCMQywBb0XlFnoQSwAAAABGokMZUM38/PzE8QZBADCE1WpVCv7+/gLwLlRuoQexBAAAAGAkOpQB1SwwMFAQSwAwlBpLMFoC3ofKLfQglgAAAACMRIcyoJopjYDEEgAMpH4EMVoC3ofKLfQglgAAAACMRIcyoJopjYBqV2UAqH6MloAXo3ILPYglAAAAACPRoQyoZsokTsXFxQIADJKXl6cUwsLCBOBdqNxCD2IJAAAAwEh0KAOqGZM4ATBcWlqavPT19Y2IiBCAd6FyCz2IJQAAAAAj0aEMqGbKJE7EEgAMlJ6eLi/r168vAK9D5RZ6EEsAAAAARqJDGVDNGC0BwHBKLBETEyMAr0Pl9v/Zuw8wqaqzD+BXlqUvIF1ApKOAqKioWLDXRKOxRRNbYhQbaab33kwCRlPwM9EEE5OYYouxN7CjAorAgoL0RXpZYMHvsAPjsI0L7O6dnfn9Hp55zty9Mzs7Zffl/N97D3GIJQAAIEkayqCeiSWAxKViiQ4dOkSQcxS3xNEoAgAAkqOhDOpZKpYINmzYEAEkIbW2hKMlyEmKW+IQSwAAQJI0lEE9S8cSDpgAErFu3bq1a9dGjpYgRyluiUMsAQAASdJQBvUsteR1UFpaGgHUu9ShEpGjJchRilvisLYEAAAkSUMZ1DNHSwDJmjdvXrhs1KjRXnvtFUHOUdwSh1gCAACSpKEM6plYAkjWzJkzw2XPnj0LCgoiyDmKW+IQSwAAQJI0lEE9a9u2bWqwatWqCKDepWKJ3r17R5CLFLfEYW0JAABIkoYyqGeFhYVt2rQJg0WLFkUA9Wv16tWpXz5iCXKV4pY4xBIAAJAkDWVQ/zp27BhlrDoLUG9Sh0oEffv2jSAXKW6JQywBAABJ0lAG9U8sASQlFUuE30KtWrWKIBcpbonD2hIAAJAkDWVQ/1KxxOLFiyOA+pWKJXr16hVBjlLcEoejJQAAIEkayqD+derUKVyuWLFi48aNEUB9Wbt27TvvvBMGffr0iSBHKW6JQywBAABJ0lAG9S91tERk1Wugfk2cODE1XTto0KAIcpTiljjEEgAAkCQNZVD/unTpkhpYXgKoT6+88kpUfgandu3aRZCjFLfEIZYAAIAkaSiD+ldYWNi6devI8hJAPVq7du306dPD4KCDDoogdyluiUMsAQAASdJQBolILS8hlgDqTfoMTsOGDYsgdyluiUMsAQAASdJQBolILS+xZMmSCKBepM7g1Lt379TRWpCrFLfE0TgCAACSo6EMEpGKJRwtAdSP9BmcDj744AhymuKWOBwtAQAASdJQBolIncRpxYoVGzdujADq2IQJE1ITtWIJcp7iljjEEgAAkCQNZZCIDh06pAYLFy6MAOpS+EP/+OOPh8HgwYOdwYmcp7glDrEEAAAkSUMZJKJbt26NGm35H/HcuXMjgLo0ceLE5cuXh8GJJ54YQa5T3BKHWAIAAJKkoQwSUVBQ0Lt37zAoLi6OAOrSo48+GpWnof37948g1yluiUMsAQAASdJQBknp06dPJJYA6tisWbNmz54dOVSCvKG4JQ6xBAAAJElDGSSlb9++4bKkpCR1chWAupBaVaKoqOiQQw6JIA8obolDLAEAAEnSUAZJ6dOnT+rTN3PmzAigDoTU89VXXw2D448/vqCgIII8oLglDrEEAAAkSUMZJKVZs2bdunULgxkzZkQAdeD+++8Pf+ULCwtHjBgRQX5Q3BKHWAIAAJKkoQwSlDqPk+UlgLqwYMGCCRMmhMEJJ5wQctAI8oPiljjEEgAAkCQNZZCgVCwxf/780tLSCKBW/fWvfw2XrVq1OvXUUyPIG4pb4hBLAABAkjSUQYL69++fGkyfPj0CqD2TJk1KnSDurLPOatKkSQR5Q3FLHGIJAABIkoYySFCrVq06duwYOY8TUKs2b958zz33hMFee+01fPjwCPKJ4pY4xBIAAJAkDWWQLMtLALXuqaeeKikpCYMLL7zQX3nyjeKWOMQSAACQJA1lkKxULDF79uyNGzdGALuttLT0gQceCIPBgwf369cvgjyjuCUOsQQAACRJQxkkq0+fPlH5J3HmzJkRwG67++67165dG/64n3vuuRHkH8UtcYglAAAgSRrKIFmdOnVq2bJl5DxOQG2YPHnyCy+8EAannXZa+PUSQf5R3BKHWAIAAJKkoQwSN2DAgHA5ZcqUCGA3rFix4o477giDHj16hFgigrykuCUOsQQAACRJQxkkbvDgweFyzpw5S5cujQB21e2337527drGjRt/8pOfLCgoiCAvKW6JQywBAABJ0lAGiTvwwAMbNdryv+PUqVcAdsHjjz8+Y8aMMPjoRz/asWPHCPKV4pY4xBIAAJAkDWWQuGbNmg0ZMiQMJk6cGAHsvIULF/7rX/8Kg/3222/EiBER5DHFLXGIJQAAIEkayiAbHHLIIeFy3rx5ixcvjgB2xrp16377299u2rSpRYsWl112WQT5TXFLHGIJAABIkoYyyAaDBw8uLCwMgxdffDECiG3z5s0hkwiJZviDfuWVVxYVFUWQ3xS3xCGWAACAJGkog2zQpEmTAw88MAxeeumlCCC2v//976klJc4666wBAwZEkPcUt8QhlgAAgCRpKIMsceihh4bLkpKSuXPnRgAxPPfcc0899VQYHHDAASeffHIE3gLnJQAAEABJREFUKG6JRywBAABJ0lAGWWLgwIHNmzcPg1deeSUC2JHp06f/+c9/DoOuXbtefvnlEVBOcUscYgkAAEiShjLIEo0aNRo6dGhkeQkghsWLF//2t78Nf8FbtGhxzTXXNGnSJALKKW6JQywBAABJ0lAG2SN1Hqdly5a98847EUA1Vq9efcstt5SWloa/4FdffXW7du0iYBvFLXGIJQAAIEkayiB79OvXr6ioKAwmTpwYAVRl/fr1o0ePLikpCeNzzz23b9++EZBBcUscYgkAAEiShjLIHuHDeMghh0TO4wRUo6ys7JZbbpk3b14Yjxgx4rjjjouA7SluiUMsAQAASdJQBlklFUusXLly5syZEUCG8Pd67NixxcXFYTx06NDzzz8/AipR3BKHWAIAAJKkoQyySq9evTp06BAGEyZMiAAyjBs3bvLkyWHQv3//yy+/3J9vqJLiljjEEgAAkCQNZZBtjjzyyHD50ksvrV+/PgIo98ADD6TSyr333nvkyJEFBQURUBXFLXGIJQAAIEkayiDbhFgifCrLyspeeOGFCCCKxo8fH2KJMOjcufP111/ftGnTCKiG4pY4xBIAAJAkDWWQbVq1ajVkyJAwePrppyMg702aNOmuu+4KgzZt2owaNSr8ioiA6iluiUMsAQAASdJQBlno6KOPDpfz58+fPXt2BOSx4uLisWPHhj/WzZs3D5lE27ZtI6BGilviEEsAAECSNJRBFtpvv/1at24dBs8++2wE5Kt58+bdcsstmzZtaty48XXXXdelS5cI2BHFLXGIJQAAIEkayiALhU9l6oAJC19D3lq6dOmYMWPCb4DwC+Hqq6/u1atXBMSguCUOsQQAACRJQxlkp6OOOip8PDds2BCSiQjIMytXrhw9evSqVavC+NJLLx04cGAExKO4JQ6xBAAAJElDGWSnNm3aDBo0KAzGjx8fAfmktLR0zJgxJSUlYfyRj3xk2LBhERCb4pY4xBIAAJAkDWWQtY466qhwOXv27Hnz5kVAfigrK7v11lvnz58fxiNGjDj55JMjYGcobolDLAEAAEnSUAZZa/DgwamFr5955pkIyAPhj/LYsWOLi4vDeNiwYeeff34E7CTFLXGIJQAAIEkayiBrNWrUaPjw4WHw/PPPb9y4MQJy3bhx4yZPnhwGAwcOvOSSS0ytwi5Q3BKHWAIAAJKkoQyy2ZFHHhkuN2zY8PLLL0dATnvggQcmTJgQBj179rzqqqtCMBkBO09xSxx+wwIAQJI0lEE2a9++/X777RcGzz77bATkrvHjx4dYIgw6d+583XXXFRYWRsAuUdwSh1gCAACSpKEMslzqgIm333578eLFEZCLJk2adNddd4VBmzZtRo0a1aJFiwjYVYpb4hBLAABAkjSUQZY74IADWrZsGQZPPvlkBOSc4uLisWPHhr/FzZs3D5lE27ZtI2A3KG6JQywBAABJ0lAGWa6goMDC15Cr5s2bd8stt2zatKlx48bXXXddly5dImD3KG6JQywBAABJ0lAG2e+YY44Jl6WlpRMnToyAXLF06dIxY8asX78+/C2++uqre/XqFQG7TXFLHGIJAABIkoYyyH7t27fv169fVL4obgTkhJUrV44ePXrVqlVhfOmllw4cODACaoPiljjEEgAAkCQNZdAgHHXUUVH5OegtfA05oLS0dMyYMSUlJWF8wQUXDBs2LAJqieKWOMQSAACQJA1l0CAMHTq0WbNmYfD0009HQENWVlZ26623zp8/P4xPOumkESNGREDtUdwSh1gCAACSpKEMGoT0wtcTJkzYtGlTBDRM4W/u2LFji4uLw3jYsGFnn312BNQqxS1xiCUAACBJGsqgobDwNeSAcePGTZ48OQwGDhx4ySWXREBtU9wSh1gCAACSpKEMGopOnTr17t07DJ599tkIaIAeeOCBCRMmhEHPnj2vuuqqRo1Mi0HtU9wSh9+/AACQJA1l0ICkFr6eMWPGe++9F1GN96sXQXLGjx8fYokw6Ny583XXXVdYWBgBdUBxSxxiCQAASJKGMmhADj74YAtfVydO9iCfICmTJk266667wqBNmzajRo1q0aJFBNQNxS1xiCUAACBJGsqgASksLBw2bFhk4evtVUga4hwtIZygPhUXF48dOza85Vq2bBkyibZt20ZAnVHcEodYAgAAkqShDBqWo48+OlyuWbPm9ddfjyiffsocp816Y+XmDFXmE8IJ6sG8efNuueWWkCM2adLk+uuv79KlSwTUJcUtcYglAAAgSRrKoGHp1q3bPvvsEwbPPPNMlPcqBAxBSCDKNm7+7TfevPVrb059eXnm9vRlVCnMiKBuLF26dMyYMevXr2/UqNHIkSN79OgRAXVMcUscYgkAAEiShjJocI488shwOW3atDxf+LpCJpGKHEImcdt335r+2spNZe//4YfTQzKxadOmzGMmMg+eqHxXUItWrlw5evToVatWhfEVV1wxYMCACKh7ilviEEsAAECSNJRBg3PooYc2adIkDJ599tkoX1U+TiLYuGHT/31vWsgkUl/KTCbSKpzQqfIdQq0oLS0dM2ZMSUlJGF9wwQVDhw6NgHqhuCUOsQQAACRJQxk0OE2bNg3JRFQeS4RJ9ij/VJlJhKfi9h9MT2cSKZs3RX/84cw3X16WziSqXG2iwt3CbiorK7v11lvnz58fxqeccsqIESMioL4obolDLAEAAEnSUAYNUeo8TmvWrJk0aVKUZ6pcT2Ljhk1jvz1t+qsrq7zJXT+f/dYrKyocM5EOJyrcZwS7J7yLxo4dW1xcHMbDhg0766yzIqAeKW6JQywBAABJ0lAGDVHPnj27du0a5d95nKrMJII//nDGjNdXVXerTWXv//mns6e+srysrKzKpSYiyQS1Z9y4cZMnTw6DgQMHXnLJJRFQvxS3xCGWAACAJGkogwbq6KOPDpdvvvnmihUrovxQ3XES//fdGdOqOU4i092/nDtt4spwk1Q4kbnOhGSC2vLAAw9MmDAhDPr27XvVVVc1amTiC+qb4pY4/HYGAIAkaSiDBmrYsGGNGzcOg2eeeSbKA9UdJ3HHj4orrCdRnc2bor/ctDWZSGUSkglq1/jx40MsEQZdu3a95pprCgsLI6DeKW6JQywBAABJ0lAGDVTz5s0POeSQKD8Wvq4uk7jtO9OrPE7iwKM6j/rJIS2KGlf+UiqZCIFEWVmZZIJaNGnSpLvuuisM2rVrd8MNNzRr1iwCkqC4JQ6xBAAAJElDGTRcw4cPD5crV6584403otxV3bmbQiZR5XoSIZP46KcHdOza4sqvH1RlMvG30fOmv7oqdTYnyQS1ori4eOzYseEN07Jly1GjRrVu3ToCEqK4JQ6xBAAAJElDGTRcffv27dixY5TT53GqLpP4ww9m1JBJpH6rdezavMpkYvOm6O9j5ksmqC3z5s275ZZbwruoSZMm119/fepTCSRFcUscYgkAAEiShjJo0EaMGBEu33jjjZxc+HpnM4lDju2SziRSqksmNpW9L5mgVpSUlIwZM2b9+vWNGjUaOXJkjx49IiBRilviEEsAAECSNJRBg3bEEUeEydDwQX722Wej3LILmcRHPtm/8u8zyQR1Z+XKlaNHj161assb8oorrhgwYEAEJE1xSxxiCQAASJKGMmjQmjdvPnTo0Kj8PE659FnetUyiunuTTFAXSktLx4wZs3Tp0jC+4IILUp9EIHGKW+IQSwAAQJI0lEFDd9RRR0XlXdtvvvlmlBNqN5NISSUTrVoXVtgumWDXhHfLrbfeOn/+/DA+9dRTU6dTA7KB4pY4xBIAAJAkDWXQ0PXv379du3ZhkBvncaqLTCIlJBOf/pZkgloQ3gZjx44tLi4O4+HDh5955pkRkDUUt8QhlgAAgCRpKIMccMwxx4TLSZMmrV69OmrI6i6TSGnXqZlkgt03bty4yZMnh8H+++9/8cUXR0A2UdwSh1gCAACSpKEMcsDw4cNzYOHrus4kUiQT7KYHHnhgwoQJYdC3b98rr7zS7CdkG8UtcYglAAAgSRrKIAe0atVqyJAhUfl5nBroXEz9ZBIpkgl22fjx40MsEQZdu3a95pprGjduHAFZRnFLHGIJAABIkoYyyA1HH310uFy6dOlbb70VNTT1mUmkSCbYBZMmTbrrrrvCoF27djfccEOzZs0iIPsobolDLAEAAEnSUAa5Yd99922gC1/XfyaRIplgpxQXF48dOza84i1bthw1alTr1q0jICspbolDLAEAAEnSUAa5IXyWhw8fHgavv/56A1r4OqlMIkUyQUzz5s275ZZbwtugSZMm119/fceOHSMgWyluiUMsAQAASdJQBjnjyCOPDB/nMGmeWo83+yWbSaRIJtihkpKSMWPGrF+/vqCgYOTIkT169IiALKa4JQ6xBAAAJElDGeSMNm3aDB48OAyefvrpKOtlQyaRIpmgBitXrhw9evSqVavCn8srr7xywIABEZDdFLfEIZYAAIAkaSiDXHLUUUdF5QtfT5s2Lcpi2ZNJpEgmqFJpaemYMWPCByqML7rooiFDhkRA1lPcEodYAgAAkqShDHLJoEGDUivxZvPC19mWSaRIJqggvNy33nrr/Pnzw/j0008/8sgjI6AhUNwSh1gCAACSpKEMckmjRo1SB0y8+uqr2bnwdXZmEimSCdLC6zh27Nji4uIwHj58+Ic+9KEIaCAUt8QhlgAAgCRpKIMcc/TRR4fLMFf+/PPPR1kmmzOJFMkEKePGjZs8eXIY7L///hdffHEENByKW+IQSwAAQJI0lEGOadOmzcCBA8PgmWeeibJJ9mcSKZIJHnjggQkTJoRB3759r7zySn8loWFR3BKHWAIAAJKkoQxyT+o8TiUlJTNmzIiyQ0PJJFIkE/ls/PjxIZYIg65du15zzTWNGzeOgAZFcUscYgkAAEiShjLIPUOGDGnZsmVUPsEaZYGGlUmkSCby06RJk+66664w6Nix4w033NCsWbMIaGgUt8QhlgAAgCRpKIPck174euLEievWrYsS1RAziRTJRL4pLi4eO3ZseMmKiopGjRrVunXrCGiAFLfEIZYAAIAkaSiDnJSKJcKk+XPPPRclp+FmEimSifwxZ86cW265JbyOTZs2veGGG9q1axcBDZPiljjEEgAAkCQNZZCT2rdv37//lvn9p556KkpIQ88kUiQT+aCkpOTmm29ev359QUHBtdde261btwhosBS3xCGWAACAJGkog1yVXvh65syZcfa/5557brnllqiW5EYmkSKZyG0rV64cPXr0mjVrwl/DK6+8sm/fvhHQkCluiUMsAQAASdJQBrnqoIMOSi3Yu8OFr3/5y19ec801jz32WFFRUVQbcimTSJFM5KrS0tIxY8YsXbo0jC+66KIhQ4ZEQAOnuCUOsQQAACRJQxnkqoKCgiOPPDIMXn755SoXvr7nnntuvPHGEEjMmDEjtaVz587Rbsu9TCJFMpF7wut16623zp8/P5FDdlsAABAASURBVIzPOOOM1OcFaOgUt8QhlgAAgCRpKIMcdvTRR0flc68vvvhi5vaf//znqcMj1qxZk7l97733jnZPrmYSKZKJXBJeiLFjxxYXF4fx8OHDQywRATlBcUscYgkAAEiShjLIYZ06dUqdKP+ZZ54Jl3fffffnP//5EEjMmjWryv13c6Xf3M4kUiQTOWPcuHGTJ08Og6FDh1588cURkCsUt8QhlgAAgCRpKIPcljovzfz580Ma8dRTT1V5NqeU5s2bt2nTJtpV+ZBJpEgmcsADDzwwYcKEMOjfv//ll19uBhNyieKWOMQSAACQJA1lkMPGjRv317/+NebOXbp0iXZV/mQSKZKJBm38+PEhlojKz1o2cuTIgoKCCMghilviEEsAAECSNJRBTvrxj398zTXXhOnX9evXx7zJLp/BKd8yiRTJRAM1adKku+66Kww6dux4/fXXN23aNAJyi+KWOBpHAABAcjSUQS4ZN27cyy+/HD+KyNS9e/do5+VnJpGSSiZ+/51XV6/cmLk9lUycd0PX/gcVhWSiceOtUx+NGm1pzQzPTxikf/f6JVyfiouLx44dG57zoqKiUaNGtWrVKgJyjt+rxOFoCQAASJKGMsgN3//+93f28IgKduEkTvmcSaQ4ZqIBmTNnzi233BJeiKZNm95www3t2rWLgFykuCUOR0sAAECSNJRBg3bnnXe+8sorGzdujHZb586dd2p/mUSKYyYahJKSkptvvjmEdgUFBddee+0un7IMyH5+oxKHoyUAACBJGsqg4XriiSdeeumlWskkioqK2rRpE39/mUQmx0xkuZUrV44ePXrNmjXhT96VV17Zt2/fCMhdilviEEsAAECSNJRBw3Xcccd97nOfq5Vz0ezUGZxkEpVJJrJWaWnpmDFjli5dGsYXXXTRkCFDIiCnKW6JQywBAABJ0lAGDVqvXr2+8pWvDBw4MNo98c/gJJOojmQiC4Un/NZbb50/f34Yf/jDHz7yyCMjINcpbolDLAEAAEnSUAYNXcuWLa+99tozzzxzdz7L3bt3j7ObTKJmkomsEp7JsWPHFhcXh/GIESNOO+20CMgDilviEEsAAECSNJRBDggf5FNPPXXUqFGtW7eOdkmcWEImEYdkInuMGzdu8uTJYTB06NDzzz8/AvKD4pY4xBIAAJAkDWWQM/r37/+Vr3ylX79+0c7b4doSMon4JBPZ4P77758wYUJU/rm4/PLL/aWD/KG4JQ6xBAAAJElDGeSSNm3ajBo16pRTTtmpWxUVFbVo0aKGHWQSO0sykazx48c/+OCDYbD33nuPHDmyoKAgAvKG4pY4xBIAAJAkDWWQYxo1anTWWWdde+218U/oVPMZnGQSu0YykZRJkybdddddYdCxY8frr7++adOmEZBPFLfEIZYAAIAkaSiDnDRo0KD4J3Tae++9q/uSTGJ3SCbqX3Fx8dixY8OTVlRUNGrUqFatWkVAnlHcEodYAgAAkqShDHJV/BM6de7cucrtMondJ5moT3PmzLnlllvCM9m8efMbbrihXbt2EZB/FLfEIZYAAIAkaSiDHJY+oVPNS0dUGUvIJGqLZKJ+lJSU3HzzzevXr2/cuPF1113XrVu3CMhLilviEEsAAECSNJRBzhs0aNBXv/rVnj17VvnV8Bug8gSuTKJ2SSbq2sqVK0ePHr1mzZrwfr766qt79eoVAflKcUscYgkAAEiShjLIB+3atfvc5z537LHHVv5Sp06dKqwJLJOoC5KJulNaWjpmzJilS5eG8aWXXjpw4MAIyGOKW+IQSwAAQJI0lEGeaNy48fnnn/+pT32qQghR4QxOO5tJHHZSV5lETJKJuhCesVtvvXX+/PlhfNZZZw0bNiwC8pviljjEEgAAkCQNZZBXhg4d+pWvfCXzrE1dunRJj3chk/jwJX0jYpNM1K7wVIwdO7a4uDiMR4wYEWeBdyDnKW6JQywBAABJ0lAG+aZTp0433nhj+oRO3bt3Tw1kEvVDMlGLxo0bN3ny5Kg8bzv//PMjAMUt8YglAAAgSRrKIA81adIkfUKnVCwhk6hPkolacf/990+YMCEM+vfvf/nll5uFBFIUt8QhlgAAgCRpKIO8NXTo0C996UtdunSRSdQ/ycRuGj9+/IMPPhgGPXv2HDlyZEFBQQRQTnFLHGIJAABIkoYyyGcyiQRJJnbZpEmT7rrrrqh8wfbrrruuwiruQJ5T3BKHWAIAAJKkoQzymUwiWZKJXTBt2rSxY8eGn7pNmzajRo1q0aJFBJBBcUscYgkAAEiShjLIWzKJbCCZ2Clz5sz5zW9+E56K5s2bh0yibdu2EcD2FLfEIZYAAIAkaSiD/CSTyB6SiZhKSkpuvvnmDRs2NG7c+LrrruvSpUsEUIniljjEEgAAkCQNZZCHZBLZRjKxQytXrhw9evSaNWvCn62rr766V69eEUBVFLfEIZYAAIAkaSiDfCOTyE6SiRqUlpaOGTNm6dKlYXzppZcOHDgwAqiG4pY4xBIAAJAkDWWQV2QS2UwyUaXwI996663z588P47PPPnvYsGERQPUUt8QhlgAAgCRpKIP8IZPIfpKJCsLPMnbs2OLi4jA+4YQTTjrppAigRopb4hBLAABAkjSUQZ6QSTQUkolM48aNmzx5chgMGzbsox/9aASwI4pb4hBLAABAkjSUQT6QSTQskomU+++/f8KECWEwcODASy65JAKIQXFLHGIJAABIkoYyyHkyiYZIMjF+/PgHH3wwDHr27HnVVVc1amQGCYhFcUsc/qgAAECSNJRBbpNJNFz5nExMmjTprrvuCoPOnTtfd911hYWFEUA8ilviEEsAAECSNJRBDpNJNHT5mUxMmzZt7Nix4WG3adNm1KhRLVq0iABiU9wSh1gCAACSpKEMcpVMIjfkWzIxZ86c3/zmN+Fnad68ecgk2rZtGwHsDMUtcYglAAAgSRrKICfJJHJJ/iQTJSUlN99884YNGxo3bnzdddd16dIlAthJilviEEsAAECSNJRB7pFJ5J58SCZWrlw5evToNWvWNGrU6Oqrr+7Vq1cEsPMUt8QhlgAAgCRpKIMcI5PIVbmdTJSWlo4ZM2bp0qVhfMUVVwwcODAC2CWKW+IQSwAAQJI0lEEukUnktlQy0XrPJhW2N/RkIjzmW2+9df78+WF8wQUXDB06NALYVYpb4hBLAABAkjSUQc6QSeSDLcnEN3IqmQgPZuzYscXFxWF80kknjRgxIgLYDYpb4hBLAABAkjSUQW6QSeSPth2b5lIyMW7cuMmTJ4fBsGHDzj777Ahg9yhuiUMsAQAASdJQBjlAJpFvciaZuP/++ydMmBAGAwcOvOSSSyKA3aa4JQ6xBAAAJElDGTR0Mon8lAPJxPjx4x988MEw6Nmz51VXXdWokTkioBYobonDnxwAAEiShjJo0GQS+axBJxOTJk266667wqBz587XXXddYWFhBFAbFLfEIZYAAIAkaSiDhksmQQNNJqZNmzZ27Njwfdu1azdq1KgWLVpEALVEcUscYgkAAEiShjJooGQSpDS4ZGLOnDm/+c1vwoNp2bJlyCTatm0bAdQexS1xiCUAACBJGsqgIZJJkKkBJRMlJSU333zzhg0bmjRpcv3113fs2DECqFWKW+IQSwAAQJI0lEGDI5OgsgaRTKxcuXL06NFr1qxp1KjRyJEje/ToEQHUNsUtcYglAAAgSRrKoGGRSVCdLE8mSktLx4wZs3Tp0jC+4oorBgwYEAHUAcUtcYglAAAgSRrKoAGRSVCzrE0mwje99dZb58+fH8YXXHDB0KFDI4C6obglDrEEAAAkSUMZNBQyCeLIwmQi3NvYsWOLi4vD+JRTThkxYkQEUGcUt8QhlgAAgCRpKIMGQSZBfNmWTIwbN27y5MlhMGzYsLPOOisCqEuKW+IQSwAAQJI0lEH2k0mws7Inmbj//vsnTJgQBvvvv/8ll1wSAdQxxS1xiCUAACBJGsogy8kk2DXZkEyMHz/+wQcfDIO+ffteeeWVjRqZBQLqnOKWOPxBAgCAJGkog2wmk2B3JJtMTJw48a677gqDrl27XnPNNY0bN44A6p7iljjEEgAAkCQNZZC1ZBLsvqSSiWnTpt1+++3hhu3atbvhhhuaNWsWAdQLxS1xiCUAACBJGsogO8kkqC31n0zMmTPnN7/5TbiHli1bjho1qnXr1hFAfVHcEodYAgAAkqShDLKQTILaVZ/JRElJyc0337xhw4YmTZpcf/31HTt2jADqkeKWOMQSAACQJA1lkG1kEtSF+kkmVq5cOXr06DVr1jRq1GjkyJE9evSIAOqX4pY4xBIAAJAkDWWQVWQS1J26TiZKS0vHjBmzdOnSML7iiisGDBgQAdQ7xS1xiCUAACBJGsoge8gkqGt1l0yEW916663z588P4wsuuGDo0KERQBIUt8QhlgAAgCRpKIMsIZOgftRFMhGujh07tri4OIxPO+20ESNGRAAJUdwSh1gCAACSpKEMssHOZhJHnd5dJsEuq/VkYty4cZMnTw6D4cOHf/jDH44AkqO4JQ6xBAAAJElDGSRuFzKJUz/WO4LdUIvJxP333z9hwoQw2H///S+++OIIIFGKW+IQSwAAQJI0lEGyZBIkpVaSiWefffbBBx8Mg759+1555ZX+oACJU9wSh1gCAACSpKEMEiSTIFm7mUxMnDjxL3/5Sxh37dr1mmuuady4cQSQNMUtcYglAAAgSRrKICkyCbLBLicT06dP/+Mf/xj2bNeu3fXXX9+sWbMIIAsobolDLAEAAEnSUAaJkEmQPXYhmXj33XfHjh0b9mnZsuUNN9zQunVrf0qALKG4JQ6xBAAAJElDGdQ/mQTZZqeSiZKSkttuuy1cbdq06bXXXtuhQ4fUzuYBgWyguCUOsQQAACRJQxnUM5kE2SlmMrFq1ao//vGP69evLywsvPLKK7t16xZt/66OABKluCUOsQQAACRJQxnUJ5kE2WyHycS6devuvvvuNWvWFBQUXHzxxb169cpcATu1s9lAIFmKW+IQSwAAQJI0lEG9kUmQ/WpOJu6+/ekVK1aETOKMM87o379/5grYkWQCyA6KW+IQSwAAQJI0lEH9kEnQUNSQTLzzXLfNqzsOHz58//33z1wBWzIBZA/FLXGIJQAAIEkayqAeyCRoWKpLJqL3Gy17Y/89m+6buQK2ZALIKopb4hBLAABAkjSUQV2TSdAQVZ9M7PHXX8yf8fpKyQSQnRS3xCGWAACAJGkogzolk6Dhqi6ZeH9zJJkAspbiljjEEgAAkCQNZVB3ZBI0dDUnE2+9sjWZ2FROMgFkA8UtcYglAAAgSRrKoI7IJMgNNSQTfx89L5VMbNpGMgEkTnFLHGIJAABIkoYyqAsyCXJJtcnE+3tIJoBso7glDrEEAAAkSUMZ1DqZBLlHMgE0FIpb4hBLAABAkjSUQe2SSZCrUslE2w5NK2yXTABZRXFLHGIJAABIkoYyqEUyCXIhqvFqAAAQAElEQVRbSCaulEwA2U1xSxxiCQAASJKGMqgtMgnyQZt2TSQTQDZT3BKHWAIAAJKkoQxqhUyC/CGZALKZ4pY4xBIAAJAkDWWw+2QS5BvJBJC1FLfEIZYAAIAkaSiD3SSTID9JJoDspLglDrEEAAAkSUMZ7A6ZBPlMMgFkIcUtcYglAAAgSRrKYJdVmUkEf/xRcZWZxIgze8gkyDGSCSDbKG6JQywBAABJ0lAGu6a64yRu+8706a+urLz/Uad3P+m8nhHkHMkEkFUUt8QhlgAAgCRpKINd4NxNkEkyAWQPxS1xiCUAACBJGspgZ8kkoDLJBJAlFLfEIZYAAIAkaSiDnSKTgOpIJoBsoLglDrEEAAAkSUMZxCeTgJpJJoDEKW6JQywBAABJ0lAGMckkIA7JBJAsxS1xiCUAACBJGsogDpkExCeZABKkuCUOsQQAACRJQxnsUJWZRPDHHxVXmUmMOLOHTII8J5kAkqK4JQ6xBAAAJElDGdSsykxiw/pNt31n+vRXV1be/6jTu590Xs8I8p5kAkiE4pY4xBIAAJAkDWVQg+oyidu/59xNsGOSCaD+KW6JQywBAABJ0lAG1akhk5g5RSYBsUgmgHqmuCUOsQQAACRJQxlUqepMolQmATtNMgHUJ8UtcYglAAAgSRrKoLLqMonff3u6TAJ2gWQCqDeKW+IQSwAAQJI0lEEFNWQSs99aXXl/mQTEUXMy8cYLyyUTQK1Q3BKHWAIAAJKkoQwyySSg7tSQTPzz1oWSCaBWKG6JQywBAABJ0lAGaTIJqGvVJhObI8kEUCsUt8QhlgAAgCRpKIMUmQTUj51KJtLhhGQCiElxSxxiCQAASJKGMoh2PpM47ux9ZBKwy3aYTGRmEimSCSAmxS1xiCUAACBJGspgFzKJE87ZJwJ2Q83JxNSXVkomgF2juCUOsQQAACRJQxl5TiYBSakhmbjnlgWSCWDXKG6JQywBAABJ0lBGPpNJQLIkE0CtU9wSh1gCAACSpKGMvCWTgGwgmQBql+KWOMQSAACQJA1l5CeZBGQPyQRQixS3xCGWAACAJGkoIw/JJCDbSCaA2qK4JQ6xBAAAJElDGflGJgHZSTIB1ArFLXGIJQAAIEkaysgrVWYS67dkEtOqzCSO/vDeMgmoN1uSia8f2LZj1cnEGy9IJoAdU9wSh1gCAACSpKGM/FFdJjF2SyaxpvL+IZM45fxeEVCP2rRveuXXqk4m/vUbyQSwY4pb4hBLAABAkjSUkSdkEtBQSCaA3aG4JQ6xBAAAJElDGflAJgENi2QC2GWKW+IQSwAAQJI0lJHzZBLQEEkmgF2juCUOsQQAACRJQxm5TSYBDZdkAtgFilviEEsAAECSNJSRw2QS0NBJJoCdpbglDrEEAAAkSUMZuUomAblBMgHsFMUtcYglAAAgSRrKyEkyCcglkgkgPsUtcYglAAAgSRrKyD0yCcg9kgkgJsUtcYglAAAgSRrKyDEyCchVkgkgDsUtcYglAAAgSRrKyCUyCchtkglghxS3xCGWAACAJGkoI2fIJCAfSCaAmiluiUMsAQAASdJQRm6QSUD+kEwANVDcEodYAgAAkqShjBwgk4B8I5kAqqO4JQ6xBAAAJElDGQ2dTALyU83JxLRXVkkmID8pbolDLAEAAEnSUEaDJpOAfFZDMvH3MfMkE5CfFLfEIZYAAIAkaSij4ZJJANUmE+/vIZmA/KS4JQ6xBAAAJElDGQ2UTAJIkUwAmRS3xCGWAACAJGkooyGSSQCZJBNAmuKWOMQSAACQJA1lNDjVZBJlMgnIZ5IJIEVxSxxiCQAASJKGMhqW6jKJP/5gpkwC8pxkAogUt8QjlgAAgCRpKKMBqSGTKJ68svL+MgnIN5IJQHFLHGIJAABIkoYyGgqZBBCHZALynOKWOMQSAACQJA1lNAgyCSA+yQTkM8UtcYglAAAgSRrKyH4yCWBnSSYgbyluiUMsAQAASdJQRpaTSQC7RjIB+UlxSxxiCQAASJKGMrKZTALYHZIJyEOKW+IQSwAAQJI0lJG1ZBLA7pNMQL5R3BKHWAIAAJKkoYzsJJMAaotkAvKK4pY4xBIAAJAkDWVkIZkEULskE5A/FLfEIZYAAIAkaSgj28gkgLogmYA8obglDrEEAAAkSUMZWUUmAdQdyQTkA8UtcYglAAAgSRrKyB4yCaCuSSYg5yluiUMsAQAASdJQRpaQSQD1QzIBuU1xSxxiCQAASJKGMrKBTAKoT5IJyGGKW+IQSwAAQJI0lJE4mQRQ/yQTkKsUt8QhlgAAgCRpKCNZMgkgKZIJyEmKW+IQSwAAQJI0lJEgmQSQLMkE5B7FLXGIJQAAIEkaykiKTALIBpIJyDGKW+IQSwAAQJI0lJEImQSQPWpOJt56eWX4BSWZgIZCcUscYgkAAEiShjLqn0wCyDY1JBP/uHn+1JdWVEgm0r+7IskEZBnFLXGIJQAAIEkayqhnMgkgO9WQTPzz1oXTX10lmYAGQXFLHGIJAABIkoYy6pNMomxT2YaN69dvWBf+hUG4GgFZo7pkYlPZ+38fMz8zmUiFE5IJyEKKW+JoHAEAAMnRUEa9yedMIvywa9auWFDydmnpmjCrGe1RPmkS7dGoUUGTJs27dOzZpqh9BGSBVDIx9gevLS9Zn7k9lUycd0PX/gcVZW5v1GhLx234bRYG6clQs6KQIMUtcYglAAAgSaZOqB/5nEmsW79y6fL5CxbNnT9//qJFi1auXLlu3brwDDRr1qxNmzadOnVasfK9NkXtOnfcp01RB59HSJxkAho0nz7iKPj2t78dAQAA9SVzUnjTpk1r164N49atWzdt2jSCupG3mUT4SVeuWVwWrZo+461//vOfs95+e8XqNWUFzTr0O7B9/4Pb9By8oaDp3Hnzp74xuXnzJhvLVoebtGzRxmQKJK5Zi8aDDun45itLStduytz+/uZo6kuru+zTtF2XJumNe5RLj9OXmQOgfqQq240bN4ZKo2B7jbbZI0NEvnK0BAAAJElDGXUtn4+TWLl24YbNa+6+669vv/12o8ZNhp51efte+zVt3irK/NC9/37ZxvXrViyZPPnpsrKyDRvX9ew+KAKS5pgJaKB87ojDqb4AAKA+ZM4Ip46T2DIBumHD4sWLw8Zu3boVFRVFUNvyOZNYsXrh6nXv/elPfwqfsr0POPKw0y8Y2KVl5+ZbZkoWr3t/xorNK7ab6ow2byrbsGB6h7KSLu27de/SLzXFCSRrxXvrKycTQUHjPVLJRPioZvZip/qvU59fx0xA/SspKQkl7tq1azdu3NikXGFhYeqycePGFT6qPpv5zNESAACQJA1l1J18ziQ2bCyNCtY/+OCDi0tK9j3+nOEnnH7kXo02bo7Wb4o2bHq/sCDap6jRlA2bN2f06TUqaNys+8ANa0uWlLz5/ubG+3TvE9WqG0d+b8KTL6WvPv7qP5o2axLtknVr17/8/GvPPPb828Vz3lu8bNmyFW3aFnXs3L77Pt0GHzDgiGMO6bp35/j3Ft4VL4x/9eH7nprz9txlS1cse295uLe9unfp0rVT9x5dTjx9xD69u1V328988psvTXgtfXX81Htr+EYvPzfp1ZcmvzV5xsIFixcvWNKu45799+vdd0Cv/gP7HHbUQbufA61dU/qRYy9bs3ptessXvjXy7AtPq/lW55545YJ5i1Lj7vvsdfdDv6tuz0+cef2sGbNT4/Yd2t77zJ3pLy2Yu+jck66s8lbhN3ynzu0779WxQ+f24TXab/9+x548PMzOVbnzqy9Oue7Sr6avXnHthZ+87qIwuOrCG6e8Pi3aSS1btXj4pb9GDVzMYybSf0kdMwGJ84kjDrEEAAAkKfy3zRHM1IV8ziTCT7pm/aKXX3lx2rRp3QYdNuSokw7u2Kh0Y7Th/RBLvL++LFq/+f0QURTsEW2u9OHb0LxDQctO8xZMLyxo0nWvvaMss2rVmnG3/fM/f3to5fJVmdtLFi0N/96cNOPh+54sKBh7+kdO+OT1F3fs3G6Hd/jMYy/8+qe3z52zoPK9TXrlzTC+/Za/DjvywIuuOOfQ4QdGu2rSq1Nv/ekfJr/2VubGtbMXzJ294PGHxodx/4G9r/3C5YcccUC0Gx7/7zOZmURw3z8e3mEsUdfCR2/RwiXhX3pL+457fum71x157KER8cRJJsrKyho33jrHJZmAZCluicNBqQAAkCQTJdSFKjOJDes35UMmEW05VGJNo4LohRdeaNGu89CzrhjcoUnZ+9GaTe+v3vj+mrL31256f93GaM3GPTZXeeM99li3Z++mLVtMK349yjIL55dcc9GX/vT7v1fIJCrYtGnzffc8ctWFX5g1Y04Nu4U7+c4Xf/Hl635QIZOo7MXxr332U9965IGno10Sbnj9JV+tkElUMP3NWaOu+MbXRv143dr10a566L4nKmyZ9sbMqZNnRFnmvZJlX73+hw/fv4vPZ35KJRNt2lU8wCiVTEx/dVX4FReSidQ5EsNl+vdetP3vwwioe4pb4hBLAABAkjSUUeuqyyTu+HFxPmQSQdn7pUuWLFm2bFnPQ45vVrhHi8bR6pBGlEVrw+XGKPxbUxaFiGLT5mpu36jJ5sbNlq1YvHzFsihrLF+6ctQVX59VPCfm/osWLrn2kq+8M3NulV/dsH7j9Zd97eH7noziCe+i73/5l+MzTkIV0+MPPfvtL/y8rGxTnJ2ffHjCj74+Otols2fNe/XFKZW3P/jvx6LsE56QH39jzIypsyJiC8nEp74umYAGQHFLHE7iBAAASdJQRu2qIZOY/mpeZBLB5vc3jB8/vkmLVt2HHNGzaI8QSGzY9H75GZz2CIPS8uUlVm+o/vZ77FHWslObNnPvfeCvl1w0MsoO3/r8T+fO3u6whqLWLY8YcWif/vv0GdBzwdxFM6e988oLk959Z356h5XLV33zcz/97V0/bdGyWYV7G/3DscXT3snc0rpt0eFHDe3dt0fvAT3Xrlk3/92FD/zz0XnvLkzvEGbSf/KNm+957PbCJnFnEsKD+fE3fp25Jfy6O/LYQwcfMKDvfr2XLln+1hsz7r/nkZCRpHd47L/PHn3C4SedcUy0k/77n6rjh//d++TIz11W+RmoU0ccffBFnzwnc0uYKH/2yRf//Zf/phOa9aUbvvWFn93xr5vjPJ+f/fpV4UWpsPGX3/9dOqZq0rTwpt99u8IOBQW51oq6Z8dmIZm47fuvrVi63QfY2Zwgq/iUEYdYAgAAkqShjFokk0iZP//d2bNnd+5/UGGTps0L91gbMolNUWlZtHHz++vLxyGo2Fzjx25D0zYtWrSY9fb0tWvXtGjRMkra4w+Nf/n5SZlbwsz+t3/+hb26b7e09cYNZX/9w7/uHPuP9BT2zOnv/Pm2f3x61Mczd3v60ef//beHMrecdd4pV476+J7t22RuvPhTH73rtnt+N/rP6S3vLVn+zOMvHH/qkVE8t/z8D5mLPfTs189ukwAAEABJREFU0/2L37nugIMHpreccc4JF3/q3M9+8htz3p6X3vjQvx/f2VgivM//d+8HZ3Dq3KVDei2H8ACe+N/48I2ietS2fZuhh+1fYeOhww888fRjPvepb6Vfndmz5j107xMfPvekHd7hvoP7Vt7YomXz9LhRoz0qf8ecJJmA7Ke4JQ4ncQIAgCSZHKG2yCRSNpZtXLtu7fLlyzv1HliwR7Rmw/tryk/ctG5TtGbjlvHqjTvIJILNjZs3bdp0/frSlatWRFng7j/+O/PqIYcPueXPP66QSQSFTRp/4qrzbvzWdkd4/POuB1atXJO55Z5x92deveSq87/43WsrZBJB48YFl1x9/mUjL0hvCb+s3qhxiYhMbxe/+8xjL3zw2Aob//K272VmEild9urw419/PXyv9Jbnn524cMGSaGc89/Qrixe+l776+W+NbLNnUfpq9pzHaf8D9/3s1z6dueXvf7ovYielkglnc4KspbglDrEEAAAkSUMZtUImkdZojy3/zy0oKGjSqm20x5ZAonxViWhLOLHl9E1x7yc8oWWbykIyESVtyeKlU16flrnl2huvyJzHr+DkDx/bf2Dv9NWQSTzz2PPpq+++Mz/zwIu9unW+5NPnRdW74JIzTzz96Ou+ePktd/7w0Vf+fv2XPxnF89h/n8m8es5FZ3Tq0r7KPffp3e2Us44bdMCAj158xld/MOpP9/66czV7Vueh/zyeHnfp1umIYw4++UPHpre89tKUzKMxknXqWceFnzd9deb0d95bsjxiJ0kmIJspbolDLAEAAEnSUMbuk0lkCoFESCZat24dPllhEjIEEuvK3l+98f11G98v2xTFnCZptHFd+/btw4RmWdnGKGnPPP5C5tUPnXtSZupQpVPOPC7z6muvvJEe3//PRzK/dNwpw5u3aBpVr3Xbou/cdOPHLj/7wEMHN2veJIpt8sQ3M6+OOHl4DTt/9fs3/P6vP/vc168645wTevfrsVO/FZcvXfnsEy+mr550xohGjRqddtbxmfv8++6HouwQHtvBhx+QuaXCE0VMkgnIWopb4hBLAABAkjSUsZtkEpU1a9ayW7dum8s2bn4/Wl0Wrdmw5SCJnfqYFTUqLV23LswgN25cGCWtwtrUxxx/+A5v0rPP3plX354xOz1+c9L0zC/17rdPVAfWl254/ZXtZtv7Daird91D9z2RuWj2qeWRzIBBfTLXY3jo3scz90lWnwE9M6/OnbMgYpdIJiA7KW6JQywBAABJ0lDG7pBJVKlVi7Z9+vRZtXhuGK8ve3/TzsyNFBZEe0TvdyjcuGDBgsLGhU2bNouStnL5qsyre7Zrs8Ob9OzTI/PqksVL0+MK60z06d8zqgMli9/buLEsfbVDp3YtWtbVM/nAPY+mx0MOHtizT/fUOPOAiRXLVj35yHNRdigqapV5dfWqtRG7SjIBWUhxSxyNIwAAIDkaythlMonqFLVq16JFi9K3i6PohPi3ClMorQqjLU/qxo2tmzaaOnVqyCRaF+04A6hrK5dv92pWXpu6si57dWhV1HL1qq0JRMmipelJojWrtoslevXrUeG2C+YuOvekK2u487sf+l33ffaKarRxw3aHJvTs3T2qG2+8Nm1WxrEgp5x57Afjs4675ed/SB8k8eC/Hj35Q8dEWaBFy+aZV9esXhOxG1LJxG3ff23F0g2Z21PJxHk3dO1/UFFIJho33joD1qjRlg7d8NsyDNKfC7OoUIsUt8ThaAkAAEiSqRB2jUyiBq1btWvWrEXXNs1WLJwd8yZhorJD8z2KCvcoez/qtGnxogXzi4uLB/Qf3KJFyyhpG7af4l8f72RETZp8cPqp8PYoK9u62Hfjwu3aE9fUVav+dr/W1pduiOrGf+99Ij1u0aLZCacenb5aVNRyxIlHpK++NOG1hfMWV76HRo125TfwHo12Yzpl+29Y4fVlFzhmArKK4pY4xBIAAJAkDWXsAplEzcLHqk+PA3ru07Px0nd2uPOWQKJZ1KPVHq0Lo9JNUbP1yzs13fyf//wnBBIfPu38KAu0LNouGpk/d+EOb7J69dql7y1PXy1q3bJwWxrRqXP77e9tUVQHWrfZ7jxFixcuiepASDsevu/J9NWjTjg8/KSZO5z6ke0Xvv5bFQtfN2n6QX6zedPmqHrhc5YeFxbu+qIja1evy7zasmWLiN0mmYDsobglDidxAgCAJGkoY2fJJOJo3qxlh3bdNpTNXrV6yR6tOlS3W5eWUcdmjaI93t/8frR8fbRu7Zp+hateeeWVtWvXDj/s2FatiqIs0LrNdg9jQYwgYe478zOvts1YjqJdx3aZX1o4f9HAIf2i2lbhTFOLF21ZaqKwsJanIJ58ePya1R8c7REiisyUorIH//XYJ6+7qMLDKMw4rCRMW9dw88xFs5s22/VY4r2MpT6i8tAoojY4mxNkCZ8j4nC0BAAAJElDGTtFJhFfty599yzqtOfSqYVrqj28oGOzPVoURuvLouLl7y9ftmxgs+VvF88oKio644wzBg7aL8oOvbZfmOHpx57f4U0q7JO5rvXgAwZst+ejFe9tr+6dx0+9N/PfiacfHe2kMM+bXno6Kn+7vvbSlBr2//ud94264hv3jHugZNHSKLb//ueJaGe8V7JswpMvVdjYtMkH/fWZIUdla9Z88NXCJk2iXTVn9nahUfd9ukbUEsdMQDZQ3BKHWAIAAJKkoYz4ZBI7JXyyevbYr22rji1KprUoebNg/YrK+7yx9P2XFm2euXhl44VvdN+08NGHH3733XcLCwvDc/vUM4/88c+3THnz1ShpBwwbnHn15edef+HZmh7VyuWr/n7nvZlbDjnigPT42FOObNy4IH31kQeenvHW21EdOPDQ/TOv3vv3/9Ww86MPPh1+rl98/3cfOfaykR//8tzZC6IdWTB3UbhJtJMe+OejFbZkHkqyZvW6tWtKq7xhmMResWxV+mqbtrt+JM3Mads94QceMjii9kgmIHGKW+IQSwAAQJI0lBGTTGIXFDYu7L3PoDYtu+yxfEHL+ROLFr7SbNW8gtIVBRtWh3+N169osnJeywUTW857efnsqXfeeeeECROaN2sZntgnnnji9ddfnzTlldvvvPnZCY9FiRp8wIBefffO3HL7r+/aUP3C1/93y1/Wrv1gbr1Fy+bHn3JU+mr7Dm0PHX5g5v6/H/3nTTWuqbBrTjxtu2MsnnrkuYXzS6rc8+lHn5/y+rT01bnvzO/SrVO0Iw/++7Fd+OU54amXl2x/DqW9unfOvPrs41UfjPLqi1Myv12nLtWeGaxmb00pnjRxavrqwCH9OnZuF1GrJBOQLMUtcYglAAAgSRrKiEMmsTv69h44ZL+j1q1+/503X4/mTyla9FqrhRPL/722x4I3Zrz+0n333ffII4+sXr3m8o9fd8KIs1u37LhkyQdLNP/ngb/e+8DdUXIaNWr00Ys/lLklTOJ/+mM3zp41r8Keq1ev/eoNP/rHn+/P3Pjhc09us+d2rf2Xj7ww89fOhCdfuu7Sr857t4pTXa1Zve5Pv/v7M4+/EO28g4YNHnLQByfCCtO/X7jqO1Mnz6iwW/gpfvSNmzO3nP2x0zOP56hS+Ag8+O/H01f7DuhZ4cRTmf9u/M41mTe89+8PZ95Vn377ZF797a/+NP/diqt3rF1T+uuf3Z65pXuPvaKdF16gn3zr15lbzvv4hyPqgGQCEqS4JQ5LXgMAQJI0lLFDMond17x5i6OHn7Rs+dI3p7729rx5S5eVrFi5rLS0dMOGDUUtW4fcon/fgfsPGtqixZbFh7t16dO0abO1a9ekbhtmLZ969uGCgsYnn3BmYeGuL3S8O84875SnH33uxfGvpbfMmDrrinNHHX384X337dW73z4L5i6aOe2dFya8unDe4swb7tO722UjL6hwb4MOHHDFtRf+36//kt4y6ZU3Lz/nM0cee2jvvj367te7adMm7y1Z9vSjz49/8sX1pRuiXfW5b1x1zce/nD504+3iOVde8IWjTzhs0AED+gzouWTR0smvTf3ff54oK9uUvklhYeOzzj9lh/ccnorMn/SYEw+vYefjTznql9/7Xfq73P/PRy4beX5queNgxCnDx/zkthDApK4uml9y5YWfv/TT54cnNnzWFi9cEh72Iw88tXjhe5n3OeKk4dHOCFHHs4+/MO72f2Yeq9G5a8fjTj0qom7UvAL2hZ/r2md/K2BDnVDcEodYAgAAkmTKg5rJJGrRnm3bHXnE8TvcrWXLVmedceE//n3nxo1bT5QUnvbHnnxg+Yql559zWW0lE8cfdG7NO3TfZ6+7H/pdalxQ0Og7P79x5Me/9M7MuekdStdteOSBp8O/6u6hZasW3//VV1q3aVX5S5/49HkTnno589iFNavXPnz/U9GOHHLEAe07xj3pUL/9en/hO9d+98ab0lvCMxnSjsrrbKd95mufbt9xz2hHHvrP45lXjznxiBp2Ds/AsKOGphe7DsHD889MHD7ikNTVoqKWH7v87Ntuviu9//KlK0f/+LYa7vCMc07IXNC7sv/++/H//vvxqEaNGxd840efDTFMRJ2pIZn46y/mXfi5bpIJqAs+NcThJE4AAJAkDWXUQCaRlEMPPvLDp51fYePE157/zW0/K11fGiWhdduiX9/xo4FD+sXcv0Ondrfc+cPe/XpU+dUwG/7z335r+LGHRrGFafQLLz3rpt9/u3mLpvFvdcqHRnzzZ58PsUqcnT953UUfueDUHe62atWaJx+ZkL4a8pt+++7gbX/cydsd3PDff2+3XsjHLj8n83xTNTvsqIM+89VPR7unWfMmX/vhqIOGWey6zlV/NqcoJBMzJzubE9Q+xS1xiCUAACBJGsqojkwiWcMPP+6k4z9cUPDBIgfhJXhndvGf7vrN8hXLoiTs2b7N6Nt/cO2Nl/fu26PmPU8967jf/eVn/fbrXcM+bdu1/tlvvvH5b169d8+uUY0GDOoz8vOX/uepO67/8id3uOpDZSGZuPmOH55w2lE1hBPtO+4ZHskV114YxfDwvU9mrvh93ClH7vAmI04a3qTpB4e5PPXIc8uXfvAhCiHBT37zjRNPP7rmOwn38KnrL/rZb7/VomXzaDeEYOOP/xxz8oePjagXkgmoZ4pb4nC0IAAAJElDGVWSSSSuUaNGJ59w5ntLSya+tt0Zh6ZOm3zbH3913dVfada0WVTvWrRsdtEVZ4d/096Y+cTDEyZNfLNk4ZIlJUuLWrfq2Ln93vt0Hbh//8OPObhHr24x7/Ccj51+9oWnPfv4iw/d+8SCeYtWLl+9YvnKMP/eb9/evfvtM2Bw30MPP6Bdh7bR7jng4IHh35LFSx958Onnn35lwdxFixcuaVnUok3bojZtWocHfN4nzgw/Wsx7e+je7c/gdMIRO7xJy1bNjzz20Cf+t/UYizD5fN89j3ziyo+md2jdptV3brrximsvev6Zl9+cNH3+3IVL31uxdMmykDEwmJIAABAASURBVEB07NR+r+6dhwzd7+jjD+++z66sdJ0SopeDDz/glDOPPfyooRH1q/qzOUXO5gS1TnFLHN4lAABQHzInl1MtmWEGZMOGDYsWLQr/eevatWtRUVEE5WQS2WPjxo13/+P2ia+/UGF7m9ZtR175xU4du0RAA7GspLRyMhEUNI5SyUQIIUIyES4LCgrC5R7lUhFFOpCQTEDNSkpKwp/O0tLSUOU2KVdYWJi6DJ+vgnLpz5cPVD5zEicAAEiShjIqkElklTCN8pEPX9SrZ8UVHVasXH77nWPmzpsdAQ2EszlB/VDcEodYAgAAkuSkEGSSSWShVq2Krv7kF7p0rrgAw/wFc0ff8oN1pesioIGQTEA9UNwSh1gCAACSpKGMNJlE1iosLPzUpZ/p0L5TesuaNWsWLFgw593ZGzdsiICGQzIBdU1xSxxiCQAASJKGMlJkElmuXbsOl1w0skWLlmG8bt26JUuWhBfo0IOHt2plVRhoYCQTUKcUt8QhlgAAgCRpKCOSSTQQ3bvt84VR323apOl7770Xrvbq2XfUtV9NLYcLNCySCag7ilviUD8BAECSNJQhk2hA2rbZ86ILruzXZ9+PnX/5t776s8LCwghomCQTUEcUt8QhvAIAgPqQOeOcmuMIkx0bNmxYvHhx2NitW7eiIqeCyUcyCYAELSspve37r61YWnGRmILG0YWf69Zn/6JGjRo1btw4XBYUFITLPcqlBumdzcBCWklJSShx165du3HjxiblQoSfugwfpYJy6Y+Sz04+c7QEAAAkSUNZPpNJACRr146ZSImAqihuiUMsAQAASXL63bxVZSZRtlEmAVCv4icTKZWTCX/HIZPiljjEEgAAkCQNZXkuc3prU9nmO38yUyYBUM/iJBObylUOJ1J7moSFNMUtcYglAAAgSRrK8lPqRU9fpg6VuOMnxVNfXlF552NkEgB1bGsy0b5phe0hmbj7l/NnTVmdmUxkZhL+iEMFilviEEsAAECSNJTludT/2zeVbf7DD2ZMfamKTGL4Kd1OlkkA1L0tycTXDqh8zETZxvf/ctPc4kkrN2/PChNQJcUtcYglAAAgSRrK8lDmK56a1brzp1UfJ3H0Gd1P/3ifCIB6EeeYiXQmEVU69C0CFLfEI5YAAIAkaSjLW+k2201lm8s2bq5yn9kzVm5YvzkCoL6UzF+3esWGytvTJ9xLHyfhgAmokuKWOMQSAACQJA1leW7Lf90bRZd9tc+gw9pU/uqc6Svv/PlkyQRA/Zj++rJxv5qyqazi3+WCxtG5N3Tu3r9JKopIHy0ROUgCKlHcEodYAgAAkqShLJ9l/qf9/Bv27ndgq8r7vPPWij/+dJJkAqCu1ZBJnHn1nl37Ns5c7Dpz1Wsgk+KWOMQSAACQJA1l+abyy52a2NqjUfSxz+3d94CWlW8yZ/pKyQRAnaohkzj9U0UVMoko40R8FcaA4pY4xBIAAJAkDWV5LvP/7SGZOO+GvfoMaVF5N8kEQN2pLpNoVPD+KZe32KtPQbRtptXq1rBDilviEEsAAECSNJTluQr/b29UsMfZ13TsNbhZ5T0lEwB1oYZM4sRLmnbutfW3tD/WEJPiljjEEgAAkCQNZfmmupd7j3LRlhOGNDrzqnY9BzWtvI9kAqB21ZBJHP/xwr36FOxRjSjj93l6CxApbolHLAEAAEnSUJbP0hNb6SmtRo0ahUHjwoKQTOwzsEnlm0gmAGpLDetJHHdx41Qm0Wh71SUTQJriljjEEgAAkCQNZXmuQvtteuaroHGjD396zx77FVa+iWQCYPfVcJzEsRcVhExiy6/icqk0QjIBMSluiUMsAQAASdJQls8yj5ZIz3alJsLCZePCgg9d2bbXYMkEQC2r4TiJkEl06b01kEhp3LhxOp8Il6lf1JnJBJBJcUscYgkAAEiShrI8lNlgWzmZSM+ChXFhk8anXN5GMgFQi2o6d9MnGu3V54MEIv3bOJ1MpDOJ1GVkYQmoRHFLHI0jAAAgORrK8lw6kAhvg9RlEGa+3t+mSXky8dDty995o6zCbVPJxGVfHNKkafY2nG3evPnUwy5as3ptGP/2Lz/d/8B9q9vzI8deVrJoaWp89/9+173HXlXutr50wynDLty4ccuzcd8zd7br0DbaeXPnLLjglKvC4NDhB/7q/76b3n7eSVfOn7soDMZPvTcim7z5+vQrL/xCGLRo0ex/L/01fFiq3G32rHkXnTEyNe7avfPfHxlb3R2+OP61z37qm2HQu2+PP93364jqhY/bA/96dNIrU2fPenfO2/M679WhR6/ufQf0PO8TZxa1bhk1NDVnEp33+eAIiZQKR0tUPpVT+h7Mw0KK4pY4HC0BAABJ0lCWn2o+VCLVmZueEQvJxKlXtO05qIqusuw/ZiL8LEMP2z81fuP1adXtVjz9nXQmEbw04bXq9pz86lupTKLffr13LZOgIdpvSL+WrVqEwdq1pdPfnFXdbi8/98E7JyRMbxfPqW7Pya++mRocfMQBEdUb/8RLl519w8++dev/7n3irSnFa9ese7v43aceee7/fv2Xi88YGTZGDUrMTCLz3E2Zv40zw4kKK0wAaYpb4hBLAABAkjSU5bkK611nri2Rng5r6MnE0EO3xhJvVh9LVMghXn7u9er2TM8mH3LYkIi8ET4ahw4/MDWuId966bnt3kgvja8235o0cWpqcPDh3kjVev2VN7907fffmTk3jNu1b3vS6cdcctX5Hzr3pN59e4Qt7y1Z/t0v/fJPY++JGog4mUT6d29hYWHmcRIOlYD4FLfEIZYAAIAkaSjLWxXmsyofM1GhS7fhJhNDt037vvbSlOr2eaU8hwjznv327RWVpxRlZZuq3HPSRE3ueeqgQwenBlOqiSXCe2biC5PDYNiRWwOMV16YVN2eqZCssLDxwYd5I1Vt+dKV3/vSL1Nzi2ecc8JfHvrtt2/6wlWf+fhXvnf9H/41+vJrLkzt9rtf3hnSiyjr7dS5m9KZRFrm0WzpCDna/tA3IEVxSxxiCQAASJKGsnyWOZ+VnufKvWSi74Ce7cvPtvTekuXz311UeYfSdRsmvrhlNvngw4YMLT8GYs3qtVNenVp5zzCbnOqUD8/HAQcPisgnQ7cdH1PdYTevv/xGahWTo084fMCgPmEQ3lcb1m+svOebk6evXVsaBoMP2rdFy2YRVbnvnkcWzNvyge3Tv+eN37q2VflJtFLCB/BT11908SfPicrnH/98W7YfMBH/3E0xMwlpBNRAcUscYgkAAEiShrI8V+vJxMYN2ZhMHHzE1u71KvvcX3/ljfWlG8LgoMP3P3Rbn/vLz1fR5z5tSvGa1eu27Dlsf7PJ+aZ3vx6durSPylcsX7J4aeUd0u+Zgw87YNiRB4XB2jXr0ofXZJq87QxOhxzuUIlqvb7t8KYLLjmzsEkVv3M+8enzUoMpr70VZbG6yCQyz+DkjzhUoLgljsYRAACQHA1lpN4Dqcsw57V58+bUuUGq06RJFJKJh25f/s4bZRW+FJKJP/18yie+MLiwSXa1oB106OCH73sy2rIqwFsnf+iYCl99afyrqcHBhw3p1LlDYWHjjRvLwsZPXX9RhT0npZcpHrZ/5vZNmzY/9uDTr7/y5oJ5ixbOX7xoQUnbdm27du+8d4+ugw7c96QzjmnStDDaVb/64di//+m+MHjohb+0bNX8kfufeuT+p6e/NSs8yL26dTrquGEXXnZ2DRlJeFTPPPr8u7Pnhwe2YN7ipk2bhAfWtcde/ffrddpZJ7Rt17rC/ped85kZU2ftt3+/2/5208oVq/9990PPPfnSzBnvNG/RfO+eXT90zkmnnHlsDdM9q1at+esf/j1rxux335m3aH5Jtx577dO7+76D+5778Q+HJ7bCzuFF+c4XfxEGN//xB3337fXbm+54ccvpszb236/PCWccc8qHRkTxvPbSlEcefGb2rHfD923WtGmP3t3DNz31zOPCT1F554s/dM07M+cecsQBo2//3uMPjf/P3f+dOmVGj17dDzxk8Lkf/1CXrh1r+EYHDRuSWmM5hA3Hn3pUha++/NyWN1LHzu326d3tkMMP/NPv/xGuvjj+1UMqne8rHUscVNUKJeOfeOnpx59/95354ScKT9o+vfcOP87pHzkhPI1RNVavXnv/PY8Uv/V2eO/Nn7to2XvLww/StVuX8FQcfvTB6ZNKpT3xvwlf/8yPw+DHv/7a0SccNvGFyff94+E3J01fumRZ566dBh7Q/4qRF3bp1imq3k4956k31ZCDB/7mzz8OH5anHpnw+sQ3w5Mwb87CPgN69uqz9xlnnxi+aYVbrVixKoShZWWbDqn0+FOKWrfs0avbnLfnrVy+6r2SZe077hlln/jnbgqXMgmoFYpb4hBLAABAkjSUEdVqMjFr6vIsTCaGbksRqlys+OXntyws0W3vLt177BVtmXoe/OL4196YNH3VyjVh3jNzz8mvbm3KPjijyX3B3EVfuvYHM6e/k7nnwnmLw78w2/ufv//vb3f+55e3fbdd+YmkdsfKFau+ePV3J2WcXSrMxk57Y2aYUP72z2884OCBFfYvXbfhe1/+xZMPT8jcuGb12qXvLZ/y+rQQCdz5+3/87LffHHzAgCq/3ZuTZnx91I8WLVyy7Ybrlixe+uqLU/5z90PfH/OV9lX9OMXT3/na9T+aO2dBesuMt94O/x598JlHHnj6Oz+/MQQbVX6v8Mb7+qgfp1diKFm0tEWL5nFiiRXLVt36iz/e/49HPtgSrQqP+aUJr4XHeenV53/i0+eF+d4qbxv2+ebnfpqaupo6eUb4d/rZJ9T87YYeOjgVS7zx2rQKscTSJcvDMxYGw485NFwOGbpfs+ZNwktQYRHsIHy+Xi0/DqBlqxaDhmw3Fx+m7H//qz9VOCVReDZefu718Cp/8rqLLrri7MqfzfB2/e4Xb1q2dEXmxtmz5oV/zz3zyt13/OfkD434xk8+W+WHOvz4P/3mLeFdmt7ydvGc8C+kX9d/8ZPnXHR65ZvsznMeMobwUB/777PpLa+//Eb495+//e+6L11x4aVnZe489u6fb9xQNvvtuZ27dIiqsXbNutSgZauWUfaRSUAiFLfEIZYAAIAkaSgjJbeTie777NWpS/vFC9+b/ubM9aUbmjZrkv5SmE0O8+ZhcPgxB6e2hMghzPOG5+G5p1+pcGjFK+Vn6WnbrvV+Q7a2hIdZ0c988pvpifihh+3fo2e3ojatFs5d/PrEN8J3DBuLp73zf7f85cZvjYx2zw+/NiZkEi1aNj/5jBEHHzFk3ruLnnx4/FtTisN3+cwnv/HjX3/9sKMOytz/B1/9ZTqT6N1vnwGD+nTs3GHJ4i1PQnhIUXmq8ZNv/PqOf4+u/FqvWrH6G5/7SZhr3qtb5xPPOHq/wf3enDz9kfueClvCY7jygs//ZtxPKkwWh1npL137/dTpsHr37RGeorZ7tpn2RvHk194KG0N8ctlDypHsAAAQAElEQVQ5N/z2rp+lFhWv4N6//6/C6tAjTh4e7UiYr7/+sq+++8781NU+/XuGSGnFspUTX5z8XsmyjRvLbrv5rsmvTv3F2O9Uvu2G0g0/+/atmb/9+g7o2btfj5q/4wfLS0yaXuFLL2+LH1JroTdpWjj0sAMmPPnS9DdnhfdYZig1c/rs1avWhMGhww/MnL4PDyY8gc899XJUvhT24UcfHHKylStXvfbSG/PeXbhh/cbf3HRHCAy+8ePPZn7f8Ab44sjvhh82jMMbO7x79+nZbfP77y+Yt+jF8RNDLhK2P3z/U0eMOLTycULB3Xfem1oKfsRJRww/5pAweObxF5594sXw7W763m9DEnbZyAsy99+d53xT2abv3HjT4w89GzKt8Dg7d+1UPO3t1M8bfvabf/x/ffv3OuSI7Q4fKWzSOLwuUTXGP/FS6mxa4XMXQqAoy8gkICmKW+IQSwAAQJI0lJGW28nE4UcdfO8/Ht60aXOYM808qU6YOE4NDt22/kQY/Ca6I9pyFMVrmTO5xdPfSc0mH3L4AelPzbj/+2cqkwjT978Y++0evbql9w8zwr/95R2p8y+FqdjPff2qMMEY7YYwfdy1e+cf3vzV9Mz+hZed9bPv3PrAPY+GSeSffOvX4+67tXmLpqkvhZDg8YfGh0H4pj8Y/ZWjTzgsfT/h9X3oP098/yu/CuNZM2a/NWXmwCEVT7yT+qEOOXzId3/xpTZ7FkXl09bnX3LWV6/7wZTXpy2aX/Lrn/zf9375pfT+68tn+VOZxKdHffziT300PeEeJuVv+fkfwncMT8ivfjj2ljt/WPlHe/TBZ8JT+qnrLzr7wtNLSt576N9PhEn5aEe++fmfpubHw8z15781cshB+6W2h7fuv//60O9H/2nVyjUvPPtq+NannnVchdumDjrZd3Dfa79web+BvV8a/9r60vU7/I5d9+4cooLw5EydMqNCvvXSc1uOuQk/RWpVidSzl3p3hXzrjHM+OA5j0ivbTgW2/Rmc/vP3/6Xm6MOP882ffr5P/33SXwrvn1//5PaQCW35Wc48LuQZ6S/9+me3pzKJI445+Fs//0JR0QcHDYS86ntf/sXEF7Ys5/74f5+pMpYIb6owof/VH3zmhNO2HvzxoXNPuu8fj/z8O7eWlW0KGcNRxx+WGQzsznP+xuvTwr/hxx761e/fsGf7NqmNIbX60jXfW7FsVRjf94//VYglahBehZu+/9vU+PKRF0ZZRiYBCVLcEoclrwEAIEkayshUiytgp5KJ7FkB+6Bhg1ODCudxSjXpFxY2Tp+XacCgPqkVF158dmLmnun1AIYe/sHM6dOPPp8afPl712VmEkGY7b32xss7l69VsHL5qnSD+e74/q++nHm0QXjYYYY3dRamEBX8+2///eCBPbb1gV1y1fmZmURU/vqe9pHjT952iqTpb82s8nt16NTuJ7d+M5VJpLTv0PZHv/5aixZb1rEImcdbU4rTX7r7j/+e9+7CMDj/kjMvvfr8zIMA2nVo+40ff/aUM7dMUodJ8DBhXeW3+/RnPnHZyAvCt+vbv+d1X7w8na9U5+XnJqXm98NNfv2nH6Xnx6Pyt+45F50eZvZTV2+96Y9hrrzyPYSX5qbffXvoYfuHqfzjTz0yPCdRDKlFqkMSMHXydgdMvDRhy8IS+x+4b/rEX4cckV4+/fXMPSdvOw1X5qnAwiMcO/rPUfmZnX7ym29mZhLB8aceddPYb6ee1V/+4HepHCJInVYrDFq0bP6tn22XSQSdurT/3NevTo2nvVkcVeNTN3w8nUmkfPjcky4oP59S+Otw283j0tt3/znv2Lndt3/2hXQmEZU/Y9/+2Y1bn5mJU6N4QtbyqfM+F97zUfk7PLyIUTaRSUCyFLfEIZYAAIAkaSijglxNJg7eNkc8JSOWCO//F1OzyUP3y1w1etiRQ6Py89WkTnaUMmnbnOkh22aTw80/8enzwmR6mNGuvKxxVB4b9OnfMzVeuXJVtHuOOfHwEJlU3h4eQ2rw3JMvpzeecOpRV3/mEyF7+NA5J1Z5b322tcCvXL66yh0+dsXZlU+MEzKGsy44LTUe/+SL6e3/LV9xoWWr5ld/9pIq7+3iT56TGjz64NOVvxrm4j92+UeinfHQvY+nBuHHrzAdnzJ8xCGpwxHeK1n23FMvVd7hnI+dXnnF7x06cFu+lflGmjF1Vni3RNvO4JQSooUwCx9tWfthYuYEWepUYN327rJP7w9yrPFPvLh86cow+Pgnz+myVxVLKfTq2+PY8hNbzZ41b+qUGamNTZoUfvl713/sso9seRJaV/Ek9OzTPfUiLl+2MqpKiJrOubCKBSQuuuKcEHWUP/hX163dehzJ7j/nH7v87PAmqbDxkCOGpB7kooVLNm/e8a+LF5599UvXfC8Ve3zkglM/PeriKJvIJCBxilviEEsAAECSNJRRWU4mE2H6NXWcwZTX3kpPfU6dNCM1F3zo4duFCodum1ye+PwHCx68/sobUfk8b5hQTm0Jz8zJHzrmyhsu/vqPPlPlN129em3Zxo2p8cb1G6Pdc/Txh1W5/cjjDg35R7TlfDgfNJsfeOjgT1x13rd+9vku3TpVvsnGDWWrV61Njcs2llV5tyNOOLzqb3fsoanBtDe2HmYRpq3nvD0vDIYcNDDzvEaZwhx9apr73dlVHDUycEj/1I8Q3/NPv5IaHHviEdXtc+y2BSoyV+FOGzRkQLTzhg3feo6mqZNnpDemzuAUZbxzUg4rPxVVeI/NmPp2+pEsfW95lHHSsJT0kukHDKu28X+/betjz9125E3rtkUfPvek6750xSWfPrfKmyxZvKxpsy3HnWxYv7HKGf8jjj20ypcsBDaDyo/CWV+6Yda2x7b7z3nPPlWs3hF+sezZbs/UeH3pDj4mW5YwueZ7a9eWhvG5H//QF741MqsmH2s9k0gnE6n7MdMKcShuicPaEgAAkCQNZVQpJ9eZCDP1M956e+XyVbOK5/QtP4ghvUzx0O1nk9MLG7z2yhvnX3pmGMx/d1HqjDFDD6v23PfhWQq7zZ41N9z/nLfnli/b8MGZc3Z/iqRr985Vbg8vU8ge3n1nfph6XrFsVeZpl9JKFi0ND+ydmXNmvz139sy5U15/K7UOROphV94/zJruVc2322tbzlGy+L3UYPpbs1KD55555cj9zoxqNHf2gk2bNldYZiOd9MS0ZvW6ZUtXROU/e8cuHarbrdO2L1V5Bq1uPfaKdl54evvt13vG1FmvZJyaKfVGatmqxaAD983cObxb7v/HI2Hw6kuT+w/sHQavv7x1YYmDtj/v0Nsz5qQG11z8pWhHUufLqiy8AWbPevedWXPD2y+83CE3yswGNm9+v/KHuGu3ql/loMteHVOD1AtdK895py7tq7xV8xZbj1Uq2xR+gVR7/q5VK9f88GujU+ewGvn5Sz/+qY9G2aQuMokoI4rwxxpiUtwSh1gCAACSpKGM6uReMjF02P6pBajfeH1aKpZ4qXxmeUtj+LY+9JR2Hdr2HdCzeNo7E1+YlPrBJ02sepniqLyd/LWX37j37/97acJra1avjepMtx5dq/vSXuWxRFQ+g5yOJcIjn/7mrPv/+egzjz2/ZPHSaGfs3bNbdV/qtFeHMK1aVrapZOHWWOLt4tnRzpg3Z0GFdThaVXVGoBqsWrn1xFPdenTJXMeigi7dtyYoVc7j7+w3TQtvpBBLhCny2bPm7dO7WwgDUstKH3LEARUeTPoonEkTp6ZWa5iybWGJw44amrnnjGlvR7EtmLc482pI2iY89fJ99zwS7jy8LtHO2Kt7l+q/tDWxSL15auU5b9d+z6hmNf45+sef71tc/q477SPHyySA6ihuiUMsAQAASdJQRg1yLJk46LD9w6Tfpk2b35w0/azzTlmzel1q/d5Djziw8qfg0OEHhVgiTD3PnPZOv/16T37trbAx3Pzg7Y+reGfm3C9c9Z0F8xalt4R9+u7ba5/ee/ffr9cBQwf95Y//evyh8VFtqOGTWrrt0If0GZnWrin9yvU/ePm57RZb7rZ3l9799+m/X+/BB+5XPO3tW372h2q/V1StDevLUnPf6YWXVyzdum7BocMPPODggdGOtGzVouK3a7Rz74qmTbeed2jzpprOD/b+5q3TUo2qeu4qHLERX4im7r7jP9GWfOutEEu88uKk1FMRfvwKe4Z8a+CQ/uH99upLk1Mfn9QbadABAzKXgghfWlZ+ZqfgU9dftMMHkBkaPfXIc9/54k3pY1+i8rXW++/Xp3fffQYM7nvgIYOuu+Qr7y1ZXt1d1fCmWrdu65ISZZu2vNy18pw3Ktitj/+LE7Ye3nTJtvVUsoRMArKK4pY4xBIAAJAkDWXUbNeSiUfuXDHz9YrniE88mSgqajlw//5hXvjN16eHq6+9PCU1vX7w4VWsVn3wEUP+8od/ReVn3dkSS5Svdz3owH0zV/oNCcf3v/LLVCbRpGnhBZd+5ITTjtqnV/cwTu+zsZqVG3bBwgUlHTq1q/JLi7a1z+/ZoW1qMHbMn9OZxEmnH3P2x07rs2+vVhl5wMwZ70TVq3IFiK3fa0FJatCh09bO9y5dt57tp9NeHS6/5sKo7u3Zvk3rtkUrl69aMG9xeBGra95fOH/r09Jmz51e2roGBxw6KDWYOmXG6Wef8Gr5oRJRxlromQ4+fEiIJVYsWzVz+ux2HfZ8u3jLyZoqnAosfKa677PX7Flb1uc45cPHdd27cxTPwnmLf/DVX6Uyic5dOnziqvNCxhZunvkhLc1ILCpLv5o1fKlduzZR0s95ytIly6LyWKvC0TbJkklAtlHcEoclrwEAIEkaytihXVgB++RL2/Q5oLDyXSW+AvaB5esJz5oxe+WK1VNem5baeOiRB1Xec+ih+6fShalvbFkWO7Ui8SGHbzeb/Pwzr6TWPe7Upf3Yu2+6+rOf6Ldvr8xMIlixfFVUSxYvWFLl9jBHvHjRljPbhJemXfstsUSYBP/33f9NffV7v/zit2/6wgGHDGq1/TEKYZ+oeiFNWfbeiqofxsJts9UdtsYSe++zdY44vUBClYqnv7Nht9f9Tuuxz5ZTWoXfYCULl1S3T2o5kKBt+zZR7QnP5JDyg0JSr/6U17e8kUKusHfPKs6ydcjhWw+heGtK8eRtpwKrHGCkn8Pw5oyqsWTx0sXbTpyV8s+/PLhm9bryOxzyf//45dkXnhYeRmYmERKLmk8sll4gpIovLdr6xKZf6ASf85TS8gM4WrcpirKGTAKykOKWOMQSAACQJA1lxLGzyURhYZYmEwdvW2d4+puzUstF9O7bo8teVazf27RZkwMP2dIU/87Md6eUn3gn2rKowHaxxPQ3Z6YGRx1/WN8BPSvfSem6DdPf3Lrq9ebNu/tBe/6Zl6vc/sxjL6Q+xfsP3S8882Ewc1sA0LvfPsefelSVt5o6efq2B1b1azHhyZeq3D5+2/ZBB2xd3nnvba3rb06aanaJWQAAEABJREFUPmPqrCpv9ebr0y8964YTDz7vk+d9btOmWnj1u25bsPqpx56vbp8nH5mw9aEOGRDVqqHl+VZ4A6xevfbN8lhiWFXhVjBk6H7Nmm85/dHbxXNSSVi4GjZW2C29/vb/7nuyum/6s2/fevZxl592xMUPb9tn2rZ34IfPO2XPqmKAN16flh6/X9U78PmnX6lyOYoQgYRXMwxatGg2YFDf1MZkn/PgP0/9cfzUe//x6NgoO1SbSRS+L5OABCluiUMsAQAASdJQRky5kUwccPCg1MT91Ckz3igPGw6tZjY52nZypzDP/mb5DH7LVi323342ubDJ1p9u3drSKu/hX399ICQTqfGmTTu3FnFlD9/31MLt1zqOyj/Cd/7+b6nx6R85ITVo0qxJzQ8spDKvPD+p5gf2lz/+u3JiUbJo6b1//19qfNpZx6cGRa1bjjjpiNT4lp//scp7+8Nv7y7/XpuHDB1YUFALUwGnf2Trd7/rtnvWrqnixxz/xEuvvjglKj+/1omnHxPVqoMO3RJLhB/n/nseSZ2nq8ozOKW++9DDtnzp7eLZb70xI3XbCofUBCd/aERq8PhDz74+cWrl+3lz0oxnn3gxDNauXps+7ViTbes9lFbzQt91+z/T4yrjh7mzFzz24NOVt//5tntS54Y65qQj0stgJPucZ5saMonjZRKQKMUtcYglAAAgSRrKiC8HkokwW3pA+TEQD/3nsa2zyUccUN3Ohx6x5fQ7Yer5kfufisoXCahwPv1++/ZODZ5+9LnKgcED/3zs9lv+mr66vnR9tHvCA/7ydT9YOL8k4z43fOfGm0LGEMb77d/vjHO2xhJ9+/dKvUwL5i168uEJFe5nyuvTvvWFn6U/+NWdWOnt4jnf/sLPM9dSXrhgyRev+W5qywWXnrVP7w/O73/tjZenjgl4acJrP/za6HQYk/KHW/+aPvbirPNPjWrDocMPPObEw8PgvSXLP//pb1U4u9HLz73+42/cnBp/4spzW7RsFtWq/Q/aNxUt3Fce0oQ3xsHVv5FS5/6aOX32tClbDp05pNLK2MG+g/t+5IKtz8w3PvPj1OR+Wvjpvvm5n6bGx592dPuOW8+q1HdAr9Tg3397qELqEF6mX//0D889/Up6y4b1VS8yMfrHt6UzqpS77/jPv/7yYFQexV392UvT25N9ztetXR/eSKl/i6o/i1T9qDmT6NSjsUwCEqS4JQ5LXgMAQJI0lLFTdnYF7CAkEw/fkUUrYA8dtn+YP31n5twwDsHJgYcMrm7P/gN7t23XevnSlfPnblnUeuih+1e+q3779prx1ttrVq+78oIvfOjck/cd1GfTpk3vzHz38YfGpxY3blXUcvWqNWGwcsXqaPc0bdYkfK9PX/D5gw8/oEu3zkvfW/bGa9NS3yU8zq/98DPp1yIkBGedf8q/734ojL/zxZtCVDD4wH1bty2a8/bc55+ZmFoKO/3Aqlv9Iny7x/777KwZcwYdOKBd+z0Xzlv0yvOvh/noqDwC+fSoT2Tu3G3vLpdefeHvfnlnVJ7HvPH6tH0H9+vStVOYlX3t5TfSi2/f8OVP9uzTPaol13/xk+HOVy5fNWni1E+d99mDhu0fvmPp+vUL3l2UPtPUQcMGX3LV+VFtS53j68Xxr6XeSIMO3LfC0h2ZUgc3vFeybOvVYftXudunrr94wlMvhbn+sOf1l33tqOOGdenWqU3borVr1v3nb/9LLRHRq2+P6268PH2TM84+4R9/unft2tKpk2dcfvaoUz9yfNhh+dIV4X3y2INPp16sjBd6ZZs9iyr/ICuWrfrsp7555HHDevTstm5d6awZs9OhyBe+dU3Hztutsp7gcx6Cvdtuvis1PvTIgzp36RAlJH4mkc5oZRJQnxS3xCGWAACAJGkoY2c19GTiwEM/yCEOOGRQDT3d4WccduTQ9Hn8K7fDFzZpfOO3rvnsld8MscTS95bf+bu/Vdjh3I9/KEQXX73hR1H5GhXR7hn52Uv/8od/LVq45OHyozfS2nfc8xe3fadX37232/kLl018cfKct+dtWL8x5BOpiCIt/OBf/u51Hzt9ZBjPnlX1A/vit6/98TduDrFHKvlIG3LQfj/97TdTx0ZkuuTT5+69T9ebvvubZUtXhMn61Hx9WouWzUd+/tJzPnZ6VHu67t35jn+N+ck3bn7+2YlhCv7RB5+psMNHzj911FevrHCMS20JMVWIJVLj6s7glNJ3QM8wuV+yaGlUHiD12693lbvt2b5N+HF+/t3fhDQofLieefyFCjuEt+43f/q59KESUfk62yM/f9lN3/ttGM8qnnPr9mfQatK0MPz48+csHPd/W07lFN6BPXp1q3CfH/roSbNnvvvy85OefnS75SLCm/+bP/nsyR+qeCKmZJ/zbCCTgOynuCUOsQQAACRJQxm7oEEnE4MOGBCm1FNnGTrksCE17xx2SMUSYVq5d78eVdzbgQP+8uBv7/jd3ya/OnXJoqUhnEjtvO/gfh+74pwDhu63auWaps2arC/d8Nh/n7n6s5dUXlQgvi7dOt1+z69+/6s//e/+J8Lj79Cp3d49ux51/GFnnHNiUVHLCju3atXizn/f/I+77n/qfxMWL35vyaL3Nm3a3KqoZd99e515/iknnX50eMmGHDxw0itvvjWleMbUWZXnyo88btjv/vKzsTePe+6pl8Mk6l7dOu/Tu/uJpx99/GlHVzfpfNwpww88ZNDf/nTf28Wz57+7aO6c+eE7hmn0/Qb1u+K6j4UHHNW2Tl3a3zT22/f/45HXXnlj3rsLZ057u2nTpt327hJe5dPOOaFv/55RnTnwsA8OeqjhDE4pw4486IF/PhYGhx11cA27tW5b9N1ffPGo4w9/9YVJ8+cufGfW3LWr17bv1K5zlw6nf/SkU7atP5HpnItO3/+gfe/8/d/fKX538aL3Vq9aEz6Y4Y0RUpOPX/nRvbp3DvlBKpZ45IGnUqdgylTYuPFNY79z1233/Ovu/y5e+F5R65ZbbnvYkLMvOC2836p8kAk+54mTSUCDoLglDuEVAADUh/e32Vxu06ZNZWVlGzZsWLx4cdjYrVu3oqKiCHZG6n9zqcvwpkq/u1JvsJSybcJ448ayKpOJoPd+bev/bE4Nxa9+OPbvf7ovDH78668dfcJhUR277JzPhJQiDB564S/ptY7JMU/8b8LXP/PjMLjw0rOu//InI2KQSUCDUFJSEqqOtWvXbty4sUm5wsLC1GXqg5n6GO6xTUS+UnQCAECSNJSxy3JgBWyAOGQS0IAobolDLAEAAEly+l12h2QCyHkyCWhYFLfEIZYAAIAkaShjN0kmgBwmk4AGR3FLHGIJAABIkoYydp9kAshJMgloiBS3xCGWAACAJGkoo1ZIJoAcs8uZRGplXZkEJEVxSxxiCQAASJKGMmqLZALIGbuTSaSiCJkEJEVxSxzeJQAAUB/e32ZzuU2bNpWVlW3YsGHRokXhP29du3YtKiqKYLel/ouXugzvtPRbLvWuSynbJow3bix7+I4VM1/fWPmueu/X9hNfGFzYRDcbUK9kEtBwlZSUbNy4sbS0NFS5TcqFD2bqMvVpTX0299gmIl+pLwEAIEkayqhdjpkAGjSZBDR0ilviEEsAAECSnH6XWieZABoomQTkAMUtcYglAAAgSRrKqAu7lkz0O7hJ5buSTAD1QyYBuUFxSxxiCQAASJKGMurILiQTJ17cWjIBJEImATlDcUscYgkAAEiShjLqjmQCaBBkEpBLFLfEIZYAAIAkaSijTkkmgCwnk4Aco7glDrEEAAAkSUMZdU0yAWSt6jKJxk1kEtBQKW6JQywBAABJ0lBGPYiZTIRpPskEUG9qyCROuFQmAQ2V4pY4xBIAAJAkDWXUjzjJRHkgIZkA6kMNmcSJlxV06CaTgIZKcUscYgkAAEiShjLqjWQCyBI1ZxLtuxbIJKDhUtwSh1gCAACSpKGM+iSZABK3C5lE6peSTAIaBMUtcYglAAAgSRrKqGeSCSBBMgnIeYpb4hBLAABAkjSUUf8kE0AidjmTSI1lEtAgKG6JQywBAABJ0lBGIiQTQD2TSUCeUNwSh1gCAACSpKGMpEgmgHojk4D8obglDrEEAAAkSUMZCZJMAPVAJgF5RXFLHGIJAABIkoYykiWZAOqUTALyjeKWOMQSAACQJA1lJE4yAdQRmQTkIcUtcYglAAAgSRrKyAaSCaDWySQgPyluiUMsAQAASdJQRpaQTAC1SCYBeUtxSxxiCQAASJKGMrLHriUT+x4mmQC2I5OAfKa4JQ6xBAAAJElDGVllF5KJ4y6QTAAfkElAnlPcEodYAgAAkqShjGyzC8nE8RdKJoAtZBKA4pY4xBIAAJAkDWVkoZ1NJsKlZAKQSQCR4pZ4xBIAAJAkDWVkJ8kEsFNkEkCK4pY4xBIAAJAkDWVkLckEEFN1mURhs0gmAflGcUscYgkAAEiShjKymWQC2KEaMomTLpdJQN5R3BKHWAIAAJKkoYwsJ5kAalBzJrFn50YyCcg3ilviEEsAAECSNJSR/SQTQJVkEkBlilviEEsAAECSNJTRIEgmgApkEkCVFLfEIZYAAIAkaSijoZBMAGkyCaA6ilviEEsAAECSNJTRgEgmgEgmAdRIcUscYgkAAEiShjIaFskE5LmdzSQCmQTkFcUtcYglAAAgSRrKaHAkE5C3diGTyDxmQiYB+UBxSxxiCQAASJKGMhoiyQTkIZkEEIfiljjEEgAAkCQNZTRQkgnIKzIJICbFLXGIJQAAIEkaymi4JBOQJ2QSQHyKW+IQSwAAQJI0lNGgSSYg58kkgJ2iuCUOsQQAACRJQxkNnWQCcphMAthZilviEEsAAECSNJSRA3YtmRh0ZNPKdyWZgOwhkwB2geKWOMQSAACQJA1l5IZdSCZGnFskmYCsJZMAdo3iljjEEgAAkCQNZeQMyQTkDJkEsMsUt8QhlgAAgCRpKCOXxE8mAskEZCeZBLA7FLfEIZYAAIAkaSgjx8RMJsL0pWQCspBMAthNilviEEsAAECSNJSReyQT0EDJJIDdp7glDrEEAAAkSUMZOUkyAQ1OdZlEk+bvyySA+BS3xCGWAACAJGkoI1fVejJRttEnBepKjZlEY5kEEJ/iljjEEgAAkCQNZeSw2k0mwpypZALqQs2ZRNtOMglgJyhuiUMsAQAASdJQRm6rxWRixqRlkgmodTIJoHYpbolDLAEAAEnSUEbOk0xA1pJJALVOcUscYgkAAEiShjLygWQCspBMAqgLilviEEsAAECSNJSRJ+IkE6npTskE1AOZBFBHFLfEIZYAAIAkaSgjf+wwmQgDyQTUg93MJNJkEkBlilviEEsAAECSNJSRVyQTkLjdzyRSH1iZBFAlxS1xiCUAACBJGsrIN5IJSJBMAqhrilviEEsAAECSNJSRhyokE5kkE1B3ZBJAPVDcEodYAgAAkqShjPyUmUxkHjAhmYA6IpMA6sqlmXoAABAASURBVIfiljjEEgAAkCQNZeStXUsmDji2WeW7kkxAzWQSQL1R3BKHWAIAAJKkoYx8tgvJxJFntZJMwE6RSQD1SXFLHGIJAABIkoYy8pxkAuqUTAKoZ4pb4hBLAABAkjSUwa4lEwceL5mAHZBJAPVPcUscYgkAAEiShjKIdimZGP7hVkNPaF75rkIycdfoKRHkPZkEkAjFLXGIJQAAIEkayiBlp5KJ1ODwD7Ws8piJMBt7x88mO2aCfCaTAJKiuCUOsQQAACRJQxmkxU8m0oZ/2NmcoCKZBJAgxS1xiCUAACBJGsogk2QCdpNMAkiW4pY4xBIAAJAkDWVQgWQCdll1mUTTFlsziVT2IJMA6o7iljjEEgAAkCQNZVCZZAJ2QQ2ZxMmf3JpJVP7syCSA2qW4JQ6xBAAAJElDGVRJMgE7peZMonV7mQRQTxS3xCGWAACAJGkog+rUnExUOccqmSA/ySSA7KG4JQ6xBAAAJElDGdSgymQiPXm6C8lEBDlHJgFkFcUtcYglAAAgSRrKoGaVk4lwmXkep51KJu742WTHTJBLZBJAtlHcEodYAgAAkqShDHaoymQiPZfqbE7kLZkEkIUUt8QhlgAAgCRpKIM4di2Z2P/oppXvSjJBbpBJANlJcUscYgkAAEiShjKIaReSiaPPKZJMkJNkEkDWUtwSh1gCAACSpKEM4pNMQFQbmUQ6mZBJALVOcUscYgkAAEiShjLYKZIJ8lytZBKNtpFJALVOcUscYgkAAEiShjLYWZIJ8tasN5bLJIAsp7glDrEEAAAkSUMZ7ALJBHkoZBJ33jRZJgFkOcUtcYglAAAgSRrKYNdIJsgrqUyi8rtUJgFkG8UtcYglAAAgSRrKYJfVnEyk8wnJBA2dTAJoQBS3xCGWAACAJGkog91RQzKRnoqVTNCgySSAhkVxSxxiCQAASJKGMthN1SUT6XBCMkHDJZMAGhzFLXGIJQAAIEkaymD3VZlMpE/lJJmggZJJAA2R4pY4xBIAAJAkDWVQKyQT5BiZBNBAKW6JQywBAABJ0lAGtUUyQc6oLpNoXiSTALKd4pY4xBIAAJAkDWVQi6wzQQ6oIZM48fKCNh0KZBJANlPcEodYAgAAkqShDGpX5WQiTTJB9ttBJtG+cZXvYZkEkD0Ut8QhlgAAgCRpKINaJ5mggZJJADlAcUscYgkAAEiShjKoC5IJGpxq17huKZMAGhLFLXGIJQAAIEkayqCOSCZoQGrIJE6+orFMAmhAFLfEIZYAAIAkaSiDuiOZoEHYQSbRoUAmATQgilviEEsAAECSNJRBnZJMkOVkEkCOUdwSh1gCAACSpKEM6ppkgqwlkwByj+KWOMQSAACQJA1lUA8kE2QhmQSQkxS3xCGWAACAJGkog/ohmSCr1JBJnHR5Qev2jWQSQAOluCUOsQQAACRJQxnUG8kEWaLmTKJNh4Lw3pNJAA2U4pY4xBIAAJAkDWVQnyQTJE4mAeQ2xS1xiCUAACBJGsqgnkkmSJBMAsh5ilviEEsAAECSNJRB/ZNMkAiZBJAPFLfEIZYAAIAkaSiDREgmqGcyCSBPKG6JQywBAABJ0lAGSZFMUG9kEkD+UNwSh1gCAACSpKEMEiSZoB7IJIC8orglDrEEAAAkSUMZJEsyQZ2SSQD5RnFLHGIJAABIkoYySJxkgjoikwDykOKWOMQSAACQJA1lkA12KpkIV1PJxKDhkgmqJZMA8pPiljjEEgAAkCQNZZAl4icThYWFqWRixHmSCaomkwDyluKWOMQSAACQJA1lkD0kE9QKmQSQzxS3xCGWAACAJGkog6wimWA3VZtJtIhkEkA+UNwSh1gCAACSpKEMss2uJRMDj2hS+a4kE/mmhkzixMsaySSAfKC4JQ6xBAAAJElDGWShXUgmjj2/tWQiz9WcSbTtJJMA8oLiljjEEgAAkCQNZZCdJBPsFJkEQIriljjEEgAAkCQNZZC14iQTqUBCMpHnZBIAaYpb4hBLAABAkjSUQTbbYTKRIpnIZzIJgEyKW+IQSwAAQJI0lEGWq5BMZIYTkgl2P5PIzLpkEkAOUNwSh1gCAACSpKEMsl9mMpGeO5ZMUCuZRDqZkEkAuUFxSxxiCQAASJKGMmgQJBNUIJMAqJLiljjEEgAAkCQNZdBQSCZI22EmkcobZBJAHlLcEodYAgAAkqShDBoQyQRRvEwi9erLJIA8pLglDrEEAAAkSUMZNCySiTwnkwComeKWOMQSAACQJA1l0OBIJvKWTAJghxS3xCGWAACAJGkog4ZIMpGHZBIAcShuiUMsAQAASdJQBg2UZCKvyCQAYlLcEodYAgAAkqShDBouyUSekEkAxKe4JQ6xBAAAJElDGTRokomcJ5MA2CmKW+IQSwAAQJI0lEFDFz+ZSM1Tp5KJfQ+rOpm442eTJBPZ4+03V1SZSRQ2i064tGCHmUT6bSCTAPKH4pY4xBIAAJAkDWWQA2ImE4WFhelk4vgLq04m3p66QjKRJUImccfPJ1WZSZx0ecGenRvtMJNIHy0hkwDyh+KWOMQSAACQJA1lkBt2LZkYdGTTynclmcgGMgmAXaO4JQ6xBAAAJElDGeSMXUgmRpxbJJnIQjIJgF2muCUOsQQAACRJQxnkEslEDpBJAOwOxS1xiCUAACBJGsogx8RPJgLJRLaRSQDsJsUtcYglAAAgSRrKIPfETCbCRLZkIqvIJAB2n+KWOMQSAACQJA1lkJMkEw2OTAKgVihuiUMsAQAASdJQBrlKMtGAyCQAaoviljjEEgAAkCQNZZDDJBMNgkwCoBYpbolDLAEAAEnSUAa5TTKR5YqnLJNJANQixS1xiCUAACBJGsog50kmslbIJO78+RSZBEAtUtwSh1gCAACSpKEM8oFkIgulMonNm2QSALVJcUscYgkAAEiShjLIE5KJrCKTAKgjilviEEsAAECSNJRB/oiTTKQmviUTdUomAVB3FLfEIZYAAIAkaSiDvLLDZCIMJBN1SiYBUKcUt8QhlgAAgCRpKIN8U+vJxMb1myPikUkA1DXFLXGIJeD/2bsP+CbKBo7jT7pbSkvZe++9l1D23iqyFBEUEVEQN4gLF24cvMpQUUERWcree8neeyN7dNDd5H2aB86QNGlaMprw+3741OcuT66Xy5lenv89zwMAAOBO3FAG3Iccm0z8OI5kwi5kEgDgAlzcwh7EEgAAAIA7cUMZcH8ySyZMZTaZOHM0mmQiQ2QSAOAaXNzCHsQSAAAAgDtxQxlw3zJNJkw7TJBMOByZBAC4DBe3sAexBAAAAOBO3FAG3M9IJlyATAIAXImLW9iDWAIAAABwJ24oA+5zJBNORSYBAC7GxS3sQSwBAAAAuBM3lAEgmXASMgkAcD0ubmEPYgkAAADAnbihDIAgmXACMgkAcAsubmEPYgkAAADAnbihDIBCMuFAZBIA4C5c3MIexBIAAACAO3FDGQANyYRDkEkAgBtxcQt7EEsAAAAA7sQNZQBMkUzcIzIJAHAvLm5hD2IJAAAAwJ24oQyAGZKJLCOTAAC34+IW9iCWAAAAANyJG8oAWCKZyAIyCQDIDri4hT2IJQAAAAB34oYyAOkimcgUMgkAyCa4uIU9iCUAAAAAd+KGMgDWkEzYiUwCALIPLm5hD2IJAAAAwJ24oQyADSQTGSKTAIBshYtb2INYAgAAAHAnbigDYBvJhA1kEgCQ3XBxC3sQSwAAAADuxA1lADJEMpEuMgkAyIa4uIU9iCUAAAAAd+KGMgD2yFoyUaN5kOWmvCOZIJMAgOyJi1vYg1gCAAAAcCduKANgpywkEw90C/XKZIJMAgCyLS5uYQ9iCQAAAMCduKEMgP1IJgSZBABkb1zcwh7EEgAAAIA7cUMZgEy5z5OJQzuvk0kAQHbGxS3sQSwBAAAAuBM3lAHIrPs2mZCZxPQvySQAIFvj4hb2IJYAAAAA3IkbygBkQaaSCVXw9GTidiZhsZtkEgCQrXBxC3sQSwAAAADuxA1lALLG/mRC47nJBJkEAHgKLm5hD2IJAAAAwJ24oQxAlt0nyQSZBAB4EC5uYQ9iCQAAAMCduKEMwL3w+mSCTAIAPAsXt7AHsQQAAADgTtxQBuAeeXEyQSYBAB6Hi1vYg1gCAAAAcCduKANw77wymSCTAABPxMUt7EEsAQAAALgTN5QBcAgvSybIJADAQ3FxC3sQSwAAAADuxA1lABzF4clEYkKqcAcyCQDwXFzcwh7EEgAAAIA7cUMZAAdKN5kwa6m3P5n44UM3JBNkEgDg0bi4hT2IJQAAAAB34oYyAI5lmUzIn1lLJs6fiHFxMkEmAQCejotb2INYAgAAAHAnbigD4HAemkyQSQCAF+DiFvYglgAAAADciRvKADiDxyUTZBIA4B24uIU9iCUAAAAAd+KGMgBO4kHJBJkEAHgNLm5hD2IJAAAAwJ24oQyA83hEMkEmAQDehItb2INYAgAAAHAnbigD4FTZPJkgkwAAL8PFLexBLAEAAAC4EzeUAXC2bJtMkEkAgPfh4hb2IJYAAAAA3IkbygC4QDZMJsgkAMArcXELexBLAAAAAO7EDWUAXCNbJRNkEgDgrbi4hT2IJQAAAAB34oYyAC6TTZIJMgkA8GJc3MIexBIAAACAO3FDGQBXcnsyQSYBAN6Ni1vYg1gCAAAAcCduKAPgYm5MJsgkAMDrcXELexBLAAAAAO7EDWUAXM8tyQSZBADcD7i4hT2IJQAAAAB34oYyAG7h4mSCTAIA7hNc3MIexBIAAACAO3FDGQB3cVkyQSYBAPcPLm5hD2IJAAAAwJ24oQyAG7kgmTiw7SqZBADcP7i4hT2IJQAAAAB34oYyAO7l1GRCZhK/fX2ATAIA7h9c3MIexBIAAACAO3FDGQC3c1IyoTIJA5kEANxPuLiFPfwEAAAAAPfhhjIA2YH6LNJ+ygBAr9fLSMC0jkwLTBdlMuHrJ3YsTzDblEwmfvpoT90WheZMPmL5iwKCRav+PmQSAOCtuLiFPYglAAAAAHfihjIA2UQWkomGnUJ1PmL7UvNk4uzxGPnP8lf4B4nWA+gnAQDejItb2INYAgAAAHAnbigDkH1kIZlo0CHUP8Bn8/y4DDeuxm7KXTD9UaHIJADAO3BxC3sQSwAAAADuxA1lALKVLCQTtVuFyJ+2kwljPwkfMgkA8Hpc3MIexBIAAACAO3FDGYDsJmvJhKy8ZUF8uhuUmUTbgX4yk9BSBzIJAPBWXNzCHsQSAAAAgDtxQxmAbMh2MiHXpKSkmCUTdVrnkM1QWxeaJxMBaWM3+eUp5CefRSYBAF6Pi1vYg1gCAAAAcCduKAOQPdlOJmSWYJZMyDr12oYaDPp/FiVqK/2DRIfBQbny61TYoGUSpuEEmQQAeBMubmEPHwEAAADAfbihDEC2pT6dtJ8qMNDyA5komM4SoZKGWi2DC1S5rJ4elEPX5ZkceQr91yvC39+fTAIAvBsXt7AHvSUAAAAAd+KIUXdmAAAQAElEQVSGMgDZWbp9JlRsIIx9JlJTU7WaKrSIKH3RYNDHnCnYbVhYeN7bAYPWW8J0HCctjSCTAACvwcUt7EEsAQAAALgTN5QByOZsJxOm1YQxqEhKSgoveSGyc5G8hQLVUxTT+a61fIJMAgC8DBe3sAexBAAAAOBO3FAGIPuzJ5nQekvIWEL+DMqRFj+YxhK+JrQ0gkwCALwMF7ewB7EEAAAA4E7cUAbAI9hIJkyDBBlFJCcnq4f8/f219SqWMM0htAKZBAB4Ey5uYQ9iCQAAAMCduKEMgKew3WdCrklNTZVhg4wlZMEyltASCNNAgkwCALwMF7ewB7EEAAAA4E7cUAbAg2Q4mpMsy1hC5Q1aLCHuTiZM0wgyCQDwMlzcwh7EEgAAAIA7cUMZAM9imUyoDzFtpCYZS8ifqmz6LLMoQgsqBJkEAHgRLm5hD2IJAAAAwJ24oQyAxzFLJoSxk4Q2u3VqaqperzeNJXQWtFhCkEkAgHfh4hb2IJYAAAAA3IkbygB4IstkQpFRhIwlVOTg5+enPar9NCXIJADA63BxC3sQSwAAAADuxA1lADyUWSahtUPp9Xph7D9hOhu2VjBLKcwqAAA8HRe3sAexBAAAAOBO3FAGwHNpn2Bmk2BrIzuZVRYWgYQgkwAA78LFLexBLAEAAAC4EzeUAfBopsmEWmMw0qaztqyfbhkA4B24uIU9iCUAAAAAd+KGMgCeTjU/mXabMF1v+1kAAC/DxS3sQSwBAAAAuBM3lAHwDqa9JeysCQDwPlzcwh7EEgAAAIA7cUMZAG9irSmKJioAuE9wcQt7EEsAAAAA7sQNZQC8ks5IAADuM1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Ia6uNWSCSIKpItYAgAAAHAnbigDAACA11AXtxpBMoH0EEsAAAAALmV675giv7ylpqYmJycLIHsz7dyj3Qtp+6fAfSYlJUUV5MeaVgbgrTL1t4C/C/cDy34Spm86JwA0xBIAAACA61gO2aS+vF28eNHOL/Y2Gnwz9c0/C+3Lzvtpe//TfS2W++/G1+Lw/Xfxa/H0/ff0PbfntaQre+5/fHy82o3Lly+HhIRk+bVkq+N/j+eV5+65i1+Fp++//a8l+++/7deSrmy4/55+Rnn6/mu036sjk4AJHwEAAADAJSy/mKmC2VdQO8s2ti/suBnNYJKOqLKNn9q32QzL9u+8zuYNdBm+Fsv9t/FaHL7/6b4RDtx/s9fC/ttzLjljz+1/FTorLUr2/19g+7WkK1P77/DXkuH+m+ITyYH7z2dRtt1/+19L1vbf/tdi5//FnviJJO6nM8rT99/Hx0d3NwGYoLcEAAAA4B7y65n8wpYrVy411ImkCvKn3shgQths79O+bdpoj3D9T7VLpmXAg2Sr/7PUbnjE/1lab4lbt27dvHlTAHfL5n+n+JsFD+WW/4PkxaqWQGg//fz8fH195XpZ8LlDZzP0wv2JWAIAAABwA+3GscDAQBlFpHsTmfyyp1U2vc3NjCEz9yS6+KflHgKeIrv9n2Vtr7Ib7YNLxasCAOC91OWrlufJBMJgJJMJ00xCu9Alk4CGWAIAAABwKZ0J7Qub/PKmvsWpOnKNWYcJAQCeQJvm2s/Pz9/fXwAAvJrZla2vkeozYS2cAASxBAAAAOB6lsmEiiXUo3JRjeNEJgHA45jGEgEBAQIA4O0sL2tNpdthAiCWAAAAAFxKG5BXfXlT/dzFnfFY1EC9Whd4LZYgnADgEbQeEvSWAADvpgUM6d5wY9ZbQgsnBGBELAEAAAC4QrpTBWrJhKqj9ZOQ3+JUbwlhDCTIJAB4iuTkZFWgtwQA3A+0PhCWI5RqP00zCdMwQ+A+RiwBAAAAuIH62ma6qK3UZpUQZBIAPI0WS/j7+xNLAMD9wDRyUAmEjwXGcYIZYgkAAADApUy/iZklEyqN0GaVECZjNxFOAPAIfn632xl8fX0ZxAkAvJ5p0mDaZ0ILJ3R3E4ARsQQAAADgImrsJq2sCiqZMB3cSRvWiUwCgMdhbgkAuK+YDcpkNs+EWUHcHWPgfkYsAQAAALiaFkKoRW2Cay23sJzmmmQCgEcw7S2hlQEA3scsWkh3BmyzfhKkEdBwiQAAAAC4jhY8mCUTpoEEnSQAeC6ZRmgFYgkAuE+Y5g2WHSOY7BqWuEQAAAAAXMo0mTBdYxpUEEgA8FBaLOHj46OVAQD3CcsxndJdDxBLAAAAAK6W7iQTWtm0FwUAeBY1X44qaGUAwP3D8uLW2iLuZ8QSAAAAgBuY9YrgSxoA72CjNQoAcD+w9uHPHwWYIpYAAAAA3CbdIZv4zgbAc5lNeSoAAPc3/hYgXcQSAAAAgJtZfltjbgkAAAB4InII2INYAgAAAMh2+DoHwEPRWwIAAGSI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IjOYDAIAAAAAAAAAAAA56O3BAAAAAAAAAAAcBFiCQAAAAAAAAAA4CLEEgAAAAAAAAAAwEWIJQAAAAAAAAAAgIsQSwAAAAAAAAAAABchlgAAAAAAAAAAAC5CLAEAAAAAAAAAAFyEWAIAAAAAAAAAALgIsQQAAAAAAAAAAHARHwEAAAAAAIxiYmJEtucROwkAAGANsQQAAAAAwHusWLFi9OjRbdu2rVChQkhISOHChevWrdu3b9/x48cfO3bMxhOvXbvWu3fvpUuXimzMI3byhx9+0Bm99957GVb+9NNPVeXOnTvbqDZp0iTdHU888YSNmmPGjFHVnn32WQEAALIlYgkAAAAAgDc4ePBgy5YtW7du/cEHHyxbtuzIkSPx8fEXLlzYvn37b7/9NmLEiEqVKj333HO3bt2yfO6GDRtq1ao1Y8YMkY15xE5mVvPmzVVh48aNer3eWjWZNmll+eYK6+R2VEGeDAIAAGRLxBIAAAAAAI+3Z8+eFi1arFq1Si0GBASULl06MjKydu3a+fPnVytTUlK++eabvn37pqammj39r7/+Onv2rMjePGInM6tOnTrh4eGycOPGjf3796dbx2AwLF68WFs8f/78zp07060p3+L169fLgo+PT6tWrQQAAMiWiCUAAAAAAJ5Nr9f369fv0qVLsly+fPkff/wxJibm+PHja9as2b59u1wvW7G1e+dl4/64ceMEsgedTteuXTtV3rx5c7p1Nm3aFBUVJQutW7dWa0w7T5jauHFjUlKSLDRq1ChXrlwCAABkS8QSAAAAAADPNnfu3H379gljJiGjiAEDBgQEBJhWqFmzpmzI7tq1q1ocP358bGysQPagjeNkLZZYvny5KowZM0YVrI3jxAhOAAB4BGIJAAAAAIBn27Nnjyr06NGjYMGC1qpNmTJFjRd0+fJlmV4IZA8tWrRQhS1btqRbQfWNKFasWGRkZJMmTWR57dq18fHxljW1WIIRnAAAyM6IJQAAAAAAnk2N8CMVKlTIRrW8efN27NhRlQ8dOqQKffr00el0H3/8sVp8+OGHdUarV69WaypXriwX27RpI8t//vln69atZbZRv379l19++cyZM3Jl6dKl1VOs/d58+fLJR3PkyJHuo+fPn//www+bN28um92Dg4PLlCnTrFmz33//3bROhjuZtX0YMmSI9qxdu3b17NlTVqtYseITTzyxadMmrVpqauq0adOeeeaZ9u3bV6pUSW6kVKlSLVu2fPrpp3/66afExERxb+RvLFq0qCzs37//2rVrZo/evHlTTRehkgb1MyEhYeXKlWY19Xr9unXrZCEkJOSBBx6wfPTrr7/u169fvXr15DtYoUKFbt26jRo1SmZU1ndNREdHf/HFFwMGDJCvV75quWV5BORZNHLkyHR7bIwYMUIdUrnb8jf++uuvsnLhwoXluVe3bt133nkn3RnXNQaDQR7Sxx9/XJ5gcifl7+revbuNnaxdu7b8XTKtEca3aebMmcOHD5e/KCIiQp5F8i3bunWrAAAg7GYvJwAAEABJREFU+/ETAAAAAAB4spIlS6rC2rVrZbOsjZrjxo2Tjbz5jEQmLV++vFevXrKtWZb/MZKt1eLefPPNNzLekI3s2poTRvKFyBZtGU6EhoYK5/v3339l5KAm57h69erhw4dls3ijRo3k4qlTp2TzvdYfRTlltGrVqokTJ3755ZdLly7V5hXPGhk2TJ06VRZkAiF/nelD8rCrY64CCRkPyMZ9tb5Tp06mNWWyIsMAYZyCws/vruaO69evy/dOGwxKGPOGI0eO/PXXXz/++KNMArT5LUzJ4OHRRx81iwQOGS1atEjGFTLk+Pnnn3180rnjU/7Gzp07b9iwQVsjE5ft27dPnjz5t99+U30+zBw4cEAmPSqD0XZS/q558+bJnZwwYUKPHj2EFSkpKXJXZ8yYoa1ZayTfoE8//fSFF14QAABkJ/SWAAAAAAB4tgcffFA1Dc+ePfvhhx/eu3evtZrFihWrWrVqgQIFtKbkN954Qzavy/ZltTh27NhVRjVr1jR9Ynx8/JAhQ1T7uFKjRo0qVaqIe/Duu+8+99xzKpOQ8YNsGX/llVe6du0aFBQk1yxYsODxxx83GAz272SWyWZrlUlo5CGVP2NjY9u0aaNlEi1atJAH4fXXX+/Tp4/q3yDt3r377bffFvfGxvQSWpbQtm1b+bNx48ZqJC7LzgpaBmA2scT58+dlyqK2U6hQIbnzr732mnyBefPmlWsuXrwoI5kffvjBbGsyQpC5gsokgoODZfnFF1+UB0pmAyEhIarOtGnTTJMAUwMHDpT7kzNnTpk0/PHHHx999FHdunXl+nPnzslDKoMcs/qrV6+uV6+eyiT8/f0jIyPlr+vQoYPcgtpJucNyI+n+ruTkZHluyD0pWLCgLMjgTQts5Bk7cuRIy54lAAC4F70lAAAAAACeTYYNw4cP/+KLL2R5lpFshu7evbuMKMqVK2f7uSpaWLRokVqsVKmS1kRuSjV5y5blTz75pFatWrJNPC4uTtyDEydOaK3Msq3/ww8/zJUrl1q8cOGCbFbeuXOnTFmmTJny5JNP2rmTWSbbzfPnz//555936dJF/l7ZOC6TG7n+448/PnbsmCyUKlVq8eLF5cuX154icxqZT4wfP149/euvv/b19RVZpQUJltNLqPhBNtmrDhl+fn6tWrWSR2b//v2yiV9LR4RJLGE2sYQMIY4fPy4LDz300Pfff58nTx61PikpSb6b77//vnwtL730kgyEVFChyDWygix07Nhx+vTpKgtRZM7x2GOPyVhIlmUYIHMOYWHNmjWlS5eW+ynjK7VGxgPyjZb5hwyiBg8efODAAS3euHr1qkwd1Bkld/LLL7/UXldUVJRMfb766isZMMgcS57SZcuWNftdm41kcCI3rnUD2rRpk3xFcsuyPGnSJOYABwBkK/SWAAAAAAB4PNm+rHUmkLZu3Tpq1CjZjC7bcPv37//tt9/KGEDcmxIlSshgQOYBsoVatg7LzYp7MG7cODVp89NPP/2///1PyySE8Y7+3377TZV//fVX4RKyAV0ewLCwsGbNmo0ePVqtnDt3rirIdm3TTEIYOxDIYy6PiTAOT3T06FFxD4oXLy6zFmGMFlJSUrT1Bw8eVG+cadKglbWcRlEzbRQpUqRq1araSrlBdQxr1679+++/a5mEFBAQIF+pbPGX5Rs3bsgTRntIJkNqazlz5pw2bZppJqF+hTyjVHn79u3CipkzZ2qZhDD2gZAhkxoa6/Tp099995320DfffCN3QBbat2//559/mmYt8lfLvO3ll18Wxijo2WefTfd3yV2S2Ynp0GTyF8k12kEQAABkJ8QSAAAAAACP5+vrqyZjMG0Ilo4fP/7LL78MGzasTJkyMlGQTcxqWKQsGDp0qOnd9PciNTV13rx5shAUFPTaa69ZVqhQoYJsVm7SpIkMA5KTk4WTde7c2XKOaHmgXn/99TFjxjz++ONm/Q8U2c5erVo1Vb5+/bq4Ny1atBDGHgzbtm3TVmojNbVu3Vpbqe2M6VwRhw8fVuNQqbGeNGrKCunLL780m3BCGTRoUOHChYVxRCZtZWBg4OTJk1988UWZVZgmRpqKFSuqvg6qO4KlHj16yCDEcr08pKqwYMECbeXEiRNVYezYseluTT5LnXtLly49d+6cZYWXXnpJDfdkSh4otZNnz541HX8MAAC3YxAnAAAAAICX6GW0ZcuWzZs3Hzx4cPv27aZt3GuMJkyYIBugtVmy7degQQPhIOvWrVNt6LLl2tqebNy4UbhKui9Np9OlOzyRJjo6Wg1zJCUmJop7I2MJ+dYI4zhODRs2VCtXrFghjF0WTOeIlpmNDJlk4LRy5UrZ2q6mCbE2gpOaaCQ0NFR1U7AkX6Z8+XPmzImLizt16pR6O3Lnzi3jCmHdhQsXZIu/fEpCQoK2D6bMJu7WyAQoICBAHjft/T1w4IDcmiyUK1dOzT9hKTw8XAYzMnWT5SNHjph2p1AqV65s+Sy5VwUKFDh58qQsy/3UxowCAMDtiCUAAAAAAF6lgZEqy9b/RYsWzZ8/X/5UY/fL5uCWLVuuXbvWsm3XNssx/bNMtkSrQmb3wUlKly6dYR3Z+H7ixIlDhw7t379f/ty3b59p5HPvN+NrccKmTZuGDx8ujFGH6g/RrFmzwMBA08pt2rSRscTVq1d37dqlOiVosYR8yHSvZAVhnLvb399fZOTYsWPppkRyT2TKdegOGXepKTe032IZS5QqVSrdXyFTEPkrZLQgc4Jr167lyZNHG15MjYhljXaqHD161HKiCGsnksxjVMEFfW4AALAfsQQAAAAAwGsVKFBggJFsmP75559fe+21mJiYkydPvvXWW1OmTMnUptIdzCdrZJO0KmSTWMLGS5O7KiOciRMnyoQgKipKOE1ERETdunVl1LFmzRq1Zv369SpJshxCSrbLq7kZ1q1bZxpLyLKaGVtRrf/CbqdOnTJdvH79+oIFC+R5IqOszDbr2wixVCwhjFNny1hCzSohMooltLxETd9tRk1RbkOWxy4DAMAZiCUAAAAAAB5Mr9dfMZJt6zZa+UNDQ4cOHSrbdjt16iQXf/nll2+//TYoKEjYzdfXV2SJZYtwWFiYtYecxPYvsvbSDh061LFjRzUKkOLn51ejRo1KlSrVrFmzadOmn3766cyZM4WDtGjRQsYSFy9eVIMpqRGchMV0EcI41YTck5SUFBldDB8+XD7l8OHDwiLAuHz5siqUL1/+0Ucfzej3C9O5sufMmdOvXz81LbkSEhIiY48qVarI+CQyMrJZs2by91rblE6ns/aQtk0VdQQHB6vF1NRUYZ3WH8WyZ4a4h5MTAAC3IJYAAAAAAHgwmS48//zzsjBs2LCvv/7admXZyF66dOkTJ07IFuFjx46ZNkPfO9lKbjmpsmxNtuxkoA2adP78eeFQ9u9DhmQref/+/VUmIfObkSNHPvLIIxUrVjQdT8mxQwM1b978k08+EcbpJWQssXr1amHsJWA5cUJERETDhg1lJqHqrF27Vq03iyW0kZTkERgzZoyw2+nTpwcMGKDyg2LFio0aNUoGIfJdM40ETBOLdLdQqFChdB/S+mSoLg5lypRRi2fPnrW9QVVw1LzrAAC4EbEEAAAAAMCDVahQQRWWLl1qMBhs3KWu5M+fX43mn+5d51mg3agu2+gtI4Hr16/LqMBspTbCj41YYurUqdu2batSpUqXLl2KFCkiHL0PGVq8ePE///wjjCNNLViwoHr16pZ1rl27JhwnMjLS399fvoStW7d27txZzV1hOleEKZlAyFji6tWrR48e3bRpkzBmJ82aNTOtI/c8NDQ0NjZWRlAymAkPD093U3ILMiHQurBIEyZMiI6OVr/lt99+y5cvn9lTEhISbCc9586dS3e9fCPUm67moxYms1WfOXPGxga10MJyZwAA8DiOuQgDAAAAAMAtHnjgATU1wpEjRxYuXGi78pUrV/bs2SOMTdjly5fX1t9LRKH1Hrh06ZLlo1u2bLFcWaxYsYCAAFmQ7f4XLlwQ6fn111+/+eabZ555Rra8Z7iTWdiHDO3YsUMVunXrlm4mER8fv337dlW+9ymvhXGgLfluysKuXbu06Rwsp3dWtPX79+9XsUTTpk3NRuWSGVXFihVV+Zdffkl3O/JVyDhEJhalSpVSI0EJk9f+1FNPpRsDbN68WSun+9qtnYrz5s1T9eUrVbNwy/dODT4m05Hdu3en+ywZLGlDWsm9FQAAeDhiCQAAAACAB8uRI8eTTz6pygMHDlS32KcrISFBtvKrWZT79etn2qtAG98/KSlJZJLWlWHlypWWj3711VeWK2Vzef/+/dWvU8MWmZFN7evXr5cF2apeo0aNDHcyC/uQIS3qiI2NTbfChAkT1MEUxk4AwhFUdweZdshYQq1p3759ujUbN26sej/Id1ylI5YzYwvjG60K7733nuoAYebbb79VU0TIcEvreaPFG7du3Ur3t5u+a+m+9mnTpmnDLmkMBsMHH3ygyo8//ri2Xpv3YvTo0SI9H330keqYIqMXbWQqAAA8F7EEAAAAAMCzvfDCC2oc/8uXL9erV2/AgAGLFy9OTEzUKhw/fnzs2LGVKlWaNWuWMN6V/8orr5huQWuCV8MWZYpsH1eFMWPG7Nq1S1t/5cqV3r17L126NN1nvfvuuzlz5pSF8UamDx09erRv374yRJFlrRXb9k5mbR9sq1mzpirMmTPHsoX9p59+euedd7RF2xMt2K958+byZ1RU1IwZM4TxdamuMJZkqqRyiN9++00FA61bt7as9uyzz6quHpcuXWrTpo3ZQEkrVqx4/fXXVVlGVtp6LQr67rvvzFIH+b68/PLLpp0h0n3tMjrq3r276a+TT5Txg+qHIc/SJ554QntIvmslSpSQhQULFjz11FOmp6708ccff/nll6osT2MBAIDnY24JAAAAAIBnK1y48Lx58yIjI1VT/lQja5Vlc/Yff/xhOoKTMJns4Ysvvti6deuNGzfee++9Hj16CDvIFESGB7IZ+t9//61Vq1aHDh1kO/jhw4eXLFkiG6ybNGlSsGDBP//80+xZMkd5++23X3zxRb1eP2LEiLlz58rUJCwsTD5Rtk2r8YuGDx9uug82djJr+2CbTAhkMiFDjujo6AYNGjz55JN16tSRbfQHDhyYOXPm/v37hbGHwc2bN4VxlCHhCI0aNQoJCYmLizt48KBcbNGihY3K8tHZs2ermULy5ctXu3Ztyzr+/v6yTb99+/by4MiDJvMA+aySJUvmyJHj1KlTP/zwg6rWs2fPgQMHas+Sx1NmRbGxsTIBksezf//+VapUkRmPPBq///671rtCvfZr167lyZPH7PcGBwfLyvK4yexE/jr5lM2bN6uDJndVnp+mQ3LJl/zpp5/26tVLngyTJ0/etGlT3bp1ixYtKn/jvn37tI4jMkExmzwDAAAPRSwBAAAAAPB4srlZtgKPHTv2t99+szHPQdOmTT4mX7EAABAASURBVL/66iutH4Cmc+fOst1ZtRpv2LBB/tSmGchQiRIlZFO1bLlWgx0tMlIPtWnTZs6cOTJdSPeJI0eOLF68+ODBg2XAsNpIe0g2pj///PPvv/++nTuZ5X2wISAg4Lvvvmvbtq2MJS5dumS2M9Jzzz0nm/gffPBBWZZZhXCEwMBAGS8tXrxYLaY7LpPGtHuELFub7VzupAwkZNIgz5DLly+rfhim5Fvw9ddfmw7qJROgcePGPfvss7IsgwGzvjVBQUEytDh+/PjHH38sjK/dLOUSxmGXZNJw9uzZadOmma6XcZTMimQEZVb/4YcfXrdu3aBBgw4dOrTfyPRRGXLIrQ0dOlQAAOAVGMQJAAAAAOANKlSo8Ouvv54+fXrChAndu3evVatW4cKFZdt6sWLFmjRp8vLLL//zzz9r1661zCSEsTVcNoXLdn+1KNudMzVZQo8ePWTjtWz4Dg0NlYu1a9cePXr0+vXr5TZz5Mhh44myMXrv3r1y37p06VKuXLnw8PBmzZq98MILslVaNkNrozbZs5NZ3gcbGjRoIJOPYcOGya0VKFBArSxSpIg8vHLLMuCRLf5qxgvZ1m829FCWqXGcJHk0ZIxko2bFihW1STWszYyt1KhRQyYTn3322aOPPtq4ceOcOXPmyZOnatWq8qBt27bt+++/VzOQm5IZwM6dO3v27CmrqYGkfHx85Dn29NNPHzx4UCYZ2m+cPn265W+UQdGOHTtktZCQEGHs0CNf1+effy6fW61atXR3Uu7Y9u3bP/jgg4ceekiepfJ9lBuRv0UGJCdOnCCTAAB4E53BYBAAAAAAAAC4NyNGjFAzhcydO7dbt24CAACkh0GcAAAAAAAAAACAixBLAAAAAAAAAAAAFyGWAAAAAAAAAAAALkIsAQAAAAAAAAAAXIRYAgAAAAAAAAAAuAixBAAAAAAAAAAAcBGdwWAQAAAAAAAAAAAAzkdvCQAAAAAAAAAA4CLEEgAAAAAAAAAAwEWIJQAAAAAAAAAAgIsQSwAAAAAAAAAAABchlgAAAAAAAAAAAC5CLAEAAAAAAAAAAFyEWAIAAAAAADhGbGzshx9+KAsDBgwoV66cAAAAsEAsAQAAAAAAHMNgMFy9elUWUlJSBAAAQHq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wDsZDAYBAADgWtoViMFIAAAAz6fT6YRDEUsAAOA9+PIPAAAAAAAcy6y14d5TCmIJAAA8ntn1AeEEAABwF3pLAADgrbQ0QvsTn+V8glgCAAAPZvpt354yAACAU+n1elWQVyBaGQAAeKh0gwezfCIL4QSxBAAAnsoye7D8aVkTAADAebQoQm8kAACAx5J5g2nwIMumCYRpOJHZZIJYAgAAj2Q6QoIwGSfBtCDSiygAAACcJzU1VRVkJqGVAQCAJ1Jhg/ZTpRTaYhbSCA2xBAAAnscyk7h8+XJUVJT8/q+uDHx8fNT1gVZBu2Jw5U9tJ9Nd7xCWW3bXi3X2YXTg4bJW5rjd58dNOA5nGsfN7PhYK3PEbB8xDz3T4uPj1QavXbt24cIFLzjTHHt87rczzfSnFxxJ0+NmWXbScfOy882y7PAj5gVH0qlHzAuOD8fNlUfMdDFHjhxBQUFyjWxwsKyT2aPt+/bbbwsAAOCBDCbdI27duhUXF6ddXqgxE9RPl12iuZ72xcP0UDjw+szL6Cy+p5mWs9sVv+uZHhPL9RwfSw4/o0x52RnF/3H24zPcGg86o5KTk7du3SoLVapUyZUrl3AJJ32Ge/F5xWeUbRyfrHHIZzj/x93n/8dZrs/s8eGMyvIRExl1gPDz8/P19bW2SyKTM0zQWwIAAA9mMCGvAORVQp48eYRz2L70MS278afIfG8J7UhmqgwvY//pbVr2iJ9qhznD73NeeYabvkDO8GwlMDBQFcLCwpx3WWLKi89w2+cwZ/h94j48wzm37yuc4R5xtt+8eVNnvP0xNTVVvUwfI3F3V4lMvQRiCQAAPIzh7ukiZEFeHBiMfH19XXZbIgAAgA0hISE5c+YUAADAw0VFRYk7s0aZjuCkho8WmewnoRBLAADgqQx34zYiAAAAAADgWKrBISUlReYQvr6+WhRxL20RxBIAAHgSw91jbqqLAMs5JAAAAAAAAO6damqQLQ8ymdDWKKpRQltpf7sEsQQAAJ7KsreEIb2JwgAAAAAAALJGNThoc0to1CBOWbtFklgCAADPY3o/gmkyIQAA9we9QUQnipgEQ0KKLlkvrtxKW5kn2BDkrwvxF2FBIjRAAAAAAPdO6y0hTPpJaJmEyNLgDcQSAAB4KrNAghGcAOB+EJ1gmLpDzDvoczNeyEwiKVWk6rUHdX4+ItBPBPuL0rkNj9US7coJXx8BAAAAZJnWW0IVtEBCrlFleksAAHDfUZcC2vWBAAB4qTUndX/uFcuO6ZJTrdZJ0YuUJHErSVy9pdt6VpSIEF0qiX41DPlDBQAAAJAFqqkhNTVVhRBaE4SwmP/SfsQSAAB4MNMrAOaWAABvdeWWGLNUt+yYyKzTN8Q3G8X/NuvGdza0Liv8fQUAAACQKVpvCWEcysls5AbTn/bfK0mHXgAAPBJzSwDAfWLxEdHppwwyiSA/kT807V+6wUOqXgyfr3tqdtosFAAAAECmaGGD7UwiU+gtAQCApzKNItSUUwIA4EVknDBzr3h/lS4u2fwhfx9Ru4hoVNxQr6iubB593hw67SkXYgz7Luk2ndFtPiOOXxfqD4Vcv+6UeGyG7rOOhiLhAgAAALCTNmS0GsHJITdHEksAAODxtNsTSCYAwJv8uVeMWabT3/11L9BXNCwhPmynLxCqPvPlw/99+Pv6iKLhuqLhon35tKctOSo+XKU7G3X70X/OiZcX6X7qaQiwbzSnZ599dtu2bSKT/P39169fr8oPPfTQuXPnZOGrr75q0KCB7SdOmTJl4sSJstCuXbt3333X9KHOnTtfuXJFZMbvv/9eqlQpe2o2atRIDUrQt2/f4cOH2648d+7cDz/8UBa6d+/++uuv26h57NixDRs27N27Vx4BufPyV5QuXbpEiRLVqlVr2bJleLitdEg7FKGhodOnTy9QoICwSTs+CxYsyJs3r7DbI488cvr0aVn4/PPPH3jgAfufKN+jmzdvysLPP/9coUIFbf3OnTuHDRtWo0YNWZavvWLFira38+abby5ZskQW5Dsut6mt146z/Vq3bv3+++/bqHDq1KlevXqp8sMPP/zyyy8Lm2bNmvXxxx/bqBAYGJg7d+78+fOXLVu2Tp06kZGR8uQXmfHLL79888031h7NmTOnPE/CwsLk9ps3b96wYUNfX1v/67722murVq2SBVlt4cKFuXLlMqsg350hQ4aIzHvmmWcGDBggCxcvXuzWrZtaKU9vP78M2pS0zxD5P4v8X0YAADyTlklkuW+EJQZxAgDASzC3BAB4k+XHxDsrzTOJYuFiWm/DxB6GO5lEBtqVE3/117/fTgTfaSzdclaMtdgsFBkA7Nu3T9yzs2fPjho1ql+/fhMmTFi3bt3JkydjY2Pj4uLkxmVs8NFHH3Xs2PGll146evRohpuSTzRLaDzItGnTYmJiRLYxb948rbx48eKkpCRxbxITEy9cuLB7924ZYMh3XDa7a4GcQ8ijJzOtAwcO/PXXXyNHjuzSpcv27dutVY6OjpYnmyqnpqbOnj1bAADgIPc4XlO6iCUAAPBs2pUBmQQAeI2YRMP7q3SJKXet7F5Z/P24oVZh4Xfna9yJ62L2PvHhavHsPN0TM8WgP8Wri3QTNhmWHhUXY27/UQgL0vWubvjpYX21greTjLkHxP5LAul66623kpOTxT3YtWvXE088sWLFCm2NTqcrWrRo1apVc+fOrdakpKTIFuQBAwbMnTs3ww1u27Zt/vz5wgPJTOWLL74Q2YNer1+0aJEshIWFCeO+yWTCzufmzJmzdnrke2raN+Xq1auvvvqqjeTgHl27du2FF16QoVe6j8pXJ88rcecFygyGK0MAgKNoAzOYTnIp7q0hgkGcAADwEozgBADeQX65GzFfd+bmf2vkB3y7coZPOwrtk/5qnHhzmVhyxPSTXyunpRb+Prqe1Q0vNTGEB6etr1tU98sj+m4/607fFHFJafNV/N4n4++Q3377bbrrmzVrlpCQIIy3w5ctW1a40HfffVerVi3hNOfOnfv++++HDRsmsmTPnj3PPfecdht+hw4d+vTpU6pUqYCAALXm8uXLP//885w5c1KMPvzwQ9mW/eSTT9rerGzcb9SoUZ48eYSnWbBgQfv27evXry+yqm7dutbOw0yROdCNGzdkYeDAgV999ZVMKWTDfdeuXe15buXKleVTrD168+bNP/74Y+rUqeo9nTBhwpQpU0Qm2RiBSp5OM2fOVDuQmJgoj8ZHH31kWW3hwoXypzxJ2rRp8/vvv1+8eHHTpk2NGzc2rSP/39myZYvlc7WxpFq0aJHuxgEA9zlnDBlNbwkAALwEc0sAgHfYc1GsPnHX53mj4uKzTv9lEj9uE22m6O7OJMwl68X0Xbq2P/hM3HL7JracgWLhE4aOFdKe9c+5tGAD6ZJZy6FDh0TmXbt27ZVXXlGZRO7cuT///PO33367QoUKWiYh5c+f/6WXXvrpp58iIiLUmsmTJx8+fNj2lmNjY23PmpCdvfvuu3Fx7j/bVKu91KRJk5o1a8o9Mb1iAAAQAElEQVTCvn37jh07Ju5Zrly5Bg8e/Oyzz6pFudlTp04Jx5HnT79+/bQ5IVatWiWjLLM68jeqk1amOJGRkWqlPX1xAACwhzOaGoglAADwEswtAQDeYfruuxbzh4pPOxqCjB3dUw1i/AbdB6t10Ql2bUpmD5+s8xm3VhdnHJdIbuTD9vqWZdKmmiDHtlS+fHlhHO3nnXfeUePhZMqECRPU/fiynXrKlCk2ZpAuV67cpEmT1IzE8m/3m2++ae3XqV0SxumF7R90KJtQ8yFfuXLlyy+/FG4VHR2tZn0oWrRosWLFWrZsqdbPmjVLOEjv3r0DAwNV+fjx48LR+vTpkyNHDlXeuHGj2aPaTBKNGzeuXbu2Gi5s7dq1lgEGAABZ4IymBmIJAAC8BJkEAHiBy7Hiz713RQZD6usLhN4ubzkjvt2czoTVAb5pkUOQv/D3NX9IVp60VUzY7KP+SoQGiEkPGvaNMOQJEVC0GwBHjx7t65t2BE+cODF58uTMbCNtdCYtNhg1alThwoVt15eN46+//roqnzp1atOmTelWi4yMbN68uSp/9tln165dE9mb6d2U3bt3V4V58+Zt3bpVuM/8+fNV8NOuXTv5s23btj4+aY0hCxcujI+PF44gN1iiRAlVVumUYwUFBVWsWFGVL126a3IY+dKWLFkiCzIXkWeLfAvatGkjjFeGdJgAADgEvSUAAIBVjOAEAF7gjz13Lfr7iM6VbpdlYvHCAl3q3aFEiQjxUXvDn/0MSwcZFg0w/NHXMLaNoXgu878Ik/8RPzprIl7vIZt9+/fvr8pTp07N1FBOK1asUA3fRYsW1UbRsU22IDdo0ECVly5daq2aTC/UJMbR0dGeNZSTfIFquCTh7qGc/v77b1VQ7fXh4eGNGjWShYSEBNWgf++Sk5PPnz+vyjJzEk6gdalR/Ww069atu3kzbS6apk2byvRCFtq3b68ekoGQXq8XAADcG3pLAAAAq5hbAgC8wMYzdy32rSnyhNz+bJ+513D1lvmjywcZelYTVQqIImGieC5RvWDayoUDUvvVvKtmcqrh+606s6dDMf2m/eSTT5YqVUoYh3J6++237R/Kadu2barQrFkz+/8ca6MJrVmzRs0ibrlvsg165MiRanHDhg3Lli0T2ZhZs8Vbb72lhja6cuWKmlTZ9WS8dOLECWGcuVq9uVKnTp1UwVH9CX755Zdbt27/D1amTBnhaDL2OHr0qCqbzTO/YMECVejQoYMqyFequm5cvnxZnjMCAIB7Q28JAABgFXNLAIAXOB9913e0QXX/u9N5zcm7HnqwihjbxuCT3pfEYH/du20Mwx+464+CzCSGzCO9zoCfn59MI9QIPydPnvzxxx/teZb8+6vFEtWrVxd2a968ufpdiYmJR44csVZNNjdrM1V8/PHH6tZ4j1C4cOGnn35alWfNmrVz507hcvPnz1cFrQ+BMKZHoaFpg6MdPHjwXia+lm/c3r1733nnne+//16t6dy5c968eYWjjR8/XutuUqlSJW399evX1bQZMr5SXUCUbt26qQLjOAEA7p0zmhr8BAAA8ApkEgDgBa7E/vdhnjtERIT8FyQcuvxftbAg8Xzj2zWTU8VXG8XpG6JOUZlVGHIG3n7K843FzvOGtaf+28LO82LzGdGwuHC9559/XjjCkCFD7Kn2+eef25hx2raKFSs++uijP//8syzLWKJly5YZ3vx+9epVra9DpgbwkU3J+fPnv3jxoixHRUXZqDl69OhHHnkkNjY2Ojr6k08+8aDRnPr27btixYr9+/fLsox8ZsyYoQYaspPMe7ShrmyoWrXqlClTLNenpKQsWrRIGAMnrTOBtjhz5kxZ/uOPP0aNGmVj4wcOHHjmmWcst/zvv/+azSldv379V199VTiOTB3kEZCJzq5du9Sadu3amR5A+erUFaB8OWpmFEUufv311/KhDRs2yJ10RlKS5f/FAAAexxm9JYglAADwEozgBACe7tQNQ2Lqfx/mYYHC987S6RuGW8n/PZQvROTPebv8wzYxYXPaQwsOi1926L7srK9a8HbNse1El6ki2mRwoMVH3BNLeJbBgwevXLny3LlzqampsiX9p59+Mm3wtZSYmKiVc+bMKTJDa2KWeYONanny5HnhhRfGjh0ry8uXL2/fvn3Tpk2FJ5DXJ/IY9unTR7bjywDm22+/ffHFF4WrrFmzRmY5wtiGrqbo0HTu3FnFEkuWLJHHNjg42NpGYmJiduzYIWySOcfTTz/92GOPZe16TGYPZsmHTBTOnj1rFnvIdOHll182XTNv3jxVMA1dpNy5czdp0mTdunVyO7Nnz5antAAAIKucMWQ0sQQAAF6CuSUAwNNdjLlrMS2TuPO5fj3+rocC/UTgnXZy0w//kzdE3xk+sx81lM2Ttlg0TPSvJb7Z9N8T15yUlT24d1358uXV2Du2hYeHi3vg7+//zjvvDBo0SJaPHDkyderUgQMH2qivBmLKmvj422+t7eRDGJvRFy1apEaLev/992WTemYjEHcpXry4bLKXgYQwdk1o165d1apV7XyufLvlm55htZIlS6a7Xpt3wXQEJ6VixYolSpQ4ffp0QkLCwoULH3roIZF58q3v0aNH3bp1a9eubTYTdabcvHkzw+SjYMGCn3/+uembvn//frn/wvjyK1SoYFa/U6dOMpYQxnGcnnzyyXs5SwEA9zl6SwAAAKuYWwIAPJ2Nr3y57h72JtWgS9UbfI3NjI/XNkQl6L7bcvuhW0nis3Xif91vLzYvrf9ui0/KnSkqztwU/0aLwmHCxb766qsMh+KZMmXKxIkTbdcZOXJkrVq1hPPJdvO+fftOnz5d7VizZs1sDOWUP39+rXz27FnTRduSkpIuXbqkygUKFMiw/ptvvin3KjY29saNG5988sm7774rXOjnn3/evHmzKmtHY/z48WbVatSooQryTTddX6dOHVWYMGGC6XoZDxw6dEhYIR9VeUYWXL9+fePGjcKYbURGRlpW6N69u9r/WbNm2Ygl5KmrvZbk5GSZBOzevXvOnDlHjx7V6/XHjx/v1avXvWQStskTo379+o0bN37ggQfU/OEaLXTp0qWL5RObNm0qX7g8W65duybzCXkOC4fasGGDn18GbUrPPvusNu0KAMBz0VsCAABYRSYBAJ7OV2f4r3+EDBiShV7GCcZ76Evl1gX5iYSU2w/diDfciBd5c6SVA/3Ey5GG+sV0T89Jm2dCWn5MF51gCDMmGUXCdP6+IuW/mbPFwcu6wmH8ycjY0KFD165de+7cuZSUFNtDOcnG2dy5c8tGcFk+deqU1v6eIVlZK9sTZsgW6ueee+7DDz8UxqGH2rRpY20opwMHDjzxxBPpPiSbpz/++GOReQ8++OC+ffvUmEiOIq9ezpw5I5xj/vz56upI7rPtiRBktCBfmj19OPz9/csade7cefjw4Tt37ty1a9eAAQO+//57e3p1WNO6devMzhciT0t5Dqjy10Y2Ks+dO9fhsQQA4P7hjN4SdOIDAMBLMIITAHi6cnnuWrwef1ecUMmk1fpyrJix566P/UbFDUXu9IHQG8SRq7eDh5wmE1Qo/8aQSdhFDeWkykeOHPn1119tVK5WrZoqZKqRXascERFRuHBhe57SvXv3unXrqrJsyI6JiRGuEhoaKtvihUMFBQXFxcUJ55CxhP2VZcO9yIzAwMBx48YVLFhQluVLeP75569cuSJcaOXKlfZHRBs3brxw4YIAACBLnHETJLEEAABegrklAMDThQfrwk0Ga0pKEZtMmrhblbnrC+EXG8TXm0Tinf4Tp26IK7dMNhV0+y+C3uJr5K0kATtVrVq1V69eqjxx4kQbkUPr1q1VYdmyZbdu3RL2+euvv1ShQ4cO9v8Rf/PNN9X8zDdu3Pjiiy+ECzVp0qREiRLCQWTOkSNHDuEc+/btU/MuyOSjtnXalAxLly7NbEASHh7+9ttvq7J8L8aMGePKrquLFi1ShdKlS9t4gdpcFNrJBgBAZjG3BAAAsIq5JQDACxQK00Ul/Pdh/s0mXeuyBh/jN8F+tQy/79Gdi7r9kPzI/3K9bup20aK0uJVsWHZUp7/zvDwhouydjhexSbrUu/845HNWO7B3Gjp06Jo1ay5evKiGcuratatab/b9PDIyMjAwMDEx8dq1a99///3IkSMz3LIMMLZsuT0liJZq2KNAgQLPP//8uHHjhHF2AcvJnKXKlStrG3cgHx+f3r17f/zxxw655AgLC0tKclZKpnWVkJHPa6+9Zq2afMvatm2bkJAgC/Jg9uzZU2RGrVq1ZHA1Y8YMWd65c+cff/yh5VhOdf369U2bbs9l/8033+TJk8dazUmTJk2ePFkW5s2b99RTTzHxNQAgC5xxEyR/kAAA8BJkEgDgBUrmuuvDfP+ltH9KWKDuu+76IP+76t+IF7P3iyVH/sskpIF1hfbN8VLMXSNBSQVzCtgvKCjorbfeUuX9+/fPmjVLlc3+7MpqgwYNUmXZNr1nzx7bm71586bW0aFmzZpVqlQRmfHggw9qM1iMHTvWeY37lkqUKGF7ngY7xcTEyOTg2LFjwglkxiBTH1VON7bRyDCpVatWqjxnzhyRecOGDStVqpQqf/fdd1evXhXO99dff6kzsF69ejYyCalbt26qIAOz1atXCwAAMo+5JQAAgFWM4AQAXqBrZfM1pnNIVMqv+6qLwXauULWAeLjqfy3mO/69PQ+24ueTVgGZUrt27YceekiVjxw5Yq3aY489Vrly2vsn24uHDh06depUvV6fbs0NGzb06dNHNhML40BG2gwWmfLGG2/IJnVZuHz5clRUlHChrl27pqaminsgD9Hp06flz+PHjwsnkO3vat6F/Pnzy9THduUuXbqogtyZDPMkSwEBAfK9UOW4uLjx48cL59Nmwmjbtq3tmvIIaJORZHb+DAAAFOaWAAAAVjG3BAB4gTZlDSUi7vow/32P2Hr2v6+CrcqIP/sZGpcwhAaYPzdnoGhfXsx+1JD3zjBNt5LExK13ba1awbumr4Cdhg0bpiY3tsHHx+eTTz4pU6aMLCcnJ0+YMGHw4MGLFi06d+6cqnDz5s01a9aMGTNm5MiR169fVytli3aGW05X4cKFn332WeEOMkq5xz4BMipISUkRTrNgwQJV6NixY4aVa9WqVahQIVXOWsN91apVO3TooMpLly7dtWuXcKbdu3er+atlImLP8F+dOnVShS1btjDxNQAgC5hbAgAAWMXcEgDgBXx0Ykh9/etL/vvuJz/aX17kM+dRQ+6Q22sK5RQ/9RTno/T/nNNtOau7GW/IGaSrU8TQpIQoHCZ8Te49+2C17lLsXdtvUVovPNnnn38u28TtqSlbih3Yah8SEvL2228PGTLEdrW8efPKNGL48OGHDh2Si3uNZCF37tzh4eEnT540rSxfyKhRo1q0aCGyqlevXitXrnRII7jc7V9//dVGhZw5c3788cfaYmxsbJYnCIhDGAAAEABJREFUrI6IiHj88cdl4YcffsiwsjySzzzzjLDPq6++WrJkycuXL2vzamg9IWzr2rXr999/L4yhwgsvvKBNE20/+abLzElNmv3BBx9Mnz7dz89Z7S1a6BIZGSnPzAzrt2rVaty4cQkJCcI4UNXQoUMFAACZ4YybIIklAADwEmQSAOAd2pUXH69NmzRCcy5K9Jyu+76HQZvI2lcniufSFc8lHro9XpP5n4BUvZixR8zed9dK+XWyXXlZ04O71tkYQ8lMcHCwcKhatWp169Zt3rx5tqvlypXr22+//fTTT5csWaIN4nTdSKsTFBTUunVr2douYwxxb956663evXsnJiaKe5PhHA8yWTFbc+bMmQoVKmRhCuUePXqoqThWrVplFtVYkvnHjh07hH1u3bolTCa7rlixYtGiRe15YufOnVUskZycvHDhwixMWy2zlqeeekqN4HT69Olp06ap6MXh5HstTy1VznAEJyUwMLBdu3bq1J07d+7gwYOdF5kAALwSc0sAAACrGMEJALxDeJCY2tPg73vXylM3xKMzdLv+FXo7Mui4JPHNZt2YZbqku8f/f6KuKJuHPxZZN2LEiHz58mVYLTQ09O2335atwP369atUqVLBggVlK3yOHDlq1Kghg40333xTNiuPGTPm3jMJYRzKKcM+HE4SFxd35coVkUnly5dXUx3IlnF5lLKQamTor7/+UgU7W+2FcQKGBg0aqPLMmTNFlsgwo2TJkqo8ZcoUJ819vWLFCtXvIWfOnE2aNLHzWTJ3UYWoqCgmvgYAZJYzboJktAcAADyJ+sMtf+qNUlNTU4xu3LgRHx8fHBxcokQJAQDwfB+v1X2/xXxlgK+oX0y82sxQOX/6z0pKNczdr5v4j+7kdfOHSkToFjyuD/YXgKPI9vGxY8fKixA768soYtSoUVmbSwMAALiLmpooJiZGtkUEGPn7+8uffnf4GOnusGebdNwDAMBLMLcEAHiT4Y31F2J0fx/UmX60J6WK9afEpjO6WoV1tYsYiocbIoLTvvglphguxYoDl8U/53wuxqSztbAg8W5rMgk4WFBQUI8ePeyZIkJp164dmQQAAB6HuSUAAIBVZBIA4E0C/XTj2ouYBMPak7rUuz/gU/Vi2znDtnPCZJYIW18U/X3EB20NTUoKwOHq1q27fv16e+b8iIiIkLGEAAAAnoa5JQAAgFXMLQEAXibAV0x8ULzR0uBzDx/w4UFi8kOGduUF4CS9e/e2ZwrlRx55hJmWAQDwRM64CZJYAgAAL+GMbpUAAPeSgUT/2mJef0PbcmkpRWY1Ly1+fUTfpKTw4e8DnKZgwYItW7a0Xad69eo1atQQAADAA9FbAgAAWMXcEgDgrSrnF//rbpj7mKFhMUOQX8YZg5+PKBqum/yQmPKQoXIBEgk4Xfv27SMiIqw9GhgY+MgjjwgAAOCZnNHUQA9KAAC8BJkEAHi3CvnEr73E+WjDsWti1wXd7n/F8ety8b8K+XLoKuRLm0OidmF95fw6JriGywQFBcng4fvvv0/3URla5M6dWwAAAM/kjN4SxBIAAHgJRnACAK8nP+mLhqf9a176vyg6OlGkpBrCgnR+PtpK/iLA1WrUqFG9evU9e/aYrS9QoECrVq0EAADwWM4YMppBnAAA8BLMLQEA96ewQJE7RGYSAnCvdCe17tOnDzNdAwDg0ZhbAgAAWMXcEgAAwI1y587drl070zV16tQpX768AAAAnswZTQ3EEgAAeAkyCQAA4F4ylihQoIAqBwYG9ujRQwAAAA9HbwkAAGAVIzgBAAD38vPz69mzpyp36dKFma4BAPACzrgJkhEeAQDwEswtAQAA3K5y5crVq1ePiopq3ry5AAAAns8ZTQ3EEgAAeAnmlgAAANnBI488ImMJHx+GZwAAwBs44yZIYgkAALwEmQQAAMgOchsJAADgFegtAQAArGIEJwCAoxB1A8hWuNAFADeitwQAALCKuSUAAFlDCAEgm0v3Y4pLXwBwDXpLAAAAq5hbAgBgv3T/ZPB3BEA2Z9o0pn1kkU8AgFPRWwIAAFhFWxIAwE6mfzKsla3VBwDXyLAJTKugPqMIJwDASegtAQAArOKbGAAgQ+mGEKpg+hMA3M7s40hd62p37GodhU3DCa6HAcAZ6C0BAACs4psYAMA2y0zCYGRWEIQTALIZLYpQP1UmYVoQAACnobcEAACwirklAAB2UiHE8t0XF24/b7ZemAyHwp8VAG5nFjzUKp27b9PiKpAwqya4TQcAnIPeEgAAwCoajwAANpgO2aScuBSzev9lAQCew89Xl9q4iGwd8/Hx0d2hHiKZAAAnccbnqo8AAABegS9gAIAMGe4mAMCjpBrp9Xr10/SjjM80AHASZ3zA0lsCAAAvwa1hAABrzL5MWmYShfOE8EcEQLZ16Xpciv72p5YMJOQnmI/P7RttZcFs7msAgGMxtwQAALCKQcABALaZzm6t7jLWHpr4XIvgQL4eAsim+n2y7OL1OFVWsYT2CaZdA2utZtysAwCOxdwSAADAKjIJAECGGMQJgEeTkWpKSoqfX1pzlppYQq5RBfpMAICT0FsCAABYxXcwAECGTDtMEEsA8Djygys1NVUWZDKhTXmtfaBxPQwAzkBvCQAAYBXd1QEANmjNdukO4gQAHkFNdi2MCYSPj49cVHNLcCUMAM5DbwkAAGAVc0sAANKV7nzX9JYA4IlUbwk1dpMqmH6g0WcCAJzBGdGvjwAAAF6B1iUAQIa0PxbEEgA8kersJQMJ1eXLMpMAADicM+JeYgkAALwE94UBAOxBVwkAHk0FEqaxhGUdPuIAwIGc8aHKIE4AAHgJRtQFANhm2lVCAIAH0t9hNl8OH2sA4Dz0lgAAAFYxtwQAwH604gHwUKQRAOBi9JYAAABW8a0MAGAP/l4A8Fxmk0kQTgCAC9BbAgAAWMUITgCADNF4B8Cjaf2D+TQDAJehtwQAALCKuSUAAPajRQ+AJyKTAADXo7cEAACwirklAAAA4PW44gUAF6O3BAAAsIpvaAAAAPBudA4GANejtwQAALCKL2k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nHETJLEEAABegrklAABwsZSkRL8jMxJirifEx6empgoAAACv44ymBgZxAgDASzC3BAAALpOSknJg1z++h3+tn/T39dSCCwy9A4JD8+UvWKJsxSLFS/v58V0bAAB4CWfcBMmlEgAAXoJMAgAAF4i7FXv88P7D+3emxsf09F2lDytWKOZMnTwx5wJKXbl88fiRAz4+PnnzF8pbsIhMKSLy5g8Lj/D19RUAAACeid4SAADAKkZwAgDAqeLj4w7v27lj89rAoOAqNerUN6z0PeYf33le8LL+NWNmVnhwqCE4X1Ji4ukTR08dO3ji8L7D+3YkJyUFBAaWKF2+bKXqEbnz+gcEOqojRauHnzp19t90H8oTEV64YL4C+fIWzJ+3bMliXds1Dw8LTbfmlWs3GnZ8VFgXmiM4d0R4RHh4kYL5q1cp36xRnfKlSwj79B82esM/u7TFru2affHuK7afMvbz73+a8Zew26MPd37n5WduxcVXb/GwyLw2kQ2/+2SMtUcXLF/3/OiPtMUqFcr89fNXwqa+z7y2ZcdebXHqV+81aVAr3ZoTf/5z3Lc/qvKrzz4xuH9W9h8AANegtwQAALCKuSUAAHCS2Jjo3f9sOH3iiH9AQPP23QsVLREafdB/0dSEFt+L4LwJ7X8Pnt0icMNrCa2nyBCiXKWq8p/MJ+Ljbt2KjT57+vj50yePHZouH8oRGpY3X8HSFaoUKV5KOM21G1Hy396Dx9Tih19NHvL4I88/2VdkXuytePnvzLmLu/cfXrhi3bivf3iy34MvPfO4n18G/T/O/XvJNJOQlqzaeO1mdJ5cYcJDtGraICxnjuiYW2px/+HjJ8+cL1W8iLX6MuPZunOftlggX55GdWukWzMmNm7iL38KAAA8BL0lAACAVcwtAQCAw+luHvfZM+n68UMFEhNLh4YWLVHG7/y34rzwvXFIGPT+x/7wOzlPVfQ9tzJg42ih81FPDBAiVIh8QpSUDfilRXyBmMsX/70VHSOiRfxxcS4ouGjJ0gGBwfoC9VJKddae5QyJScnjJ027fjPq7ZeeEfdGXmlM+nXWuQuXxo991dfX1j7P/Hup5W7MWbDiyX49hIcICgxo3azR7PnLtTULlq8bNrC3tfpLVm80vRLr1LppuocoPiFx2Osf3JBnAgAAHoLeEgAAwCoyCQAAHE4Xczro2LRKfkEi1E8k3xLHthj8c+gMqSI53hAQ6nNhfVolg16XHCf/63/oZ+HjKysIk7/JPim3DPpUfyHC/IMNof7/PXDuoC4pVhz+RaQmppR9WDi5y+MvM+eXLl60/yNdxD1btGJ9s4Z1enZta62CXq+fs2il5fpZ85d5UCwhdW4VaRpLzF+6xkYssWz1JtPFjq2aWtaJvRX/9Mvvbt6+RwAA4DnoLQEAAKxiBCcAAJwkseE7wicwYNNo4RuUUq5nav66getG3Oq9Uz7kE3UscMNrvjcOGYLzGvxDfeIuJzV8N6VMd/VEv8PTA/95N6lCf/8zi/RhpRNaTRE+xq/hhtTADa/7nVmYVHlQ4MbXfaJPJtV5Jcu7ly9PxJdjzZ++c9+hn//4+/LV69qacd/80Lh+zbIli1nbzgP1ag59opfl+mOnzv4846/jp89pa6bNWWgjlli3eef5C5ct1x85cXrrrn31a1YV9vlo9PBiRQraqJA/bx6R1q0hcNqED80eSkxMHvjCm9pineqVRg7pb1YnV3gGI0o1aVArT0T4tRtRavHoyTPyJaQ7u8aNqBjTQavkbteqVtGsjnzu0FffP3nmvAAAwKPQWwIAAFjF3BIAADiJ77/rfU8vS2w5Uf6tDVo7wifmtFypS03yPzTVf/9kfZ5q8Z3n+R2doUuOTc5VPnDzm/qAMH2xln4n/w7cNDq55vPJNV9Irj4saMWgoCV9ElpMFP4h/nu+9T35d8ID41JKdpJbCtjzjcE/OLnK08I3QGReYGBAwzrVzVbKNQ93bjNwxJsHjpxQaxISk6Wm4o4AABAASURBVL6b+senb71obTsRucIst6M21a5549Y9n4q9Fa/W7D1wND4hMTgoMN3tzF28Qivnz5v7yrUbWp/OWX8vtz+WqFKxbOXypTOs5uvrY7nbt+LiTRfDwnKm+9Iy3HLnNs2m/vHfLNyLV25IN5ZYtuauEZy6t29h+uips/9Om7Vg+uyF8i0QAAB4Gmc0NThx/EoAAOBKzC0BAICT+J34W+cf6L/n64DdX+mD8vieWqRLjs/xe23/vf9LjByf0GqyPryM0KfqDKkplQYkVRscvOzxgI2vB64amlxrZFLVZ0RKgswbElpO0iXFhvzdWeYWcjtJkV+kFm+r0ycnVx2SVOvlgG0f++/7nzDohePkyxMx/r3XTKennrtolWn/iUxtqmrFcqZr/r14Jd2a0TG3lqzaqC3KaKRlk/ra4vzla7VJpD2C2VhMC5evS7fa0jWbTRd7dGhluvj482/88NtcLZMIzREsAADwHM5oaqC3BAAAXoJMAgAAh9P53PnWnBDlm/DPfw8YUkVqqs4vOHDDq7fXJEXphCHkwmahTxFp80z8Kp/td+gXv7TCHamJuoRrfoeny+0GbB4ToN0paHxKwI7PDcEFU8r3Eo5TukQR2USuTUAtrxa27tzXuU2kuGfh4TnTXT9n0YrEpGRtsVuHFkdPnFmxbotaTEhInLdk1WMPdxYeom7NysWKFDx7/qJaPHryzKFjpyqWLWlaJ/ZW/LrN27XF6lXKlyhWyNoGK5cv/dk7L3XoM/S/VfR2BQBkb8wtAQAArGIEJwAAHC41T9WkBu/s3bEp9VbaZAmpBt+8xSpE7F+TdF6NjHRXj4HwYr7+BXxjchQXAfkCirUIyF3OJylKu2/g1q3YPdtuz4qcYAiqXuWB3Hnzmz7doPPRF6gnHK1Jg1paLCHt2ncoC7HE+YuXd+0/rC3mzZ0rb0R4ujXnLPxvBKd6NaqULVmsRJFCucPDrkdFq5V//r3Mg2IJqUubZhN+mqEtLlm1wSyWWLZmU0pKqraY7mTXyqMPdx41/MmUlJS71nJnCQAge2NuCQAAYBVzSwAA4HhBuZOrDDy0x5CnZLi/v/+FCxcScpULSj2UfPO4Zd2cBcX18Grbqr4ty2XyFCieK7fpowk3b+zeHKctVi7dNeXuWMJJKpYrZbp46twFkRlXr93YvvfgB+MnJyQkaiu7tmuebuW9B4/Jf9pitw5pUyz4+/v16NRqyvQ5auW+Q8d27z9So0p54SE6tYk0jSUWrVg//Kl+phWWr/1vBCd5Mda5tXnqE+Dn92Dn1oP69FB5hnksAQBA9kZvCQAAYBVzSwAA4Dwyk5A/AwLSpqTO3ay1zn+rzscnueaIlIgqvmdX+R2aZvALCgxO0KZNCPAx/wIfliuifffe2zauvhUbU65StVy58wqXyJUz1HQx1vrUDvOXrZX/REZyhoYMfaJ3ug+ZdpUICQnS+g306tZeiyWkWfOX2RNLdHnsORuP7ln1Z44QV0zSILOEKhXK7D98O4g6evLMwSMnKt2Zizs+IXH1xv9G92pct0ahAubv7MzJn+cKDxUAAHgmZ9wEyZTXAAB4CTIJAABcwzd//uDSZf2bDAq79GOo38nwa9P9O4wKrlzHP0iX98b2YhcW6fQpwf5Blk8sUrxk+So18hcsXO+B5j4+Lvo+HhISYroYHRsr7oEMGz56Y0REehNLJCQm/b1ktbbYNrJReNjttvgyJYvWqlZRe+ivpavj4hKE5+jU+q5xmRav2qCVV6zbos1lLXVsnc4ITmQSAACP5ozeEsQSAAB4CUZwAgDAeWJjY+Pi4hITbw9kZBC+ifXfTCncPGDbBykV+iZXG6LW++kTqx/5sv7lOWFBQSJ7MLtAMJ2POlOCggKb1K81+4cv27d4IN0Ky9Zs0iaQkLq1b2H6aI+OrbRyTGzcguUZd8vIPrq2u+u1/L1sjVY2HcEpMMC/fYsmAgAA7+KMmyCJJQAA8BLMLQEAgJP4+vmdPXv2woWL8fEJQcG3Ox/4Xt7me351aqFGfkd+9zs2W65JKdMjod20+C5/hTQebe2PcmJCnHCtW7fu+o2hOUJE5g1+7OF9q2dN/fq9cqWKWaszZ9F/IzgVKZS/SYNapo92adNMttpri3/OXyY8R6ECeRvUrqYtnj57Yd+htCk04hMSV67fqq1v3rgeHSMAAN6HuSUAAIBVzC0BAICTdOn5+F3LR2fq4s4HLeyVVOXJ5LqvBez4LHDja8LHL6nq06lFIm1tKOZctVPv6eOu++2PSqkyULjEpavXTRfDc1ptN+/cJvLLsa9cvX7z0pVr8xav+uG3udpDE3/58+qNmx+89py/f/rNCPIpazft0BbPX7hcrlEXYd223QcOHTulpoC25u9fvq58ZwoHt+vYuumWHXu1xcUrN1StWHbdlh234uJN6wgAALwOc0sAAACryCQAAHAZXXKc8PHxiTocuHKQ7uYB4R8ikm9l+Cyf5OjQ6L1hKed9Lm8TrnLi9DnTxZLFi9ioLBsd8uWJkA3uo0c8Nf69V00fmj1/+bOvf2DtemPm38syeykyy6M6THRu3czPz1dbXLhynTCOW6WtCQkJah3ZUAAA4HWYWwIAAFjFCE4AALiSTuj0+evqCzXVF3zAoE8R2dWhY6dMF02nnratc5vIxx/parpmxbotE36aYVlTBhJzF60UmTR34cosT3ThernCQ5s1qqstnj57Yceeg/KAaGvat2wSFBggAADwOswtAQAArGJuCQAAXCcwV2pIAZ/oMymlu/hc3GoIjNDnKpfhk/QhBU/kfeRgaJeUSv2FS8TFJ5rO4iDbzZs2qG3/018Z9kTZkndNJvHV5OnHT50zq7Zp256TZ86LTLoeFb1o5XrhOTq1vmuErvfHT4qKjtUWu7SOFAAAeCPmlgAAAFYxtwQAAK7hk3hTH5QvvuPM4L87B89pq0u4Fv/g6oBNozJ8Ymyy35prZfLmL1iyoCtG+9Hr9R99NfnqtRvamh4dW+XNncv+LcgY45O3Xnz4yZGpqXq1JiUldcy4b6b/7yPTarMXLtfK8oJk04Jf8uWJSHeDp87+2+rhp/574vzl3du3EB6idWSDkJCguLgEtbhr32HtoTwR4Q/UryUAAPBGzC0BAACsIpMAAMA1dPqktP8E5jLkriIzCX3O4obAcHueuHLRXPmtvnqdRgnx8cKZomNuLVi+rscTL0ybvdB0/eO9uolMql653DOPP2K6ZsuOvbP+Xm76u5as3qgtNqxTzVomIZUsVrha5f+6lWz4Z9eJ05nuZuEuOUKC21iZPaJzm2a+vjSwAAC8E3NLAAAAqxjBCQAAl9GJlIDtH/tcWJ/Y6D2d0AeuGqJLzSBp0Ov11y9fqJbLv9CueX9P/TruVqxwkHP/XirToJPpv1qtH3l+9Ef7Dh0zrTZi8KPlShUTmffswD5l737iR99M0cYvmr98rdaBQGrTrJHtrXVs0cR0cebfS4Xn6NiyafrrWzUVAAB4KeaWAAAAVjG3BAAALqOLPu2/938p5fsYQgon1XrR5+ZRnyu7bD/Fx8enQ45bjeeNjpjxRr/9U4Pio4QLDejV9blBfUSWBPj7fTzmBdPLjOs3oz/731RVnrNwhWnlDBvoO7dtZroon56cnH0nDDfTrHHdPBHmPWOKFSlYt2ZlAQCAl6K3BAAAsIq5JQAAcB2D3uAX6HNtv//+SX5H/hA6X2H7r7DBkGPme9W2/Bjd+92DI/8OrtyowLutAjfNEs5XqniRKV+8M2bk0+Ie1KhSYVDf7qZrps1euOfA0eOnzu3Yc1BbWbdGZRsjOCmFC+arV6OKtnjl2o3l67YID+Hv79eueWOzlV3aNBMAAHgvZzQ1MOU1AABegkwCAAAX0vkYUhNqjdAXaqyLuxw8r4PO19+sRsqcBak796pyROKGHOfXXfRpn7zxZlj4zqshjXNcORj+zaDERROvFu59e4s5Qvwf6yUcJCQkqH6tau2aN3qwY2s/P19xz0YMfmz52i2nzv6rrRkz7psGtauZ1mmd0QhOSvtWTf7ZvV9b/HP+sg4tHxAeomPryOlzFpmu6dQmUgAA4L2c0VuC2yoBAPAk6g+3/Kk3Sk1NTTG6ceNGQkJCYGBgyZIlBQAAJiz/dkjJyck/rT7905pzqs78tzsFB3LXmr0C9nzrd3RGcpmH/fdOSK34qN+R31LK9/a5vCulcJPkWi9o1RLfeD/5h+mqnL/qtYAcqee25DfdTr5KN0LyJJzZWNCgN37bzxMRune9AGCh3yfLLl6Pk4UGpUJGtCkYEBDg7++vfvrd4evr6+PjozMSzLsGAI7z77//yg/VmJgYeT0ZYKQ+hLVPYB8j3R32bJNBnAAA8BLMLQEAgMsYhF9S9Wf1Bev77f1eH5Q7sdZLBh/zXCfgxaEh6xedyhd01BB9Izk1UaQeM8SY/otKTUkRhuOq3Cky5PfJAgAAIJtxRlMDt8MAAOAlmFsCAADX0Qmf2HO+l3cagvP5RJ3yubDJskry+InJfy8udjMpVReaI1UfIBKL63KkCr321zpIJPuKlMK6YL1OF7B1b8Kr74TM/00AAABkJ864CZJYAgAAL0EmAQCAy/jcOh/yd5eU4u2S6o3yO/hz8NrnDEKXWrChaR1Dql6kpPrlipBfvH2DU3x89YH58v336I2bvim+8it+sPCTzxVXbuiv3BAAAADZDL0lAACAVYzgBACA0yXH+55f5XPjsEiOM/iL1AJ1fS5u1keU1+co4nP9oO7mEd9TC1OKttL5Bcq6gWNfl/9uP+/GxdirZ3KUq2+6Mf3FYzGXT+Wo3loAAABkV/SWAAAAVjG3BAAAzqa7dS5o5dO3y8lxgetfNn3U/+R8+S+u+zJD7opmT9RHFJT/zFamFiwr/wkAAIBszBlNDUx5DQCAl2BuCQAAnC7jr+U6nX8OAQAA4C2c0dRAbwkAALwEmQQAAM5mCC97a+BZAQAAcN+gtwQAALCKEZwAAAAAAIBj0VsCAABYxdwSAAAAAADAsegtAQAArGJuCQAAAAAA4Fj0lgAAAFaRSQAAAAAAAMeitwQAALCKEZwAAAAAAIBj0VsCAABYxdwSAAAAAADAsegtAQAArGJuCQAAAAAA4Fj0lgAAAFaRSQAAAAAAAMeitwQAALCKEZwAAAAAAIBj0VsCAABYxdwSAAAAAADAsegtAQAArGJuCQAAAAAA4Fj0lgAAAFaRSQAAAAAAAMeitwQAALCKEZwAAAAAAIBj0VsCAABYxdwSAAAAAADAsegtAQAArGJuCQAAAAAA4Fj0lgAAAFaRSQAAAAAAAMeitwQAALCKEZwAALAh9la8ALxUXFyCAADAOegtAQAArGJuCQCAZ2nY8dEr127Iwvxfvq5UvrS4N8vWbh7y8lhZGNCr65iRT5s+dP1m9NufTOjQqmmHlg+Yru/+xIi9B47KwtYlv+XJFSbuwcy/lr72/nhZeOHpx4YN7G10KzSfAAAQAElEQVTPUz76+odJv87SFid+8maryAYZPuvXWQve+niCKucMDdm1Yqa4b0RFx9Zu00sWKpcv/fcvX9v/xHpt+1yPis7a4bp67cbStZu379p//PTZC5euxsbFF86ft2CBvFXKl6lTs0qLxvX8/HyFuy1ZvXHanwt+/uZ9AQCAEzijqYFYAgAAL8HcEgAAWNq268CIN8fJBmUZS4hsbMnajfbEEktXbRRwCXlZNenX2d/++JtZP5sTZ87Lfxv/2T1p2uzypUu8+eKQRnWrCzdJTdW/9sH42fOXV77nYA8AAGuccRMkgzgBAOAlyCQAALC0fN1mmUmIbG/5ms1JySm261y9dmPjtt0Czicvq94c9+24b37QMonc4WEVy5VqUKtqiWKFAgP81cojJ04/MWLM5u17hJskJCbKTEIAAOBM9JYAAABWMYITAOB+Vqp4kRGDH5WFapXK2fmUXl3btWqS1kEhODBQuE9ojmDZ9h0VHbvpn93NGtexUXPRyg33810IgYEB6i3OHREunGzektXT5yxS5Z5d2g7q92C5UsW0RxOTkn/6fe6En2bINy45OeW5UR+u+HNyWM4cAgAAb+SM3hLEEgAAeAnmlgAA3M/Kliz23KA+mXpKnx4dhPtof7VbN204d/EqkTZDwAbbscTSNWkjOFWtWHbfoWPi/rsjISgwILNvcZb9MH2OKrz67BOD+z9s9mhggP/T/XvWq1n1kcEvywuw6zejp89eMOTxRwQAAN7IGZccDOIEAICXYG4JAAA8UeUKZUoUKyQLi1dtSE3VW6t29dqNTdvSBgsym7gbDpeUnLL/8HFV7vdwJ2vValevJMMJVV6+bosAAMBLOaOpgd4SAAB4CTIJAIB36PLYcweOnKhXo8rvEz+WzfSLV2/YvuvA9j0Hzpy/ULFMqbKlij3cpU2NKhXMnrVs7eYhL4+VhQG9uo4Z+bQsDH9j3Pxla7UKw17/QBWmTfiwYZ20OYq7PzFi74GjsrB1yW95coWZbk3+3r+Xrdm+a//ZC5f+vXD5/KUreSLCixUuWLJY4dpVK3Vu10ybXcAh2jZrPOnXWVHRsRv/2dW0Ye1068xfvk71jOzYKvKTCVNtbE2v1//y5/xd+w6dPHNe/suXJ3fpEkXLlS7xRO9ueXPnMqt84dLVJl0fl4URgx8dNrD3tz/OWLZmkzzUlcqVjmxYe0Dv7rfiE+q3S+uj8NygPrKO3OCMuYu37pLt9qfy542Q74g8Gp3uTCd+IypmwfK1/+zcp6ZbKFQw3yNd2/W10islswdZHp/abXrJQuXypf/+5WvLDa7dtH3Kb3PkHt6Iiq5UtlSLJvX7dO+YKzxUZFLsrThVCA8LzRESbKNmt/bNv5v6hywcPXFaW9lr8Mvbdh+QhW8+HGUtQ5o1f/krY7+QheFP9Xv+yb4i86f94eOnO/Ydqi3K55ZpkJagPFCv5s/fvG/6u/7ZvX/5mk0nz/x7/uLl8xcuBQYEFCtSsESRQhXLl36wU2vTM3/3/sMPDXpRXVJ+NHp4z65tzXZ74z+7Hxs2Shb8/f1mTvqsWqWyAgBwH2BuCQAAYBUjOAEAvExKSurItz5ZsHydtmbrrn3y329zF7/+/KBBfXsI5zj376WnX3730LFTpivPy3bzC5dla/vvcxf/MGPu1K/es2zizzLZeC1jCVlYunqjtVhi6aoN8mfjujXy5L49s0K6dyTIYGD46I82/LNLWxN7Ky2cWLFuy5/zl30y5oXIRlbHifpq8nT5T5W37Ngrn/V0/54yltAqrNrwjwx7bsXdngX6zLmL8t/SNZv2PHr09ecGXrl2Y8DwMYeOntTqX71+UwY/Bw8fH/vaMLPf5diDLHfp5Xc+X7J6o7Zm+56D8t9vsxd9/cHrIpNy5wqLCMt5IzpGBiH7Dh2rWtFq43v50iVmTfk8d65w7U2RurRrrmKJxSvXW4slFq5crwrd27c0e8iBp318QuJLb3+22HjmaGJEnHxfdu49JBav+v6nPyZ9/natahXVQzL2eLJvj0nTZsvyx9/+2CqyYW6T0CImNu61979UZRmlkEkAwP3DGUNGM4gTAABegrklAADeJDk15YU30xpn8+aJ6Na++TOPP9L8gXrqIfkn74Pxkzf+s9v2Fp4d2HvahA/lc9XiC08/Jhflv0rlStt4lmzg7v/8aK25vGGd6n17dBjy+CNd2jYrmD+PWilb3r+aNE3cGy1UkP+VzcFqHCfZxJ/uOE5Xr93YsnOfLHRo1cTGNi9evvbgwBEqk8iXJ0Lus8wV2jVvnDs8TG3kiRFvzvxrabrPPXzs5Lc//m66pmOrJqaXFtv3HBjyylh5fIoUyt+rW7uBfbpXKFNCPTT511kLV6x/7NlR8sjI1up+D3bs91Cn4kULqkenz1m0dtN20y079iDH3orv9fQrWiYhd0C23TdpUCswwP/8xcsy/IhLTBSZpB3nJ0e+/ePv82T7vrWaNatWkK/UtFNFlza3+3ksW7NJi3BM3YyKXb9lhyzUq1FFO0qK/ad9sUIF5Mn8wxfvqsVSxYuo0/u15wdpW3v53c+1TEK+WQ92ajV0QK8HO7euWK6UWimjl9EffqXX/3fKDR/8aMlihWXh+s3oT779yXTf5G+XoZEsyBhjyJ3RqwAA9wN6SwAAAKuYWwIA4E127Tss/7VoUv+jN0bkjbh9K/qOPQeffund61HRsjxj3uLG9WrY2EL50mmN5qs3blOLZUoWU2M32Tbxlz9Pn70gC0ULF/jxy7GlSxTRHpJt059O+OmnGX/J8sLl69566RlfX4fd6qfGcbp6/ebmHXseqFfT7NG/lq6RP/38fDu0bGpjI598++OZcxdloX2LB8a+Nky71T0pOWXSr39O+HFGQmLSh19PaRnZ0GzQKmnRyrT2685tImWcExEetnDFuhqV7xopSzWIjxzy2OBHH/b391ObHfb6ByuM0yo8N+pDYRySaNjA3j4+tw/L+19O+uG3ubLww+9zTXtpOPYgfznxl4NHTsiCbE//YPTwBrWqqvWXrlwbM+7bFVma9eGpRx9esGJdVHTslWs33vti4vhJv7aObNiqacMWD9QLCgyw/dzwsNCWTerL45mYlLx09aYeHc37Q8xfviYlJVUWOrWNNHvI/tM+JCRIns9a7BEcFGh2eq/funPRirQ+GfIAfvvR6DaRDbWH5BXjnIUrZWghjINB7T14rEaV8tp2Phozos/Tr8o6f/y1pGeXNrWrV5Lr12zcLhfV7/3srZe0txgAcD+gtwQAALCKTAIA4GUK5Mvz5buvaI2zwjjJ8BdjX1Hl7XsOCCdYtmaTKnww6nnT5nJhbLF97blBRQrmF8bbzE+ePS8cRwYJqiAbsi0fXWK8571Jg9o2ZkrYtuvA3MWrZKFKhTLj33vVdPidAH+/Z5/o/eaLQ4RxhobPJvyU7hZka/gX774s45x8eSIef6RrzarmE3g82KmV3I7KJNRmTe+ab9m0/vNP9jVtsH5h8GMySpGFM+cvmG7HgQdZZg8//j5PlSd99raWSQjj+TPx0zctX4U9ihctOGHcG3nzRKjFmNg42Y4vM5g6bXr1G/r6Z//7WcZdMpWx9vTObZupwqI7gzWZWmgcoEkema5tm1s+6qjTftmazaowdEAv00xCGO9lkW+l1pHowJHjpo/Wq1Hlid7dVHnMuG/ky5TnzOiPvlJr3hgxWPXsAQDcP5zRW4JYAgAAL8EITgAAL/NkvwdDc5hPONy4Xo2goEBhnKvZdPAZh5AZ/5DHew0b2Fs22lp2WRDGmX7Lly2pylFRscJxZOu5au1dvHK92a0G5y9eVnMVdGxhawSn2QuXq8IbIwerMMDMI13b5s+bWxbmLVmd7haeHdDL9l3wfbqbT15dtVI5rTyo74Nmj4aEBJUokvaizv17KflOI75jD/KaTbd7w3RuE2mWcChPPfqQyJKGtastmPZtv4c6qfNNSUhM2rx9z4SfZgx64a3GHR99/8tJMhexfG6rJg1ULCR37+bdL0Get1t27JWFlg/UDw9LJ2Ry1GnfsXXTl4Y+LrOHh7u0TbdCxTK3h3KKio4xe+iFp/uXKp52MA8dOzVl+uzP/jdV/l65KOONXt3aCQDAfcYZN0EyiBMAAF6CuSUAAF6mXKnilitlu3ne3LlkM7dIayNODgkOFI4j/5J2bdfMRoWY2Ljk5GRVTrpTcBRtHCfZbG06IM9C41A8gQH+7azMn6wcPn5KGJOA2lUrpVtBvrqaVSosXbMpISFRHsCihQuYPiq3b2NuZylHSHD1yuXNVgb4+8n29+s308YXUgmEGbk/8mdqqj76VpwaOcqxB3n/4ROqENkg/am8WzdtmOWBLvNGhL/7ytAXh/TfvGPPgcPHDx49uWP3gRt3GvFl4Yff5v4+b/HwJx99st9dM1HLZKVj68hf/5yfkpK6eNX63t3baw/9bRyPS5j0qDDjqNO+Qa2qpn1HzCQlp0TH3tLKZo/K7Y99ddijz6bNFv7d1D9ib6UNFSXf6Pcspi4HANwPmFsCAABYxdwSAAAvU6BA3nTX5wgOUoWUFNmc6shYwoxerz9z/uKJU+eOnjx97PS5o8dP7T147L9HDQ7uq9G+xQMylhDGcZxMY4mlxsmcWzxQ3/ImetNdVfMrxMUlVHigq8jIqXP/msUSxYoU1EZnSle+PBHpdsLw8U1b6evrUyBfbstH/fwyaHa4x4N84dIVVShQIE+6FeQ+F8yfR93snzXhYaHtmjeW/4QxX9mx7+CGLTvlm3L4+GlhPOAffjU5KTlp6IBeps/q2ra5jCWEccgm01hi4cq0EZzCcuZo1bRBur/OSaf9pSvXjp86d+zkmeOnzx0/dWbn3kMJiUnqoXS7XzSqW/2xnp1/mTlfZRLSh6OGa6NaAQDuK864CZJYAgAAL0EmAQDwMnkjctmu4KS/fbK59p+d+36fu3jDPztjYuOEq6hxnE6fvbB0zcYxIwer7//nL17eseegLLRrYaurxIkz5xOTMtF74/yFy2ZrwnKG2n5KjpBgG4/6+/tnahpkRx3ki5dv5w0F8uW1VqdowQL3EkuYkulLvRpV5L8Rgx/dvf/I1z/8tmr9Vrn+8+9+6diqaclihbWadWpUKl28iHxfNm7bffXaDdWgL9/cvQeOykKHlk2sTZ3twNNe5g37D5+Y+ffSZWs2Xb56XWTSy0MHLFq5Qe68MM5v0bpZQwEAuC/RWwIAAFjFCE4AAC/j6+OG2RCPnTo76IW31Gg5t3fD16dSudJlSxarWL50/ZpVJk2bvWjFeuEcahwn2Yb+z+799WumjcCzYOlaYYwE2thsFL52I0oVShUv0q19i4x+jyhfuoTZGl9dBkfbx9dhb4eLD3JozhyZqn8rLv7a9aib0THVK5ezUa1GlfITPxnTZ8ir23YfkFHBnIUrXnj6MdMK3Tq0/OL7X+RDfy9bqyaRnrtklXqoS3qTXSuOOu3j4hKGY8X9vQAAEABJREFUvDJ2wz+7TFcWL1qwQumSlSqUqVOt0sGjJz76+gcbW5C5i8okJJmNrdm4vVnjOgIAcP+htwQAALCKuSUAALhHqan6l975TDWXBwb4D+zTo1PrpqVLFpNlrU6KxUD8DtShZRM1jtPyNZtVLLFkTdoITq0jGwQH2Rq3p1ih2yMy6Q365wb1EdmYYw9ynty3+xacv3CpXKli6da5cPGyyIzm3Qdej0qbLWPLwl9tD1vk4+PTs0tbNSH5qbP/mj3arV1zGUvIwtJVG1UssXBZWshUrEjBhnWqCSf7/PuftUyiS9tmfR/qWKls6ZyhIVqFQ8dO2Xh6TGzca+9/abrm9Q/GL/n9O9MtAADuE85oanDDvScAAMAZmFsCAIB7tHbTNjXGTsH8eWb/8MVLQx+vVL60aXO5dDMqRjhNjSrlSxRLmzh68coNwtjSvWvfYZHRCE5SoQJ51eTSp89eiI65Za3ayTPnXTksVboce5Dz3okltEkmLJ016ZZhj7J3Jp1eu3lHhpVz5wpXBR8f8yYbY/yQNkfI1l37Ll+9fujoyWOnzsrFzq0jnX0ryfWb0dNnL1Tlrz547cuxr8iUyyxRuGmMXqz58KvJaqSvbu2bt2hSXxhnp3jvi4kCAHD/cUZTA7EEAABegkwCAABLmZrwYN/h46rQOrJRxXKlLCvEJyTuPXx7QmaD3il/eds2S5ta+fzFy7v3H1m0Mm0go/Cw0JYP1Lf9LNnMXaZEUVWeu2hlunXkzvce8mrNVj0juz9x/NQ54SaOPci1q1VShRXGOR4srdu841ZcvMiMyDtDFf02d1G600Gb2rpzryqUKVnc8tGu7Zqrwsr1W5et3azK3Tq0FA6iszL01pHjp9RcIxXKlOjUqmm6dfYcOKIKeouDvGbj9hnzlshCRFjOUc8/+c7Lz6jQ68/5y1Zv3CYAAPcZeksAAACrGMEJAABL2sTCyXaMCxTof/ue/bj49Buyf521ICEhUZVTUlOFE3RoebtjxPK1m5esSusz0Sqyob9/xiMwd213e0qJb3/8Pd0uEb/+OV9NFRCWM7RMyaLCTRx7kDu2aqrm4l61XgYEhywr/O+nGSKTenZtp06bHXsOvvHRN0nWz5zNO/ZOm5PWKUFehnVp08yyQvsWD6iOIJu27V63ebssVKtcztpgU1kQFHj7YJqd3oEBt0/7W/EJ6T5x/+HjG7ftVmWzgyxPntc/GK/Krz0/KG+eiCIF8498ur9aM+qDr9ze4QYA4GL0lgAAAFYxtwQAAJa00YH2HjySYeVK5UurwtLVG89dMJ+QYNbfy7+ePF1bTEhMFE5Qo0oFNY7Tn/OX7T2Y1mnA2t3uZh57uHPFsiVl4er1m/2fH33+7gkVNvyz65MJP6lyvwc7Cvdx7EEODwsdMfhRVR4+Ztzh46e1h1JT9bINfcvOfSKT8kaED+7fU5VnzFvSvs+QH36be/b8Ra1CYlLyktUbh776fr9nXouLS2v379WtnXrXLHevXYu07i8bt+7atT9tPK6u1ie7zgIfHx+VoJy9cOnSlWva+orlSqnLwnP/XlpsDLdMyfxmxBvjtDampKQk00ff+fR/alMP1Kv5cJc2auWAXl1rVq0gjEM5vfv5dwIAcD9xRlMDU14DAOAlmFsCAABLxYsWVgXZsrx7/+GomNiRQ/q3a9443coN6lSXjeYHj5yIvRX/0MAXHunarmqlsimpqcdOnl20fN3Rk2dEWleDHGryhqjoWOEcbZo1nvzrrMtXr8tynojwpg1q2/Msf3+/N154+okRY5KTU/bsP9JjwIiGdaoXKVQgJDhItk3LkENV69CqSc8ubYX7OPwgP9G729rN29dt3nH+wuVHnnoxsmHd4kULRUXH7D14dN+hY/Kw5M+b+/yFzM16/fygPvLpq4wDQ50+e+H9LyfJf9Yq169Z9a2XnrH2aOfWzf5askbNoS2v1rRhnRyldImiB46cSEhI7Pr48DLFi8g1078bFxwU2Kd7++lzFsnFkW9+sqHTzlrVKkWE5zx2+ty6TdvVVNjaQTadyWPZ2s1zjIOAybTjg1HPa+vlnn84eniXx55LSUmdvWCFfFHN7gx1BQDwes64CZJYAgAAL0EmAQCApZZN6pcrVVw1dm/fc1D+PHna6rQKAf5+77067PHnR8sW86vXb06wGP+n/yNdZFv/0Fffl+Vjxm06Q4cWD8hYQpVlguLra+84B43qVp/zwxcvj/1CNvpfuxG1YPk6swq9u7eXDeh+fr7CfRx+kGVDyYSP3hj80tubtu2R21y44r9XHRjgP/Gzt6ZMn5PZWEJu838fjZ61YPl3P8807SdhRrbsD37s4Sd6dw+wPspW8wfq5c4Vdv1mWiwR2aiONke3owzs2+Oltz+ThavXbsh/MobR6/U+Pj6vDBu4efueE2fOJyYly3xCRRQaGaW8P+r5No8MluVjp24f5BtRMW98+LUqjxj8aNHCBUyfUr50iaf6PfS/qX/I8usfjF8w7VuZcwgAwH2A3hIAAMAqRnACAMCSbJj+cfzYMR9/q+58l4spqbYmMa5ZtcLymZO+/fH3HXsOXrpyTbaby5UF8uWpXqnck/0eqluzclR0bFBgQEJi0vxla18aOkAbJMqB5D4UKpD3wqWrIq1zg10jOGkqlS8tk4mpf/x98MjxM/9ePHzsVICfX768uUsWKzz0id7VKpUV2YDDD3JIcOBP499bsmbjvEWrZCP7pSvXK5QpWaZUsQc7tJJRjYwlRObJ9n2Z4jzcuc2WnXvlyXPg8PHL125cuXZdXnEVyp+vRNFCbZs3lv9CcwTb3o5MlTq1ifxl5nxZ7tK2mXC0Hh1axickfjVp2hXjxCF5IsKvR8XklYlBaMiC6RN+/uPvJas3XLp87eKVq6mpepmjVCpbqlf3Dl3aRsrool6NKv/s3r/34LEDR05ULl96zLhv1HshywP79LD8Xc892XfJqg0y6pDv2vtfTPz07RcFAOA+4IzeEoz2AACAJ1F/uOVPvVFqamqK0Y0bN+Lj44ODg0uUKCEAADBh+bdDSk5O/mn16Z/W3O43MP/tTsGB3LUGOMXAF95cs3G7jAQ2zv8lOChQIPP6fbLs4vW0qbYblAoZ0aZgQECAv7+/+ul3h6+MgHx8dEaCW3YAwHEuXLggf8bExMjryQAj9SGsfQL7GOnusGebTHkNAICXYG4JAACA7ObSlWtrN+2QhQ4tm5BJAAA8kTOaGrgdBgAAL0EmAQAAkN1Mn71QXaQ91KmNAADAAzmj/xm9JQAA8BJ0VAcAAMgOzhln2Nbr9X/+vUzNEV2hTIk6NSoJAAA8EL0lAACAVc6YhAoAAACZ9cGXk5as3mi6ZlDfBwUAAJ6J3hIAAMAq5pYAAADIDvLny2262KNjy4c6txYAAHgmeksAAACryCQAAACygyrlywQZZ7euUalcz67tZCwhAADwWM7oLUEsAQCAl2AEJwAAgOygZ9e28p8AAMArOGPIaGIJAAC8BHNLAAAAAAAAx2JuCQAAYBVzSwAAAAAAAMdibgkAAGAVmQQAAAAAAHAseksAAACrGMEJAAAAAAA4Fr0lAACAVcwtAQAAAAAAHIveEgAAwCrmlgAAAAAAAI5FbwkAwP/Zuw+wOK6r4eMXdmHpoAZINAk1UG8g1GXZKpYsW5arFLfYTpzmdDu2E6fHLXFix/mS10mcWJatuKpYVrF6F+odVBACARIg0fsuC9/VjjUeZhlZApay/H8Pzz6zd++oDDA7c8+ecwBDxCQAAAAAAEDLIlsCAAAYooITAAAAAABoWWRLAAAAQ/SWAAAAAAAALYtsCQAAYIjeEgAAAECLKCwsFAAAB7IlAACAIWISAAAAQJNVVFSkOpw6dapPnz6PPfaYAAC4JluCsAQAAG6CCk4AAADADbHZbOnp6SdPnpTRiKysLPWDPr///e8FAMDBFSWjCUsAAOAm6C0BAAAAfCV52SwjEEoo4uzZs7W1tQIAYIxsCQAAYIjeEgAAAICRoqKiEydOyGjEqVOnKioqrjGzT58+AgBwFdkSAADAEDEJAAAAQKuqqur06dNKYkR+fv517vXUU08JAMBVZEsAAABDVHACAAAA7HZ7enr6qVOnZDQiIyODz+4AQDORLQEAAAzRWwIAAACdVl5e3pkzZ2QoQj5WV1eLpgoJCREAAA2yJQAAgCF6SwAAAKBzWrx4cUpKit1ur6ura+YlcVxcnAAAaLjiQ5CeAgAAuAViEgAAAOic5s+fHx4eLlrCQw89JAAAGq7IliAsAQCAm6CCEwAAADonf3//xx57LCgoSDSPyWQSAICGXPEhSMISAAC4CXpLAAAAoNMKDg5+4okn/Pz8RDPExsYKAEBDZEsAAABD9JYAAABAZ9arV69vfetbZnPTG6n+6Ec/EgCAhsiWAAAAhohJAAAAoJPr3bv3o48+6unJehcAtBiyJQAAgCEqOAEAAADDhg178MEHRZO8+OKLK1euTE9P5xM/AKByxSmx6XltAACgXaG3BAAAACAlJiYWFxevWLHihvaSl9NZDmvWrPHz8xsyZMhgh2b2qwCAjs4VSw2EJQAAcBP0lgAAAAAUM2fOrKqqWrdu3fXv8uijj544cSIlJaW8vLyysnKvg7zGjo2NVeITUVFRAgA6H1d8CJKwBAAAboKYBAAAAKCaN29ecXGxDC1cz2STyZTgIC+qz507J+MTx48fz8rKkk/POnz66achISEyODFkyJC4uDiLxSIAoHMgWwIAABiighMAAACg9eCDD1ZVVR07duwrZw4YMEDZUNIjpLlz55aWlsp9ZXzi5MmTNTU1Msix00HGMPr16zfEISwsTACAWyNbAgAAGKK3BAAAAKAl4wePP/74X/7yl4yMjGvPfPLJJ50Hg4KCJjjY7fa0tDQZojhx4kReXp58esrhk08+6dGjh5JCIQMbZjPrbADcENkSAADAEL0lAAAA4N6acLnr5eX1ne9857XXXrtw4YJoKhneGOhw9913X758WUmhOHPmTG1t7aVLl7Y4eHt7ywkyRDFs2LCQkBABAO6CbAkAAGCImAQA4IaUlpYKAOhomrA0FhAQ8L3vfe/ll18uKSlpdMINFWLq3r37TQ5Wq/XkyZMyPnHixImioiL59JjD+++/36tXryFDhsgQRd++fT09PQUAdGRkSwAAgGuhiBMA4CsVFxcfPnw4NTX15KUAIXoJAOg4lMvdJlz0hoSEyMjEa6+9VlFR4fzqoEGDxI3z9vYe5iC3s7OzTzikp6fX1dVdcFi3bp2vr298fLxS5SkwMFAAABwISwAA4CYo4gQAuAar1bp///5Dhw5lZGR4OQgRoL568OxlbzOf5wXQTtVY7cqGWkikCfGJiIiI73znO3/5y19qa2t1L91zzz2ieSIdZs6cWVVVlZKSooQoysrK5NODDnJOdHS0DE7IEEifPn34OBGADoQiTgAAwBAxCQCAM/nucPr06T179nYW+JcAABAASURBVBw5ckRGJsxms8lk8vT07Nevn4c9OuXoF58a/uXiPQIA2j2PhtSR69xdxgMef/zxf/7zn3V1deqgPCuKluPr6zvaQZ5+MzMzlfiE3JBPzzusXr06ICBABicGO/j5+QkAaN8o4gQAAAzxkSsAgFZBQcHu3btlQEJuqEt4ERERo0aNGjZsmJeX1383ZwhRIQCgQ1Evem8oIKGSJ8CHHnro7bffVkcGDBggXED+23o7zJkzp7y8XAYnjh8/npqaWllZKZ/udZBzZKREiU9ER0cLAGiXyJYAAACGXHGhAADocGpqag4cOJCcnJyWlqYOBgUFJSQkjBs3rnv37nYH5xomAND+eWposyVu6DI4MTGxqKhoxYoVytMnn3xSuFhAQMBYB3nFfvbsWSWFIjs7Wz5Nd1i5cmVwcPCgQYOGDBkSFxfn6+srAKDdIFsCAAAYorcEAHRm8i3g1KlTMhpx+PBhq9WqDJrN5uHDh8uFMKWbq5xTV1enLuHNHB42qJe/HJEhCjVWIefIDaW8Sb2D+ucLAGgVuu4RkhqH6BZkUTZ0pZxu1MyZM0tLSzdv3ixal/zX9nO44447SkpKjjucPHlSRpTl090OJpMpNjZWxicGDx7cq1cvAQBtjWwJAABgiAUjAOicLl++vGvXrj179hQVFamDckkrKSlpzJgxPj4+QhNg0C7zhYdYegSaZSjCZrMpkQk1PiHDEuouvL8AaBPq+UpNj5Dr9TLaKkeUHjna+IRoWNPpepbP7r777oqKiszMTNFGgoODJzjIs25aWpqMT5w4cSI3N1c+PeOwbNmyrl27yuCEDFEMHDjQ29tbAEBb8HBBtgQfqwQAoCNRV4jqHJQlJEkuRVVXV1sslt69ewsAQCcgT/v79+9PTk5OT09XB+UCVmJi4vjx47t3766dXK+hvH2oajWUl+quEg0TJgCgNWnzIdSwhBKZUB69vLzkoPLUubLT9fwV8owngwHDhw8X7UZBQYH8Jx07dkyGJWTMWB2X/83+/fsrIYrQ0FABAK3owoUL8rxaVlYmLwu9HeQZWD6ar3IOFX8lwhIAAHQk1whLVFVV+fr6xsTECACA+5JvAampqbt37z5y5IjaH0LeFo4cOTIpKWnAgAGN3gpq3z7UMk3Km4haxEl5VCao2RLcMAJoQ7qwhBqZUIMTKmU57EbDEu2Z1Wo9ffq00ihbxiq0L/Xo0UMp8STP+fI4CABwsYsXL8pHwhIAAHReZEsAQKeVn5+vFGsqKSlRB+WalIxGyJiEfAu4xr7q24f6DqLmTGiTJ5RtZY52LwEArUtXjkkbltAGJ9SnzgWdhBvJzc1VulCcPXtWnqXVcbkmKN8Fhjh07dpVAIBrkC0BAEBnd+1sCR8fH8ISAOBm5Ol97969MhqRkZGhDvbo0WPs2LEyIHGd61DasIRCLdbkvKENS3DDCKCtaDtGqDkT2npNupiEfBQN22W7n5qamtTU1BMOxcXF2pd69uyppFD07dtXHhMBAC2HbAkAADo7siUAoJOQJ/mUlJTk5OSjR4+qxZp8fX1HjRolAxL9+vW7kT/sy4wHNWFClzahHdRGLwQAtCnnDhPamk7alhLumiphJDs7W+mSnZ6erj1d+/j4xMXFKSkUQUFBAgCajWwJAAA6O3pLAIDby8vL27lz5969e0tLS5UReXcXHx+flJQ0YsSIJpcR11ZkUmMPamRCG5AQDfMkuGcE0Ca0dZy0mRO64IQ6KNw9VcJIZWWlDGPLEIV8LC8v174UFRU12CE2NrazHRYALYhsCQAAOjuyJQDAXcl1pT0O58+fVwd79uyZ5BAYGCiaR5cwoaXLkCAmgWbKysrKz88fPXq0AJpHF5nQZU44D4rOF5PQkmfsjIwMpcRTZmam9iU/P79BgwYNGTJEPgYEBAgAuBGuyJZo4gdtAABAe8PKEQB0RDLAfPz48eTkZPmoNjL19/cfM2aMjEa0YA6cvEVU3im094rKoPKoDUgQlkCTyR/jNWvWyJWLuLi44OBgATSV7mQlGgtOaAdFpycPQh+H2267Tf4OyuCEfGdJTU2tqqqSke/9DnJO7969lRBFdHQ0xw3A9XDFuYJsCQAAOhKyJQDAbWRlZe3Zs2fv3r1qzQ2TyTR48GAZjRg6dKiLGpbq4g3OVZsISKCZNjnIDfljfN999wmg2bQ5E8KpppPzBGjJW4azZ88qKRQ5OTnalwIDA5USTzJK4evrKwDAAL0lAADo7OgtAQAdXUVFRXJysgxIZGdnq4PR0dFjx45NTEz09/cXLuYceKBqE1qKvCB55ZVX1LyfJ554om/fvgJoIdoghHMogpjEVyouLj7ucOrUqZqaGnVcLibGxsYqIYrIyEgBAA3RWwIAgM6ObAkA6KDkGfvYsWO7d+8+ceKEPIErg0FBQTIUMW7cuJ49e4pWpL0N1N0ScoeI5njrrbfkiqf6NDQ09Kmnnmpyn3bAmXNlJ+dtfCX5lnTmzBklRJGfn699KSQkRAYnhgwZEhcXJ28uBACQLQEAAK6dLeHj40NYAgDam8zMzOTk5P3791dUVCgj8uZt2LBhSUlJgwYNkrdwoi00eifI7SGa4+jRo//+9791g3Pnzp0+fboAWoLRUhcxiea4fPmyjJrLkPnp06flbYU6bjKZ+vXrp4QowsPDBYBOjGwJAAA6O7IlAKCjkHduyQ7KjZwiNjZ27NixCQkJMpAs2gduCdEi5NXIr3/9a3lBohuXFye/+MUvunbtKgAXICDRgqxW66lTp5RG2YWFhdqXunfvrsQnBg4cSP4T0AmRLQEAQGdHbwkAaOfkOfnIkSMyGpGSkqLebXXp0kVGI8aPHy9XdkT7xh0immbVqlWrV69u9KWhQ4d+61vfEkCzEYRoNTKgLoMTMkRx9uxZtVuMJBciBwwYMMShW7duAkDnQLYEAACdHdkSANBunTt3TkYjDhw4UFlZqYzIu7URI0aMGzdOLuKwmgY3lpub+8ILL2jLv+h873vfGzRokADQ0dTU1MgouwxRyMeSkhLtS+Hh4UoKRb9+/UwmkwDgvsiWAACgs6O3BAC0N3KZRkYj9uzZI1dm1cH+/fsnJSWNGjWKfqHoDN54443U1NRrTAgLC/v5z39O7RegQzt//vwJBxmG1y4nyne6uLg4GaIYOnRocHCwAOB2yJYAAKCzI1sCANoJm812+PBhGZA4efKkelfVo0ePsWPHyoAElfTReRw5cuTNN9/8ymlzHASAjq+yslJpQSHjkeXl5dqXIiIihgwZMmjQoL59+8o1SgHALZAtAQBAZ0dvCQBoc2lpaXv27Dlw4ICMBysjPj4+o0ePlgGJfv36CaAzkb8Fv/vd75w7XTuTaxbPPfdceHi4AOAu5F3JuXPnlCpP58+f174kb0zi4+NliGLw4MGBgYECQEdGtgQAAJ0d2RIA0FaKi4t37dq1d+/e/Px8ZUTedMXFxSUlJY0YMULemwmg8/noo482b958nZPlGuWTTz4pALgjuV553OHkyZNVVVXal2JiYgY7yFsVOi0BHRHZEgAAdHb0lgCAVma1Wg8dOrR79+7Tp0+rgz179hzrQBFtdGa5ubm/+93vbmhV4Yknnhg+fLgA4L7kHcrZs2eVLhRyKVP7UkBAwKBBg5QQhZ+fnwDQQZAtAQBAZ0e2BAC0DnmmTUtLS05OPnjwYE1NjTLo7+8/ZswYGY3gZAtIr732mjZcdz26dOny/PPP+/j4CACdQHFx8dGjR2V84tSpUzLMr47LVcvY2FglPhEVFSUAtG9kSwAA0NnRWwIAXK2wsHD37t0yIFFQUKCMmEymQYMGjRs3bujQoXJbABBC/posXrxY3LgZM2bMmzdPAOhM5A3LmTNnjh8/LkMUai1ERXBwsAxODBkyJD4+3mKxCADtD9kSAAB0dmRLAICL1NTUHDx4UEYj5LqJOhgVFaUUa/L39xcArpJXHb/85S/Ly8vFjaP3NdDJybCEEp+Qb7jyRkYdl4H/vn37KiGKnj17CgDtBtkSAAB0dvSWAICWJc+op0+fltGIQ4cOqfUlAgMDExMTx48fz7II0Kgb6nTtbMCAAT/84Q8FgM5Nvu2eOnVKCVEUFhZqX+ratasMTsgQxcCBA+XSpwDQpsiWAACgsyNbAgBaSkFBwa5du/bs2aMuhch7qmHDhiUlJQ0aNEjeWQkAjcnMzHzllVeauZjw6KOPjhkzRgCAQ05OjtIl++zZs/I2Rx2Xb839+/eXIYrExEQyF4G2QrYEAACdHb0lAKCZampq9u/fn5ycLBc+1ME+ffqMHTs2ISFBnkgFgGt6+eWXZWRCNA+9rwE0St7UpKamKiGK0tJSdVwudMo360GDBskQRXR0tADQisiWAACgsyNbAgCaRp45T548KaMRhw8fttlsyqBcGE1MTBw3blxoaKgAcB2a3Ona2U033XTPPfcIAGiMfOM+f/68Ep/IyMjQLmAGBwcr8Ym4uDg+TwC0ArIlAADo7OgtAQA3Kj8/Xy6k7tmzp7i4WBmRN1EjRoxISkoaOHDgdd44AZDKy8t/+9vfNq3TtTP52/f888/T+xrAV6qoqNi7d+/x48edu2THxsYqXSh69eolALgG2RIAAHR2ZEsAwHWSZ0W5hCGjEefOnVMH+/fvL6MRo0aNkidMAeAGvfPOO8nJyaLl0PsawA1RumSfOHFChijokg20GrIlAADo7OgtAQDXJs+QKSkpu3fvPnr0qPqByu7du48dO3bcuHFyzUIAaJLMzMyXX35ZtLQHH3xQ/m4KALhBFy9elMEJpUu2vC1Sx9Uu2UOHDpUXAAJAs5EtAQBAZ0e2BAAYycvL27Vr1969e0tKSpQRHx+fUaNGyYCEXJ4QAJpn2bJlGRkZXzlNXpwo/eQjIyP9/Py+cn5AQMBjjz0m1zIEADRJTU1NamqqEqJQrwEUoaGhSgrFgAEDTCaTANAkZEsAANDZ0VsCAHQqKyv37duXnJycmZmpjMh7obi4uKSkpBEjRshbJgGgFZWWlj7zzDNy4/vf/778TRQA0IqysrKULtnp6enaNU+5fjpw4MChQ4fKKEVISIgAcCNckS1hFgAAwC3QtRVApyJDs3LRYffu3ceOHVNLN4SHh48dO1YGJIKDgwUAAOhkohxmzZpVWVmZkpJy/Phx+VheXm61Wo85yDkRERGDHfr27UuqFnA9ZDSixRccCEsAAOAmXHGhAADt0MWLF3fu3Llv376ysjJlxM/Pb8yYMTIg0adPHwEAADo95dpAkndJGRkZSohCSazMcVi3bp2vr298fLxS5SkwMFAAMOCKpQbCEgAAuAl5oUBtRgBurKKiYs+ePcnJydnZ2cqIp6enXEdISkoaOnSo2cytDQAA0JN3SX0c5syZU15errSgSE1NraysrKqqOuggp8XExCgpFL179+bDXoAO2RIAAMAQMQkAbslut8sVhN27d8tFBLVYU2RkpIxGjB071t/fXwAAAFzhM4ZjAAAQAElEQVSHgICAJIe6urr09HSlC4XycYdMh9WrV8s5gwYNGjJkiHz08/MTAMiWAAAA18CHegC4mfPnz+/Zs2ffvn3l5eXKSGBgYEJCwoQJE3r27CkAAACaxNPTs5/DHXfcUVJSctzh5MmTNTU18qpjr4O8vYqNjR08eLAMUURGRgqgEyNbAgAAGKK3BAD3IJcDkpOTZUAiJydHGTGbzUOHDk1KSpJLA7SmBAAALSg4OHiCg91uT0tLO3HihAxR5Obmytursw6ffvppSEiIUuIpPj7eYrEIoJMhWwIAABiitwSADq22tvbo0aMyIJGSklJXV6cM9unTZ+zYsQkJCb6+vgIAAMBlTCbTQIf58+cXFhYeO3ZMhihOnz5ttVqLi4t3Osg5ffv2HeIQHh4ugM6BbAkAAGCImASADiojI0NGI/bv319ZWamMhISEyGjEuHHjQkNDBQAAQOvq2rXrFIfa2loZmVAaZV+6dMlut592WLp0abdu3WRwYvDgwQMGDPD29haA+yJbAgAAGKKCE4COpaysbPfu3TIgkZubq4zIW/rhw4cnJSXFxcVxTgMAAG3ObDYPcpDbeXl5SomntLQ0Ga4oKCjY6uDl5SUjE0oKhYxVCMDtkC0BAAAM0VsCQIcgb+MPHz4soxGpqalqmlf//v3Hjh07evRo6jUDAID2Kcxh2rRpVqv15MmTMj6RkpJSWFhos9lOOHzwwQfh4eFKl+x+/fqZTCYBuAWyJQAAgCF6SwBo59LT02U04sCBA1VVVcpIt27dkhz4aCEAAOgovL29hznI7ZycHCUmcfbs2bq6ulyHjRs3WiyWuLg4JYUiODhYAB0Z2RIAAMAQMQkA7VNJSYlSrCk/P18ZkTfqo0aNktGI/v37CwAAgA4rwmHGjBlVVVWpqakyPpGSkiIvfmpqao44yDmRkZGDHfr27UuCOzoisiUAAIAhLnABtCs2m+3QoUMyIHH69GklbipPUwMHDpTRiJEjR3p5eQkAAAB34evrO8pBbp8/f15JoTh37py8Csp2+Pzzz/38/OLj45VG2QEBAQLoIMiWAAAAhugtAaCdOHPmzJ49ew4cOFBTU6OMhIeHjx07VgYkKGIAAADcXrTDrbfeWllZqcQnUlJSysvL5dMDDvLGLSYmRulCIWdyH4d2jmwJAABgiN4SANpWYWFhcnKyDEhcunRJGfHz8xszZowMSPTp00cAAAB0MvJaKMFB3qllZGQoIYrMzEzlqbRq1arAwEClxNOgQYN8fX0F0P6QLQEAAAwRkwDQVo4cObJly5ZTp06pI0OGDElKSlLqGAAAAHRyckm3j8Ntt91WVlYmgxPHjx9PTU2tqqqST5MdPD09+/btK4MT8joqIiJCAO0G2RIAAMAQmb8AWpnVat29e/fmzZvVXtaRkZFjHSiXDAAA0KjAwMAkB+EofamUeMrOzq6rqzvjsGLFii5dusj4xNChQ4cNGyaAtka2BAAAMERvCQCtKTk5edmyZWVlZcpTGYqYOnVqTEyMAAAAwPXp7zBv3rySkpJjx47JEMXJkydramqKiop2Ovj7+yckJIwbNy4qKkoAbYRsCQAAYIjeEgBax4ULF959992MjAy57e3tLe+TZ8yY0aVLFwEAAIAmCQ4Onuggt2VkIiUlRUYp8vLyKioqtjj06tVrsoMAWh3ZEgAAwBAxCQCuVl1dvWLFiq1btypPp0yZMmfOHOo1AQAAtKA4h/nz58uwxF6HgoKCCxcuvP/+++vWrZs1a9a4ceNMJpMAWgvZEgAAwBAVnAC41KVLl15//fXCwkK53bt37wceeKBXr14CAAAArhEWFjbXIS0tbdeuXcnJyfJKbMmSJWvWrJk9e/aECRME0CrIlgAAAIboLQHAdTIzM994443Kykq5PcdBAAAAoFX0c7j55puXLl2amppaVFT03nvvyUDFd7/7XT8/PwG4mCuWGjwFAABwC/SWAOAiJ06cePXVV2VMwtvb+9vf/jYxCQAAgNYXERHxpENISIh8eu7cuRdffDE/P18ALuaKpQbCEgAAuAliEgBcQd7x/v3vf6+tre3ateuzzz47dOhQAQAAgDYSHx///PPPDx8+XG4XFBS8+uqrSo1NwHXIlgAAAIao4ASgxRUXF//jH/+QUc+goKCnnnoqLCxMAAAAoE35+vo+8cQT9913n9lsLisre/3110tLSwXgMmRLAAAAQ/SWANCy7Ha7jEmUl5d7eXk9+eSTwcHBAgAAAO3DlClTvv3tb8t7wEuXLv31r3+trq4WgGuQLQEAAAzRWwJAy/r888+zsrLkxuOPPx4RESEAAADQnsTHxz/wwANy48KFC++//74AXINsCQAAYIiYBIAWVFZWJsMScmPcuHH0kwAAAGif5KXajBkz5MbevXtPnz4tABcgWwIAABiighOAFrR8+XKbzebl5TVv3jwBAACA9uqOO+6IioqSG4sXL66trRVASyNbAgAAGKK3BICWcvHixd27d8uN2bNnBwYGCgAAALRX8jbwvvvukxsFBQWrV68WQEsjWwIAABiitwSAlqKUb+rSpcstt9wiAAAA0L7FxsaOGjVKbmzYsKGmpkYALYpsCQAAYIiYBIAWYbfbjxw5IjemTZtmMpkEAAAA2r2ZM2fKx9ra2oMHDwqgRZEtAQAADFHBCUCLOHbsmPIhu4SEBAEAAICOICoqKjw8XG7s2bNHAC2KbAkAAGCI3hIAWsT+/fvlY9++fYOCggQAAAA6iIkTJ8rH06dPFxUVCaDlkC0BAAAM0VsCQItITU2Vj0p5YgAAAHQUQ4cOVTaUyzmgpZAtAQAADBGTANB8hYWFVVVVcmPAgAECAAAAHUePHj0CAgLkRlZWlgBaDtkSAADAEBWcADRfTk6OcJxPwsLCBAAAADqU2NhYQVgCLY1sCQAAYIjeEgCaLzs7Wzg+amc2mwUAAAA6FCUsoVzRAS2FbAkAAGCI3hIAmk+5ie3Zs6cAAABAR6MkvFqt1tLSUgG0ELIlAACAIWISAJqvuLhYPgYHBwsAAAB0NH5+fspGZWWlAFoI2RIAAMAQFZwANJ/NZpOP3t7eAgAAAB2N0vJaqqqqEkALccWHIKkYCwCAm6C3BIDms1qt8tFisQgAAAB0NIQl4ApkSwAAAEP0lgDQfEpYwsvLSwAAAKCjISwBV6C3BAAAMERMAkDz1dbWCsISAAAAHZOHh4fZfKU6TnV1tQBaCNkSAADAEBWcADSfciapq6sTAAAAAEBvCQAAcA30lgDQfCaTST7a7XYBAAAAAGRLAACAa6C3BIDmIywBAAAAQItsCQAAYIiYBIDm8/S88rklijgBAAAAUJAtAQAADFHBCUDzkS0BAAAAQItsCQAAYIjeEgC+0scff2y/qq6uTn1URwoLC+XJZNeuXSdOnHB+VbstyRjGL3/5yx49eggAAAAAbsoVSw2EJQAAcBP0lgBgpKio6Le//W1NTc31TJYnk1KHr5x58803E5MAAAAA3JsrPgRJEScAANwEMQkARrp06TJ37lzRorp27Tpr1iwBAAAAwK3RWwIAABiighOAa5g6dWr//v1Fy5k3b56Pj48AAAAA4NZc8SFIwhIAALgJeksAuAZPT8+FCxeazS1TxLV3795jxowRAAAAANwd2RIAAMAQvSUAXFtYWNjMmTNFs8mzzT333CMAAAAAdAJkSwAAAEPEJAB8JRmWCA0NFc0zYcKEPn36CAAAAACdANkSAADAEBWcAHwls9m8cOFC0QwWi6XFu2cDAAAAaLfIlgAAAIboLQHgegwYMCApKUk0lYxJBAYGCgAAAACdA9kSAADAEL0lAFyn+fPn+/v7ixsXHh4+depUAQAAAKDTIFsCAAAYIiYB4DoFBATcd9994sbdfffdnp7cQQAAAACdCNkSAADAEBWcAFy/MWPGDBs27IZ2kfMHDRokAAAAAHQmZEsAAABD9JYAcEPuu+8+i8VynZPNZvO9994rAAAAAHQyZEsAAABD9JYAcEO6dOkyd+7c65w8bdq0rl27CgAAAACdDNkSAADAEDEJADdq6tSp0dHRXzktICBg1qxZAgAAAEDnQ7YEAAAwRAUnADfK09Nz4cKFX3n2uPPOO318fAQAAACAzodsCQAAYIjeEgCaIDo6eurUqdeY0Lt373HjxgkAAAAAnRLZEgAAwBC9JQA0ze233x4aGmr06j333CMAAAAAdFZkSwAAAEPEJAA0jcViWbhwYaMvJSUl9enTRwAAAADorMiWAAAAhqjgBKDJBgwYICMQukEZrrjzzjsFAAAAgE6MbAkAAGCI3hIAmmP+/Pn+/v7akVmzZgUGBgoAAAAAnRjZEgAAwBC9JQA0R0BAgIxMqE/Dw8NvvvlmAQAAAKBzI1sCAAAYIiYBoJnGjRvXv39/Zfvuu+82m80CAAAAQOdGtgQAADBEBScAzbdw4UIZjYiPjx80aJAAAAAA0Om54kOQfAAKAAA3QW8JtCCSbzqt0NDQ2bNnDxs2jJ8BCALeAAAAcM01IWEJAADcBL0l0GT85EBr5syZAnBwPjkQqAAAAOhsXPEhSMISAAC4CVaWcaOcf2b4KQLgTHsXqp4liE8AAAB0EmRLAAAAQ6wQ4fppww9G20YjANzeNd5Q1JeUkwNvPQAAAG6PbAkAAGCI3hK4Ho0GIeodnCcYjQBwV8r7iPa3Xq0QqH2L0QYneOsBAABwb2RLAAAAQ/SWwFdyjknUX6UdEYQiADgot6AeDkoEQhuHUGMYRCYAAADcGNkSAADAEOvIuDZdPoQSjdi1Ju/QtgLdNEJcAMTVaLd8nPtoZK8+fh5X6V4VRCYAAADcGtkSAADAEEtCuIZGYxJlxdYVb2XWWolAALiWT9/K+sZv+ikxCU9PTw8NQc4EAACAu3PFlZ6nAAAAboElIXwlbUyirq5u1aIsYhIAvtK5lPJjyUX2q+TZo74hAQAAAPfliqUGwhIAALgJCu/AiK6lhBKTyEmv2LfxsgCA67Bm0YXa2lo1LKENTgh60gAAALg1V1zmEZYAAMBNsB6Ea1M/11zn8OlbWQIArk/xZduOlZeVgIQSk9DmTKjTeCcCAABwP2RLAAAAQ1RwQqN0n2VWHN1ZmH6iTADAddu2/FJpUY2aKqGLTBCQAAAAcFeuuNKj5TUAAG6C3hK4Nm2qxJrFF3SvBoV43/PteAEADiWF1R+/eUo7Yq2u3/hh/m2PhpvNX9xFalteK4UE1UcBAAAAd+GKqzvCEgAAuAl6S8CZLklCsWVpbmF+jW7mjPv69BkULADgC8GnDhce23NJO3RkW9mYW4LDo32VyISHg4x0enp6Eo0AAABwV6640qOIEwAAboKYBHScO11LZcXWDR9d1M0Mj/YfMTFMAIDGrQ/0NXvp7z8/X3yp1kGeT5ybTND7GgAAwP3QWwIAABjiY6polLpQeLV8U06tVb9ieMfXBwgAaCgoxHvCrVG6wewzNacOVjTa+JpoBAAA9kQvtQAAEABJREFUgFtyxWUeYQkAANwEBTSgpet0rSwd5qRXHNhcqJs5LKlHVL9AAQBOptwe7R/kpRvc9H6BzfpFWELb/lpo4qCEKAAAANwG2RIAAMAQvSXQKPVTzHLRcPmbWbpXzV4es77WVwBAY7wtnrPuj9UNlhba960vURImlHOLNmdCncZbEgAAgHsgWwIAABhiAQgqXaqE4vju4qy0St3MSXOig0K8BQAYGDkpLDzaXzeYvLqkvMRmv0pNmKCaEwAAgPshWwIAABiighOcqUuENqt91aIc3auBId6TbosSAHBNzu1nrNX125YVaRMm6p0I4uUAAABugWwJAABgiN4SUOiSJJQVw+0r84svW3UzZ94f623hahDAV4jqFzgsqYdu8Oj28vzsGl17CVIlAAAA3A/ZEgAAwBC9JSAafoxFjUmUl9g2fnRRNzM82n/EhFABANdh1tf6mr0a3I7KN50NSwqVmITaYUKXNiFImAAAAOj4yJYAAACGWPqBSpsnIR/XLM6ptep/PJyrsgCAkaAQ74mz9TXfctKspw9WaNtLaAs6CQAAALgFsiUAAIAhKjih0U7XOekVBzYX6mYOGxca1S9QAMB1mzw3OjDEWze46YNCm1Xf9Vo+iqtnIUHUHAAAoIMjWwIAABiitwRU2myJ5W9m6V41e3nMWhgrAOBGeFs8Z97XRzdYVlS3b32Jtve1to6TOo3IBAAAQMdFtgQAADBEb4lOrtFUiaO7irLSKnUzJ90WHeT0kWcA+EojJoaFR/vrBvesKa0otdmvcm4yIQAAANCRkS0BAAAMsfQDhboUaLPa17xzQfdqYIj3lLnRAgCaxLktjbW6fvvyBgkTjXa95k0KAACggyJbAgAAGKKCU2emS5JQVga3r8wvvmzVzZy1INbsxY8KgCaK6hc4LKmHbvDItrL87Bp52iFbAgAAwP2QLQEAAAzRW6LT0hVwV2IS5SW2jR9d1M0Mj/YfPj5UAEAzzPpaX110U777bFhSqMQk1A4TRmkTAAAA6FjIlgAAAIboLdHJafMk5OOaxTm1Vv3Pg3P1FQC4UUEh3pPm6GvB5aRZTx+s0LaX0BZ0EgAAAOiwyJYAAACGWPfpnBrtdJ2TXnFgc6Fu5rDxoVH9AgUANNuk26ICQ7x1g5s+KLRZ9V2v5aO4enYSvFUBAAB0QGRLAAAAQ1Rw6uS02RLL38zSvWr28pi1IFYAQEvwtnjOvF9/Sikrqtu3vljb+7rRDhNEJgAAADoWsiUAAIAhekt0Qo2mShzdVZSVVqmbOXludJDTR5sBoMlGTAgNj/bXDe5ZU1ZRarNfRftrAAAAN0C2BAAAMERvic5MXfKz1tjXvHNB92pgiPfk26IFALQo53Y11ur67ctLtAkTjXa95t0KAACgAyFbAgAAGGKVp7PRJUkoK4DbV+YVX7bqZs5aEGv2IpMGQAuL6hc4bFyobvDItrL87Bp5OiJbAgAAwD2QLQEAAAxRwalT0RVqV2IS5SW2TR/n6mZGxQYOHx8qAMAFZi3URz3lm9GGJYVKTELtMGGUNgEAAID2j2wJAABgiN4SnZA2T0I+rlmcU2vVXy/e/mh/AQCuERTiPcmpRlxOmvX0wXJtewltQScBAACADoVsCQAAYIjeEp1Ho52uc9IrDmwu1M0cPj60Z0yAAACXmTI3OjDEWze46YMim1Xf9Vo+iqtnLUHCBAAAQAdBtgQAADDE+k4npM2WWP5mlu5Vs5fHzAWxAgBcSZ5qZjmdasqK6vatL9b2vm60wwTvXAAAAO0f2RIAAMAQFZw6iUZTJY7uKspKq9TNnDw3OsjpI8wA0OKGjw+Nig3UDe5ZU1ZRarNfRftrAACADopsCQAAYIjeEp2NurRnrbGveeeC7tXAEO/JTgXfAcBFnNvYWKvrty9vkDDRaNdr4hMAAADtHNkSAADAEL0lOgNdkoSy0rd9ZV7xZatu5qwFsWYvwlQAWknPmIDh40N1g0e2ledn18jTFNkSAAAAHRfZEgAAwBBLPG5PV5BdiUmUl9g2fZyrmxkVG+i8PggALjXTKRoq4+UblhQqMQm1w4RR2gQAAADaJ7IlAACAISo4dRLaPAn5uPqd7FqrfkXPuZoKALhaUIj3lLn62nE5adbTB8u17SW0BZ0EAAAA2j2yJQAAgCF6S7i3Rjtd56RXHNxSpJs5fHxoz5gAAQCtbtJt0YEh3rrBLZ8U26z6rtfyUVw9mwkSJgAAANoxsiUAAIAhekt0EtpsieVvZule9bJ4zlwQKwCgLZi9PGY5nYJKLtkPbCzR9r5utMMEb2EAAADtE9kSAADAEAs6bqzRVIkjOwuz0ip1MyfPiQpy+qgyALSa4eNDo2IDdYO7V5VWlNrsV9H+GgAAoAMhWwIAABiiglNnoC7hWWvsaxdf1L0aGOI96bZoAQBtyrm9jbW6fvvyYm3CRKNdr4lPAAAAtENkSwAAAEP0lnBXuiQJZUVv+6d5xZetupmzFsSavfgZANDGesYEjJgQqhs8sq08P7tGnr7IlgAAAOhYyJYAAACG6C3hlnSF15WYRHmJbdMnubqZUbGBw8eHCgBoB2bcH+tlaXCzKd+kNiwpVGISaocJo7QJAAAAtB9kSwAAAEMs5bgxbZ6EfFz9TnatVf/tdq6aAgBtJSjEe/JtUbrBnDTrmcMV2vYS2oJOAgAAAO0S2RIAAMAQFZzcT6OdrnPSKw5uKdLNHDEhtGdMgACAdmPSnOjAEG/d4OaPimxWfddr+SiunuUEUXYAAIB2hmwJAABgiN4SbkybLbH8zSzdq14Wzxn3xwoAaE/MXh63LuyrGyy5ZD+wsUTb+7rRDhNEJgAAANoPsiUAAIAheku4mUZTJY7sLMxKq9TNnHxbVJDTR5IBoM0NG9cjKjZQN7h7VWlFqc1+Fe2vAQAA2jmyJQAAgCGWctyVulRnrbGvXXxR92pgiPekOdECANol57Y31ur6HSuKtQkTjXa95k0NAACgnSBbAgAAGKKCkzvRJUkoK3fbP80rvmzVzbx1YV+zF996AO1Uz5iAERPDdINHtpfnZ9fI0xrZEgAAAO0f2RIAAMAQvSXchq7AuhKTKC+xbfokVzczKjZw2LgeAgDasVsXxHpZGt541ntsWFKoxCTUDhNGaRMAAABoW2RLAAAAQ/SWcDPaPAn5uGpRdq1V//11ro4CAO2Nf5DXlLn6WnM5adYzhyu07SW0BZ0EAAAA2g2yJQAAgCHWcdxDo52uc9IrDm0t0s0cMTGsZ0yAAIB2b+LsqMAQb93g5o+KbFZ912v5KK6e/QRvbQAAAO0A2RIAAMAQFZzcjDZbYvmbWbpXvSyeM+7rIwCgIzB7edz6tb66wZJL9v0bG/S+brTDBJEJAACAtkW2BAAAMERvCTfQaKrEkR2FWWmVuplT5kYHOX30GADarWFJPaJiA3WDyavKKkpt9qtofw0AANAOkS0BAAAM0VvCnahLctYa+9p3L+peDQzxnjg7SgBAh+LcDsdaXb9jRYOEiUa7XvPuBgAA0IbIlgAAAIZYtenodEkSygrd9k/zii9bdTNv/VpfsxeZMQA6mJ4xASMnhekGj2wvz8+ukac7siUAAADaJ7IlAACAISo4dWi6QupKTKK8xLbpk1zdzKjYwGFJPQQAdECz7o/1sjS8Ca332LCkUIlJqB0mjNImAAAA0PrIlgAAAIboLeEGtHkS8nHVouxaq/76z7kKCgB0FP5BXlPnRusGc9KsZw5XaNtLaAs6CQAAALQpsiUAAIAhekt0XI12us5Jrzi0tUg3c+SksJ4xAQIAOqwJs6OCu1l0g5s/KrJZ9V2v5aO4elYUJEwAAAC0EbIlAACAIdZr3IA2W2L5m1m6V70snrPujxUA0JGZvTxmLdCfykou2fdvbND7utEOE7zTAQAAtD6yJQAAgCEqOHVQjaZKHNlRmJVWqZs5ZW60f5CXAIAObujYHlGxgbrB5FVlFaU2+1W0vwYAAGgnyJYAAACG6C3R0alLb9Ya+9p3L+peDQzxnjg7SgCAW3Buk2Otrt/xaYk2YaLRrtfEJwAAAFoZ2RIAAMAQvSU6Il2ShLISt21FXvFlq27mrV/ra/Yi7ATATfSMCRg1OUw3eGRbWX52jTwNki0BAADQfpAtAQAADLFk0+HoCqYrMYnyEtvmpbm6mVGxgcOSeggAcCMz74v1sjS8Ia332LCkUIlJqB0mjNImAAAA0DrIlgAAAIao4NRBafMk5OOqRdm1Vv2Km3O1EwDo6PyDvKbeHq0bzEmznjlcoW0voS3oJAAAANDqyJYAAACG6C3RsTTa6TonveLQ1iLdzJGTwnrGBAgAcDsTbo0K7mbRDW7+qKi2Vl/HST6Kq2dLQcIEAABAKyJbAgAAGKK3RAelzZZY/maW7lUvi+es+2MFALgjs5fHrQv76gZLLtn3ry/W9r5utMMEb3kAAACtg2wJAABgiAWaDsQ5VUIuuh3ZUZiVVqmbOWVutH+QlwAANzUksXtUbKBucPeq0opSm/0q2l8DAAC0IbIlAACAISo4dUTqElutrX7Vogu6V4O7WSbOjhIA4Nac2+dYq+t3fFqiTZhotOs18QkAAIBWQLYEAAAwRG+JjkLXT0JZcdu6PLesyKabOev+WLMX31MAbq5nTMDoKeG6wSPbyvKza+TpkWwJAACAtkW2BAAAMERviQ5BVxhdiUmUl9g2L83VzYyKDRya1EMAQCcw494+XpaGN6f1HhuWFCoxCbXDhFHaBAAAAFyHbAkAAGCIpZkORJsnIR9Xv5NTa9V/+5yrmgCAu/IP8pp6R4xuMCfNmnakUtteQlvQSQAAAKBVkC0BAAAMUcGp/XPudC3lpFcc3FKomzlyUljPmAABAJ3GxFsjg7tZdIObPiysrdXXcZKP4upZVBCVBwAAcDGyJQAAgCF6S3Qg2myJ5W9m6V71snjOuj9WAEBnYjJ7zF7YVzdYcsm+f32xtvd1ox0miEwAAAC4DtkSAADAEL0l2jnnVAm5uHZ4R2FWWqVu5tS50f5BXgIAOpnBid17xwXrBnevKq0otdmvov01AABAKyNbAgAAGGJppqNQl9JqbfWrF13QvRrczTJhdpQAgE5p7sP6tjrW6vqdn5ZoEyYa7XrNmyAAAICLkC0BAAAMUcGpPdP1k1BW1rYuzy0rsulmzloQa/biWwmgkwqL9BszJVw3eHhbWX52jTxtki0BAADQ+siWAAAAhugt0W7pCqArMYnyEtvmpbm6mVGxgUPH9hAA0IlNv7ePl6XhjWq9x4YlhUpMQu0wYZQ2AQAAgJZFtgQAADBEb4l2TpsnIR9Xv5NTa9V/v25/tL8AgM7NP8jrpnkxusGcNGvakUptewltQScBAAAAlyFbAgAAGGJdpn1y7nQt5aRXHNxSqJs5anJYz5gAAQCd3oRZkcHdLLrBTR8W1tbq6zjJR3H17Cp4KwQAAHABsiUAAIAhKji1c9psieVvZule9WbDHoMAABAASURBVLJ4zrwvVgAAhDCZPeY80Fc3WHLJfmBjg97XjXaYIDIBAADQssiWAAAAhugt0Q45p0rIRbTDOwqz0ip1M6feHu0f5CUAAA6DxnTvHResG9y1sqSi1Ga/ivbXAAAArYBsCQAAYIjeEu2ZumRWa6tfveiC7tXgbpYJt0YJAIDG3If17Xas1fU7P22QMNFo12veDQEAAFoQ2RIAAMAQqzDtja6fhLKCtnV5blmRTTfz1oV9zV5kugBAA2GRfmOmhusGD28rK8yzytMp2RIAAACtg2wJAABgiApO7Yqu0LkSkygvsW1emqubGRUbOCSxuwAAOJl+Tx+Lj6nBUL3HhiVFSkxC7TBhlDYBAACA5iNbAgAAGKK3RDukzZOQj6sW5dRa9ddztz/aXwAAGuMf5DV1XrRuMDO1Ou1Ipba9hLagkwAAAECLIlsCAAAYordE++Hc6VrKSa84tLVQN3P0lPCeMQECAGBg/MzI4G4W3eCmDwtra/V1nOSjuHrWFSRMAAAAtBCyJQAAgCHWX9ohbbbE8jezdK96WTxn3NtHAACMmcwecx7spxssuWQ/sLFB7+tGO0zwzggAANB8ZEsAAABDVHBqJ5xTJeRi2eHthVlplbqZU++I8Q/yEgCAaxo0ulvvuGDd4K6VJRWlNvtVtL8GAABwEbIlAACAIXpLtDfq0litrX71Oxd0rwZ3s0y8NVIAAK7D3If1bXis1fXblxdrEyYa7XpNfAIAAKCZyJYAAACG6C3RHuj6SSgrZVuX55YV2XQzZy/sazITRgKA6xIW6ZdwU0/d4JFt5fnZNfI0S7YEAACA65AtAQAADLEE0+Z0Bc2VmERJoXXz0lzdzKjYwMGJ3QVajl2I6roGIx95FN5rOnu4rkIAcAsz7u1j8TFpR2Q8fsOSQiUmoXaYMEqbAAAAQNOQLQEAAAxRwamd0OZJyMe1716otepXxG5/tL9Ay6mpF+tKa1eX1W4qs2da6+ThLhL2Z03Z6z1KvuOVWV1ft77swluFpwWAjsw3wDx1XoxuMCfNeuZQhba9hLagkwAAAECzkS0BAAAM0VuibTl3upZy0isObS3UzRw9JbxnTIBAyymrsJ1NL/a01/UM9DheU3eoyu5ZL7rWm7yER1i92cvD41h10caKXAGggxs/MyK4m0U3uPH9IptV3/VaPoqrZ2NBwgQAAEAzkC0BAAAM0VuindBmSyx/M0v3qpfFc8a9fQRalN3T43J+5Ykj+eVl1SO6epR71B8sF5/Z43bUxr9r72cSHj/qMfi9qMkCQAdnMnvc9mA/3WBZkX3f+ga9rxvtMMFbJAAAQNOQLQEAAAyx4NKGnFMl5KLY4e2FWWmVupk33RHjH+Ql0HJq6sXpOo/4keE+/t6rdl86nlEeG+hh8hIny0V0ncXf48rlrofjC4AbiB/drXdcsG4weXVZRanNfhXtrwEAAFqQK7IlzAIAALgFKji1B+oSWK2tfvU7F3SvBnezTLg1UqDl1NaL5Ep7ob3e1+IZG9c1N6dsx7Hi+joRGRl4uqbuQFXdOD+TZ1N/M+T3MXn7wcP7j588nnYp7/KlvEIfH0tEVHh4r9Be0eG3zZ/eKypMt0tlRdX0MfeJGzfp5rEv/e3ncqPgUtHtkx++xkz/AN+QLsHBXYLkP2PQsP5jJ46O7R/tPG3dyi2/efrP4gZ9sPbNyJieusEmHIcW/xN0nrj/qeNHTokb5B/gt27f+3IjL/fy/JseFTfo2d89edvd053HT504u3fHwWOHT+ZeuHT5UkGtrbZXVM+eEaE9I8Im3zx2RMIQ0dL/fsx9uP8bz+7Xjthq6rcvL5n5YDdPBxmQkI/qCVnJJlQfBQAAAG6EKy6iCEsAAOAmWG1pK7p+EkqqxJZlF8uKbLqZsxf2NZn5HrWYmnqxo8Jeaq/vEyC6+XicLxd1PQO9vUy7U4vCSuvCIgLzausPV9lH+pmacNDPnDz3p1//Xbd2LKMOhQXFcgFabi95a+kd9896+Jv3du0eIlpRRXmV/MrJyk05enrT2h3/749vL3z0zm/+8EGz2SRcoPnHod0eyeYrLix9/aV/ywiQbvxMarr8khsfLFox8abEb/zggX4Dewu0nLBIv8RpPfduuqgdPLKtbORNAT1jTHa7Xb4byvOwh4MamRAAAABoEnpLAAAAQ/SWaBO6wuVKTKKk0LplWZ5uZu+44MGJ3QVaSHWd2Fd5JSYxMNizp5+nt6eHp4f8LRBdevhF9g7JyykrL66W07Js9YW2OnGDLmbn/eixX1778+w2W+3Hiz97YsFTZaUVou3IH7n33lr6m6f+ZLff8H/zKzX/OHSgI3mjrDW2Z777e+eYhM6OzXsfv+fHKUdOC7So6ff0sfg0CMXJN8ENSwqVCk5qhwltHSd6XwMAADQNvSUAAIAhllrakDZPQj6uffdCrVX/7Zj7cH+BFiIX4HdX2C/bxdAunt0sV0bk8c6vrt9akf5U3mfng0t6xQSlnSywWe12IVJrbvhX45c/eaWosOR6Zl7Iznvh56+LtrZp7c41yzaKltb849DhjuT1+9df31WyPb6SjLv85mevVpRXCbQc3wDztPkxusGcNOvpgxXa9hLqaZm3SAAAgCajtwQAADBEhYrW59zpWspJrzi0tVA3c8yU8LBIP4GWUF0ndlbaS+vr+wd5Bjrah1fZxfGi+nJ77XslB+31dStKj/8qdHrhparcnLKoPiGXam9sOXL7pj0pR8+oT/38fO57ZN6UW5IiontVVVZlpmd//tmWzz5er07YtiH5dEr6gEGxctviY3nj7T/o/sAaq/Wn3/yN+nTYyPhv/OAB3ZygLoGiMWPGDX/4iXudxzPSsz5+d2Vmeo46svzDtY12PlAs+Pqd46eMEV+le2g3dbs5x6Gl/gQjP/rFE5UV+lX+v/z+zfS088q2t8Xr1Td/rZtgMjX+kazECSMe/MY94qtE94lQtwsvFy/93yrtqzNumzJvwezomF4WH++Ms9nJ2/d/+M6nav5HdubFVZ+sv/fh213x7++0kqZH7Nl4oTCvWju46YOivsP8lA4Taikn+WgymZRzNR0mAAAAbhS9JQAAgCHWWdqQNlti+ZtZule9LJ7T7+0j0BKq68X+SnuJvb5/sGcPR55EZa04WVxnrRMWT3OcJfRkTf5ASw8PT48+/btU5pR2N3n0uMEL3iP7U7RP//TPXw8fPUjZ9vP36dajy6ixQ7t0DVn8z4/UOfuTjyiL6XLhWL6q+wN1C9ABwQHOc4yEdAlqdLIcnHLLuAWzv6V+Bj/12JnqKquPr3ejf05k757X/5cqmnMcWupPMBI3pJ/zoJ+/r7otV6Rv4CB3DbnRg5Ny9LQ82urTJ3700EPfvFt9OmhY/ytfwwf+5Bu/VgcP7DmqhiVa9t/faZnMHrMX9n33Lye0g2VF9n3rS8bN7qL2vlY7TAhN/J53TAAAgOtHbwkAAGCI3hKtzDlVQq5/Hd5emJVWqZt50x0x/kFeAs1WW1e/u9x+qa4+LsRDxiTqr2RO1B8ptlfUX9mWV8o/6jb5n73uXhA8Ul7j3tzN+9FRoZMDTPE+N9YLuuBykbrdPbSrupKuteCRedqPrh/cc1S0OrmsP3Bwg9XtvIuXRMtp/nHoKEeyCQoKirRPJ00b6zwnaeIoGZxQnx7ad7y21i7QouJGdesdF6wbTF5dWl5is1/l3GRCAAAA4Ea44gqKbAkAANwESy1tRV3qqrXVr37ngu7V4G6WCbdGCjRbSZ39L/bC/b7l030DAny8sj08ztRWL7EWWwPqPT08vOqvLG3L+IOp3qOrzfQXj5juTa14E9s3St2+nF+49H+r5y+YrZsT3CXw/957pbq6RnnqZWkXYaeg4ADRcpp/HDrukfxKvWOjtE/fe+uTn/32e15e+nur51/6sfyPq09rbXaz+caCZPhKcx/u/8az+7Ujtpr67cuLZz3UXU2YkI+6mASlnAAAAK4fvSUAAIAhlldak66fhJIqsWXZxbIim27m7K/1NZn51jRXYW3Nd0uPfB5gmxcQ2tMiioTttK3q/yrzKursoq5O2OuE3KixeVRVm2y1rwQPjQppek7wgIYpCK/+9v/WLN849+6ZiRNGhvfqoY4PGj5AtKncC5dSjp5Sn3btFtKlW7BoOc0/Dh3lSDbBgPi+2gS1Ncs3HUw+etcDt41JGj5gUKx6No7uE6HtSAFXCIv0S5zWc++mi9rBo9vLR00L7BljstvtaocJQhEAAABNQ28JAABgiNWWVqNNTFFjEiWF1i3L8nQze8cFD07oLtA8lfba2zM3nqgpXhgaM8XTQ1SU5FqrXs84Xiv0GUKewuM/kRPmBkWLZhgzbnjihBF7dx5WR1KOnlFaN/fpFz06adjgYQPGjBvRtXuIaCMFl4uPH0p94+X/aNsbTL9tyjV2+eOv/i6/xDW98fYftP0Mmn8c2v+RVKxbuUV+XXvO408u/Pp37lef+vpZHv3u/W/97X/qSF7u5b//6W250aVr8MjEoSMThwwfPbjvgBgB15t+T5+ju/Orq76skSXfDTcsKVz4tEXJllDDEtpgElEKAACA60S2BAAAMERviVamzZOQj2sX59Ra9cd/7sP9BZrnkq36oextKTXFM7v0nBISJkf2ll5+J+/c7d0j7uge+b0zB8rsX2So+Hqa3ghPmhMYJZrHZPL8zZ+eevzen+Rk5epeOpd2Xn597NhOmjhqwaPzx4wbJlxpw+rt8usrp/kH+D3yrXtFi2r+cWhXR7LFySjFqRNnd2zeqxsvKizZtHaH/JLbsf1j7n9k3szbp1K7yaV8A8w33RmzZkm6djAnzXrqYEX8mEC18bW6IcgvBAAAuBGu+DAHLa8BAHATxCRah3OnayknveLQtiLdzDFTwsMi/QSa4bKt+okLu/ZWXZ7dtdf8HlHyUO8ovvR29WVbfX1mdWVqZWmVvVaZ6eNp+mv42LtCYjxb4nI5KCTwzf/9cd59s65x8Z284+APHv3Fz77z+4LLxaJN+fn5PPeH78t/s2hpzT8OHetI3hD5P/r9a8987+mvBwT6G81JP5P5ws9f//r8H548nibgSknTI7qG+egGN39QZLPqu17LR3H17C146wQAALgOrvhIB2EJAADcBJ/9bGXabInlb2bpXrX4mKbf20egGarq7POyNm2pyL2lS/ht3a4U6N9Rcum9/HN225VQxIHywpfPpyh1nGRM4pOom+4KbsmCOV26BT/16++8vfz1h564t++A3kbTdmze++2FT1/KKxRtwcfXO2H8iH9+8OrUGeOFazT/OHSII9k0Xt7mBV+/c8mqv3/3qa+PGjvUZNBlXQYnnljw1P7dRwRcxmT2mL2wr26wrMi+b32x3UE5VyuRCW3va0FkAgAA4Ku44nqJIk4AALgJamS3AudUCbnIdWhbQVZapW7mlDui/YO8BJoqt7bq61nbU6qLbwoJm989Sv5srym8sPxy9pU9h6qBAAAQAElEQVTXKr442sqlsZ+n6Z8RE8b7hwoX6Degt/x64ocPZGdePLzv+OmT6Uf2n0g7laGdk5OV+/tn//L6f34nWtcDj9/1rR8/dJ2/9U/95jvz7p0lmqr5x6E9H8kZc6f+6pUfi6bq1qPLwkfvlF+lxWUH9x5LPX7m5LEzB/Yc09681dbaf/HDlz7Z+B//AF8B14gb1a13XHDGyRLtYPLqsqETAoO6eErCEb9XyKfKN4j3TQAAgK9EbwkAAGCI3hKtSf28ba2tfs3ii7pXg7tZJsyKFGiqErv1Wzm79lRdnhTc454e0XVCLLt0fn1xnojqKUwmkX1R1H7R29biafpbz6Q5gS4/2pExPeWXsp1y9MwHi5ZrWz7s330k/cz52P7NarXdqFtmT/r1n35aeLn4cn7h5yu3fLBohfrSu//+pLCg+OnffNfLq/Uu6Zt/HNrqSLaCoJDAqTPGK5krebmXP3n3sw/f+dRm+6LOWFlpxecrN89fMFvAZeY+3P+NZ/drR2w19duWFd36cA9PBxlIVgIS2oQJel8DAABcG70lAACAIWISrqbrJ6GkSmxZerGsyKabOeeBviYzK1xNVGq3zcncsK0iLyGw24JuUaKk5B97N2+4nCO8vUSXYBEUIK6W8vfxNH0eM/3OFq3dZLfX5V64dOzwyU1rd3646NPiwlLnOYOG9f/Nq0898I27tIOH9h4TriFvALr16DJwcN/vP/OY/Hu1L61etvEXP3jJFb/7zT8O7fBIthR5wAsuF1/pd71p77L31zTaNyIsvPt3fvrIi3/7uXbw8L7jAq4UFumXcFNP3eCxHRX52TXydK1rMqEr5QQAAAAjZEsAAABDfNLTpXSFyJWYREmhdcvyPN3M3nHBg8Z0F2iS/Nrqx3J2pFQXjwvq/rWw3nWlZe+lHjx2MVOYoq7kSVzMF2aTKC0XjtpNr4ePHe7bVbSoFR+uffW3/6c+9fP3ve3u6Y3OvOXWSe/+6xP1ae6FfOF6t8yedOxw6seLP1NHdmze+86bHz38rXtFi2r+cWjnR7I5zqVlPXj799Sns++8+ecv/KDRmeMmjw4KCSwtLlOeyjiNgIvNuLfPseT86iq7OiLfHDcsKVz4tEXJlpA8NNRSTiRMAAAAGCFbAgAAGGJJpRVo8yTk49rFObVW/Ydt5z7cX6BJimprvpmzc2dF/uiArg+E9a6tq/9/Z4/ukjEJT0/h5WjUcalQXLwk7HUWT9NbvSbcHdJbtLTRY4drn65duVl+rxudeTGnbVbPv/PjR3r3bVC06j//73+Z6TmiRTX/OLT/I9lksf2ju4d+GQ/buWVvo7kgkgxIqDEJtA7fAPPUefoMqpw068n95bpsCTVnQgAAAOCaXLHUQFgCAAA3QW8J13HudC3lpFcc2lakmzlmanhYpJ/AjSurs93mqN00yC/4kfDY2vr613JOpvh7iwH9Rf9+wsdHnenraVoaddPMoAjhAjGxEb0iw9Snh/Ye/9sr/62tteumlZdXymCAdiQiuqdoFRYf71+8+COT6cvLePnP++Nv/p9oUc0/Du3/SDbH2Ikj1e2SorKf//ClstIK52l/+9N/tU8josIFXG/cjIiQ7hbd4JaPim1Wu3NkQlw9qwtqIQIAABhwxWUSRZwAAHATrKe0Am22xPI3s3SvWnxM0+/pI3Dj8murv3thd2pNyVD/kMd79rXV1/3zYtq56goZbRPe3tqZMibxes+x4/1Dhcs88M27X/nll6v8HyxasWvrvjnzbu4ZFd61W4gcyT5/8d1/fZyTlavO8fP3nTA1UbSW+KH9H/zmPW//4wN1RC76r1q6cc78m0XLaf5xaP9HssnufeiODau311RblaeH9x2/Z/rjc++e0adfdGh4D09Pj/Kyiv+9vfzogRTtXtNunSjgeiazx5wH+r332gntYFmRfe+64vFzuqq9r3VFnJRp5B0CAAA4o7cEAAAwxEqKizinSsj1rEPbCrLSKnUzp86L9g/yErhBpXbbYzk7dlTkx/kGyphEVZ39jexT2dYq55kyJvFmr/Fzg6KEK91xz8xt63Yn7ziojmRlXPi/1xZfY5dHv3t/j7AW7nJxbY98676t63edS/syNvb3V/87+ZakwCD/Ruf/8Vd/l1/iq8xfOPsnz39L2W7+cegQR1Jat3KL/PrKabH9YxZ/+oay3W9g70e+ff+bf3lHfbWstGLJf5ZdY/dJ08bKL4FWET+6W++44IyTJdrB5NVlwyYGBnW5EpYQjjdNhXyqC04AAABAi94SAADAEJ/xdDU1VaLWVr9m8UXdq8HdLONnRgrcoDJ77eyM9Tsr8qMtft+OGFBlt7+aldpoTMLH0/Ru5OQ5ga1xkJ/5/feDQgKvc/K8e2ct+PqdonV5eZuf+/0PtL/yxYWl/6dZJW8RzT8O7f9INtkDj88fNjL+OicPGjbgl6/8RKAVObf5qbXWb19WbHfQ9pbQEqQeAgAAOKG3BAAAMERvCVfQ9ZNQVrK2LL1YVmTTzZzzYD+TmbDQDXv18vGUmuJBfsE/iowrqbW9nnMq31bjPM3P0/zXnmOnBfT0bJXYW4+wrv/95LU77plpNpuuMc3P3/eHz37jp7/+tmgLg4YPuP/hO7Qjy99fk3rsjGg5zT8OHeJINo2np+er//r1t374YEjXoGvPlOGW1//zez9/H4FWFBbpl3CTvk/J0R3l+dk18jSuazJB72sAAIBroLcEAAAwxJJKi9MeUjUmUVJo3bI8Tzezd1zwoNHdBG7QyeqS1wtSwrx9H+/Zt9xe+9L5E5V1dudp/ibzuxFTpwa4sJ+Es/BePZ7+7XcXPjZ/1bKNF7Nz8y5cysnOLbj0RZPzfgN7T7o56dZ509q2ifHj339g++Y92Zlf5u788Td/f+ujP7fgp5mafxw6xJFsGhlNefCJe+YtmL3iw7Xnz2XL/9qF7LyLOfnKqaN7aNcp08fdPHvy8FHXm1SBljXj3j7HkvOrq748q8hfjQ1LChc+bVHaS6gdJnR9Jsg+BAAA0HLFpREfqwQAoCNRP7yvrKfY7fZah6KiourqaovF0rt3b4EWousnofjfX9KP7CjWzXzyxTFhkX4CN+gP+cf+dPnYvO5RwSbzJ5ezZGTCeU6Ap3lp9C1j/LqyRgjgRm1flf35++m6wdu/2T0+MdDLy8tsNptMJvkooxRyQ+kzodx1E5ZojtLS0meeeUZufP/734+LixMAgNYlT7/yDvFrX/vahAkTBNASLly4IK+OysrK5K2xt4O8lJKP5qs8HdRPe1zPn0kRJwAA3ASf7mxZzp2upZz0CueYRMJNPYlJNE2WrUw+Lr+ctSjvnFFM4o2e4xKISQBokvEzI0K6W3SDmz8qslntujpO8lFcPdsLEhABAAA06C0BAAAM0VvCRbRdJZa/maV71eJjuuXu3gJN0sVkucar/qYreRLzgqMEADSJyewx+4F+usGyIvu+dSXa3teNdpjgLRUAAEDhiusiwhIAALgJFlBakHOqhFy0OrS1ICutUjdz6rwY/yAvgSa5MzjG6KVAT693I6aO8esqAKAZBo3u1jsuWDe4e3VpeYnNfhXtrwEAAK6BbAkAAGCICk6uoC5R1drq17x7UfdqcDfL+JkRAk2V6Nv96R5Dna9He5h9/h0xcWpAKD/TAJpv7sP9dSO11vqtnxRpEybqnQji/QAAAA5kSwAAAEP0lmgpun4SyorVlqUXy4psupm3PdjPZOaYN8szPYY+HTrUz1MeSE+Th4ePp2mEX4/tsbNnBPYUANASwiL9Em7Sn1KO76rIzayWp3eyJQAAAK7NFUsNZgEAANwCvSVahK6wuBKTKCm0blmWp5vZOy44fnQ3geaRl7c/6z50YVDfTFu5XdT1MPkOtASZCLABaFG33N37WHJ+dZVdHZFvmuvfLXzw5z6enp5KcMJDQ3kvUDYI+QMAgE7OFVdEZEsAAOAmiEm0IG2ehHxcvSi71qY/vM5VQdBkUd5+E/1Dp/iHD/IJJiYBoMX5B3lNuSNaN5ibaUvdV64r5aTmTAgAAAA40FsCAAAY4uOczefc6VrKSa84sqNYNzPhpp5hkX4CANBBjJ8ZGdLdohvc+nGxzfplESc1MiGuvgsIov4AAKDTo7cEAAAwRKGJFqTNllj+ZpbuVYuPaca9fQQAoOMwmT1mf62vbrCsyL7n82JtwgQdJgAAAHTIlgAAAIboLdFMzl0lpMPbCrPSKnUzb7ozxjeABl0A0MEMGtO9d1ywbnDPmrLyEpsSmSBhAgAAwBnZEgAAwBCLJi2iXsNaY1+9+IJuQnA3y7gZEQIA0AE5twWqtdZvW1pc1xAJEwAAACqyJQAAgCEqOLUU9bOxW5fllhXZdK/OfaifycyhBoAOKSzSb8zUcN3g8V0VFzOqlWwJbXBaaBImAAAAOi2yJQAAgCF6SzSHbvlJPpYUWrcsy9NN6x0XHDeqmwAAdFjT7+nj42vSDW54r1Bbwck5W4LgBAAA6LTIlgAAAIboLdFS1NWoWpv+eFqcVrIAAB2OycvpRthTaGMS1HECAABQkS0BAAAMkS3RguTBDAwxT7snVDd+6lDhyYMFAgDQYW34OKOiVF+gb8pdgdquEoL0CAAAgKvIlgAAAIbIlmgR6jGUGxPn9ggIMesmrF5y1l7LcQaADikvu3Lf5ou6wf6jvXtEmesbI2gvAQAAOj2yJQAAgCEWTVqKugJlMosZC/UJE4V51cnrcwQAoANaueiMbsTkJcbO9nUORSiv8t4KAABAtgQAADBEBSdXGJwUGBHroxvcvCyzqrxWAAA6lJQDBRknS3SDw6Z4+QV5ULgJAADACNkSAADAEL0lXGTGg910I9VV9vUfnxMAgI7DXlu/+t003aBfoMfQyd4CAAAAxsiWAAAAhugt4QryqIZFWwYn+evG922+mJddKQAAHcSuz3OKL9foBkfPMpu9PLSUcecNAACATotsCQAAYIiYREvxaMjT03PS/BCzd4OVqfq6RgqUAwDap4pS29YVmbrBbhEidrjZ+ZyvvKpGKbThCgAAgE6IbAkAAGCIRZMWoV2EUgWGmBOmB+hmZpwsOXmwQAAA2r0NH2dUV9l1g4m3mYXjhO+poUubAAAAANkSAADAEL0lWoru47HKilXirGD/YJNu5uolZ+21JKkAQLuWl125b/NF3WDvoR49Is26UIQzAQAA0OmRLQEAAAzRW6I5nEMRajUPyWQyeXl7Tp4fpNurMK86eUOOAOBeKiuqBdyIc809T1P9qBlXyjfJ07tyklcflTO/9u1AAAAAdG6uWGowCwAA4BaISbQUbUxCHlU1MhGf6H9oU3lupk07efPSzFETw30DuKZqlilD76yttd/oXuOnJvzxH8+LNlVZUTV9zH3K9htv/2HU2KHK9h9/9fflH66VG1//zv2PP7nw2n/IkQMp33ngGbnRMyLs4w3/Ep3e/95e/reX/9PoS/IXM6RLUHCXwKCgnhUNIgAAEABJREFUwNgBMRNvHps4fqRcTBYtZ+v63Uv/t/r1//xOO7j5812/+OFLcuP+h+948pnHrvOP+taCp48dPik35M+A/EnQvVpSVLb8gzWnU9Mzzp7Pzy2I7hMR3Sdy6Mi4O+6d1bL/o04u9UBBxskS3eDgSaaAEJN6etfFJxrNmSA+AQAAOi1XXAhxCw0AgJtgxaQF6Rak1Jrj0xYEL3npsnZmdZV9/ScZtz/cTwBwPRkpLCoskV9y++ih1OUfrA0L7/78yz8emThENJvdXvfS82+sXraxf3yscCX5v1jyn2XvvfWJjEyogyePp8mvdSu3fPrRup/+6ttDhg8UaDZ7bf2qd9N0g74BYsikL1IlVGo1J12TCQEAANDpuaJkNB/DAQDATdBbopk8nJpda5ugKutW4TE+8Ym+uh33bbqQl10pALSFvNzLT3/nd9nnL4pmq6mukTEJ4Xrv/nvp3//0thKT6N03cs78mx964t4Zt03p1qOLHDmTmv6tBU8fOZAi0Gy7Ps8pvlyjGxw540pdPm00QhuccM6TAAAA6OTIlgAAAIboLdGynEs5yRWrurq6SfNDTh+qsmsqOdXXXSlc/vjPhws01dZjy5wHU4+defzen8iNbt1DPt3+jkDnM2Pu1F+98uNGX7LW2Ja9v/qNl/8jfz0rK6r+9fq7v3n1KdERyHjDm3/54uf5R899886Fs9WSTaXFZS/98m9b1++W/6nf/uzPb33455CuQQJNVVVeu3VFpm6wS7hH3xFmbchZDUs0mipBBScAAACyJQAAgCFiEs13PQkTAcGmhOkBuh0zTpacOlQo0PlYfCwBgf7KdtfuXQRai7fF676H73jiRw8pTzes3l5wqUi0M4EhgcpGl+4h6uDif32snK7n3Tvr7gdv07aRCAoJlMGVwY7yTbk5+Z8tXS/QDOs+PFddpW9akzCnwSldjUxokSoBAACg5YrrIsISAAC4CRZQWpxzZEJZwEqYGeQXpL+IWvVeWl2dQGcj1zOjeveSG/4BftF9egm0rru/dlvQ1aX/PTsOinYmOuaLH4l+A/soG7W19kN7jyrbCx+f77yLl5f5oW/eo2ynHD0t0FR52ZX7NutLe/Ue6hkWo+8qoest4dzmmrdXAADQybniQ5AUcQIAwE3QW6JFKLWw1COpjUzIcaWOk7elbtKdgZ8vKtHuWJhXnbwuZ/ysCIFWd3jf8fWrt2emZ6WfyfSxWKJjI2NiI2fdflP80P7X2Cv34uWl730md0lPO19VWd07NjKqT0Ti+JG3zJ4kbkRU74jUY2ei+0TIHxLhGkcOpGzfkJyVeSH3Qv7FnHyLxbtXZFiv6J4D4vvcesfNznV+Hpn/wzOp6fK//+8PXy0tKV/+wdrdW/adPZPh6+crgyi3zZ8+8/apzqeL117410eLV8qNtXv+5x/gu/6zres/23b6ZLrNVtszInTiTYn3P3Knn7+Pdpdvf+1nRw+myo3fv/bMTTPHN/qPX71s4x+ee11uPPa9hY9+937Ronz9LHGD++7deVhu5+de1r1aXl752Sfr006ey7t46UJ2XlFBcXivHr0iwuVPSNKk0YkTRqgzz57OfOiOJ9Wn8uhNiL9dbowZN/z1//zO+e9NOXJa/snnzp5PO5UR0iWod7/oidMSZ829yeLjrZ0WFfvFCSGmT6SykZ15sWu3LvIfI78REVHhjf2fRL+4Plf/VRkCTbVy0RndiKepfuR0fScJXVjCOTIBAAAAeksAAABD9JZoKdrIhLa3hBqWkAaNDTiypTI306bdcdPSjJETw3wDuL5qPSVFZX//89ufffxlrZsSUZaXe3nfrsMrPlj78LfuffCb95jNJt1etbX2999e/s6bH1aUV6mDcnldfq36ZMO2Dbt/8vy3g7sEXue/oe+AGOEITggXqK6y/u6ZP29Zt0s7WFFeWVhQfPzIqXUrt7zzz4//+H+/HOIo++Ms5eiZX/zgxbyr6/Xy/3s5v/DQ3uPy4Pz+r89201QW0iotKXv6W789eij1y5HislMnzq78eN2v//TU8NGD1PHpt01RwhJb1u00Ckts+nynsiFjIcIF5HdT2Qju0iA8I2MVv3361aLCBuHDzPQc+bV7+4EPFq2YcduU51/+UROCSfLbIb8p8lujPK2sqJJhhl1b9q1dtunFv/1cGyVSkiRCw7sFBn1R6at338iP1v9LfiMKLhmWfauq/OLHMiSExhJNlHqgIONkiW5w0ARTYBezNhShUsPPzgEJghMAAACu+BAkt80AALgJYhKuoAtOyICEGpmYtiB4yUsNPp1dXWXf8EnG3If7CbSKS3mFTz7yXFbGBeVp3wG9RyYOKSkqPbj3WMGlIput9t9vLDl2KPXP//qNdi+5iv3cky/s3LJPeRoW3n14wpCAQL+De45mnM2WIxvX7JB7/efj17p0C76ef8a4yWNsVtvw0YOFC/zhub+oMYnY/jEDB/ftEdb9cn7B6ZSzaacyhCNg8PLzf1u0/HXn5fWykvLnf/yyjEn0jAi7Zc6k+CH9U46dXr9yqxyRIYdv3PeTf7z3svzvO/+lL/z8r3KCn7/vjDlTRo8blpOVJ6MOJ4+n5ecW/PCx51/62y/GThypzJw+Z8obL79lrbFt25gsV+flLro/qrSkfN/OQ3Jj2OhBRskBzWGz1p5JTVe25fFRx+W/9ulv/1b+DIgr/T+8RycNj+kdUVdffzEnb+/Og0pEYd1nW8dNSZhx22S5LQ/RG2//ocZq/ek3r/y0RPXu9fSvvys31HCCas/Og+8vWiE35H9nVOJQ/wC/U6lnZaRHjsiD9vpL/9b26I7tF/34kwvDevbQ/SH+Ab7+AYZxrNXLNiobCRNGCtw4e239qnfTdIO+AWLI5C/KN+k6BmnzJHSRCWISAAAAgmwJAABwDayetCBtwoSSKqFuqDkT4TE+8Ym+qXurtDvu3XRh/KyIbmG+Aq73y5+8osQk+g3s/ZNffXvYyHhlXH53lr+/9p+vLy4rrdiz49DaFZtn3XGTutd///6+EpPo2i3k2z95ePadN6sv7dt1+C9/eDMzPUeuv//ztcU/+933ruef0XdAjJIw0eLkv2fT2iupBnLh9A+vPzvp5rHqS/LnUP6/fv/sa3I7/UzmyeNnBw3TV6zKPn+lsP6YpGG//fPPlOSPKdPH3fvQHc997w/Hj5zKu3Dpby+/9bu//Mz57z2873ivyLAX3niu/9VqQvc/cscff/P3VZ9skBGIl3/1t/dW/t3XzyIcq/YTpiZs/nzXlcjEhmTtcVZsWL1NyWaYPnuycIF//HmR/C4r2wPi+6rjf/vjf5SYxLjJo3/1p58GBn4ZXZDf3N898+eDe47J7U1rtithCT9/n1Fjh8rIijLHx/fK00b/xnNpWX5+Pj987pu33jlNDQWtWrrxhZ9fKVS1buWWb//44dDwbsq4jNN8/Ts3Vrdqx6a9//vvcrnRrXvIXQvnCNy43etyii/X6AZH3OLpbfHU9rh27iqhxiQEAAAANFyRLUHLawAA3AS9JVxEW2dc9xnbiXcGm7waTK6vEyvfThNwvf27jx49kCKulO4J/NviF9WYhCS/QfMXzv7lKz9Rnv791bfVlWu58fG7nynbv3/9GW1MQkoYP+KNRS/6B/jJ7U8/XqetYtRkMgoyIf72a39954FnGt1328ZkZeOhJ+7VxiSE48fy1nnTZtw2RXl6+uTZRv+E7qFdX/77L7UFqeRi94t/+7lcWJfbMuZx8njjP66/f+0ZNSYhHH2Yn/v995VSUTKesfzDNepLt1yNN2y+WqxJa9PaHfLRbDZNv/pPbRFFBSXyT/7B13/xgSNxQZLfSiVSIimFqoQjKvCrPzaISQhHSaUf/+JbyvaplKb8tn7rxw/PuesWbXrKnPk3T74lSdk+vO+YaKoPF336s+/+XjmZP/vCD64zXwdaVeW1W5Zn6ga7hHv0G+WlPXurAQntib3RftcAAAAgWwIAABiit0TL8nDqfa2kSig5E8raVmCIOWFGQPKqcu2OaceLTh0uHDiiq4Arrf10k7Lx4Dfv0a07K8ZPGTN67LADe44WXCravXXfjLlT5eDWdbvKy66EKOQqv7ZHgkqu2t//yLy3/rZEbn++fLM22tH6bp41MTS0W3ra+dvm39LohL4De4vPtoorpZzKG52w4NE7fXy9dYNdu4fccd+t//vvMrm9c8veuCH6smNyhX3g4L7Of5o81HLRXG7s3rJ/wSPzlMEJNyWGdA0qLixN3n6gtKQ8KDhAnZ+Xe1kJD4yfmuBcDel6HNxz9AePPq8bzD5/MTcnXzsSHhH6/WcfV596e3s987snM89mBXUJavTv7d03Uh6W6iprcVGpuEEy1DH37hnO48NGxW/bcCWMpPu3Xb+3//HBv/76nnCcbX7x4g/HTRotcOPWfXiuusquG0yYo6/apH006ioBAAAABb0lAACAIWISLqVmSyhhCaWOk3xMmBF0dHtlZWmddvKqd9P6D0v0JCvVlZK3HVA2pt4yzmjO1BnjZVhCXC1nJO1PPqJsTL45yWivKdPHKWGJ7PMXRJsakTBEfhm9arPWlpdVKtu1joJFzqYY/DcnTE1QwhKnTjSSZjFp2tjG97opwcvLbLPVHjv8ZR6JHJk2a+LSJatra+2b1+28456Z6ksbVm1TNm5pagWny/mF8uvacyKje770/36uDU0FhQTOvXv6Nf/YIouPRYYlrDU2+Yt8Q12vh46M87Z4OY+Hhn/RQKK4uEzcuP/+/f1/v3Hlp+5KYsoLP1RKS+FG5WVX7tt8UTcYPUiExXzRVaLRTteNJkkQnwAAAFCRLQEAAAyxhtLinBMm1HIfaocJb0vdpDsDP19Uot2xMK86eV3O+FkRAq5RUV5VVHjlmMvvSI/GmjYrQq++pLbFvpCdp2yE9wo12qtX5BedmTPPZYtm+/p37n/8yYXXnnPkQIpRHSetS3mFmenZGWfPy39Y5tns40dO1lRblZfkj6LzfLPZ1DMyrNE/qmfEF//9S/kFzq/2MthLHu3wiFB5MOVqfklRmVobavptU2RYQlxp1bBDG5ZQyjoFBPpPvClRtLSIqPCEcSPGTho1duIoi4/3NWbKf21melZGevZ5edzSs2UkRg1TiSuHrv6GIohGP2/e3l/EKmw2m7hBxw6fVGISPr7er/z9l6OThgk0ycpFZ3Qjnqb60bO8dJ0kdF0lnCMTAAAA0CJbAgAAGKK3hCtoIxPabAk1LCENGhtwZEtlbmaDtchNSzNGTgzzDeBayyXKSr+oWRQRHS4X342mhUd+sfiek5Wr21Fdl3fm62fp2i2ksKBYhgFk/MM/oC0bmMsfsNMp6Z8t3bB9Y/JX5g3oRPU2DIyF9uwuj1ttrf1SbiNhiYjoXkY79nSEJYQjnqGGJYaNjI/uE3H+XM6B5KMFl4u7dQ8RjgyV1GNX1oinzZygDRvMTFyg1NHSCekatGrnu7rBGe6fEr8AABAASURBVHOn/uqVH4smKS0u27V1/8pP1h8/lKq03W4R/v5+oqX921G7SfrRc08Qk2iykwcLMk6W6AYHTTAFdjHrWkqoqRJqewldQII3UwAAAC2yJQAAgCF6S7iaLjihFHFSIhPTFgQveemydnJ1lX3D0oy5D/UTcAGL5Ytl7jp73TWm1dd98RvhefUyWt3RXnetHevqv3i1bVcnKyuqn33yD/t3H9EORkSFxw6IGRAfO2REfNqpc//vj/812v0a/3RrTa2yUm9rrPrTNf7T1VfzM3Rlo2bOnfqvv74nfy82rtp278O3y5F1K7coL90ypw3qEW1dv/s3T7+qZpMIRyLCgPi+sf1iBg7pN2LM4O899KyMoIgb1+I/EPK7rHyLwyNCZ8+/WaBJ7LX1ny3WNzC3+Ikhk81q+EHXXkLNk9BFJohJAAAA6JAtAQAADBGTcBFtwoSSKqFuqDkT4TE+8Ym+qXurtDvu3Xhh/MyIbmFt+Vl7d9WlW3BQSGBpcdnFnHy5vG6UMJF74Yvmw8FdgpSNiOieZ06eu/JSzqXI6J6N7nWlE3LhlU7I3hYvP38f0Xb+9dd31ZjE9NmT71xwa9+4PgEBX35a/+yZjGvsnpVp2Bsj7+IlZaN7aBfnV3MvXuoe2njP9ryr/Zy7OFIiVDNum6q0a96yYbcSlti4Zrtw1IMaNXaoaF25Ofl/eO41JSYRFt79wSfuSRg3oldUmLaHRLUmYtG2Soq++IC/DDV50pGmqXavyym+XKMbHDnd09viqetxbRSTEAAAADBAtgQAADDEqkorUD9L69z+etL8kNOHquyaSk71dWLl22mP/Ky112Q7ieiYXseLT8lvwaXcy0YdFPIufLH4HtItWNmIiPqib0R+7iWjP1ntdB1q3LWiFZQUlS3/YI2y/bu/PD1t1sRG51zjT7DZaosKSrpc/b9rqf/9rt0bCUvkX7wshg90HpcRoPy8K0Wf5M9/124NwhJy0V+GHw7uOXZk/4nL+YXFRaUZZ6905rh59mTdqenzvf8TLrb0f6sryq/ECMckDfv1n55yPgIyYlFRXinah+rqLxbT/QNavjxUJ1FVXrtleaZusEu4R//RXsq5Wlu7ybOhRvtdAwAAQMsV2RJ8HgcAADdBbwnX0UYjtI2vtVVBAoJNCTMCdDumHS86deTG+gHgOvW6muuwdWOy0Zwt63cpG4OHDby61xdhie2b9hjttVXda3icaDtnT2dYa66EuWL7xzQak5BSj51WNuoMalLt2rKv0fGdV8cb/T8mb9/f6F7bN+5RsrKGjor38tJ/vGn6nClf/OFb922/+k2ZOXeqaHWnUs4qG3PvmdloVObEkVPqtlrpS1z5HW+Dm6M+/aJ3pn4qv37x4g8FmmT9R+eqq/TtQxLmeDp3ulYfdTEJAQAAAGOuuF4iLAEAgJugt0Sr0UUm1KWuhBlBfkH6i6tVi9Ou2cUATTR73jRlY8m/P6msqHaesHPzvkN7jwtHLaZbZn/R3mDKzeMCg/zlxrYNySlHTjvvVXi5+P3/Lle2Z8ydItqO99U20VWV1Y1OOJ2SfiD5qLJttzfe0vl/by93jlhcyiv89KPPle1b75jmvNe6lVtzrxZrUsnTyzv//FDZnj2vkRYIN82cIA+13DiYfHTvjkNyI35o/z79okSr877aQaTa4NAt+c9SdVvbDdvi4/XFYGMtN9A+5WVX7t10UTcYPcgjLOaLrhLOna6NkiSITwAAADTKFUsNhCUAAHATxCRcyjlhQheZkLwtpkl3Bup2LMyr3rMhR6ClJYwfMfmWJLlRcLn4J9/8VX5ugfbV/buPvPT8G8r2g9+4W20R0aVb8CPfuV/Z/sUPXzp6KFW714WsvJ9+6zeVjrXs4WMGj50wUrSdfgP6KD91F3PytqzbpXv1+JFTv/rpH9XfeiWvwtm5tPO//umftJ2fcy9efvo7v1VG7nv4jpjYCOe9bLbaZ773h9wLX9a5kvN/89SrMhAiHMGGOY11Zpbxnim3jJMb+3YfPnH0SjrC9LZodi31G9hH2Vj+4Vpt1EE4/iN/e+W/u7cdUEesNV8eHPm7bHFEgy7m5MrgjWgV8nv037+/L78Wv/mRwI1bueiMbsTTVD9yusk5VcK5sQTZEgAAANeD3hIAAMAQCyuupu19re0toTa+lgaNDTiypTI3s8Ea8calmSPGh/kGcN3Vwp58+rHD+0+UFpcdPZj6+D0/Gpk4NLxXaHVNzcWsPLVI0cjEIQ89ca92r7sWztmwalvqsTN5uZe/9+Cz46cmyL28vb0u5uQf2HNE6dbQtVvIL1/5Sdv+Tvn4et9x78zlH6yV2795+tV9uw4PGREXFBJ4/lx28vaDSivsgED/8rIKuVFS3HiTCbnIvnHNjvQz5wePGNi1W5fcnLwDyUdkIEc4ogvf/MGDRnudOXnum/f9ZHTS8PCIsMKCohOHT8nVc/lSSNegn7/wQ6POzLfMnrx+1TblGMqjp5Z1amVz7rz548WfyvCS/C5//c4fzJo3rU+/6OLCEvmf2rh6m/Lf1xy60uAuX0YTo/tEnklNr66yPnb3D6P6RMqR//fOC8KVMs5m//uNJcLxHX/wiXsEbsTJgwUZJ0t0g/HjTMHdzbqwsZoqoUQmnAMSvIcCAAAYcUXJaG6PAQBwE/SWaE264IQMSKiRiWkLgpe8dFk7ubqiduOyjNse7CfQonpFhS1a9teXn38jecdBuda8YfV23YR59876wXPfMJtN2kEvL/P/e+fFN19b/OE7n9rtdds36ptMDBsV/5tXnw4N7yba2rd/+sjBvcfOn8ux1thkfEIJUaiGjxn8zG+/t2D2t+V2ZnpWo3/C07/+7kvPvyEjCkpQQTVsZPwr//dLuQ7e+N/7o4f/999lMmyz7rOt2vFuPbr8+d+/uUZdpnFTxsi4RXFhqdxOmjSqa/cQ0RYiY3p++yePvPq7/5Pb6Wnn//6nt7Wvelu85E/FhfO57711pZRTxtms6D5fpowseOSO3/7sL8KRhSO/5E+L/KU2CsOgbdXVidVLzuoGLX5i6NQG5Zt0/SSUmIQuMsG7JwAAwDWQLQEAAAzRW6IVaBMmlFQJdUPNmQiP8YlP9E3dW6Xdcc+GC+NmRHQL8xVoUTJ48Oq/fv3Zx+sPHziRk5V79tQ5i8USERU+ePjAW+ff3G9A70b3svh4f/+ZxybelLhx7Y7szAtyTb+yoiq8V1j/+D7Tb5uSOH5EO1mGDgjwe2f5Gx8v+Wzr57vy8wsu5xXIOEpAoH+/uD633ztz+uxJ8t85bPSgowdSTh5PO5Oa3j8+VvcnTLgp8c3//fFfb7y3e+t+uTDbMyIsJjbyltmTpt06SRet0QqPCP3PJ6/987XFn3+2ubrK2j20a1TvXhOnjZ0z/5bAQP9r/IPlX3HzrZM+eW+VaLsKTor5C2cPHRn3zj8/ykjLys8rKC+rkL+28n8xKmHoA9+4q2dkmAxlKWGJ9au2KtXAFDNvv6mqquY//+9/BZeKhKPqV0lRWaN9s9Hm9m26UJinbx8y4hZPb4unrse1rquEGpMQAAAAuA6u+BAk6xcAAHQkyhu38vF8yW631zoUFRVVVVX5+Pj07t1bwJXUb4FC+S4olO+FzWYrKbS+9fxFe8Nq/wOGd3nop0MF4HqPzP+hjFLIjbV7/qe0+L4er73wr48Wr5QbL/3t55NuHiua5Kff/M3u7Qdk7GTF1kVG2RhA81VX2f/0oz3VFQ2ak3cJ95jzbW8ZjPC6ymw2qxuStr0EqRKuU1pa+swzz8iN73//+3FxcQIA0Lrk6VfelXzta1+bMGGCAFrCxYsX5WNZWZm8BfZ2kNdX8tF8la531/X8meQjAwDgJlhYaR3Ova89G5JrXgHBpoQZAbodTx8pOnOsSADu61JeYfKOg3Jj2swJxCTgUps+ydDFJKSEOfIMbNjp2rl2EwAAAK6HKxIbCEsAAOAm6C3RJnSRCXUhLGFGkF+Q/kJr5aIzdXUCcFfLP1ij3LHcOv9mAbhMQV7V7vU5usHoQR5hMQ26SujKNzXaT4L3TQAAgK/kiksmwhIAALgJeku0GueECV1kQvK2mKbcpa9HX5hXvXfDBQG4kdycfHGl+XDdqk82LP7nR3I7tn/MsJHxAnCZ1e+drW8Y4vU01Y+crk+P0G7rwhJEIwAAAK6fK5YaaHkNAICbICbRmrS9r5WYhK7xtRSX4HdoU3luZoMWExuWZgwfH+obwDUY3MRfX35r6/rd2pEFX58nAJc5l1py6lChbjAuyTO4u1kXHlZTJdQiTrqABMEJAACA60G2BAAAMMTySlvRJUxoS4hMW6BPmKiuqN20LFMA7qJ7aFft01l33DT7Tio4wVXq6q5Uw9MNWvzEsJu8tOdetaSeNk+i0SJOAAAA+EpkSwAAAEP0lmhl2oQJJVVC3VBzJsJjfOITfVP3Vml3TN6QkzSjV7cwXwF0fAPiYpXu1nFDBsy9a7oMSwjAZfZtupCfU6kbHHGLp7fFUxeN0HaV0MYkBAAAAG6QKy6iCEsAAOAm6C3RhrTdJtSCTkpkYtL8kNOHquyaSk71dWL14rMP/nSIAFzj7aWviRv3w+e+Ib/EDbrt7unySwCuV11lX/9xhm6wS7hH/9FeyrlXW7tJDU402lWC+AQAAMD1c8WHICniBACAmyAm0fqce197NiRXxAKCTQkzAnQ7njpSeOZYkQAAXLdNSzOqK2p1gwlz5JnWsNM1eRIAAADNR28JAABgiDWXNqeLTKgLZAkzgvyC9BddKxedqasTAIDrUZBXlbz+gm4wKt4jLMas7Sqh7XTtnCdBqgQAAEATuOJDkIQlAABwE/SWaBPOCRO6yITkbTFNuUvf+7owr3rfxgsCAHAdVr97ts7e8H7Yo37UDH16hK6Ik67NNQAAAJqAbAkAAGCI3hJtRReZUMuGaBfI4hL8wmO8dDuu/ySjusouAADXdC615NThQt1g/DhTcHezLgyspkqoRZx0SRLEJwAAAG4U2RIAAMAQMYn2QJcwoS0tMm2BPmGiuqJ20ycZAgBgrK7uStU73aDFTwyb2qB8k7bBtXoGbjQyAQAAgBtCtgQAADDEaksb0iZMyA3nxtdSeIxPXKKvbsfd63MK8qoEAMDAvk0X8nMqdYPDp3lafBs08lFPttqsNco3AQAANB/ZEgAAwBC9JdqJazSZmDw/xNSwklN9nVj17lkBAGhMdZV9/ccZusGg7mJAgpdzp2tdlIJO1wAAAC2CbAkAAGCI3hJty8Op97VzzkRAsClhRoBux9OHC8+llggAgJPNSzOrK2p1g2PnmmXowajTNXkSAAAALYtsCQAAYIiYRLvinC2hPCbMCPIL0l+ArVx0pq5OAAC0CvKqdq/P0Q1GxnmE9zE5p0qo5Zt0eRKkSgAAADQT2RIAAMAQay5tzjlhwrmOk7fFNOUufe/r/JzKfZsuCACAxpr30uvsDSPuHvVjbjWCGz1nAAAQAElEQVTr0iN0RZx0ba4BAADQTGRLAAAAQ/SWaA90kQm1nIh24SwuwS88xku34/qPM6qr7AIA4HAuteTkoQLdYPw4U1BXky7cq6ZKqEWcdEkSvDkCAAA0B9kSAADAEL0l2htdwoS25Mi0BfqEieqK2k1LMwQA4Eqg/Up1O92gxU8Mm2pWTqq6UIQ2T6LRyAQAAACajGwJAABgiJhEO6FNmJAbzo2vpfAYn7hEX92OyesvFORVCQDo9PZuupifU6kbHHGzyeL75YlUmy2hzU6jfBMAAEDLIlsCAAAYYhWmHbpGk4nJ80NMDSs51dnrV793VgBA51ZdZV//0TndYFB30X+M2bnTtXpedW52LXhnBAAAaAlkSwAAAEP0lmg/PJx6XzvnTAQEmxJmBOh2PHWo8FxqiQCATmzzsszqilrd4Ni5Zhl6MOp0TZ4EAACA65AtAQAADNFbot1yzpZQHhNmBPkF6S/GVi46U1cnAKBzKsir2r0uRzcYGecR3sfknCqhlm/S5UmQKgEAANCCyJYAAACGiEm0K84JE851nLwtpil36Xtf5+dU7tt0QQBAp7TmvfQ6e8O3M4/6MbeadekRuiJOujbXAAAAaEFkSwAAAEOsxbQ3usiEWmZEu6AWl+AXHuOl23H9xxnVVXYBAJ3MudSSk4cKdIODxpuCupp0YV01VUIt4qRLkuA9EQAAoKWQLQEAAAzRW6I90yVMaEuRTFugT5iorqjdvDRTAEBnIu92Vy46oxu0+IlhNzXodK1tcK2eURuNTAAAAKBFkC0BAAAM0VuiHdImTMgN58bXUniMT1yir27H3etzCvKqBAB0Gvs2X8zPqdQNjrjF5G1p0JhHPXlqs9Ao3wQAAOA6ZEsAAABDxCTauWs0mZg8P8TUsJJTnb1+zXvpAgA6h+oq+7oPz+kGg0Pr+482O3e61kUp6HQNAADgUmRLAAAAQyzEtE/Ova+dcyYCgk2JMwN1O548VHAutUQAQCeweVlmdUWtbjDpdi8ZejDqdE2eBAAAQOsgWwIAABiit0SH4JwtoTyOmR7oF6S/MFu56Aw5MADcXvGlmt3rcnSDkfEiNNrknCqhlm/S5UmQKgEAAOAiZEsAAABD9JZot5wTJpzrOHlbTFPu0ve+zs+p3LvpogAAt/bZu2l19gbvX56m+jGzvHTpEboiTro21wAAAHARsiUAAIAhYhLtmS4yoZYf0S60xSX4hcd46XZc/9G56iq7AAA3dS615OTBAt1gXJJnUFeTLnyrpkqoRZx0SRLEJwAAAFyBbAkAAGCI5ZiOQpcwoS1RMm2BPmGiuqJ287JMAQDuSMbTVy46oxu0+IlhN3lpz43aBtfqmZNsCQAAgNZBtgQAADBEb4l2TpswITecG19L4TE+cYm+uh13r8spvlQjAMDt7N9yMT+nUjc44hZPb4u+AY+2q0Sjza55BwQAAHARsiUAAIAhekt0INdoMjF5foipYSWnOnv9Z++mCQBwL9VV9g0fZ+gGg0Pr+4/20nW61p4nnZtdC2ISAAAArkS2BAAAMERMov1z7n3tnDMREGxKnBmo2/HkwYJzqSUCANzIluWZFaU23WDS7V4y9GDU6brRPAkAAAC4FNkSAADAEGs0HY5ztoTyOGZ6oF+Q/iJt5aIzBJ4AuI3iSzW7Ps/RDUYP8giNNulSJbTlm3R5EqRKAAAAtAKyJQAAgCF6S3QIzgkTznWcvC2mKXfpe1/n51Tu23xRAIBbWPVeWp29wf2tp6l+1EyzLj3CuY6TNiABAACAVkC2BAAAMERviY5CF5lQy5JoF+DiEvzCY7x0O6778Fx1lV0AQAd3LrUk9UCBbjB+vCmoq0kXplVTJdQiTrokCeITAAAArka2BAAAMERMoiPSJUxoS5dMW6BPmKiuqN2yPFMAQEcm36xWLjqjG7T4iaFTzNpzoLbBtXqGJFsCAACg9ZEtAQAADLFG04FoEybkhnPjayk8xicu0Ve3467Pc4ov1QgA6LD2b7mYn1OpGxw53dPb4qmNRui6SjTa7Jo3PgAAgFZAtgQAADBEb4kO6hpNJqbeHWJqWMmpzl6/6r00AQAdU3WVfcPHGbrB4ND6/qO9lHOgczMJdZtO1wAAAG2CbAkAAGCI3hIdi4dT72vnnAm/QFPizEDdjqkHCs6llggA6IC2rsisKLXpBpNu97pGp2tqNwEAALQtsiUAAIAhYhIdmnO2hPI4ZnqgX5D+gm3lojN8twF0OMWXanauzdENRg/2CI02abtK6Mo30ekaAACgbZEtAQAADLFG0+E4J0w413Hytpgm3xWk2zE/p3L/losCADqU1e+l1dkbxFQ9TfVjbjVfI1Wi0fJNAAAAaE1kSwAAAEP0luiIdJEJtVyJdmEuPsE/PMZLt+OGjzOqq+wCADqIc6klKQcKdIPx4z0Dgk26cKyaKqEWcaLTNQAAQBsiWwIAABiit0RHp0uY0JY0mbYgWDe5otS2dUWmAICOQL47rVx0Rjdo8a8fOsVLe67TNrhWz4SNFnECAABAqyFbAgAAGCIm0UFpEybkhnPjayk8xid+rK9ux51rc4ov1QgAaPf2b7mYn1OpGxw13ext8dRGI3RdJbQxCQEAAIA2QrYEAAAwxKqNG7hGk4kpd4WYGlZyqrPXr34vTQBA+1ZdZd/wcYZuMDi0vt8os3PtJnWk0a4SvNMBAAC0PrIlAACAIXpLdFzOva+dcyb8Ak2JMwN1O6YcKDiXWiIAoB3buuJ8RalNNzhoapXValVjEtqECedO1wIAAABth2wJAABgiN4SbsM5W0J5HDM90C9If/G2ctEZvu0A2q3iSzU712brBkP7Vpv8izMyMk6fPp2fny/fvJzLNzknSRCfAAAAaBNkSwAAAEPEJDo054QJ5zpO3hbT5LuCdDvm51Qe2JIrAKBdWv1eWp29wduTp6l+yE12+Z5lt9vLyspOnjy5YcOGQ4cOlZaWNpoqQTQCAACgbZEtAQAADLFw09HpIhNqu1dt4fX4BP/wGC/djus/PmetqRMA0M6cSy1JOVCgGxw0wRQZ061fv36RkZEWi6W2tra6ujolJeWDDz748MMPZZRCqUmoC0jwHgcAANBWyJYAAACG6C3hTnQJEx4eHmpkYtqCYN3kilLb5mWZAgDaE3n3unLRGd2gxb9+yGSzPKd5eXmFh4ePHTt23LhxERERSvJEZmbmJ5988sorr3z++edFRUUeDoKYBAAAQJtyxcWYWQAAALfgQW+Jjk/5JirXfHJDBiTUDaX2el1dXXiMT/xY39Q9Vdodd67NHntzr5AeFgEA7cOBLbn5OZW6wVEzzN6WBt2tw8LCIiMjZXDixIkTBw8elNGIsrKyjRs3rl+/Pi4ubtKkSUOGDCEsAQAA0IZc8SFIwhIAALgJYhJuxkNT00kJSyireDIyMeWukNMHq+y2LyfX2etXLzm78AeDBAC0A9aauvUfn9MNBofW9xtp1tWmU4ITgYGBEydOlEGI06dP79q1Sz7Kk15qaqqMVXTt2lW+NGHCBDlHAAAAoNWRLQEAAAzxYVL3oE2YUJ4qMQklLKGs5fkFmhJnBu7+rEy7Y8r+y+dSS/rEBwsAaGtblmdWlNp0g0m3e2ljEmrChNrpWm4MGTJk2LBhly9f3r59e3JyclVVVWFh4aeffrpq1arhw4dPnjx5wIABAgAAAK3IFdkS9JYAAMBN0FvCLanZEuqanfI4ZnqgX5D+Qm7lojPkzABoc8WXanasydYNxgz1CI02aTvlqJSznIdGaGjo3Xff/cILLyxcuDAyMlLubrfbDx48+Nprr/32t7/dvHmzDFcIAAAAtApXLDUQlgAAwE3QW8JtaMs3qbSRCcnbYpp8V5Bux/ycygNbcwUAtKnVS87W2Ru8H3ma6kfPNGtrN+m2FdqTntzL29t74sSJzz333E9/+tPExESz+Uquf25u7kcfffTss8++++67BQUFAgAAAC7miqUGijgBAOAmiEm4E20pJ21vCbXxtRSf4H94U0VuZoMyKes/OjdsXKi3hY+eAGgb51JLUvZf1g0OnmQKCDbpWkqoqRJKZEIbkFCo27EOd999986dO3fs2CGjEVardZfDoEGDpkyZQltsAAAA16G3BAAAMMSKjLvSBSdkQEKNTExbELzkpQbLfxWlts0rMmfe20cAQKuT8fGVi87oBi3+9UMmmdXwg669hJonoYtMOL+pBQQEzJw5c8aMGcePH9+6dWtKSoocTHHo2rXrpEmTJkyYIOcIAAAAtChXlIwmLAEAgJugt4Sb0SZMKKkS6oaaMxEe4xM/1jd1T4Ma6ztXZ4+9qVdID4sAgNZ1YGtufk6lbnD0DJOXt6eux7U2LKGNSXzlXyHnDHW4fPlyWlqajE9kZmYWFhauWLFi1apVo0aNmjx5cmxsrAAAAEALIVsCAAAYoreEG9N2m1ALOimRiSl3hZw+WGXXVHKqs9ev+d/ZBd8fJACgFVlr6tZ/dE432K2X6DvSS5shoQYktF1zdF0lrufWt7tDUlJSVlbW5s2b9+/fX1tbu9chKipKBicSEhK8vb0FAAAAmscVH4Kk7jAAAG6CmIT7ce597dmQXNrzCzQlzgzU7Xhi3+XzaaUCAFrRluWZFaU23WDiXJOuapP2UReTEE0igxAPPfTQSy+9dOedd/bo0UOOyEDFe++99+yzz3788cf5+fkCAAAAzUC2BAAAMEQFJ7fXaLaEfBwzPfDItorK0jrt5JVvp33nd6P4oQDQOoov1exYk60b7D1UdI/4oquEzjWSJJr2dubn5zd9+vRbbrklJSVl69atJ06cqKqq2uQwcODAKVOmDBs2TKmGBwAAgBtCbwkAAGCI3hJuSdthQmgiE9oOE96Wusl3Ba39b7F2x4uZ5Qe35Y6eEi4AwPXW/O9snb1B0p6nuX7UTG9dJwldWMI5MtFM8g8Z7FBQULB9+/Zdu3aVl5efcggJCZk4ceKkSZMCAwMFAAAArpsrlhr4tAgAAG6C3hLuSlfKSVuQXV3gi0/wD4/x0u247sNz1po6AQAudj6t9MS+y7rBIZNMAcEmXUsJhXoScw5ItNRNb7du3ebNm/fCCy88/PDDffr0kSPFxcWfffbZc88999Zbb505c0YAAADg+rhiqYFsCQAA3AQxic5ADVEo2RJKEac6h2kLgpe81GBZsKLUtmVF5ox7+wgAcBn55rPy7TTdoE+AGDzxi/JN2nY42qfOkYmWLw5gNo91yMrK2rJly/79+2022wGHXr16TZ48Wb5ksVgEAAAAjJEtAQAADFHByY1pEybkhnPjayk8xid+rK9ux11rs4sv1QgAcJkDW3MvZpbrBkfPNHl5e+p6XF+jq4SrRUVFPfjggy+++OL8+fOVttgXLlx4//33n3nmmQ8++CA3N1cAAADAANkSAADAEL0lOgltiELX/nrKXSGnD1bZbV9OrrXVr33/7P1PDhIA4ALWmrr1H53TDXbrStM3RwAAEABJREFUJWKHm3W15pSAhFq+yajftUv5+fndcsstN998c2pq6tatW48fP15TU7PVoX///pMnTx4xYoT8dwoAAABouOI6jbAEAABugt4S7s2597USk1DCEsran1+gKXFm4O7PyrQ7Ht97+XxaaXS/IAEALW3zisyKUptuMHGuSVe1Sfto1FWi1ci/dJBDYWHh9u3bd+7cWV5efsYhODh4woQJEydODAkJEQAAAHBwxYcgKeIEAICbICbRqajZEuran/I4ZnqgX5D+Am/l22n8dABoccWXanauztYN9h7m0T3ii64SOtdIkmiT+ETXrl3vuOOOF1544ZFHHomNjZUjJSUlq1ev/sUvfvHPf/7z1KlTAgAAAGRLAACAa6CCk9tzTphQIxNyXKnj5G2pm3xX0Nr/Fmt3vJhZfnBb7ugp4QIAWs6a98/W2RvEPD3N9aNnmnWdJHRhidZvLHFtZrM50SEnJ2fLli379u2zWq2HHcLDwydNmpSUlOTr6ysAAAA6K7IlAACAIXpLdAbaxhJKTEKNTKgLf/EJ/uExXrod1314zlpTJwCghZxPKz2x97JucMgkk3+QWddSQqGerJwDEu3kzSsiIuJrX/vaiy++ePfdd4eGhsqR3Nzcjz766Nlnn12yZIkMWggAAIBOiWwJAABgiN4SnY0aolCyJerq6pSECWnaguAlLzVYLqwotW1dcX76vb0FADSbfLdZ+XaabtAnQAye+EX5Jm2JOe1T58hEewuo+/r6TnNITU3dtm3b0aNHrVbrDofY2NjJkyePGjXKbOY+GgAAdCKu+BAkl1MAALgJYhKdhLaUk9LvWt1QSzmFx/jEj/VN3VOl3XHn2qyEm3qG9LAIAGieg9tyL2aW6wbH3Gr28r5W+aZ2VbvpK8U7FBcXy+DEzp07y8rK0h0+/vjjCRMmTJo0qWvXrgIAAKATcMXFG0WcAABwE1Rw6oS0a3y6zyZPuSvE1LCSU62t/vMP0gUANI+1pm7dh+d0g916iT5D9UkSSkBCe4JqtN91exYSEnL77be/8MILX//61/v27StHysvLP//88+eff/4f//hHSkoKnwkAAABuzxUXPGRLAADgJugt0Xl4OPW+VlIllJwJZUHQL9CUODNw92dl2h2P7bk0blZEdL8gAQBNtWVFZkWpTTeYONekq9qkfTTqKtFRyP9FgkNOTs7WrVv37t1rtVqPOfTo0WPSpEnjx4/38/MTAAAA7ohsCQAAYIjeEp2Wc7aE8jhmeqBfkP5iz7kcPABcv+JLNbvWZusG+wz36B7xRVcJnWskSXTE+ERERMTChQtffPHFe+65Jzw8XI5cunRp6dKlzz777OLFi7OysgQAAIDbIVsCAAAYIibRqTgnTKiRCbXDhLelburdwav/U6Td8WJm+cFteaMmhwkAuHFr3z9ba2vwduNprh8900tXuEkXluhwjSWuzdfX9yaHU6dObd269ciRIzabbbdDTEzM5MmTExISaIsNAADchiuu37hUAgDATVDBqbPRRibUOk7asIQ0cIzfwY3luZkNyq18/kH6kLE9vC1kzQK4MefTSo/vvawbHDr5StU4bShCpYZLnQMS7vGeNdChuLh4h0NpaWlmZubixYs/+eST8ePHT5o0qUePHgIAAKCDc0XJaG5HAQBwE/SW6Mx0ja+1pVSmLQjWTa4otW399LwAgBtRX99IFTi/IDFowhflm3T9rj0bci7i5DZCQkJuu+22P/zhD4899li/fv3kSGVl5YYNG371q1/97W9/O3bsGOmMAACgQyNbAgAAGKK3RCekTZhQUiXUDTVnIjzGJ36sb+qeKu2OO9dkjb2lV1AXbwEA1+fgttyLmeW6wVEzTV7e1yrf5E61m65N/pdHO1y8eHHLli179+6tqalJcejWrdvEiRMnTJgQEBAgAAAAOhqyJQAAgCFiEp2cdu1P95nlKXeFmLwaTK611a9ZclYAwPWx1tSt+/CcbrBbL9FnqFl3wtGVbzLqd+3GevbsuWDBghdffPHee+9V2mIXFBSsWLHiueeee/vtt9PT0wUAAECHQrYEAAAw5PYLPWiUh1PvayVVQsmZUBYK/QJNiTMDd39Wpt3xWPKlcTMjovsFCQD4KltXnK8otekGE+eadFWbrl27qVPx8fGZ6nD69GmlLXZtbe1eh8jIyMmTJycmJnp7k7IGAAA6AFdkSxCWAADATdBbAuJqzoTa/lqp4yQfx0wPPLajory4Tjt55dtp3/39KAEA11R8qWbn2izdYOwIj+4RZm0nm2uXb+okqRLOBjiUlJQobbHlRnZ29pIlS5YtW5aUlDRlypTQ0FABAADQjpEtAQAADNFbotNyTphQy6eoHSa8LXWT5wev/k+RdseLmeWHtueNnBQmAMDY2vfP1toavL94mutHzfDSdZLQhSU6VWOJrxQcHDxnzpxZs2YdOXJk69atZ86cqaqq2uwwcOBAGZwYNmyY0h8IAACgvSFbAgAAGCIm0ZlpIxPabAk1LCENHON3cGN5bmaDMixr308fnNjD28JaGIDGnU8rPb73sm5w6JQr1eF0/SR0XSWcAxIEJ+TxGeWQm5u7ZcuWPXv21NTUnHIICQmZOHHipEmTAgMDBQAAQHviiqs4bkEBAHATLPdAoWt8rS2xMm1BsG5yRalt28rzAgAMrHw7TTfiFyQGT2hQvknbXsKosQRvUlrh4eH333//Sy+9dN999/Xs2VOOFBcXf/bZZ88999xbb7115swZAQAA0G644kOQZEsAAOAm6C3RyWkTJpRUCXVDzZkIj/GJH+ubuqdKu+OO1VmJN/cK6kLnVQB6B7flXcws1w2Onmkye30Zh9DFJ6jddP0sFssUh9OnT2/btu3IkSN2u/2AQ69evSZNmpSUlCTnCAAAgDZFbwkAAGCI3hJQqZ9Ndm5/PeWukNMHq+yaSk61tvq1S87e+914AQAa1pq6zz9I1w2Gxnj0HmpW8yEaLd9k1O8aRrRtsXfu3FlcXHzhwoUPPvhg+fLlY8eOlXELJaMCAACgTdBbAgAAGCImAQ+n3tdKTEIblvAPMifMCEhe1eDjz0eTLyXNjIjuFyQA4KqtK85XlNp0gwlzTNqAhLJxjdpNuH5qW+yjR49u3br19OnTNTU12xz69+8/efLkESNGyKMtAAAAWhfZEgAAwBALQNDRZUsoj1LCjKDjOyvLi+u0k1e+nfbd348SAOBQfKlm59os3WDsCI+u4SZt1aZrl28iVaIJ5MEc6ZCbmyuDE3v27Kmu/v/s3QdcE+cbB/CXhL1BlooDRRDceyC4R9W6tx1abavWarWtbe2/u7VDu7Rqa1tr1dq6rXsr4FacKCIyBdl7hJGE/2OunmcgIYxAEn5f/fB5c7kcR+5yd3mfe96nMELB1ta2j4K9vT0DAAAAqC3IlgAAAACVUFsCWHkJE/ywKnyFCVMzecA4u4PrM4UvTIzN+9/zQQwAQAWRcWnnISbCgZuU2igsUbPc3NwmT548ZswYikwEBwcnJCTk5OQcPHjw0KFDHTp06Nu3r7e3NwMAAADQPmRLAAAAgEqoLQEcYWRCKVuCC0sQ766W107nJ0YVMwAAzbTvJ7a0EZcbk+DDn2UDEghOVJOZmVmAQkRERFBQ0PXr12Uy2XUFV1dXf3//Xr16WVhYMAAAAACtQbYEAAAAqISYBJSlFJyggAQfmeg/0W7L16kMAEADlrasjZ+JUo1rpTyJspEJxCRqUCuF3Nzc4ODgM2fOZGVlJScn79ixY+/evd26devXr1/jxo0ZAAAAgBYgWwIAAABUQu8P8IQJE1yqBN/gcybcmpv59LAIuyhhAAAV6Tbc2NhE3fBNGLupdtjY2AwfPpwvix0eHl5cXHxWoUWLFgEBAZ07dzY2xtd8AAAAqEnIlgAAAACVUFsCysXfs8znTPAJE33H20dcK5QWI88GANRxaWbUvK2JsQIdQPiGcPgmVfWuQRvo3e6okJKSQsGJCxcuSCSSKIUdO3b4+fn5+/s7OjoyAAAAgJqAbAkAAABQCbUlQKhs7WsuJsEP5UQNa7tS/zE24SESbs8pfYzpwJhgtAJSqZT7E6gDFP2b+oK2GreDEQZ6S+kA0muUOR+HqLDSNYNa5OLiMnHixNGjR1+6dCkoKCg+Pj4vL+/IkSNHjx5t27Zt3759fXx8sFEAAACgmpAtAQAAACohJgFqKGVLsMdBiM4D7NoHWMlkMupNlilQn3KdxydKSkqSk1NoZajt7OxsaWnGQE+kp+dSr6i5ubmrqysDvSWMMQiDEMaP8akSXGSibJIEusJrk6mpaR+F+/fvBwcHX716lY6ftxToEErT/fz8LC0tGQAAAECVIFsCAAAAVEIfECgpmzAhzJngEib4qAM/Egs3vpMwMlHLKCaRkJBAYRJqN27c2MbGhoH+oA5r2oK052B0e73Ghxb4ZAguJqGUJ8HHJJAtoSM8FSZOnHhGISMjIzU1dffu3fv27evatWtAQEDz5s0ZAAAAQCUhWwIAAABUKkVtCShDGJngug6ZYLAmvuOYnqIwADeDMCzBaj1bori4+P79+9SvTW0PDw+Mja53zMzMihW4DmsG+klYJUIpMsH/LDuCk/DlDOqOtbX1sGHDhg4dypXFvnv3Lh3hLyg0a9aMghMUojAxMWEAAAAAmkG2BAAAAKiE2hKgnlJwgsNFJrguRaURnGo/MlFUVBQaGlpYWEhtLy8vjAKkjywsLGg7MkXWC/WNMtA3SvlVfGRC/LRyy1xj+CadQhuig0JKSkpQUND58+clEklsbOymTZt27tzZu3dvf39/Z2dnBgAAAFARZEsAAACASohJQLmMVNS+5oMTXEFpfgQnria2sAg2qxXFxcVXrlzJz8+ndvv27Zs0acJAD9nb23NhCdqguB1bT/HRBaVsCX7UJj5KUW6qBOgaFxeXCRMmjBo16vLlyxSfePDgQUFBwXEFX1/fvn37tm3bFlsQAAAA1EC2BAAAAKiEPgWokLCGrdJECkXwYYnaT5WgLmzqLMvJyaF2165dW7ZsyUBv0e5UWFhIESZTU1MG+kmY+sBXjyg3PoFK1/qCPo9+ClFRUXS8vXr1qlQqvaPg6OjIVcxGhhMAAACUC9kSAAAAoFIpakuACnzCBL+TcGEJpdFX+GrYwrBELaCYxNGjRzMyMqjds2dPX19fBvrM3Nw8RwFhCb1mVB6l4ITS8E2gF1ooTJgw4ezZs8HBwRkKe/fuPXDgQOfOnQMCAhAYBgAAACXIlgAAAACVUFsCKiS8muSCEEoxCblczmp97KZ///03JSWF2j169OjUqRMDPWdtbf3gwQPq6MQgTvpOOJoTH4TgkyfKBiQQnNAj9DkdOnTokCFDQkNDT58+HRYWJpPJLiu4u7tTcKJ79+6ILAIAAAAH2RIAAACgEmISoAYftVLqQ+QncqEILjjByuxOWtq7SkpKtm/f/vDhQ2p369atT58+DPSfnZ0dbVFd6VwAABAASURBVNm0tDSxWMxA35QNMxipxTB8kz6jrdZOITU1lSuLXVBQEB8fv2XLlt27d/fs2bNv374uLi4MAAAA6jdkSwAAAIBK6BIC9ZQiE/xDbkAnYTEJYRBCe+EuqVT6zz//xMbGMkVMYujQoQwMgqOjI4Ul0tPTuXF+GOghpeCEUnxCqc1wAtJ/zs7O48eP58tix8XFSSSSUwre3t4UnGjfvj0+zgAAAPUWsiUAAABApVLUloCKKKVHcL2KXBzCSDAIWC2EJSgmsXHjxsjISKaocT169GgGhqJBgwa0famRmZmJ+6z1VLk5E+X+ZIhJGBATE5PeCtHR0RScCAkJoc9yuIK9vb2fn19AQICNjQ0DAACAegbZEgAAAKCSEWpLgAaUcib44AR7HIGohfiWTCajmERERAS1O3fuPGnSJHRrGhJXV1euSAmFJRo2bMhA/6mJQ+DDa5A8FPiy2Onp6VlZWQcOHDh8+HCHDh0oOOHl5cUAAACg3kC2BAAAAKiEmARoSBiE4C8u+QtNpcvNGt+vqMP6zz//vHPnDrWpe2v69Ono1jQwlpaWZmZmEokkJSWlTZs2DPRQuZ/KshPx4TVsVlZWQ4YMGTx48O3bt0+fPk3HbQoqX1WgiCMFJ3r06GFubs4AAADA0CFbAgAAAFRC9xBUijA4wVTvPzW7X9Gv27Rp082bN6ndtm3bmTNnYrByg+Ti4hITE5OWlobta6hwxqk/aFu3VUhPTw8MDDx37lxBQUFiYuLWrVv37NlDkYm+ffsiLwoAAMCwIVsCAAAAVEJtCagCYbYE0zL6FX/++eeVK1eYIiYxe/Zs9FkbKkdHx6ioqJSUFAaGBWeZ+qxBgwbjxo3jy2LHxsYWFRUFKbRq1SogIKBjx45isZgBAACAwUG2BAAAAKiE2hJQHbXQ27hlyxbqzKKGr6/vq6++it4rA+bq6ko/09LS0IsNYGCMjY17KcTExFBAgiLNUqk0QsHW1tbPz8/f3x8hZwAAAAODbAkAAABQCTEJ0GVbt249e/YsNby8vObMmYOYhGFzdnamn+np6XK5HB2UAAapucL48ePPnTsXHBxMYcicnJxDhw4dPnzYx8eHAQAAgAFBtgQAAACohLuSQWft2rUrMDCQGp6enq+99pqxMS5BDZyTkxNTxEqpp9LFxYUBgIGysrIaPHjwoEGD7ty5Q8f527dv0weffnLXJNeuXWvWrJmFhQUDAAAAfYZsCQAAAFAJtSVANx08ePD48ePU8PDwmD9/vomJCQNDx4ciUlNTEZYAMHh0+dFGIT09PSgo6OzZswUFBTSd2hcvXuzWrVu/fv0aN27MAAAAQD9po6sBKdUAAAAGArUlQAcdO3Zs//791GjatOmCBQtMTU0Z1APW1tbm5ubUQNVrgHqlQYMGY8eOXbp0KT+luLiYohRffPHFihUrLl26JJVKGQAAAOgbbXQ1IFsCAADAQCAmAbrm9OnTu3fvpkbjxo0XLlxoZmbGoN5wcXGJi4tLS0tjAFDP8CP1TZ06NTY29sqVKyUlJVEKO3bs6N27d0BAgKOjIwMAAAA9gdoSAAAAoBJGcAKdcvHixW3btlHDzc3tjTfewNji9Y2zszOFJZAtAVCfUXiSIhB8WezU1NS8vLyjR48eO3asTZs2ffv29fX1xdULAACA7kNtCQAAAFAJtSVAd4SEhGzcuJEp+qYXLVpkZWXFoJ6hTc8UtSUYANRvlpaWgwYNGjhwYFhYWGBgYGhoKF2xhCo4OTn5+/v37t0bpwkAAABdhmwJAAAAUAm1JUBH3LhxY/369bQ3NmjQYPHixTY2NgzqH4QlAECIrlJ8FTIyMoKDg8+ePZuXl5eWlrZ79+59+/Z17dqV4hMeHh4MAAAAdA+yJQAAAEAlxCRAF4SGhv7666+0N9rb21NMws7OjkG9xIUlaE+gbkcnJycGAKDg6Og4evToESNGXL16NSgoKCoqSiqVXlBo1qxZQEAAhShMTEwYAAAA6AxkSwAAAIBKGMEJ6tzdu3d/+eUXuVxua2v75ptvOjg4MKivuLAEUyRMICwBAEqMjY27KyQkJJw+ffry5cvFxcWxsbGbNm3auXNnr169KD7BH0YAAACgbiFbAgAAAFRCbQmoWxEREWvWrJHJZBSTWLx4cYMGDRjUY3Z2dtTtKJVKU1JSfHx8GABAeRo3bjx9+vRx48adP38+KCiIjhgFBQUnFOjQ0bdv33bt2uHyBgAAoG4hWwIAAABUQm0JqENRUVGrV6+mPmhra2uKSbi4uDCo99zc3OLj41FeAgAqZGFhMUCBK4t969YtuqQJU3B0dOyjQOcXBgAAAHUB2RIAAACgEmISUFdiY2NXrVpVXFxsaWmJmATwnJ2dEZYAgErxUcjIyDhz5szZs2dzc3OpvXfv3gMHDnTu3Nnf39/T05MBAABA7UK2BAAAAKiEIQ6gTlC/88qVK4uKiiwsLBYtWuTm5sYAFLgAFcISAFBZjo6Oo0aNGj58+LVr14KCgiIjI2Uy2WUFd3f3gICA7t27m5qaMgAAAKgVyJYAAAAAlVBbAmpfYmLiDz/8IJFIzMzMFi5c2LhxYwbwGFfpOjk5mQEAVJ6xsXE3hYSEhMDAwEuXLhUXF1MsfMuWLbt37+7RowfFJxALBwAAqAXIlgAAAACVUFsCallKSsr3339fUFBgamq6YMGCpk2bMgABZ2dnpoiYZmRkODo6MgCAKqGY97Rp08aOHXvhwoWgoCAKdlI4/LSCl5dX375927dvLxaLGQAAAGgHsiUAAABAJcQkoDalpaVRTCIvL8/Y2Hj+/PkeHh4M4Gl8lZHU1FSEJQCgmiwsLPorhIeHU0Di5s2bdOVzT8He3t7Pz69Pnz52dnYMAAAAahqyJQAAAEAljOAEtSYjI4NiEtnZ2WKx+LXXXkMBUigXdRRS1EoqlVJYwtvbmwEA1ARvhaysrODg4DNnzuTm5lL7wIEDhw4d6tixY0BAgJeXFwMAAICag2wJAAAAUAm1JaB2UDSCYhKZmZkikWju3LnobgY1XFxcHj58iKrXAFDjKPD57LPP8mWx79+/L5fLryo0bNiQghM9evQwNzdnAAAAUG3IlgAAAACVUFsCakFubi7FJNLT02l/e+WVV3x9fRmAas7OzhSWSElJYQAAWiAWi7sqJCYmnj59+tKlS0VFRdTeunXrnj17unfv3q9fP4pSMAAAAKgGZEsAAACASohJgLbl5+dTTIK6mOmSdNasWe3bt2cAanFVr9PS0hgAgDZR7GHq1Kl8WeykpCSKTwQreHp6BgQEdOrUCWWxAQAAqgbZEgAAAKASRnACrZJIJD/88AN19NCe9uKLL3bu3JkBVIQLSyQnJzMAAO0zNzfvp3Dv3j2uLLZcLr+vYGNj06dPH39/f3t7ewYAAACVgWwJAAAAUAm1JUB7ioqKfvzxx4SEBGpTTKJ79+4MQAMuLi70UyqVZmVloSsQAGqNl0J2dnZwcPDZs2epkZube+jQocOHD7dv3z4gIMDHx4cBAACAZpAtAQAAACqhtgRoSXFx8cqVK+Pi4qj93HPPISYBmuOyJUhqairCEgBQy+zs7EaOHPnMM89cv349KCgoIiKCrpRuKFDQlIITvXr1srCwYAAAAKAWsiUAAABAJcQkQBtKSkpWr14dHR1N7SlTpvTu3ZsBaMzBwUEkEsnl8vT09FatWjEAgFonFou7KCQmJgYGBl68eLGoqCglJWXHjh179+7t2rVr3759mzRpwgAAAEAFZEsAAACAShjBCWqcVCpds2ZNREQEtSdMmBAQEMAAKoOOSxSZSFdgAAB1qmHDhhRfHzNmDEUmgoKCKEpRXFx8TsHDw4POcRS6MDZGJwkAAIAyZEsAAACASqgtATVLJpP98ssv4eHh1B4xYsSAAQMYQOU5OjpSTCIjI4MBAOgAc3Pzvgr37t2j4MT169flcnm0ws6dO3v37u3v79+gQQMGAAAAjyFbAgAAAFRCbQmoQdRH89tvv92+fZvaFJCgsAQDqBLq3YuIiEC2BADoGr4s9hkFauTl5R09evTYsWNt2rQJCAign7jhAwAAgCFbAgAAANRATAJqCu1Lf/zxx40bN6hN/TITJkxgAFXF3XScmZnJAAB0j52dHYXehw0bRme9oKCge/fu0UkwVMHJycnf3793795WVlYMAACgHkO2BAAAAKiEG/qgpmzZsiUkJIQavXr1mjJlCgOoBkdHR/qZnp6OgeYAQGeJxeLOCklJSVxZ7MLCwrS0tN27d+/bt69Lly4UpPfw8GAAAAD1ErIlAAAAQCV0+UGN2Lp169mzZ6nRrVu35557jgFUD5ctIZfLs7KyHBwcGACADnNzc5s8eTJXFjs4ODghIUEqlV5UaNq0KQUn6ORoYmLCAAAA6hNkSwAAAIBKqC0B1bdr167AwEBqdOrUacaMGQh0QfVx2RJMkTCBsAQA6AUzM7MAhYiICK4stkwmi4uL27x5M50oe/XqRU85OzszAACA+gHZEgAAAKASYhJQTfv37z9+/Dg12rVrN2vWLMQkoEbwoYiMjAwGAKBXWink5uYGBwefOXMmKyuroKDghIKPjw8FJ9q3b4/TJQAAGDxkSwAAAIBK+FYM1XHs2LGDBw8yRUzilVdeEYlEDKAmiMViikxkZmYiLAEAesrGxmb48OHDhg27efNmYGBgeHg4TQxTcHR07KNgbW3NAAAADBSyJQAAAEAl1JaAKjt9+vTu3bup4evrSzEJ6kdmADWnQYMGFJZIT09nAAB6iwL2HRVSUlIoOHHhwgWJREIB17179x44cKBTp04BAQGenp4MAADA4CBbAgAAAFRCbQmomjNnzmzbto0aXl5ec+bMQUwCahxXXgJhCQAwDC4uLhMnThw9evSlS5coPpGQkCCTya4oNG7cmIIT3bt3NzMzYwAAAIYC2RIAAACgEmISUAUXL17csmULNTw9PV977TVjY1wcQs3jwhIYxAkADImpqSk3fNP9+/eDgoKuXbtGwQkKUfz999+7d+/u2bMnxSfc3NwYAACA/kO2BAAAAKiEEZygskJCQjZu3EgNDw+P+fPnm5iYMAAtaNCgAf1MS0vDWHMAYHg8FXJzc88oZGZmFhYWnlbw8vKi4ESHDh2QiQgAAHoN2RIAAACgEvr7oFJu3Lixfv162m2aNm26YMECU1NTBqAdXLaEXC7Pycmxs7NjAAAGx8bG5plnnhk6dOitW7cCAwPv3r1LE+8p0HGPy6vAARAAAPQUsiUAAABAJdSWAM2FhYVt2bLF0tKyYcOGc+fOxRDYoFVOTk5WVlbUyMzMRK8cABgwkUjUQSElJSUoKOj8+fMSiSQ7O/vAgQOHDh2i6X379vXy8mIAAAB6BdkSAAAAoJKuxSQwXoEua9u27YoVKxiUQZ8juVzOdANd+lMPF9N/bm5u3333HTN0MpmMAQAouLi4TJgwYdSoUZcvXw4MDIyPj6eTyzWFhg2tHgsQAAAQAElEQVQb+vv79+zZ09zcnAEAAOgDZEsAAACAShjBCQAAAEB3mJqa+ilERUVRcOLq1asUv0xMTNy2bdu///7bvXv3fv36UZSCAQAA6DZkSwAAAIBKqC0BAAAAoINaKEycOJEri52RkVFUVBSs4Onp6e/v37lzZ6SZAgCAzkK2BAAAAKiE2hIAAAAAOsva2nrYsGF8WeywsDCaeF9hx44dfn5+AQEB9vb2DAAAQMcgWwIAAABUQkwCAAAAQMdRt057hdTUVK4sdkFBQW5u7uHDh48cOdKuXbu+ffu2bt0aKbAAAKA7kC0BAAAAKuHrKwAAAIC+cHZ2Hj9+PFcWm+ITcXFxpaWlNxVcXFz8/f179eplaWnJAAAA6hqyJQAAAEAl1JYAAAAA0C8mJia9FaKjo7my2FKpNCUlZefOnXv37u3WrVvfvn2bNGnCAAAA6g6yJQAAAEAl1JYAAAAA0FMeCnxZ7PT09JKSknMKNN3f379r167GxujDAQCAOoBsCQAAAFAJMQkAAAAAvWZlZTV06NAhQ4aEhoYGBgbeuXOHJkYr7Nq1q1evXgEBAQ0aNGAAAAC1CNkSAAAAoBJGcAIAAAAwAHRR104hNTU1ODj47NmzEokkLy/vmELPnj39/f09PDwYAABArUC2BAAAAKiE2hIGKT8/38rKigEAAED94+zsPG7cuGefffbKlStBQUGxsbE08YJC06ZNAwICunXrZmJiwgAAALRJG10NIgYAAAAGQTdrS8yYMcOoktatW8fqjUaNGnF/9Y0bN8o+u3v37jFjxrDacuLEiffff3/IkCHe3t6Wlpa0bl27dp02bdqPP/54//59BnXhmWeeMao83Qll8evv7+8vk8nUz0y7GTdz+/btWU3o3r07t8C0tDQGAKC3KPDQq1evd955Z8mSJT179rS3t6eJcXFxmzdvfvfdd3fs2JGamsoAAAC0RhtdDciWAAAAMBCoLWFIqAN39uzZGzZs6NSpE9O+sLCw11577dSpU8KJEokkMTExJCTk77//fuutt+bMmfPVV18hdQOq5syZMz/88MObb77JAACgqpor0CXfrVu36KwdHh5OJ+uTCj4+PgEBARTWRe4sAADUONSWAAAAAJXwLdSQUC8DxSRYrbh58+aQIUOSk5O5h6ampu4KeXl58fHxKSkpNFEqlf70009xcXG7du0Si8UMoPI++OCD0aNHe3p6MgAAqAYuq4zQOZqCExcuXCgqKgpTcHR07NOnj5+fn42NDQMAAKgh2hgyGoM4AQAAGAgdry2xbNmyUs288sorDGqLXC6fPn06F5Pw8vL6448/cnNzIyMjAwMDQ0JCaPq1a9cGDBjAzbx3796vv/6aQS06dOhQuR8TOzs7boZbt26VfTY/P5/pHgq2zZw5szbzumbPnv2pgqWlJQMAMDguLi6TJ0/+8ssvJ02a5OrqSlMyMjLoZL106dL169djAEYAAKgpyJYAAAAAlXSztgTouD179oSGhjJFTIJCEW5ubkozdOzY8cSJE6NHj6ZuDnr4448/LliwwNramgFU3pkzZ1auXLlw4UJWKxDjBID6wNzcvJ9CWFhYcHDw9evXZTLZFYXGjRsPHDiwZ8+eDAAAoBqQLQEAAAAqISYBVXDz5k2uMXbs2LIxCd7vv//O3Z6fkpJC0QsGUEndu3fnGh988EFkZCQDAICa5uPjQ+HYzz//fPDgwVyWWEJCwsaNGz/++OMLFy7I5XIGAABQJdrIlkBYAgAAwEAYdm2J6Ojojz76aOrUqX369KHec+oi79Sp04QJEz788MPw8PCy8/v6+tIbQl/Lqb1jx45BgwbRS6hj9O23346Li6OJnTt3phkCAgKYor709u3bFy5c2LVrVwcHh759+86dO/fSpUuqVubMmTMTJ05s164dzezk5NSrV6/p06d/8803OTk5rNpCQ0Npxfghoa9du2akwP0tNb4O2dnZXKNhw4ZqZqNfMXz4cK599+5d4VPcO8l1OmdmZn711Ve0jejdbty4cf/+/Tdt2qQmYEbv/F9//UXv9rBhw6gzxcrKysPDY8CAAa+++uqGDRuKiopUvTAvL2/9+vUjRozw8vKinhd3d3daAeqIKS4uVvUSemMXLFhAv4h+Bb1ptJKzZs3aunUrM2gPHjx455136I1q3rw5bUR/f39N/uqCggLajpMmTWrTpo2trW2XLl2mTZv27bfflpSUsErij0v0+W3VqhU1cnNzqdesamFUehXtGC+++CJtbtrHaJ8ZM2bM0qVLuQooZdFs3McnLS1N6SkNP0G0cG4Jb7zxhqq1io+P5+bhC7QAANQhR0fHsWPHfvnll3TodnZ2ZopbCig4QVHhoKAgBgAAUHnauAkSoz0AAADoE+7ETT/lCtSrK1Wg7mCJRGJhYdGsWTOmG7jCyDNmzPjzzz+ZorbEe++9x6qEvlpTn6aaLtHVq1fPmzdPOIXCEmFhYRSNoD7ZoUOHCu8QpO5p6mylznTq8ade2pMnTz733HNlO2pFItGKFSsWLVoknEjv/FtvvfXdd9+VuxrUEX/o0CHq6GQaa9SoUWJiIjWuX7/eoUMHbvXKXQL9LceOHavxdfjxxx+5/tZx48bt3LlTzZzUwU0xDGcFenP46dw72a1bN9oK48ePp9mUXujn50dL5sa8FoqJiRk9ejSfrlEWvSFHjx51cXFRmn769Onnn3+e+oLLvqR169b0u2jrK02niTNnzqQO8bIvmTx58rp166jznXvIfbiYbqCebuFbLWRvb8+FlG7dutW2bduyM9BhgXaSL774otxIFf3VtL0aNGhQ9qk9e/bQDlZuQgPFJ/74449K7eEUzaIdkim2Gh0T6BPHTS/7mSX379/nQhf0K8ruGHfu3KF4FYUTyv4WClWuWbOGuuGUplNY4vLly9RITU2l2AM3sVKfIDqMcLsT7YcPHz4st977119//e6771IjKysL45sBEDrscB8KCgbTYZlB3aEjHp2j6bCWkJDATaHTMcWnKZzPAMBw0eGXLgWnT59O1+EMoCZwX1rp+xSdWUwVTExM6KfxYyIFo8c0WSZqSwAAABgIQ60tQd2XS5cu5drUY9inT58WLVpQ99+9e/dOnDjBTX/zzTdHjBhRNiRDoZo5c+YIe5mpp5tiEvxDCnXQ9fq2bduoW3PgwIG0hBs3bhw4cIApakEvXryY5ucLPpNPPvmE783s3bs39V3a2dndvn2bes9pUfSdnzpG6aGZmRmrKg8Pj1OnThUWFj7zzDNMUfLhl19+YYpuaG2sA0Uj6M+kP3bXrl0TJkyg8I+qTucmCqqWQ4GxSZMmUUyC1n/KlCkUpbh06dJff/1FU86ePdujRw/qTRZ2guTl5Q0ePJivxtm/f39vb28HBweKVQQHB3MhB9oWH3/8MXU3C38RbfRhw4bRFy2mCB1RvzO9CSkpKcePH09KSrp79y79+fQb+T5opghr8btQv379qJeZLqDpt4SEhNAUikhRDzi1KarHDAW9P7Rl9+3bxz2kDde3b1/aTygIR/3sTPFX07t09epV7kZaHt/DzhS7HEURaA88f/48bU1aJr1LXbt2PXLkCL2Nmq3Ik/uqqEEf3rlz565du5Ye0m8p9zOrCkU1aP6CggJq01egXr160T5GgQrar+jbEW16+ntpQ/Mrr0alPkE+Pj609168eJH2MfpgUnSw7AK3b9/OFGO7o7A2AOgaujjsrEBnOgpOxMbGJicn06F+zJgxdHlj2Im2AABQg7RRWwJhCQAAAANhkDEJ6uzmO5Tff/996qQ2Nn5y9XL58mXqi6QubOrE37FjBwUnlF5OHa/0kzpSly9f3qlTp2PHjnHdmrwLCiNHjly/fj3fP0udsKNGjeJGffn111/5sAT1pH/77bfUsLGx2bt3r7BnljrfqWM9UmHz5s2zZs1iVWVlZUVLpt8lfMg/W+PrQB3WCxcu/P7775kipYBQRz/1VlCIgrtvXUNcgIFCO9Tfzd2DT327b7zxBv2k95P6QSj4QeEffv5vvvmGewmFMQ4fPkx93/xTFEx67733fvzxR2rTS1atWsXfoi6TyRYtWsTFJOh3UcSCfyG9at68eRs2bKB4Ff2ujRs3ctNDQ0M//PBDphiH6rfffhs9ejT/i65fv/7aa6+dO3eOeuqpR/vTTz9lhoL+Fi4m4erqSt1PL774Iv8UxW9ef/11it/QB4c+U+vWrRM+xXXrU78/NeijR13t3FMRERG0n1CXVnFx8YIFCyg+QfOwyqPtTps7OjqaYgkvvfQSH1lUjz6M9EnnPrzjx4//4Ycf+BBXdnY2HRZWrlxJoTX6q2m/9fT0VLOoKnyCpk2bRmEJptgby4YlKIDBxbfoU6MqtQUAoM61V6CQPJ3o6UhOP+nAPnv2bOFlFQAAgCqoLQEAAAAq6fgtb/wQ7epRP6nwVUePHuWGoKHew88//1zpy3O3bt3+97//cW3qYi739zZr1oz6UunldnZ21GX5wgsvKM3QuHHjLVu2CO8Z79WrF03h2lxgg0P93Vy0YPLkyUp3i1PnPtfXaWFhQd2UTGu0sQ4Us5k+fTr/8NKlS7SxqLufunfp7Vq9enVUVJQmy2nUqBF1hQvHBaI+8T179nDD2mzfvp3rveXQdK5BgR9hTIJbf1ol7j769PR06jfhn/r7779v3bpFjbZt2x45ckT4QnoV9bA3b96cKaqJ8DUzuBx2avz555/CmATp2LHjyZMnuegL/UYN/0zdl5WVRbEcrk1vhTAmwRSjgZ0+fZorYE5vPkVl+Ke++OILrvHJJ59QFz8fkyD0Lh08eLB3795MMWzUihUrWJXQzkDBIa5Nb74wKKLGTz/9RBFKagwbNoz+ImHaDf0hFFR7++23mSI0RXEm9Yuqwido6tSpXAyG9uGyQ8nx479NmTKFAQDoNn9/fzrFc7mPN2/epCgvHTkZAABARbRxEyTCEgAAAAZCG2mVdY46jqnP8eWXX168eHG5M3D1GEhGRka5M8ybN084nk9Zb731Fl9fmjdw4EBuPJYHDx7wY0Dxt0JTz2bZ8gPDhw+/c+cO9XiqGrO+RmhjHcRi8ebNm//55x/+zeRERkZu2rRp/vz5LVu2pA7cv/76S/3FKL2TZcdBcnFxmTNnDtfmxxSi5bz33nsffPAB9ZjTW112UdQLzI8lJdyye/fu5RrUq1J2lH961dixY7t06TJu3Dhu8NO4uLhTp05RY+jQoXzJbiEzMzOutEZhYaEwmUOv7dq1iyITTHH/fp8+fcrOQOEi/gPFp5Xcv3+fwhXcsxTLKXfJX3/9NdegHYNV1YABA+gTzbXfeecdfrhzNfjoxWeffVbuDLQ7cR9zCmSWW3SEV4VPEMUsuZ2H3lWuToYQfS6E8wAA6Dg6Ly9ZsqR9+/bUpnj8N998w8V9AQAA1NBGVwPy9QAAAAyEjteW8PLyatq0aYWzeXh4CB96K6iamf7e1NRUrl1cXFzuE8GRwAAAEABJREFUPD169GBqlS2PzBR9l9Q5Gx0dzRQd1lyIgtaEJiYnJwcFBVEX5PPPP08/HRwcuJdQn7iPjw/TMu2tw2SFixcvXrhwISwsLCQk5MqVK/yzgQpr1qyhTlguI6GssgWHOSNHjuRurr969So3hfbVqVOnMtVycnL4DVpUVMQ1JBLJ4cOHuTZ1uJf7QqV4DF82uW/fvkwFfg/hC13oO35kJFXvElPUFPnoo4+Y4K8+fvw416DtZWVlVe6rKMjh5uaWlJQUEREhlUqrPPTH8uXLDx48SAEJ6uifPXt22b5+IYoTcEGmVq1ade3atdx57OzsBg0aRKE1pog3qCnlWrVPEO2u//77L1MkTIwaNYqfTp8XLsmGPjv0WplMxgAAdB7F9V999dWtW7fSkZCOh3TqpOAuquMAAIAaqC0BAAAAKul4bYkZM2bQl15WPdRbffv27TCFu3fvnj9/Pj09nXtKVYeg+oHmiaoeTG7oIaYoi801LCwsPv7447lz51L7iAJFLwICAoYOHTpkyJDOnTsz7dP2OvRQ4NrUVUH9xfv376ef3LD+586dGzBgAPVilH3TqE9WVbiCn67qvni5XE59u7RBaePSz9DQUGFEhL+lPTIyMjc3lynu9NSwPDU34hNTZFfwRUpUoeUzg8CPRqWmoHSLFi24Br3hmr+Ke5bCEhSToMhElWNgFEVYt27diBEjqE2hpvXr17/00kuqZtZwxfh9klZMWKZeSdU+QaNHj7a3t6cgyp49eyhOyQ9vxWfYqA+zAQDoGupamjJlipOT065du+hSau3atYsWLUKBHAAAUAW1JQAAAEAlwxvBiRcTE/Pll1927NiRejN79+49a9asFStWUHc5H5NQgzoT1c/g6uqqfgZhvGfOnDm0JnyxX+oxP336NIVbunTpQr2i8+bN02REmmqqtXWgd4aCSTt27KD4xOrVq7mhrqKjo7m77JUo1YcQatKkCbe2SqPrUPfu0aNHJ0yY4Ojo2KpVq2efffbdd9/dsGGDMCahND/XUN89LXTnzh2mMS45xgDww3GoChQRS0tLbs+nvYUL9nDjPhH1WU38MqsZxRk+fDjtXVz7zTffVLPT8n+O+u2u+YpV4RNEcYhJkyYxRcVsLm2CKY4MXGEJDw8PruoGAIB+GTRo0MiRI5niyPn3338zAAAAFbRxEySyJQAAAAyEQdaWIEuWLFm+fLlwipOTU6dOnTp06NC9e3dqq7kzmilGKmBqVTiDEuo6nzZt2sqVKw8fPhwWFsbfy09dmWvXrt2+ffu2bdv69+/PtKmm1oFemKpAwRs1495YW1tTXy11+3K3t2/atImiFMJ6yExtVKyoqIjLOBEOtHX37l3qmBZGAoyNjWmb+vj4UPzJ39+fIk/0hwiXY2try68200xKSgrXmD17doVjiJmZmTGDwKeSqB9TSKloStVeVR0//PDDsWPHKhzKSRsrVoVPEM3PlbigZydPnkyNU6dOcQEMPr4CAKB36FwcHx9//fr1s2fPNmzYUP01FQAA1FuoLQEAAAAq6XhtiarZtWsXH5Po2bPnO++806NHD/razM+g6s56raIO7hUKhYWFISEh9E3+xIkTR48epafS0tImTZoUFxen4ShDdbsOFF3gihvPnz9/1apV6memnosWLVpERUVRjOH+/ftt27YVPnvv3j1VL6Q14Rr8hqP+5RdeeIGLSVB4Y/HixbTCrVu3FgYG+LGzePTbqceZepAfPHjANMPfQe/n51d/+o5btmxJHUzUiI2NpXa580gkEq4uC73/XCUJflgn9W8vLZNrqK8krwmloZw2btxYbs4B/yfU7IpV9hMUEBDQqlWriIiIAwcO5OTkUJBsx44d3FPTp09nAAB6i86PX331VVJS0s6dO9u0aVNhFikAANRD2rgJEoM4AQAAGAjDi0kQrlQyWbRoUXBw8JgxY4QxCaLJOE7aQ1261N+9ZMmSI0eO0Opx5SioT5OvOazj68CXE6feWE32HxcXF65R9ob04uJivvy4Er432c3NjWtQH/Tly5eZoh7AxYsXv/jiiw4dOiglK5TdssbGxtQvzBQ5EFyti7IoTPXSSy99++23XL88Nz+5ffs2UyEvL49iKppnYOg+TfrxqXudazRp0oRr8FVY1Pf+x8TEcA1+Z6gOrug0137zzTf5XUj4nYcvSs/Ht8rFr7azszOrDA0/QXyddgpj7Nu3jz4vFDSlh/7+/qpiPwAAesHU1HTmzJlMcSW5e/duBgAAUAZqSwAAAIBKhjeCk1Qq5TqvmWIoJ+qVLjvPpUuXuEYtdCtv3rz52Wef9fDwOHbsWNln+/Tpw3ewVr+6g6qBaGp2Hag3lqu9Qf3yBw8eVD8zdRnfvHmTKbpxy60ksX///nJfyE/v1asX17h69SrXGD16dPv27cu+RCKRhISEcG3hluXv6D9w4EC5v4v+ij/++OOtt96i/mUm6GrfsWNHUVFRuS/5+eefKTxDndEU+mIGge8l56sglMV1qTNFEpLSq+i95ct4KDl16hQ3Llbz5s01r/Ch3vfff9+4cWOmiAS88cYb3ERhkIziVdwIYxRKuXHjRrkLycjI4KMIAQEBan5ddT5BfMINxdUCAwOTk5OpPWXKFAYAoOcoRE0HQGrQib6apYMAAMAgaeMmSIQlAAAADITh1ZagrnlLS0uunZeXV3YGmsiN9s4UMQymZdRXSz3sMTExXJ3bsviSzlw3a3XwlRuE9RhqfB2srKxmz57NtV966SU1I2LR7507dy6XozB9+vRyQ0Tffvtt2eDQw4cP+W30wgsvcA0+MaLczUrWrFnD50MItyzfBfzVV1+VvTKml/Bvy7hx4+jnkCFDuN5zesf4zBuh7OzslStXMkUgxN/fnxmEsWPHOjg4UGP37t183E6IQgu0sbg2PwBR69atuXcgKSnpxx9/LHfJFO/hGtOmTaupo02DBg1++OEHrl3u2pLnnnuOa7z//vvlzkD7A5deQ38ChRyYatX5BNGSubfoyJEj3HBPJiYm9FYwAAD9N2bMGO7srFTYCQAAgCFbAgAAANQwvNoSFJbo2LEj1169erXSs9TfPXHiRL4PkbqVmZZRTzf1QlLj999/37Nnj9Kzmzdv3rdvH1MMbtOvXz9WPfS3c+PaR0dH01+qvXVYtGgRNy4WdVV369ZtxowZhw8fFiYWREZGfvbZZz4+Pjt37mSK8tdLliwpd1G3b9+mLlrhjfYPHjx49tlnuU1Dv4gfM4rfrNRvzpcE4G3YsOGTTz7hHwq3LAU2evTowRT5Fi+++KLwd1GAYebMmXfu3KH2woULuT5lCmstW7aMm4GWyUUgePRnPv/889zgPxS9GDVqFDMIzs7OH3zwAdeeMGHCuXPnhM/SHjV8+HAuIBQQEECRG/4pen+4NB16r37++Wfhq/Lz82njcmkutHfxaQ01glaSKyKtCv05XHjpwIEDL7/8slLiyzfffMMHNmhfZWpV8xPEBSFSU1Pp5dSg3ZvLNwIA0Hd0xuTOg3FxceHh4QwAAEBAG10NKHkNAABgIHQ8JkF9zSdPntRkTuqO37t3L9d+9dVXg4KCqEHdjjExMUOHDm3evDk1qKeVeskLCgqoh9HY2Jh6rmuhyISjo+O3337L1YgeO3YsdVC2bt1aJpPR+oSEhISGhnKzLV++nBuevppo4deuXaO/sUuXLlyH/unTp2t8HRo1avTvv/9S9zTXxf+ngqqZ6a3etm1buSM4McWG27p1K61Dz5493dzcaJVOnDiRlJRET1HA44svvuDnpA5fikxcv349JyeHwgyzZ8+mv1EqlVJQYfv27VwdCOrtzcrKYorxeYS/5bvvvuvfv39xcfGmTZuol5yWTH8C9aEcP36c+120wK+//pqfn96ijRs3HjlypKSkhMIVO3bs8PX1pZcwRR80V2LB1taWllZuCoiemj9//t9//3358mUKuvTt23fkyJHUrW9mZkYbhT6GaWlpNI+rqyu9A8L7nmij0K5FnzX6QM2dO/eff/6hvcvJyYne3osXL3JVzeldWr9+fWXrN1RozZo1tHtzwyKVRZ1lK1asoNCFXC7/7bffzp8/37VrV3d3dwoP0P7Gx13ee+89+mPV/6JqfoKmTJlCATb6sHCDWamPpgAA6Be6GKDoL1140DGfv5MAAACAaSdbAmEJAAAAA6HjIzjdU9BkTjs7O75NnYb79++nDlZq71EQzkk9rdRzunjxYuqmjI2NpchEgwYNmDa9/vrrIpHoo48+ot+1ZcsWpWep8/TDDz/khyqqJvq7uGHukxRMTU2pT5Z+e42vA/XsU4Tgs88+o/dZTYkOf3//lStX8okOZf3yyy8UYLitIJzu5+dHG5FL/uDQ3/Lzzz8PGTKEwhLUEy2MWHDob6TYAzcQE5cAwevduzd1l0yfPp2ml/1d9JIff/xRqXo2/fbPP/982bJlFJkIVhA+6+Hh8ccffxjMCE4cCtdRPG/p0qX0blC8p2xaQJ8+feizU3acou+//75t27ZvvfUWxYQCFYTPNmnShF5Fm4DVNIoWUDiEqyldrgkTJtCGmzVr1t27d8tud9q7KG4xb948poHqfIIoWkYxHgpucW2DybABACBisZiCvnT6uHbtGh2QudwyAAAApp0hoxGWAAAAMBCGV1uCQ/2GEydOXLNmDQUe4uPjJRKJubl5mzZtJk2aNHfuXBsbG+q/prAENyd1ODIte+2112bOnPnnn3+eO3cuPDw8LCzMzc3N29t7wIAB9B2eGxCpRjz33HP5+fmffPJJYmIiU4wqQ72o3F3qNb4O9NrNmzd/9dVX+/btO3r0KL3VFC1IS0tzdXWl2E+vXr3o3aauCvULefbZZ2lDUJfugQMHjI2Nmzdv7uPjM1mhbCJCjx49aM0pIEF/QkJCAnebPPWSU4yE+sQpkkHd4tTXTJt769atX375pTDSQKGRkJAQ6kC/ceMGdVJHRUV5eXnRRNpPhg4dWnbF6Ld//PHHtHobN26MjIyk30u/kf40etNGjBhBv46v5GFI6I/67rvvqN9827ZtERERtJPk5ubSRqE3iqJ9gwcPVlVWnbr+Bw0aRJ846vqnF9KHjqIRtIeMGTOGNiVf7qXGTZkyhbZ12QgKj8IhtN0p0EI/aTvev3+fwpAtW7akjU5RBNqaTGPV+QTRbsaFJehDYZB7DgDUZ3R2prBEUVHR9evX6YzMAAAAFLTR1WBog1ADAAAYNu7ETT/lCjKZTKqQmZlZWFhIXbfU7ch0g1gsZlAPdO7c+dq1a9SgndAAxtnnPlxMN9DVv6rgAdQVCpItXbqUGtRzp5RkQwdkBgCM5eTkvPvuu9RYsGBB69atGeiVDz/8MC0tzdfXd/78+QwA9BMdfukb4vTp0/38/BhATXj48CF9N8nNzaWvS6YKJiYm9NP4MZGC0WOaLBPfcwAAAAwEbjUAANA2rvhKq1atDGzgLwAATvv27elneHg4LjKqzosAABAASURBVCwBAICnjWwJhCUAAAAMhEGO4AQAoDuOHz9OXXXUeOmllxgAgCFq1qwZU6R/ceMrAgAAMO3cBImwBAAAgIEw1NoSAAB1KDExkRud6dy5czNmzGCKiuI1VdkeAEDXcGEJphivgwEAACggWwIAAABUogsFpNsDANSsrVu3Ghsb0wHWz88vISGBplBMolGjRgwAwBC5uLhYWFgwhCUAAEAA2RIAAACgEmISAAA1TikC0blz5++++44BABiupk2b0s+MjAwGAACggGwJAAAAUAkjOAEA1Dhvb28XFxeRSNSxY8fPPvssKCjI1taWAQAYLicnJ/qZn5/PAAAAFLRxE6QxAwAAAIOA2hJQJ65evcoADFeHDh1Q9xUA6hVuECeJRMIAAAAUkC0BAAAAKqG2BAAAAABUk7m5OUO2BAAACCBbAgAAAFRCTAIAAAAAqokLSxQUFDAAAAAFZEsAAACAShjBCQAAAACqiRvECWEJAADgIVsCAAAAVEJtCQAAAACoJpHo0Q2sJSUlDAAAQAHZEgAAAKASaksAAAAAAAAAQM1CtgQAAACohJgEAAAAAAAAANQsbWRLICwBAABgIHRtBCeZTMZAC7777rukpKQBAwYMGzaMgUGjWKPhfY527Nhx6dIlT0/PV155hQEAAAAAgM7TxpDRCEsAAAAYCNSWqCcyMjLy8vIYgH6SSqW0A+fn5zMAAAAAANAHqC0BAAAAKqG2RD1RWFhIP83MzBiAHuIqqSKbCgAAAABAX6C2BAAAAKiEmEQ9IZFI6Ke5uTkD0ENisZghLAEAAAAAoD+QLQEAAAAqYQSn+kAqlXLxJ2RLgJ5CWAIAAAAAQL8gWwIAAABUQm2J+oAbwYkhLAF6C2EJAAAAAAD9gmwJAAAAUAm1JeqDkpISrmFqasoA9BBqSwAAAAAA6BdkSwAAAIBKiEnUB3K5nGsgMwb0FLIlAAAAAAD0C7IlAAAAQCX0UwOA7kNYAgAAAABAvyBbAgAAAFRCbQkA0H1cWILP+wEAAAAAAB2HbAkAAABQCbUlAED3IVsCAAAAAEC/IFsCAAAAVEJMAgB0H8ISAAAAAAD6BdkSAAAAoBJGcAIA3ScSPfoCgrAEAAAAAIC+QLYEAAAAqITaEgCg+5AtAQAAAACgX5AtAQAAACqhtgQA6D6UvAYAAAAA0C/a6GpAWAIAAMBAIFsCAHSfsfF/6dolJSUMAAAAAAB0HrIlAAAAQCVkSwCA7sNhCgAAAABAv6C2BAAAAKiEzj4A0H1cyWuGQxYAAAAAgJ5AtgQAAACohBGcAAAAAAAAAKBmIVsCAAAAVEJtCQAAAAAAAACoWciWAAAAAJVQWwIAAAAAAAAAahayJQAAAEAlxCQAAAAAAAAAoGYhWwIAAABUwghOAAAAAAAAAFCzkC0BAAAAKqG2BAAAAAAAAADULGRLAAAAgEqoLQEAAAAAAAAANQvZEgAAAKASYhIAAAAAAAAAULOQLQEAAAAqYQQnAAAAAAAAAKhZyJYAAAAAlVBbAgAAAAAAAABqFrIlAAAAQCXUlgAAAAAAAACAmoVsCQAAAFAJMQkAAAAAAAAAqFnIlgAAAACVMIITAAAAAAAAANQsZEsAAACASqgtAQC6jz9MIcELwFDxn25clgAAABgGZEsAAACASqgtAQC6z8zMjGsUFxczADBE/Kfb1NSUAQAAgP7TRlcDwhIAAAAGAjEJANB9fDdlYWEhAwBDxH+6zc3NGQAAAOg/ZEsAAACAShgqAQB0H58tUVRUxADAEPFhCf7zDgAAAHoNtSUAAABAJdSWAADdx989jbAEgKHiP93IlgAAADAMyJYAAAAAlVBbAgB0H2pLABg8hCUAAAAMDLIlAAAAQCXEJABA92EQJwCDxw3iZGJiIhLhPkgAAABDgGwJAAAAUAkjOAGA7jM2NuZuoM7KymIAYIiys7Ppp52dHQMAAACDoI2bIBGWAAAAMBCoLVEfYBODAWjUqBH9TE5OZgBgiLhPt4uLCwMAAACDgGwJAAAAUAm1JeoDbmQMhgG7QZ9xnZVJSUkMAAwRF5ZwdXVlAAAAYBBQWwIAAABUQkyiPigoKOAalpaWDEA/cWEJZEsAGKqHDx8yZEsAAAAYEGRLAAAAgEoY3qc+kEgkXMPCwoIB6CfuHuqsrKySkhIGAIYlMzNTKpUyZEsAAAAYENSWAAAAAJVQW6I+QFgCDAB/D3ViYiIDAMOSkpLCNZAtAQAAYDCQLQEAAAAqobZEfZCamsowghPoOb6zMiYmhgGAYYmOjqafxsbGjo6ODAAAAAwCsiUAAABAJcQk6oPY2FiGkTFAz5mYmLi7u1Pj7t27DAAMC/e59vDwYAAAAGAokC0BAAAAKmEEp/qAu7u8RYsWDECf+fj40M/w8HDEUwEMSUlJSUREBHv8GQcAAADDgGwJAAAAUAm1JQxeRkZGXl4eQ1gC9J+vry9T1ErhEoAAwDDcv3+f67ZAWAIAAMCQIFsCAAAAVEJtCYMXGhrKNVq1asUA9Jmnp6exsTHDOE4AhoX7RJubmzdt2pQBAACAoUC2BAAAAKiEmITBO3fuHP1s3ry5tbU1A9BnYrHY29ubISwBYFjCwsLoZ9u2bZG+CQAAYEiQLQEAAAAqoQvAsCUkJMTFxVHDz8+PAeg/boyXiIgIbmgyANB3GRkZ8fHx7PEobQAAAGAwkC0BAAAAKqG2hGHjUiVMTU27devGAPRfly5duKHnzp49ywBA/wUGBtJPY2PjDh06MAAAADAg2uhqMGY1AaNGAABAfaYjwQDUljBg6enpwcHB1KCYBEUmGID+s7Oza9u27a1bt2jfHjJkCKKqAHpNJpNx4XOKOFpYWDAAAAAwINq4CbKK2RKlT2MAAAD1mI6cE3FGNmAbNmyQSqUmJiYjRoxgAIbC39+fKQZ+uXfvHgMAfXbjxo38/HyGkQYBAAAMkU5kSyh1eaAHBAAAgAlO0vyZsfbv/MW9xoYqKCgoMjKSGqNGjbK3t2cAhqJNmza2trY5OTnBwcFcBWwA0FNnzpyhn87Ozp6engwAAAAMizayJSoRlhBGIMptI0QBAAD1SrlnZWF8opbjBKgtYZAiIiJ27NhBDXd39wEDBjAAA0KHrICAgP3791+/fj0vL8/a2poBgB7KyMi4e/cuNfr168cAAADA4NRltkTZOIRwqApEJgAAoB7iT8xcUQcjBWFsoJbjBKgtYXiioqJWr14tlUptbGzmzJmDsBMYHj8/vwMHDsjl8hMnTowePZoBgB46fPgwUxS77tmzJwMAAACDU2fZEkpRB7kC1+CCE3w/CHpDAACEhN3EZdt124UN1cRtLO6nSCTiGsKNWHaKtuEsbGCuXr36559/lpSUmJmZLVy40NHRkQEYHDs7O+rHPH/+PIUlAgICHBwcGADoleTk5LNnz1KDPsIodg0AAGCQ6iZbQikmQT9zcnKSkpKEHWqa/FTzKyq1nBr8vbW8Djr7PtTt763DdagnGx07Htah9n9jfdvzTUxMqFvN6DGl5bNaVMu/DrRHKpXu2LEjKCiIKW4+nT9/fqNGjRiAgRo5cuTly5dpt9+3b98LL7zAAECv7N69m655zM3Nn3nmGQYAAACGSBv9G6JKzV2qwK+KUjeQ+p/qF6v5T/VdUZX6vZVah8r+3rLrULX3QfNuOO29/9VZhwp/b629/1X4w1m1dzytvvmsfux4rBrvf4XqZMfTZB0q/L3VWQfs+VV759WsA02UKXDZhKWPKf2uWlBa64EQ0IasrKzly5dzMQkHB4clS5a0bNmSARgu2s8HDhxIjYsXLyYkJDAA0B9RUVE3b96kxrBhw6ysrBgAAAAYIm10NVSitgSP+ly4rpkmTZow3cZ3a5bbrsGf3GLRH6Ql1dyOTLPeRm6Z2Ii1AB9GfafVQyu3KH3Zmnl5ecXFxVxYQiQSUYN+MsWYTvw8tbnyws0B+ig7O/vYsWNnz54tKiqih23btp05cyYGxID6YMiQIcHBwQUFBbt3754/fz4DAD2xdetWphiNrX///gwAAAAMlDZ6Zowr/JVKD3m0KrgbAgAA6jOJRMIUJ0epVCoWi4XRCK5dywEVxCT01/37988r8FPGjRs3aNAgBlA/UPhtxIgR27dvv3PnTkhISJcuXRgA6LygoKAHDx5QY/To0SYmJgwAAAAMVJ1lSyilSpQKBlcBAACot/jRn2QyGf2kyAR7nLIgPFcq5YJoD5KE9E5KSsqlS5cuXryYnp7OTTE2Nu7Zs+eQIUOcnJwYQH0SEBBw8uRJ+iz89ddfnp6ednZ2DAB0WFpa2o4dO6jRsGHD7t27MwAAADBcdZAtofTrlbIlGAAAQD3GDxPHZUtwUzh1cq7E2VkvFBYWhoeH31VITk7mp5uZmVG37MCBA21tbRlA/UNH0RdeeOH777+nz8j69esXLVrEAEBXyWSyX3/9la5/RCLRjBkzhAmjAAAAYHjqLFuCCW4IVboDFEAVeaFEnp8rl0iYXGZkaWXi5MoAAAwLf3Kkr+VMcZ6mb+l8ZILVepwAZ2edRTtGVFQUF4qIiYkRbiaKRrRt27ZTp07009TUlAHUY61atRo6dOiRI0ciIiJOnDjB1cEGAB106NAhbvimUaNG6X7JSQAAAKimOsuWEMYkuEGccD8mqFEUG5W55ZfC6+fkkoLS4mJWKi8Rm9u++32jgAAGAGBA+NgDnRy5UIRIJKI2V/5aaRwnpn2ISeia+Ph4LhRBfawlJSXCp9zc3Hx8fFq3bt2uXTsGAI+NHDny9u3b9NnZs2dPmzZt6JPCAEDHxMXFUViCGi1bthw8eDADAAAAQ1fb2RJ8NELpIdf5gr6PekgsFstkMlXPyouL888ezzmyWxZ+x8TSwdq2WW7ubXlJET2VlVMSv/43hCUAwMBwp0I6LdKxkQtICGMStX+ixB0DuiArKyssLIyLRuTm5gqfsrW1ba1AAQmMmw9QLrrafOWVV7744ouioqK1a9e+8847lpaWDAB0Bp3m6LNJFzlWVlazZ8/GtQcAAEB9UFqHtSWECRNaWhXQcdyw6fSTy5h56jm5vCghLmXZm9KYSOuGXqZN2sulxbmJ4bKifO75rEJWqEjyBQAwJMJsCT4yIQxICE+XtXDqxNm5rqgqF0FMTU09PT25xIjGjRszAKiIk5PTCy+88Ouvv6ampv70009vvPEGxjcD0BF0vvvhhx+ys7OpPWvWLITYAQAA6om6rC0hhNoS9RN3CzArM0hIiVR28+hh+1XvWTl52LTsbiQS56dESTLiS2X/jVYhk7MMCbOzsWEAAIaFPx5STIKitqVlsNqFs3Ntoo0eGRnJRSOUykXQhmjevLm3tzeFIlq2bMnF9QFAc506dRo8ePCxY8fow0Xxiblz56KgLkCdoxPf6tWrU1JSmKKkBJ3jGAAAANQPdZktwcrUu8b9mPUNbfSyIzglZuScDo1kOdLBHl1NjM1KJDn5yfdL8jNF+cPEAAAQAElEQVQFr2IPcpmcsQZt2jIAAMMizITg8yTqMDCAmEQt4MtF3L9/v7i4WPiUs7MzlxVBAQkLCwsGANUwduzYrKysy5cv3759+++//54+fToDgDq1fv16isdTIyAgYNiwYQwAAADqDWRLgA6h7rc7D5JP3Iiwa+Do1rNP6bVgScK9vMS7SrOVyFlawaNGsxEjK1zm77//vm7dOlZ5v/76a/v27anx+eef79u3jxozZsyYO3eu+lddu3Ztzpw5TNGRtH//fuFTH3744ZEjR1hlLFmyZPz48ZV6CfVnnT59OiQkhPq2kpKS6Lu3vb29q6urh4cH/Tl9+/alh+W+sPqr9+KLL1KfGtcWiUSHDh1S9buE3nvvvZMnT3JtPz+/7777Ts3M1EX7zDPP0B/FFNXwtmzZwtTiNwdZsWKFv7+/+vn5N+HTTz8dOnSo0hIqhXYV2mG4Nv83vvHGG1OnTlXzKvrTtm7deunSpbS0NGqLxWJPT093d/d27dqNHDnSxMSEQT0gHOGwzlMlGGpLaA1XLoKEh4crlYuwsrKiIARFI3x9fR0cHBgA1By6XMnPz79z587Zs2ddXFxQWRegDv377790sc0UyUyTJ09mAAAAUJ/UWbaEsG9FmDPBoB47ceNe+MO0hh7NrO1spXL5mTZd24bsL7tPJOYyqZxZuLi4du/OQCA4OJg63ykaIZyYpnD79m0Kk6xaterll1+uhYt+ih8EBgaOHj1a/WyFhYXUKcA0dubMGS4mQSIjI69fv96xY0cNX/vFF19s377dRlcH/iooKFi9evWePXukUqlw+g2FAwcO/Pzzz9OnT582bZqxcVVCv6BHhNkSTEWyQm2eMXF2rkFcuQiueDU3YAWPPtoUbeUqVzdp0gTvOYCWiESiV1999bvvvouNjd29e7eZmVlAQAADgFpH17fc/UBeXl4vvfQSTnwAAAD1Td1nS3AdLkYKyJaot3IlRcdvRDzMznNr3szKzrYwvyA57kGRQ2MH7+7udy8I58wrZomKoteNA/qK0D8rQFGHzz77jH9IX7OdnZ0dHR0zMzNTU1OpL4wm5ubm0vdw6gGfOXMm07JTp05VGJag0EVRURHT2MGDB+knhRa4O4v//fdfzcMS9D58//33H374IdM99+/fX7p0KfWPcA/pYNigQQPafBSioCAT98dSPIbiFtSbSfEVjIVt2JTC9qy8QH5tfnXH2bma6IMcFRVFcQgKSCiViyAUgWit4OnpiYwogNpBn7XXX3/9m2++oejgP//8Qx/SAQMGMACoRdu3b6cvC9Rwd3efO3cuCiYBAADUQ6V1W1tCCPdj1luFJdL9V+6kZuc38/EyMTMrKpDE34+Uy+T0VOiA5+2Toq2ykrk9gzpzEh4PdNFUMcZOhWYplJ2+ePFi7j59atRyyvArr7xS7ipVR2Ji4rJly7g29dS/9NJLPXr0EM5w/Pjxn376iWaj9s8//9y+ffsuXbow7ayeubk5RUEuXLhA/enqsxP44Zs0kZOTExwcTI0+ffpERkbeu3fv2LFjtPk0T4A4cODAsGHDulcmyaZTp04XL14sO33Tpk30flKjf//+X331FauG0NDQ1157jYsb2dvbP/fccxMmTBCOIH/79m0KqNy6dYsp3rFPP/30o48+wtHSgHEbt27rSQghJlEF9KYlJCSoKhdBAWMuK4J+WllZMQCodZaWlm+++eZ3332XnJy8Y8eOvLy8UaNGMQDQPjpFbt68+fz580wRk3jjjTfMzMwYAAAA1D+6UluC4X5MAyUSieRyuXAK3+PGPaSYxM5zN3OKZc3btDYxNc3PzLIryvVv4SqVyyNTc5Ny2IUJSzofWOuYeJ9mTi1gmY86b5mjj69bz14MHqOLe654eO/evZcvX152nJ9BgwZ169aNury5YUM2bNigKixRZfzRhMIGFAWhTRwYGDhypMr6H9QRf+bMGWp4enpStx2ryKFDh7gBjiju0rhxYwpLlJSU7N+/X321BiXUp79t2zbqjGC6gWIt7777LheTaNGixZo1a8qOI9+mTZtff/31/fffP3HiBFO8D/QO0wZlYKB07VSIGJjmMjMzuQGaypaLoFijl5cXF41wcXFhAFDXbGxs3n777VWrVsXGxh4+fDg/P3/KlCk44gFoFX0x/PPPPy9fvswUYzfNnTsXMQkAAIB6C9kSoF1lt6mwxy07X7Ln4u0CmbxRSw+KSeSlpTc3Lk5OSzp4LtLS3Kx3lw4NrBxuJ7LzE9/xOrer4Y3g2Ow8epXYzKzLu++JMNiFAN+tP27cOFW1B+zs7KgHfPHixdS+dOmSRCIR3pJfgwYOHEhhCaYYx0lNWOL06dNcmIHm1yQswZcQp075goKC3377jdo7d+7UJCzRpEmT5OTk4uLi1NTUH374YenSpUw3fPPNN7RKTHGz2M8//0zbqNzZ6HNEARUKKXE5E3///TfCEgZM106FODurR8dSCkJwiRFK5SLEYjGFG7ni1c2aNcPwawC6xtLSctGiRXT+pc9vcHAwXZY8//zzDAC0Zv369VevXmWK24xeeeUVBgAAAPUYsiVAu7hb+MtVWCylmEROYXGz1q2MTU2z0zKcpPmJSck//rGFm2HfiaAvl7xua25K84T7jT/QuLPZ6cOto8Oad+rk0rUrAwH+tlxnZ2c1s/Xq1cve3p6rGh0ZGdm2bVumBW5ubq1bt6Zv+BcuXMjPz1c1RAl37z91x7dq1arCZVKv371795hiVCUnJydq0KsiIiIePHhA3206d+5c7qv4Axy9LRMnTvzuu++YoiIF9el314F66RkZGfwwVvTFTFVMgkPRpvnz57/66qtMEYWiP5xiLQwMkQ5mS+DsrER9uYhGjRpx5SK8vLxMTU0ZAOgw+pC+9tprv//++/Xr18+fP5+amjpnzhzdyaoEMBj0bYVCgNHR0dTu0aMHQoAAAACAbAmoG5Likr+Dr+ZJSpoq6klkJqemJjz08nQ7c+uOcLbwyBjXpi0oLJGYnh6RlMK8O2X36jdtzjQjVEV7GvWCUZiBGiEhIdQXpmo2kUi0Zs0asVhsr8C0ZsCAAdRhRz13gYGBw4cPLzsDhSvOnTtHjaFDh2rS43ngwAGuMXjwYK4xbNgwCktQY8+eParCEkKTJ0+mGAB1OjCdGcrp2LFjXNyOYjNDNaiV0rFjx6VLl7Zs2dLX1xe3XRswHcyWYCAoFxEWFkbHW6VyERRW5AZoIpoXvAEAXUDXRa+88srWrVvpooUC/8uWLZs3bx5dWTEAqCFxcXFr167Nzs5miov/0aNHMwAAAKj3kC0BtU1eXFyUk7Mx5G5UUrq7s7OxsXFWahrFJB49VcpE4qc6W+mhvLS0sLg4PO4BPTQSiaYPCbBCj08ZFAbgykGvWrUqJSXl+eef51IKyqJObaYd/OeXGkOGDKH4B1OM1FRuWIIfwYmiCzExMeqXTHNyYQnaW/iwBC32p59+ot9FwYa333673H5ApUPKRx99NGXKlKKiotTUVHrtkiVLWJ3ictiZ4pYxDV+Cb3H1AWpL6JS8vDyKQ9y4cYMCEgUFBcKnTE1NuXIR9JOCiwwA9NnkyZObNm36119/ZWRkLF++fNasWVpKKgWob+iKd8OGDXQ9TyFA+pKiCynLAAAAoAuQLQG1oVQuL7wfnnnqTN7Fi3nXb8X0HXTHt6OslCIUxZE3b/OzJWTm+XftFHjxv75a2h/at/YKjEy5EHpbUlREUyb37dG/gw+DMqizfuvWrdRrRp+jf/75h9pdunTp37//wIEDy5ZQrgUNGzbkxnE6e/ZsYWGhubm50gzc4EWenp7UBVBhWCIwMJB6Bqnh7+9va2vLTXR0dPTz8ztz5kxJScnevXunT5/OKtKoUaNXX3115cqVTFGUgt60Tp06sbrz8OFDrlHj5cdBr6G2RJ2jc9P9+/e5chHx8fHCp+it8PDwoOObt7d3ixYtxEjdAzAgvXr1cnV1Xbt2bX5+/po1a0aOHFnurRUAoCG6hKCr9CNHjlDb2tp63rx5zZs3ZwAAAAAKyJYALSpOSor7bFlxwsOS1BRZvkRaKi+Uy3I9PBP6DLAvLkrPzc0uyG9gY8vPH5uR17ax4/uvzboXHWtqYtK5beuorMIbUTEFiphEy4YuU/v1ZHVngwKrtnUKFc72/PPPz58/n2nGxMRk+fLlb7zxBjeUE32UrijQxJYtW3bs2LFDhw49e/ZUX72gZldPOI6T0ghF9G3/woUL1NCwbvPBgwe5xjPPPCOcTp0FFJagxu7duzUJS5Bp06adOHHi9u1HwbCPP/6Y4jdlQya1hhtdl+AbGgihtkRdoY9keHh4WFgYN0Acj3pSLC0tfXx8uGhEHR40AEDbKNy4dOnSn376KTExcf/+/XFxcS+99BKKxABUQWFh4e+//85ddbu7u1NMQqtDyAIAAIDeQbYEaIskKjrq9UV58Q+ypMUSuVRSKpfRRjY2yRo9SWxtbSsRZ+bl5UokDtY2osfbnfq9biVkNLAy8/Bp+6hj/WHuzejYuORkeqqho/2nL4wzNzVhoIKLi8vGjRv//PPPbdu2cUWtOZEKO3fuFIvF/fr1o+77Nm3aMO3jx3E6deqUUlji5MmT3AhOSmGGcmVkZJw9e5Ypegb79OkjfKpv3740MS8v78GDByEhIZrkHNBBhqIRU6dOpRVISkpavXr1m2++yepCdnZ2SUkJ11ZVFRzqJ9SWqE0pKSlcVgQFJCQSCT/dzMysVatWXOVqDDEPUK84ODi88847dEF17dq1mzdvfv311/Pnz6+T3FMA/UWn17Vr1yYrvsd16tRpxowZJib4HgcAAABPQbYEaIVMIqGYRH78g+iiPCl7slllLg1tfdvauzhH3w6zNDXLKypMysxs6OAg3BHT84voPzWSMzPvPfhv9IxFY4c42RlISYmGChXOVoWOMGNj41mzZr344ouXLl0KCwuLiooKDQ2lznfuWZlMdkJh2LBhS5cupU43ps3V48dxOnfunNI4TtwIThQdcXNzYxU5cOAAd2QYPny40ngp9PeOGDFi69at1N61a5eGQyE1bdr01VdfpYAEtSmEQyGTOhk8WhiK4IaoAuCgtoS20Sfu7mMU+OSnY4AmAOCYmpq+/PLLhw8f3rt3b2Ji4rJly+bOnUuHBQYAGqDT67p16+j6n06so0aNUro/CQAAAICDbAmoeYWxsfdfnZ/1MD6huEAYkyBFfQa6uTgXFz26SHWxty9MTc0vKszMz3e0tlZaSFJGxrV7EbRXmJuavD1heIeWzbjpRgpyuZzVuhkzZtCXUvXzXLt2bc6cOernefbZZyl4wLSGOut7K3APIyMjL1y4EBgYeOPGDW4Kfc1OT0//4YcfaE6mzdXjxnEqKioKDg7mS1XzIzgNHDhQk4Xs27ePa5SbWkGxCi4scerUqaysLA1zw6dPn3769Gkuqfyjjz7666+/an9UFnrzuVQPpsicYACPobaElhqBUAAAEABJREFUNjwqZRQZSfHasuUiXFxcMEATAJQ1bNgwd3f333//nS5dvvvuO7p46NWrFwMAtY4fP7579266eDAzM0PpeAAAAFAD2RJQwwrj4u7PW5idEB9fohyTICWtfIokkszkVGqLGWsilyZIJOmKre8guHk8NSuLi0mYmhg/P9DPr00r/insJJXVUoG+SycnJ1P/O9eJf/ny5QMHDowePZppk3AcJz4sQd9VuKiSJndOhYaGxsbGcu2ZM2eqmVMmk+3du/eFF15gGhCLxfxQTtRB+csvvyxcuJDVOicnJy4sERMTg6rXwENtiZpCq00HEC4rIioqihs7jkNBQW6AJl9fXwx1DQCqUI/qO++889NPP2VkZGzatInO15MmTUIqFUC56DxLHxP6lkFtR0fH+fPna5IYDQAAAPUWsiWghqVu/isjLuZBSUHZTixjS0uZnWNi9KNeZlFxke9fv1vGRIW0a3/Xb1BaTnZBUWEjB0faBxIzMm4oYhI027wRA57p3kFpOYhMKKHvAGlpaZmZmU2bNlVTpcDV1XXx4sXGxsYUnKCH+/fv13ZYgh/H6cyZMyUlJdyQsidOnKCfHTt2pE75CpdAsROmsZ07dz7//PMaHkbovZo9e/bPP/9M7S1btgwcOLD2b+aiN4c6OKhx69at8ePHa/ISekNSU1P79+/frFkzBgYKtSWqiS8Xce/evYKCAn46HYI8PT3pc+fj49O4cWNccgCAJqhfdenSpXTBcP/+/eDg4Pj4+Llz51qXSfPV0Pfff0+XHzY2BjIwKQAvNzd3zZo13O1EdLadM2eOpaUlAwAAAFAN2RJQw+zHjim+E1p65bJwopmDg8+MmWnuTZIkhUZmFvb373ru3WGckUbRCyPvNq529mm5OQVFRXFpqYVZWZFpj0b6Njc1mTO8/9Cu7RlUhL4tBwYGUuPTTz+tMAVh3LhxXFiCz0LQKuru58ZxosgEdabn5ORcuXKFpvPJE2pQJOPo0aNcu0OHDmpuTrx69Sr9TEpKooV369aNaeaFF144efIkdVwyxVBO//zzD6tdAQEBhw8fZoqwhIYv2bhxI0Uy1q5dSyv/2muvMTBEqC1RBfn5+Xy5iPT0dH46rTzFILnEiJYtW5Y7ch0AgHrUu/rGG2/s2rWLLhuio6OXLVs2f/78KtQAowuwiIiIy5cvDxgwgAEYELo6/eWXX7hRSfv27Ttx4kSRSMQAAAAA1EK2BNQwGx+fgZs2J5w8eXvdL+l3bls0cGo2fHj712anZ6ce+mufkYVdo6z8Vnu2yUuK44oL8hu6S9t1sWXMwswsIT0t6sa13OREJja2buT+8qhBZfMkoFz8jfMXL16sMCzh4ODANWrn40bhB6649KlTpygsQd/nZTIZfVHRJCxBM3NjHDVu3HjdunVq5pw7dy4Xmdi9e7fmYQluKKfnn3+eVik+Pl79r9AGPz8/6iTlBpKigErXrl3Vzx8WFsZlV3CvZWCgUFtCQxS5vH//PheKePDggfApJyen1o/hbk0AqD66dJkwYQKFOTdt2pSVlfX111+/9NJLHTpU4kr1yJEjZ8+epUZISAjCEmBILl26RJ8L7gofJVgAAABAc8iWgJpHm9J94MCGffpIUlJMbWyMTe7Lkt8qThfJ5V4Nb9/0unhZLpPGFOcXM5Y3bhr3EklhYWRcfKGJmZGldWlB3kczJnZu05qBZnr37r1x40ZqHDt27PXXX+cDD+XikhVIixYtmPYJx3GiryvHjx+nidT/bmdnV+Fr+RGcRowYoX5OmoELS5w+fVrzwtdMUXhj1qxZXECCvlDVznvCMzc3Hz9+PFft47vvvtu8ebOaO8uKi4upE4Rre3h4dOzYkYGBQm0JNWhN4uLiuFBEZGSksFwEhR+8vb19fHx8fX0dHR0ZAEBN6969u4uLy5o1a/Ly8n755Zfhw4ePHDlSw9fu3buXa0RHR6empjo7OzMAPUcn5d27d3OX91ZWVnPnzq3la2kAAADQa8iWAG0Rm5lZu7vLc47IEjcwkUnDJm06pCU4n78oLZUnlEiKxeL8iS/KmnnK5fLoxMTIhIdSmczI1LyhWDRClouYRKV06tTJy8vr3r171HO9cOHC77//vkGDBuXOmZSU9OOPP3LtZ555htWKAQMGUAdifn4+fWkJCQmhKYMGDarwVSkpKRcvXuTaFYYlBg8evHz58sLCQop87NmzZ8aMGUxjL774IoVzqI+ADkHUy8lq15w5c+htSU9Pp1/99ttvf/LJJ+UOV01b9vPPPw8LC+MeTp48mYHhQm2JsqgLjwtFhIeHC8tFGBsbUw8IVy6iadOmuIoAAG1r3rz50qVLKTIRHx9/8OBB+klXHebm5upftXjxYuGx9NKlSxVe2wDoOIlEsm7dOjovM8V9SPPnz1d/axQAAACAEmRLgBaVFsfIUv9gxrYi+2czj4a6HD9PMYnY4oIiI5bfvXd+2y5Z2dm37kdKiovFcrl1QV7HsCseDyJbTJ7CoJJeV6AGfTcYN27chAkT+vXr17ZtW+4TTp+s69evHz58mL4/Uwc3UxR8Hj58OKsVAwcOpG/vTJEQQFEosVjcv3//Cl/Fp0p06NDBzc1N/cxmZmZDhgzh7kPcvXs3RRo0P7RRt+bHH3/80ksvUUiD1TpLS0vacLQC1D5z5sxzzz03depUihjZ2tpyMzx8+PDs2bMbNmxIS0vjptCWffbZZxkYLtSW4FAskw5oFI1TKhdB3N3duVBEy5YtTU1NGQBALbK3t3/77bc3b958+fLlmzdvfv3119Qhq+qOEEJn+cLCQuGUK1euICwBei0lJWX16tWpqanUbt++PV1I43QMAAAAlYVsCdCeUlnKavohth+ccyHywYp9Mrk8rlhSzErzvbyzvTzl0TdEIgv3u9dt8nMapTy0ys8xlZbQyxzbK5e5FolEpQrMIOzbt48fSUk9ur7nkxvU6969+4IFC1auXElt+uq7WUHVzPR1mharqvRrja8e14FIHYtZWVn0sGfPnnyfuxr//vsv16iwWgaHvt5zYYmkpKQLFy5UalhbWj2KZKxfv57VBQpC0Jc6rgJHYmLidwpOTk4NGzaMjY3NyckRzkwxiS+++AJlew1bfa4tIZVKheUihId9BwcHrlYERSPKTSoCAKg1JiYmM2fOpCucPXv2JCcnL1u2bM6cOa1atSo756pVq6gDV2kivYQOcU2aNGEAeig0NJQum7lg2wgFBgAAAFB5yJYAbZHnni0tjBLZDcy9nhr94TZpUfGDksJCUan3lIB0X6+oByVuTZu3lkmvrjvLzW8tMnY0sYwvKXDu2ElpUYYUk2CKrmeiyZwVjgkgNH369BYtWvz666+3b99WNQ99yoYPHz5v3jzq9Wa1uHrcOE5cW5MRnK5fv86tA/W/azI/6dixI/Xjc6+iPoLKVtubNWvWqVOnoqOjWV144YUXqC+DohFxcXHclDQF4Ty0yV5++eVRo0apqT8BhqG+1ZaghVP3HJcVoVQuwsLCwsvLi4tGuLq6MgAAXTJ48GAKLaxbt04ikfz444/jx49XygelCxJ+AEYlISEhCEuAPjpy5MjevXvp3E3BucoWfgcAAAAQQrYEaEtp/jkmtmZGjeK//YViErHFkiJRaZMB7Tu/Pro0/2Jpx2ix+6xjL74uZkbmIpGzsbmlyFhOO4FYbNeypfKiEK/STC8F6toLDg6+evVqampqZmZmYWEhd+s9PTVkyBBqsFpHv5cbx4nCDBSiqHB+fgQnWmdNimNzxowZs3btWmoEBgZSn76a0EtZ3FBOM2fOlMvlrC7QX7p9+/bTp0/TN72kpKRsBeqT9fDwaNSokY+Pz7hx4+jrH4N6oJ7UlsjIyLhz5w5XLiI/P5+fLhaLabfnQhHNmzdHHA4AdBkdqd59911uNBs6j1OQdfr06XQc4549evSoqhdeu3Zt9OjR+O4DeqSkpGTDhg206zJF7vX8+fPpGpUBAAAAVJU2LobV3VbJPUU/qe+PfspkMqlCXl5eTk4OTaGLewb6j7atNPpFkYVP3j2Hewt+p5hEIZN3fXOM16QAJi+QpW0zMvd+cLXLpXfebWFqJXq0Hz7aEQvl0ofW5hPOnWcAAPUVF00sKiqSSCSmChSR4n5S/EysIFLgjpw1ciIXnp0Jf3bmVsbMzIwiBKzaCgoK7j6mlA9EEVMKv9E1QKtWrejXMQAA/SGs/UuB1Tlz5tjY2CxcuJC6cdW86o033vDy8mIA+iArK4ur9M4UO/ncuXMxoCJU1sWLF//8809qcPerAYDeWbBgAX1DnD59up+fHwOoCQ8fPqQOjdzcXOqLEPZ+GD/Gd31wNFkmsiWAleYFM1mRkWUb2y7m5hO6Gwfe8p8/oumgTqXyQlnmYSORBbObFb75bQeRidjoyZ2wxaVyM3tNb40HADBIBlZbgq5cIyMjuVBEXFyc8MYFOzs7b29vikb4+vpSFx4DANBPFhYW9EV9z549x44di46OXrZsWYmC+ldduXIFYQnQCzExMdSPnJeXxxRV4oQpQQAAAABVhtoSoA2lpZn/MlNnZiQqleX7zu3oO6etkblHaUmmLPMgk5eI3BYWFVhKoqKampgJXlOaIS12aNqUAQDUYwZQW4IrFxEeHh4WFkYxCWHfnJmZWatWrbgxmjD4AwAYDDpUjh07tlmzZhs2bMjKytLkK9aNGzcmT56M7l3QcefPn9+yZYtMJqO9esKECUoFVAAAAACqDLUloObJC+7Jix4wI7EsbReT5TEme7RXmNxk0iwmMhU3+lBk6WtqWtzKp13xrf+KM9PWTygpsO7YofeXXzMAgHpMf2tLZGRkcJWrKSDB3VPJob+IKxfh7e3dokUL9MEBgKHq3LnzmTNn6DCoycy5ubmhoaGoGAw6Sy6X79y589SpU0yREjRnzpxWrVoxAAAAgBqCbAnQAnmWyKYHY2JmbG9k2kyeE8hKYo1MnJjtELH9MCayolnEpqaNZ74Qvfgd7hVpsiKZc4Ney1eYOTgwAIB6TAezJdQ8K5FI+HIRqampwqdcXFy4chEUjTA3N2cAAIbuyJEjGsYkOFeuXEFYAnRTQUHBzz//fP/+fWq7urrOnz+/QYMGDAAAAKDmIFsCap7Iugej//xD24HlzuYwYEBKO9+8m7ez5SW5NlZjDx0RW1oyAID6TfdrS0il0qioKC4xQqlchI2NDQUhKBTh6+trb2/PAADqk71791Zq/tDQ0KKiIjMzMwagS5KSkn766aeMjAxqt2nTZtasWbi9AAAAAGocsiWgLjlNmZxy/f1UI3m/H35ETAIAgOlqbQkSHx/PZUXcv39fWC7CxMTE09OTQhE+Pj6NGzfGHQYAUD8tXry4sgdwikncunWra9euDEBnULTs999/p52T2oMHDx4zZgzO7AAAAKANyJaAumTfv7/H99/4OLs4IYEdAEBBp06FOTk59+7dS0hIoJiEUrmIpk2bcpWrW9h3VhkAABAASURBVLZsaWxcxVM/AIBh+PjjjwsLC1nlXblyBWEJ0B0HDx7cv38/NcRi8cyZMzt37swAAAAAtAPZElCXxJYW7oMGMwAAeKzOT4V8uQgKSKSlpQmfcnJyav2YJVLcAAAUVq1alZKSwqrk9u3bubm5NjY2DKBOFRcXr1+//ubNm9S2traeN29e8+bNGQAAAIDWIFsCAABAh9TJqVAqlUZGRoYpKJWLMDMzo46JLl26+Pr6Ojo6MgAAENiyZQsdOVlVyWSya9euBQQEMIC6k5mZ+dNPPyUmJlLb3d2dYhIoEAUAAADahmwJAAAAHVJrp0L6RQkJCVwoIiIiori4mH/K2NiYQhGenp6urq52dnbm5ua4ZRIAoFxnzpxh1RMSEoKwBNShqKiotWvX5ufnU7tTp04zZswwMTFhAAAAAFqGbAkAAAAdou1TYVZW1u3btykUcffu3dzcXOFT7u7u3goeHh60GlKpNDMzUyKRMAAAKM/rr7/Oqo0Cw6mpqc7Ozgyg1p0/f/6vv/6Sy+V03h81atTQoUMZAAAAQK1AtgQAAIAO0capsLCwkIIQd+7coWiE0gDojo6OrVu39lGwsrKSK8hkMopJcDPgjgEAgHItWbKEjpasJly9ehXdwVDLaO/dvn17UFAQUwzYOGvWrLZt2zIAAACA2oJsCQAAAB1SU6dC6m7gy0XExMQIox0WFhbe3t5cKMLV1ZU9joWUGxHB2RkAoKxly5bl5eWxGhISEoKwBNQm2nvXrl0bHR3NFDcozJ8/383NjQEAAADUImRLAAAA6JBqngoTEhK4rAilchFisdjDw8PX15dCEc2bNxeJRBouEGdnAAAldFScO3duqkJaWlpKSgr3s6ioiFVJfHx8UlIS+oWhdjx8+PCnn37Kysqitqen55w5cywtLRkAAABA7UK2hC5CBxAAAKuvwwdV4a+mngUuFEGUykU0bNiQC0V4eXmZmZmxysMpCQBACR2oHRTo0CqcTkdgLlBBP7lYBTU0TKoICQkZMWIEA9CyGzdurF+/vqSkhNr9+vWbMGGC5ncqAAAAANQgZEvoCvT7AAAoUTow1pMohYang8LCwvDw8Lt371IoIjk5WfiUnZ1d69atKRrRpk0bGxsbVj24YwAA9A5/IK3lI5iNQosWLYQTJRJJqgCXV5Gdna302kuXLg0fPhyHXNCq/fv3Hzx4kBoUipg+fXqvXr0YAAAAQB1BtkQdU+p+QnACAEBIeF6oq26mWqbmr5PJZDExMRERERSQUCoXYWZm5uXlxZWLaNSoEas5yGUEAB2n5vpZzVPlnl8qS5OFmJubN1EQTiwuLubTKfhwBR3YPTw8tLoytbYcnVoZ4XJ0amVYLb7DhYWFf/75582bN6ltZWU1Z84cip8pneL1enPjWgUAAEDvIFuizgj/2HLbCFEAQL1V9uSk9E3VgL98lj34JycnP3jwICoqKjo6WjhwOb0J1IHFhSKoc0EsFjMtQG0JANBNZQ9NGgYhKpxZ8+WoPzyqepYWYmpq6q5Q4UtqYWU0nFN/V6Zqy9GplWGVeYfLPpWenr527Vq6nBCJRG5ubvPmzXNwcKjCcqqwMkyb73A9vHkFAADAkCBbom6UjUOU/ckQmQCAeonvB+cawlOD8G5HQz1lcH9XXl7evXv3EhIS4uLi8vPzhTO4uLi0bt2ai0aYm5tr+33AmQgAdE2FN/eU+xINj5Y1ddCrkZVh2v+jsDLVX0gtrEylKC3n/v37v//+u0QioZhE27ZtX3zxRYqKVfi79OiDwFFKiEFwAgAAQPchW6IOKEUdShX4BiITAFDPcWcmIwW+IfzuyjUqG5mQyWRayieoKUVFReHh4devX6cehLS0NOFT1tbWnp6eXl5ebdq0cXR0FCnUzldufLEHAJ2i4c09SoRfNMo9rJVqMLBqhQthmoVJamplWEU9sHWyMposR6srU9nl6NTKsJre94KDg/ft2yeXy+myYciQIUOHDqWJ9LBOVqayy1GzMqr2//pw/woAAIDBQLZEbSsbk1gdvGPzpUMMAACe5mRtv+ulr4we4yYKQxSVugNxw4YNs2bNYjqGgiXR0dF3FWJiYrieAo6xsbG7u7uHhwdFI6hhampKU2o/soIv9gCgO9Tf3MNYxcPOqLkRqsIlMEGnp5oDo+bLMdSV0eofpclCWG29w0o7pE6tDF1g7N69++rVqxSQoEuIKVOm+Pr60kSD2feEr0VkAgAAQB8hW6JuCL9B0dWhrFTOAADgaVK5jPv+zGUG0E9uehVOXVu2bAkJCWnQoMGYMWOYDnj48CEXioiIiFAqF9GoUaPmzZtTHILW1sLCgroSTExM6vB7db06OwOALlPqdc0PD3/w/fdKT7EyN1DTw4avvmrRpg3ficlNVxryJWrJEnlBgZqYt7Gzc5P//a/sy4XLyb1wIeWvv9TEzmmK87RpNj17ql+ZuC++KElKKvfP+W9+C4vmX32lfmUkd+48XLtW/co4jBzpMGSI+pV5uHKlJCJCzcrQxBYrV6pfmcLY2IQVK0rV3lVgGxDQYPx4pZcrrUzyH3/kXb2qfmWafvKJiaOjmpWRZmXFfvCB+pWx6tTJZcYM9X9U6o4dOYGB3MtVrYz722+bNW2qZiH0M/L119WvjFnLlo0WLFC/MlnHjqXv3cu/XCqVpqam2hUW9lfc5eDq6mqyenWeTn0Qpk616dVL8w8CKy9bgjR55x1zxTtcWiatFgAAAHRcKbIl6kqpAAMAgPJwYQk6TnIxCT4ywSrznXPXrl1nz56lxp07d+owLJGdnR0WFkahiPDwcGoLn3Jycmr9WHFxsUQioVgF/WQ6ACcpANAp/M09sry83Mc91OoVZ2aaymSszCCBwgUW3Loly81VsxDTJk1kioWoWU5RSkretWtMLbvBg2VPrwwr0xtbcPt2UVycmoWIrK2p31lpCcork5FR4cpYdelS8cpERORXtBxpYaGRiYmalZHl51e4MqbNmwtXRmk53MpIoqIqXI5UIjGSStWtTGFhhQsR2dlVuDJFDx5UuJzinByx2pWhC50KF6K4SUPlynDLKXz4UGk5Nor//61GWlqxrn0QBg2qeN+7c6coNlb9cqT5+bScsiNbqomsAAAAgI7Qxmka2RIqlT499C0RjtcBAABCXD6Z0omKi0wYPc7Zr/AL5549e44fP8614+PjWe2i6MK9e/e4xIjExEThU5aWlt7e3j4+Pr6+vo6P7+vkXsJ0Cb7PA4AuUMqHqNSdPVZGInvR0yPgPfVSozJTykHnHuWFlFlOIav4gGnBjNQux4j7XerRkdlBbKx6IY9mkWmwMuZGFa+MJkMH0kKM1L7DIg02lpkGK2OiwR9layQyU7syxRrsOCYabKZ0VjEbkcha7cposhcbV/DOPFpODquY4X0QmOL+FfpCzd2/IkyrRUACAABA9yFbom4IIxO4ERUAQBWpVCqspqB5NIJz5MiRo0ePstpFX4+joqLCw8MpFBEdHa1ULqJFixYUimjdunXTpk3L/RN07VSIL/YAoDuEl9AiKyvrTp3omCuq6BhlbGtb0YKZbft2soICNTOYubiwipg0cLTt2FH9PKZODVhFrH19TQTh6rLElpaswpWxs6twZczc3FiFK+PpySos5KBIlVBDbGlV4cqYu7uzilg0b1bhckRmZupnMDI1rXAhlh7NWUVohStcDv3h6mcwMjaucCFWtAkqXBk3twqXo2MfBCdWEWsfHxMHB1XPGjdqZNSggcjensuW4CZyaRO4dAEAANAL2jhfq0t64L9LcDc10DWEVCEvLy8nJ4emUE8NM1ClgvFwuXeAs+bMzi1Xn+o1szIzNzE2YQAA9UxW/lPjBjhY2Gya+D+uzjN9zxQ/xt0Qxw8aoOpMdubMmS1btihN7NOnz7Rp05gWJCYmclkR9+7dU8p4cHd3p7MbRSM8PT1NKuq7yczMLCws5AZxMlWgl3A/ubdC+A6wGjqRC8/OhD87cytjZmbWvHlzBgBQd5Tu6eEvpE3kpebofwSof7KLCiUyGV0U0YUQf6HIXyDV7GUS1IiLFy/++eef1FizZg0DAD20YMEC+oY4ffp0Pz8/BlATHj58SGfq3NxcurwX9n4YPybs/NHwnI5siYopfadSevb1wZMH+HZnAAD1zLDl8+VPB7aF4xeXPk39KYNiEn///XfZ6Xfu3GE1h06ftEAuGqFULsLR0ZEbo4kCEtbW1povUwezJRgAgC4RXkgzhj5HgPqIu4uCjgPUZ0FtunzifpY+XYS8XnUyAAAA6BfUlqhtwlGbMIITAIAafG0JLoLL3fvGHzn5L5xlXxgSEkIxiXIPsBkZGax6ioqKIiIiKA4RFhamVC7CwsLCy8uLq1zt6urKqkTXzgv4Mg8AOkXpQpo7EzAAqGe4zE4uW4I9rryt4c0rAAAAoAtQW6JuKN3zywAAoDxcWIILSCjFJFSdMkJDQ//444+aPbRSUCQ6OppCEeHh4dTgczgIfR9u0aKFt7c3hSKaN2/Oj25cZagtAQCgHi6jAYDLluCTJPibVxgAAADoCWRL1DF8nwIAUEMuwI3XUbbfX9hvHhERsW7durKD4wn9/PPPc+bMYRpISkoKCwujaAQttrCwUPhUw4YNuQGaWrVqZVZRdc1K0cFsCZynAEDXICwBUM9xl4VcZIK7OBRm0wIAAIDuQ7ZEncGXKQCACnHRCKUDpqqECQoerFmzRiqVql8mzabm2dzcXC4UQbKysoRP2dnZcQM0+fr62tjYMO1AbQkAgHKVvXLGlTRAvcUP9YlxCAAAAPQUsiXqQClqSwAAaIC7D04pMqFq1ODY2FiKSRQVFVW4WIlEojSluLj43r17XCji4cOHwqfMzMxatWrFRSMaNWrEtE8HsyUYAIDu+e9CGscogHqp7FWi0rO4gAEAANBxyJaoGwhIAABUSOkOODVzJiYmrlq1SpOYBI++x8bExHDlIqKiooTlIuj3enh4UBzC29u7RYsWYrGY1SLUlgAAUE94RsAVNUD9xF8clm0AAACAXkC2RN3DxRMAQLmE3zOZ6m+baWlpK1euLCgoYBp7++23KSyhlDbh6urKZUVQNMLc3JzVER3MlsB5CgAAAHRK2Txa4XTcUQEAAKD7kC0BAAA6rWxWvvAhF5PIzs5mlZGfn881rK2tKQjh6+vr4+Njb2/PdABqSwAAVAiHJgAoRY1rAAAAfYZsiTqGVFMAADVKny5zrYSiEatWrUpPT2eVN3bsWApFNG7cGGEA9XDHAAAAAOgaYZIEvlADAADoI2RLAACAXsrPz1+9enXVYhLcy93d3ZnuQW0JAAA1+P7HkuTkjAMHjI2MskRi58GDzXXykA4ANS7n2rW4DX8UFhfL5HLRK68YN23Kno5SAAAAgF5AtgQAAOifoqKiX375JTk5mVXVnTt3xowZw3QPaksAAGiiJCkpfdMmrm3t44OwBEA9UZyZkXP9+n8PiooYRiDDNVRuAAAQAElEQVQAAADQT8iWAAAAPVNcXLxx48b4+HhWDdV8ufZgUCkAACVlD0Q0RS6XMwCo3+g4oBSTEI7shO4FAAAAXYZsCQAA0CdSqXTLli1RUVHMQKG2BACAetxxEkcnAGBPF75WuohCZAIAAECXaeNMLWJVgosGAACo0MmTJ6Ojo1lN2LhxI9M9qC0BAKAK3+eIMVsAgMPf3Ygi2AAAAPoF2RIAAKBPhgwZ0qVLl4iIiDt37lB8ojqDeNy7d4/pHtSWAABQAwEJAOCVPo2fqDQPbrAAAADQQagtAQAAesbV1bVRo0b9+/cvKiqi+ERoaCiFKLKyslglZWRkMN2D2hIAABVCcAIAWJmwBI4MAAAAegTZEgAAoK8sLCw6KNAZ5MGDB7cVoqKi9PpsgtoSAACawBcHACh31CaUvAYAANALyJYAAABD0ERh2LBhBQUFd+/e5VIocnJy1L/q559/njNnDtMlqC0BAFCussPHAwCwpw8O/BRcvQAAAOg4ZEsAAIBBsbS07KxA55TY2Njbt29TfCImJqbcU0xERATTMagtAQAgJLwVWng4Qp8jAJS9SsFFCwAAgL5AtgQAABgmOqc0VxgxYkReXl5YWBgXoqA2P49EImE6BrUlAAA0gaMTAOA4AAAAoL+QLQEAAIbP2tq6mwKdaKKjo7kqFHFxcUz3oLYEAAAAAAAAABg2ZEsAAEA9QieaFgrPPvtsTk7OnTt3jh8/PmjQIKYzUFsCAEAT5p6eDb/6ylxsbGViYtmyBQOA+sFpwED6H5eSnJqdLTY1VXoWFy0AAAD6AtkSAABQT9na2vbs2ZPpGNSWAAAQ4o5C/E9+usjKyrx9ewuR2NbCggFAPcMfEPjDgpECAwAAAD2hjZsgRaxKcD8mAAAAaksAAJQLnY8AoISPTAiPCThEAAAA6AVtnK+rGJbA/ZgAAACoLQEAoAY6HwGAoxSTMHpM+CwAAADoLG30fqC2BAAAQBWhtgQAQIWU+h8BoL4xKoMBAACAXkG2BAAAgA5BbQkAADXQ+QgAvLKpEmVDFDhoAAAA6CZtdDWgtgQAAEAVobYEAIAqFfY/AkD9wR0BuG6EsuUlGAISAAAAug3ZEgAAADoEtSUAANTD2PEAoJQnwU8UzsAAAABAh6G2BAAAgA5BbQkAgAohTwKgnitb75qfjoMDAACAXtDGKbuKYQlkSwAAAKC2BACAElUHokffZOr6+EQrJs/KlOVkM5nMyMREbO8gsrFlVVIqlcqys0pzc0rlciNz80eLsrRiAFAe4W0TiEMAAADoI23cBIlsCQAAgCpCbQkAAH1RWlycsW5ladgVWV5uQUYeExuLra2t+w1xePEVClFUalHynOz07z8TpcUXJKZJi0ro5SIra8cZc6wHDmMAoBn0JwAAAOgRZEtABWij5MuMs4vEtInUz0n7kpWx1NZUhotBAIAqQ20JAAC9UCqTZf30pXXqPVM3y+zEooIMxmSP0h2y/91WHB/jvOBdsWMDDRdVeOu65M/vG1gbMSeLkkwTCkuUlpTIsjLT1nwrL8i3HTmO4VAM8FhJVpYkOro4J1smkZh4eTFBCBD9CQAAAHoE2RKgToncKD7fPE1iovH1namjmayptcRUjCtCAICqQG0JAABNSG7ejHnjDa7t8/U3Dj17stqVs/Nv04QwE1uLlMiUEktH6yG9S+KiS+JiKJAgCbmUtuprlw+/1uT4WfIwPunDN52bN5DkirKzZMZte1hRoOL29UcDOhUXZ/yx1ty3vWnLVgwAFLKvhtz75BOubfLllyY2NohGAAAA6CNkS0D5ZHKjB/lmGYXG0tLK7SIZReLsEhsbE2kza4kZghMAAJWE2hIAAErKPQrV7aFJnpuTd+JAo8aWqTFpNnPftezSkxk/+hIkTXqY/MX7xTFRBVcvFwQes+o3pMJFZW76rVQqTbmf7DD5Bbexk0VW1o+Wn5eb9tO3+WdPlZaU5J441ABhCYDylCowwQGBnwIAAAA6Ths3QYpYleB+TB1BcYiHBaY30q1SJCaVjUlwZPLSrCJxaKZVfL55TiEuCgEAKgG1JQAA1NOFbkdZdpY0IyMjLk3eyNOiay8uJkGM3Ro1XPaDsWMDJpenrf2htFCifjnS1OSCi2eoYdnDz27qi1xMgoisbZxef1vcwInaBRfOMAAoT9mYhPApXMMAAADoMmRLwFNoA5SUWGVIjKTV3hQyudHNFPbj2dR/pzibG1diP/t05fLNe7bzD18cP+X91xarmV9SVNhj9ODC4iLuoZmp6YXdR6wsrNZsWv/DHz/zs21Ysbp3525cOzU9zW/icFULFIvFdtY2tvTPytre1s67heeMCVNcGjiXnXPvscNvffkhq6RjG3c2c2/CKu9edGTQpXM3w27HPoxPSk0RiURtWrVu3cLTu2Wrvj1621rbaLicqLiYY2dOX7gekpyakpKeKpOVurm4uDm7tGnl3aVdB/9uvYzFKj/F76/4fPvBveU+ZW1p1cjNzbWBCy2tScPGI/oNbtKosarlPDNzcmRsNKuMsUNHfP3OR5rMOXL21HtRkaqepT3E0d7B0d7exdHZt5V3t/Yde3fpwWprJc9fu/Lim/OEU478ud2jSTM1L3mQ+HDg9DHlPkWHTdpwDZ3dXJ2dXZ2c27f2HRowwMRYucbm2r/++P73tfxD2lKH/9xW7i7N+Wnjbys3rOMfzpr03DtzFjCoLagtAQCg++RFRfLCwpzCQtfZ44zEYuFTIhs7i+5+uYf3ygvySxIfmnq0VLOc3OMHS0tKjMzMGrw0z+jpCzCRlZVl1565R/ZT6IJp4KOxY+5fvcoqycLW9rdboVz73aFDHty9q2pOEzMzmwYNbB0dHVxdm7dt17pbt7b+/mVnC7tw4fPJk/iH495YNH7RIq5NC6dfUfYla66E2DmXc1my5o2FZ3fvVpo4YNr0WV9+ySqDTqw3T58Ku3gp+ubN9KTEzORkU3Nz12bNnBq708++kya5NG1a7gt3r/xxx7ff8g+Xbvm7jZ+fqt9SVFBwft++y4cPZSQl5aSl5WdnO7q5Obs3cXJv3MizVcCECTaOjqpe+/eXy/b//ORry6srvg2YOLHcOUPPnPly+jT+4fITJxt5ejLV7pw798XUKcIpK06dbtiiBVNrZmvvYsl/ETXv7t0/3L6D6TylIARueQQAANB9qC0BT5HJxEZM3MSyNDKvtJqRidwi2ScnY+Oyin67mju/u63mL3ym3yBhWOJI0Mml8xap2TdOng3iYxJkUJ9+FJNg1SCTyTKys+g/9zD48vkdh/Z+tODtEQMqTsPXkocpSd/+tnrf8SNK0ylKQf+p4dzA6fUXZk8cPlr89BdjJeeuXvp58x8UkFCaTp3v9P/slYvsb+bZzGPe8y+NHDCUVVJeQT4FA/h4wHe/rRnef/CXSz6wMDNnuqSouDgxJZn+32bhpxS3H/bt4bfsrfedFTckatu/xw4qTdm6f8+7cxeyKqHDJve38FOcG/z4+Zvv9e/5VDfBy1Oe33P0YPSDWO4hbalv1q1a8d6n5S6TIlW//r1ROGV4/0EMahFqSwAAqFL6NFZ3+MOiyKacq9xH4YTDj27jkOflMrWK79/jFiIq7/4SPnlCF5QUFWU8fEj/Y0JDr504QVM69O//yjfL7V1cWPWEnj3jN2Zs2em3goJYtcXeubP+/aVKAZvCvDyKHESEPLok3vfz2kHPPTdm/uu2TlW8FJRJpft/Xrvvl18kOTnC6cmxsfSfa29fsbzHyJGj572mPorA2frN112GDLGys2PVFrxrp9KUk1v+mv6/D5ihUDogIEMCAABAj2ijq6GKgzghW6LOyeVGUtmjDn0zsZGHlZFxNfYNqbz0uzMJFJOg9urLOffSSzR/bdd2HZs0fHKXfVJqyqWb19TMf/xcsPDhM30HspqWlZO96PP/HTx1jNWFu5ERk16bVTYmIZSanvbh91+NfvW5+6rv7l/3958z3369bExCCS1h8ecffLZqRfU/j/SOvfT267n5eUy3BV48O+Pt+elZmUzL8iUFhwNPKk3cffRAibQSHxD1aE947YN39p14am8xFht/suhd4ZS9xw5fuVX+x2r5up8kRYX8w95derTz9mVQi1BbAgCgQnUfljC3MDJ/dOOF5MqFcp7mh5SRFqtfjiwnm6n+SlYc8Sh3waRxVbJsa8GNU6eWTZ+Wk57OqufuhYtlJz64e7f6S0598OCr56arTyKRlZQc+eOPj8aMyc/OZpUXHx7+8dix25YvV4pJKKGgzpmdOz+dOIHmZxXJSknZ8d23rNqK8vMvHlS+ISZoxw76k5mhKDdUqXRwwGUMAACAbtLGORq1JfSVTG7B3/tlYWzU1KqK20MmL/02OP7qw//uDssqlM89kF6ocfIF7QZKd2cfCzqlambqPz19/sl4u7bW1v179WHa8fGP3xRUNEBwjYuJj3vxrddS0lM1mfleVOTrH7+bU959eb9t3bTi19Waf+A37d720Q9fs2oLCb3xv2+XMZ0XERO1fN0qpmX7TxwpkBQoTczMzjqqeg+vAqlM+v7yz+9E3BNO7Nmxy7hhI4VTPl1ZTuTpeljov8cO8Q8tzMw/Xfwug9qF2hIAALpPbGsntndgilGY5GXuwCi4foVrFIbeVHMUleflSpMecg0uPiFUdO+O5NZ1pig7wXRVwr17f39Z3Su92+fOlp0YdvECq7ZVr83TMLaR8iBu3dtvsUpKjon+ePy4qJs3NJw/NyPjqxeeT3mcQqHGsT//jLtzh1XP2X//pciE0sS8zMxLhw8xQ8FdNQlTJVQFJwAAAEDXoLYE/EcmM5HLnxqS3lJMm0SeXSi3MRdpvqOYitiZhPzL8U/1jIenFW++lT+7k6Z56MP7Df5ly5/8wwOnj70/f3G56xB86Xy+5MnV9rC+g8oOrF+hEQOGfP+/z5ni4jU7NycnPy83Ny8rJ+v81ct/7Pibv5M9KyebQiDD+w9WtZxZk57r27Pi740uzs5MM4XFRYs/+1/m4+GkOB192/Xo2KV9a9/i4uLIuJhtB/4VBi0iY6O/+23Nx2+8I3zJuauXv/lFuc+9g0/b7u07eTZvYW1ldTcy4s798JPngoWfwX/27Wrfus2EZ55lqn279FNnp6f+nISkxM17tt6+9+RGsEOnj/t366VmOY72Dj98WPEXWicHR1Z59rZ2Kz/+qux0eld3HNwbfPk8P+XAyaNvvTxf1W+pkZXcc/RgudN3Htmv+RBhAd17z57yvHCKXCY9ee7Mlr07KSDBTXm053zxv72//mVq8uTj8M6rC2gH5kcno43+z/5dU58dL1zU56ueujVv3vMvNW3YmEHtQm0JAAA1hKO1sLojsrGxGTAsc8sf8uystNXfOi9aavT4nPuoinXwf8mRWTu3iO3tbZ+dUHYJpdKStFXfyBTJmnKJJG31CtePvhGZm/MLSf3mM2rQYq38BzANzPjkU0mZPug/XwxWjAAAEABJREFUP/qQvz3fxMxsyZ8blf8QUfm3lFnb2y/8+Zey06lj/fTWrTcDT/NTzu/dO/Xd96o8AhJTDHaUEhenVOCh3BSKSgk5ejTyxpOAgZmV1fDZL3cbOtSteXN6ox5GRp7dvYv+Fn6GK0eOxISGNm/bVsPlF0skP86bJ8l96luPa/Pmvr16NW7l1dizZVZKalzYndPbtgnnyUxK2rLsizd+Wad+4bR7//HB/z7csbM6Z+GyIzhxgrZt7/XsKGYQ5HJ52QMCd5TABQwAAICOQ20JeITe+xKZJdcukZemF5XGFzwqL5FXUvowXmpmbGRnwRysRbZmRlb039TIWPzfljJSxCHov5mIWRkzS2MjeuaGteWbg71uJmTdS8p/kFVQJJXLStlnpzN7NzbzddEoZuDj6eXbyou/3Ts9M+PC9ZBenbqWnfP42UDhw2oOgk97IPVi03/W8NFDv649nBo4LVv9HT9DQkqSmpc3b+zes2MXVnO2/LsjNOJJ4UFba+slry6cNGK0cB7qoV7y5cdHg5/cbk/d6+/Oe8Pc1Ix7SBfrXwj+BEJPLZo9d+aEJ+XyBvfpxxT91J/8+E1I6JPvb1+t/X6wfz871cW0KW5Rtnz3swOHLl3x2d5jh/kpP2/5Y8yQZ1RV0qau85p934SMjY1VLXxYwICpC165evu/v7eouDjsfjhFUJh2VvJ+bLTwvW3o4srXhDhz+cKDhwlqKoQLNXBwKLsmvbv0GDFg8EtLFvJRuqi4GIqCCPcWBzv7RbPmfvDdkyqRP/6xjkKAdo8Hxf732KGbd2/zz3q1aDlr8nMMah1qSwAAlEvpPug6PzTZTZief/FMcWREfvBJadJD25HjRHZ2JbExWds2y/Mfd0PLZInb/47vPtDb2V4serLChSXSu/sP2J17UjuhMPRG8idLbIY9K7K0KYm5n7Xrb3neoyQM60HDTVu00mR9PNq3LzvR3OpJxTUjkYh6zJlmxCYmqmbuPnz4pxPG37vyX0ZISVFRzO3Q9n37sYoobbKGLVokRkVx7bALF4RhCdq+t84+yYd2bdaML9Kg+XYPv3xJ+PCdDX96d+/OtSlEYe/iQn+gnZPzv6t/4ue5ffas5mGJbcu/ib395MLJwsZm7OsLhr30ktjkqe87YxYsWLdkSciRJwNsXj1+PCslpcKaHPQOB27d2m/KFFYlCRER9y5f5h86NmqU8fAh174ZFJgSG+vSrBkzCCgsAQAAoKdQWwIeKZCay0tLJdLSK+myv2Nlh5PkoTmlEjkTi40sLIyKpCwll4Unyi/HyE6HSw/cKg68V5xfKGtuZdTWzsjbVuRhLWpkKbIzFZmIjCikQS80MxF1a+44vWeTd4d5P9uuoZ258aPIRHC25lt4WN+nx3EKLmeUm+KSklOCwhKuTi69OnVjNUopFmKruoO+xkll0s27twmnfPbm+0oxCWJpbrF86SetPFryU7Lzco8GPnm7Ai+djYiOFL5k7ecrhDEJXuuWrTZ9v7ZV8xb8lJy8PKV10AT14H/x5v+oU5ufEpcQX7PjFNUIOub06vzU9n2YnMS0Zvfh/Xzb0sLyy7f/J3x2x+F9rHo6tWn/wetvCqds2rNVaZ5JI8Z09G3HP8zIyly54b+b9QoKJT+sXyuc+bNF76mKJIFWobYEAICQqtyIOj80GZmYuL79kZHlo37/ooi7qd8vS/74nYw/1j6JSSjca9F+Z2j0rtsxxVIZU6x2Sq7kx7O399q4Zzg1FM5JkYnUFZ8nf/pOxsZfuZiERbdeTvMWG4mq+PVKS+i80MbvqUFT0xIessrjgwTkzoXzwqdiQkMLHld6aNG+g5WdPf+U5ts9K/VJPrG9q6vw1/GGv/yySCzmH94+f45ppjAv79TWpy60FqxZM+LVV5ViEuxR3onDop9/8e3dm59C82g4RNU/X39VtYoX7FENie18m8Iwr36zXPhs4PbtzCCU7c7ARQsAAIC+QG0JYBmFJrcyxAcTZTviZRSNkD/9rJV12Q1qZGkuN7cuKi6Vlt1kCRLlXapzM/vXB7Sc3ae5uYXN1rAippnRg54RPjwUeEImkynNcy7kYragjsKI/oNrfBe6E/FUVbqubTuw2nLpxtX4pET+YdtWrVVV87YwM39x3BTPZh5jhgz/3+tvbvvp92H9nsx58unheocFDPDr2oOpQN3Qi2bNFU7ZdmAPqzwzU9OXJkwXTrmstm65jrB9nDdQ40qkJXuOPxnGd1CfgN5deggjNzsO7ZXL5ax6aAdo0bQ5/zA88n5axlPjKdMH5LPFTwUbNu/ZzpVJ/33r5gRBVIYCGBTnYFAXUFsCAEBfGDdu0njl75a9ApiKQ3eWo+vt7o9utbmbkvnrpbvhKVlHI+I3XIsolsmMjEQXBk2RqrgDwMjc3GHGHNe3PmD6wMrOjlWeMBvjzrmn4gF3Lz4Zwcm7W1dWJY1bPckyyUpOPr5pY9l5rB0cPt616/1/tnL/x76+gGnmwv79hXlPaor0GDGyfUBfVTNTYGnsgoUDpk6b+cUXn+8/8PvtOxqOoZSbkbHtm29Y5clKSs7s2sU/7DpkSFt//yatW/NTTm/9p7TaV566AFcpAAAA+gu1JYBFpxVtvyN1czaztiinhoSpGbdlnky3MC1t00QuErEEaZG5WGQtuMOIpBaVsxHFIpG7vXlHV4veLoWMSZkGGrq4dmvfie/LTs/MuHjjau/OTyVDHD8bJHxYzRGclOTk5Z46f+brX1byU/r37NOymQerLSG3nqqeN6SvumGFJ40YXTaRgimu1E+cezLOFfVHvzn7NabWIL++ttbWOY+/aCWmJMclJlShwEBAj97Ch9fDbjEdQ6GCoEtP3ZrXUtCnX7NOXzibmp7GP+SibhOGjVq25ntuCj174lwQN5pWlYlEol6dukbFxfBTQkJvDA14as/xbuE5c8LUX7du4h7SHvLpyuUrln7y2z+b+Hkc7ezffvV1BnUEtSUAADQhtrY2b9dO9OjyRmxiq60bCypk4trQdelnxffD886ckiY9FFlalbLS4qj7JTFRpTLZzV7PlJhZcHNmSIq23YqKTkmWyuUudnY25haZzo3TGjZ3i79vZGFh1srHpGGjUmkJnQbMPFpZDRgqtq1KX38toC7vG6eeyoJt7OnJKs/e2cW1efPkmBhqZyQmJty719jLi3tKmEzg3b1H+OUrrPI82rUTPvzjf/8L2r69/9Rp7fz9ndzd+ektO3ZilRe4/al8Yv9x49TPTzEYDUfQsndxoTBGZtJ/N4sc37wpYNLElh06ssq4dvJkVkoK/7DP2LH0s++kyZs//YSbQs+GHDvWdehQpocsPVo0mTEzOz+voKhIZG/PAAAAQD+htgSwLu6iYqn0jV35vh4WPXyVq1JT+EEsNpI+DiWIjVjftnLTxxs5uqjQx9zSWDBUblp56RCuZqyhhVFz2yIXC41iEpxn+g0S3mJ/NOikMCwhk8mOBJ7gH1LAoH3rNqxKDpw8Sv/Vz9OkYePP31yqfp4Pvv+K/qufZ+N3azUsUaAUlmjRpCrDv6akpwrvl2/j1bpsKYiyvDw8r9y6zj+MiIqsQljCycHRzdklKfW/b0T3Y6JVzUnzeA3orn5pvTt337DiJ1ZD8iX5Yffv/fD7z7fC7/AT23n7eqoOO1VzJYXFrt3dGvp1eZSwMmrwM9/+trqouJibvuvI/mqGJUjrFk/1C8Q+jC87z2svzj4cdPJBYgL38MK1KzOXLJAUFfIzLHl1gV0tjlcGSlBbAgBA6L8bZB7/5KebtWzp9tVXlmJjewsLVtdMPb0dPb2FU/JOH4v9ZVVcy3ZKc3q4uBaWlJy8HWpjYeHv3frkqNlT/13T9MuVYgcHpvMK8/Ji79zZ9u2KqJtPLlNbtO8gzEuolNbdu3NhCaYYx4kLS8ik0jBBtoRPzx57V69mldfWr087/4BbwU9uY4q8cYMrgk2/qE3v3p4dO9IMVSjWXSqX86U1OMJEhCowYk92bHMrq7GvL1i7eBE/5Y/3//fZvn2VOhcH79zBt52aNKE/kymCE1u//qqk6L9va0E7tuttWMKD/suTk4pzc41MTJTeGVy0AAAA6AtkS8Aj3ZuJXw8wWRkkiUwobOlu3s7DwtL8vxwI2i5mZowPS7RpSjGJJ5tJzkpjigs9zf/7NhhfIC8SZAPTzuVmzhxMjSzERq6WJa7mJawyhvUduGz191LZf7/7SPCpD15/S/w4OePi9StKIzgxraHO4k8Xv9fAvla/LvK9xhyPKoUlMp8ejraBZt94Wzb1EIYl0jLSWJXY2dryYQnqfC8sLuILcdcaispUGE7gvPHSqyLtjN2ckZ118vyTIigjBgzlfpGjnf2A3gGHTh/npp88F0xhJJcGzqwabJ4OJ+QKhhfgWZpbvDt34WsfLuGnCKuPdG/fadywkQzqDmpLAABUiPsOo8v9j9Z9B9l5dzAJf1giUx4qx9zEZGj7DhfuRzzMzPR2c3X6Zo3YVufuBshOTZ3erKkmc058680qV7/w7tY9cNt/aQdhFy4OfuFFakTduMEXlmjWpo11Va/ARWLx/J9WffDsqJS4WKWnEu7do//cTUnt+/Yb+eqrbfz8mMbysrKEDy1sbITpF9XXZ/z4wO3b7pz/L6k3+tbNE39tHvTc8xq+PDcj4+rx4/xDv1GjuQ1k4+jYedDgiwf+q3Z29dixrORke1dXpv/4AwJiEgAAAHpEGzdBoraE/hEbsee6mkzsaCwpKg2NlOw4nXk9Ij+34L9aDnx5iZZu8uauyt+s8uWyh8VF8tJHbmf/96yxEXMyZW3sjBpaiMzFRvZm0sZWhZXdvE4Ojn26PamC8Ggcp+tP7ks6diZQOPOogcOY1gRdOrd28/qcvFxWi/ib6JniItujiUbfDJVQh7jwoYaRlZbNmgsfpmZmsCqxMrcSPszNrdU3sFJemfqCfzeNMuurYOfhfcLKKGMGP6mbMmbIkzZ9gnYcrG7haytLS+HDvPy8cmejSFv/nn3KTjcxNqEIHIM6hdoSAADl4g+PwuOk7n59MDJyb+jS3q0BP8HKyrxjh1atWjWhdRaLRM2dnKNTkye297DVvZiE5p6dO4+69TWcWemEQg9bd3+SCR124Tw3g7D8tXe3bqwaKKTxyZ49A6c/p2Y/uRl4etm0qd/OnpUtKJGtXkFujvAhxU7KzhO0YwfFdVT9f6PPU1GQUvbkneHehJmffyE2fnK3345vv6VgA9MMRXrkgivPPoIBpvzHjxf+olNb/2F6y0iAlTksoGMBAABA92njfF3FsATux6xzi/qZ+Ld8lItQIi0NCS/YeTrjZkQ+U5SXEIuZnUVp68blF0ZLlZZky6RFcpaqyAluYMp8bY2aWBqZKgZ3sjGRt7SViKu0pz3T96lyEYcC/xvHlnaVw0En+ekdfds1bVyT9ygpoQjBxl1bp73xSmJKMqstwg8n/b3CKIXmpNKnMlSKSjRaiKtnu0wAABAASURBVLHxUzlPfMJKZSkdXgqr9CdolVgsbuftu/bzb996eT7Tmn+PPRnBqWu7jsIKJX27+zk3eDJ0wPaDe6p5GFQ6pher3uIfv/GOlYWV0sSXpz7fQmsFNkBDqC0BAKCGsAtS978+DPN2d7b6L6vY0dHO1NTYwd7a2vrRlIb29gO8mje2tWJ6SCQWt2jf4c3ffp/y7rusGlybezg2asS1c9LTY249KkV294Kw3nW1whLEtkGDl5Yt+/LQ4dHzX2/i46NqtqvHjn08bhxf0UE98dOFyiVauPOmkafn0Jkz+YcUk/jn6680fO2Z3U+KXXt3795IUPmjY//+9i4u/MPTW7fq+xdwYZ6EMErBcAEDAACg87RxHYLaEvrKWGT0yTMmr24tjUh9FH6Qydnl8IKw2EJPd7OWzqY9W8mfLm79lPjiIlsmcjZ7NGSTuSAEYSaWt7CViKq6YYcE9Ptk5fICSQH38PjZ0x8vfJu6ki/fup4uuIV/eL9qFbseMWDI9//7nGvL5fLE1OSHyUlJKckJKUl/793JhyLuRUUu+fKjTd//rGo5ny16d/Kz41gNsbO1SU57UqouOTWlCv3FNlZPFQt58PChJq968PCp8aPsbapYcTFPks+eWpnyv3i7ObsEbd3Pal3vzt1Xf/Z12a75clV5JUNCr9Oewz8cPeiptB6RSDRu6MhftmzgHiYkJwVfPh/QvTerqrz8p95zK0uVf11DF9d5L7y0/JdV/JQmDRvPnf4Sg7qG2hIAAJpQ6oLUTSIjo4y8XGb06PtRenq2jY2lRFKUlydhimuA9hpU/NJBbf36LFq3ztzamtUE3549z+z6rxv9zoULTX19716+xD/bunsPVhMoIEH/J739dnJMdNjFS7G3b9NvibtzRzhPSlzsz4sXv7dlS4VLc3B1FYbEkmNjmRaMW/jGuX//5StXn/7nnwHTplX4qnuXLz+4e5d/2GfMWOGzRiJR34mT/l39Xy20tPj4m4GnO/Trz/SQUXn4p5TmZAAAAKB7UFsCnmJjJvplkumMv4vjMv5LjMgrlF+/L7FlpZ262Kt/bUphaUOLp/YnE1Gpt12Bmbjqm5W6jPv38j9w8gj3kEIR565e8u/W6/iZ0/w8tOeMHFhj5droK2Jj14b0n3s4bdT4GW++Fhrx38X9xRtXL9+81q19J6Z99ta2wodJaalVCEvY2z4VUYgrrwByWfFJT0Uv7GxsWZUkJj+544w2U5WXUx1Ojg3O7TiUnZuTlJpy9faNb39dnfO43ALtSy8sfm3t58urWc5BvT1HDgkfVlgXfefh/dUJS6QIKpyzirbdgJ59hGGJgO69zExNGdQ11JYAAFBDv+6Gjs/Kzyosic9Ibt2oUUFB4Z070cJnI9JzBspkJmpu/Kk7ds7Oa66E5GdlZSQlhV+5vPWbb/h6D6Fnz3wxdeqbv/1WI2UJvLt158MSdy9d9GjXrlgi4R429vIS3tpfI1ybe9B/rh154/qhX387v28v/yz9afHh4e7e3uoXIjYxcWjYMOPx7T6FeXk5aWlVKJ2tnoWNzXMffPDT66/zU/54/3+T31kinKfsRyB4507hw9+Xvkf/mWqB27braViClVdSQvdDlQAAAMBDbQlQZmMu+mqkidKYS5dji2i7mhgZqfovZkaZRU+9hBbQyl5iblzdzqzh/QYKHx4JOqX4+WQEp95dujs5ODLtsLW2mTBilHBKSOgNVis8mnoIH166EaJm5tB7d0e/8tyqP38Nu39POL1Jo8aWFk+KDVBc59LNa0ytrJzsC9cuC6d4eXiyyktJT80R1Fv2bN6iDj/g1Dvv3cJz6rPjt6763VZwc9+t8DvTF83JfLoCRw3KlxQcPH20Ui85GnwqoxrrE/Pgqfv1mmlzcDPQEtSWAABQpWzno45/fbgcn2ptbp6Rn5eSk1P22ZzC4pzCEqbDrOztm7RuPei55z/ZtdvS7snNLlE3b3w6aWJeZiarttbdu/Pt0DNn7pw7xz/0qUaqhFwmS4uPjwgJuXjgwOH168stzNCyQ8f5P/307Nx5wonCyhZqeHXuInx46fAhpRkCJkz4KzZO+J8iPaySeo0a7dvrSfGz6Fs3T6pN5ijKzz9/oHLZvZcPH9K8aoUOUjomKMUs0b0AAACgy1BbAsrRylm8YqyZpemTTSkpKd18tUDNS7KKS5XqTjSzKbQ2lrFq69fTT9iPfCTwxNXbN4Q1Hob3G8y0qUnDxsKHDxITWK3o3uGpnIwdB/epqfFw6NQxCkhQWIKCE4NfGH/iXDA33VhsrJTb8f1va5hav/2zKVcwEJBLA+c2XhXcMlauu5ERwoedfdszHdCymccXb/1POCU2/sGbyz7U0sHncODJ3KdHVaqQTCbbebjqha/Do+4LH9ZOZg/ULNSWAABQTxiT0PFjVHxOPq1hV48W4UkPXd0czcyfykqUl5YGxSQyfdDI0/OVr78RTkmOiVm9YEH1z1m0ZAc3N65dLJGc/PtJt7t396oXlji55a+Ffr0/Hjd25by5mz75OOTYMVVz9nr2WeHDtASNLvV7jBghfPjv6tUlhYVMC5RqX186eFD4rNL7f/HgQUl5ATA1KH4TuG0b00/lJk7pS8wSAAAAtNH7gWwJQ9DHQ/xaH7GZ8ZMtsvN6Xm6RXNX8WSVP9iR6TWOrYheLmrn5y8TYZHj/IfzD7LzcL9f8yD80MzUdGqDdvOPElBThQ3NTM1Yr+vfqY2dtwz9MSU89dOp4uXM+SHz4974npe2on114j/zIAUOEM4eE3hDmmiiJT0rc/O8O4ZSxQ4ezKvln327hQwovMd0wNGDA+GEjhVPOXL6wdf9upgXCYtea23ZgD6uS0PAwYTZP+9ZtXJ1qeOgDqAWoLQEAoKTco5DuH5piM/OyJI+yic1MTExFxufvhrdv29KxwVPjK4YmZWZLipk+6PbMMwETJwqn3AwKpN5/Vm3CAhLZqal827dX1Ye1bNP7qSvPM7t3lcrL/yKTGq/RGKdKOg0YIEwfyXj48ODvvzEtoLDN8Nkvazhz8K6drPKEoSA9ohSbxLUKAACA3kG2BKg0saPJpE5PxrrNlsgj08uPNMhLWb7gPn57M2kjqyJWc4b1fWocpxthoXx7QC9/W0HffY2Ty+XbD/4rnNKkUS2NimNtaTVl1FMFtD9f/d3eY4eVZsvNz3t72Ud5BU9uye/dubtnsycDQI0YMNi9YSPhSxZ//sHPWzbIy3w3C758fsLcF/kC40wRg5k5cTqrPFrP42cD+YetmregKAvTGe/Pf1MpCeaH9T+nZ9XAQARCFC66cO0K//D5sZPunbyk6v+owU9KYVNg6bzghRqiPeGD75cJp7wwdjIDPYTaEgAAGtLlAxSt2L47T0ZWbOnmeiMiOjohqaVHIweHp65d76ZqazDJGvfCRx+7NGkqnLJ9xYqc9HRWPV5du5Sd2LBFi+oUlmjYsqVwVcPOn//r889kUuXMY0lOzq4ffxBOcW3WjGnAxNx83IKFwinbvvnm93ffleTmlp05PSFh7eJFwohLpYxduNDJveIvIKkPHgiHwBoyY4bSKFLC/35jn5TCTo6JEb5QXwhvmzDSn3ozAAAAwNPGlXwVS17jfkxdQ1vjld4mqXmlh8MejcVEsYedtyQdG5WTK5AgkfP7ka2ptIWtpGY3ZK9OXV2dXJLTUso+NazfIKYdOXm5V0Nv/LN/tzAKQob6azc5Q+iVqS+eOBt0P/a/6oiZ2VlvffnhP/t39ejYpV3rNvn5eeHR93cc3KtUimDq08EMY7HxZ4vee+mdJ1n2JdKS735bczToVPcOnb08WtpYW9+JCL8dcff0hbNKK/D2q6872tkzjRUVF4eE3vhrz/Zjgprk7FH/+CSRqIoBS22gkM9nby6d8dZr/BR6D7/99adlb3/Aao5SQGugX181Mw8LGCiMOe06vI92e6aZuMSEk+eCf/tnU0r6k6+7jV3dnuk/kIEeQm0JAADN6ezXh5T8wszCJ7fpONvYOtnYPIyObdesUdOmrtnZefLHl8/hadk9mupHdqOFjc3sr79eNm0qPyU3I+Ofr758ZfkKVg2tu3UvO9G7e3dWPc/Om/f7e+/yDw/9/vu1kycDJk50adrUzulRmQfqjt+7Zk1K3JPokbm1deeBmn65GDZr1vWTJ0PPnuGnnPx7S+iZM236+Ll7ebt7eYnE4vjwu5ePHKlmp7+ZpeW095aufG2e+tlO/fOP8GHXIUPVzNxj+Iizu5/kCgdu3+bbu+q5KboDFy0AAAB6RBtX8lUMS+B+TB1kbmz0/hDTuIyiO8mP7qw/fU8S0926ucNTm7hEXpr5OPXcTMw8bCTimt6paN8Y0X/w+u3KSeK21tY1cg/+gZNH6b8mc04cPqqhi6uqZz/4/iv6zyoyffSEjxYuYRqwsbJe+fFXU1+fnZ335MarK7eu039VLxk1eNiQMoETv649Pnj9rU9XLhdODL0XRv+ZauOGjXx+7CSm1uAXxrOK9O7cfcLw0WpmSEpN8Rqg0TfPs9sPOjdwYjWhd+duk0aMEQ6XtOPQvgnDR3Vu04HVxErK5fL9J56EGRo4OPbo0FnNq/r26G1nbcNv6MOBJ2iTlZsJtPvIAfrP1KJY1FfvfmxibMJAD6G2BACAJqQpKRkHDhgbGWWJxM6DB5u711I+q4bup2UrTRncpvXCPh3TS5mktLRVqyb37j3gDvhxmbmZBUUOlrU0TGg1tfHz6z916qm//+anBG7b1m/yFK+umt5OUVZTX19LO7uC7KfeMe9u1Q1LDJg27fLhwzcDT/NTkqKjt33zjZqXjFv4Bl/ookJ0fnz5m2/eHTZUmCGR8iAu5e+4Cl/be/QYVhk9Ro5sv22b8G9RUiqXn/33yWWtrZOTT8+eahbYsX9/K1u7/Jz/3vOLBw68+Mmnlra2ZecMv3RperOmTK1nZs9+7oMPWW3JuXYtbsMfRSUlUpnM+pVXTJo2ZQAAAKCHtJGigNoSBoUiEz+ON/Nw+m80p32hyvV7C6T/9aCZikpb2+eZiZk2DO9fzo1L1P9ea5UemKL486KX5rLa5dnMY9P3Pzs5NtBk5t5deny15MNyP0fPjZm47O0PxGJNN8/kEWOXPV0aump6duyy6pOvNP+9tWnJq68rlV748PuvSqQ1UxMl6NK5+KQnRSwH+fVT/yZQCGGIoEpKUXHxnirVpSAWZua0G6iPgoAuQ20JAABNFCcmpm/alLxx44MNf0iqVB5Aq24kKg9tNLG9l6mx2M1Y1EwstrO1cnH5LyGVrqTPxCYz/TFt6ftKfffr318qK6nWFVRbP+UiZK2rnS1BXvnmG2t7TRN/B0ybPuKVV1hlOLm7f7Bte2MvL81fQuvz6opvJ739NqukmZ99ZmKm8ovPjdOn0x484B92HTJUpPbKU2xi0u2ZJyOIlhQVBe/cwfREcWZGzvXrRbdvy+7eZUWPcpJKFRgAAADoFdSWgIpQlJWEAAAQAElEQVTZWxh9NszY1vxR+3ysclG+VEV6urGo1MNWYibW1hZs37pNS0G9BM7wfoNZbWno4vrH8lUahgdqVuuWrf5Z9dsL4ybbWlurmsfM1HTWpOdWf/qVsVhlutKEZ579+8d1Y4eOUB/LcXdr+OWSDz97871qDrtkZ23z7tyFG1astrGyZjrJ1trms8XvCqfci4r8c+c/rCbsOXZI+HBwn4AKX6JUQ2Xr/qoUvu7Tree/v24WVqoAvYPaEgAASsoehXS8F/JeanZ6wVOF1vo0b9jc8VESJB1UPczFliKRe2MXGxsL7tmojJyCEinTE5a2trO/fCo/+MHdu4fXr2fV4NW1m/ChY6NGLjVxCzyFT744cHDA1GliY3UJ/ebW1i989PFLy5axymvm6/vZv3spnmFla6dmNgoDtPXr88ryFT9duqxUOVxDLs2aDX9ZZdQkeOdTxa67Dh3CKtJjxAjhw5OCDBg9IpfLlY4G/ENcvQAAAOg41JYAjXi7ildNMJ+7rehBpjQ0ubitqyk3vUBaWiBjtNmaWRfamcqYNo3oP3jlhnX8Q0d7h16du7GaRv37VhaWxMLcwsLMwtrS0s3FpU2r1hOGj7IwM2d1pGnDxv+b/+abL7924mzg/pNH4xLiH6Yki0VGDvYO9jZ2Pi295jw3o7FrwwqX09G3Hf3/cMFbJ8+dORJ0Mu5hfHJaalFxsauTc0NnVx9Pr85t2/ft4WdqUvXBf+hT3MmXFtJr2piJdtqsRl4j+vXsQz34wqIOqzeuHz3omWoOFZWRnXVCUPGb3ge/Lj0qfFXvzt1pr854XHk7Ijry2u2bndq0ZxqgFe7VuSutuX+3Xgz0HGpLAACoxx2XdPaLA63exQdPVUSzNjXp3dSZf2hiJOpiaXy+oLRlC/dboZEymTy3sDgtr7Cpg47eyVFWxwED/MaOFRYn2LXyR5pS5SLVrbs9dVVfNnmiypzc3Wd99dXIOa8Gbt+R+uBBWkJ8SlxcVsp/G6ipr2+XwUMCxo930azSdbke1X54/38TFr8ZvGvn5UOHs9PTcjMyctLTnRo1cvf2buLd2qtL59bde5hZWbHqGf3aa2f37E4rkxtEvy7k2JMBaSlA0s6/4hti2vbxt23QgK9YHh8eHhES0qpLF6ZvhEEIpYsW9DAAAAD8n727gG/ifAM4fvWWIqWCQ4vrcPfhug2G24RtDN+A/wTmG2OwjQmMjW24bLi7M9zdvYUaUqXe/t/m4DiSNC2lKZfj9/1k7M1ZL5fkkrzPPe+jZdb4mLZ0WaXydUG+riEpKSnRICoqKiIiQkwpV66cpFPqxy4kGSQkJPyxZ9niU9vVS37U4bVmFbIgbTlrid3fdCHp0zVxRT0dZvXwEX3iYuKN6OTwBMkvV6y3azzf+QA8pTbfD0lWfYLkcXGf1HKIs7OIlKUSDceHHBwc7A3kM4+ezj/37t2LjY2Ni4uLiYlxNpAfu/hXfuDWeOymn1Dyp7O8My4uLn5+fhIAPCNmf0FEHjlyY8QIeYHy4yfktTiSfnZKSEr+dfcpJfvBzclxUL0KOZyMr9y6EpdwMS7xzt2Iy5dvirt+nrn7VislAUjP7a1bLnz5pdzONXasW5ky4guS/E1JfEeSvygq35RkEjRg//79s2bNEo0pU6ZIAGzQsGHDxBew3r17N8i6qwfwnLt165b4mI6MjBTf8NW9H0rPTyY+0KktoU/iyWlV1mFIY+dbYUlX7z34oRWdKPm4JYgbzx0AZAlqSwCABdofRP7C7TD1iEx1i+UzjUkIfs6OXo4O3l55fHxSix9cuxthNO4TgHSlPE6ZaLSMBAAAtIfaEngyfWo4tCjjsPtaaoWJe/HJOZ0T/XLFSgCALEJtCQBIl2aDE2Kn1p9/NMZOGR+Phn4FzC5pb2dXydXRyc6uWNH8zs6pcYvzIWESgCeRYo4EAABsgTU+tcmW0DPxHH3S2iUgLDYmMeVufLJfrhgJAJB1qC0BABmhzbNTaHSMkiohzuatShW2sLCrvX1ZZwdHR4fSpYra29v7h0dJAJ6E2QLXKZS8BgDAFpAtgSfm7CB90Mwx6H5sGY/7Tpl8tgEA5mkwW0ICAA1Quhq1fEF0WEy83HCwt+9auWTeHC6Wly/k7FjIycHd3TVnLrc790lBBjJDfXJQTwEAAFpGtgQyI5eLVN473smeb3sAkMWoLQEAauoLn9U/XbR5anJzcpR3rLxPnrI+eTKyShlnRyd7+zy53XM4O0kAnoTppY0EJAAAsBVkSwAAoCHUlgCAjNDmqalwnhyvVipeOI976zJFM7iKs71dFVdHLyfH9uWKSQCeBF9RAACwXdb4HHeUMoXrMQEAoLYEANguezu78vk8xO2J1vJydOhYvIAEAAAAPDes0fuRybAE12MCAEBtCQDICNdSpQp+952rg6O7k1OOkiUkAM8H72bNxe1GSHBoeLiDs7PRXL63AABgK6yRokC2BAAAmURtCQBQky9dUv5Vptu7u7tWruxm75DbzU0C8JxRTgjKacHOQAIAADaC2hIAAGgItSUAwCw6HwEYUSIT6nMCpwgAAGwCtSUAANAQaksAgAV0PgKQGcUk7B5SzwUAAJpFtgQAABpCbQkASJdR/yOA542dCQkAANgUsiUAANAQaksAgAWckQAoTFMlTEMUnDQAANAmsiUAANAQaksAQFrS7X8E8PyQzwDy9ROm5SUkAhIAAGgb2RIAAGgItSUAwDLGjgdglCehTFQvIAEAAA0jWwIAAA2htgQApIs8CeA5Z1rvWpnOyQEAAJtgjd6PTIYlyJYAAIDaEgBgJK2zEGcn4Lml/n7CqQAAAFtEtgQAABpCbQkAAADLzFaPID4BAIANobYEAAAaQm0JAAAAy+TvJ0bfUvjSAgCADbFG70cmwxJcjwkAALUlACAjYk6cuPbee3K7/PgJeevWlQA8B25v3XLhyy/ldp5x45xKl5YAAIANskaKAtkSAABkErUlAMCI2Xgt1zMBkKUYSAAAwKZQWwIAAA2htgQAWEYXJABZcnKy0QlBuctZAgAAjbPGh3UmwxJcjwkAALUlAAAAMkgJQqjjE0QmAADQPrIlkN2i7kdLtsl29xyADaG2BACkJeVxEp6duGi+GGdGYnx8UkLCk85CWtQxCYlUKgAAbIo1PrWpLaFbpy6c23Vo39HTJ26FBIXcvp2QkFCscOHC+QsVLlCwRcOmtStXs7x6ZHTUrzP/FGt98d6Hkk1JTk7+Z9XS5RvXLvptumQjPprw1dL1q+V20YKFt8xblpG1AkOCm/ToKD2hsaM+6druJcl2LFq7cswP3yh3N89ZWqxwEbl942ZAi76dlVk299CgA9SWAIB06bjz8aPWrfzPnROND2fPrtykqYUlV/w2eeGECXK7RuvWw3+b4uDkFB0e/k7lF8QU34oVv127Tll46qiROxctEo1PFiws/7A8+PYFC/764H+i0WXkyE7DhksZk5SYuPK3ydEREX0+/Uw9ffaXX2yYnvpVecRff9do1UrSksDLl9f+9de106cj7t0NDwnxyJevYImSBUsUf6FR42rNm5tdJfj6tRGNG4tGpYaNPp43T8oK/mfPTh016sM5c3J5emZ8FiwzHbXJ6OTANxkAALTJGh/QmQxLkC2hZXfDw76dMnHlpvVG089cvCBuojFz8T/N6jd67413y5UsbXYLYt0f/p4cFBrSvUNnyaYcP3fqy5+/P3XhbEnf4hIAWBm1JQAA6RIBgMdiElN+d3DM5K+wJxIWHPzzwHcvHj7c+s03JVsgogv/jBt3cN069cRQf39xO7Fj+4YZM4pVqNB5+Hu12rSRrGzznNlzv/46IS7uiWYhI8zmURGNAABA46zxYU22hN7ExccP/GTU0dMnLC+2dc9//x3YN//XqVXKVTKaNWDMiG17d0k26O8FcyZMnSQBQHahtgQAWGB6ZfRzaMu8ubO//EJu12nfYfCvv2ZPTEK4euqUiElINuLQhg1/ffC/qLAw+a6zm1ve/PnzFigQHRZ2++bNmMhIMfHGmTM/D3jnta++avXa65I1/bd0aVqBBwuzYJlc8lp6/IQgnyXoWwAAQOPIlkD6fpkxNd2YhCwhMWHUt58v+2N2zhzu6uknz5+VbNPpi+clAMhG1JYAALO4Dlq2Y+HC6aNHy20RkxgyaZK9g4My19nFpcuIEaKRy8tLer5tmj1r5qefyu1iFSq8NGhQ3fYd7Owf1EEUL6F9q1YumDAh1N9f3J312WeuOdwbd+0qwQZRWAIAAFtEtgTScfve3XnLF6mndGzRutdLr/oV8XV1cb58/dqO/XtmL/k3PCpSnns9wH/xulWvv9pDgu1rULPOgF6vp7tYiaLFJABZhNoSAKCWVm7E89n/KGIScjUIoUGnTu/+OFEdkxCcXF07DX9Peu5dPXFizldfyW2zB0p8tNV76eXKTZp+3a2rXMzj748/qtK0aR4fHwm2w/TSRiITAADYCrIlkI7jZ0/HxMUqd0e+NUjdT125XEVxq1qhUv8PH1XJ23f0IGEJffDKm7du1RoSgGxEbQkAgFm7ly8TMQn5nCy62gf+9DNhY7OSEhImDRks/hXteh1fsnCg3PPk+XDW7NHt2kbcuSOW3zhrVtdRoyTYDr6iAABgu8iWQDpu372tvtu8QRPTZRrVqieCEyfOnZbvHjx+JDEp0dEh9ZVQpllto4UXrF4qbqLRokGTKV9/Lxrrd24d9sVH8lzfIkU3zV6y79jhucsWHjxxNFfOnCWL+bVq1OzVNh3+mD9z4t9TlO0cXbPN3e2xoaKmL5r33e+/KHcPrtySJ2cu073dunfXtj3/+QfevOJ/LTwiwtvLq4B3voY16/R6uUueXLmVxV4fNWTPkQPqFS9fvyo/nFzu7odXbZMnVmhZXzxYuf12977/GzDU6M/V6PhiZHS03H6jS6+PBz26fu2VAX3kguHCdx981r5Zqylzp+86uO+q//XSxUuWLOY7ov8gb88HCfi3QoJmLJp/9PSpu+F3Q+/cdnfL4ePtXTh/wRovVG3TqFnRQoWlZy0yOurlt3sHBAUqUwb1ffO9N95V7sbFx3ce+NrFq5eVKWNHfdK13UtG2zl/5dKitSv8b928GnAjKCQ4r4eHl4dnpbLl+3ftLV4eafxxafeh/Wt3bL564/ql61ddnF2KFylarHDRpnUbtDD3in1681cuPnzq+NXr168G+Ht7efoVLuZbqMirbTuWL1XGdOH3v/lkzdaNcltE9URsLyExYePObUdOnzhy+rh4pBVKlS1XqkzfTt2LFiyU1l9MTk6eu2LRyXNnAgJvXbyWegx9vHzye+dr/2LLV1q1dXJ0MrtWdMz9v/+dc+Hq5Sv+1wNDgosVKuxbuGiJYn5vdOnpkTuPBE2itgQAZIRDzpyuL7xgL357ODg45c4t6d2BtWv/GDFCPic36dbt7Qnfm/28iA4Pf6fyC6LhW7Hit2vXSVlHPSaSB4pg3gAAEABJREFUZKi5LW6i0WXECLP5GXtXrTy6efOtS5dvXr7kU7Ro8RdeqNO2XfWWLdPafkpy8sZZMy8dPRZ45UrQtat5vL0LlSpVpHSZtv375/b2lp7EsW3bgq9flwy5Iz0//tjyB2veAgXa9O8v1w8/tHFDl5EjLS//XsMG8rhP867fMLvAgKpVou7dc3Zzm3HuwWCwg2rWCA8NVRZ4t1pVuSG2YGGW0WbFwRS7F3Tt2s2LFx2dnQuXLCWOT+MuXYpXrmy6D/9r3uzWpUuVGjT8eP78/WvWbJk398qJEwWLlyhft06r1173LlJEsmXOeT1zV60aGx+fmJRk5+oqAQAA20S2BNJR0tdPffevf2d/M3K0aR/o9x9/EXznUQAjIfFBWCIT9hze3/+j95KSkkT7XnjYjZsBDWrWkbKCiB9MmDpp5uJ/1BNFp7C4iRDI1H9mj/vg07ZNmkvPgnjpDxg9QgmEHD194satgK9HPBg4eMbi+d9PnazEPyRDF//d8LDzly9t3fPfrzOmDn9jwFvd+0rPVC73nN+M+uT1UYOVKdMWzH21dUclZPLHvBnqmESz+o1MYxLLN6796tfvo+5HK1NEZ7q4nbpw9t9VS8Vj/MAk8JO65fkzf5kxVX7NyIJvh4jg1sI1y197tcf/3hnq7GS+1z4TREf/B+O+2LRr+6MpAdHXA1J/nS5ev+rToaNECM3yFsSjG/blxyL+pEwRuypuS9ev+vXzcfVrmHm13wm7979xn6tXESKiokSoTLxfxIH9a9xPIthgtJZ47wz6/H8Xrjw65ucuXxQ30Vi1Zf1Pn35jWp0eWkBtCQBQk38jKP8q011Klizw3Xc5HBw93NwkvTuyadPkoUOSDV91LMQktGPB+PErp/ym3L154YK47VqypFmv3m9++63pzkeF3Zs0aPCp3buUKTGRkUFXr4oHvmPRwnd//LFyk6ZShu1duVJuNOrU2atw+tfutOr3Wm5Pr7K1aomOfkl7xPMuoiar/vhdPfFeUJA4XNv+/efV90d0GDBAqZlh5NR//00aPEj+anHlxHFxa9zF5utn5K5WrVK1ajdCgkPDw+2dnY3m8r0FAABbQbYE0lGhdDl1xGjZhjX7jh7q06lbvWq1KpYuqzxlxYv6ipv01GJiYj+d+J26f1loXr+x9NQSEhNeHzVEhB/SWuB+zP2R33zqkTtPvWo1pWwn+tyPnz2lniIetYNhDNwFa5aPm/KzhXVFiEKEW0r7lWhSp4H0TNWvXqt7h85yNoxk2LHPfv5uxoRJon3h6uU//5mtLCmO8zcjxxit/uPfv02dP8vC9v9eMCd3rlzvPl7uYuS3n67avCGtVWYt+ffU+bPTv5/k5pIF11KJiEKv4e/IPfumxEvo4wlfnb9ycfSg99Pawt2wu6+NHHzy/BnTWSLMIMIVG+cs9czjoZ5+LeBGv5GDgkJD0tqmf+DNd8aM+PeXv5TcGim1zvyZN/83VCn6YiQg8FbPoe/8MPrLdi+medEinhVqSwBAuuTz0nNydhJd8z8PfDcpMfXylBZ9+r7+zTfP5IHXaNmqcOkyl48e/Xf8d+JunXbtW/TrJxo+JpfeL/h+gghCiEapatVKV68eFxN7/tBBecrW+fOKV6rUrHdv9fJ3AwO/7tYt5EZqfoNHvnzl69bzLlw46OqVs/v3R927Fx4aOr5fPxGJadq9u5Qxp/fukRuVGjXKyPJuuXK92LOnZDXv/f5HYmLirM8/Czifmj8x4q+/xV9Md5ZMfAr/+Fb/Y1u3iraDk1PVF1/M7+sbFRZ2bv8BccQS4uL+/W5cwMULAyf+ZPp34+Nip40erb7coViFCkXKlpV0Qfl+YmegbgAAAJtAtgTSkcPVbUi/tybN+kuZEhgS/P3U1I5mT4+8darWqFO1eo1KVcuWMH9tUf3qqaMeiWCAiArIUwrmy1+8SGoAo5RfCdPlQ+6EGk15oWyFwvkLSk9t+sJ56piEeL35Fi6aM4f72csXlChIYlLimO+/3jhniaODo/yILl6/EvowCySHW46q5VOvLndxcZaymlFMQmhaNzXGcD82Rj10lZOjU63K1URAKCDo1tEzJ9Vd1cs3rc/ysMTKTevFzfIyw98YMLhvf+XuRwOH7T60VxnKKXVspW2b2jZtMeaHscprQPh06CjvvJ7q7Rw5fdwoJpHfO1+h/AXOX7kkuvuVieJotGrYVMkM2LJ7pzomIV5dDWvVdXfLceD4YWWArMOnjk+ZM33kW4OkpzZ51t/qmESF0mXqVKkZHXN/54E9ynMxc/E/jWrVbVSrntktLFr74PI98TyK1/axM6fEA1fmisjE4rUr3un5mnqVryf9qH6iXZydS/uWiI6Nuep/XZl442bA+Km/fv/xl/JdcS796tcf1DEJcVgqlCpzMzh4865tIlwkGV7tn078VuyGj9eTDYwAa6O2BACYpZyO1D9gdN8LeXTLlp/fHSDHJJp06/bG2LHSM+JZsKC4xd1/8K3Mo0D+CvXMf9sREYh8xXwHTpxYplYteUpSQsLsL77YPHeOaK+bPs0oLCHiHHJMolbbtm+N+y5n3rzy9MT4+NVT/1g+eXJCbOz8b76p0bJlLk9PKT0xERERtx98e6/UsKGkAfJxcHV/MPxsmZo1lQdiYZZs2/z5ckxCRBQG/fRz0XLllFn7V6+eO/abu7du7VqypFGnzqYxmAuHDol/i79QudeYMX4VK57877/4mBhJL4xik0anBeITAABoH9kSSJ8IS5y+eG7rnv+Mpt8Nu7du+2ZxE+0yJUq+0aX3yy3bGI3dNPOHyeLf+l3a3r57R57SuHaDr0d8ZPkvlvYr8Urr9r6Fiuw4sEf8Kz21WyFBf8x71OVdtcILEz763K9IMSl1TJ7oP+bNVDrERX/65t072zRuJheBUFcFEF3e8sOxnq7tX25Su75/4M1127fKQ1et3rLxXniYPFf0R//zy1+VypaX74q3TM9h7yid2heuXJQ0QIQEjIZyEt3l4vir4y5tmzTv2Ly1ei3xWL797VFGSD4vnwkffSYPZyR6zzfu3Dby28+U6NH8lUs+GTJSMmRjiI0ra4kY2OSvxotQk2iLhcdN+Xn2sgXyrGkL5vbt1FVsVnoKl69fnbX0X+XuG116ffjuMHtDyrwIAAz97IN9xw7Ls37467e0whKC2MNfPx8n4gTyXRH4GTXuM2XuwRPH1GGJjf9t++/gXuVup9btxwwekdtQNEUEzD7+/hsREZFnrd22+X/vDJEfowh+qA/471//0LzBg5Sj85cvvj36fTnOERkdPfWfWfLBhHZQWwIALFD3Reozbqp8CtjZnd69+5dBA+WYhHD5+HHRQe9kC4Ppvz91quhGV+46ODn1/uSTQ5s2hgUH37p06W5goIhwyLMuHDy4e9ky0fCrVGno5N8cHB/9lHB0dn5l6LA83j5/f/RhdET4ggnj3/pufLp/Ouj6g+s2PPLnd89j25W0osPDF/6QWorPLXfuUX9PMxqQqk6HDkXKlPm4bRvxCpn5+WfjN2x0MBm21LtIkQ9nz5ZDHXXat5f0xWy2hNlABQAA0CBrfFjbS5nC9ZiaJZ6aXz//TvTA5s6ZM61lLly5/PGEr14Z0PfU+bPS03FzcZ02/te3u/dt1ejFsSPHGF05njlrtm0S4Qe5LR7Odx98KsckpNRudPcR/QfJnblFCxV+sV7DmGd0GdHrXXqKxysedf9ufRZPmS4POvRyy7aLp8wYKzr6u/Qc3O8tJSYhGR5IveqPxpuKjI6StKF+9Vr9Oj3Ksg8MCZ5gSK+R5ffO9+X7xnGp4+dOKyXTJUMGhlJiQQS62r3Yst2LLUTbM4+HiD04Oz3IVjl04ui1gAf1AB0cHL547wM5JiHfHT34/QqlHxSgFrGNJetWSU9n5ZYNSmhEvH5GvTPY/uEwvnly5vphzFfyoFvC2UsXDqQ9XNiwNwYoMQnhpZZtlFejEBgapF54yfpHu+1bpOjYUWNyPyzk7uPl/dHA4ZLhEJUtWapFwyY3HyaprNy0Vlnr1TYdlJiEULZk6Y9VY0wtWbc6Ji5WgpZQWwIAMsKoC1I/Hn4KnNmz98e33xJxCNHOYeheDzh/fv6330qa90KjxuqYhMzZza1klSpyO+TGo3rOO5cslht9P/tcHZNQNO3RQwQYRGP38uVSBty5dUtuuKX9y8VWHN28OfLuXdHoOGCA2SIZhcuUqd22nWgEXr4solamC7To0zcjKSY2ys6EBAAAbIc1ej/IltAhZycn0Vf+UvM2Kzav27l/z8GTx4zKP8hEcKLbkP5/j/9ZHrspc1o2blrAJ5+Upc6rMgnqVatlVBxYvPDmTJySz9tbhCikZ6dHh06mE12cnSuXqyhuprNOXTh3+fpV5W5kVLSkGaMGDNlxcI9cCNrI2FGjPXIbX7l2XjUykpOj0yut2hot8L+3h340YLjRcEPnVE9r0YKF1Z37gogZVClXSRnK6eRTB8wuXL2ktGtVqWZU+F1EtkoU9b147Yp899T5M7UrVzO7ndaNXjSaUsq3uBJfiYl9LEggnmWl/UrLdkbZSGLFFX/OLeVX3Ghnzly6oLRrV6lh9OeqV3xBaYtw3aVrV14oa9x3gGeI2hIAYIH+r4Z++KBW/f5gGM+3x09wcc8xecgQ0d44a2aVpk2rNmsmaVj5unXMTvcqWEhuRIWFKRP9z6V+1XFxdy9do4bZtcSzXKpq1UMbNsTHxIT6+/sULSpZ5PRwtNWYyEjJxt04/+B7YPk6ddNapmTVqntXpY4RGnTtWpmaxhXySlWrJumU2ZiE2fgEX2MAANAmakvgCYhO4be69xW3sIjw/ccOnzx/RnT17jt6SP3EJSYlDv/i423/rlSuW39SZUuUlrLa2YuPemkL5DMT88iSet1Pw83F1ShYYir0zu0Dx4+Ifuqzly6cvXxBGdxJlpSUKGW1l1q2+eHjr6Qn5+rs8t0Hn/YaPsDoTf1qmw6Na9c3Xf7MxfNKWwSljDrZ5Ymma116GAMQ7oXde33UEKMFboYEKu2L169IT+fC1ctKW7zsTf/c7Xt3lbY6YqSWy929YL78RhNz5HBT2gkJjypwBN8OUUqbSIbIh+kGy5cqYzTF/9bNqPuPYlRzli5YsWmdlLaLVwlLaAu1JQAgLeryEnZ6rXr9+Cn39a+/btqjh2gcWLtW3ERj6qiR36xabfbaeY3IW8B8WTgHpwe/ExPi4+RGSnLy9TNnRCMuOrpfyRJSeoKvXUs3LOHx8EtjeGiorUfW5TrYwpddXk134ZDr100n5vd9xr9xrM30nKBMlwhIAACgbdSWQGZ45M7TunEzcZMMQ/TMXbZw5pJ/lYLG4VGRKzev6/VSFylTihQolJHFTHvJ4lX9uWoxcbGXVH3ERpWWs5DZfrvYuHgpA/yKFktrVnJy8pzli1ZsXHvqgqXr/e0fjiCkETUqVe3ZsfP8lUvUE4e/8a7Zhc9fedTj73myZ0IAABAASURBVOOZ0QrM6rXEq27PkQMWFg4OCZGegti+6O5X7oq2+q6p0IfFVIzkdDcznoCLk/ki6ury2lJqWMJLyoBzj1cZOXXxnOXlb9+7I0FLqC0BAJYZXRkt6Ve3Dz5o2e/BcKZvjfvuwuHDYcHBEXfu/Pbe8E8XLLSzz+TYudaW8dGTAq9cSYiLkzIsNCAg3WU8Hl6BJD6/gq5cKViypGSzrp99gmTfUHNpyu65c0v6ZXoeMMqckAAAgIaRLQFLxDNy597doNuhwbdDQ+6EvFCmgrq2gaxgvvz/GzC0dtXqb3/8aMD6A8ePZjosYTrCj1mmo0jFx5sPACQmJqpfWkaD5GShRHP5Ckq0xrK8uT3MThcPc8CYkUpZY0XNF6o2rlM/IPDWwjUPhtl1sNfWN+/Y+Lj9x48YTZw8++9vRo42XTgp+dGzeT/2vpQxd8LuShmWaG7YsYy7c/fJ+u6TkpLNTndxdjGdaG9v/rSZlPzYKfF+xqqe3A27Jz2JZE68GkNtCQAwYvZngu7PTu3feeflwY9SM909PAb88MP4vn1F+/yBA8snT+o0bLikSfYZjpdE3H6QFVqgePGGnTqlu3zRsmXTXSaPj0++Yr4hN1JTBy4eOZLBsMSSn37yKlSoRsuWWVCJIYs+x1OSk5Xj02XEiHSXL1DCTLqJ1q5bykJ2JvWuJQAAYFPIloAlF69d6dC/p3K3c5sO333wmdklm9RpIMIJYRHh8l2l9G4mODtl6CWUmOGwRC73nAV88gWFPrhY/vZda10bnmzSEx0dk9EedkdH84962sK56phE/eq12zZp9mL9RvJ4PmKuMsveTltXzP0yfarpQEYiiNLuxZb1q9cymu5bpMjxs6fkdsjtUCljCvoUCAwJltv1qtea9cNvktUUzF9AfXfoa2+Lm/TkHJ7kx6FvocfGZwjNWFqD0YBXM3/4zfSAQ8uoLQEAGaTvq5oqNWxoNKVy4yYt+vbbPGe2aC/9+ecXGjW29coByohMogu+0/D3pCxSvWWL9dOmicalo0cbd+2a7vLhoaErJk9KSkyc5uAw8u9pGSzdIZY3rdEtHsj9LKppYWdvn9/PL/ByanJwg06d8xUrJkFF/f2ELyoAANgia3yCZ7JvlGwJDSpTvKR6OPtte3fdfbyegUIEJJSYhKnHXmfpPcvOaQxo4/h4f25UVJTRAkF30hylR1064tCp46YZDF9P+qHj273e/+aTybP/3rLnP9UcO9WOm9lz9cXvkfeNdyk4NKMDBzk7OZmdvnTDGqUtYhIzvp/UvWNn5UlRXz6vqUT+E+dOT180z+ysT34cGx1jXJ3bt9CjYYLFa+z844MXCau2bGjep9O7n4z8fuqkpetXy1soXPBRqODGTX/JmtxcXPN7P+ruv3Er/TEEnp5vkaLqMMbhk8dNl+n0bt8eQ98e/f3Xfy+Yc/xcamin8OPDoPkH3pRgU6gtAQAZ97x1R/b6+GO5WkByUtJvw4ZFh4VJtsyzUCEX99RydMHXr9+PiEhrsaCrV2PSnmuq6osvyo39a1ZHZSCLdM/KlSLGIBo5cuUqX7eu5YWVXJAkc+PHRoWFJT9dhq5awYcJEEqRCVNhwcF3AzN/QZjOEJ8AAMCGWKOrIZN9o1yPqU2NatVR2vfCw4Z9/mF4lJkrgCZM/VV9t9jjVfjUEYWk5HQqMzs6mM8byJUzl/ruzZAg9d24+Pj9R49IaShWsIjSDr1z+/HAQ2pOw4ad285fvrRm68ZfZ/65ZN1KZZaDw6PXpNkxmjxyP9qrIJMgxK7D+6WMcTKXLRGfkHDV/1HxutpVqhu9Ry7fuCZpT2x83Efjv1KfXMqWLKW0AwJvjf9jktEqxQoVUd9dpHoKZKu2rPe/dXPrnv/+WjBnwp+T5NhVoXyPCireDA767+Be9Sri+WrZ71W5y16sdezMSenpFC34qLt/+95d6mLUkqEgdt3OrV8fNeSrX7+ft2Kx5coTGSTeC76FHwVs1u/YYvRHT54/c/rC+SOnjy9et2rC1Ely3KLw43UmV25aZ3Sin79ycYu+neUYz5L1qyOjoyRoCbUlACAjEkNC7syeHTJntv+MGbEB2XG5gBaITvx3J/4kf1KE3Lg+9YP/SdnLPktHDRUPpFCJB4Ms7Vq6xOwy8TExX3Xt8tYLlYY3bCCnDqSrUsNGxV+oLBmCBMt//dXywqH+/it/myy3G736qkuOHJaXd3R5cE1S+O3bpnMvHT2a1ooWxrZKa1b+hxkSu5YtS2vdaWNGD61bZ0CVyruXLZWeD/evXhXv+oiFC+OXLUt5PDLHlxYAAGwI2RJIx2uv9nRVJQQcOHG0Ra9XJhiuWN9z5OC+Y4c37drea/g7oldUvVa7Ji3Vd9UjFJ25dD45OTkpKck/8JbZv5jWq8CvyGOZy/+uXCK2I7dFvGTMj98E304zNeHlVm3Ud7+Z9KPSSX03PGz099+E3Hk0cNBLLdsqbSdVjCQwOFj+E9cCbigTfYs8ysPYd/SQfLm6bNu+/36fO0PKGLMvfgd7e/XBP3b2pPKQhd2H9q/bvlm5m5CQTrwn2/wyfaq6xniPjp1/++p7NxdXZcq/q5aKF496laZ1G3h7PqrnPH/FkoVrVshtEZv5fe707ft2K3M7NGvl5JiaXNLhxZbqZILPJo5Tp1n8u2rZ9QB/ucte9L9fvGY8otST6tiitdIWwblR4z6PeBiiE0/fb7P/vht2b8+RA3OXLxKRCbNBrEx4ucWjl674K0O/+Pj2vQcVNS5euzLmh7HKXHEKfal56sLiUHdo3kqZfvDE0XG//6y8wMIjI2YvXXjjZoAc4/lj/gxXFxcJWkJtCQDIiPjAwDtz5gTPnu0/c0bMcxOWEMrUrNnh3YFy+/CGDVvnz5eykdPDb3RJ8Rkqn5auBg9LSiybNMlsSsSm2bPDQ1O/qLvnzp3BQhHik+uNsd/I7fXTp6+YPCmtz1ax5YnvvB1x58E4mc379E13454PB/Y8vWeP6dwNM9L88u/88NAlmgw8m9asBq88ODj716y+cPCg6TYvHz92ZNMm0YiJiqrYoKH0fLh/9Yp414cvXBi3bFmyISyRYiABAACbYo2Pb2pL6Eq5kqUH9+v/499TlCmiQ/bvBXMsrNK8QWNxU0/xyJXHX3pw8fiZixe6DHojIOhWuRKlZk/8XcqwKuUrOjo4Kr2963dubdG3c5Pa9aPuR2/dszMyOtrCujVfqPZSyzYrN62X74ogRLch/YsVLpI3t8fpC+fUPch1q9Vs1bCpcjd3ztxKOyExoff774pXqejSPbVhl9wzXvOFKnsepkSI13CPoW/Xq16rbPFSh08df/rL80Wfe7lSZY6ePiHfFV3zfUcM7N6+U3JKsuj+Xr1lo/oNHB0TLXrw0xoMKnPEEVMOmgVlSpRc/fc/ctto+KYCPvlGvT04d85c7/Z546dpj57uT34cu+rvee5u7vLdPLlyD3/9nU8njpPvimdELPDLzKlFCxS+cPWSeIqVFfPm8Xi7x4NfjGVLlu7XqfuMxQ9+jd8MDurz/rtN6jXwLVQ0MCRIHSrzLVL0lVZtpafTo0PnJevWnHgYedp75OCrg16vW7VWAR+fg8ePimdEWfKVVu3U44Y9jTe69V6yYbV4ycl3RZSlSfeOJX39RPvc40Ndvdv7DSW088E7w7bt2a0MljVz8T/HzpyqXrFyTnf3lZvXq+Nq7/R4TX4lQzuoLQEARkx/sTznvZBdRow4tn2b/9mzoj33m6/L161b0Fy5Y2tweng1w7XTp8wWV3hSrfr127FooXgsEbdvj+vTe9iU372LPEqiPbVr17/jv5PbLXr3yfhmS1ap2qJP381z54jXycLvvz+5a1fLvv1qtmrlYPiqnJKc7H/u3I7Fi0RQJ/7hmKh9P/8iI4exTM0aJ//bKRqLfvyheKVKvhUrytNFbGPWZ5/Js8xydHkwUO2lY8dqtWmTkVnFK1du3rvPlnmpxeR+GTRwyKTJ6jGm7gYGTho8WG7X7djRI18+6fmTnJxsdCpQTg58gQEAQOOs8Umdye+mZEto1ts9+m3bu1v0h2Zk4crlKv0w+iujiSKicPL8GeXuqQupP6ICb2e07oLM1dnl9S491RGRgMBb81YsVu4O6PXa1PmzlLtGL+0P3hm66+D+u6rhZUVXr9LbK/PM4zH+w8/VadRiz9ULKMsHhYbKQ/q82qbjzMXzIx4WukhKStp1cJ+4yXdL+Rb3K1Js8+4dD3bpyd9vb3XvM/izD5S7B08cFbe0Fg6+HaoeaCj7xcbHffj48E0fD3o/t2H0LRFLWL1148WrD1LvxXM34Y9JX77/kbJkt/avrNq8/oDq0YXeuW00ZpEw/sPP1DUe3n9r4Pkrl5SQgIiZmcZRcuZw/3H0V0/f+S6evomffv3aiIEi/iFPuR7gL25Gi5UuXvKjd4dLWUS87McMfv/dMaOUoyrCY+dMam/Uqlxt6GtvKXdFNOjnz74Z9OkHShkVESQzjZO1b9bq1TYdJGgMtSUAwDL5pPQ8dzg6OjsPmvjTJy91TEpIiIuOnjx0yBdLljq5ukrWV6B4cblx6ejRj1q3csuZs1ydOr1Gj5EyS8QJ+n32+Xf9+orHcvn48U9f6lihXn2fIkVccriFBgTsWLhQXqxOu/ZNund/kg1LvT/55H5k5J4Vy0X77N694ib+Vr6iRXN7e18/cyb28TJ1/T7/ovWbb2Zks427dF0+ebLY27Dg4NHt2lZp2rRYufK3rl45sWNHQmxsmVq1PHx8Dqxda7pifj8/uTFp8CBx0AKvXBm3fn1Oj7yWZ3UZOfLo1i0iAhEWEjK2R/fqLVuKsE0uD4+Y6Oit//wj55cULlPmaZ4CmyZ/S1GHItRziUwAAKBl1vikpraE3ohu+mkTfh7x1iDRa295ye4dOs/6cbK7m/GQrH07dfPK62k08VZQ0JN2dQ157a3GteubThc9zp8N+1+XNi+pJxptOp+Xz+q/57dUZUIY8fHy/nHM1wXz5VdPbNGwqQi0mC4cFBosN8TyEz7+Sj1CkaJaxcp/j/8lV86cj3bpybv2xA5/+O4wF2czZcBFb/tPn3yjJBwIpy+ek56pn6f9cVk1fFPrxs3aNmkutx0dHMeOHK1e+J/Hh3ISb//p309+t/cbaZ0HxEEQh6Jp3cfy00Wv/W9fT+ja/mUpDR6580z+akLlchWlrFCsYOFZP0wRMYC0FijtV2Lad7/kTe+d8kRerNto8ZQZItqR1gIVSpf57sPPjYqyNKnT4K9xE4s8XmdCrd2LLb//+At7LVVKh4zaEgCQFuWMxJgtxSpUePX99+X2tVOn/vlunJQtcnl6NuvZS27funTp8rFjARcuSE+nQv36X69cJacdRNy5s2/1qlV//L544kQlJiH+4qBffnnSzAxnN7fBv/7a57PPRRxCniJiCaLH//yBA+qYRKnq1T9duCiDMQlBRAWGTv5NrtQtHN++Xex8V/UZAAAQAElEQVTt4Q0bREyiUsNGH82anSNXLrMrtuzbz9XwuyApMfH07t0i0nDr0uV0Z+X28hIhirodOkqGl/3hjRs3TJ8uDs6aqVPlmES5unXFH30+UyWkh30IpjEJvr0AAKB9ZEsgQ0Tf97u9Xu/50qsLVi+7euParZDggMBbAUG35KdM9Pi3atS0fbOWNSpVNbt68aK+q/6aN2vpgsMnj529dNHHy6tEMd+GNesmJSelVeDarByublPH/rh807pNu7ZduHLpbnh42RKlar1Q9eVW7UR3sOl160a8Pb1++2rCqi0b9h075H/r5uUb16Lv3/fKm9fLw7NpnQavdelhGlBxdnKa9/MfC9Ys27l/7/EzJ3PkyOFXpFjdqjWKqwpdNKvXcOkfsxatXXno5PGLVy/5eHtXKFlG9J6/1LLNEz26tPTv1qdt0xbzVyw+cfb08bOnY+JiRXyoQa06773+btFChTfs3Lp+51Z5yRWb1rZp3Ex6Rk6cO62MpySljn+V8/Nhj5VhrFrhhd4vd1EnuBgN5SSO9oj+A1s0aLxy0/rrtwKuBlwPDg3x9Eh9giqWKT+wz+uF8hUw/bviWRs7ckzXti9t+m+72IcbgTfvht0Tr8l8Xt4tGzXt1v4VEb+Rsk6xwkXmTPx9y56dW/fsvHD1ys2gW3HxCfl9fESAqkubjuKZskZH/wtlKyz7Y/bc5QvPXDrvf+vWhSuXHR3svb2883v5dGrd/qUWbcyeyuvXqLP8z7nrtm3ae+zwpetXbgYGOTs75fP2LuVbol+nbiJsJkGTqC0BABYQkFC8NHDQkc2bLx05IhlKGlRu3KRqs+z4HvjaV185OjtvmT9P9PJLFis5Z5xvhQpfr1i5YebMa6dPhdy44X/+vKOjo0f+/AX8/F4ZMrR45cx/aWnbv3+LPn12LFp4cO268Lt3Iu/eFTevAgULlCiR39e3Yv36tdo+8Tiftdq0KV6p0pKff9q/dm1cdLRfpUpVmr5YtWnT0jVq2KV9NAqWKPG/adNnfvG5PPpWjjx5YqOj0p0l5PTIO/S332q0anlm715xcG5euhQTFZU3Xz6vQoWadOum1J94PqnzJNQkAACgedZIUbAUXVC+NMijQCYlJSUaREVFhYeHi10pW7aspFPqxy7XfBYSEhL+2LNs8ant6iU/6vBaswq1JQB4zrT5fkiy6hMkj4v7pJZDnEU4xUA0HB9ycHCwN5A/w/TUdR4WFhYTExMXFyf+dTaQH7v4V37g1njspp9Q8qfzvXv3xG64ubn5+mZNuRQAyASz56jII0f8R46UFyg/fkJe1Zj7AHTs9tYtF778Um67f/21W5kyyhdF8R1J/UXRzkDiGgtt2L9//6xZqUMuT5kyRQJgg4YNGya+gPXu3btBgwYSkBUCAwPFv5GRkeJ7vrr3Q+n5Ubo+lM/0dGXyehmyJQAAoLYEAGQEpyYA0uMJE8oUiVMEAACaZ40Pa2pLAACQSdSWAACzjIZqkQA894xCEabTAQCAZlmj94NsCQAAMonaEgCgpr7wmR8LAIyYlpeQAACALbDGp3Yma/ySLQEAgAazJfh0BqBBdD4C4CsKAAC2i2wJAAA0hNoSAAAAGcFXFAAAbBfZEgAAaAi1JQAgI5wLFvTo1cvJ3t7V0cmtSBEJwPMhT/UalX7+Jeje3ciYGIcCBYzm0qUAAICtsMandibDElyPCQAAtSUAQE3+jaD8q0x3yp/fo3fvHA6OHm5uEoDnhpOHh1O1aveCg6IiIyUnJ76oAABgo6yRokC2BAAAmURtCQBIl3xe4uwEPOfUpwI7A/V0AACgZdSWAABAQ6gtAQBm0fMIQE19TlCfDTgzAABgE6gtAQCAhlBbAgDSRWQCeM7Z29sbBSmN4hOcHAAA0DiyJQAA0BBqSwBARhhdHw3guSJ/X7JLg3pJThQAAGgT2RIAAGgItSUAwAILnY8AnivKScCOYjMAANggsiUAANAQaksAQFpML4KmIxJ4PhkN1mQUmSByCQCA9pEtAQCAhlBbAgAso8MRgGSunoREtBIAANtBtgQAABpCbQkAMGLhRMQ5CnhuGeVGSAAAwKaQLQEAgIZQWwIAMoirmgCo8Y0FAAAbQrYEAAAaQm0JAACATOAbCwAANoRsCQAANITaEgCQEfFXrtz69Vd7SXKwt/cb8G7OChUkAM+B21u3XPjyS7mdZ9w4p9KlJQAAYIOs0fuRybAE12MCAEBtCQDIiMTIyJgTJ+R2QkSEBOD5k6IiAQAAm2KNFIVMDuJEtgQAANSWAAAjRh2OdEECkMmnAvUJQTk/cJYAAEDjqC0BAICGUFsCAAAgg5QghDpgSWQCAADto7YEAAAaQm0JAEiLus+RsxMAdUxC4swAAIBNIVsCAAANobYEAFjACC0A1EzPCabDvkkAAEB7rPEZTW0JAAAyidoSAJAu+hkBKFIep0yUAACAhpEtAQCAhlBbAgAsIFsCgCI5OdlC1WsAAKBl1JYAAEBDqC0BAGYZdTtKAGBAYQkAAGwR2RIAAGgItSUAQE19KTQ/FgComfYhcJYAAMBWkC0BAICGUFsCAAAgIwhCAABgu6zR1ZDJsATZEgAAUFsCAAAgLc55PXNXrRobH5+YlGTn6ioBAADbZI2LIMmWAAAgk6gtAQBqcnDUNESao0oVvzVrcjg4eri5SQCeG7mrVatUrdqNkODQ8HB7Z2ejuXQpAABgK6gtAQCAhlBbAgDSopyR5AYnKOC5pVzUaGegbgAAAJtgjd6PTIYlyJYAAIDaEgBgllFMwrQN4PlhFJs0Oi1wZgAAQPvIlgAAQEOoLQEAFhCTACAzmy1hNlABAAA0yBpdDdSWAAAgk6gtAQDpUvofOUcBzy07ExIAALAdZEsAAKAh1JYAAAuMOh85RwHPJ7MxCbPxCc4SAABoE7UlAADQEGpLAEBa1MOzcH00AOXSRrMBS84PAABoGdkSAABoCLUlAMAyo+CEBOC5ZFRbQno8W4KTAwAAGkdtCQAANIRsCQBIFwEJAKaDOAEAABtijY/vTIYluB5TsenUgbM3r0kA8JxJ5lOAbAkAMKE+EZEqAUAySZUgQwIAAJtjjYsgyZZ4AmZ/UB2+dlbcJAB47qm7n6TngwazJSQA0AD59Gh0Uoo+cSLs5EkLa7mXLOnZuLFk0b09e6LOn7e8TIGXX3by9LS8jP+MGZYXcC1UyKd1a8vLRBw9Gn7smOVlfFq1dC1cxPIyAXPnpCQkWljAyTNvgZdfkSyKOnf23t59lpfxatQoR6lSlpcJXLw4MTLSwgIOrq6FevaULIq5du32tm2Wl/GoVStXpUqWlwlevTo+NNTyMkXfeMPyAvHBwcFr11peJlelih61alte5vbWLTHXb1hepnCPHvZubhYWSIyICFyyRLIoQ2+EvXujzp2zvIx23ggJ5cvZFSpETAIAANtFtsSzx/cnALDA6CSp+3OmBrMlJADQGHFqSo6Ojjl37v7WbXfWrrGwpOj9TLc39u6ePcGrVlpexqtxY8u9scn37/vPTKc31qNmrXR7Y0VXbLrbyfVCpfTDEnPmJMfGWlhAxBLSD0ucP5/uzrgWLpx+WGLJkthbNy0s4JQ3b/phiRs30t0ZEd5INywRsm5t5KlTlpdJNywRFxqa7s4U6t49A2GJrXf/+8/yMgVeeSWdsERkZLo749OqVUbCEkErllteRkShnv6NkCcr3giu1atLfn5OrVvb+fgYzeKrCwAANoFsiWdGebBciAoAabEzIekdtSUAwDL5pBR7+bL/qFHpLhweHX3BP/VqdPkrt9kTWlR0VLrbuRYUaO/oYG9vn9ZZMSUmJt2NRMfcP3/junLX7Hbuh4dJ6fEPCQm6fs3CzkgZ+IkRGxeX7s7E3L0rpSfwzu076e1MQmKC5Y0kJiXJOyNfqWZ2O/G300lxEELu3Y24fs3ytfMxcXHpbifdnUkIDkp3I3cjImIf7kxa+xOVgZfNpZsBdhHhFo5wUkhIuhsJv5/+ay9Db4TgIHsnx6d8I9zPijdC7JEj0pEjOerVs8uXj0rXAADYIrIlng1GxQWAjBC/e03Pk/o+bVJbAgAyIoOfBHGxsbfDwx+skkavZVJcXLpbuxcRIUVEqD+SjLdjMTXhwc4kJoqdsTzsTEp8fLrbiYyOTrG4MykGljeSlJSU7s4kZ6CLWeyMlN7OJCclWT7CKcnJ6e/M/ftSeqJjY6MNO5PWdlKPS2Jiutsx2hkz28nAzsTGx8ekuzMJCelu567Ymcf3wXg7FgfIksXHxaV/hDMQsNHUG8GwXIrZmIS+vysCAKAPZEs8A0oXD9+WAMAy5UemvYHpz0790WC2hAQA2uNaqlSxH38UfevJycmJBqIt/hV3Ux4SbSl3bjvHBz9PzHZZisUc27ZNqVdPLCymp65ijl3BgpKjo7o3VjLKfnZ3tx85UlKdNk3Pnw7u7vJGLOyM1LChVL68sjNmY8N2RYumszPi3+HDJcOhSGtn7Fxd090Zh5o1U4oUkX+mpbkz6R4ZcXfAANHLrBxbM58sYgvp7YyjOCwjR6azMz4+6R/hPn2kmBhlC2Y/5tLdGbtixZINT7ekHHDT7eTNm+52pM6dpZYt09kZT0/TLz+PHWFv75T0dsYuT570n+7WraU6dbT2RpBUdWXUXwgdDJwM5SV0/+UQAABdssZnN9kSGaJc1tGyTO1yPr5JBvIPqmSVjFzrBGSVu4ZU/Zw5czo7O0tAtpN/bSq/OV0dnewfMr2kTq8/PqktAQCWyV+hHXLmzFG1qvz9WUhISBBtB8N3aUGOSTg8fuWT2e7L1LNu4cIphQop/bmmHbvKWgrJ3JXvUqVKKSoWNmJpZwoUSMmfPwt2pkKFLNgZ0d/t5fWkO2NmO6VLG+2MejtGH+5p7kzevCkeHhncGUsPqkSJp9yZ1OWdnFIqVlT2JPM7U6yYenWj7WT3zlh8I9g9/j6yy8Y3gqR6I8tfCx0UTk7KZSvqvQIAANqXQrbEsyUecnHPgsXy5BM/pZQfVMqlXjKJi1WRXS5HXxb/5subL1euXBKQvdS/NuUfnI6OjnLD6Aen2RV1Q2sP5/n8dAagcfLHgfh0EF+VlU8Ncb5yNFyCLU9XukTN9n7aqa6IMuoXTqtr2LR32Ox20u1iNtshy85kZGfM7ol6O3Zp9OBn+c6ot5PWzkhp9OBnyRHW1M5Y6elOMQlpSA8vYZFDEvYqduZiJAAAQMus8cFNtkT61F8K5Yph8k+pFNXgmHLahPpbHWBt8YZRXMXLz9Exk29kINPUZ0X5p6YcllD6m+weJ+mU1k74z9WnMwDts1ONhqp8asgfE5KhXoJkiHAbfX826gk16iFNeZxkridUMteRqt6O5S5dZTHTXl0LOyOpOmetsTOSua7qFFUsx3RPUkw+EUy3YLozUhr95k+5M1LaR9gmdkZ68teenUn3vZ11XnsZ2RkpW94IkkmyhZJZq6RMGI3zaUdwAgAAxuM0DAAAEABJREFUW5BCtkQ2U75myV+Y5Iu5lO9V6m9jRtd5pdArBOuLM1S6Ey8/JycnCchG6l+SylVvcmRC/sGp/ApV/+yU9Ehrj4tPHwBao+qhfXR9jzLL6Cu0lEZfqrK1lDT6qY2WUf9RyVzXp9HqMrMbycKdkUwuWs/gzpg9mJZ3RmmnuzNmt6OkgJvdGaMj/JQ780RHWFM7I6X32rMz9xUo3afbSjsjZdcbQZmiLKlcwqLEJJ6fImQAAOiGNT6vyZYwz87kQhL5a5P8a0q9mJ2hyJj83Z1BnJCdlGwJaksg+6l/mhoPHKzK01f/2tTlb06tnfD5YQ9AU0y/RaeokifSqs1mtvfT7vFr56VnN3YNO5PBnZHSTnQw+npg7Z2RLOa1qJfPyM5k4RE2OlZmH5SdyVcpbT7dpgdWWUapem00jpPpQ7PjawwAAFqVQrbEs2L38KeUaVhCvsiLVAlkP7Il8Gwpv1HVvzaVVAmjbAm90tqje94+nQFomd3DmISkSrCT23L+sdkRUO3Svi7bcq+u2S1I5nICLPTqprUdo65Ya++M5e3Y3M5I5nqrpTQ6zZ9yZyRzPfhZuDNSGmGAjOyM9HSvPTubeiOoV7dTJdGqvygq168AAADts8anNtkS6VB/b5N/SqknKonn6kxnCcgWSliCbAk8E3aP9zSps/LNjuOkS1o75z8/n84AtMzOXNqx8kVaUkUm0jplmXahKkw7Yc32xkoWr8JOMXeVeopJdCQjOyOZ/AQwu52n2Rmz22FnbH1npKd+7Wn8jWC0otE3RguHCAAAaFAK2RLZyeiXkvLNSflNJcck1AnpKeYuVAGshGwJPFtGPynVvzZNAxJp/Y61dVp7RHwAAdAUO1XChGT48ix/NKQ8TEE2+vJs2n+aid7YjGzH9Kt7WhuRMtY1nO52snBnpLT7u7NnZ0y3kJHOd1vfGcnktaepnZGy5bX3pG8Eo3XtHr9mxcIGAQCA1ljj85psifSpj7syiJPyK8vo2pDn57DgmVNqSzg6ZvKNDDwNo5/c6p+aZn9z6pLWzvn8sAegEXaPJ0yop8uz0vrybNoHaiTdrlgpjevELWwnrZN5luyMlF7/ciZ2RrJ4xbr67rPaGSkbjzA7I2l7Z+xMrmIx+yK04zsMAAAalkK2RDZL6weVOjghZezLHJDlEhIS5AZhCTwTduYuwTNltLzOaO1BPSefzgBsiJ2q6rUSirB7vDCy0fJGDbPS/eJtl7GrsJ+o893yRtLdzlPuTAa3o6mdkTJ2hNmZtDYi6eWNoP6iaNTIyJYBAMAzZ40Pa7Il0mGnyopQ/6Ay+k0lEZBAtktKSpLIlsCzZmcutd+ooWMazJbgwwiARihnJOU6HuXTQR1DVZ+1jD410voQMQrBmr00O92NGG3HQoAkI9sx22ZnLGxHBzsjWedBma5l628E09hDBoMlAABAO1LIlngm1L+djIITykTTtegYgrUlJibKDXUNScDazJ78zf7OtNN7qoSkvcfFRw8ATbFLeygnyWT0edPFLGxWaaf1q+SJtvM0G8mq7WhzZ6T0RgfSws5I2XiENfXas603goWvhc9PxwIAALbLGp/XZEtkiNmrvYyu/FJ7rsI2eFbkbAmJsASyXbo/WZ+fX5sazJaQAEBLjC7isXyaypKTWCY2Yvanjf52RuIIszMa2xm+twAAYCvIlniW0rraK62FJcDKlFAZYQlowdNcXme7NJgtwQcQAA0yCk6oJ2Z69cxtxKrbYWeefjua2hlJk689fbwR+LoCAIBtIVviGXvKH1RA1sp4nAzIfs/Jy5LaEgCQcWYzjC3MTXf1rNqNZ7gddsaqG5HYmWe3nSd6dwMAAI0jW0ITjB44HUB4VnjtQVOezw8FDWZLSABgO+isBPSKdzcAAHpCtoQW8X0Lz5ZS5gRA9qO2BAAAAAAA0DeyJQAA0BBqSwAAAAAAAH2zRldDJivlki0BAAC1JQAAAAAAgL5Zo6uBbAkAADKJ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QP+WL1++cePGjC8/0yDdxfLnzz9mzBhHx0y+5QGYRW0JAAAAAACgb2RLAPrXpk2bvHnzSlmta9euxCSALEdtCQAAAAAAoG/W6GrIZFiC6zEBK3F1de3WrZuUpSpXrlyhQgUJQFajtgQAAAAAANA3siWA50KVKlXKly8vZREXF5csj3MAkFFbAgAAAAAA6BvZEsDzIgvHXGrTpo2np6cEwAqoLQEAAAAAAPSNbAngeVGgQIHWrVtLTy1//vzNmzeXAFgHtSUAAAAAAIC+kS0BPEdEWEIEFaSn07NnTypdA9ZDbQkAAAAAAKBvZEsAzxERTujatav0FOrWrVumTBkJgNVQWwIAAAAAAOgb2RLA86VChQqVK1eWMsXFxaVz584SAGuitgQAAAAAANA3siWA5063bt1EgEF6ch07dsyZM6cEwJqoLQEAAAAAAPSNbAnguePp6dmmTRvpCfn6+jZt2lQCYGXUlgAAAAAAAPpGtgTwPGrevPmT1r7u0aOHvX0m390AMo7aEgAAAAAAQN/IlgCeR46Ojj179sz48nXr1vX19ZUAWB+1JQAAAAAAgL6RLQE8p8qUKVOjRo2MLJkzZ04qXQPZhtoSAAAAAABA38iWAJ5fnTp1ykjta7EYla6BbENtCQAAAAAAoG9kSwDPL09Pz44dO1pextfXt169ehKA7EJtCQAAAAAAoG9kSwDPtaZNm1ooGiHekj169JAAZCNqSwAAAAAAAH0jWwJ4rtnb21sIPFgOWgCwBmpLAAAAAAAAfSNbAnjeicBD3bp1TafnzJkz3SGeAGQ5aksAAAAAAAB9I1sCgNS5c2fTotadOnVydXWVAGQvaksAAAAAAAB9I1sCQGpiRIcOHdRTypQpQ6Vr4JmgtgQAAAAAANA3siUApGrYsKFSRsLR0ZFK18CzQm0JAAAAAACgb2RLAEgl176W34PNmjUrUKCABOBZoLYEAAAAAADQN7IlADzg6+vbtGnTvHnztmnTRgLwjFBbAgAAAAAA6Js1ej8cpUwhWwJ45jp27FixYkUqXQPPELUlAAAAAACAvpEtAeAREZCoUKGCBODZobYEAAAAAADQN7IldII+IwAaxxk+g6gtAQAAAAAA9M0avR+ZDEtwPeaT4nABsCHqUxYhCguoLQEAAAAAAPTNGikKZEtYnVGnldk+LIIWAJ4t01O6MkU5QXHaN0VtCQAAAAAAoG9kS9gYswEJZSIHEIB2WIg9qOMTdHkbobYEAAAAAADQN7IlbIm6Y0gJSJiNTNCFBOCZk0/pSqe23LAzUJ/wOfkbobYEAAAAAADQN7IlbIZpTOLk6fOxcXHqOIQSpUhrRQCwKrOJEULZ0iVyuucwmks0wixqSwAAAAAAAH0jW8L2pDz09YTJgUEhEgBo3i/jP61UoYydijxdbnD+V6O2BAAAAAAA0DeyJWyDeowmhQQANiI5OTkpKUmc5+0N1LPo8jZCbQkAAAAAAKBvZEvYEqPghAQANiLJQAlIKA2lzgQfAQpqSwAAAAAAAH0jW8LGKKkSycnJEgDYCDksoT7Ji8gE0QizqC0BAAAAAAD0jWwJ22N2ECePPHm6d+kgAYA2HD126sDh48rdxMREEZZQ7soBCfk8xpnfCLUlAAAAAACAvpEtYQPkw5LyuOTkZPXhypkrR9dX2kkAoA3xcfHqsIQ4XylhCaXqtTJ8k0RwQoXaEgAAAAAAQN/IlrA9ZrMlAEDL5EGcJFVMQh2ZkJfhU0BGbQkAAAAAAKBv1uj9sJcyhesxM0LJnKC2BAAbIoclkg0IrFpGbQkAAAAAAKBv1uj9IFvCWkxHc5IAwBaIaIQIS4iTvL29vTISnWhLnPxNUFsCAAAAAADoG9kSNoaYBABbpORJKA3p4QlNwuOoLQEAAAAAAPSNbAmbRA8RANuixCSIraaL2hIAAAAAAEDfyJawDaZdeBwrADbEKCahTORUZoraEgAAAAAAQN+s0fuRybAE2RIZQRceABtlGpNQz5LwELUlAAAAAACAvpEtYUuU0dglALApycnJUhonMc5pRqgtAQAAAAAA9I3aEjaJHiIAtkXu2lY6uDmJWUBtCQAAAAAAoG9kSwAArI7Te8ZRWwIAAAAAAOgb2RIAAKsjLJFx1JYAAAAAAAD6RrYEAAAaQm0JAAAAAACgb2RLAACgIdSWAAAAAAAA+ka2BAAAGkJtCQAAAAAAoJCSjrIAABAASURBV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Ah1JYAAAAAAAD6RrYEAAAaQm0JAAAAAACgb2RL4HmRnJycmJiYlJjg4ODo6ORob+8gAYD2UFsCAAAAAADomzW6GjIZliBbAtaTlJQUGRGelJQo3xUxiZy5cjs5OUkAoDHUlgAAAAAAAPpmjYsgMzmIE9djwkqSk5OjIiNETOJ88J0/dx3ZePZycnKSmJKYmCgBgMZQWwIAAAAAAOgb2RLQOfGiirkfnZiYcMw/6PM1O+SJAfciX6tbWUzPlTuPBABaQm0JAAAAAACgb2RLQOfi4+Pj4mITk5On7DykTFx98sKJmyEJCfHJyckSAGgJtSUAAAAAAIC+WaOrIZNhCbIlkLVE1CEiIiw+LsbF1fWfg6eCI6OVWUkpKdP3HI1PTBQRCwkAtITaEgAAAAAAQN+s0dWQyUGcuB4TWSI5OTkxMTE2JjohIUHczZcvX0RM7PYL14wWu3EvYu/Vm03LOLu6umXwhXcrMLhuozam08XqPt5ePuI/z7xeXnnF/0qXLvlyhzZubq7pbvP2nTubt/63dft/N27cDAm5HRkVmT+fT8FCBcqUKlG9auUWzRrnyZM73Y2I9862HbsPHDxy4uSZwODg4KBQV1dXP98ihQsVLOZbtHuXl4sVLWy0ypZtO994e7j05D75eMQ7/ftKT6hXv3d37dmv3H2lY9tff/o2g+tG37+/acuOI0dOnD57Ljg4NDgkVBzqYkUKFy5csGyZUj27d86V091KW/j402/m/bNEehJFixTavX2NlO1HGHpCbQkAAAAAAKBv1JaAfiQmJsTGxiYahmaSX0v29vaig37vuUt375vJithz2b9Jad+kpCRHx0y+aGXib4WE3hY39cRvxk0c/82n7du1TGuty1euTZry94pV68UOqKff8L8pbvv3H54zb5GnZ9633+j91pt9XVyc09rOmbPnx3z27eGjJ9QTo6KjRcDj0JHjov3HnzP79OwydHB/by8v6VnwD7iljkkI6zZuuXvnnqdX3nTXXbtu89ffTbx5M1A9MSDglrjJ7al/zR4y6M3ePbo4OztZaQtANqO2BAAAAAAA0DdrpCiQLYEs5X9Nuh0qIgySq5syLcXJOamYX0qKCEAki2598Z/ZQhHu7u4JCQmbT19MNtfNd+X2vZRUVikvEREROeT9j8VLul3bFqZz9+w7+M6gkWIZyxu5e/fe+B8nb9+1d9rvP+XOnct0AdHj3/u1QXfu3rWwEXEEZsz+Z8u2nWuWz89I7kWWW7B4udGUuLj4xctXp5sTIPZ54LAPLHfRht6+/flXE0TYY9ofP1tjC0D2o7YEAAAAAADQN2pLQMOSk1M2rLIb1t/ui//ZfTbS7oNByi1xxpTwsLsR4WFRkREx96Pj4mKVmISDg0O+fPlcXFxEO0eOHLGxcf9dumF288GR0ZGxcUmJSZJ1iHjJZ1+Nj4kxTtQ4cOBI3zcGpxuTUOzff7j36+/ej4kxnTV42AeWYxKKG/43R338hZTtxPOydPka0+mLFq+0vGJIaOiw90dn8JywafOO6bPmZ/kWgGeC2hIAAAAAAEDfqC0B7UpZu8z+r0lmZ8U2aa60xcvG0dHRycnJ1dVVRCNEW7yW4uLi5OlXg0Ii4+LT+hN7rgS87OEhZUrjhvUGD3xDPeXunbBpM+fJQyfJQkJvz563cMBb/ZQpt+/cGTjsQ7nuhcLPt2jDBnVKlyrhW6zohYuXz567sP2/PffuhikLHD9x5tMvvvtx/JfqtTZu3nHsxGnlrnuOHG/179Om5Yt+fsWio6MvX7m2dPnaBYseZSps2Ljt1OmzlSqWF+1qVSovmPen0SM6euzUd9//qtzt27trB5NBqIoVLSo9iR3/7VWGS1I7f/GSCM/Url09rRX//HtOZNSjKuVFixQaOuitmjWqiUZwSOi5cxdnzP5n994DygI//Tr19b497O3ts3ALRn76/utChfJLFjk5PRhuK9uOMPSH2hIAAAAAAEDfqC0BjUqJjnZY+o+9V07n/A/GHbJzsJfspJTklDh7H+82He0cHMRrRnQim76IIyNTExHsDG7cCbPwV475B3WsWkHKFC+vvPXq1DKa2K5ti0++GDdn3iJlyo6de9RhiUm/TQu9/VgVim5dXvnq8w9yuD0YoqpZ04bi3zt37o77ftJC1fBHi5asfLljGxELUaYcPHREvZ3Z0ybXqlVNbosQRT4fH7F73t5ev/0+TVlm154DcljC09PDdOfv338sIaNw4UKmyzypZapUifz5fEScRnmbL1y6ykJY4uCho0q7UMH8q5bOE/ss3y1WtLC4NW/WqPdrA/fsOyhPDA+POH7yTLUqlbJwC0aqvFCxVKniUsZk2xGG/lBbAgAAAAAA6Js1UhQyOYgT2RJQs184W4q85+rrZe/qJN/snBzsHB2SImJTmrd1MmRFOBgiE6brxsamjpskhyUC74Vb+Cvngm4nJWdlbQnxF4cMfEs9JTgkVGmHhYXPX7BEPXfo4Ld/+O5zJSah8PLyFNN793xVPfG332eo76qLbIsefyUmofb2G33EUVLu7tt/SMpGERGR6zZuUe527fJy82aNlbur1qy3MJKV+rjVrlVDiSgoxON68/Xe6il7VakPWbIF4JmgtgQAAAAAANA3siWgRSmxMXaH9jjkdTedlRAa5VKqjOXV4+LilHZUbJynu5udZB+XmBATn5CU/FgliZiEhJi4uEyO4pSGggXyif7upKQHf+jO3XvKrG07dsepRpQSsYTB775hYVMj3xu4fMW66Pv35bt79x/0D7hVtEgh+W6ZUiWUJUUX/Jy5i/r26Wq0BdEXv3ThzNjYBxfpK0MMZY8ly1erH2/nl9pduHh585Yd8t2YmNjlK9f169PN7LplSpe6FRgst8UqyvBTak0b11cPlOTt6ZW1WwCeCWpLAAAAAAAAfbPGRZDUlsDTsouMlCIiHLxdjKYnJySmJCZLufNYWFe8kJTy16KRmJhU3NMrb65cuXLktLe3K+nhmpAY++um3UnJqb1sKXaSiFVIWUpEDpSYhJA376O93bZ9l3rJD0YNMc2TUPP28mrYsM6GjduUKSIyUbTIy3K7UqXHOtnHfPHtoqUrenbv3LhhvcKFCyrTLYxKZG1Llq1W2rVqVStVqrivb5G8nh5K2YwFi5enFZYQj277zt1yOyo6ut3LvTq93K51ixcb1K+dJ8+Dcb2cnZ0sDIL09FsAnglqSwAAAAAAAH0jWwKaFBMtRUclJDkkhj42yE9KavDK/k5UdErwg6vg5WLXonPZ2dnFqFixiA3cunUrLjHJycHBxSl1rouDfc1i+VwcHY5e9d9x5lLqBqXk+ISsDEuIQMiXY79XT8nv46O0z5y9oJ7VplVzKT2lSpbYID0KS1y4cFlpN6xfR0Qgdu7aq0w5duK0XAS7TKmS9evVqlb1hUYN64jYhvQsnDh5+sTJM8rdzi+1k1LTNZy6vNLhr+lz5YknT50VO1y1ckXT1fv26rpw0XL1QFXLVqwVN3GiqFGtcu3aNWrVqFKndo2c7u5p7cDTb8FIszad013mxqWjEvB0qC0BAAAAAAD0jWwJaFJSkrglRyeZmeXiEpuYmGKoHmFEhChcXV1z5cqlTEnt3UtJsbezc3BMra/gaG/n7JAauqhSpOCOk+dSl7B7sJz0FK+9+PiEwKDg4KCQC5eurFizfv/+w+q5Deo9uhhfPaCTi4tzrpzpd4iXLvlYjeXQ23eUtoODw6Sfvn3p1b7XbwQYrXXh0mVxmznnXyl1nKIGA97u16BebSl7LVn2qNi1e44cHdq1kts9u7+qhCWk1FLeK8yGJQoWyPfXHz9169VfPQyUZHhODx05Lm6S4Rh2fqXDu2+/VtyvmDW2ADwT1JYAAAAAAAD6Zo2uhkyWvCZbAoqUTA2slJiYGBUVFRgYqH4h2Rk61Ozl+MPDV3seV2cpIUHc7BISUgd9ytQLb9mKtcVKVRO3UhVqN2rWsUuv/qM/G2sUkxA94316Paj3IP7Qnbt3lVmFChbIyF8pXerxsEToHfXdvHk9li+a1adXFwvv5O07d/fsO+DNAe+F3r4tZZfY2Ljlq9cpd1u1bKqMm1SqpF+NapWVWStWPiqeYaRalUorl8ypW6dmGn9EEvGGfxYsbd7m1e9+mBRv7jXz9FsAsh+1JQAAAAAAgL5Zo6shk2EJrseEws457ZybFEMuRcY3ZfdgJSE5RUoyvOKv3Aq2S0oUNyk5yU5KMRr9Kau4urpM/P5rETmQ74qeevXcWHMJH6acnJzUdxNNHruXl+e3X43ZsHrBkEFvlStbOq3tbN6yo3O3N4KCQ6VssWHzNqWAhNDp5XbquZ1f6aC0IyKjVq3ZmNZ2ypcrs3DeX7OnT+7bu6uPt7fZZUQ4asof098ZNEI0rLEFIJtRWwIAAAAAAOgbtSWgRSkubnaublJsjJl5ycl2cbEpuXJncFPOdlJiQkJycpLk4BCXmBQRm+AsJa89cFhKSr003s4+xcE6MYliRQv/9MM3tWpUVaa4ubm658ihZAYEBoXExMSKiZa3c+PGTfVdDw/zD1wEJMTtgxGDr167sf/gkdOnzx04dPTsucdKWVy/ETDif5/On/2HZH1LVcWuixQp1LhhPfXclzu2+erbH5SxlRYtWdGj6ysWtta0cQNx++aLj48cO3n8xKmTp87u2XtAHED1Mlu37/rt9+nDh75jpS2kLrB+aanHk1cAa6C2BAAAACxIHQ/AOj9jradu3bq1aqWOb+zg4CDZmqQnuTISAJBB1JaAFtm55xS3FLNhiaQk+8iIZO98UsY424soRkx4eJijvX1UdPQPJw5Fht0JC3twIb+dvZ2bs7OURcQLuHDhgr5Fi3Rs36rzKx1cXV2MFvDIm0c9YNH1G/4W8hseLOP/WN0Ijzx5LC9f3K9YapkEw8BRx06c/nvanJVrNihzd+3Zf/7ipbKlS0nWFBQcun3nHuVuQMAtvzI1LCx/8NCxc+cvpnso5FLV8gBQ4nuhiCJMnvL30eOnlAXm/rN48MA3HR0drbcFIBtQWwIAAAA6Y28gAQDwENkS0KQ8HilFfKU75kYcSkl2On8msXj6HevJhmLXyfExp4/sS5HsDBUkUl9gdo9qTEgOjg7uOdykTOn0crtffhz7RKuULlni5s1A5e66DVvS7Ytft36z+m4O89NsAAAQAElEQVTZMg8euOhVDwoKCQwOCQ4KCQoJ7dSxradXXqN1q1auOPmX74oUKTRl6gxl4r79h60dlli4aPmTvpcXLl7x2ZhRyt24uPibt8SDCwkKCo2KjO7bp6vR8g4ODi2bN3mxSYMe/QYcOHBEnhgcEnrp8lX5kD79FoBnhdoSAAAAAABA38iWgEYl93vL/sNjkslY/+Il4rJzS2yrDinpXWoRHRWVM2dO75zuyfHxyrpGiucvnJ2XbNStXX37zt3K3Wkz5r3Wp4enp0day2/Z/t+hI8fVUxo1qCM35v+zdMwX3yrT3d1zpDUOUsf2rdRhCXVcxBrEG3npijXSE1qyYs2Ho4a5uDzIXBn14ecrVq9X5jZqVNfPt6jpWo6Oju1aN1eCCkLAzVtyUOHptwA8K9SWAAAAAAAA+maN3o9MdvJyPSbU7EqVS2nV0ewsx+BAp6MHk5OTLb9gEhISxAIFRKd/YkJat0olfB0dsm/Eng7tW6vfchGRUb/+9ldaC8fHJ/w66U/1lJrVq5QpXVJu16tXSz1r6fI14oCY3U5AgHXjEEb27Dt45ep16Qnduxu2VpUXUq9uTfXcxctWpbViQMAts9OffgvAs0JtCQAAAAAAoG/W6P3IZFiCbAkYe+PdlM49JbPZDBtX3zAIuHkz9Pbt6Oho00558YoSEwvny+eQkmyXnGT2VrNcGbtszJYoVrTwyx3aqKdMnzV/4NAPIiIijZYUPfsdO/dRlz0Q3unfT2mXKukntqbc3bf/0DfjJiaaJJeIyMdPk6Y+vg9FJGtavPRRAEC8ow/t3Xjj0lGztx2bV6hXXLRkpdJuUL+Oetavk/9SV8hQnD13YaFqLcG3aNGs2gLwrFBbAgAAAAAA6Bu1JaBhzi7SawNSOrx6vf/rCcFB6jl34y5F/vFHsZ69cpYvf//+/bDw8ODgYGdnZ1dX1xw5cri5pZaLiI+PT0xKcnVxqVK6xNHTZ003n9PdvZRvMQeHbK1v/NEHw/cfPBwYFKJMWbNu0/GTpxs3rFu+XJkiRQqdv3D53NkLGzZvi4mJVa/YoW3LNq2bqacMGvDGR598o9z9e8a8rdt3de3csWixIj7enmLKtWv+U6bOuH7jUdFs8ZBbNG8iWY2Ir6zfsFW5W69OzXw+PmktXNyvWJXKFY6fOCPf3bVn/+Ur10qW8BNt32JFRPxGPQrTkOEfzZu/pFXLpiIYkzNnDik1LePQjJnzRdxFWaZalUqlShWX20+/BeBZobYEAAAAAADQN2pLQPO8vB3qNYhftsTDzcneTrqfmHQ9JumPPJ6ebm6e27a+U758yVKplQBiYmKCgwLDw8MiIiIkQ82AhIQE8a+rj0/T2jWPnjhpuuFiBfIZlnSQslGhgvmnTpnYu9+AyKhoZWJAwK35/y61sFa5MqUnfPe50cRePV5dv3GbuljFlavXx/842cJ2hg99p0B+H8lqVq7eEH3/vnK3dasXLS/ftk1LJSwhGQpff/zBcLn91ecfHjx89FZgsDJ37/6D4pbWpsRz/cnokepzyNNvwUizNp2lDJj8y3cvtW8tAZlFbQkAAAAAAKBv1JaADcjftHGpfO75crt453Ip6uFWwNG+xK1bt0JCLl27tmXjRnkZNzc3v+IlKlaqXK58xTx5PERMQkyMjIxMTk4uV6J4Lhdnu8QEo1uVMqXsUmXfIE6yqpUrzp/9p7eXVwaXr1m9yoJ5f+Z0dzedNWHc5x55PaSM6d3z1QFv9ZOsaeny1eq77du2sLy80ZBWS5atlp84IW9ej3HffCpljHgWJ038tlaNquqJT78F4JmgtgQAAAAAANA3akvABjhVquqQ41GnfA4XhxdjY2sEBDS/dLlRVJR6SUdHx1y5cpUpW65CxRd88uWXDFkUeT3ylC3uZ1Ts2s3RoVnD+o5OTvb22R2WEKpUrrBq6Zx3337Nx9vbwmIiFDF08NtzZ/2eN43YQ4H8PuuWz+/Vo7N44Ja388Wn//v2qzGSNV26fO3QkePK3Vo1q1oYwUlWuFCBWrWqKXdDQm9v2rxDuftikwbLFs2qX7eW5Y0UKVLo37lT27draTrr6bcAZD9qSwAAAAAAAH2jtgRsgbt7youtpLXLJcPrpHAe1+TklDzRsXFSyrWN6/2GDDVdI6dBwYKFQoIDHRwc3ujd8/ixo48qQtvZvdy2tVfqQFA5pGekcOGCoz9878NRQ3fvPbBy1YbzFy8GBYWGhYfn8/EuUCBfmdIlq1ap1PLFJp5eedPdznfffDrgrdcWLV0V4H8z4FbgjRsBon9fnlu+XJlWLZt26dTRt5h1K10L/y58bByqVi1ezMha7du0OHjwqHJ30ZKV7VQ5FjWqVf537p/iEG3ZulM8tJs3A6/fCJArhItXQoN6tZs3a9y1c8fcuXOltf2n3wKQzagtAQAAAAAA9M0aF0Fa6r+QZ4l/k0W/ckpKUlJSokFUVFR4eLjYlbJly0p4XMpDyQbyQRP/9h8yOjjkQe9zkSIFZ/7+g6RfKTf97Yf3lxLi5bs3o+P23UmtzeBZsWLTuf9YWjElJTzsnjhm/yxcuHTpMnli/vz5x3871sPDI3eevBIAK5i3YPmMuYuUu6OGvF6hXClnZ2dHR0fxr5OTk6OBiBraPyQxXpBBWFhYTExMXFyc+NfZQBwu5aA5GMhHTD5cWXLQ1J/OygeNcO/ePbEbrq6ufn5+EgAAADRAfP1r3779+vXrpSeUI0eO6Oho6ZkSX2uVkXszrkOHDqtWrapdu/bBg6nFAkNDQ70tDjyg9uuvvw4fnlrC8McffxwxYoT05MR3Ywl47g0bNkz8Quzdu3eDBg0kICsEBgZKhhH4RV+EuvfD8SGl60OWkW2SLYGsZ+flLRUoKPlfl+/eT0wW/zpJkntcguhIk9J+aYrXVc5cuSIjwju99HJCXPz+AwcKFy78dv/+7u7urq7PLFUCANJCbQkAAAAAAKBv1siWyGRYgtGrYYmrm1S5uhKWyOfsWNrB8Eq7euXKm6/7/T7V3tU1rVUdHZ1yuOcUL7B+ffuIm2ToZXN1dXN2cZEAQGOoLQEAAAAAAPSN2hKwGSltXrJb82AUptyujsW93C7euR+fIt06dsz7+rXcZctZWNfFxdXBwSE2JiYhIV40XF1zODk7SwCgPdSWAAAAgGXr1q0zO93DwyM8PFw0Tp48WalSJUl74uPjTSceOnSoVq1aolGgQAF5TA+z3nrrrY4dO0qG0agkAICNI1sCtqNYcal0OeniOcnQTZZkJ11LSkox3HHy8Eh3bUdHp5y5nCQA0DYNZktIAAAAwLP2zjvvSAAAvbBG74e9lClcj4l0xb3YJlGSEpNTwuIStwVHipeLg4tL9U8+c8tfQAIAXaC2BAAAAAAA0Ddr9H5kMixBtgTS5diqXejQ0cf8Kh7zLJKvSZOqH41uNu8fv86vSgCgF9SWAAAAgFX5+/t/+OGH7du39/Pz8/b2btSoUf/+/RcsWGB5rfv373/33XfdunWrWLFi7ty5a9So0atXrx9//DEhIUHKFrVr17YzuH37tuncu3fvjhw5slq1anny5ClRooTYt23btpndzujRo+XtvPfee2n9rYCAAHmZfv36SQAAK6C2BGyJvZNzgRatxE0CAJ2itgQAAACsJDExceLEiWPHjo2IiFAm7jKYPn36smXLfvvtNy8vL9MVly9fPmrUqMuXLytTjhj8YzBjxowXXnhBenZWrVolIiuhoaHyXfHorl69KnZs4MCBZcuWNVq4b9++48aNEw2xgAirODg4mG5w3rx5cqNDhw4SAMAKrHERJNkSAABkErUlAAAAYA0iJtG5c+cPP/xQjkkULVq0T58+gwcPLl++vLzAggULqlatqnTuK8aPH9+pUyc5JuHh4dGxY8eRI0fWr1/f0TH1stTDhw/XrFlz+/bt0jMybdq0l156Sd5tEVPp3r27eFDFixcXd3///fdJkyYZLS8eb506dUQjJCQkrYyKRYsWiX9dXV0JSwCAlVBbAgAADaG2BAAAAKzhq6++WrVqlWjkz59/5syZN27cmDNnzuTJk8+cObNp06Zy5cpJhsGLxowZo15r8+bNH330kWg4OTl9+umngYGBK1eu/OGHH3bv3i1WbNu2rZgVHx8/bNiwbBvNSc3f3//9998XDXt7++HDh4sH9e+//4oHdeXKlVmzZuXLl0+d4aHo1auX3Fi4cKHp3NOnT4tYi2i88sorOXLkkAAAVkBtCQAANITaEgAAAMhyYWFhSt7A4sWLX3vtNfXcFi1abN++PU+ePKL9119/7dmzR5k1duxYufHll1+KwIarq6syq3Tp0mvXrq1fv75onzx5UsQqpGw3YcKEyMhI0ejdu/fPP/+sjiL069dv2rRpZtfq2bOniLJIhqwI02iKUmajR48eEgDAOsiWAABAQ6gtAQAAgCy3dOlSEZmQDBkADRs2NF0gf/78I0aMkNuzZ8+WG5cuXZJHZxJzhw0bZnbL48ePlxtz5syRst3q1aslQ6rEhx9+aDq3ffv21atXN53u4+PTrl07yRCtWbdundFcubCEsgwAwBrIlgAAQEOoLQEAAIAst2XLFrkhwhJpLdO5c2e5IaIRcmPz5s1yo0OHDu7u7mbXEkGOAgUKiMbFixcTExOlbBQUFHTt2jXRKFGiRMWKFU0XEF+t0wot9OzZU27IZSQU+/fvv3Llimh0795dzqgAAFgD2RIAAGgItSUAAACQ5eSudsHX1zetZUTnvtw4d+5cxtdS5oqYhIhMSNnoxo0bcqNIkSJpLVOsWDGz019++WUPDw/RWL58eWxsrDJdqTahxC0AANZAtgQAABpCbQkAAABkuXv37skNPz+/tJbJkSNH/vz5RePmzZtywQZ53Ccp7c59o22arS9tPQEBAXKjcOHCaS2T1p67urp269ZNNKKiolasWCFPFF995cISxYsXl2tmAACshGwJAAA0hNoSAAAAyHJubm5yIykpycJiycnJcsPe3j7Ta2mKXMfbrF69eskNZRynbdu2iZCMaLz++usSAMCayJYAAEBDqC0BAACALFeyZEm5cf369bSWiYmJCQ0NlQyZBHIlCWVYJ39/fyltyja9vb2lbJQvXz65IVeYMEsZ6MlU48aNS5cuLRpr1qyJiIgQjcWLF8uzevfuLQEArIlsCQAANITaEgAAAMhySljCQoBBqQxRtGhRuVGqVKl015JUUQElTpA95FLbksVYi4VZ4ouuXEAiNjZ21apV4nv40qVLxd1GjRophwsAYCVkSwAAoCHUlgAAAECWU/rZlToKpuROeaFu3bpGa61Zs0ZdF1pt27ZtISEhkqHChOXK2FmuePHiclWJgICAffv2mV1m9erVFragDNa0fv36HTt2BAcHi3aPHj0kAICVkS0BAICGUFsCAAAAWa5Tp0558+YVjWXLlh04cMB0ARFa+PHHH+W2MoRRuXLlGjVqJBpBQUG//PKL2S2PiDB4iAAAEABJREFUGjVKbvTq1SubL2dxcHB488035fbYsWNNF9i8efPOnTstbEEENuQHuGHDho0bN4qGk5OTUnMCAGA9ZEsAAKAh1JYAAABAlvPx8fn000/ldpcuXfbs2aOee/Xq1Xbt2kVFRUmGigutWrVSZv36669yIesvv/zyjz/+UK8VHR0tevCPHDkiGYZveu+996Rs98EHH4jQgmTIihg5cqRSfFs4evRoRipXy0GI0NDQadOmiUbHjh09PDwkAICVWaP3w1HKFK7HBACA2hIAAACwhiFDhvzzzz8HDx709/dv0qRJhw4dfH19XVxcrl27tnXr1tu3b4tl8ufPP3fuXPU3wKpVqw4bNuznn3+OiYkZOHDgv//+W65cOW9v7xs3buzfv//ChQtiGUdHx+nTp4vIh5TtcubM+ddff7Vt2zYhIWHixIk7d+6sUaOGp6fn5cuX161bFxkZWaZMGXkn09KjR4/3338/NjZWHoqqe/fuEgDA+qyRopDJsATZEgAAUFsCAAAA1uDk5CR67UePHv3LL78kJiYuX77caIGGDRuKqINcrUHtp59+qlSp0qhRo8LCwnYYqOcWLVpUrFW/fn3pGWnevPmSJUu6dOkSHx9/yECZ1bJly48++kgsIKX9NdvDw0NEaBYvXiy3X3rpJQkAYH1kSwAAoCHUlgAAAICVuLq6Tpw4UfS8L1y48OLFi2fPno2MjPTz86tatWqvXr1EJ748XpOp/v37t2jRYsqUKadPnxYrBgQEiGhE2bJlX3nlle7du+fIkUN6pjp27HjhwoU///xz8+bNly9fFg+zcuXKtWrVEjGYgwcPystY+E7btWtXOSzRrVs3sa4EALA+siUAANAQaksAAAAgc8LCwjKyWFMD6Qn5+vqOHz9esoKaNWtm5Dun2UrdCrF7Yw2Mpjds2DDdjYtIhtzo06ePBADIFtbo/chkyWuux7QV585fLFaqmriVr9xAXU7KyKXL1+TFxK3hix0sbHDnrr3yYi3bdpWeqSq1XxS7UalaI8mmbNm2UznU4jb2u58ystb5i5fUax0/cUayvneH/i+r/ty16/7ypnq/NlB6plq16ybvyfaduzO+VsfOveW17t65Jz2d8PAIeVNtX+opwfZRWwIAAADITrNmzRL/li5dulEjG+sNAADbZY3ej0yGJciWsBVly5TKnSunaETfv3/q9Nm0Ftu9d7/SvuF/88LFy2kteejIcbnRoH5tCU9t1ZoNGVls3botEgDtobYEAAAAkG02b958/vx50XjzzTclAEB2IVsCT0w8Uw0a1JHbR4+fSmux/3bve/zu/rSWPHTomNyoX4+wRBa4FRhs4XlRrF67SQKgPdSWAAAAAKwqMDAwKSlJNPbs2fP6669Lhnrg/fr1kwAA2YVsCWRGvTo15caRoyfMLpCYmLhv3yHRaNywnjxl994DaS159NhJyfAloEH9WhKeQq6c7nJjw6Ztlpc8d/7ihUuXJTw7Pbp2Gjl8oLi55qCiGh5DbQkAAADAqhYsWODo6Gi45rLBzZs3xRQRkyhUqJAEAMguZEsgM+rVfRCWkCMKpg4cOhoRGSUarVu8+EKl8qIhohRxcfGmSx49fir6/n3RqFG9inuOHNLzp1e/d4uVqlai3FOEZB6+jWvXrJ4nT27RWLsunUyIdRtSR3BycXEuV6b0w208j+++Xyb9KVdlOHjwqJS9evfsMnzoO+KWw81NAlSoLQEAAABYlVEEonr16hMnTpQAANmIbAlkRtnSpQoWyCcZyg4Hh4SYLrBrz4PciHr1ajUyJExERUcfPGym5/fQkQcjODVkBKen5ujs2LplM8nwvJw4edrCkmvWbhb/tmjWxN39QZ+4eP9JADSA2hIAAACAVZUtWzZfvnz29vZVq1b9+uuvd+7cmTt3bgkAkI2s0dXgKGUK2RK2pV7dWkuXrxGNg4eOd2jX0mjurl17xb8F8vuUKunXqEGdKX9MF3d3/revYf06RkseOvwgLFG3rpl0gf37D69cu+HipavnL15yc3EpWaJ4yRJ+r3bqWKVyBdOFm7XpfOnSVfEn5s/+Y83aTXP/WSy65kuU8K1bu+brfXsULlxQWXL7zt1/T5935dr1e3fDypcv07xpw949u3h45JHSdvDg0Wmz51++dC0wONjewaGEb9FiRYuUK1+mT88ucgFwjWjb+sWFi5eLxvpN2yu/UNHsMqfPnJNHcGrbpvmMmfMtb/CJngKFeCJ+mfznqbPnbt0KKlakSL26NV/r212saPlvJScnz5q74OjRk+KpuXr1uo+Pd4kSfmVKl3zrjV7eXl6SvnTs3Pv4iTOicWz/Vk+vvPLEtes2vzv0f6Ixe/rkpo0bXLp8bePmbYeOHBc3T488pUoVr1Wj2hv9ejo7O2Xwr8TGxr35zvBde1Iru4iDuWDu1Pz58knQNmpLAAAAAFZVpUqV4OBgCQDw7FjjIshMhiW4HtO21K1TUw5LHD12wigscfvOnWMnUi/Vb/ZiI/FvzepV3dxcY2Ji5b5RNdENvf/AEdEQPfvVq1ZSz7p7N2zc978sWLRcmXLPUMz5v9375v27ZNigtwYPfNPR0fyLTSwzaPiHcj+a6PkVty6vdpRnRUVHj/jgs/UbtioLi7iIuM39d8nvk743uzWxnW/GTfxr+lz1xCP3wo4cOymtWjdz1vzZ038rV7a0pA2NGtTLkyd3eHjE6jUbPhgx2Owyaw0PP6e7e8tmTSyEJTL9FPz4y++Tp0yTC4gJIp4hbv8sXPr1Fx9Labt3L2zw8I/UL5LIqOgrV69v3rJj0eKVP074QnTTS88TEQl7Y8DwiIhI+W7YvTBxNDZu2r5i1foZf/2ckehCYmLigMEj5UPqW6zIvJm/E5OwCdSWAAAAAAAA+ka2BDKp/sPkhqPHTxnN+m/Xg57lBobcCBcXZ7Hwlm3/nTp9VkQs1Je9nzt/Ue51bdCgjrqDOyg4tEeft0UnrHxXdPrXrV0jLCx8z76DIaG3ExISRMf3oSPH58z4zXTHYuPiRn86Vv1aKl+uTNnSpSRDN3fXnv3PnD0vT6/8QoU6taqfv3B5/8HDN28GvjXgvdiYWNMN/jRpqhKTqFm9StmypXLlzHXx4uUdu/aKbl+xq28PHLF53RLxMKVn5eGDFY/a2dmpdctmCxcvv3bdXzzSCuXLmi6+avV68W/LFk1EuCitTWb6KXj/f58uWbZabhcuXLB500Yi3rBr34F7d8M+HP1VEVXOilpgUEi3Xv2v3wgQ7Xw+3vXq1BTrXrl2ff/BI2LF0Nu3+705ZMK4z3t0fUV6Phw8fHzW7H8iIqNE/K9s6ZL29vabtu4ICLglZon30fARn/w790/LWxAxv6Hvj962Y7dkeCLmzfqjcKECEmwBtSUAAAAAAIC+kS2BTCpWtLCfb1HR9338xOnY2DhXVxdllnx1tng2GzeoK08R8QkRlhCNrdt3dXv1ZWXJgw9HcGpQ97HCEoPf+1DuEBcRhW++/LhWjarydNHTOnf+4u9/+i08PGLHf3tE9/ernToY7Zg8KpQIOYz56L2K5cv9t2tfTOyDYMPEn6fIMYnifsUmjP2sTp0a8nTRBT/6s7Gbt+wwfZhR0dF//T1HMuQWTPvzp3p1Ho00dfNWkOi4Fz3p4rZsxZoe3TpJ2qCM47Ru41bTsMTJU2fEsyYa7Vq3sLCRzD0F69ZvkWMSuXPl/PiD4b17dpGni1fIz5P//PPv2f6GjnVT333/ixyTaNum+bivPvH09JCnx8cnTP1r5qTfp4ktjP3up1bNmijjHenbpN/+ypXT/bdfx3ds10qeIo7nJ198Jz+zIjh07sJFpVy5KXE6/eDjr9YYKp/nz+czb+bv4g0rwUZQWwIAAAAAAOgb2RLIvAb1a4sO7oSEhOPHTyld/FJqtkRqYYka1avkyfOgZlTDBg+iDrv3HFCHJQ4fPi436qvqXe/ee+DgwdTi2Hk9PRbN/zt37lzKLHt7+359uhUuUvCNt4aJu+Mm/NKiWWPlrygKFy44++/Jcv91+4cDTInYw7SHAxZN//MXdZ2DAvl9pk/9+ZUu/VLHZXrc1avXo+/fF40O7VupYxKpf6VQgU8/HvnWwPdFSObCxctSBtzwv/nRmK+NJp4+lxopSUxM7NXvXaNZb7zWs2XzJtITUsZxWrduy8jhA43mrlm/RfwrFmj2YsO0tpDpp+CnSVPlxpiP3u/ZvbOyljhEH40ampyU9Mdfs0z/3IFDx5atWCsalSqW/+3n79R5M87OTkMHv+3t7fXhmK/FIxo/cfL4sZ9KmTVgyKjIiCj1lJu3AuXG1+N+zJnzsRoh9erUEH9aenaGDH5LiUlIhmM4fuwn/v439+4/KO4eOXLCQljiky/GLVyyQjS8vbzmz/qjRHFfCbaD2hIAAAAAAEDfyJZA5tWtU3PeP0tE4/Dxk0pY4vSZcyIAIBmCFsqSov9UdP2L6Tv+26t+onftOSAZRr0vVdJPWVgZAmjwgDfVHeKK5k0b1a9bSx5NaOv2XZ1ebme0QN/e3Uyvqd++Y5fceKl9a7O1lwe89ZrotjaaKHrh5caVa9eTk5OVu7IXmzbYsm5JyZJ+RtPTcj/mvmmBDYXprPZtLSU0pEUZx+nCpcum19SvNVxBLxZwckqzbHLmngIRdDl3/qJkCAu92qmj6Vpvvt575px/Y2PjTP7cKrnxxZhRZotV9OjWaeIvfwSHhC5fufZpwhKHDh0PvX3b7Cy5Goqaj8+zLLItwglvvd7baKKDg0PjhnXksERo6J201v3xl9/nzFskGaJK82ZNKV26hASbQm0JAAAAAACgb9bo/chQ/6wprse0OaJnWm4cP/GovMR/ux/0rTeqV0e9cBNDveK7d++JuIU85dp1/9t3UrtWGzZ4bMlt23fLjbatm0tpaNemxcON3DCdW71KJdOJp04/+LuNG9eTzGnZoonp+6FEcT+5GMaBA0de6z902Yq1YWHhylzRsy/6fDMYk8hObVu/KDc2bNimni463+URnCwHPDL3FBx7+DJoUK+OCI2YriJCU1XMPTXnDcEM9xw5qlevLJkjnpeqhoroMTGxaQ0DpTMlSvqajRt5eT8IlihDkxmZ+vfsXyY9KDsxd/pv5cuVkWBrqC0BAAAAAAD0zRq9H2RLPC88PT0qVignwgx79h5UJu42JEDkzpXTqIu5Qb1aCxalDou/78CRShXLS6lD9xyRZ9Wr+2hwpMio6Dt370qGjrCCBfKl9acLFswvN65e8zed6+tbzHTiraDgB+sWyC+Z4+joKP7ircBg9UQ3N9f3hw0Y8/m3or3jvz3iJnasTu0aTRvVa9Sw7guVKkhPolyZ0jcuHTWa2Kvfu7v27Bd//cq5g1IWeTSO08atw4e+o0xft36z+NfL07Nxw7pprZvpp+DWrSC5UaCAT1prFTI5+MnJyacNBT+i798vUa6WlB4RBSlapJCUKYf3bTKaInrwf/zld1f0D0wAABAASURBVNFY8s/0WrWqSZpRKL/5V2mOHG5yIzEx0XTulavXxn73k3L37PmLT/oShRZQWwIAAAAWiK9n4meUZFMuXbq0c+dO0XjzzTclm8LlswBgJWRL4KnUM4zdJLq/L12+JhpxcfF79qX2rdevX9toNB4lJeLg4Qf98oePnJAbTRo+Sl+ICI+QG36+Rc2O5yNTOqZv3DATlsidO6fpxKCgELlRIF+aXe2FzfV39+3d9aNRQ5WdEa/SffsPfffDpPav9K7doJWIWAQ+3LJ2pI7j1CI1YeLM2fNy5WrZug2phSXatW3u4OCQ1rqZfgqCg9M/woUKFTSacuXKdfGykTIs4PnIlvBKr7K32bNlTExqCoVS6uPb8b/cvXNPgq2htgQAAAAsS7E1t2/fPmiQYmskAIB1pJAtgadRv16tv2fME42jx0+UKuknYhIJCQmSanwnhbeXV7UqlY4eP7XvwGG5SINc77p61RfUNatdXV3kRlJSkoW/q1wbYnYAJQd7BylTcufMaXb6oHfffLlj2xmz/9m+Y8/Fy1eUt01QcOiceYtWr9v0+68T6tdN/0r/7NS2TTO56PHadZuGDHpLNA4fPSGP4KSMv2RWljwFacmVy/gI37lzV26UKO7b6aV26W6hTJlS0nPgiY6q+szp5en577ypv02ZvnzVurt3730x9odfJ46VYFOoLQEAAAAAAPTNGr0fmQxLcD2mLapd60Gl6+PHT3ft/NLefYfku+p614p69WqLsMS9u2Hnzl/08fG6cOmyPFG9jJeXp0dej7B7Yf4BtxITE9O6Wj/g5oPxgsTCUsZ4e3nKDf+bt9IqAnzz4TBEpgoXLvjJxyPELTY27sSps4eOHNuz58DOXXvFLPGIBg77YN+OdW5urpJmNG74YBynDZu3yWGJDRu3SoYCD/Xq1LSwYqafAuUIB9xMM6Eh0OQIFylaWG6IOId6vClknHLmFM/4wnl/iZf3mI/f27pjV0RE5PKVa19+qU3zpo0k2A6tfRRyxQAAAAAAAMha1khRyOQgTmRL2KLcuXLKI/IfP5la7vjI8dRxmYr7FStR3Nd04UYPx3E6cfLMoUPH5XZDkwBGSb/UyhDi9WBhcKRbgYFyw8sznbFuFN7eDzrNAwPTjD1kZIAgV1eX2jWrDnrn9bkzpyz5Z7p7jhySITKxe+9+SUucnB6M43T8xBkRYBDHc8WqdeJuh3at0r0SP3NPgVKNOTAoOK21bt4KNJpSqGB++Rheu+4vutHTWvHK1esRkVESLCpSuJAccsufL9/7w96VJ37+5fio6GgJtoPaEgAAAAAAQN+oLYGnJV96f+r0edFrfPToSSk1/GC+nHLN6lXlfIILFy8fOZYawBB3xUSjxYoVKyI31huu7jdr7fotcqN61RekjKlR7UEJ7s1bd5pdYMd/e0x7b5cuX/PG28PqN20vJ0YYESGZzp3ay+2goFBJY9q2aSY31q7ffPDwcTnG0NbiCE6yzD0FSmPHf3vN9oOHh0ccOGRc8Vu88UuW9JPbS1eskcyJiYnt2vOtStUaiSdCrmKCdL3et/sLlVJry9/wv/nDxCkSbIcGsyX4dAYAAAAAAFnIGl0NZEs8X+SwRFJS0oJFy+XCEg3r1zG7pIuLs1yA4cLFK8dPnpHXFRONFuvSuaPc+OPPWdH375tuZ/PWHfv2H5I3+FLHNlLGdGjXKqe7u2hs2fbf4aMnTBeY/Md004lxcXFi+YCAW6vWbDS72cDAB5kBBQr4SBrTqEE9uW7Hpq071m/YLBq+xYrUqlE13RUz9xSUKV2yruHFcPfuvdnzFpmu9deMuWbzIV55WFLi18l/m02JmDV3Qejt21Jqdk6uUg9jGLDMwcHh268+kdszZv9j9jUPbaK2BAAAAAAA0DeyJfC0alSrIocW/lm4VPzr6OhY31xhCVkDQ8Ti3PmLJw1hiQbmAhiNGtRt3Sp19CHRE93vzcFG4wjt2rP/g4+/ltuDBrwhj/+TEaKDfsR7A+X20Pc/PnfhojJLxFQ+HPP1/v2HTddq06qZXFxBBF02bNxmNHfp8jVy7oWXp2ddiwUbLJg/+48bl45eOXdQymrOzk6tW6YmTBw4cGTFqg2i0b5ty4ysmOmn4LPRI+TD9fOvf6xZu0m91vKVa3+fOtPsn3utT7dyZUuLxu07d/q89u7Nm4FGf278D5Pkdt9eXaQsNXzoO+Lgi5s8FpnOVKlcoXfPVyVDt/JHo79OTEyUYAuoLQEAAAAAAPTNGr0fmSx5TbaEjXJ1dalTq8bOXXsvXboq7lavXjl3rpxpLdygXmq2REjobflu/brmu/I//Xjk/oNHw+6FHTx0rMMrvevVqVG4cMHY2Dj/gJvKEEwiDDDUUMk54/q/3mvHzj07/tsTEHDr1W5vNGlUv5hv0fDw8BMnz5w8ddbJySl/fh+j8hJ583p8OnrE519NEO23B414pWPbkiX8klKSxWInT549f/GSvNiYj96TUzG0pk2rpgsXL5cMAQbxb7s2zTO4YuaegkoVy7835J0ffp4ilhw47IMXlzQoXaqEiPpcvXZj6/ZdYoESxX2vXL1u9LfEkf/i0//1fWNwQkLCsROnO3TqI14YRYoUyuHm5n8zUN5/yRBT6d71FUnDvp/4259/z7GwgEee3FMmTZCy0Uejhq3bsPXu3Xvitfr71BlDB78tQfOoLQEAAAAAAPTNGl0NmQxLkC1hu0SftVJ6oWHd2haWLF+uTIH8PkHBqWUYPD3zVqxQzuxixYoW3rBqwYejv9q+c7foT1+5ZoPRAr17vvrFJx/IF+ZnnHiNTZ3yw5tvD9+z72BkVPTqdY8u53dxcZ7+5y9/TZtrWvX6jX497e3tf/zlD9FHv9xQNVrNzc11+JB3lFGPtKZxw/p58uQOD48QbREhqPxCxQyumOmnYNiQtyMiI/+clto7v23HbnFTZg1853URshr/42Qp9bl47M1ev26tVUvnjPjg8zNnz9+5e3fVWuMhs3r16PzVZx896TOezURwy/ICBQvkk7KXePY/+t+wDz7+UrR/nvxXu7YtRVxNgrZRWwIAAAAAAOibNS6CJFviuVNHNX5R/TQKSyhER/nCJStEo2nj+hYWEx24s6dP/nfR8gMHj1z3Dzh39oKLi6ufb5FqVV/o+upL8pg/mZDDzW3uzCnrN25bumLNpUtXgkNCy5UpVapUiVc7dRA94yIsYXat1/p0F390yZLVh44eu3L12qVL13x8vEoW96tXr9bLHVvnz5fdfc0ZlzqOU4sX5QPevl2GRnBSZPop+OTjEW1aN/934fITJ077B9wsUDBfmdIlmzaq37N7599+nyYvI97uRmtVKF9WRCZmzP739Jlz/v43z52/5OjslN/b26940aED+2c8oAIjPbq+snDR8kNHjickJHz4ydeL50+ToG3UlgAAAAAAAPpmjd4PS5dVyrPEv8nJyeLfpKSkRIOoqKiIiAgxpVy5chIel/JQsoF80MS//YeMDg55MBpSkSIFZ/7+gwQA2jBvwfIZcx9VPh815PUK5Uo5Ozs7OjqKf52cnBwNHBwc7B+SKGNgcO/evdjY2Li4uJiYGGcDcbiUg+ZgIB8x+XBlyUFTfzorHzSCvDMuLi5+fn4SAAAAkCn79++fNWuWaEyZMkUCYIOGDRsmfiH27t27QYMGEpAVbt26JTo0IiMjRV+EuvfD8SGl60OWkW2SLQEAQCZRWwIAAAAAAOibNboa7KVMYfRqAACoLQEAAAAAAPTNGl0NZEsAAJBJ1JYAAAAAAAD6RrYEAAAaosFsCQkAAAAAACDrkC0BAICGUFsCAAAAAADoG9kSAABoCLUlAAAAAACAvpEtAQCAhlBbAgAAAAAA6BvZEgAAaAi1JQAAAAAAgL6RLQEAgIZQWwIAAAAAAOgb2RIAAGgItSUAAAAAAIC+kS0BAICGUFsCAAAAAADoG9kSAABoCLUlAAAAAACAvpEtAQCAhlBbAgAAAAAA6BvZEgAAaAi1JQAAAAAAgL6RLQEAgIZQWwIAAAAAAOgb2RIAAGgItSUAAAAAAIC+kS0BAICGUFsCAAAAAADoG9kSAABoCLUlAAAAAACAvpEtAQCAhpAtAQAAAAAA9I1sCQAANIRsCQAAAAAAoG9kSwAAoCEazJaQAAAAAAAAsg7ZEgAAaIgGsyUkAAAAAACArEO2BAAAGkJtCQAAAAAAo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yOqHPGUVsCAAAAAADoG9kSAACrU07vnOfTRW0JAAAAAACgb9boashkWIJsiXRZ6NcLDAzp9877EgBoQ1TUffVd+fSunOTp5raA2hIAAAAAAEDfrHERJNkSz0BSUtKtwBAJADTJ3t7ezkAyiUlw5jdCbQkAAAAAAKBv1JawDUp3nkQXHgDbZPeQcleCOdSWAAAAAAAA+kZtCRtj9lpjANA4cdZSEibUkQnOaaaoLQEAAAAAAPSN2hK2Shyugvl9RC+fZOgzSk5OlqenGEhApiQlJUkPx9uRgKcmXktyp7arq4udCQnmUFsCAAAAAADoG7UlbIy6R+/rT95LSEhITEwU/4reZLktGiJEkfI4CciYGzduiH+9vLzc3d0l4Mkp8QY5uCX+dXBwcDSwV1GSJDjtm6K2BAAAAAAA0DeyJWyJfIjUkQm5g0/0+onpotdPXibZQAlIcFSRcSK4JRleRfLLCXhS6niDcoISlLYylBNJOWmhtgQAAAAAANA3siVsjNLlJ3r0ROxBDkgo5OuRCUsg0+Lj4yXDC8zJyUkCnpxpWEImzk5KcMIoSYIzvxFqSwAAAAAAAH0jW8L2qFMlxBGTL0CWpyclJcl1JuSwhERMAk9ICUs4OztLQKaoo6dyEMJBxWgoJ+ITpqgtAQAAAAAA9I1sCRugjN0kPTxKSkxC6SpSYhVyWELJn+CQ4onExcVJhqoAhCWQOfJJSR09lcMSRqM5KQtIVJgwQW0JAAAAAACgb2RL2BijAVKU6Up1WdPhmziqyLjY2Fi5QW0JZIJR6oPpUE6mqRIEJExRWwIAAAAAAOgb2RK2RDk+RjEJucy1UaqEPIuYBJ4IgzghSxgFUE3jE+pUCQmPo7YEAAAAAADQN7IlbI/SnSdHJpT+PjkgIQ/upCzMIcUTkQdxouQ1Ms3oQ8VORUnqMh3ESSI+oUJtCQAAAAAAoG9kS9gGpVdIXWdCMkQm5Luu9/WPAAAQAElEQVRKQIJUCTyNhIQEyfAyYxAnPA11ale6JDyO2hIAAAAAAEDfyJawGerIhHJXTTJ0HhGTwNNITEyUCEsgKxhFJiRViMKoLZEq8ThqSwAAAAAAAH0jW8KWpJUzoY7oUOYaT0MOSwgODg4S8HSMog7qgIREZ3faqC0BAAAAAAD0jWwJG2MamZCfQiUaQecRnkZSUpJkeHURlkAWMo1DpNWGRG0JAAAAAACgd2RL2B6j0Zwk1aFTT5GAJ5ecnCw3eDPi6Zm+iuxMCmJLMEFtCQAAAAAAoG9kS9gkdYaElIG+PyCDlIiXvb29BFgTp6m0UFsCAAAAAADoG9kSNozcCGQ5OVuCVxSsh/N8uqgtAQAAAAAA9I1sCT2gwwhZS6lZAiD7UVsCAAAAAADoG9kSAABoCLUlAAAAAACAvlmj9yOTQ9JzPSYAANSWAAAAAAAA+maN3g+yJQAAyCR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D/Z+8+wJu67j6OH03vbcCAwaywAyTMAGFlB7L3aNombfZodrN3mtGkWU2bvZr9Zu8QSNgrhBH2Nst4D9nWlt5rlFyuda+MMR7y0ffz6HGlc89VkMfV0/PX//w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WmL1o4llCT6PCbSQDz/88Mcff2z8/Nf32u+0jIyMu+66Kz4+XgBoPmRLAAAAAAAAubVEi0ITN3GiWwJoISeddJJSQhDN7eyzz6YmATQ7siUAAAAAAIDcyJYA5KcUD0477TTRrIYMGTJ06FABoLmRLQEAAAAAAOTWEksNdEsAUWfEiBF9+/YVzcRqtZ599tkCQAsgWwIAAAAAAMiNbgkgVpx77rlKOUE0h+OOOy4zM1MAaAFkSwAAAAAAALnRLQHEipycnClTpoiD1qlTJ6UsIQC0DLIlAAAAAACA3OiWAGLI8ccff/DZ12eddVZzdV0A0CNbAgAAAAAAyI1uCSCGxMfHH2QmxJAhQwYOHCgAtBiyJQAAAAAAgNzolgBiy9ChQ5XSgmiSuLg4kq6Blka2BAAAAAAAkBvdEkDMUUoLTduF6aSTTiLpGmhpZEsAAAAAAAC50S0BxByltNCEzOpOnTpNmjRJAGhhZEsAAAAAAAC50S0BxCKlLKGUGQ7olPPOO89sbuJfN4DGI1sCAAAAAADIjW4JIBZZrValzND4+WPGjOnbt68A0PLIlgAAAAAAAHKjWwKIUUqZYfjw4Y2ZmZycfPrppwsArYJsCQAAAAAAIDe6JYDYddppp8XFxe132rRp05TKhADQKsiWAAAAAAAAcqNbAohdmZmZJ510UsNz8vLyxo8fLwC0FrIlAAAAAACA3OiWAGLapEmTGsi+Vv4qzz33XJKugdZEtgQAAAAAAJAb3RJATFNKDg1kXytFi7y8PAGgFZEtAQAAAAAA5Ea3BBDr+vbtO2bMGP14cnLyfrd4AtDsyJYAAAAAAAByo1sCgDj99NP1odannXZafHy8ANC6yJYAAAAAAAByo1sCQF1jxLRp07Qjffv2PeKIIwSAVke2BAAAAAAAkBvdEgDqjB8/Xo2RsFqt5557rgDQFsiWAAAAAAAAcqNbAkAds9mslCJCV4QpU6bk5OQIAG2BbAkAAAAAACA3uiUA/CYvL2/SpEkZGRnHH3+8ANBGyJYAAAAAAABya4nVD6toEj6PCbS5k046adCgQSRdA22IbAkAAAAAACC3lmhRaGJZgm4JoOU0cqEzLi5uwIABTVsV5e8XaBZkSwAAAAAAALnRLQFIos3/fPb7D2BlE2gMsiUAAAAAAIDc6JYA2pnGrw+24Uqi4d+y4b+Hv3ogDNkSAAAAAABAbnRLAFFtv38UkSYYjrfQn5j+OtJAlTFsXP9PolCBGEe2BAAAAAAAkBvdEkB0aWBFUn8obKThhwc6GKaBMoNhaUE7qD3X8C89bEKkQ0AsIFsCAAAAAADIjW4JoI01vt1BHdEeMixFNFCfCN0P+KpF0BsMeJTbb3f8v98P+k0mm8kSZzLblVtQWEN3lJvZEifMcWH/Ku1FpJH31X+POq5f99QeivSfA6REtgQAAAAAAJAb3RJAG2hMy4K+CKGvLoQdCvqd3prNfldhwFMa8JYFPOUBb7nfXRr0Vfi9FQF3ifJQGRcHyZJktWeZ7Rkma4bZlqHcUb5a4rJM1vS6O/GdLPG5lvgcfVlCHVEfausTofv73fqJKgWkR7YEAAAAAACQG90SQCtp5BZMhp0Q2kPK14Cn2Fe7Xbl5a7f7nTt8zh3+vTel6iBagb/G56wRzu0NTDGZ45TihDWxuzn0Na6r8tWWlKcMCpNFW6XQ1ypEU6sUlCggB7IlAAAAAACA3OiWAFpQw6UIw6qD0BUhfM7dXscaX/U65avXsdZTtTborxbRLRhw+2o3K7fwAyaLNbGXNXmALXWgLXmAPXWgJbG3yWzVFyoaX6XQlyi4kqBdI1sCAAAAAADIjW4JoPntN9ohUgVC7E19cJcvVSoQnqrVXsc6b9WqoN8hpBH0+2o2KjdX4efqmDVlsC25ry1loC1lkC31UEtCN9NeYu9l4YCqFKERWijQrpEtAQAAAAAA5Ea3BNA8GlmK0BYkfq9DOL1VK9wVS91lSz2Vv/hqNikHRSzxOVYpN2fBx6GHZnsHe9phtvTDla/29BFme7ZhlSK0VBqpREELBdovsiUAAAAAAIDc6JYADkrD1Qh9V0TdnYDXXfmrq3ypt/IXb+Uyj2OtCPoEfhfwFLuKv1duoYfm+K621GH29OH29MPj0oebbWni97KEYYlivy0U1CcQ5ciWAAAAAAAAcqNbAmiKSNUIfWOEWpzwVK50Fs90Ff/oKv5BtDWTOa4u0cFsN5lte29Wk8lusuy9b7IG/K5gwBcMeINBT91Xvy8Y9AYDnqDfJVpdwLXLrdyKvgo9tKUOicuaGJc9JS57sqk+EWHTJxX1CbQLZEsAAAAAAAC50S0BHIBGViPUO353sbNoRu2eb9ylPwU8JaLlWewZ9qRciz3dYk+z2FIttrTQfWtceuihNaGTODh+d7nfU+n3VihffXV3Kv3qV0+l11ngrd0tWoy3aqVyq976rHI/LmuyPWtSXPZEe9owk5FILRTUJxDNyJYAAAAAAAByo1sCaBR9VoQwqkPU8btcJXP2NkbM8DpWi5ZhsWfZkzrbErrYEpWvnZWvduV+UleT2S5amCUuQ7k1NCMY8LqKlOLE3hJFgde521NT99XrLGze7arcpT8qN8cGYbJ1sGdNjM+ektDpGEtcR8MWCuoTaC/IlgAAAAAAAHKjWwJoSOOrEQFfde2eL2t2fuwunRn0O0XzMVuT7Mk97End45Lz7Mnd7Ul5yh2TJV5ELZPZlpCj3MLHlXJF7W53Tb6nOt9Ts93tUL7m+1xF4qAFvcXuPf+n3CpXCVvaYfGdTk7ofLo1Mc9sNgtNWUK/19O+fzL1CUQNsiUAAAAAAIDc6JYADDRcjRBqY0Qw6PdU1Oz+1FnwmRrRfPDi0wclZg6NqytFKHWIPGt8tpCDUq5IylVuouM4dSzod7mrtyn1CXd1vrN8lbNidcBTKQ6Ct3KZcnNsuM+aPCih86nxOafZkvuYIgi77Kj3Qz9lrkhoE2RLAAAAAAAAudEtAdQTqSARVo3wuUudBZ/WKtWIktki6BUHx5qQk5h+aELm4IT0Q+PTByir9yJmmCzx8Wn9lZs64qne7qz41VmmlCh+dVVtVAoXokl81asdG5XbQ9bk/nEdpyV2PtWWOviA6hM0T6BNkC0BAAAAAADkRrcEUKcxmzUFAgFliby26IfaXR/W7PqgycvlYu9afEL6wISMujpEYuaw/UQ1xJi6jaqSu6flThV7eymcFWud5b86K1YpX32uYnHgfNXrlFvNln9aEg9J6HpOUtdzLQm5akEibKMnUb8Ioa1PcIFC6yBbAgAAAAAAyI1uCcQ6fUHCKDoi4CpdULPzg9qCTwKeEtFE5vj0AckdxyRlj0nMHKKUJgT2R6nfJGYdptxCDz01O2qKFlaXLKgtWRrw1YgD5K/dWL3xweqND9kzjkjocnZ8zqkWe7pSbVIqE/rOCZon0FbIlgAAAAAAAHKjWwIxqpGbNXmrfnXseN+5+yOfc7toEmtCp+QOY5I6jFG+mm0pAgfBntTN3rNbRs+zRNBXW7aqpmRBddFCV8VaIQIH8jRBT/l85Va55hZ79rFJ3c6Lzz7GZLGHFSf0mzuRPIHWQbYEAAAAUUHGEAAAEABJREFUAACQG90SiDmNKkj4aqry36jOf9XrWCOaJC61b2rO5OScI7WpCWg2Jmti1jDl1qHfFX53haNwlmPPT9WFcw7oOZTyhKf4S+UmLKkJXc5J6XmlNamndnMntWeigeQJlmvR7MiWAAAAAAAAcqNbAjFkv/s1BQIBb/WWqi3/rtnxdtDvEAfKZEnMHJaSMzG1y9HW+I4CrcISl57e/RTlFvQ5q4vmO/bMchTNCXgP5Mfnr3LueMm54+W47CkJ3f6S0Ok4pSqhbuUURj2J4gRaCNkSAAAAAABAbnRLICYYFiTq79cUcO75pmrrf13FM5UxcSBMlrikDqNTOk1KzZlktqcKtBGTNSGly1HKTQR9NaVLHbt/chTO8rmKGv0EQXfJDOXmSOiR2P2ShK5/sMalh3VORNrZieIEmhHZEgAAAAAAQG50S0By+y1I+D3l1dvfcGx90Ve7TRygxKzD0nKnpXU5VlkQF4geJmtS9mjlliNuqS39pWL751UFM4N+ZyPP9ju3OdbfVb3pH/Gdz0zMu9yeMkCNxY60sxPFCTQjsiUAAAAAAIDc6JaAtBouSCgLzR7H2qpNz9bu/qDxC9YhtoTOad1OTO92qi2xs0BUMyVmDVduOYfeWrX7h8qdX9aWLmtkN0zQX+vc+aZys2eMTez+14Sck0xmq3ZnJ6VEIShOoAWQLQEAAAAAAORGtwQkFKkgoQZIuMuXVqy7z1U8QxwIkyU+NWdKeveTErNHKI8E2g+zNTG9+8nKzVuzs2LnlxXbv/C5Cht5rqd8vnKrWpeb1OtvSd0vVtsmQpcs9Q7FCTQXsiUAAAAAAIDc6JaAVPZbkHCVzK5Y/4i7dJY4EAmZQ9NzT0rteozZmiTQntmScjv0u7xDv8tqS35WihNVe2YG/a7GnBhw73Ssvalm67+Se/4tvusFFmuCeS99MnZoPsUJNBnZEgAAAAAAQG50S0AS+y1IOItnVm141FU6t9FPKUyWhPRuJ2b2PM+e3ENAKqbE7JHKLcd7S8XOL8q3fuip2d6Y0wKuXVVrb67e8kRSz+sSul5ksSWGZU5QnMDBI1sCAAAAAADIjW4JtHv775Aoml6+/h+e8kWNfkphT+qe0ePM9O6n0B4hN7MtWSk7ZfY8t6ZoQdnW96uL5jcmeSLg3uNYd1v1ln8l97wmIffPFluSuqETxQkcPLIlAAAAAACA3OiWQPumLpYZhlrX7vm6csOjnoqfG/18puSOYzN6nq18JT0ilpiSOo5Vbt6anWXbPqjY8XnAW73fc4KeIsf6u6q3PJXU46qk7n9VKhza4gSB2GgysiUAAAAAAIDc6JZAe9VwQcJdvrTs1795Kn5p5LOZbSnp3U7K7HmeLbGzQKyyJeV2GnRDx/5XVuz4qnzbB27H5v2eEvSWVm+8v2bbv5P7/D0x949mi035DdQGYguKEzhAZEsAAAAAAAC50S2B9ids16awjZs81VvL19zhLPi0kc9micvK6nVBZo+zTNYEAdRlisRn9DhDuVUXzSvZ+KqzbMV+T1GKE461N9fmv5h8yD3xnU4w/y5Uogi7sqkPuejBENkSAAAAAABAbnRLoD1pIEZC4XeXVaz/R9W2F01Bb2OezZqQk93nD+ndTzOZ7QLQSe44TrnVliwp2fhaTcni/c73126sXHFhbca45L4P2NOGWiyW0GVNmzmhTqZtApGQLQEAAAAAAORGtwTaDcNdm36vSHiqtj5fsf6xoK+iMb9DtqRu2X3+lN5tqjA18dcVsSMxe2T37JGuijXFG16qLpyz3/ne8nnli46ydzo9rd89loTc0G+oPhA7NJniBPTIlgAAAAAAAHKjWwLtgH7XJm2MRM2uDyvW3uur3daYp4pL7p3d98+pXY4VJrMAGi0+fWC3Uf9yOzYVr3/ZUTBTiECD04Oewo+Ki75M6H5pcu8bLbZU7YZODQROUJmAIFsCAAAAAADIjm4JRLsGmiTcVevKVlzpLlvYmOeJTxuQfcjFKZ0nC6Cp4lL65I54xFOzo2TDy5W7vhVBf0Ozg25n/rOu3e+l9HsgoctZoV9afeBEqCJL2wRUZEsAAAAAAAC50S2B6NVAQSLgc5avf9ix+RnRiBgJe3Jex/5XpXSeIoDmYE/q1uWw+zr0/Wvh2mf2dk40JOgtrlp1uXPnG6mDnrEm9QqLwo60pxOrwLGMbAkAAAAAACA3uiUQjRqItg4EAq7in0qWX+Z37tzv81jsGR36/TUj73QyJNDsbEm5uSMec5av2rPqMVfFmoYneysWlM4fl9Tzb0m9rg9a4tTOCe2eTqFyBW0TIFsCAAAAAADIjW4JRJ0GmiS8zoKyX290Fny63ycxWeKzep2f1eePZmuSAFpMQsbgnke+6SiYWbT2OU/N9oamBj01Wx5zFnyQMvDpuMxxFoslbE8npeRG2wQE2RIAAAAAAEB2dEsgijQUbe33VW39T8Xa+4P+6v09jTm9+7SO/a+yxGUJoFWkdJ6SkjOhPP/j4vUv+T3lDcwMOLdVLj3F3umMtAEPm+3ZSnEiLA2btgmQLQEAAAAAAORGtwSiRQNNEq7yX0qXXe51rNrvkyR1HJsz8Hp7Sk8BtDKTNaPH2Wm5U0s3vVG65e2g393AXE/hR8Ul05MPuTux2x/N5n2VCbH3SkjbRIwjWwIAAAAAAMitJRa7zKJJWHeLZYY1CWVxNuBzl66+a8+cifutSVgTOnUf/Wz30c9Qk0AbMluTOvS/ss/kj5I6HLGfqf6q6nU3lS0+0VO9za8R2Cv0+y/q/2mwNBwjyJYAAAAAAABya4nVjyaWJfg8ZmzS7tS0rxqxl6dq7e5Z4xybnhBBf0NPYbZlHfLnPpM/Tuq4v4VgoFVYE3K6j3m228gnlDsNz/RVLilfOLF25zuRKhPa3cwEC8SxgWwJAAAAAAAgt5ZY/aBbAo0VaeOmQMBfuenp3T+N9TpWN/wMiVmH9574bsf+V5kscQKIJsk5E/tM/r+sPhcJk6WBaUG/w7HmmoplF3hdxYbFCfWv47f5tE3IjmwJAAAAAAAgN7ol0DbCPgCubZJwV28vnHd8+erbRLCh3fkt9swuw+7LG/uiPbmHAKKSyRLfccC1vSe9n5A5tOGZnpLvyuaPcxZ+r69MaOsTtE3EArIlAAAAAACA3OiWQBsIK0hot29ybH+74KeRrtK5DT6BOT3v9D5TPk7rNlUAUU+pnPUY90rnoXdb7OkNTAt6S6pWnFe5+nq/tzqsOKGtSVCZkB7ZEgAAAAAAQG4tsfphFU3C5zFjRKSahN9TXrLsCueezxs+PS7lkC6H3ROf1l8A7Up695NTO08uXPNUxXbllzzitc69+63Sstmph75oTx+uLUWYzWbTXsodtYgbOkpBVzJkSwAAAAAAALm1RIsC3RIwpt+4SW2SqC2auWvm4fupSZgsHfpe1mvi/6hJoJ0y21I6D70rb+wL1viODUwLuPLLl5zg2PCg3+cO282JHOxYQLYEAAAAAACQG9kSaCURN27y+8pX31G0YFrAXdjA6fak7j2PfCO7318bTg8Gol9dTvukD9JyT2xgjkkEnPlPlS+Z6q3d6fP59CHYbOgkMbIlAAAAAACA3MiWQGsIWzxVA669zsLC+SdWbX6qwbNNmT3P6zXxXZokIA2zLbnLYffnjnjMYk9rYJqv6peyhRNdJXPUykRY84SgMiEjsiUAAAAAAIDc6JZAiwvrk1BXVF1lS3b/NNpVOqeBc63xHfPGvtBp8I0mS5wA5JLSeUrvyR8mdRzb0CRfRdXyM6u3PKWvSWg3dArN1d5H+0W2BAAAAAAAkBvdEmhBDYRJVG35T8HcoxveuCmt64m9J32QmHW4ACRlsWd2H/1M5yF3mqyJEScF/c4tD1UsO9fnqQwrToRtifbbdCoT7RzZEgAAAAAAQG50S6ClRCpI+L01RUsuKF91kynojXSuxZ6WO+KxLoffb7YlC0B26Xmn9p7wTkLm0AbmeEtnlC+c5Klaq42aCH0lakIyZEsAAAAAAAC50S2BFhEpTMJTvaVg9nhnwacNnBufPqjXpPdTOk8RQMywJeX2GPtS1iF/rou7jiDg2l6x5Bjlz0e/oRNREzIhWwIAAAAAAMiNbgk0v4hhEqULCn46wutY18C5mT3P6zn+FWtctgBijcncsf9V3UY/1VCTUMBVvfqvVRvuV2oS2hxsoiZkQrYEAAAAAACQG90SaGaR9m5y7Hh3z7zjgn5HpBNNloRuI5/oNPhGYbIKIFYldxzXa+J7cSl9Gpjj3v5s1co/B3xOfQh2WM6E4KPu7RDZEgAAAAAAQG50S6DZNBBwXb7mrrJlfxFBX6Rz7Sk9e014OzlnogBini0hp+eEN9PzTm9gjqf4q/IlU73OIv2GToRgt3dkSwAAAAAAALnRLYHmETngurZw0dlVm55s4NzUrsf3OvIte3J3AWAvk9neecjtXQ9/0GSJizTHX72yYskx7qo1fg1tZUIQNdE+kS0BAAAAAADkRrcEmkGkgGufu2TP3Cmuwq8inaisveYc+ve9a6/xAkB9eyt2/7Mldo00IejeVbX0RFfJrLoSICHYsiBbAgAAAAAAyI1uCRwsw4Br5Y6nal3BrLGeyhWRTrQm5PQY/2pGjzMFgAjq9jeb+E5yzoSIM/w1jhXn1Gx/PaxnQv17FFQm2huyJQAAAAAAgNzolsBBibR3U23RrII5E/zOnZFOTMgY3HvCO/Fp/QWABpmtSd1GPtmh76URZwT9tRtudqy/M9Qyoe2cCP09kjPRvpAtAQAAAAAA5Ea3BJouUk3Ckf9m0cJpQV91pBNTOk/JG/uS2Z4qADROdr9Luw5/SJiskSa4d75YufxCn8fh8/lIwG7XyJYAAAAAAAByo1sCTRSpJlG+9v6yFVeIoD/Sidl9L8kd8ZjJbBMADkRql+Pyjviv2RaxnuctnV71y6k+d5lhAjaVifaCbAkAAAAAACA3uiXQFJFqEqUrrqva+GjE00zWrsMf6tDvCgGgSRKzhvU68s0GQrB9jhWVS0/yuooNoyaoTLQLZEsAAAAAAAC50S2BA6avSez9QLa/ZNnl1fkvRzrLbEvOO+K/qV2OEwAOgi0pt9eRbyVkDI40IVC7oernqd7aXaGQCfWrtjgRmsklNzqRLQEAAAAAAORGtwQOjHFNwu8pXHxhzY63Ip1lS+zac/wbiVnDBICDZran5o19KbXLsZEmBFxbK5dO9VRvaUxlghXnaEO2BAAAAAAAkBvdEjgAxjUJn7to8dmuPZ9GOishY3CvI9+yJ+cJAM3EZLZ1Hf5wh76XRpoQdO+qWjrVVbleKUhECsHeN5lrbzQhWwIAAAAAAMiNbgk0VoSaRG3R4tNdRd9HOiu505F5Y18021MFgOaW3e/SLsPujXTVDXpLqped5K5YGeqWoDLRXpAtAQAAAAAA5Ea3BBrFsCbhc1cUzj/RVfxjpLPSuk3rNvIJk9kuALSMuq0/Ec8AABAASURBVL+yURH/yoK+8urlp7nKFlGZaEfIlgAAAAAAAHKjWwL7F6EmUVa04AR3+eJIZ2X2uqDuc9ymJv4+AGik5E5Hdh/zrMmaaHg06HdUrzjHWTyrMZUJRAOyJQAAAAAAgNzolsB+GNYk/N7aooWneCpXRDqrQ/+rOg26XgBoFYlZw3uMfdFiTzM+HKit+fVCd/nP+61McBGOBmRLAAAAAAAAudEtgYYY50n4PcVLzvFULI1wkrnLsHuzD/mzANCK4tP69xj/ujWhk/HhoNux4lx35WoqE9GPbAkAAAAAACA3uiUQkXFNIuAvWnKRq3iG8Tkma7dRT6R1myYAtDp7Uree49+wJXUzPuyvql5xlsexmcpElCNbAgAAAAAAyI1uCRiLUJMIlK38m6vwc8NTTJaEvCOeS+50pADQRqzx2T3Hvxaf1s/waNBb4lhxhqdmJ5WJaEa2BAAAAAAAkBvdEjCgr0mEVG54tDr/FcNTzLaUHuNeSswaIQC0KYs9PW+s8sc43PBo0L3bsfwsj7OYykTUIlsCAAAAAADIjW4JhDOsSShLlo78NyvXP2B4iskSnzfmufi0/gJAFDBbE7uPfiY+fZDh0aBrc/WKs3weB5WJ6ES2BAAAAAAAkBvdEqgnUk2ids/XZSuuMj7HZOk++ulIC6AA2oTJEqcUC+NSehseDdSscay80Oup1VYmwrqjQjO5LLc+siUAAAAAAIDc6JbAPmELkWpNwlk8q2jJ+cpKptFJ5tzDH460XQyANmS2peQd8bw1IcfwqL9yQc3qv/i87lBlQv1KZaLNkS0BAAAAAADkRrcEwoV+CqHVSeWrp3Jl8eIzTUGv4eQuw+5K6XKUABCVLHFZPY74r8WeZnjUV/ZD9ZqrfT6vYWVC6EqVaB1kSwAAAAAAALnRLYHfaFch99UkHBsK508N+msNT+nQ7/K0bicJAFHMlpTbfcy/zdYkw6O+ks9q1t+qrUmoIRPKV0Floi2QLQEAAAAAAORGtwTqaGsS6v4t3tpdRQtODHjLDE/J6HFGdt+/CABRLz6tf7dRTwuzzfCod8//ajY/6vP5whKw9ZUJtA6yJQAAAAAAgNzolkC9X4LQQqTy1ecuU2oSfleB4SkpnafkHPp3AaCdSMwa1m34I8JkMTzq2fGUc+framVC3zMRwtp06yBbAgAAAAAAyI1uiVin3aFFFfDVFC442VezyfCUpA5jcoc/rPzEBID2IzlnYpdh90Q66tp0u7v4+7DdnIi/bhNkSwAAAAAAALnRLRHT9DWJupVIv6do0Rneyl8MT4lPH9Rt5BPCZBUA2pu03BM7Dbo+wsFgzdorPFXr/L+jMtFWyJYAAAAAAAByo1sidhnXJAKBsl9vcpXMNjwlLrl33pjnTJY4AaB9yux1QVafPxoeMgVqa1b/0eep0pYlwooToZlcq1sU2RIAAAAAAEBudEvEurCY65rdn1bnv2w405rQKW/cf8y2FAGgPes44Jr07qcYHgq68mvXXuH314u/1tYkWJ5uBWRLAAAAAAAAudEtEaO0K4xqsK3Xsb5s+aWG8y32zB5HvKB8FQDav85D7kjOmWB4yFc2o3brP8NCJoi/bk1kSwAAAAAAALnRLRGLtD919XPQPk9V0eIzg/5a/XyzNSlv7H9sSbkCgBxM5tzhjyZkDjM86N3xtLv4e5+vXs8EWzm1GrIlAAAAAACA3OiWiDn6SInQh6BLf/mTr2aL0Rmm3JGPxaX0FgAkYjLbuo/6ly2hs9HBoHP9VV7H+kgJE1QmWhTZEgAAAAAAQG50S8SosJhrx9bnXUXfGc7s0PfSpOzRAoB0zLaUbqOeNJntBsf8NbVr/uR1V/p/F6kygWZHtgQAAAAAAJAb3RKxRRspoa4tuiuWla++zXB+Uvao7H5/EQAkFZd6SOehdxoeCrryneuu9Pm82rKEWpkQ9a8naEZkSwAAAAAAALnRLRFD9JESygqjz11asuRsEfTr51sTcnJHPKYsSQkA8krLPTGjxxmGh/zlM53bnlDjr8N6JtRpVCaaF9kSAAAAAABAbnRLxArjSAm/r2TJeX5XgX6+yWzvPvopsy1ZAJBdzqCb49MGGB7y7njaUzKdkInWRLYEAAAAAACQG90SsSUsUqJy/YPusnmGM7sMuzsupY8AEAvM1m6jnrDY04yO1Yu/Vr6qF5CwygSaC9kSAAAAAABAbnRLxATDSAln8cyqTf80nJ/e/dTUrscLADHDGt9x76ZtRhfwuvjrv/i8TrUyEVaTCBIy0azIlgAAAAAAAHKjW0J+2p9xaDFR+eqpyS9d+gfloH5+XEqfnENvEQBiTGLW8A79LjM8FHRtdm19NGwrJ0ImWgjZEgAAAAAAQG50S0jOOFLC5y5ZfFbAW6mfb7Yldxv9lMlsFwBiT3bfi5M6jDE85N39ordisc/nUxsmCJloIWRLAAAAAAAAudEtERPq1SQCgbJVN3kdq40mmnJHPGpLyBEAYpQpd/g/bAmdjQ4Fneuv9vt9hEy0NLIlAAAAAACA3OiWkJlhpETNzvdrtr9qOL9D378mZY8WAGKY2ZbSbdSThi1TQfcuV/5ToYYJQiZaDtkSAAAAAABAbnRLSCtsw/fQ55q9jvVlK640nJ+UPSq7318FgJgXl3pI56F3Gh7y7njKW7FIrUwQMtESyJYAAAAAAAByo1tCTsaREn5v8ZILggG3fr41ISd3xGPKD0EAgBBpuSem551udCTgXHe5z1WsrUwE6xM4OGRLAAAAAAAAudEtITPt9k3K0mHV5qe91Wv100xme/fRT5ltyQIAftd58C3xaQMMDniLneuvCoVMqNnX2oYJtnI6SGRLAAAAAAAAudEtISHttzG0Vqh89VRvrVj/oOH8nENvjUvpIwBAy2ztNuoJiz1NfyRQOc+96w01+1otToSuNuo0LulNQ7YEAAAAAACQG90S0tJ+cllZKCxfcbkp6NVPS+40Pr37KQIAdKzxHTsfervhIU/+I15ngbZbIlSWEJqLD5qGbAkAAAAAACA3uiVkE7aJSmitsHrHu+6yefrJZltyl2F3CwCIIKXLUcmdjjQ4EKjxbLk3bB8ntnJqFmRLAAAAAAAAudEtIRX99k0Kv6eics3fDed3GvA3iz1TAEBkXYbeabIm6sd9pV96y+c2UJkIYUX7QJEtAQAAAAAA5Ea3hITCtm8qW3VLwFumn5aQOSw971QBAA2yxGV1GnCd4SH3plt93tpAfUENgQNHtgQAAAAAAJAb3RLyCNs4JVSTcJXOde56x2C22db1sAcEADRCRo8zEjIG68eD7u3u7f/y+Xxhqdds5XQwyJYAAAAAAAByo1tCEmFbpoRWBv0+V/mKyw3nd+x3uS2xswCAxuky7H6lnKkf9xe87KvZqG7lpK1PcElvGrIlAAAAAACA3OiWkIp27xRlWbBqwyO+2nz9NHtyr6zeFwoAaDR7cvcOfS81OBD0ejbfoo2X0DZMhLVNoDHIlgAAAAAAAHKjW0IG+u2bFN7qTY4tTxnMNlm6Hv6A8lUAwIHI7nNRUsex+vGAY6lnz7va7OuwmkQIV/hGIlsCAAAAAADIjW4Jqah9EoGAv3zFpSLo08/J6n1BfFo/AQAHymTpMuR2k9muP+LNf9jrLArbx0lbnxBoNLIlAAAAAACA3OiWaPcMWyWq819xly/RT7YldO7Q7woBAE1iTcjJPuQSgwP+Km/+g6GGCeUSFKpM6Ddx4iLfGGRLAAAAAAAAudEt0b7pk64VPuee8jV3Gs7vctgDJqPQWgBopOw+f7QldtWP+0s+8VXM027lpFYmlDsCjUa2BAAAAAAAkBvdEjIIS7ouX3WD8Nfop6V3PyUxa5gAgINhtnYZdpfhEc/mvwd87lDDhLYyIX6/TAnWuBuBbAkAAAAAACA3uiXaMf32TcoKoLNohnPP5/rJFntmp4HXCwA4aIlZI1K7HKcfD7q3u3c8G5Z9rfZM7JtGZaJBZEsAAAAAAAC50S0hA7UmEQz4yn/9m+GczkP+brYlCwBoDp0GX2+2JunHvbue99duUysTaucE2deNR7YEAAAAAACQG90S7ZVx0vX2t/zObfrJyZ3Gp3SeIgCgmVjjsjv0v1I/bhJe16ZbtPES2poEWzk1BtkSAAAAAABAbnRLtHvqSp/f56ra9KjBDJO186G3CQBoVpk9z45L6aMfDzoWeku+M6xMCDQC2RIAAAAAAEBudEu0S2FNEqE9Umq2v+537tRPzsg7w5rQSQBAMzN1GXZ3XYOEjnfnU36/T599TcNEY5AtAQAAAAAA5Ea3RPu2b5HP76ra9Lh+gsmS0KHfpQIAWkB8+sC03BP048HaNd7ir/ebfQ1DZEsAAAAAAAC50S3R/mhbJZQ7oSW/0pV/C7gL9ZM79P2LxZ4mAKBldOh7qTBZ9ePerXf6vTX6yoTQXL5Y7DZEtwQAAAAAAJAb3RLtjPZbpHZKeGu2O3e/p59sje+U1esCAQAtxpaUm9nzbIMD/nLP7tdCNQl1KyftJk6IhG4JAAAAAAAgN7ol2iVtpITytXLDQyLo10+r277JbBUA0JKy+1xsssTpx/0FL6kNE9oEbBImGhaF3RICAAAAAACg+dAt0Z4Ytkr4arY6dxm0StgSu6Z3myYAoIVZ4tIze51vcMBf7t39aqgmoc2WoGGiYVHYLSEAAAAAAACaD90S7Y92XU9Z5qtY/7AQAf20jv2vECaLAICWl937IpM1UT/u3/Oi3+sI1BdWnKBEEYZsCQAAAAAAIDe6JdoNw1YJf+025+4P9JPtyXmpXY4VANAqzLaU7F4XGhzwV3kLXqNh4oCQLQEAAAAAAORGt0Q7E94qse7BCK0SVwlTE38QANAEmb0vVIoT+vHAnpf9XkekeAkaJvTIlgAAAAAAAHKjW6J9iNgqUfB/+slxKX1SOk8RANCKzNbE7D5/Mjjgr/LuflWtRuhTrxGGbAkAAAAAACA3uiXak7BWifJ1Dxi3Sgy4RgBAq8vseY7Fnq4f99dvmDDczYkShYpsCQAAAAAAIDe6JdqBSK0SroKP9JPj0wcmdxonAKDVmSzx2X0vMRgPOHwFr9Aw0UhkSwAAAAAAALnRLdFuhLdKrL3PsFWi08AbBAC0kYy8M61x2fpxpSxBw0QjkS0BAAAAAADkRrdEtIvYKrHnE/3kxKyRiVnDBAC0EZPZlt33rwbjAYdv90s0TDQG2RIAAAAAAEBudEu0D2GtEpUbH4vQKkGqBIA2lpF3ijUhRz/uK3zD73PSMLFfZEsAAAAAAAC50S0R1QxbJXzuUufuD/WTkzuOi08fKACgbZmsHftdZjDsr/QVfaxtmAirSSCEbAkAAAAAACA3uiXagbBWiZrtrwYDbv207EP+LAAgCqTlTrUmdNKP+wtf8/8u8DsaJsKQLQEAAAAAAORGt0T7oK7WBQP+mm0v6CfEpfZLyCRVAkB0MJkze5xtMO7a5KuYp2+YEKzJwXG5AAAQAElEQVR9a5AtAQAAAAAA5Ea3RPTaV4rYeye0flez+5OAp0g/OavPhQIAokZG3hkmS7x+3F/4hrZVQq1PCM3lLsZLFGRLAAAAAAAAudEt0Q7U28Ep36BVwmLPSutyjACAqGG2Jad3m2ZwoPLHoHt3aB+n0GVNu4+TANkSAAAAAABAdnRLRKmwVonQHU/lSm/FIv3kzJ5nC5NVAEA0yep1obKmrRsOeAteayBYgoYJsiUAAAAAAIDc6JZoB9Q1O8fWf+uPmsz2jB5nCgCIMrak3KSOR+jHgyUfBHw1+oQJ3gJCyJYAAAAAAAByo1siGml/Kur2TT53qXvPJ/rJabnHW+xpAgCiT1av8w1GA9W+4o/CEia08dcxjmwJAAAAAAAgN7ololewvpr8l4MBt35aVq8/CACISkkdxtiTe+nHA4WvKnUIbcJE2BVPxPDeQWRLAAAAAAAAudEtEdX2LdEFvNXbXtRPSMwaaU/pKQAgWmX1Otdg1L09UDlH2yfBVk4qsiUAAAAAAIDc6JaIOkGjsOvagk+D3mL9ZOP1PgCIGmndppmNNprzF74RtoNT6KuI+eBrsiUAAAAAAIDc6JaIamqwRE3+K/qjtqTc5JyJAgCimMlsz8g7XT8erPzJ79xh2C0R4yVqsiUAAAAAAIDc6JaILvqwa4WvdpunfL5+cmZPWiUAtANZysXKZNGPB0o+VoOv9cESZEtECd6dAQAAAABA86JbIhqFRb/W7HxHP8dkSUjvdrIAgKhnictK7Xy0ftxf+sl+4yVicEGcbAkAAAAAACA3uiWilLp9k8K56z39hNQuR5utiQIA2oP0vFP0gybPjmD10oBOLLdKCLIlAAAAAACA7OiWiCKGWa/usnl+Z75+cnq3aQIA2omk7JHW+E76cX/JJ+zjFIZsCQAAAAAAIDe6JaKU2i1Ra7SDkzW+Q2LW4QIA2g1TWrcT9aOBsi9EwNtw8HWsvTWQLQEAAAAAAORGt0S0MAy7Dvpdrj2f6iendz9ZWSkSANB+ZHQz2scpUOsr+y5Sw0RsIlsCAAAAAADIjW6J6BKsr7bgs6C/Rj+NsGsA7Y4tKTc+fZB+PBA5+DpsU7sYQbYEAAAAAACQG90SUUe7qbpzt0HYdULmUFtiVwEA7U260T5Owao5QW9JpMqEiD1kSwAAAAAAALnRLREVwrZQDy3G+Zy73SU/6iendT1RAEA7lNblBGGyhg2aRMBX/GlAIxjbwddkSwAAAAAAALnRLRFFtGtwda0SBZ8oj8InmazpuZQlALRLZntqSqfx+vFg+ddhNQn1zr45MbMyTrYEAAAAAACQG90S0UVdj1O4Cr/QT0jNmWyyJggAaJ/ScqfqB03OX/2uPZHiJUSMIVsCAAAAAADIjW6JtqffwUn56veUecoX6iendj1WAEC7ldxpvMkSpx8PVnwfqSYRa8UJsiUAAAAAAIDc6JaIFtqahPLVXdcqEf7dUNbykjseIQCg3TKZbSmdJurHgxXT95t6HSPvEWRLAAAAAAAAudEtEUW0OzjV7jHYwSm541iTJV4AQHuW0nmyfjBYvTjoc+hTr2NwHyeyJQAAAAAAgNzolmhjhjs4BXwOT9ls/eSUnMkCANq5lE5HCrMtbNAkAoHy7yPVJGKqOEG2BAAAAAAAkBvdElEhbAcnV+G3IuAJn2SypORMFADQzpks8ckdDPajC+zdx0ndwSlm93EiWwIAAAAAAMiNbolood3ByVlosINTUvYoszVJAED7l2q0j5NwzAn6nezjRLYEAAAAAACQG90SbclwB6dgwOMu/l4/OSVnkgAAKdRtSWeyhA2agt5A5Sx9QSLW9nEiWwIAAAAAAMiNbom2F76DU9F0EXDpZplSuxwtAEAKZltyYubh+vFg+XRtt0Toq6i/Mi79OwXZEgAAAAAAQG50S0QFdd1NWYNzGbVKJGQOtdjTBADIIrWLwT5Owaqfft/NzrhnIhaQLQEAAAAAAORGt0S0UNfdPKWz9EeN92EHgHYrJWeKftAUcARr1zQQeR0LyJYAAAAAAAByo1uizWh3S1cFXLv9zm36yckdxwsAkIg1Pjs+rZ9+PFA5N6wmEWs9E2RLAAAAAAAAudEtES1Cy22GOzhZ7Bn25DwBAHJJyh5tMOpY8FuZtn5lQmjWx+V+syBbAgAAAAAAyI1uibanXXdzFv+on5Dc6UgBANJJ6jDKYLRmacDvMoyXELGBbAkAAAAAACA3uiXakvYjwKEPB3tKjcoShit3ANDOJWYdLkyW8NGgx1+1RB8vob1aCqmRLQEAAAAAAORGt0Tb0H7f1bU2T8Vy4XfoJxvvcwIA7ZzJbE/MPMxgvHqB8lWtScRa9jXZEgAAAAAAQG50S7Qx7QeB3aU/6SfEpfSxxGUIAJCR4T5Owar5ardEpK2cJH6/IFsCAAAAAADIjW6JqBBaa/OWzdYfSupAqwQAaSUbXuKcawLeCv0OTjGCbAkAAAAAACA3uiXaQP08CTVXwu0um6+fnESwBAB5xacPNNtSwgaVN6ZA1Tx1+yahv2BK/WZBtgQAAAAAAJAb3RJt77cdnMp/FkFP+DGTJSl7pAAAaZmMr3LVS9VgiUjZErKulZMtAQAAAAAA5Ea3RFvSfvLXW/GzfkJi5lCT2S4AQF5J2UY9YbUrgvXDrmOkVUKQLQEAAAAAAGRHt0RUqCtLVBqVJbIOEwAgNeMLnXNdwOcOq0yI2EC2BAAAAAAAkBvdEq0t0j7pHqNgiYT0wQIApBaX3NNkiQsbNAlfsHZVqCahfBWxFC9BtgQAAAAAAJAb3RJtLLS45nfuCvrK9EcT0g8VACA3kzkhfYjBeO0K8ftFMqbiJciWAAAAAAAAcqNbos2o62t1rRJGwRK2xK6WuHQBALJLyDTqDKtdGYzJeAmyJQAAAAAAgNxaYvXDKpoklrslfFVL9YcS0gcJAIgBhhvWBauX62sSIgaQLQEAAAAAAORGt0Qb0PZJhO54K43KEhkESwCICYmZBhvWmXwFQW+J2jAhNPESQnP9lA/ZEgAAAAAAQG50S7Qq7bdbXVkL+H2eymX6yfLlXQeC/rLa0gp3hXJHtAy/P5hsT+mQlB1vSxAA2gmLPdOakONz7gkbD9YsD8Yfp2+YkPv9gmwJAAAAAAAgt5ZY/WhiWSIGP4/5W6uE41cRcIUfM1kT0gcKuSzcOe/7Ld/6Az7RMvZ+qlpUVrh7Zfe8bsI1VnMTfxUBtD6lEOvQlSXq4iUyjw3qEiaEpjIhX4mCbAkAAAAAACC3lljPoVti/7Traz6lLKETn9ZXSLeqvnjXQrUmYTXbE2wpVrPNsvdlKotwHp/T4S4VB0H5/bFYhMUqNpdsKaja3S29uwDQTiRkDHYU/BA+WrsmrBohfr9+0i3RamLq3RkAAAAAALQCuiXaQNhWTl7HWv0c+XZwUtT6akJ3UuOzu6Qdoj2kfB+UikW1uywoDvZ3YO8vUqDCWdUtXQBoL4wveq5NaquE2jAhZEe2BAAAAAAAkBvdEq0t7AO/dcvxNev10+JT+wpJmYQpJ6WXdsTrdxdV59e4Kw6+JgGgnaprEdMx+Qr9XofFkh6WdK3tn5DvjYNsCQAAAAAAIDe6JVqPYd513SZO1QZlibiUnkJSSfZ0s9kSuu/ze8pr95Q79zQpBNs0pPPkMXmn2S0J2ytWzdj4eo2nQgBon8zWRGtCJ5+zMGzc5Nog4kfpqxESI1sCAAAAAADIjW6JNvPb53wDzoB7t/6oxN0ScbbE0B2lJpFftsobcIsmGZwz8bRDbw7dz0rqajJZPlv1hDhwzz798LdffxzpqMlkTk5JSU1Lz0jP6tGzz8BBQ8eNm2K12cT+uF2upT8vmD/vx/xtm8vLS6qqKpOTU7OyOnTNzRs4aMio0eNzOudGOvftt158538vqg8f/Me/Dzt8tDhwb7353/fefll9mJGZ/ebbX5vNZnEgli9bvGL5kvXrVhcW7i4tLc5Iz+zVp1/vXn37HDJgxKhxkZ4t7Lv67/++p3z3DGe++/bL/3vzv+rDsBc79bgR6v2Bg4c9/sS+l/PUk/dP/+5zcSCysjq++c7Xyp1L/nTqnoKd6vjfb3/kyIlHN3DiL0sX3nX71erD/gOGPPHUqwf5bwh54vF7Zv7wleHMuLj47I6dsrM6ZXfo2Llz7qTJx3fukiukFpfcS1+W2LuP08igjpA39ZpsCQAAAAAAIDe6JdqAdmXNU7VKP8Eal22yJghJWcx2UfdNCOyu3NjkmkRWYu7x/S/XjgzuNKFpZYmGKf9OR1Wlctu1I3/Vr798+fkHXbp2v+nm+/sNiBj+Ue1wfPD+a19/9ZGztkY7XllZpty2bFk/Z/b3L/73ySlHn/jHP12Zld1RtAzlt+v7bz/TjpSXlSycP2vs+MmNfIY1q5a/8MKTmzas0Q4WFRUot4Xzf1Lu5+X1/uvlNzStZNK2jjp66ttvvaA+nDd3RsNliXlzZ2ofTpx8nGh5brdL+a1TbqGHSvFm7PgpN91yv1KuEJKKS+lZU7wgbDDo3Kjvk5A79ZpsCQAAAAAAILeWWNg5sM9iq2Lw85h7d3Bapx+3149ekE7d8pbH76r1Vokmibcmnz3sziR7mnbQ6asWrWL3ru233Xr52jUrDY8WFRbc8Lc/ffThm2E1iTBKtWPG9C+vu/oP+ds2iZax7JdFZaXFYYPff/dZI0//ceY3t958WVhNIkx+/uY7b7vq/ntvcLtcol2ZNPl47cNFC2crNYBIk5W/07lzZqgPzWbL5Pqnt5r5c2f+/ebLamta6Ve99cUlG1363JsMWyUkRrYEAAAAAACQW0usfjSxLBEjn8fUpkood7yOtfo5ccnSBkuIvZHXytfymj2iSUzCfOrgGzsm54WNz9v6gWgtyhL2Iw/fFggEwsYrK8pvvenSXTvzG/k85eWlN15/yY78raIFfP+tweZCPy+ZX6qrVejN+um7fz56VyDQqMCPRQtm//Pxu0W70qVrt779BqkPPR63UpmINPnXlb9UOyrVh8MOG5WSmibayIb1q5984j4hKeNMnbpNnILKn5t276aw+0IuZEsAAAAAAAC5tcTqB9kSEanraOpDf41h3rXM3RJuX60/4Kt0FYkmGdvjjH4dx4QNbixe/PPOr0VzuPb6uzp37ho26HI6Fy6Y9d23n6ojJcWFC+b/NG78FO20hx64paioQDuSkJg0YsS4Xr0P6dHzkMLCXVs2b1i+bElR4b40EWdtzYMP3Pz0s2/FJzTntl3VDsfChbP048rq7nfffHr+hX9t4NxdO/Kf/teD9cdMw0ceMWDAkN69+5VXlCkr49O/+9zv96mH58+d+ePMbyZPOUG0netvvKdjp84Nz7FZ94WCTJx8nPJC1Idz58yYMPFYw7PmzZ2hfThxkvG0Jvwb9G68+b7sDp20IwUFuz77+J38/M3qyIJ5Pyo/xONOOFVIJy71EP2g2V8a9JULawfDrZykfNcgekbc4gAAEABJREFUWwIAAAAAAMiNbIlWEvbS1MU1X43BJk7GHxmWRYWz0OlxBEVTftZ9skdM6n1h2GBB1ab3lt8fCDbqo/371a/fIMNw5lFjjkxMSv7ko/+pI+vXrdKWJWbP+n71qmXaU/ocMuC2Ox7JqV/k8Hm9//fBm++/96rH81uuxs4d295795U/XXy1aD4//fiN17MvtyMjI6u8vDR0XymunHfBXxr4y3/pxX+5XU71YU7nXGW1ffChh6kjxx1/yjnnXfz3my8r3LNLHZz+3RdtW5bo129wt7wD+MOZOOm4V158Wu0IWbJortvtMoxtmKfZwclmjxs3/ijRTP8Gg2fof2jX3O7akSFDRxx11In/fOyeObO/Vwfffeflo4+dZrE08WIbtczWRGtcts9dEjYedG4KxmVL3yShIlsCAAAAAADIjWyJ1qb9nK/w1wbcBnsZxaX0FlJz+2vFgUuOyzz90FusFrt20Ot3/9+Kh5urJtGw4SOO0D4sKqz3s/vow7e0DwcNPuzJp1/L0TVeWG22cy+45Oprb9cOfvnFh9WOJiZtGJr+/Rfq/X4DDj3ltPPVhyXFhUt/nh/pxO3btixZPFd9aLZYHn38BW1NIqRjx5z7HnjabLaoIyuWLy4qauLGXG1CKdUMGTpcfahUiRbON+gvWbtmpVrRUYwZMyEhMVG0LuV35sab7+3abd/GZcVFe+bOniFkZJys49oYKV5Cf0cCZEsAAAAAAAC5kS3RBtQ1NV/NBv1Riz3DYm+znetbU0ZCzrSB15wz7K7Duh6338kJtpTzD7tf+aod9Af8H654qMxZINpCSmqqer+0tHjTxnoxIZdefmMDH2Y/6pipeXn7ik/O2pr5834UzWTLlg3af8xRR0099riTTaZ9f5jffxsx+PrHH7/VPpw69cywPYVU3br3mDT5uN59+p8w9fRrr7/r+Rfe6xBhZtSaMKneL97cuQYL/fPmzqx3ysSIOzi1KJvdfuaZF2lHVq5cKmRknKzj3i40TWbSN0yQLQEAAAAAAORGtkSbqdvByblDP25P6iZiQLw16Q/DH85IrNuIv3/HsSlxWbO3vNPA/KP6/Klzar0mkmAwsGTH5xtLfhatJaxy0F2zXc+C+oemHD21zyH9RYOOOmbaqy8/rT78deXSY48/RTSH77/ZV3Ww2eMmTjo2OSV15Ojxi39PdV64YHZlRXlaeob+3LB9qI6ceIyI7MZb7hft2YQJx/z7mX+oIRmLFszW7+Ok3cEpPiFx1JgjRRtRfoLah2tXrxAysicbXQC9BWrkdVhCj5TIlgAAAAAAAHIjW6JVhX3I1+/cqZ9jS8gRMWBIl6NDNYmQw7oeO3/bR76A23DymO6nDe92Ytjg2qL5361/UbQ8n8+3ffuWzz5574fvP1cHleX+seP2BUts2Vyv8WXcuCn7fdruefU2q9m2dbNoDsq/dsaMr9SHY8ZMVGoSyp2jj5mmliWUhfjp339+5tl/DDvX43GvXbtSO9K7dz/RHK66/FzRwi6/9Kz9zvnqu3pFrITExNFHTJj/ez+E8m1RKk/ahIxNG9dpM8wnTDzGarU277+h8TIystLTsyoqfttRaufOfCEjW7zRBdBT91MIa4/QligkWzQnWwIAAAAAAMitJdZz6JYwFvYhX+WO37VLP82W0M52wmmaBGuy9mFqfIeclB47K9frZ+am9Z/UJzzmurR21zfr/iNaQCMX0E8+5ZysrA7qwypHpfaosoK832fI61Gv+aOsrEQ0h/nzZtbWVKsPjzpmaujOEWMnpaalV1VWhB5+9cX/6csSJcVFAf++lI7UtIz4hAQhtQkTjp2v2aZp7pwZ2rLEvPrbOk2afLxoU8kpKWpZQimiKGUkuz1OyMXwAmjy7gm9QRhmS4TGZXr7IFsCAAAAAADIjWyJthFaVvO7DLolrLHRLfFrwY/+gE99aDaZJ/X+g35aZmKXc4fdE2etFzLs8lZ/sPyhaneZaCNDh4067/xLtCPqcn+I4f5IYTp2zIlP2Pe6KirKmuX3/4fvv1TvZ2Z1UGO6zWbzUUdNVQ8VFRWsXBEeTuD1ebQPu3XrIWR3xLhJ2p/CkkVznbU16kNtsERaWuaQoSNEm0pISNI+rHY4hHSM28V8JSLo03abhXVOSIZsCQAAAAAAILeWWP1oYllC4m6JsO+y+jBg3C0RE2WJSndxeW29qOpeWYcn29PDpp086PqkuPDBT1c9UVS9VbSFDh1zzr/w0gf/8VxCYr0FYq+33oK+1+NpzLNZrTbNo6Bf06nQNKUlRb8sXag+nDzlBKUaoT487oTTtJO//eaTsNNNwXp/gG6P8Z5aMrFarePG79txa+8+Tj+F7udv27RLs1HSlKNOaPMLVNh/3yPjD8gSlyFMlrBB5YUrV0t9tkSkS2t7R7YEAAAAAACQG9kSrUq78YgiEMObOPkD3h2Va7I18bbKL0CXtH4biheFHppNlmkDr8nLGBx24vxtH60vXihaXVZ2p3888nzXbnmGR5OSUrQPd+/e0U0TiG2otqa6WrP1k1LnaDi3oDGmf/eF8mulPjzmmJO0R7t179Gv/+D161aFHs6bO7Pa4UhO2fcvD6VQqEqLC0Uz+fd/3+vRs4/hoXfffvl/b/5XHLT/vvjhfr/nhiZNPn7G9H0tJnPnzgjtfDVvzsywaft9qib/GxqpVtPJoUisXxuThj0p11OtS86o28epl2FNgmyJlka2BAAAAAAAaF5kS7S2fXuPBH0BT5F+gnHiq4xWFfx0WNfjtCOHZI9UyxKDcyYO7Xy09qjyfdtatnzmxtdFS1IW0Lt07VZcuCc/f8vLLz1VuOe30lFpSeEN1198971PDBo8TH9WSv0F/cLC3WJ/du3aXv8Z0sRB++67z7QPG05g9nk9M3748pTTzlNH0jMytRPKy8t8Pt/BF0ui3LBhI9PSMisrf9sTbOmS+c7aGqVKNG/ej+qcnM65ffoOEG2tpER7xTClpDbD70wUssZ30pclTL49wfrE75dT+d44yJYAAAAAAAByI1uibfzeKhH+ek2WOItuzyJZbSlbUeGsV5gZlDPBJOp+I7unDz550PVmc729XJxex0crH/UHfaKF2e1xXbvljR0/+d//eadXr37qeLWj8vZbr1i18hf9Kd3zemkfajMJIgmb07NXH3FwVq5YWtSIcojWV1/+n/ah2WxW1t81A8GVK35u4PRPPn771psv+/zT90pLikS7ZbZYJkw8Rn3o9/uUH03hnt3btm5UB4866kTR1kpLi13OWvVh19zustZxDTeyC7p/+93WNkkISZEtAQAAAAAA5Ea2RJvx1u7QD8ZIsMTvgmsL52gfJ9hSlMqE3ZIwdeDVFnO9D+k7PY53lt1d660UrSghMen2ux7VRiL7fN6HH/x7eVlJ2Myh9cOQV/36y89L5jXwzFWVFZ9+8q525PDDx4iDM71+q0Rj7NqZv27tr9qRsBcSVrcI89PMb1etXPrCf/550QUn3nDdn3bt3C7ap8lTTtA+VMoSs376Tjsyqf6ENrF503rtwwEDhwpJ2RINLoMmX2FYq4TQNp/JhWwJAAAAAAAgN7olWo9215G6O95i/ZzY2cEpZFPJ0rCREd2m/mnk4x2T60U4BIOBHza+uqtyvWh1nbvkXnrZDdqRysqyF/7zRNi0/gOHdO7STTvy1hv/bSD4+s03/+PV5BXb7XETJhwrDoLL6ZwzZ4Y4cGHB12Hr74sWzC4qLDA8cd6cGZs2rlUf7tq1I6dzF9E+9RswWNsmsvTnBT/O/Hbf0f6Du3TtJtra1/VLRKNHHykkZYs3ytfxlTSQdy3ZewfZEgAAAAAAQG50S7QSfUar31Omn2aNyxKxZHfVhrCR7umDclJ6hQ0u2v75sl3fizZy3Amnjj5ignZkzuzpy35ZpB0xm82nakIaFMqS/bVX/2HH9m1hz1ZbU33fPTd88+VH2sFjjz8lNf2gNu/6ceY32jrHLbc99NV3Pxvevvx2SXr6vl+z2bOmKyUN9eGQocMP6TtIfagUhO647aoN61eH/eeU1/WvJ+/Xjkw7+SyLpR2nUEyctK8s5Pf7tudvVh9OmHRQFaNmMWP6V0sWz1UfdunafczYiUJShpdBk/+3TqlINQmZ1s3JlgAAAAAAAHJridWPJi5Nxlq2RNBbrh+32FNFLHH5atYWzh/Qaaw6YjKFl7V2Vqz9afNbQREQbeeaa29fuWKps7ZGHXnumX/898UPbHa7OnLi1DPmzZ2pDWNQlravvvL8MWMm9O7TLy+vd2Hh7s2bN/yydEFZab1GmZzOXS/8w2Xi4Eyf/oV632q1jTki4pq18oc2YeIxn3/2Xuih2+X8ccbXJ0w7Q51wzXW33Xj9JWqRY/eu7ddf+6dRo8cPGDikR89DSkuK1qxe/tOP3wUCfvUUs8UydeqZoj07+piT3n/3VaMjpomTjhNtxOvxrF69/LNP3l28qN52Z6eedr5SCROSstiMLoO+yrBUCVl3cBJkSwAAAAAAANm1RItCE8sSMbJ7tbqUFjAsS9hiqyyhmL7hlX4dx5hNxmusFc7Ct3+5y+2rFW0qIzP78itu+tcT96kjewp2fvj+6+f/4VJ1RFmav+2OR66/7k/KIXXQ5/XMnfODcov0zHHxCXff+0RKapo4CDu2b1uviYgYMWpcXFx8A/MnTDpWLUsovv3uM21Zonef/tded/sTj9+jOSOoLIuHrYxrXXb5TZlZ2aJNXX7pWY2ZdvOtD06acrx+vEvXbr169duyJXyjsGGHjczIaGwP00H+GxSXXnK62J/BQ4afcOJpQl7Gl8FAlTZYIih18DXZEgAAAAAAQG5kS7S4SC8q6KvQD5pjrFtCUe7cXVqzM9LRz1Y96fLViChw9LEnDR02Sjvy/vuvF+yu9y9PTUt/4qlXldVt0TipaRmPP/FSXo8+4uB89+2n2odjx05ueP6AgUOyO+zbvn/ThjVbt2zUTphy9NQbb77PZGrU3/K5F/xl2smNWo6PchMnG2zWNKHtWiUMDRg09J57n1BqYEJeljjjbonQ/+orE1pyvImQLQEAAAAAAORGtkQbCC2rBTx0S/xmR8Va/aA/4P1yzbPbyleKqHHDTffEJySqD31ezzNPPRg2Jz098/EnX/7Txdd0zc1r+NkmTjru6Wff7N2nvzg4gUBgxg9fqg+tVtvYcZP2e1bYxkTffPVx2ASlMvHI4y+MHT+lgeKEUoa5/Kqb/3DR5UIKe78n9S5BFot1woRjRHRISEy6+C/XPvbPlxKTkoXULDaDnBWT8AT9Tv0+TtqH0iBbAgAAAAAAyI1sidYT9uoMuyVisyyxrmje4bn1VsmV79Wawnm/7PxWRJPsDp0u+ct1/372H+rIyhU/z509Y/yEo7TT4hMSzjrnj8pt04a1s2dPX7VqWUlxUUV5aVJycmZmh9zcvP4DDh05alxutx6iOSycP6uqct/v0rDDRinr1/s9a0TtC7EAABAASURBVOKkYz/68E314Y8/fvPXy67XRmUoBh96mHIrLS3+aeY3ixfN3bNnV1lZSUJCYkpKakpK+qhR404/8w/KixWy6NAxR3m9q379RR0ZfcSEhMRE0cZMh/QdqHy3Tz713OSU2Lg+mMwma2JQv3VbXep1alikROihZCVtsiUAAAAAAIDcWmI9p6HqgvoR10AgoHz1+/2+vaqrqysrK5V/Sr9+jd0Ap73QvmSFfy/lJZfOH+uv2RA2uce4VxMyhwhJPTz3HqfXqR83myw3TPhfUty+j0hvK1v59i93+QIeceCqqtwej//K8Zcf2nmwANAObfxhqs9ZGDbo6/2RLWWgzaaUz+zKV+vvLBaLea/Qm5kEa+gVFRVOp9Ptditf7XtpX7Vlr2Z/yfq3qtC7c3l5ufLPSEhIyMvLEwAAAECTLFq06I033lDuPP/88wJAO3Tttdcq/w/xggsuGDdunACaQ0FBgfLV4XAoaxHa1Q91wUdd+ghpzHOSLbEfbOIUJhD0z976biAYCD2scpV+s+4/TatJAJCAxWYUAu/fFy8hpEa2BAAAAAAAkFtLLDU0cROn2MmWCAl6S/SDxlmvMWDx9s+LqvMP63p8tbv0x01v+AJeASBWGRZoTf6qhvOupUG2BAAAAAAAkBvZEm0j6K9WvujHLfYMIa9AoKGj28pWbC1dfvC/kX5/QABozyx2g7KEmsejz5YQciFbAgAAAAAAyK0lWhToloho30d9/bUGh802Zf1HyMtZ6/MKn9ncgq/R6fT5/XywF2jfzBaDKHVT0KXPu9bel+YdJAq7JahMAAAAAACAZkS3RCsJX0oz2qTIZGrit6696JSYs7ZwvWh5FrOlRybprEB7ZTIbXAyDe/NmQm9aYW8Wkq2bky0BAAAAAADk1hKLOU2MvJb485j6zdCDRnnOprpuCZmdOez0npk9WvqnnBiXdMaQ05LjkgWA9smwLGEK+kJ3pI+XIFsCAAAAAADIjW6JthGMyW6JLqldbznqJgEADTKZjGq0wbrLZgNvE9LUtsmWAAAAAAAAciNboq349EPSd0sAQKMY1WhNJr9+7yYhI7IlAAAAAACA3FpiqaGJmzjFTrdEXWarYbeEWfJuCQBoDJPFoEar3ftOfbOQ8l2DbAkAAAAAACC3llhqoFti/yhLAEAkxjva7c2WCO4lyJZoRdQkAAAAAABA86JborWFXmPAbxR5LXu2BAA0RoSyhNfwPUK+Nw6yJQAAAAAAgNzolmhZkb6/JuNsCcoSABDhYhjcd9mUu4ZNtgQAAAAAAJAb3RKtat9+6MabOBF5DQARLoZBn4gNZEsAAAAAAAC5tcRSQxPLEjH1ecwIr7OJ3zoAkIlht4RJ+EUjSLCATrYEAAAAAACQG90SbcRo5/RgwC0AIOYZ9pMFhUXEBrIlAAAAAACA3MiWaCNGW5QE/bGyRQkANCDoNyhLCNNvl83Q+1ZwLyEjsiUAAAAAAIDc6JZoIyajskTQKwAg5kXolmhizbvdIVsCAAAAAADIjW6JtmEy2/WDwZgJdAWABhjXaI2quVIiWwIAAAAAAMiNbok2YpwtQbcEACgXQ6MarTlWyhJkSwAAAAAAALnRLdE2jLslKEsAQN3F0GMwSrdEGyFbAgAAAAAANC+6JdoGZQkAiMRwE6egoFuibZAtAQAAAAAAmhfdEm3EeBMnsiUAIEKN9vduidA7hWkvISOyJQAAAAAAgNzolmgjRruRBANuAQAxL+g3qtHGzCZOZEsAAAAAAAC5tcTqRxPLErHQLaG+QMNNnETdYhyViShS7XCIKOOsrRExJgp/CmhpAX+twSjZEm2EbAkAAAAAANC8WmKpoYmbOMVWtoQl2XDc762yWjqIWDL1uBHq/YGDhz3+xMsiCuzetePZpx8++phpRx0zVUSHQCDw5Rcf/vD9F8/8+3/iwLmczvnzf1yzZsXmjetKS0sqykvT0jNyOnft2LFzr16HnDj1jITEJBFlIv0Uvvri/55/7hH14Suvf6a8EBGVvv36k2effkh9+OIrH3fN7S6wP8qV0GDUkqjebeCtS4IFdLIlAAAAAACA3FriQ5BkS+wTaTXHZLYIc7IIVIeN15Ul4mOrLBFtPB73e++88tGHb/l8XmVBXESH9WtXPfP0Q9u2bszpnCsO3JzZ01/4zxPlZSXawbLSYuW2Riz/aeY3H37wxrnnXzJt2llWW1R8ID06fwpoNX6PQVkiaE4VsYFsCQAAAAAAIDe6JVqb+h032zMCLl1ZwsN+NW1JWbi/7po/lpYUimjy4ftvvP7qs6KpFi6Y9chDtytLiw3McVRVvvTfJ5ctXXTfg0+LthadPwW0Jr/X4EoYNKdp37Ek3laIbAkAAAAAACC3lmhRIFuiUUzWDP1gwFsp0HYqKyuicDV844bVoqnKSkse+8cdDdckVD8vmffJx2+LthadPwW0Jr/RldBkSxd7l8jD3imkbLMT0YRsCQAAAAAA0LzolmgDoW+6yZquP2T4GWGgyT784A2326U+zMrqeN4Ffxl86OE5OV1KS4s2b97w2Sfvrl61TJ3w9lsvnnLqeWZzE4uLCDNy9Ph/PPZf9WF2h44C+xcM+l0Gw5Y09a761iXlcjnZEgAAAAAAQG5kS7QZs92gW8I46BVoqlW//qLez8jIeu75d1LTf6uH5XTOVW5HHDHx1lsuW7NqeWjQWVuzcf2afgMGCzSHrKwOyk3gQPjdZUbDpqA5Rfo+iRCyJQAAAAAAgNzolmgNoZcWviu6xbBbgrLEPueedZSj6re9XO594OmRo8ZVVJTN+vG71auX/7ryF4vF0rPnIf0HHHrGmX+IT0gwfIbioj3Tv/t80+Z1u3ftLCjYGR+fkJaenpXZ8ahjpk6ZcoLZYlFnrlzx8223XB52+pP/vEe5KXcu/su1Z5x1kToeCATmzZ3x7defFBcXKv8kl9OZnpGVlZXds1ff4cPHHDFusr7boGmv5dabL1u1cqn2efYU7Jx63AjlTlx8wsefzRH7o425Hnzo4WpNQqV8E0477QK1LKFYtmxRqCzxzFMPfffNJ+r408/9r88h/cNOr62pPufMowIBf+jhUcdMu+Gme5U7n3/2/gvPPx4a7Nd/8JNPv67cWb5s8dKfF6xZvWLL5vW53Xr06NnnmGNPHjJ0uPpsB/RTCKM859w5M5YvX7Jty0blyfN69D76mGlDh42MNF/5qb3/3mvbtm7cvn1raWlxTk6XLl27de/e6/QzLkxNS4901ob1q2fPmr5t66Zdu7aXlhSlpKSlpaXndu9x8snnDB5yuH6+8kvy7NMPqQ9ffOXjrrndtROctbXTp3+xft2qgt07lKc1mc1paRlKAWn0mCOnnXRWYlKyiD2GedcBc4py4RQNvmlJU6UgWwIAAAAAAMiNbolWoi26hF6mcbeEh7JERNu3bbnrzmtKivelDihr7r8sXfDTj98++PBznXK6aCd7PO6nnnxg9k/fB4MBdbDa66l2VO7akb9yxZJ3337pgYeeU1aixQFSlrDvvO3q7fmb6w2WFCo3Zc1aWcfP69Hn7nufyOncVTTTazkY3fN6l5eXhu4vWjh708Z1+tLCqPobDaWnZYbuKJUbbVli/ryZ+nMXzJ+l1iQUkyYfLyJ4+cWnPvnof+pDpYqg3Gb+8NWFF11+3gV/EQfnm68+/vezj6g/682b1ik35ckvu/Lmk085Rz9/964d997zN+U3QR3ZsX2rclu0YPbMH76+467H9P0iu3Zu/9cT961ds0I7WFFRqtzy8zfPmzNj+Iixd97zuN0eJxrtg/de++D91521NdpBl7O2cM+udWtXvvfuq7fc+uCYsRNFjDGszgbNqWEbN0kcf022BAAAAAAAkFtLLDU0cVf6GNm9Wv2Om22GmziRLWFMWaW96cZLtOv4qt27tj/6j9vDBl/4zxOzfvxWW5MIs6dg1223Xq7UGMSBcFRVKmeF1STC5G/b9ND9tzQw4UBfy8E4pO8A9b5Sqrnu6gsfeej2ObOnVzv2rfxabbYhQ0eot+49eoXGBw85PCtrXxbC/Hk/6Z9/0cJZ6v20tMxhRt0JPp/v8Ufv0tYktP735n+XLpkvDsLrr/77uWceNvxZv/D8P7ds2RA2qFSPrr36Qm1NQqu0tOimGy6Z9eN32kHlW/fwg7eG1STCLP15/oP33RwIBETj/DTz2zde+3dYTULL7XIq/9HlyxaLGGN8Gfw9WCL0NqGvTMiEbAkAAAAAACC3llhqoFsionov0HgTp0oBI++984rYu+PQiJHjOmR3WrJkXlHhbvXo+nWr1q5eMWDQ0NDDzZvWffv1x+rRceOn9B8wJDc3b8+eXdO/+2LLlvWhcaUwoKwLhzYdSkpKHjxkuMvl3LRhjXpibrce6RlZyp3s7E6hka+++D/tcnZGZvbhw8fY7fZtWzcr/wa1b0D5TyjFibwefQ7ytfTqeYjyVamCVFVWhI7a7HH9+td9kD+ucZ/KP+nks7//7jP1dMWc2d8rN+WXsU/fAUOHjhg4aOjQoSMTEhMNTz/qmGkfvPdq6P6O7Vt27timfE/Uoz6vd8nieerDIycerd0XSxXqXRB70yxGjBhbsGfn8l8W+/0+dcInH78zfORY0eifQpi9L0d06JgzevQE5UesrOP7fN7fDwY/fO/1W29/WJ2sXGeee+Yf2mLAkKEj+xzSv7Bw98L5s0L/KuXn+PRTDx46ZHhmVnZozldf/t+2rRtD9xOTkidNPr5nz0Oysztu3rz+qy8+VPtRlMrEjOlfHnPcyWJ/lOrF8/9+VH2o/H6OGDm2e14v5R+2cOHsBfN+DI0r/55nn37oxVc+sliaeF1tj4wvg9a6C6ZpL+2wOiLT2wfZEgAAAAAAQG5kS7QZS7zBGqvfXSoQQdfcvHvvf0rddumpJ++f/t3n6tEVK35WyxKrV+/7VPuYsZNuv+sx9eG0k8++7+7rf15St5iuFBU8bo/P57Narb379H/08Re2bd101eXnqpPPPufPRx0zVX0Y8Pu/+ur/1IdHjJt8592Pqw8XLZh9/703qA83b94QqSzR+Ndy2ZU3KV8ffuCWeXNnhg5lZXVQ/p2i0bI7dLr3vqduvvEv2jLAXkFl6V+5ffShUJa8J0854exz/xwWe6A49riT1bKEQvlnnHPexerDn3+e7/G41YeTJh3XwL/kTxdfc8aZF4bqFjvyt15z9YXe38/99fdc7sb8FAwpP9a/XnaD8nMUe/tgrrvmD2o7yJIl87Qzv/36k1CNJOSOux4fO35y6P7WLRvvvO3qioq6v0G3y6lUj6685tbQobWa36gL/nDpqaedH7o/asyRJ0w9/W/XXFRctEd5qPzE1RJFw7bnb6mp/q0nIDUt/fEnXlIrOkcfe9IH773+xmvPKfcTEpOUX5WC3Tu11SDp+VwG38OAOTNsEyeJkS0BAAAAAADkRrZEG/jts732zvpDXucegQhu+ftD2ijsNa/HAAAQAElEQVSI8y/4q3Ypv7h+ToN6f+P6NTNnfH3kkUfb7HblodlsvvLqW9euWdl/wKENxz/oKQvHTzz1mrJovmXzeuXrny6+Snt07+f9lZ/sb+uJztpa0Ryv5eD1GzD4qefefP7ZRyPtQaRULH6Y/oXyXTrtjAsu+uMVVptNPdS5S26fvgPV3oX5837UliUWLti3g1NWdie1LKQ3+ogJZ53zR/Vht7yeEyceq/xHQw99Xk9ZaYnamnCgho8Ye8VV+3bNUn6s4488Wm2XcdYq6/+O5JSU0MMfpn+pzpw85US1JqHo2euQy6688dGHf9tEa/r3n19y6XVxcfHK/bKyfQvl8+f+2LtXv8FDDg/9IaenZ950ywPKf2PQ4MPU/8p+lWl+RaurHZ98/M4xx56kRm2fefZFiYlJAwcN6dmrbwyuCBtfBm05QtLeCD2yJQAAAAAAgNzolmgbyou1JnbXj/s9lUG/y2SJF6gvp3NuWN5yx06dbfY49RP3bpdLPdS37yD1fmlp0ROP3f3c0w8r68hDh444bPiYXr36NjlTumPHHOU2avT4sHFl4Xvp0vkWi0VtSqiNnBlwQK+lWSgv+Z//emXJ4nkL5v80f95MR5XBJjmBgP+jD99UKi73Pfi0dsugyVOOV8sSmzauVesHyl+rtiwx5agTGvgHjBt3VNhI97ye2odud9Nf8pETjg4b6dq13h+X01mjFgy2aqImhg4bEXbioEHD1Psejzt/2+a+/ep+l5SvalFn9aplf7/lstS0jGHDRg4dNnLk6PGDDz1MHKC+fQeq9wN+/6svP/3aK8/26z94iPIreviowYMPm3byWSJWGZYlgrYcs65bgmyJ1kG2BAAAAAAAaF50S7SqehujmxPqdkv3VYTN8dTujkvpJVBf9+499YNJickVvy/l+3z7NilSVooHDBqq3XhHWfVeumR+XbTyy890zc0bO27yMceerN+zqPGU/9yGdavWrFmxaeO6LVs27Nq5Xe2TCFFzJg7ytTSjkaPGKbdrrrt93dpf1637deP6NSuW/xzas0i17JdF7779yoUXXaaOTJx03CsvPq2+nFmzvjvt9AtE3er8cm15Q6leNPCfDitCKOLj66VZ+Lxe0VTd88L/XhIS6j25x+MJ3SnYvVNb//jk43d++OErEdm2rZtCZYnTTj9/5oyvtK+3qrJ89qzvlZtyf+DgYWPHTj76mGkpqWmicZJTUs846yKlDqSOBIOBdWtXKrcP3ntVeZ7RYyYec8w0pZYmYo+3tsBg1FbXXqbtlpD4/YJsCQAAAAAAIDe6JdqSOa5LQFeW8Dn3UJbQi4tL0A/a9+7LpGe1Wu+467Frr7qwrLRYf3TXzvwP33/9k4/ePvPsi847/y/aPYsaY8f2be+9+8qC+T+5Xc4GpplM5kiHDui1NDvlD23AwCHKTez9nP6ihXPeefulLZvXqxO++vL/zrvgErVhIiMj67Dho+sqOnstmPdTqCyxcP5P6il5eb0bCNIQuiKEwnaA3/YGJCYkNfzkyssM3dG+TEX+tk2iQWpQRIeOOXfc+djtf7/SsNq0ZtVy5fbh+2/89fLrJ085QTTOny6+evOmdcuXLdYfUuofP3z/uXIbf+TRl191c8bexO/Y4XUZdEsELB3Vvyjt+5bpd0IiZEsAAAAAAAC5tUSLglk0ifTdEtqNR0LMcQbZBh7DTwrHPHucwaq9mhKsp6zkPvf8O2efe3F2h06GE3w+73vvvPLoI3eIA/HzknlXXX7uTzO/0dYkklNSjz725L/dcLfNHqcOWiwR/xAO9LU0mdfj2bUjf+WKn2dM/+qLz983/I8eMW7SU8++0W/AoepgVWX59vyt2mnapfbVq5ZXVdbV0ubN+1EdnDi5obBrYVR00e4TdZBsuiePVBOqrKwQByIQCKj3Dx06/Ln/vnPs8ackJCZFePKyfz5615effygax2w23/fA01dcdWuoIcPQ3Dk/3Pi3i11Op4gZQb8r4HXox01xXbUVCCmrESqyJQAAAAAAgNzolmht2uKEOd6gLGH4SWEoa7jiAKWlZ/zxz1cqN2Ul/YfpXyz7ZVFxUfj3dv7cmQvm/aQszTfmCZXV4ccfvUtNj6irRhw9bfQREwYPPixUVPjPvx9TJzfQLdGE19I0jz9217w5M9SHw4eP1eZsq5QKwZETjl6/9ld1pHDP7p69DlEfjhs/5bln/uFyhkK8g3PnzBg4aGhR4W51wpSjThQNarWX3LDs7I7ahw898vyww0aJRsvL633d9Xdddc1t8+bO+Gnmt6tXL6+pDl9Af+nFf407ckoj+xusNtu0k89SbgW7d37/3eeLFs7O37Y5bDewwj273nzjP5defoOIDZ7anfrBgCk1aIprTKSEHKvnZEsAAAAAAAC5kS3R4vQLOuqHfM1xBsHL3lrKEs1s0OBhyk3U9QFUrFv767fffrJowWz16PJli9WyRNgvYLD+AvHcuTOqHVXqw9vvfHTosJHqQ6Vcoc0taM5f5npPdQCLg8OGjdKWJaZ///kf/3yV4czCgt0NPI/dHqdUJmZM/zL0cMH8nyory9Wj/QcM6dAxRzSfhn8KByMnp14hsGDXjgMqS4RYrdaJk45Tbsr9PQU7161d9f57r23P3xw66vN6Vq1cduTEow/oOTt3yQ2V0JRfoY0b1i5cMOuTj/6nHl3+yyIRMwwvgEFbTlikRGNKFO0X2RIAAAAAAEBudEu0ktCrC9sS3XATJ6+TTZwOisvpnD3r+50787fnb9m+fevxJ5x69rl/Dh1KTUsfNebI4SOPuOj8qWrUs3ZjH7O53m+v318vSGBvrvU+hw4Zrn0YtvFRMzKbLJH+SQ077PDR2ocfvPdaXl7vSbps6i1bNkyf/oV2pEuX8KaKyVNOUMsSy5cvLi4uVA9NmrKfHZwOVMM/hYPRqXO9QuD0H748furp2r/KLz5//6MP3+qe16t7t57d8nodeeRRiUnJhXt2L1k8d8eObcpvVP62LXfe/djAvVUuRU7nXOXWs/chV156jvokVVX73ypq4fxZmzev37F9q/K0HTp0uveBp0LjcXHxgw89TLkVF+2ZO+eH0OCB7j3VrhnmXStlCaGrSYRt4iRTfYJsCQAAAAAAIDe6JVqPtu7y27KaYbcEZYmDY7Pb/vfWi6Ulv62bf/Xl/ylL6tqP81dVVrjc+zbr79tvoHrfaq3327tp49rjjj/F7XLV1FRnZmXHaaIjFGvXrBz0+/K03+/773/+qT3q8/lEM9H+q0pLi0tLirKyO+7akd+1W17DJ3bukjvuyKO0DROPP3rnl19+OG7clJycrknJycrIsl8Wf/bpu9qojF69+3XL6xn2VMMOG5WWlllZWSb2Jkjv2L4lNG42W8YfeWCdAfvV8E9BHARl0V/516rL/evX/vrC8/+87MqbQn+PjqrKTz9+R6kHKLelS+Z37Nj5qKOniroGCK92e6533n7p3vuf0ialh/Wa9IucFaGa9dN3SvEsdF+pdiz7ZZG2hqR8h4uL9zUN9O2//yeUhtdlVJaw/tYtEXqbkLggEUK2BAAAAAAAkBvdEq1Nu6BmScjVT/A5C4MBj8lsF2gSi8V6yqnnvvry06GHJcWFV1x2znHHnTJg4FCleLB58/rvvv3s95iEumTsY449ST03JSVV+1Rff/nR5k3rNm5ce+ZZf/zjn6/Uxi0o7rjtqlNPO6//gEO3bN7w/XefhQVX1NQ4RDPR/quUBesbr7/YJExFRXs++2pB2Aq+3tXX3LZm1fLy8lJ1ZO3qFcot0nylzHDFlTfrrwvKyJSjT9TuLBQydNiIRuYoNF7DPwVxcP562fWLF83xeNyhh198/v7atSsHDhqWmJQ084evtYEZ55x3cejbq5R/Ro0+UjkrNK6UEP56yRnKb5Ty+1BRWa58e3+c+Y161tBho/r0HbDff8bpZ16oliUCAf9dt18zYdKxQ4eNTEtLV6oUP0z/ctfOfHXyGWdcKGKGp8YgW0JouiW02zfp93SSA9kSAAAAAABAbnRLtI3QK7XE5wqTXQQ9YUfdji3xaf0FmuqU087bsH61+qF4Z23Np5+8o9z0M6+/8Z6U1DT1YXJKam63Hjt3bPt9ILh+3Srlf0r29l4MH3FEr179tmxZHzrm9bg/fP/1SP+G0tJi0UyUysfnn72nPlTrH0rFJadz14bPTU1Lv/b6u+67+2+iUUw3//0BdYeiMFOOOkFflpgw8VjR3Br+KRyk7A6dbrvjkQfuvynw+95QmzauVW5h08aNn3Ls8aeoD6+57g6lCqUGSCjVi7fe/I8w+pffeMt9ohEO6Tvwiqtu3duEUbfaGwwGZv34rXLTzzzjrIsGDzlcxAy3Y7N+MGDrZpa3CKFHtgQAAAAAAJBbS6x+mEWTxNrnMUNLbJakvvpDSllC4CBYrdbb7nzkDxddoS05hFGWp2+8+b7hI8eGjV/wh0tNpvDf4ZLiorqntdnuuPsxpTJh+ISHHT76NM2n2jdtXCeaibJE3qu3wX+0pLhRy/SjRo//579ejVRsUGVmdfjHY/9poMxQt7lT93qbO1ks1iMnHCNaQAM/hYM3asyR9z3wtPJ6I00YO37Krbc/bDbv+wdkZmU/8a9Xphw91Wq1RTqrX//BytNmRX7aMNNOPuv2ux7tmhtxJ664+IRzz7/koj9eIWJGMOD1VO8wGI/rra1J6PdxkgzZEgAAAAAAQG4tsfpBt0RDwlbTzAl9/dWrwuZQlmgW515wyZlnX/TTj9+uWrVs5478HTu2Kt/5rl3zunTtNnDAkGOOP8VwByRlXb5r1+5ff/Xx2tUrCgp2dsrpoizHT/x9sT6nc9dnnv/fjOlfLlo0Z9OGtUVFBcrqeY+efU448fQTpp6+dcsGtZ9ge/7mjRvWHNJ3oDhoSjnkyade++qr/1uyaO769avj4+K7dO0+bNjIrrndG/kMAwYOefyJl5f9smjhgllFRXsK9+wuLNz9+05WpsGHHjbmiInHHHtyckpKw89z9DHTXnvlWfXhmCMmJCQmihbQ8E/h4B0+fMx/Xvhg1k/fLV++OD9/c3HhHuWbnJmZnZfX67TTLxgwaKj+lMSkZKWO9ddLr5/+/RebNq5VfqN27cpPTklT/p1dc7uNGDlO+R6KA6QUnJSb8nNZvHDO9u1bdmzfVl1dpfxwlefs2fOQE6edkZqWLmKJp3qbEIGwwYCwBm3dIsVcS/muQbYEAAAAAACQW0ssNTTU9BA6pHwNBALKV7/f79urWlmNq6pSRvr3l3DzIvVVh164f6/QC6/Z8pRr2z/C5id3mtBt1JMCiDLvv/vqm68/rz68/c5Hxx15lACaSdWu73b9ckfYoN9+iLfn+zabzW632/ZS7lj3suxlNpsl29+pvLzc5XK53W6n02nfS3352lcdeuGimV619t059D4VepMK/WPi4uJ69OghAAAAgCZZtGjRG2+8odx5/vnnBYB26NprJfPpLwAAEABJREFUr1X+H+IFF1wwbtw4ATSH3bt3KwsaDodDWYvQrn5Yf6cufTT+Y6lN3MRJ4s9jhr0u7QqaJclgcx7D3dWBtuVyOr/68iP1YVJyyugD7w8AGmB46VN3cNJv36S/tAopkC0BAAAAAADkRrZEa9MuqCnMiQbZEt7aXcGARwBRo9rheOiBW0o1odOTJh1vuAsW0GSG+9cF7L1E/WqukHf7phCyJQAAAAAAgNzIlmg9oVenfsdDDy2JPYTJLoLhRQhleS4+TcL9rNC+/Oe5x7Zs3eDxeLZu3uD3+7SHTph6ugCalbt6q35Q7ZYIvUfoGybkK1GQLQEAAAAAAOTWEksNTSxLxEi3hKj/Od+9DRP9AjW/hs1xOzZTlkCbS0xKWrNquX789DP/0LPXIQJoPsGA11O9w2A8rndoH0FthoSQumEiCrsl2McJAAAAAAA0o5b4ECTZEo2ifsg3QrzEFgG0taysjvrBww4f8+eLrxZAs/LUtUoEwgYDwhq0ddPu4CRle0QYsiUAAAAAAIDc6JZoA7puCYN4CVfFOgG0tR49eqemZVRVliv3rVZb3/6DRo4cf9rp55stFgE0K6fRRS+oCZYIq0bQLdFq5C4CAQAAAACA1tcSLQpkSzRErb6oq2zWlEPdumnOytUCaGuDhxz+7gfTBdDynBWr9IOBuH6GrRLayq6QDtkSAAAAAABAbi2x1NDETZzk7pYI+0ZrV9asqYfp5we81R7HVgEAscFZblSWiD/UVD9YwrBzQshVnyBbAgAAAAAAyK0llhrIlohI/znfve0SqeZEg/Tg2vJfBQDEgKDf5a7aZDCecGgDwRLquJAL2RIAAAAAAEBudEu0jbCVNUuKQcOE4ZYmACAfZ8Vqfd510BQXsPeOtHeTrDUJQbYEAAAAAACQHd0SbUldaDMnD9MfNdzSBADkY3i588cNMpktJiNCamRLAAAAAAAAudEt0Qb0S2zW1OH6ae6qTUG/SwCA7JxGe9YF4geb9kfIiGwJAAAAAAAgN7ol2ox2ExJr8kBhjtdNCezd2AQAJFdbtlw/GAqWUMOuQ3dCh0zy5l0LsiUAAAAAAIDs6JZoPdrvtSks9dpssSQP0Z/iLCP1GoDkvLUFfk+FftwfP0xbvg1rkpC4jE22BAAAAAAAkBvdEq1Nv8oWum9ONki9ri1bJgBAaoYXOr+lo7BmaPskDK+cUr5rkC0BAAAAAADkRrdEG1OX2GxpBvESNcpqXdAnAEBeNSWL9YMNBEsI2ZEtAQAAAAAA5Ea3RNvQL7RZ0sfqpwV9tbVlqwQAyKu6cL5+MJBwuKlBQl5R2C0hAAAAAAAAmg/dEm1Ju8RmtmWYE/vr59SULhYAIClP9Ta/p0w/HkgaFdq+KbSDk5p3rd3BSUiKbAkAAAAAACA3uiValamB1Gtl3S1tnP6UmmLKEgCkVVO8RD8YMGcEbD3DShGh4kRogrYyId8bB9kSAAAAAABAbnRLtAHtp33V+8pymy1jgn6ys/zXgK9WAICMDBvC/IljtE0S+vqEoFuiFcXOuzMAAAAAAGgddEu0pbD6hCVtdFBYwicF/bWlywQASChYXbRQP+pPGGWKkCcRC28TZEsAAAAAAAC50S3RZsI+/FtXlrClWFIO18+sKVkkAEA6roo1Qb9TPx5MGRfWKhH6GlaikBXZEgAAAAAAQG50S7Q2fbyEdqHNmj5ef4rh3usA0N4ZXtz81ryAOUN7YdTWJESEkB6ZkC0BAAAAAADkRrdE29Cur2nvW4zKEm7HRr+nUgCAXKpLDIMlRpn30tYkhO5qKfFCOdkSAAAAAABAbnRLtLGwTwRbUw8XliT9tOrCOQIAJBL0u2rLDIJzAomj9E0SctchwpAtAQAAAAAA5Ea3RFsy6TZxMlvsltTR+pmOPT8JAJCIo3C2CHh1w6ZA4mhTDAdLCLIlAAAAAACA7OiWaAMmo3gJdd3Nkj5Zf4qjaF7Q7xIAIAtHwU/6QV/c0KA5QVuHaKAmIetbBtkSAAAAAABAbnRLtJmwTdJD95UFOFv2CQazA97qooUCAKQQDHgdhbP0476kSfo+CRFLwRKCbAkAAAAAACA7uiXamKl+tkRdt0R8jjl5mH6mY8+PAgCkUFO8OOh368f9KVMa2MFJxAayJQAAAAAAgNzologKYVuUWLOO18+pi5cI+gUAtH+GdVa/va+wdVarESH6fZyE7MiWAAAAAAAAcqNbom0Ybo+u9kxYs0/SnxLw1dSW/iIAoN0LVhmVJXxJk7StY/pICVMMBEsIsiUAAAAAAIDs6JZoS6b6W6WrLAndRXwf/fwqo4RYAGhfaktXBDyV+nF/8mS1Q0JtmNBXJqRfIidbAgAAAAAAyI1uibYXVpMIrcTZDPdxKpghAKCdM9zBKWDNCdh7h23fpG+YiAVR2C0hAAAAAAAAmg/dEm0m7FsftnWJLfsE/Sk+d4mrYq0AgPasyqjC6k08KqwaEfZQxEzIAdkSAAAAAABAbnRLtDGTkbqluORDTbaO+vlVu78XANBuOctX+Zx79OP+5MnaakSoICGMLpJC9oXyKOyWkPsbDgAAAAAAWhndElHBsDJhzZ6qn1mx4ysR9AsAaJ8qlYuYTsCcGkg4VFuQCNvKScQSsiUAAAAAAIDc6JaIImFbl1iyT9bP8XvKqosXCgBojwK+yt3f6od9yScoV77Q1U95GLaVk7ZPIhaQLQEAAAAAAORGt0RbaniLEmvqcGHvpj/L8LPGABD9HIWzA16HftybMs2sE2nXJunrE2RLAAAAAAAAudEtEUVM9fdVr9vHqdO5+mlVBTMDvloBAO1Nxc4v9YN+a14wvl+k7Zu0lYkYeY8gWwIAAAAAAMiNboloEdY5EVqVs3U4XRkLnxr0Ve78RgBAuxLwOqr3zNWPe1NP1e7XpBYk9D0TMYJsCQAAAAAAIDe6JdpY2M4kYR8NtiR0NaeO059VuZN9nAC0MxV1F65A2KBy4felnMAOTlpkSwAAAAAAALnRLREVwnYp0a7N2TqdpZ/vLF/prdkpAKD9qNxhsIOTL3GcsGY2UJaItR2cBNkSAAAAAABAdnRLRBHDfZwsmccHzYn6yRU7PhcA0E54HNtclev0477UadpSBDs4CbIlAAAAAACA7OiWaHsN7OO0N/Y6wZp9sv6sCqPPHQNAdCrf/ql+MGBO9SdPCWsRC2uViLUdnATZEgAAAAAAQHZ0S0QLw32cQnesHc7Qz/e5ihwFMwUARL2g31Wx/RP9uC/5OBGqv+4vWyKm3h3IlgAAAAAAAHKjWyK6GO7jZE0bZYrrrp9ctvV9AQBRr3z7pwFfjX7clzJVW4TQ7+YkYjLYgGwJAAAAAAAgN7olooL6wrX7lqhrc3UJE50u0J9VW7rU7dgiACCaBQOlm97UD/ttPQLxA3+7xFks+ppE2CZOsfMGQbYEAAAAAACQG90SUSSsVUL78WFbp/OFya4/pWzrewIAopij4Eefq0g/7kk9T58qEeMFiRCyJQAAAAAAgNzolohSYQ0TFnuaJfs0/bTKnV8HvNUCAKJV6Za39YNBU6I/baphh4R6R8Tq9kFkSwAAAAAAALnRLREtDFsl6iVMdLlEf1ZdkOyOzwQARCVXxWpn+Ur9uDf1NGGyN9wqoe2ZiKn6BNkSAAAAAABAbnRLRCNtNUJlSexrSh6hn1y27UPlmycAIPqUbHrLaNjkST3H3CDtJk6xhmwJAAAAAAAgN7olopS+YcKi6HSRfqa3Zmd14XwBAFHG5ypyFMzUj3sSxgl7TgOtEiK2P6FPtgQAAAAAAJAb3RJRxKTZx0no4iXqgq+zTwhasvQnlm17XwBAlCnd9D8hAvpxX9rZ6mVNqbfqixPKV1H/YihiCdkSAAAAAABAbnRLRCnDyoTFGmfN+YN+ck3RAm/NTgEAUSPgqynf/pF+3G/p4k8cHVaE0O/dRLdE9IjxTwwAAAAAAIBmR7dEdDHtL/ja1vmPQWHRnRcs2fymAICoUZ7/cdDv1o970883bJUwvO6JmFwTJ1sCAAAAAADIjW6J6KWtRuwLvrZnmjOn6idX7PjC5yoRABANgr6yLe/qhwMizpd6UlirRNg+TmpBImaRLQEAAAAAAORGt0RU07ZKaBsmDKYGvCUbXxMAEAWqds/wuYr0497UM4Q5QdsqEfqqb5KIZWRLAAAAAAAAudEtEXVMRsHX2s4Ja+pwU/Lh+hPLt3/sd1cIAGhrJRtf1w8GTTZP+kVqTUK5pkXqk4jlHZwE2RIAAAAAAEB2dEtENZNR8HVdZaLrtQazA96STa8LAGhTtaW/uB0b9eOe5JNNtsywPgn1yhbjpQgtsiUAAAAAAIDc6JaIRoZ9EtqQWGvGRFPiIP2J5fkfBrwOAQBtp3TL2/rBoLB40v9sGHZtmHctYrg+QbYEAAAAAACQG90S0S5sByd1Rc/S9W/6yUG/u3TzWwIA2oi3dlf1ntn6cU/S8SZ7R+0OTmYdE8ESe5EtAQAAAAAA5Ea3RJTSN0yE1SdsWUcbNkyUbn2PhgkAbaV43Qt1rRH1KUVnb8afQpcvdQenEMM+CRHbWzmRLQEAAAAAAORGt0Q7oO+W+O0Tx12u1k8O+mrLtrwrAKDVuSrXVe76Wj/uSZwStHfX790UKe9axDayJQAAAAAAgNzolmgfDEMmrFnHmuIP0U8u3fpuwFcrAKB17fn1UaNhkzfzEsNUCZMm7JqFbxXZEgAAAAAAQG50S0Qvw32c9mVL1LFaul6jPzHgdZRuflMAQCty7JnlLP9VP+5JGBeM663dtUlbnAjLuKZhQpAtAQAAAAAAZEe3RLth3DCRPdUU10M/uXTTW35PmQCA1hH0F655yvCIJ+Mv2m3oQsUJtSBBt4Qe2RIAAAAAAEBudEtEtbBPEGvX737/uLHFbNQwEQy4C9c8JwCgVZRt+z9vzQ79uDdhfDB+gBpzbRgpoXwVtEpokC0BAAAAAADkRrdEuxG2j5P6uWNb9inCKGGicseXbscmAQAtLOCtLl7/gn5cWc12Z12r3bUpbCunUFlCUIqoj2wJAAAAAAAgN7olop1hw4R2HyezxWrt9nejUwN7fv2nAIAWVrLx1YC3Sj/uSZ4atOcZNklEirzmXUCQLQEAAAAAAGRHt0R7oi7bhe3Sbs2cLJJH6+fXlv5cUzRfAECL8dYWlG55Rz8eFHZP1pVqq4SWthohKEXokC0BAAAAAADkRrdEO6BtmNC2SmjrE7Ye9xh+5wvXPC2CAQEALaNo7bMi6NOPe9LOE9asBloltH0S1Ce0yJYAAAAAAAByo1uinYnUMGFJ6m/KOk0/3+3YXLH9cwEALcBVua5q9/f6cb8pxZ32h/22SqgFCWiRLQEAAAAAAORGt0T70HDDRGixz553qzDF6c8tWvd80OcUANDc9vz6qOG4J+MSkzVFLUXst1tC0CqhQbYEAAAAAACQG90S7Y+2OFFvgc+Wbc75i36+31NWvPElAZ9ZHi4AABAASURBVADNyrF7hrP8V/14wNrZl3qm9uoU1ioRKkgIShERkC0BAAAAAADkRrdEu6FtmFDumOtnS4SW/GxdLhfWLP25pZvf9lRvEwDQXAK+wjVPGR5xZVxhstj12zdpmyRolWgA2RIAAAAAAEBudEu0S4YNE3WrfrZkc5frDE4I+neveEAAQDMp2/a+11mgH/fZ+/uSj1WuTg3s4EQpomFkSwAAAAAAALnRLdGeNNAwoa79WTueI+J66M91lq2o2P6ZAICDFvBWF69/UT8eFGZn9h3aPomw+7RKNAbZEgAAAAAAQG50S7RX+uzr31b+rHZrD+PGiMI1T/ndFQIADk7hmicDvhr9uDv5TBHfVx8pQarEASFbAgAAAAAAyI1uiXZG2zBhuI9TnbSxpoyT9ecGvI7CtU8LADgINUULKrZ/rh/3mzM9WZeFLkpqKSJsEydaJRqDbAkAAAAAACA3uiXat7DihPrBZGvenUFzin5+5Y4vnGUrBAA0ScBbvWvZ3YaHXJnXmSzJ6oVIe0UKa+1ijbthZEsAAAAAAAC50S3R/jTQMLFvK6e4bHPXWwxP373ifhHwCQA4cAUr/+H3lOvHvfbB/pTjtEnX2jwJbbAErRL7RbYEAAAAAACQG90S7Z5+K6fQIqAt5zyRdJh+vqc6v2TzmwIADpCjYGbV7u/044GgxdXhzgaSrsOqEWgY2RIAAAAAAEBudEu0S/qGCW1lYt+aYI9/BIVVf3rxhpc8jm0CABot4KstWPmo4SFP2vlBew99q4Q26ZpWicYjWwIAAAAAAMiNbon2Kqwyoe7brv2QsiWxj7nTxQYnB7w7l94mgmzlBKCxitY+5/eU6sf9lo6ejEsaaJUIq0kI7A/ZEgAAAAAAQG50S8ggrGEi9Jll5Y5VkXudsHfWn+J2bCze8JIAgEZwVa4r3/ah4SFn9t0mS0KkpOuwTZyEpqQqEAHZEgAAAAAAQG50S7Rj2oYJ5Y5+E6e9D+JN3e4zPL1kw2uuirUCABoW9O/+5R7lf/RH3EnTAokj6jVpGfVJ0C1xQMiWAAAAAAAAcqNbQhL6nInQyqDVarVlTjFlnWZ0UmDnL7cF/W4BAJGVbnrLXb1ZPx4wZ7kyr9fuHaffvklbk1BP5FLfMLIlAAAAAACA3OiWaN/02ddmDXWV0Nr93qDNYCsnb83OwjX/EgAQgbtqY9H6/xoeqsm+12xL1pYilDooSdcHj2wJAAAAAAAgN7olJBGpLPHbx5ZtyZaeTxr+rMu3/V9N0QIBADoBX+2OxTeIoE9/yJV0aiBxRCg9ouEdnNi76UCRLQEAAAAAAORGt0S7F7Y1StiHlPctE6aOMHf6s+Ez7Fp2d8BTJQCgvl2/3Ol1FujH/ZZO7sxr9E0SJF03C7IlAAAAAACA3OiWkEGkrZzCtnq35N4k4nrpT/d7ynetuE8AgEbppjerC2cbHTHVZt8Xtn2Ttk+CbomDRLYEAAAAAACQG90SEgrrmdj3cWZrvKXXU0Fh0Z9SvWdWRf6nAgD2cpatLFr3b8NDruQzAglDtc1Y2shrwzyJEJa2G4lsCQAAAAAAIDe6JSShb5gIVSbUDVV+WzRMGmDucp3hM+xZ9Zi7aqMAEPP8noodS24WQb/BIWtXd+bVYR0S6iZO2lYJkq6bjGwJAAAAAAAgN7olZGPSZV+HbeVk7XxZMH6g/sRgwLNj8Q0Br0MAiGXBwM6fb/V7SvVHAiK+tsPDZmtCvTYs3fZNoesP2zc1GdkSAAAAAABAbnRLyEOffW24lZNZ+dL76aApQf8MXmfBzqW3CQAxrHjDC7WlSw0PubJuCsb305Y5w+6H1STUE7m2HxCyJQAAAAAAgNzolpBKY7dySuhhzv274TPUFC8s3fSGABCTlCtAyYZXDQ954sd5U6aG9UlY92L7puZFtgQAAAAAAJAb3RJyangrp7p1xE7ni/TjDM8tWvtvZ9lKASDG+FxFe/ulDN4VAuZ0Z/Zd2tYrLcPtmwSaimwJAAAAAAAgN7olZNOYrZxCC4jWno+J+N5GzxHYseRmv7tUAIgdAd+OxTcapssEhbmmwz9MtnR9q0QD2zfRKtFkZEsAAAAAAAC50S0hoYa3ctq3kmhNMvV6PmhO1D+D31OqVCZE0CcAxIY9q//lqlxreKg2/Zpg4mF1tczfaWucoQ3i2L6pGZEtAQAAAAAA5Ea3hMwMuyVCa4i/FScSepq6P254rrN8ZdHafwsAMaB6z+zybe8bHnInTPGmnRO2d5O2T0KtSbB9U3MhWwIAAAAAAMiNbgk5NbCVk3ZhsU7WMcHsPxk+Senmt6p2fSsASM1Ts2PnsjsND/ntfZ0d7tYm06j39Ts4sX1TcyFbAgAAAAAAyI1uCWlF2spJH1pr636LSBxm+CS7lt1L/DUgsWDAs2PJDUFfrf6Q35RW3eGfZku8WodQIyVCd8KaJNi+qbmQLQEAAAAAAORGt4T8wgoS6qYr6uedTWabuddzQUuWwclB3/bFf/NUbxcA5BP07/z5Vo9jq/5IIGip6fhPk72jtiahxktoaxL6bgkcJLIlAAAAAACA3OiWkFnYTzesW0LtmahbbYzraOr5bFBY9E8S8FZtX3R1wFMlAMhl1y93VxfOMTzkzPp7MGGwtn4ZqkloN24K28FJPZcl7INEtgQAAAAAAJAb3RKS02/lFLaP075dWdJGiNz7DJ/EW7t7++K/iYBPAJBF0dpnq3Z/Z3jIlXSKN2WqtiZh1VCLmqHrCds3NTuyJQAAAAAAgNzolpDffkMm9m0Z3/GsYPafDZ/EWb5y1/J7BQAplG/7qHTTG4aHvLYBnuybtPEzamVCG3mtT5UQaCZkSwAAAAAAALnRLRFD9DUJffy1pdstwZSJhqdX7fq2eP0LAkA7V7Xruz2/PmJ4KGDOqu30T2G2hTVUqQwjJdTTuYY3C7IlAAAAAACA3OiWiAlh64ZqZUL72effFx+t5p5PBeP6Gj5PyYaXlOKEANBu1RQv3LXsbmWp2eCYye7o8LjJlhXeR1V/7yZ9pATbNzUvsiUAAAAAAIDc6JaIFfsNmdi3fbw92dTn5aC1k+Hz7Fp2j7KsKQC0Q66K1TsW3yiCfsOj1Zl3iIQB+kiJsB2ciJRoaWRLAAAAAAAAudEtEUMaDpnQbtVijc8RvV4KmhIMniXoV5Y1a0uXCgDtituxOX/h1cGA2/CoM/WPvuRjDMMktK0SREq0ArIlAAAAAACA3OiWiEWG3RKhysS+hcjkfqLHM4Y/TWVZc/ui61wVqwWAdsLn3JM//4qA12F41JV4gjvjMu2WbobbNxEp0TrIlgAAAAAAAHKjWyK2RAqZ0JYo9hUn0o8Mdr3D8HmCflf+wqvdjs0CQNTzeyq2zb/M7ykzPOqOn+jKvkNbm9Rv3GQYc832TS2EbAkAAAAAACA3uiViTth6olqc0MZf71uR7HhBMPMcw+cJeB1b5/zRXbVBAIhiQX9de5O3dpfhUZ+lqyv7NrPFqt3JTRs5oxYsw/ZuoibRcuiWAAAAAAAAcqNbIhbpaxJhGzqpn5WuG+l+TzBlouHz1PVMLLjCU50vAESnoG/HkhsjbbkWMKXVdHrGZEvX/+1rw2YU6oVCW5NAC6FbAgAAAAAAyI1uiZimj78O21y+bmnSajP1eCqQMNTwGfyeyvwFl/ucewSAqBPcufT2muKFhscCpoTqTs8Ie5ewP3kt/d5N2poEV+wWEoXdEgIAAAAAAKD50C0Ro7QLi/oE7PCPTtuTzH1eDsQPMnwqn6t477b1FQJANNnz6yOOgpmGh4Km+OqOTwXj+6p/6WodQr+Vk2GfBDWJlhOF3RICAAAAAACg+dAtEbu03+3QmqN2H6d6DRN1lYk0c59XgnGHGD6Vt3ZX/oKrAl6HABAditY+U77to0hHq7MfDcQfqv1L19cntGHXoeuDejrX6hZFtgQAAAAAAJAb3RIxTR9/ba5P3Wi+bsHSniF6vxK05xk+lbtq/da5l/g9ZQJAWytc9WTppjcNDwWFpSrrMX/iSP2ObWp9Qts1pfZJiPpXDLQcsiUAAAAAAIDc6JaIdWHx19qQidCKZL2eifhOwV6vBW05hk/lqd6ydc6ffa5iAaDNBAtW3F+29R3jY0GTI/P+QPJ4fUeUPuk6LE+CmkSrIVsCAAAAAADIjW4JhFcmtCETBpWJhC6i1+sBc4bhU3lrd22d+2flqwDQ+oK+nT/fVrH980jHa7LuCKRMNtilrX6fRNj2TdpICbQCsiUAAAAAAIDc6JbAPvrKhHYvl32LmIk9RO/XguY0wyfxOfdsnfNnt2OLANCaAr7ti29wFPwQ6XhN+t98KSca1Brr90zoCxLEXLcysiUAAAAAAIDc6JZAHe2yY1hxwjgBO7l/oOdLQXOy4bP5PWXb5l3sqlwnALSKoN+1fdG1NUXzI02oTbvcm3a2WpNQM2NsNpt+7yY145qaRJsgWwIAAAAAAMiNbgn8RvvNV1ck9ZWJfauZqUMCvf8XtGQaPlvAW50//zJn+a8CQAur+3NbcEVNyeJIE2oybvSkX6Ttk1CqEfvS7DUibdzExbk1kS0BAAAAAADkRrcE9tFG2up3cwrfykmpTCT3D/Z5J2jtYPhsAV9N/oLLG1gqBXDwAl7Htnl/jVwCNFVn/N2bekYDezcpwv7SQ3/7ov41Aa2GbAkAAAAAACA3uiVQj3YVUt8woV3W/O1z1gl5gd5vB21dDZ8t6HdvX3ht1e7vBIAW4K3ZuXXun9yOjYZHg8LiyLrPl3ryfmsS+u2bBDWJtkO2BAAAAAAAkBvdEggXqWfCsDJRJ6FbsM87AXsv46cL+nYtvaNkw8sCQLNylq/aMuciT3W+4dGgsDmyH/EnH62vSah5EtQkohPZEgAAAAAAQG50S8CAtibRmMqEJa5jsPdbAfshkZ6weP1/dy29XQR8AkBzcBTM3Db/rwFvleHRoCmuqsO/AknjDrQmQTUiGpAtAQAAAAAA5Ea3BIwdaGXCFp8V7P1mMGFIpCes2v39tgWXB7zVAsDBKdn46s6fbxUBr+HRgEis6vB0MPHwxtQktHkSYUnXFCfaCtkSAAAAAABAbnRLIKIDqkzUrXjG/z979wHfVLn/cfzJ6N6lLZSy95QpQxAUAVEQ90QRFUGGuK4Dx//eq/eq13FBFBVxXwe4UUFBUUCRjexV2aNQuneb0f9DjhwPSU46aNo0+bxfNZ6ZpEla0ueb3/OLK2/1ti28j94VFmdt2v/rrZbi4wJA9ZTbjv3+95O7Xj01S5M7dkN0fsNXZUCo/JxWmEkol2QSPoXeEgAAAAAAwL9RLQFPqppMmIMjja3esMeM1LvCsoKD+1fcXJy9TQCoIrul4OCqKblHFuodYDM1zm/0ZnloO20moaQRZBL1CL0lAAAAAACAf6NaAhWoajJhCgoVzf5jS7xL7wptZTkHfrszP+0nAaDSLMXH9/96a1Hmer0DrMGd8hu9JUJDzQZ+AAAQAElEQVSa/pkRns4ktDUTZBL1Ar0lAAAAAACAf6NaApVVmWRC/US2odFUa8rT5cLs/rrsliPrHz41EU25XQCoSFHGhn0rxpQVHNQ7oCxscH7DVw1Bsa5zN5FJ1Dv0lgAAAAAAAP7NG6MfZlEtVEv4LDUx0j5BckxTe8ypKOLMwU1rg8tt5oamw/cY7G7bXJdnpL5dlLW5Se/nTMExAoCOjD1vndw951Qrax3FUTeVxE1R8waljYQaSKgLZBL1Bb0lAAAAAACAf6NaApWiHbjUq5lw/Yy2KaafrdWH5eZkvastytywb/mNJbm7BAAXdmvhoTXTTu5+TS+TKBfGgrjHtJmEUxsJdVX9USWT8H30lgAAAAAAAP6N3hKorAqTCafZY/4U0dbeZp49tJPe1VpL0vf/elv2gc8EAI3S/D/2Lb+pMP03vQPshrD8xBmWqEvVudTUQMIpI9TGh2QSvo/eEgAAAAAAwL9RLYEqUMcxK0wmtJ/XNoUk2lu+Z4u8QPd67ZbjW589suHhcluJACBE3tHv968Yayk6qneAzZiQ1/ANe/i5TiGE8qMX5KDs0hZJkEnUC/SWAAAAAAAA/o1qCVSZXjKhDSfUEVJlmntzcIRoMcsWf7OHq80/tnTfL7d4GIcFAkG53ZK25emjGx8vt5fpHWMxtcpv9LYIaV1hnQSZRH1EbwkAAAAAAODfqJZAdXhOJrRjo5rWu0Gi8cO2lGeEIVjvasvy9+9bflNB+koBBCRrSfqBX8flHPzCwzGlYRcUJM81BCfq1UloG1yrgYSSSajJhHJVjDX7JnpLAAAAAAAA/+aNoQazqBY+j1m/KANVaj5ht9uVEU+nY8SZ6YU1/jJLSBvz4XsNFvdVEXZr4eE198S1uK5hp3sMphABBIz8tJ+ObX7KbsnXO8AuzEUxUywx12nbRZzRZP70qrJXuVTTCHkpzmwSI+CT6C0BAAAAAAD8mzdGP6oZS/B5zHpHTSbkpRzxlMmE3KgMg6ovLDlCanDqlR3Zydr6U9ORh4wFv+pdc/aBTwpPrk7p9XRoTAcB+Du7pSBt63/yjn7n4RibMSE/4T/loR3UvEE7U5M2nHDb4JpMoh6htwQAAAAAAPBv3ihRoLdEAFHrIeSldqIYt7M5qatBIbH25q9aE6cJg0nvmssKD+3/5daMPW+JcpsA/FdR5sa9y67znEmUBffKS35fhHX864dI01VeXVbmTHPKJJQFQSZRf9BbAgAAAAAA+DeqJXC2tDUTyhio8jxqX1tKzYRTu11bwzvLwnoEHb3fYMt2f9XltpO7X8s/saJJz38HRTQRgH8pt1vSd76cte9juah7TLmhOHpsSex4GUa4dpXXhn9qFYVRQ/1x017Cx9FbAgAAAAAA+DeqJVADnMY9tQUTWk6f7D4l5lxLq0/tYd08XHlJzva9y2/03AQYqHdK8//Yt+KmrH0fecgk7Mbo/KT/lsZNkD83Tt2tz/g5Oj2Vk5aaSTglE/B99JYAAAAAAAD+zRujH9WMJfg8Zr3m2t3abTjhZtqZsGRbi3escTd7uPJyW3HalqcPrZlmK8sSQH1Xbs9MfXffilvK8vd7OMoa1Da34bv28L5OzSRcp29ySiNcAwlBJlGv0FsCAAAAAAD4N2+MflRzEieqJeo7NVjSPo/KpPbqAcIlulBYGz9kjexvPPq40Z6td/2F6b/98fO1DTtOi212uQDqp9L8fcd+/7+S3F0ejpG/C0uix5TEjDeaQ5SYQdvaWrugNrh2nbiJTKL+orcEAAAAAADwb/SWQE3SSyacZpJxn0zEDLKGfWk69qSp4Ce967eX5aZtfir3yLfJXR8NjmopgPqj3FaSvuu1rP3zPHdxt5kaF8Q/bg/rpoYNnjMJbSyhVikJGlzXZ/SWAAAAAAAA/s0bH4KkWiKgOSUTyqrdblfLJrSjpS5xRYKt2YzynG9Nx58x2Av0bqIo8/e9y29MaHtrQts7DMZgAfi8wvRVxzY/aS056fmwkojLiuPuMZjCZewgfx6cEginNhIVNrgWZBL1kw9WSwgAAAAAAICaQ7UEap7yqlJyJuVSDpgqCyqbzeZULaFskUda4y6zhPc2HXnEVPK77m2UWzP2vJV75PvG3Z8Ib9BbAL5KRhHHtz2Xn/az58NshtiiBo9bw/srYYP8WdArktAGEq7NJASZRP1HbwkAAAAAAODfqJaAt6iZhPaZdW01IUdaDa4TOhka21q+bc/80Jw+yyDK9G7CUnT04G93Radc0qjLfabgeAH4lHJ71v55J3fPsVsLPR9YGnJeUcJjBnOc6cwu8draCNdMwkMzCcFQcn3mg9USvJwAAAAAAEANoloCXuSUSSicRlG1ZRPaXafKJhJuKQvvF5T2mLF0t4dbyTv6XUH6ylOtsJtfLm9TAD6gNC/16Mb/K81P9XyYXYQXxd1riRqpZgweAgnXTMIpz1OukxHk+o7eEgAAAAAAwL9RLQHvMui3mnCac8ZtOGGLbG9t+ZEh4z1TxhyjKNW7FbslL23Lv7IOfJrc9cGw+O4CqDu20swTO2fnHv72VOjgUWnooKL4BwxBiSZNJqENISosklAuBRM3+RcfrJYQAAAAAAAANYdqCXidQafVhPp0q2UTrh8AV1ZtSXdYokeY0p40F6/2cEOlebsPrBwf2XBQw073BEc2F0DtKrcWZ/zxTua+j8ptJZ6PtJmSiuIetob3cyqSUHMIpcF1hd2tyST8Er0lAAAAAACAf6NaArXEoN9qQjuhk7KqfhJc7YNtMza1tXjdkvej+cRzBmu6hxsqOLGiIH1lbLPLk9pPMoXECaAWlNuyD3xxcs9cW1lWBQcKU0nkdSWxdxpMoSb9iZvULeoBThUSThM3CcaO/YgPVkvw6gIAAAAAADWIagnUHqdMQn3GlY1qMuE6m5M6IGuLGVYW0d+U/oopZ77Bwww55bacg1/kHvkuofUtDdqMleO/AvCa/LRl6bteLis4WOGRlqCOBfHTRUhr1yIJNYRwqpnQxhLaHw1BkYT/orcEAAAAAADwb1RLoFYZNK0m9CZ00iYT2pqJ02UT0bbkh+2xV5iPPW4s89RPuNxWfHLPG1kHP09qf1dss9HCYBJAjSrJ2XF8+4vFWZsrPNJuiCqMnmCJvkJGDK6BhOusTU5TNjFxU0ChtwQAAAAAAPBvVEugtrm2mlC2K6OudrtdnNn+Wjsgq67ajB2treaLzI+DMl41lBd6uDlbaWbaln9n7vsgoc3tMU1GEE6gRpTk7pKhV8HxFZU6OGxYcdw0YY43n1kAoa2K0NZMyJe6XicJJm4KBPSWAAAAAAAA/o1qCdQNtxM6aWdzcqUtmzhVVCG/EsaURl9sznjNlPulpzmdhCgrOHhs09/lOHJCm9tim44Sxmq+SoGSnB3pu18vTP+tMgdbgtoXxd1vD+2izRhMHrlWSKixhKBIIjD4YLUErzcAAAAAAFCDqJZAnXGd0EnZ7tQH26lOQjtW6yibSLIlP26NG2NO/6+56FfPt2gpOpq25V8nU+cmtB4X2/xygzFYAJVWlLnh5O43izLXVeZgq7FRcexdloihRnXapjMDCWVVO3GTU5GE4czu1oJMImDQWwIAAAAAAPg3qiVQl7QTOmk3KrM56dVMKKxWq2ZOp9a2Zi/bi343H/+3sWyv5xu1Fp84vu0/GalvNWgzNq751QZTiAA8Kjjxi3zBFGdvq8zB5YbwoujbSqNvPNUuQqdIwuiut4RT8MbETQHLB6slBAAAAAAAQM2hWgJ1T1s2oW40OlphC5eyCSWuUJOJv8ompIieZS0/MeQsDMp81Wg97vlGraUZJ7b/NyP13Qatx8S3uM5gDhOAi4ITv2akvlnJQMIuzKWRV5VEjxPmGNNZBBIUSQQ4eksAAAAAAAD/RrUEfILbsglJDtqqZRNGTW8J142nwwmjPX50adRQU/ZHQVnveO6GLdnKstJ3vpzxx7txza6Ib3m9OayRAORL0Vaae2Rh1v75pfl7K3lKaeiFxXGTy4Maq+mCUw5RYSBBkQQUPlgtwcsPAAAAAADUIKol4EOcyiaUVaVsQokihKOKQi7IKMJpPFfdIvcajZG2xDtKYq80Z8wx535uEDbPt2u35Gfu/V/m3g+jGg2Kb3VjeINeAoHKWnIya//H2YcW2MtyK3mKJaijo691J/kqNTtaRGgTCGXZNZNQcgvtvGROaQRFEgGL3hIAAAAAAMC/US0B32LQ6TahbNHWSagphTLga3M4HUsoDScS7MnTS+LHBmW9Y8r92iAsFd24Pf/4MvkVEtVGhhMxKSNoOxFQijI3Zu2fl398uSi3VfIUS/A5JdFjreH9T2UMmimbXGMJ7YJB09panbLJeGand/Um+K0YgOgtAQAAAAAA/BvVEvBFBnfdJoQjhNBGFGpKoW04ceacTja7sam10WPWBhNNWe+Zcj43ipIKb700/4+0zU+l75wV2+zKUzM7hSYK+K9ye1nuke9PzdeUt7vyZ5UGn1sSe4c9tKs2kHDKJNwueGgjQZEEFPSWAAAAAAAA/o1qCfgo17IJJZBQCM3nytUZnLQzOynhhFJFcaqEwtTQ1vCBsrjbgrI/CMr9tMKeE+JU24nczD/elV/RjYfHNr0sIqm/gH+xFB3NObQg68Bndkte5c8qDR1UHH1reWgHNZBQqx+cJmhyWyShZmYG/dbWgoHgwEZvCQAAAAAA4N+oloBP05ZNaIfG1IYT6na1bMJpWidl8Pf09gR7w2nFDW4zZc8PyvnIaM+pzH3IO7ZEfplDE2NSLpH5RHBUS4H6zG4pyD36fe6RhcXZWyt/VrkwloZdVBIzrjy4hdtAwkOphOcKCYok4ITeEgAAAAAAwL9RLQFf57lsQo0l1AoJbf2Ewu6gLtuMMfbE8aXxY4w5nwdl/89oO1mZu2EtOZm59335FRLdPrbppTFNRpmCYwTqlfzjy3OPLso/tlRUUXH46NKYm8uDUjwEEm6LJAyajtZqLKEXSAgyCTjQWwIAAAAAAPg3qiVQPxhcuk04hRNqtYRC2etUNvHXnE6nwgmjvcHNpbHXGfKXBuV+airZVMl7Upq3+8T23Sd2zIpMGhDbZGRko0EGY5CADyvJ2Z5zeFHescW2skrVx6hsxsTSyMvLoi4vN8Wfei2drnVwbSOhBhLaLZVvIyEIJKBBbwkAAAAAAODfqJZAvaGWTQiXOZ2UcV4ljVBnbXI7rZMaTiiXdnkZe0lp9MWGsn3m7Hmm/O+M5cWVujfltoITK+SX0RwR2fD86EYXRiadZzCHCfiK8uLsbflpP+cd/9lSeFhUUVlIr9LIK63hMnMyKxUSasygzsvkNpDQm7JJuRSnX6uCWZugj94SAAAAAADAv1EtgXpGb04noWk4obad0M7gpFxqCya0l3ZTW2vIY5bEe0y535hzPzNZDlTy/tithXlHv5dfBmNIRFLf6EZDohoOMgZHC9SJclth5vr8Y8vyk0y6jAAAEABJREFUTyyzllRqei4tuyGiLOKSksiry4ObqWmEOl+TU5GENpBQtxtc+lozaxOqit4SAAAAAADAv1EtgXrJ85xOTt2w1YhCm0Mo4cRfZRMONmO0Pf7GktjrjUXrgnI/MxYsMxrslbxL5fbSguMr5JcwmMIb9IpudGFU8gXm0EQB7yu3lRacXJ2f9lP+iV/sljxRdRZTq7Loq8siRghjqJInGHUqJAxndpXQBhIepmwikEDl+WC1hAAAAAAAAKg5VEugvnKa00nd6LYbtjqnkxpOaKdyUg/4K6KI6lcW0UdYs01535rzvzOV7anCPSu3FWWslV/Htz0XEtUmIrFvZGKf8AY9DaZQgZpUXpK7u/Dk2sKTa4qyN8lkQlSd3RBdGn5RafgIe2hntXuE4cy2EK5TMznFEgQSqFn0lgAAAAAAAP6NagnUbwZ3DSc8hxPKgtIQ+4wowimZOLWSYG8wtiTuZkPZQVPuAnP+9yZ7leYFKi/NT5VfWfs+EMag8LhzIhL6yJQiLLaTMBgFqsVafKIgfVVhxlr5VdUW1ip7uckadl5pxAhr2AD51MhXgvnM8ginBEI7j5M2pfAcSAhNJwkFv+JQGT5YLcFLFwAAAAAA1CCqJeAPDGc2nFAX1HzCKZxQLpWNf7WXUOZxcpRQKAv2v8KKVraQeywNpphKNpjyFpoLf65sZ2yV3VKUuUF+ndz9mjEoKiKhd0SDUxFFcGQzgYrYLQWFJ9cUZq4tOLm2Gv2rtSxBHcoiRpSFDxfmGIOme4TRHbVLhFNvCcOZGYZeICEokkC10FsCAAAAAAD4N6ol4D8MLt2w1e1O4YQ2otAWUmirJbQb1X12cz9LeB9r+aPG3IXm/IXm0i2i6uyW/Py0n+WXXDaFNAiL6xwW0zksrktYbGdjUKSAVG4tyU0tztl+6it7e1nBAfmwibNgMyaWRVxcEjFSOHpZGzVBgrEibssjtMmE2/IIAglUG70lAAAAAACAf6NaAv7G4NINW7tdjSW0ZRPKglI54Tqtk7L9zC1me/w1pbFXlVpOmgqWmgqWmUp+r3xzbC1baeafjbId9zE4omlobOdTQUVs59CYDgZjkAgYZQUHlRCiJHdHSe7ucnuZOGtWU5OysPOt4YNsoV1PJQincwi9QEKthHCtljBozqVCAl5FbwkAAAAAAODfqJaAHzK464YtzmyI7ZRPKNmDMtYsl52SCafcQlM/0cgefKM19nqDvcBYsNxcuMJcvNpQ1fmd/lJeVnhIfuUd/c5xd03BEU1ColqFRLYMjmopL0MiW/hJ3+xyu6XoWGn+vtKC/ae+8veXFRywWwtFzTCcmqkp7HxL2PnlIa2UzMDkeGblPm0IoY0cjPq0FRIGjx2tCSRQI3ywWoLXMwAAAAAAqEFUS8BvuYYTrg2x5Ua1yYRrPqFWSygRhXZBm004VmPtsZeVRo8sFcJUsMJU9Ku5YKmxPF+cjXJbWcFB+ZUvfla3BYU3PpVPRLUKCk8JCk8ODmssEwvh2yxFaZbitFOXMopwhBCl+anCC8pCzrWEDbBEDC03xf0ZIWjSCL3socLtTlGEcoXaTEIQSKBG0VsCAAAAAAD4N6ol4OcqDCdMJpOH+gn1GHV+J6fJnVzyCbs9+gJL1OCypEeNJTuNRWtMRevMpZsNogamJBKnhviPya+C9JXajabguOCIJubQhsHhjYPCkuWyKTjWFBxjCoqutWYV1pKTNkuurSzXcQ/TypQcovjUvRXeZDG1sob1toSeaw/tUW4M00YI4nRthDZ4cJ2USVlWGki4TtBkrHQDCUEggRrig9USAgAAAAAAoOZQLYGA4DmcEKdffmpWYTzdeUItntAGEu7TCJeF8ogutrBO1vhxJTLYKF5/Kp8oWWcq3S5qmq0su7gsW4itbveaghvIiMIcIlOKmFNZRXCcwRQsqq3cbivNdSQQOfLSWnYqiii3VXvequqwmZIsoX2tIT2t4X3LjTFqYYS2oEF76XbBtTbCULnJmggk4G30lgAAAAAAAP6NagkEEPUF5vRic8okhGZmJ23xhOF05wkP1RLajWq9xanLyL6W8HMtp6660FS03lS8zli01mw9ILzPVpYpv8oKRL1mN8RYZA4R1tsaeq49KEUthtAWRngIJFzTCLchhFMUoZ2vSbhrICEYsYUX+GC1BK9zAAAAAABQg6iWQCAyVNQTWzuzk5JMaDMGZVUvn3DddeZltD3qAlvk4FM3Z8szFG8zlu40le40lu4w2TMETrMbwmxBbW0hHa1B7a3BHcqDm6vxg1mTE7jmCtoFoelx7ZRMuC2t8FAeIQgkUFvoLQEAAAAAAPwb1RIIXAaPMztpiydcZ3aqMJ9Ql4Wj9sJ+ZrOKPxdMcXbzAGvkeVblpm3ZxpI/UwpT6S6jPUsEknJDiNXcRiYQNvkV2tEe1EJtLG08MyfQCxXcRhRGj82rXZcF5RGoaz5YLSEAAAAAAABqDtUSCHQGncoJoSmecF1wKqFwm084rQpHPuGufuI0U0J50GBr5KA/UwprpqFsr6F0r8myz1i612w9YCgvFP7CXm6yBzW1mVvaglraglvZ5Ze5qdB0iDCfGRJouYYQamGEQWfuJtfT3RKUR8AH+GC1hAAAAAAAAKg5VEsApxg0bSeEfvGEOF054RROuK2f8HCpPcV145+7jIkiONEe0dd++kYNluNGGVGU7TNajhisx022E/LSWF6r7aarx2ZqZDc1tJsb2cyNy4NbWM0t7MFthDZykL84zswD3EYIRnf9qN12lfBwrl4aIXTKIwTDsqhdvvZ6419nAAAAAABQswxUSwBahoqKJwwukzu5RhTafEIvpdCLKDwxpZSHNLaJgbbTN33qbtlyDZY0+WWynzBaj59atmUa7blGe57Bnitqi12ECVOMzRBVbo63yxDCfCqEKDcnl8sowpQkNCP+agjhvNEj11DBw/RNHs5yiiKccggD5RHwAb72TyH/OgMAAAAAgJpVTrUE4MrgrnhCu/fP8oVKlFAoeYPSQ9s1kNBGEcqyem16KYXTzQlTfHlQnBCdZFZhPb1XvRS2PEc+kSesuTKlMJbnyy2ivNRQbhXlFvllEGcslJUWGkS5yRxqMAYLQ5D8KjeY/1wQjgVjSLkhvNwYLb+EOdYucwhjtN0Ubzizc7j20uwy7u82HvCQQwh33a1dF8TpeZw8cLoPTk+321WglvnaK5BMAgAAAAAA1CwD1RKABx7yCcPpugq9fMJpVS2hULa7BhJuV4VL5uF2l9DUT6gLp5ZNMrGI+3P5dG4h9McZ09LS5GVMTExYWJjrg+D6yBgcXyadYX1tEmA4M4EQ+kUSohKTOGmjCHVVaNIL4S78EB7TCEEgAd/ga/8U8nMBAAAAAABqVjnVEkBlGDSTOwmP+YRwSQgUTiUU2ojCbThRYRShl0m4rgqnEgqXcU91tUmTJqISj4PTssGlGEK4xACukYNTZuCZa/GEB3q36/ot6G0B6pCvvSD51xkAAAAAANQsbww1UC0Bv2U4s3hC6OQTBk3xhNBJKdSNTnM3qVsqn0wYTk8q5SGTcBtI6C17+Mb1vmtRiUzCcLo5h7pdLXGoUIWHCZcEgjQC9ZSv/VPIv84AAAAAAKBmlVMtAVSD53xCVKKEQl0wmUwyhxCasEEtpBD6MziVV2ISp3J3AYnT3RZVHAN1O8rvFAOo37JBf+ImoVM2oQYVrgcId/MyqcvC3TRNgjQC9ZCvvUTJJAAAAAAAQM3yxugH1RIIIB7yCbUyQJyZEAiXggZ1fiehU1ohziy80DtSuNRniDMDibOMJQz6PSTcrnoOJ1w3Cp3gQe90UenCCEEagfrD1/4p5GcHAAAAAADUrHKqJYAaoX31lrv0x9Ye4xpRCI/NITzEEnrXUF7pxhJOA6Bbt24Vjg4TsbGxrt+X65bKJxMeDnCNJYROquF6W56jCMGIKuohH6yW4OcIAAAAAADUIKolgJrnoYTC6Rg1olBX1RPLdUorXFeFTkmE0E8m9JbXr18vL6OiopKSkoT+9yX0J3HysMvtZYW7hH74ISiMgD/ywWoJ/nUGAAAAAAA1iGoJwItcSyiEx/qDck1PCOGx3KEyczS5lkeUVzR3k8ViUe5PUFCQqPS3ppcfCP1AojK7RKVziAp3AfWID1ZLCAAAAAAAgJpDtQRQSyoZUQj9lEJ4TBoqLJUQLsOLrj9xZWVlyh0wm82V+UacthgqMb+TqHR1hYdbrMwuoJ7ywWoJAQAAAAAAUHOolgDqgNuIQlRiSqIK6x4qk0B4GPS0Wq3Kgslk8nCXXHdVNavwcIwgh0Bgo7cEAAAAAADwb1RLAHXM6YfQQ0qhHRzU1k+4XXa9Ns8bFbfffru8TEpK8lAt4eHOi0okK5U8pUoHAP6E3hIAAAAAAMC/US0B+JbKpxSVOdf1FM8/aG3bthVVVGEOUZntVT0G8GP0lgAAAAAAAP6NagnAp7nNFTwfoN3l+jNVCyOeVboJQgjACb0lAAAAAACAf6NaAqhn3P6Y6I1j+tTPFD/gQGXQWwIAAAAAAPg3qiUAf1DhT3It/HAxcAnUCHpLAAAAAAAA/0a1BBAQKvnDNXnyZHk5bty4Pn36CAB1gd4SAAAAAADAv3lj9MMoqoXPYwIAQG8JAAAAAADg37wx+kG1BAAA1URvCQAAAAAA4N+olgAAwIfQWwIAAAAAAPg3qiUA/KVdu3byJzEqKkoAqCP0lgAAAAAAAP7NG6Mf1Ywl+DwmUOfuvfdeAaBO0VsCAAAAAAD4N2+UKFAtAQBANdFbAgAAAAAA+Dd6SwAA4EPoLQEAAAAAAPwbvSUAAPAh9JYAAAAAAAD+jd4SAP4yc+ZM+WM4YsSIjh07CgB1gd4SAAAAAADAv3mjRKGakzhRLQHUuT179qSmpubn5wsAdYTeEgAAAAAAwL/RWwIAAB9CbwkAAAAAAODf6C0BAIAPobcEAAAAAADwb1RLAADgQ+gtAQAAAAAA/BvVEgD+8uqrrwoAdYreEgAAAAAAwL9RLQEAgA+htwQAAAAAAPBvVEsAAOBD6C0BAAAAAAD8G9USAAD4EHpLAAAAAAAA/0a1BIC/7NmzR142atQoOjpaAKgL9JYAAAAAAAD+zRtDDdWMJaiWAOrczJkz5eW4ceP69OkjANQFeksAAAAAAAD/5o0PQVItAQBANdFbAgAAAAAA+Dd6SwAA4EPoLQEAAAAAAPwbvSUAAPAh9JYAAAAAAAD+jd4SAP4ycuRIedm4cWMBoI7QWwIAAAAAAPg3eksA+IsSSwCoQ/SWAAAAAAAA/o3eEgAA+BB6SwAAAAAAAP9GbwkAAHwIvSUAAAAAAIB/o1oCAAAfQm8JAAAAAADg37wx1FDNWILPYwJ17uDBg7Nnz54+fbrFYhEA6gK9JQAAAAAAgH+jWgLAX4KDg7dv356bm7t3714BoC7QWwIAAAAAAPg3qiUA/CU5OTkqKkoubNy4UQCoC6/AjokAABAASURBVPSWAAAAAAAA/o1qCQBn6Nu3r7xcu3Yt8zgBdYLeEgAAAAAAwL9RLQHgDOeff7687NWrF7EEUCfoLQEAAAAAAPybN0Y/zKJa+Dwm4AsSExOfe+65yMhIAaAu0FsCAAAAAAD4N2+UKFQzlqBaAvARZBJAHaK3BAAAAAAA8G/0lgDgyf79+wsLCwWA2qL8U+g7SQD/OgMAAAAAgJrljaGG6lRLlDvweUzApxw5cmTWrFlhYWF33HFH69atBQDvU/8pdF1wu+ptZBIAAAAAAKBm1X21hEGDsQ/Ap+zevbu0tDQnJ+fFF1/89NNPy8rKBAAv0/5T6PqPdO3n93xiAAAAAAAA1Kw6q5ZwDSGUaoni4mJll9OlAKrC7auI11JVDRw4MCEh4YMPPigsLPz555/79u3bsGFDEUh4IaFmVeYVpf7jaDQaDS7U6xG1hRc8AAAAAACoWd4YaqjOJE5qtcShQ4f0hmxch2/cLmsDD9flGrx0vQ/ab8dHbrcG74OHx9z370ONP/4qH38BnP1lTEzMuHHjli5darFY7Hb7sWPHlNtdt25dRkZGbGxsdHR0VFRUo0aNgoODeeH5zfNe4e3yCAgvv+pciTqi/dYAAAAAAADOntuRlrNUhVhCO+DiNAzktOx0qZ7uuqwdPXFdVm9Fu+zhdqt0H6p6u9W7D1W63Zq6D8LjY36W96FGnnfP96HGH/8auQO188Kr5IPg4T5ERESMHj26tLRUe7vbt29PT09Xb+7OO+9UYgl5VkFBwaJFi0JCQuQWedm8efPWrVurtyXDDJvNFuwQGRnpmy+8mroPdfWDX/nnvRqP/9k/ArXzyq+TR97pPlT7cVAujQ4GB6H5F1PUrnIyCQAAAAAAUKO8Mb5R5WoJeSfk2GV8fLwcrLRYLFarVS5YHewOckxEXioHB8j4iNOgVc1eCqBa8vPz1eXExMTQ0NBcB7kqowj5Y6vsysrKOnDggHpkWVlZTEyMurpw4cITJ04oy2azeezYsequtLS0rVu3Bp3Wtm1b+WtB3StTEHm8DDPkpbxpURf4wUSNU596JYGQlyaTSQkk5E+BsqWuAgmnewgAAAAAAFAjvDEa5imWUD8uKs4slZCjMMr4i7pXWZADnXKjzCSUe8lnNgEf0b9/f2WhpKQkOzs7IiJC3SUzg65du1ocZCYhowU5rqrulRvVZZlHanfJbOPIkSPqaqNGjRISEtTVxYsXq+c2bNjwsssuU3cdPXpUZiFqnpGcnCwvhXfofZb/7C8RsNQXgPpvohJOKIynacsmXM/1HmIzAAAAAABQs+qmWkKbMWhHYZSBmHIHdZdSKqGdDQOA75ABQFRUlHZLXFzcwIED9Y6//vrri4uLlcRC/mhr8wMZQnTs2FGGE0VFRYWFhTLe0O7V5hlhYWHaXYcPH962bZu6euONN4aHhyvLubm5H330kbyq4OBgeUqHDh3OOecc9cjU1FR5Z+R2Zb6pJk2aCKDWaedo0gYS2lhCG+SrB4taYaC3BAAAAAAAqFG1XS3hRJtJyLvimkko25UZnNRdAOo1vVKGpg56Z11++eWlpaVKnhEZGam9EpmLyEhDbpd7ZcwQERGh7lV+e5Q4CEe2oT1x586dR48eVe/VpEmT1F179+796aef5FVFOnTp0iUpKUnde/z4cWVGKamuZpSC39CGDWpC7yGZELWLf3kBAAAAAEDNqptqCe1tq9mDQo6/CE0modRJqASAQNW2bVu9XQMc3O5KTEy86qqryhxkqpGcnKy05lY4zSil3WW1WosdMjIy5GqLFi20tRRffvmlem5KSsqNN96o7tqyZcsff/whr03mHPKyd+/e2hmujh07poQZIQ4CcNAWQ7gmE24LJmrzvgkAAAAAAICaU5fVEobTjV7VZELdrs0kmMEJQLXJAKBDhw56e8ePH19UVKQkFvJXjTaWaNSoUZ8+fZRdUoMGDfTyjPDwcO2urKysffv2qasyllD3Zmdnf/TRR9pdw4cPV1eXLVtWUFAQ5RAZGdmuXTuBgKHN6bXJhLaxhHIpaj0noLcEAAAAAACoWXVWLaFmEkKTQ6i7DI42124zCcIJADUoJibG7fYWDnpnPfroo2piofTZVne1bt1ajibL7coBMmNQ99psNu2VyDxDe+KRI0cOHTqkLMskY/r06equHTt2fPnllyGnDRkypE2bNure1atXy9+Zyq7o6OiUlBSB+sOg6XctXJIJLafeEqK28gl6SwAAAAAAgJpVB9US2gEONZxQMgltnYQ6fZM4HUUwLALAR8jYQDs1k9Y5Dm53NWzYcOzYsUqYUVJS0rRpU22ZRUJCQulpSo9udZfMM6wOhYWF6h1Q9/78888yAlGWmzdvPmHCBHXXkiVLVq1apeYZN9xwQ3x8vLJL3oGNGzfK1EQGM/IyLi5OoO5owwn1n0I1nFBXa38GJ8E/vgAAAAAAoKbVWbWEOJ1JKCGEXFXmcdIGFWoawZgIAD8QFBTUpUsXvb0yM9Db1bFjx3HjxskgQQktmjRpoi2zaNSokZJzyEunZuBlp+Xn58tVs9ms7s3NzV24cKF65IABAy6//HJ19fvvvz9x4oQSZsgARjvZlIxGMjMzZXCi7KXjdw3SFkNowwmnrhL0lgAAAAAAAPVa3fSWUAsm1GSi/EzqAczdBAANHPT23nvvvXq72rdvL6MItT4jKipKriq7tO0xhGNGKXWXdODAAbVDhsweLr30UnXX/v3733//fXVVpil9+vRRV9977z2ZNCuhRcOGDfVakcMtpwmaXAmXSZ9qAb0lAAAAAABAzarj3hLizCYT2u2uEzeRTABAlfRwcLurRYsWzz33nFJjoSQWJpNJ3durV6+UlBRll8lB3SU3aq9H5hnavTt27FADjzZt2gwaNEjdtWjRomXLlimJhbwcO3ZsYmKiskveyi+//BLqoOQZkggk2n+MXbtH1GEmIegtAQAAAAAAalrdVEsoXJMJdUG9WwyFAICXhDu43TV48GC9s84///yuXbvm5uZmZ2fLyyZNmmhjCRlmlJzmlFiok1Apq9q0o6Cg4Ntvv1WPvPDCC6+++mp19fXXX9+7d68SZoSFhT3wwAPqrhMnTmzZsiX0tKZNm8bGxop6zuDSBNvt9lrDP8QAAAAAAKBm1Vm1hHrzajLhtF0wcQQA+KR4h5YtW7rueuihh/TOklFHhw4dlMSiuLhY5gdGo1HZJX/VN2/eXJtnqLukoqKiYge5LGMJ7a5jx44tWLBAXR07dmy/fv3U1TfffNNms8lTZGKRnJwsAxV1V2ZmpsxC5C6ZdshLbQtxX+BaPKG3Wst3BgAAAAAA4OzVZbWEwqkqguEPAPBLyQ56ux555BG9E6+88srjx48r9RkWi0X7z4TTjFIyYNDu3bp1qzqjVPv27bUzSv3666+LFy9WVx977LEmTZooyzKueOedd9TJpuSJ3bp1U49MS0uzWq1qfYa2wXhN8fDvYJ38E8lHBAAAAAAAQM2q42oJldspmxgHAQC0dXC7a+DAgb1791YrMBITE7X/cAwZMkTd1bRpU+0uuVF7PREREepeGUvs2LFD3WU0Grt3766ufv7559u3b1dXX3/9dXX5xIkTmzZtUuIKGZA0a9aspmaUqtt/DektAQAAAAAAalbdV0tokUMAAKokzMHtrquuukrvrJtuuumKK65Qp41q0KCBuis8PPyCCy7IycnJzc3NysqSq9p/m5S5pNQjtbuOHDny5Zdfqqvjxo3r37+/uvrII4+UlpYqiUXLli1vueUWdVdqauqBAwfUCow2bdrofUd1gkwCAAAAAADULF+plgAAoDbpdfyOjY298cYb9c667rrrZGIhwwmnegspJCSkWbNmyi7JKVooKCiwWCxFRUVyOTIyUrtry5YtS5YsUVefeOIJdUYpeVsPP/ywPF5JLPr16zds2DD1yLS0NHmdSvMML80oJfjEAAAAAAAAqGm+VS0BAIAvc9voW9HVQW/vpEmTlOmk5KXT5E4ydWjQoEFmZqayqg1LlOYZBQ5yIS8vT3vip59+qp1Ras6cOery/v37v/nmGzWxOPfcc1u0aKHuPXjwoMlkUjp+O2UkrugtAQAAAAAAahbVEgAAeF3nzp31dl3sIBfy8/Ozs7Pj4+PVXTJRGD58uFqBkZKSoj3RaUYp7S4ZcmgTiyZNmmhjiZdfflnelrLcvHnzRx99VN21du3abdu2xcTEREVFRUREKO06mMcJAAAAAADUIKolAADwCVEO2i0yHrj66qv1jn/44YcLCwuVIgyr1ardlZSUNHToUG0zcO1e7QxUMvnQ7jp27NiGDRvU1dtvv10tp8jLy3vkkUfUGaV69+4tIxP1yI0bN8pMRWmeIS87deokAAAAAAAA3KFaAgCA+irCwXV7Mwe9s9QZpUpLS2Xyod0lV1NSUpQ8Q2YeMmBQ3ygoxRnqjFLt2rXTnvjrr7/u2rVLXX311VfV5W3bts2dO1cJM2Rocemll55zzjnaE4ODg2MdZJoiAAAAAACAv6NaAgCAwOJhRqkLL7xw8ODBNpvN6pCdnS3TCOWNgowNJk+eXHKaU+yRkJAg8wxlvimn5tsy/LA4KDNHOXUL//rrr5WcQ2ratOn06dPVXWvXrl2/fr2aZ8j7pm3LsW/fvtDT3HYvBwAAAAAAvolqCQAAoEvtLRESEtKlSxe9w2666Sa9XYmJiRdddJE6o1RcXJx2r5pJSDJ70O46evTotm3b1NV+/fqpsUROTs4LL7yg7howYMCYMWPU1YULFx46dEjt+H3FFVeou4qKimTWIu8DSQYAAAAAAHWFagkAAKDr7Ptde55R6tVXX83Pz1dCC7P5jLcQbdq0sVqtan2G2uVCKiws1B7plDHs3btXO6OUNpbYt2+fMsGUMnPUlVde2a1bN3XvsmXL5PerhBlyb8uWLQUAAAAAAKhpVEsAAABd3nij4MS117eiq4PbU1JSUmbOnKm0x5CX2sRCOOozZNThdkYppUOGVFZWlp6eLk/X7l20aJFavdG8efOHH35Y3fX9998vXrxYnTZq7NixycnJyi6LxbJ06dKwsLCQkBB5mZSUpO4CAAAAAACuqJYAAAC6vPFGoUYEO7jddeONN+qd1a5dO7Xjt2uHjMaNGyt5howrnCowlI1Sbm6u03UWFhZ+/fXX6mqVZpQ6ceKE0jlD2SsAAAAAAAgAVEsAAABdam8J/xATE6NXgSHde++9erv69euXnJycc5o2tFArMBTVmFFKcf311w8ePFhdfeedd8rKypS4Iikp6cILL1R3ZWVlyfhELd0ICQkRAAAAAADUH1RLAAAAXf6USZyNZAe9XR5mlOrZs2ejRo2U9hhOJ2rbfQuXPGP79u1FRUXKcvPmzbWxxOrVq7/99lt19cEHH1TbYDCjFAAAAADA91EtAQAAdPnmDE6+xsOMUgMHDtQ7q1+/ft27d1cSC5lnJCQkOJ2YkZGRl5eXlZWwVSA6AAAQAElEQVTlFHU4tcTQzv7keUapuXPn7ty5U6mxkKGFzDPUXSdPnvz999/VCoymTZvGxcUJAAAAAAC8gGoJAACgy2d7S/gHDy0ltNM9OTnvvPNatWpVclpMTIy6y263N2/eXN3lVIEhQwu3dRtSWlraV199pa7edNNN2kDl73//uzxXTSxuvfVWdVd2drbMTphRCgAAAABQeVRLAAAAXX7WW8I/NHRwuys+Pv7hhx8WOq688kqZIijtvm02m3ZXUFBQUlJSTk5OWVmZXA0LC9PulacUOYgzizOkNWvWaOszHnjggdatWyvL8lbmzp2rTCclz2rbtm337t3VI48fPy5vS233Le+AAAAAAAAEBqolAACALjIJf9Lcwe2ujh07/uMf/xCOBEJGF9HR0dq9gwcPzs/PVyotnBIRDx2/ZYyxc+dOdVUGIdpYYsGCBZs3b1ZXtd2/Dx06JKMOZaYpedmjR49WrVoJAAAAAIC/oFoCAADoYganQBPm4LRx5MiResdfeeWVI0aMUCowJG2HjKCgoGHDhqnNM5o0aaI9UZtnOJVK5OTk7NixQ12VQYg2lvAwo9S+ffv27t2rdvyWZzlNYwUAAAAA8AVUSwAAAF30lkCF3CYZUlRUlAwt9M669957T548meOgTA+lkqFCs2bNlDCjtLTU6cplJqE3o9TOnTsXLlyorj744IMtW7ZUluVVPfDAAxEREUoRRvfu3S+99FL1yK1bt+bn58fHx0dHR8fGxhJmAAAAAIBXUS0BAAB00VsC3pPo4Lq9ffv2jzzyiN5ZEyZMKCgoUIowIiMjtbvkapMmTZRd8hhtnqEUZxQ6yAWnWaF+++23yswoJfOSnj17as+Ve41Go1K64XRnAAAAAAB6qJYAAAC6yCTga9q1a6e3a7CD213BwcGVnFHKbD7jrazTjFKNGjXSxhJz587NzMxUlpOTk5944gl118aNG1evXh16mrxjDRo0UPfKPCM2NtaphwcAAAAABAiqJQAAgC5mcIJ/iIyM9DyjVGFhoRJalJWVaXfFx8cPHTpUbZ7hVN6hzTMiIiK0u9LS0rZt26au9uzZU40lioqKnn32WfX6+/fvr+3esXnz5oyMDCXMCAsL69SpkwAAAAAA/0K1BAAA0EVvCQSICAfX7U0c9M564YUX8vPzlcTCaDRqdznNKKVtgyG3qMtZWVnyGrQnrl69Wm9Gqd27d8+ePVtmFUpocfHFF8u0Q927YsUKm82m7IqJiXGaqAoAAAAAfAfVEgAAQBe9JQDPohxct3uYUUomFpMnTy4tLVWKMFJSUrR7GzRoILcok03JmEG7S26xWq35DuLMeEP64Ycf1Bml5DU89thj6q6lS5fKvfHx8fKuxsXFDR06NCEhQd27b9++kJAQJe2g3TcAAACAWkC1BAAA0EUmAdS44ODgLl266O295ppr9Ha1atVq0qRJSmIhU43mzZtr92pnlJIxg3ZXUVFRnoOy2rdvXzWWKCwsfOGFF9Qje/fuffvtt6ur33///f79+5XppOTlFVdcob2548ePq83AtQ3GAQAAAMAzqiUAAIAuZnACfEd0dHTXrl319nqYUap169ZDhgxRwgx5qW21LRML7ZFO1RIyk9i6dau6qo0lDh069NJLL6mrV1111dChQ9XVjz76yGazxcXFxcbGJiUleWhUDgAAACAAUS0BAAB00VsCqEf0ZpTq5OD2lMTExJkzZ5ac5lT0IFMQuSXHobCwULtLJhzaVac8Y/v27dnZ2cpyo0aN/u///k/d9eOPP3777bdqjcVNN93UtGlTde/3338fepq8b04zXAEAAADwD1RLAAAAXfSWAPxesIO2hEI10MHtWS1bttTOKNWsWTPt3uTkZJkrKFFHZGSkdpfcUuagrGp/w8jk4+uvv1ZX+/TpM27cOHX1vffe27x5s5JYyDxj2rRp6lxV6oxS6l4BAAAAwIdRLQEAAHSRSQBwKyoqysOMUlOnTtXbJcOGpk2bqvUZDRo0UHdZrdaUlJTs7GxlaimndEFuVE5RVrX9MzzPKPXBBx/IwENJLOTNaXfl5OTk5uaqeYZTTw4AAAAAXkK1BAAA0MUMTgBqVpKD210xMTGPPfaYspyenu7UIaNHjx4yVFCSCRlgaHdp230Llxmldu7cqc4oJWMPbSyxfv36L774Ql2955572rdvr67OmjVLbffdqlWrXr16CQAAAAA1gWoJAACgi94SAOqEa3TRz8Htwd27d58xY4YMJ5TQIj4+Xrv3/PPPz83NVfZqizOEY0Yp7aq2PiM/P3/Xrl3qalFRkTaW0M4oJck8Q620kBHI2rVrlTBDkkGI040CAAAAoFoCAADoorcEgHohxMHtrhEjRuidNWrUqPPOOy/nNG2eYbPZWrRooTTPkJdOFRgeZpRKT09fsGCBuuo0o9S///3vrKwsJbRITk6+44471F0HDhxITU1V22O0bNkyIiJCAAAAAP6IagkAAKCLTAKAf4t3cN0eGxv70EMP6Z01cuTI/v37K6GFxWLR7jKZTM2aNVObZzjlGQUFBcUOwuUDYjKT+PLLL9XV++67r23btuqqdkYpmVj07t1b3SWDEHlDyl4ZkAQHBwsAAADAt1EtAQAAdDGDEwC4aubgdlebNm0eeeQRvRPHjh178uTJvLy8rKwsp2KI0tJS7aq2AqOwsFA7o5QMIbSxxLfffrt+/Xp19cUXX1Rnozp27NgXX3yhTjbVrVs3bdRx9OhReaTbVAYAAADwKqolAACALnpLAEAN6ujgdteoUaMuuugipcaiuLi4YcOG6i6j0Ths2DC1AsMpESkqKtKuOnXI2LFjh7oqEwhtLPHWW28dP35cLkRHRzdv3nzSpEnqroMHD+7Zs4cZpQAAAOAlVEsAAABd9JYAgFoT5uB2+5VXXql31tSpU2UyofTAcCq5cJpRyqn9hjKXlKRUb2h37d69+6uvvlJXnWaUmjx5skwp1AoMGaiou7Zu3XrixAm143fnzp0FAACo/5QRZKPRKIAaQrUEAADQRSYBAL4v3MF1u+cZpW6//fb8/HwlsXCKQ2Tq0KRJExlyyOiioKDAqQJDOOaVkoRjPivtievWrdObUWr//v2zZ8+Oi4uLiYmJjY0999xz27dvrx55+PBh+XepEmZERkYKAADgS5RmWmYzo76oMVRLAAAAXczgBAD+SlsA4WSAg9tdMjaYMmWKMtOUvGzcuLF2r4cZpeTBRQ5Hjx6Vq40aNdLGEu+8844yo5TUoEGDp556St21ZcuWX3/9NSQkRCnCGDhwYFJSkrp379696mRTbrMZAL6At5RAvVZWVqYsOFVeAmeDagkAAKCL3hIAAK2goCAPUzN5mFEqNjZ26NChap4hYwntXnVGKeEo/tDuknHFtm3b1NWuXbtqY4kXX3xRXe7WrdvEiRPV1R9//PHIkSNqfUb37t0FgDoSHBysLMjBTXUZQH2h/ptOLIEaRLUEAADQRW8JAECV6M0olZycfNVVV+md9cwzzxQUFMhwwinMkJo3bz5kyBC1GbjMGNRdyoxS2pvWrh46dMjDjFIzZsxQe2BceOGF/fr1U4/87bfflImt5OBLVFSUh7ISAJWkDmXKn3FiCaDeUf915ucXNYhqCQAAoItMAgBQOyIdXLe3d3B7ijqjlJJYOM0oFRcXl5KSouyyWCxOM0pZrdZ8B3FmrYZwlFnozSi1YsWKL774IvS066+/vmXLltoTY2NjZXAibzohIUEAOE2NJdSpYADUI1RLwBuolgAAALqYwQkA4LM8zyh1pYPbXU2bNp00aVLJaa1bt9bulYlCUVFRXl6ecKnAkAeXOSh7Zbah7pIbZWKhrjrNKLV06dI9e/YoPTDkmM4ll1wil9XrTEtLU6MOp/bjgH9QhzLlC14AqG+IJeANVEsAAABd9JYAAPifyMjIrl276u2dPHmyspCVleU0hKqdUUrSzijlNP2UU55x8ODBrVu3qqsjRoxQl48ePartkHHZZZfJ0EJdnTdvXm5urpJYxMXFDR8+XAD1kHYSJwGgvqHlNbyBagkAAKCL3hIAgIAVHx/vtMXDjFJRUVEzZ85UEwu1GELRpUsXeYDaDFxbEuE0hZTTibt37z5x4oSynJiYqI0lfvnll88//1wts7juuutatWql7v3+++/VXQkJCU2aNBFA3VGHMi0Wi/ANJpNJAPWBzWYTdU1t5kQsgRpEtQQAANBFJgEAQCUFO0RHR7vu6uPg9iyZWDz77LM5OTl5eXlZWVktWrTQ7m3UqJHRaJRJhkwvnCow5BbtjFLacSu58euvv1ZXe/bsOX78eHX1o48+Wrdundrxe8qUKREREcqu3Nzc1atXK3NJycvk5GSZhQjgrDGJE1CvnTx5UjiC86CgIAHUEKolAACALmZwAgDA26Id3O7SNqhwIsMGGVooPb3lZVJSkrrLYrHIeENtBu6UZxQVFZU6KKtm819/wmdkZCxYsEBdHT16tHa+KQ8zSsnt2dnZap7Bx2nhRCZ28oUhX5DypSIA1DeZmZnCUbQngJpDtQQAANBFbwkAAHxTgoPbXREREQ899JDeicOGDevUqVPOadoIwWnef6f+27t27UpPT1eWZQqijSU2bdo0f/58dXXy5MldunRRV19++WV5K0po0axZs759+6q7Tp48KYMTdb4pOXgt4Kfka+bQoUPqSwhAPUIsAW+gWgIAAOiitwQAAH6muYPbXTKumDFjhlqBERcXp9173nnnZWdnu7b7Fi4dMrR5RllZ2c6dO9XVnj17amOJJUuWrFy5Ul199tln1cIRZpTyMzJFI5YA6qmMjAxBLIGaRrUEAADQRSYBAEBACXFwSh0U2vIIJyNGjBg8eLDa8VtGCOou+V7iwgsvlHmG0jzDtUOGdlXb8dvzjFLPP//88ePH1Z7ekyZNUncdPnx4165dagVGixYtoqKiBOqaMs8YsQRQ79jtdvnbWzjCRQHUHKolAACALmZwAgAAlRHm4LpdhhzXXnut3lkyaejdu7eaZ2gncTIajc2aNVN3OV25DDmKHcSZ7b6lffv2ffnll+qq04xS9913nwxd4uLi5GX79u379++v7mJGKa9SPmctH2Q5xCmfXAGgnlBmcBJUS6CmUS0BAAB00VsCAAB4TxMHt7tatmz5yCOP6J04duzY/Pz80tJSGSQ4ddj2PKOUPCXdQa5arVZtLOE0o9TTTz8dGxurLMvjP/nkEzWxkDlHhw4d1COPHDkiHAGMvK3IyEgBd5QBTfneMiMjQ9uhHYCPU2MJqiVQs6iWAAAAuugtAQAAfFDbtm31dnmeUWrYsGFKmCF3OfXYcMoztPNN5ebm7tixQ12V2YM2lvjggw8OHTqkLMfExDzzzDPqLnnWb7/9Fh8fHx0dHRcX165du4CdUUqNImTGQywB1CNq8ip/lQmg5lAtAQAAdJFJAACAesfDjFJXXnml3lnjx48vKipSEgunGaVk2DB06FClLVjPAgAAEABJREFUGbhMNbRRhyS3a29au0sOwW/cuFFddZpR6p577gkKClJ6enfs2PGqq65Sd8k849ixY8ouSeYZ8khRn8lgRj6MMuA5ePCg9kEA4OP++OMPeSl/CwmgRlEtAQAAdDGDEwAACBzhDq7bk5KStJmBk5tvvjkvL08pwtB27VausGnTpkrO4bS3rKzM4iCzELnasGFD7YkbNmxYtWqVuvqf//xHjSWOHDny9NNPR0ZGytBCBi2DBw8eMGCAeuTatWvtdrtSnyEvfapDhhzWXLdu3Z49e0aOHCkA1BNKLNGqVSsB1CiqJQAAgC56SwAAAHjWpk0bvV19HNzukoHBlClT1MTCKZaIi4tLSUlR9hYWFmqnflKKMwoc5ILcqz1x6dKlhw8fVpZldPHcc8+pu7Zv375s2TKl/EJGGv3799eWfezbt0+GHMreiIgI4QVt27aVscTevXtlGOMjxR9vvPHGxIkT5cKoUaO++eabCo+Xz5q883IhNTXVw/NeXyxcuPDtt9+WT/2JEydycnLkuLP8prp06XLLLbe0b99e+Iz169fPmTNnx44d27Ztk68c+bp9+OGHZRwoaoX8EZavW+Fo2B6AzRXS0tKU6LR169YCqFFUSwAAAF30lgAAAPCSzp076+0a5eB2V3R0tHZGKac+DdoZpZwqP9LT02Uyoa526NBBG0u88MIL6nKnTp2mTp2qri5fvlyOCKsdvy+++GL1msvKyuTVxsbGVqbXtzIJjN1ul+PgPjXqHYBkfPXAAw9s3rxZu3G7w4IFC/79739ff/3106dP79atm6hrO3fuHDJkSH5+vrolMzPTbVUTvEHmiPLSaDS2bNlSADWKagkAAKCLTAIAAMCneJ5R6p///GdBQYFSZuH0Rq5JkyZyeFdtBi6zBHWXU7tvp6moDh06tHXrVnVVhiLqsswknn76aWU5ISFh+PDhAwcOVPeuXr26qKhICTNkbiFjCaW9xO7du4kl6oqMhZ588kn5OlG3yFeCfG3Ip+/YsWMHDhyQUZPcOH/+/O8d+vXrJ+rUf//7XzWTkGlEnz59zGZzz549BWqFMoNTixYtTCaTAGoU1RIAAEAXMzgBAADUL5EOrtvbOrg9JSws7IUXXsjOzs7Ly5OX0dHR2r3x8fF6M0pp84yMjAxlshfVzz//rM4oJQOJZ555Rm0vIROLefPmqRUYMmjRNtT94Ycf5NCz0vFb3nqzZs0EasgNN9zw6aefKstXX331gw8+2LdvX3WvfAZfeukl+UzJJEAGSJdddtmSJUt69Ogh6s7vv/+uLMyePfuOO+4ICQkRtWv8+PHycRAu5UcBgsYS8B6qJQAAgC56SwAAAAQCpd23jB9cd410cHtW48aNJ0+eLMMJJbRwij2SkpJsNpsy35TSr0JpL7F///4uXbqUOcggRG6Xh2lP/PLLL9VleaS8CXXV84xSR44cUTqBhzkInGnmzJlKJmE0Gt944w05yu90gHwwp0+fPmLEiAsvvFDGEjJquu222zZt2iTqTk5OjrIg70ntZxLShAkTRKBKT0/PysoSNJaAd1AtAQAAdNFbAgAAAHpk2CBjA729rqPe3bp1+/jjj+XbSxkhjBs3Ljs7W459y3HnmJgY9ZizmVFK2yFDJhaXX365uiqH4zMzM5V23/Lm9IIWPybjnIceekhZfvnll12fHVWPHj0++eQT+QDK5c2bN//www/Dhg0TdcRutysL5Ey1T+n1bTKZOnToIICaRrUEAADQRSYBAACAmhIVFSXHN3fu3Ll9+/bRo0e7PUaOPs+cObO0tFQpwnD6gHynTp1ktKBUYMhLvRmlhMso9p49e44ePaosx8bG1ngskZ+fP2vWrEWLFslbOXHiRNOmTVu3bt22bdurrrrqggsu0DtLpjIvvvjitm3bdu/eLROXNm3ayMend+/e06ZNCwoKcjr4ww8/vPnmm4VjdiwZ8DzyyCMyMJABT8+ePW+44YabbrrJ8z186623LBaLXOjevftdd93l+eDhw4ePGDHi+++/l8vym3KNJeSfCe+99568J/LZlHe+cePG7du3l8/Ovffe69SGXTgm+EpMTJQLjz766L///W+ZD8nY49dff125cqW8SzLZkkHIPffco+3BLh9MuUV7Jerw5WeffXb11VfLWEveAeXRcPsIX3vttfJIubBq1SqnDhlVerL69OmjjM6fPHkyISGhlh+HurV27Vp52bVr1zqpU4Hfo1oCAADoYgYnAAAA1KC+ffvKAdzDhw+npaXpDb8GO2gjB1UvB7dnyWHlGTNmqD29tRUYkhzrlzcnY4Ds7GynCoyzt3Xr1iuuuGLfvn3qllQHOaz/8ssvT506VV66PUuOgytz9ys2OcybN+9jB71eIHIo/Jprrvnpp5+UVTm2HhkZ6TmWsNvt8+fPV5YfeOABo9EoKvKf//xn4sSJgwYNio+Pd9q1Y8cOuUuOp6tb8vLydu3atWDBgnfeeefVV1+98sor9a5WxgAXX3zx5s2b1S3Hjh1bsmTJ22+/Le/hhRdeKLysek+WW/X6cajQkSNHZBIjHD87AvACqiUAAIAueksAAACgBvXo0UMOuJeWlq5du1Y7yVKNCHFwCiQUypRE3iBHk+WVy5RFLjdo0OCCCy6QcUJ6evrKlSt3794tN77yyitdunSR49fas3788cfRo0crFR5y77nnnpuYmLhhw4bffvtNbpQL3bt3l8vdunVzvcU33nhDzSQUV199tcf7KLZv364Wi4waNUpUwjkOrtuXLVs2cuRIpb15UFBQ//795Z2XA/RydD4/P//48eMya3nmmWceeeQR13Pl3qFDh27btq1z5879+vVLSEiQ34haiyC/CxnSKCmIvBLl1mXcojy2P//8s3Il8lxRXdV7styqncehDm3cuFE4fqbcvgiBs0e1BAAA0EVvCQAAANQgOYArk4nVq1evWbNGjsv7wSdg5s6dqwxz33DDDW+99Zbaglu+i/73v//9xBNPyOXnnntuwoQJ6jdbUlJy1113KZnEv/71r4cffths/nMwTQ6RP/jgg++//74c777nnnvk2LfrLc6bN89oNP7zn/+cNGmSHGeXB19yySWe7+T+/fuVhV69esXGxorqysjIkKPtyli8HD2fOXNmkyZNlF25ubn/+Mc/Zs2aZbfbn3zyyWuuuaZNmzZOp7/99tvCMYWRPFKdper111+X34hcyM7Olt+a0uG8iYPQNBfxMBdW5VXjyarbx6EOyZ9Q4egHYzKZBOAF3vgQZMWFYAAAoF4gkwAAAEDN6tu3r7zMyclJTU0V9d+WLVuUhWeffVYd5haOz/c8/vjj5557rnDMoaSdrOm///3v3r175cK999772GOPqZmElJSU9N57791yyy1yefny5f/73//c3qgcQ5dX3qBBg65duz7//PPa23VLnbOoffv24iy88sorctBcLowYMeKzzz5Tx+KlmJiYGTNmyExFOPp8TJkyxe01jBo1St55becMmdDI70VZXrVqlfCmajxZbtX3x6FCBw8eVL5B5TEBvMEbsTSxBAAAfoIZnAAAAFCz2rVrp3xgX52Wp15T+zTs3LnTde8nn3wiA5j9+/drG0W8//778jI6OvqZZ55xe50PPfSQsjBv3jzXvXLg+4EHHhBVcejQIWUhMjJSnIU33nhDWXjqqafcHjB9+nSlL/SSJUuOHDniesA///lP143qFFvHjx8X3lSNJ8ut+v44VGjlypXyUiY3HTt2FIB3eONDkMQSAAD4CXpLAAAAoGbJt5eDBw+WC5s3bz527Jio55TiD+nWW2/9+9//vnbtWu1YW4sWLZx6XRQVFSltDAYMGKDXfLtLly5Kx2+3BSV9+vTRfsq+MtQbys/PF9W1Y8cOZQYkOWqv1wZZfrNDhw5Vlvfs2eN6gNt+FY0aNVIWlImtvKeqT5ZbfvA4eCZfJEq5xsCBAyvTHR2oHqolAACALnpLAAAAoMZdeOGFysf2v/nmG1F31EGxyrzjlcfYbDanE6WJEycqMyOlp6c/+eSTcuA7JSXlzjvv/OSTT3Jzc12v5/fff1cWvvvuO4M+JT+QsYR6o6rWrVuLKlLHuzMyMkR1qTNBNW/e3MNh6oxGrplK48aNtTNWqdQaDovFIrypqk+WW37wOHj2888/y1edyWS66KKLBOA1VEsAAABdZBIAAACoccHBwcqIZ90WTERERCgLhYWFFR4sB/TtdruyrJ0KKSoq6uuvv1Y/hi+lpaW9+eab119/fUJCwtChQ9955x3t9Wzfvl1UhdKFQqsyn+h3osYS27ZtE9WlNBsQFQ3Ht2jRQllwvefq3dDj7b8+qvpkueUHj4MHZWVlK1asEI6iHKVkB/ASb1RLmAUAAPALzOAEAAAAb7jwwguXLl1aUFDw7bffTpgwQdSFuLg4ZSEvL6/Cg7XxSVJSknZXu3btVq5cuWDBAjnAvWrVqpycHGW71Wpd6vDDDz/I8e6QkBC58eTJk8reYcOGnX/++aIi0dHRTltMJpOoIrVxsRyF379/f8uWLSs8xWKxTJs2bcSIERdffLEyB1RYWJiyy7WAQ0sNb1zn/6nGPa82vZH9Kj1ZbtWvx6Gq5INTVFQkF4YPHy4Ab/LGlNHEEgAA+Al6SwAAAMAblIIJOTq8adMmOeLfuHFjUeuUzttCp4WDE6WdgHCUSri+Q5YDzVc5yGU57r9hw4affvpJfndKmPHxxx93795daWStfsS+adOmTzzxhKgVMofo2bPnxo0b5bIci69MLPH111+/7iBzEfkdxcfHq5NHHT582MOJBw8eVBaUns/eppcNeJiUqfJPllu++TjUCPnX35IlS+RC165dGzZsKABvorcEAADQRW8JAAAAeInaYWL+/PmiLnTs2FH5JHt+fv6OHTs8H/zDDz8oC3LE1vORctD/mmuuefXVV/fu3XvTTTcpG7/88ktloV27dsqC59mctm7dWlpaKmrOpZdeqizMnTu3Msd/9NFHysKAAQNkJiEXOnXqpGw5dOiQhxPVwfrExEThNWrBgV4bhszMTFEJnp8st3zqcahZ69evV+KcYcOGCcDL6C0BAAB0kUkAAADAS4KDg0ePHi0cxQq//fabqHWxsbH9+/dXll977TUPR8rcQh3N1/YBlmPfd9xxR79+/S6++GLXs0JDQ59//nllWR2kVmOJNWvWbNq0ye3NrV279pxzzpGZzbnnnut5pqDKmzx5sjIf1LJly7766ivPBy9cuFA9Rp1iKyQkRGnjLJ+vzZs3uz0xKytr6dKlyvKgQYOE16iTLJ04ccJ1r3y+ZK7jtLEaT5beTfvO41CD5CtNaUHfvHnzNm3aCMDLqJYAAAC6mMEJAAAA3jNw4MBWrVrJhc8//7ygoEDUOiUXkV555ZX33nvP7TFyuPaxxx6TI93K6nXXXafuio+P/+mnn2TAsGTJkv3797ueqw5wN23aVFmQWYgyfZCkN1PQU089JRzdDk2A5twAABAASURBVOTjU1N9CJKTk//xj38oy3feeef333+vd6T8dsaMGaO0RmjRosVll12m7rr55puVBfmAuD332WefVcoUzj///MpMFVVtKSkpyoJMWVz3vvzyy/LRc9pYjSdLj+88DjVI5igZGRly4eqrrxaA91EtAQAAdNFbAgAAAF4lR3iNRmNxcXGdTOU0bdo0tVXAuHHjrr/+enk3du3aVVZWJoeVd+7c+d133/Xv318OcyvHjB8/XjuJk3yrfOWVVyrLt912m9IrWJWTk/O3v/1NWb7iiivU7c8//3x4eLhwTAx1++23y+9de5bMJL799ltleeLEiaLmTJ06VbnzcvT5kksuGTt27IoVK9S9paWlcvXaa6/t16+fMpNPTEzM//73P20u8sQTTyi9MRYuXCizDadppp577rmZM2eq34XwJrXM5YMPPtDmSfIu/ec///n73//uekr1niy3fOdxqCnyGV+0aJFc6NmzJ6USqB3eGGqg5TUAAH6C3hIAAADwqkaNGskhcjm8u2HDBjnWrE7cXztCQ0PfeOONa665Jjs7W65+4qB3cN++fZ955hmnjdOnT1+8ePGOHTuWL18u7/ytt95qNpvz8vJkpLF06dKSkhLhaEchIwH1lFatWslxbXmiXH7nnXdWr1597rnnymHuoKAgGQz8+OOPymEzZszo0KGDqDny+r/55purr75aPtRy9X8O0dHRLVu2lI+D3KitMIiKipLpyMCBA7XXINOUF154QYY3drv9zTffXLVqVe/evZs0aXLy5Mlt27apM3HJb23w4MHCm+T1d+/efdOmTfI+yzxp9uzZgwYNkndDJj1paWkNGza85ZZb5F11OqsaT5ZbvvM41JQvvvhCRnHBwcEylxJArfDGhyCJJQAA8BNkEgAAAPC2ESNGrF+//sSJEx988MHf//53tW1A7RgyZIgc3b777rvlKLwyc5FbN99885w5c5QqB63ExMRFixZNmDBhyZIlBw8efPLJJ50OkJHDRx99FBERod34yCOPtG3bdvLkyenp6TsdtHtlJPCf//xn0qRJoqbJ8EMmH/LW586dq4zCy0F51wYJt99+u3wimjVr5noNMsL55Zdf7rjjjl27dm130O4NCwuT4/Xy+xJeZjKZ5s2bN2rUqD/++EOurnNQdsmURT4XK1eudD2rek+WWz7yONQI+Rgqj97w4cNjYmIEUCuolgAAALqYwQkAAADeJoeYlc+25+TkvPfee2qP5Vojx98XLFiQnZ39xRdfbNiwYffu3Vu2bLFYLElJSY0aNerfv//EiROVHhhuybH+xYsXy2RFDpTL4elt27YVFhbK1KFPnz4jR468+OKL3b6pvvrqqwcNGvTSSy/JU/bt25eamhobG5ucnNy7d+9//OMfckF4h0xWZs2a9cQTT7z88svLly8/efJkZmZmfn6+/AZbt27doUOHW2+91XPNynnnnScfJXnP5eXevXvloHaDBg3kufI7HTt2rHzERK1o3769zJOefvrpDz/8UGYM8hEbPXr0pZdeOmzYMJkKuI0lRHWfLLd85HE4S+Xl5TKJkQtxcXEylhBAbfFGtQSzPQAAUJ8o/3DLS7uDzWazOsg/zIqLi+V7emXiVAAAAMB7vv76a6UP85VXXilHloU31VQfacDb5F9nwpu+++67b775RjgamXTr1k0AtSUtLU1eykxUjkUEOwQFBclL82lGB8NplblOWl4DAOAn6C0BAACA2nHZZZe1b99eLnz11VepqakCgJft379/4cKFcqF79+5kEqhl3hhqIJYAAMBPkEkAAACgdhgMhgkTJsTHx8u3oHPmzMnKyhIAvKakpGTu3Ll2uz0uLm7s2LECqF3emDKaWAIAAD9BbwkAAADUmrCwsEmTJpnN5qKiotdee81qtQoA3vHee+/l5OTIhfHjx4eGhgqgdlEtAQAAdHmjCRUAAACgJyUl5ZZbbpELR48eVT7KLQDUtDVr1mzevFkujBgxomXLlgKodVRLAAAAXfSWAAAAQC0799xzL7jgArmwdevW999/XwCoUZmZmR9//LFcaNq06ciRIwVQF6iWAAAAusgkAAAAUPuuueYapQHv2rVrFyxYIADUkJKSkldeeaWsrCw4OPjOO+80mUwCqAtUSwAAAF3M4AQAAIDaZzQax48f3759e7m8ePHi5cuXCwBnzWazvfrqqydOnJDLd9xxR0JCggDqCNUSAABAF70lAAAAUCdMJtPkyZPbtm0rl+fPn79x40YB4CzIP+7eeeedP/74Qy5feeWVXbt2FUDdoVoCAADoorcEAAAA6kpQUNCUKVNat24tl998882tW7cKANX11VdfKfFe//79hw0bJoA6RbUEAADQRSYBAACAOhQcHDx16tRmzZrJ5Tlz5lAzAVTPypUrf/jhB7nQtm3bMWPGCKCuUS0BAAB0MYMTAAAA6lZISMg999zTsmVLu93+5ptv/vbbbwJAVWzZsuXDDz+UC40aNbrrrruMRgZvUfeolgAAALroLQEAAIA6FxYWJpOJNm3ayOUPPvhgxYoVAkDlpKamzp07Vy5ERkZOmTJF/jQJwAdQLQEAAHTRWwIAAAC+IDg4eNq0ae3bt5fL8+bNW7RokQBQkf3797/yyis2my0oKGjSpEkNGjQQgG/wxlCDWQAAAL9AJgEAAAAfYTabp06dOnfu3C1btnz77bdFRUXXXHONqBY5SisAf5eWliYzCYvFYjKZ5M9Oy5YtBeAzqJYAAAC6mMEJAAAAvkOOrk6cOLFnz55y+aeffpo3bx4fowHcysjImDFjRnFxsfybTv7UtG3bVgC+hN4SAABAF70lAAAA4FPku9M77rjj3HPPlcsrVqx49913SSYAJ7m5uTKTKCgokD8vt99+e5cuXQTgY6iWAAAAuugtAQAAAF8j36OOGzdu0KBBcnndunVz5sxhUiZAVVhYKDOJ7OxsuTx27NhevXoJwPdQLQEAAHSRSQAAAMAHyWTihhtuGDJkiFzesmXLa6+9ZrVaBerO8ePHZzjk5OQI1J3i4uKZM2emp6fL5euuu65v374C8ElUSwAAAF3M4AQAAACfdc0114wcOVIu7NixY9asWaWlpQJ1xG63pzoUFBQI1JGysrKXXnrp6NGjcln+aFxwwQUC8FVUSwAAAF30lgAAAIAvk2OvMpyQC3/88YfS4FegLoSGhioLJSUlAnXBarXOnj370KFDcnnw4MFKYgf4LKolAACALnpLAAAAwMcNGTLkhhtukAtyQPa///0vn9avE2osUVZWJlDr7Hb7nDlzUlNT5XKfPn2uv/56Afg2qiUAAIAuMgkAAAD4vkGDBo0bN04uHD169IUXXqC9Qe0LCwtTFqiWqH3yr7Z33nln+/btcrlXr1633nqrAHyeN6ol+FglAAD1ifIPt7y0O9hsNqtDdna2/KMiJCSkRYsWAgAAAPBtGzdufOutt+Tb2vj4+Pvvv19eCiAAfPjhhytXrpQLnTt3njRpktHIR8ZRDxw7dkwmE/n5+fKXdrBDUFCQvDSfZnQwnFaZ6+SlDwCAn6C3BAAAAOqLnj17TpgwwWQyZWVlPf/88+np6QLwdwsWLFAyibZt206cOJFMAvUFvSUAAIAueksAAACgHunWrdvUqVPNZnNubq5MJo4cOSIA/7Vs2bLFixfLhZYtW06ZMkW+8gVQT9BbAgAA6CKTAAAAQP3Svn37u+++OygoqLCw8L///e/BgwcF4I9+/fXXTz75RC6kpKRMmzYtODhYAPUH1RIAAEAXMzgBAACg3mnbtu0999wTGhpaUlIyY8aM1NRUAe/bv3//ypUrt23bJuB9GzZs+Oijj+RCUlLSvffeGxISIoB6hWoJAACgi94SAAAAqI9atWp1//33h4WFlZWVvfzyy9u3bxfwsm+//fbDDz9ct26dgJfJ7Oftt9+WCw0aNLjvvvsiIiIEUN9QLQEAAHTRWwIAAAD1VJMmTf72t7/JEVur1fraa69t3rxZwJuUD+yXlJQIeFNqauqcOXPkn2kxMTEyk5CXAqiHqJYAAAC6qJYAAABA/ZWcnPzwww/LcVu73S5HcteuXSvgNaGhofKyrKxMwGsOHjw4e/Zsm80WHh4uM4n4+HgB1E9USwAAAF1USwAAAKBeS0hIePDBBxs0aCCX33333RUrVgh4B7GEt6Wlpc2aNUs+wiEhIffee29SUpIA6i1vDDWYBQAA8AtkEgAAAKjv4uPjH3rooRdffDE9PX3evHlWq3XIkCECNa1bt26NGzdu1KiRgBfIV++MGTOKi4uDg4PvvvvuJk2aCKA+o1oCAADoYgYnAAAA+IGoqKi//e1vKSkpcvmzzz77+uuvBWpa+/btBw4c2KZNG4GalpWVJTOJgoICk8k0ZcqUVq1aCaCeo7cEAADQRW8JAAAA+IfIyMj777+/WbNmcvn777+fN2+eAOqD/Px8mUnk5ubKP80mTpzYtm1bAdR/VEsAAABd9JYAAACA3wgLC7vvvvtatmwpl1esWPG///2P97rwcYWFhTKTyMzMlMu33357ly5dBOAXqJYAAAC6+DsNAAAA/iQkJOSee+5p3769XF61atVbb71ls9kE4JNKS0tnzpx5/PhxuXzTTTf16tVLAP6CagkAAKCLGZwAAADgZ4KDg6dOndqpUye5vHHjxtdee41kokbs3r17skN+fr7AWbNYLLNmzTp69Khcvu666wYOHCgAP+KND0GaBQAA8Av0lgAAAID/MZlMkyZNeuedd2QssWPHjldeeUWuyrhCVAvvmRXqA1hSUhIVFeX2mAULFsi9paWl8jI6OvqGG24QcMdqtb766qv79++XyyNGjLjgggsE4F+88WuTSagBAKhPlH+45aXdwWazWR2ys7PlXwshISEtWrQQAAAAgH+Rb4DffffddevWyeWWLVtOmzZNvvUVVTR79uzRo0c3bdpUBAxttFDqUOJQXFxcVFRU+aHG8ePH9+zZU8CF/KPstdde2759u1weMGDAmDFjBOB3jh07Jn9d5Ofny1/FwQ5BQUHy0nya0cFwWmWuk2oJAAD8BB81AAAAgL+S41zjxo0LCwtbsWLF/v37Z8yYIZOJ8PDwyl/DW2+9JceOO3bs6N+xxFdffbVkyZLKHFn5TKJ169ZkEm7JP8HeeecdJZPo06fPTTfdJAB/RG8JAACgi2p0AAAA+DH5dveGG24YMmSIXD506NCLL75YUFBQyXNlJrFhwwa5oIwg+7FRo0Y1adJE1KjLLrtMwJ2PPvpIeV1169bt1ltv5S8y+CtvfAiSWAIAAD/BPLkAAADwe9dcc40ySp6WlvbCCy/k5ORUeMqHH36ojB1LqampVqtV+C+z2Tx27FiTySRqSMeOHdu1ayfgYv78+StXrpQL7du3Hz9+PH+LwY9RLQEAAHTJNwrM4wQAAAC/d8kllyjtl9PT02UykZWV5eHgr776Shk7VshMYt++fcKvNWnSZMSIEaKEbOgFAAAQAElEQVQmyD8xrrrqKgEXixYtWr58uXB0Opk8eXIN5kCAD6JaAgAA6CKTAAAAQIAYNGjQzTffLBdkJvH888/LfMLtYQsXLnRttLBjxw7h7y6++OIamcqpb9++KSkpAmdatmzZt99+KxeaNWs2bdq0oKAgAfg1qiUAAIAuqoYBAAAQOM477zxl5pzc3FyZTKSlpTkdsHjxYhlLuJ4YCLFEjUzlJK/k0ksvFTjTmjVrPvnkE7nQqFGje+65JyQkRAD+jmoJAACgi94SAAAACCg9e/acMGGCHHwvLCx84YUXDh48qO769ddfFyxY4PasI0eOFBUVCX/XpEmTUaNGibNw/vnnJyQkCGhs3rz5/ffflwsNGjS47777wsLCBBAAqJYAAAC66C0BAACAQNOtW7epU6eazebi4uIZM2akpqYq2z/++GMPZ6mH+bfhw4e3bt1aVEtoaOjFF18soLFt27a5c+fKv7liYmJkJhEVFSWAwEC1BAAA0EUmAQAAgADUvn37u+++Ozg4uKys7OWXX969e/eUKVM8vzfevn27CAAGg2Hs2LHykRFVJzOJ6OhogdNklDVnzhy73R4ZGSkzifj4eAEEDKolAACALmZwAgAAQGBq27atHCkODQ21Wq0vvfRShZ/XCYT2EorExMTRo0eLKoqKihoyZIjAaQcPHpw9e7bNZgsLC5OvtKSkJAEEEqolAACALnpLAAAAIGA1b978/vvvr+TYWVZWVmZmpggMF154YVWncho5cmRQUJCAw5EjR2bNmlVWVhYcHDxt2rTk5GQBBBiqJQAAgC56SwAAACCQPffcc5UfO9uzZ48IDFWdyiklJWXgwIECDunp6TNnziwuLjaZTFOmTJHplwACD9USAABAF5kEAAAAAtZ9991ntVorf3zgzOMkHFM5XXXVVZU8eNSoUUYjA4anZGVlzZgxo6ioSEY7EydObNu2rQACEtUSAABAFzM4AQAAIDD97W9/Ky0trdIpMpYIqI/1DBo0qFOnThUe1rp1627dugkIkZubKzMJeSn/zrr99tu7dOkigEBFtQQAANBFbwkAAAAEoOnTpxcVFYkqKi4uPnLkiAgkN998c3h4uOdjLr/8cgEhCgsLZSahNCAZO3Zsr169BBDAqJYAAAC66C0BAACAQCMzidzcXFEtqampIpDExsbecMMNHg4455xz2rRpIwJeaWnpzJkz09PT5fJ1113Xt29fAQQ2qiUAAIAuMgkAAAAElCeeeKLamYS0fft2EWB69+4tswe3uwwGw2WXXSYCXllZ2axZs44ePSqXL7300gsuuEAAAY9qCQAAoIsZnAAAABA4nnzySWWOnWpLTU2tUpds/3DDDTe4ncppwIABKSkpIrDJ18Ps2bP3798vlwcPHjxq1CgBgGoJAADgAb0lAAAAECBkJnH8+HFxduQY9L59+0SAcTuVk9lsZgjebrfPmTNHmdqrT58+119/vQDgQLUEAADQRW8JAAAABIJnn3327DMJxY4dO0Tg6d27t1MP5yFDhkRHR4sAJv+Seuedd5R5vbp163brrbcKAKdRLQEAAHSRSQAAAMDvrVu3zmAwGI01M6IVmLGEcEzlFBMToyxHRUVdfPHFIrC99957GzZskAvt27cfP348ZeiAljd+IswCAAD4Bd46AwAAwO+d62CxWA4fPrxv3779Djk5OaJajhw5UlRU5LbXgn+LiIi4+eabZ8+eLZdlJhEWFiYC2Pz589euXSsX2rZtO3nyZJPJJABoeGPKaGIJAAD8BL0lAAAAECCCgoJaOSir2dnZakQh44oqNbJOTU3t1q2bCDydO3eWAY/89rt37y4C2MKFC5cvXy4XmjVrNmXKFPnSEgDORLUEAADQRW8JAAAABKa4uLheDsLRyPrQoUOVL6TYvn17YMYSwhHnhIeHHz9+PD4+XgSkZcuWyVhCLjRq1Oiee+4JDg4WAFxQLQEAAHSRSQAAAABms9mpkOLgwYMypTjg4FpIEbDtJaT7779fBLA1a9Z88skncqFBgwb33XdfgM9kBXhAtQQAANDFDE4AAAA4G+rHXPzpjWWcgzJPkc1mO3TokAwnlFqKrKwsuVFeZmZmyoFpgUCyYcOG999/XzheITKTiIqKEgB0UC0BAAB00VsCAAAAleeh1lZvl+u7zeoV7DpdT41cSWWux2g0tnC44IIL5Gpubq4MJ2RKIZMJNZaotTtTmevxgzsjfPKb2rZt29tvvy2vITIy8t5775XJRJWuLRCebtdr44/NQEa1BAAA0EVvCQAAAFTI9R2jh/eQVRo29fb1VHUMt8LriYmJ6e7g4eBauzOVuZ76eGdErXxTVbozqampc+bMkQthYWEyk0hISKidOyPq89PtegApRUChWgIAAOgikwAAAIAH2reLesuup1R+KKqm3o56SAj8787UyPVwZyp/Z/bt2/faa6/Z7faQkJCpU6c2atRIPZcfBM/cxhiEEwGCagkAAKCLd4QAAADQ45pDuF66UutxPbzVrDDh0Bb1VjhRTA1eT724M6ISw7s1/k351J2p8Hpq8M4cPXr09ddft1qtwcHBd911V7Nmzcod9K7Tq3emwisRdf2D4IF6ijc+RA8fRLUEAADQxTtCAAAAuOX0eXB1KFa7oHeu8g7T8/vMSl6JqMSorocr0d4Zzx9sF9wZL98ZUbnXzNncGVGjrz15mZ6e/tprr1ksFrPZPH78+FatWtnt9kpeSc3eGeHbT7c2oBLuEgjldkkmAgrVEgAAQJeB3hIAAABw4ZpJ7J40yWmL0zijsjFuxIj4kSOVVbdjsvKYY6++Wrxzp3qu6wCl3NLy+eeNoaFCfxi09OjRw88843SHne5MzIABDa6/Xns3XG/o5Acf5K1Z4/nONH3iieCkJA/flDU//8D06Z7vTETXrg3vvNPDnZEyvvoq58cfPd+ZlHvvDW3d2sOdkcfsnTZNnPkMOt2Z0BYtGt9/v9PpTteT89NPGV984fnONLz99sgePTzfmQOPPWbLy1NfMK7HmOPimv7jH57vTP66dSfee8/znUm47rqY88/3fGeOPPdc6eHDHq7HEBTU4oUXlI3Z2dlvvPFGaWlpUFDQmDFj2rRpo2QSxXv2HJ01S3u1ro+wf/4gPP54cMOGHr4pW0HB/kceUQ9o+vDDoY7iEqffFXo3AT9DtQQAANBFJgEAAAA9agJhKynJ37hRVEJY165Wq1VoRi1dBzdL/vij4PffPV+PtbTUaDbrDaTKK7EWFVV4JcFNmthsNqdrcLqeov37K7weW3Gx/KY8jOrKe1vhlRgjIiq8MyWHD1d4PWW5uebTd0boPMIFFT1Z9tLSCu9M6fHjFd+ZzMwKn+7CbdusmZkeriSoYcOK70xGRoV3JmrQoArvTNHOncWpqR6uxBAcrN6ZnfLg4mKz2XzFFVe0b99e2S6vpCw7u8I7E9alSz37QThw4Ox/ECwlJdorsRQWBtlshtOUjUQRgcMbzzWxBAAAfoI3hQAAAHBSfuYU85I6cU2FQg3GaIPx1IdkheN9ZvmpqzhzAFQY7RV/MibKaDIp1yPPdRxuOOMeCmMlPl4TJITznXG5nqBKvB+OEIbQM++MOHM6GmslPuojb6jCOxMsKnFnTKYo9c4I949wheT58s5obtvNncmrxNMUXomnu8K/OAyOp8nznSmtxNMUaqzEa6+iKzE4viPHweVD+/YbcE43o9EYGhoqyv+6EruhwquRd8ZUz34QRMUiDEbXHwTtAU4/CMqvDiWTkA+jdhd/hwYCqiUAAIAuKmcBAADgVvmZKn+iUb691H+H6fqxcfdXUl7u4XpOjXJWYgT/1GEV3ZnKjOIbPV5PJb+jco/f0enrERUy2Cu+HlHhlSjf0Vkc8OdhlXi6K3yEK3NnKvU0VebOVEQOpP95ZxyXEeHhrldiqExKV6mn25d+ECqhqo+w1Wq1OaollExCu+B2Fjj4GW88uUxCDQBAfaJW39sd5FtDq0N2dnZJSUlISEiLFi0EAAAA4FCuaW2tvIG0FhdvGzpU2dt03G1Nb7tNAICLjKU/7nnySWW5+euvh7ZpY3ShndaJWMKPHTt2TD6/+fn58p+SYIegoCB5aT7N9fVQIaolAADwE3zUAAAAAFquMzjxjhFANVitVhlqan+HGHTansMv0VsCAADo4u0gAAAAXGlHEqvUWwIAFEqZvslkEqcnrVJ+sRBOBAh6SwAAAF3M5gkAAAA9arUEsQSAqlImEBaO+EEuG41G9VeKtmM8f5D6K6olAACALvWDKgAAAICWU4cJAQBVYXNQMgm1VEIgYHgjczIKAADgF3hfCAAAAD1qMiEAoIqUagm7g5JuqskEv1UCgTeqJYglAADwExTMAgAAwANGDwFUjzaNEAg83njemcQJAAA/wVSeAAAAqFhQUNg555z6v9EY0qiRAAB3wlu2ajrutryiwhKLxRAdrVZIOOGP0EBAbwkAAKCL3hIAAACojOT//MckRGJ4hAAAHeGtWsmvwydPWgvyZZzp9hgyiQBBbwkAAKCLTAIAAACVwUgigGpw6nTNb5LAQW8JAACgizeFAAAAqJDyppG3jgAqQ52sSVnlF0hgorcEAADQxbSeAAAA0GNwEABQda5phLrML5ZAQLUEAADQRW8JAAAAuKUdQFQJAKgEbSah/e3h9GuE3yp+zBtDDcQSAAD4CTIJAAAAaOkNGjJ6CKCqtNX5RJuBhmoJAACgi/eFAAAA8IzBRABV4lQk4VRuRauJAEG1BAAA0EVvCQAAALhyOyk87xsBVJLbQittUCHg76iWAAAAuugtAQAAALeYegXA2aAtTYDzxlCDWQAAAL9AJgEAAAAPtOOJvHUEUEmuUQThRKChWgIAAOjirSEAAAAqibeOAKqNXDPQUC0BAAB00VsCAAAAlZH1v/+V2+2F5qCY7t2je/QQAOAid8OGw++/V1pWZrXbIydMCGrWTCBQeWOogVgCAAA/QW8JAAAAeFDuYC8tzXj/fbmaKf8bdxuxBAC3LDnZeZs2KcvlpaWCIokA5o0PQTKJEwAAfoL3iAAAAHBL+0aRN40AqkH51aH+AlFiTsGvlMBAbwkAAKCLGZwAAADgiqFDAGfJbreXnyZcfp/w68XveeMpJpYAAMBP0FsCAAAAnqmjigBQeQYHNZOgVCLQUC0BAAB00VsCAAAAWnyiGUCN0OYQ2nmcnI4R8FPeeHJpeQ0AgJ/gXSAAAADc0htGBIDKKHdHIGBQLQEAAHQxgxMAAAD0MOkKgGpzG0XwKyVw0FsCAADoorcEAAAAPGMAEUA1KH9pupZK8CslQFAtAQAAdNFbAgAAABXiHSOAqtIrlUCAoLcEAADQxftCAAAA6FHfK1JfC6Cq+GMzwFEtAQAAdPEXJgAAAAAAqFlUSwAAAF30lgAAAECFDMHBcWPGyHeNEUHBMd27CwBwJ+GiofLr4IkTGXm55uBgp7387RlQvPF0E0sAAOAn6C0BBoEk3wAAEABJREFUAAAAPdpBpdgxY0xCJEVEioBhLy8vs9ps5cJmtytbQs2mYLNJe0BBqaX01CHyXbUIMRsj5G4js4wAf/72MDhoFxA4vPEhSGIJAAD8BJkEAAAAPPtrVFEEihKLddWhkztOZJXYTkUSdse7ZpPBMLpjs/ZJscoxuSVlC3YeCo2PDo8My80tTD+ZXVZSlhQReu05rSODGToD/so1tb88yCcCB9USAABAF+8IAQAAUKE/RxID4BMtpRbrmqOZe4vLIqPDo5Lisg4elxvDg8w9UhJ6pSTEhP05Kc3mtKzf84riUhJPZuTsO3jcYrEq2+WjVGq1EUsAbqsl3AYV8FdUSwAAAF30lgAAAIAep881+/37xsIyy/xtB+IaJybHRR04ePzkyRz5LTeNjbi6c8vIkCD1sD8y8zbmFSUlxu7ec6iwsETZKKOLwa2TezVO5M01YHAhEHiolgAAALroLQEAAAC31DeKfw0s+vX7xsM5hT8eOZncqrH8LnfuOlhQUBxsNl3btWXz2EindhFrjmdFxUVv2brXarUpW85vkdynaWI4RRKAhmuphGtEQWLhx6iWAAAAusgkAAAAoOX0sZUzBhaFf5Lf7Z6TuRtzCxs3a1hYVHLw4HGZScjtV3Rq0So+2ungzUdOrN97KF7T+jsxIvSC1skCwGlqAqEMTLutuyKQ8HtUSwAAAF28FwQAAECF/Lhawl5evulY5sacwgYJMQcOHk9Pz1Z3RWsmblLN/W29RQRrY4nCMqt8XLTvqq12u8w6TMbKRjmrvvn6lalTPRwQGRsb1aBBTEJCoxYtWnfv0WvYsJjERNfDVn75xav33iuq6L/Llzds0VJZXrto0UuT7qr8uU07dHh28RK3u76YOePzGTPU1YQmTWb+8qvhzLqTCm1fuXLn6tV7N2/OOHokMy0tNjGxRafOzTp1bNmlyzmDL3C9tt+XLn3h9ttE1Y15/IlL77zTdXteRsbGpUs3/bQ0/fDh7BMnivPz45Iaxqc0btK2XdsePXoMHRoRE6N3nTX1tNZH6sfk9fpJ8HdoIKBaAgAA6KK3BAAAAFw5fZzZjz/dvPLg8eX7jst3xWnHM512fbPr4IQ+HZ027svMaRB1xkh0kcV6sqA4KTJMWd15/OQLS38rsVgHtW09cUB3URMKcnLkV9revbvWrFk2f/785/5zyxP/N/Dqq4Wvko/n8s8+027JOHJk448/9ho+vJLXsGf9+o+e/nfqhg3ajScKC08cOLBm0UK53KJLlxunP9pl4EDhHWn79n318qzfFiyw22za7emHD8mvXatX//i/96Pi4y8ZP/7S8XcGhYSIqqt3T2vlufa7Vrfz52fg8MZzXbVgEwAA+Cx6SwAAAMAz/x5GXLrnkN774RP5xbvSc5w2mgwiu7DQaeOK/cetNntecckry9fe8v4X+zJzYyJjrcYg4R0F2dmv3X/fD++/J3zV9l9/zTh82Gnj8s8+FZWz6usF/7r+OqdMwsmBbdueGXPTzLsmlhYViZq247ff/u+Ky3/94gunTMJJflbWJ8899+zYW4ry8sRZ8/2ntUrcFkkgoHhjqIFYAgAAP0EmAQAAAA+0Q4p++dZx4769x3Ky9b61k4XFTls6N2qYlpNjt9u1G3emZ7+6evvlc+e/s/r3do2SL+jUOTkuLjkqQnjTe//3fycOHhA+acXnn7lu/P3HH3NOnKjoVLHm229fuftum9UqKmHdd9+98eCDokbtWrPmVNKQm1vZ41evfmbMmJpKR3z5aT1L5BOBht4SAABAF28NAQAAUEl+89Yxu6hk9aGTTeMiOjeMjwwJWZOa2rNFy+Yu0/pHGyx9myY5bZx4fq8lu/7YnXasQ+MU7QOSU1x2XrsOciE06M8iib5NG4hqueSOO3oOc57sqNxu37Nh/Xdz3yzM+3O4XEYpP7z//s1P/J/e9YycMKH7kItEReIaNtLbdfHtt/cefrH+qSIkLNR1Y1Fe3volbhpO2G225Z9+cvnUu4W+4/v3z53+iHaLfJB7DB3apkePFp065WZk7tuyZdn8eZbSUvWA1d9+0/vi4f1HXy6X2/bs+di8+U7Xuff33+f951l1dejNt/QdNcrpmIbNmikLeRkZs6ZMtlksZ+xt3rzLwPNT2rZp1KLFkT2pB3fu2LxsWUH2X21I9m3Z/O7/PTHxhReFvpp6Wn2cJTu7+MCB0pwcW2lJULt2IuivmiE+Ehdo6C0BAAB00VsCAAAAlXH4gQfk+8ZjBkPSiEuSLrlE1FuHcwq/O3giuUliqsX6zc/r95zMtJeXr9+/L9hsTo6LU44pL7cbju3KWv3ZsoxLLrxiXFDwX50D5MhqVGjw/pMnWyQmhmm2ywcnVDMC2yo+OiUmSlRLwxYtOvXv77q984ABLbt0ff62ceoWOUbv4XoatWjp9nqqcE+aNqvGNfz29YJSzTxX8Y0bZx07piwvm//J6ClTPfwB8tEzTxdrJkRq3KbN+Geebd+nj7pl0LXXXnbXXc/cPCZt3z5144rPPldiici4ONc77FTHkNCkiYdv6qtXXs49eVK7ZfB11936zydDwsOV1W4XDpGXeZmZ8559Zvknn/x1Hz799LzLL+96/iC9a66pp9XH5W7csOfJJ5Vl8zPPBEVV86cAfoDeEgAAQBe9JQAAAOBBuYO9tLR4y5aizZvzNm0qPX5c1FtrDhx97ue1xWVlZpMxIiKsbbuW3U5/TF4mE2XKZ+TL7dZ9Gy0/v1NelPvb9/N3/PJV+ekpm04WFD/8zfL8Uou8hh+3bZOXbm9FXvmwtinCC7qef752pO/kkSPC9/zy+efqcoe+fUeMu01dTT90cOsvK/ROPJqaumHxYnXVFBQ0/YMPtZmEokFKygNvvmUy//Wx6S3Ll2UePSrOWmFOzk8ffaTdcsXd0yY8/4KaSaiiGzSQ24fcNEa78evZs0W11IuntRrKNbRbBAIDvSUAAIAu3hQCAADALafBROEXftl78Nddu75Zs37d77vT07OPHctonpDYoXHjELNZfo8r9+y22e0NTu4Sv30swwlxakYm0+Yf5m35+VSv5mN5hR9v3ntOs2ZDO3dJiIoqs1qX79xxODPDfuaDEx0WPLZnm6TIMOENZ376OOp0eYfvOLRjxx8bN6qrAy6/YtC11xpNJnXLik90G1+v+uYb7erwsWPjk5PdHpncuvXAq65q06PH8FvHTXzhxf8s+SG+cWNx1jb9/JN2eqjYhg1HT57s4fhrH3ggJOKvDiI7Vq066dLou1J8/mmtHiVrcftrhHwiENBbAgAA6GIGJwAAALjy1xHDK87p8PmmHRn5+T9u3tK/qCQyNFS+H+6YkvKvSwenxIT/uv9IywYNkoPbvLnp+8wTpz59Hx0aVF5u3/LTpyER0UtsTXJLTpVTRIWF9WjRcum2rYmRYdkFOUczs+KjIuPCw8ODjT2bJI/u3Do0yFtDZ+sXL9Y+NY1btxE+ZsVnf6UOcsi+76hRETExvYYNW/f998rG9UsW52dlRcXHu567Z/067WqfSy4V+iY8/4KoaZt+XqZdvf6hh13rJLSiExK6Dhy4XlPhsXP16sSmTUUV+f7TWj1qZ3inEIKZhAMEvSUAAIAu3hECAABAyymQcJqDpb5rkxj/2PBBj3+7NK+4ePnOHcPPOSfIZDYajDszctskxg5r30o57M7HZ89+/LbigpyI0FPtIuxWy5ovXy895xrRqLNyQJnFEhce9v7NV0aHhwrvk4//yUOHNvz443xN62apn0vrZq23Hp0uv4RHj82bf5b9J7RsFssvX3yhrvYePlxmEnLh/KuvUWMJS2npis8+GzlhgtO5lpKSXWvXarc079RJ1K6DO3doV8+9+OIKT0lp01YbSxzevUtUWvWe1vpF+wuEColAQ7UEAADQRW8JAAAAeOZng4nDO7Zef/jYV5t3llgsa/fu7d+mrdFoLLOe8Q2GR8VcO/Hxb998Un736saEbV9l2cqKUnoUl5XlF+V9esd1Xsok3n3iCflV4WFtevToXYlx87Px/j//Ib/09v7t7Xd6XHSRdsv6JUsKsrPV1YFXXqks9Bw6NDYpKSc9XVld+uEHrrFE1onjNqW3h0Nsw4ba+ZFqR35mprocFBISVol2zY3bnFHZkJuRoXek7zyttcltewmnA/icnL/yxpNLbwkAAPwEmQQAAADc0g4m+tO4YbDZ9I9LL7ilzzlmk+l4Tk5aTk7jqPCL2zl3qG7RqeeIMdO0W4x2a/yu74My/sgtyH3msiHxEd7pHlE5Sc2aT3jueeFjfvnir2bXCU2bdj1/kLJsMBoHXnWVuuvEgQM7V692Otdaekb/8JQ2tT2RkXyp52liCb22Fk5S2rbVruamnxRnwTef1mpTiySES90Vf4cGAm/8w0EsAQCAn+CTKQAAAKiQ/40h3jfkvNeuHxkZGhwTYry1V7vIkCDXY/4IbbIupKV2i9FW1uj3j+7rnNgwOlLUkci4uIFXX/2vb79NaddO+JLs48c3//yzujpg9OUyjVBXL7jueu3Byz/9xPn8M/8wKSspEbXLcuYtantfe2A2nzGpjM1uE9Xis0/r2dBO3+S6EX7PG080kzgBAOAnqJkFAACAZ345hmg0GM5tnvLT3ePkd2c2OX8A12a3v7tm07urNxeGto23Fba2pqu7DOXl6z/9b9Qt0xu26ixqV1BIyOSZL/W59NJKHn/H088MGTNG1JYVn39mt/01KK8tj5CSW7du36fP7tPdI9YsXDj27/8Ij45WD1C6UKgy09JE7QoOCwuJiCgtLFRWs9LSyoqL5UbPZ6UfPqxdjTzzu6iMqj6t9YgyYzCNJQIWvSUAAIAueksAAACgQv76jjHYbHLdaLXZVx1KP1pYPqRzl5V7di8S3W7MX5VgL1APKC3KXzHvxeHjn4xJaiK8YNxTTw25aUz28eOZx459OWvW1l9WKNstpaUvT51yy9//PvzWcaJWyOTg4ttvr+TBKz79VLv64EVDPBwsR/x//eLz4eNuU7fEJCRoD8hOS7NZLKagIFGLouLi1FhCOCabatqxo+dT0g8d0q5GxMbqHek7T2utcf29wd+eAYXeEgAAQBfvCwEAAKBHfa8YUPW13+05smzfMfktm02mge07REfGLIzo7nRMUW7mNy/dl512QHiHyWxOaNKkfZ8+D//vf0NvvkXdbrfZ3vu//1v4xhvCx+xcvfr4/v1VOmXpRx9pVw1Go7Z9tHztufaf0Fr89tvP3HTTkvfelQP9ooY0bn1GQ4t1i7+v8JQ1ixZqV5u27+Dh4Hr3tJ4l/tgMcPSWAAAAupjBCQAAABUKkOHFMqvtky37dmXlJSb++Zl3k9HYp02b/OCYxiOnBoWGaw+2WcuWffhcXsYx4U3y7frYf/yjdbdu2o0fP/3vHb/9JnzJL59/JqroyO7df/z+u3ZLp379tas/nZlbOPntm6+3rfxVjuZP7dvnyWuvOXGgatc5sVEAABAASURBVKGIWx379dWuLnrrrYLsbA/Hb/rpp9QNG7Rbug4cKCqhvjyt1RDeslXTcbdFXXONefRok37tCAKBN/7hIJYAAMBP0FsCAAAAetQ3isaQkJaLFrVZtOi85Sua3nab8Ee5xWUfbt6bbTB07NC8qOiv7sdmo/HWvt2HDRp2zoXXGk1nTPqUd/LoD289WZiTIbzJFBR0139nBIWGqlvke/i5Dz9cyZ7MtaC0sHD1woVVP08s/+SMxtf9LrtMu7pu8fcZR464PXH94sV/bNyorqbt25fQpKk4a/1GXab946g4L++LWS/pHWwtK/vipZnaLW179ap8w2rff1qrJ7xVK/krIvq6682XX26IjXX6Y5O/PQMK1RIAAEAXvSUAAABQGQYH4afySy0fbPojtEFsi+aN9h9IKyz8K5bo2zz5rvN7y4XOg6/oNPBypxMLstK+e316SUGO8KbGbdrc+Mgj2i3phw4ueOUV4RtWffONtiXDtNmvfnjwkNuvDw4cjE9O/uvEb884sWO/fu1691ZX7Tbbc7eN27dls9PNpe3dO/ehB7Vbht1yi8lcA61wk5o16z/6jKd48dtvz5o0qSgvz+nI4/v3P3H56L2bNmk3jpwwUVSFjz+tNUX5veHfv0DgFtUSAABAF5kEAAAAPPP78cQDWfnvb9qb2CQxLi4yNfVwTs5f3a2bxERe1Kax2XhqKMxgMHa98OqEps4fhy/MTv9l3syy4kLhTcPH3dap/xlzHH0753U5QC98wC9ffK4uB4WG9rjoIr0j5Qup78iR6mpxXt5vX3+tPWDck0+FRESoq0f37Pm/0aNnTLjzm9de27zs52Xz5r3x4N8eHj6sIOevHMgUFDTkpjGihsicQBucCEf3iOmXXvLWI48see/dTT/9JO/J7GnTpl8y4tCOHdrD+o4cde6IEaKKfPlpPUuG08SZn5onnwgc3niiayB+BAAAvoB3hAAAAPBAfbvol0OJ5UJsO575/d609u2bmU2mP/44kq3JJBpEhN7as63R+Nf3HRwWecmkZ7956d6cE4e013Ms9ffFc5+4ZOK/zSFhwjvkwz/+2WcfvvhiS8mflRyW0tK3Hnv08Xnz9U5569Hp8ktUZNjYW8c99ZSoLjmGvmvNGnW155CLgsM8PQj9Ro767s031dXln35y4Y03qqvNO3e+4+mnX73nHnVLeXn5+sWL5ZfeFd76z3/GJiWJGhLfuPG9c+Y8M2ZMcX6+ujHj8OGfPvbU6KJphw4TnntOVF01ntZ6RFsnoU0pBH+HBgZvTBlNtQQAAH6C3hIAAABwS/tJZ7/8gLPNXr5o5+EVRzM7dWwRHGROTT2szSTMRuPVXVpqMwmF0WQadOMDxqBgp+3Zx/b99N4ztjIvNgZo2KLlNffdr92yc9Wq3xZ8JeqUU3+IXsOHeT6+Tc+eSc2aq6upGzYc3rlTe8CAK66c/NJLTm089Fx9330XjblZ1KjW3bo/+tFH0QkJlTy+ba9ej8+fHxoZKarFN5/Ws2RwR93ldKSAn6K3BAAA0EVvCQAAAGjpDRr62ehhbnHpp1v2/Z6WERMXfSI9e9v2/Xn5Repes8l43TmtGka6/9R/XHKLwTf+zWA8Y9xcvqlO27v5109ftttswmsuvfPO1t26abd8+K9/aT/XX8vK7XanGZx6Dh1W4Vn9z2xt/fMnzpUBMpl4fN78fqMu8xBOxCYl3favf111733CC1qd0+2pBV+PnDgxJjHRw2Eyirji7mnTP/gwMjZOnAVfe1prhGtLCb9MN+EBvSUAAIAuMgkAAAB45naC+Hqt1Gr7bNuB1Mxc+WZ4//5jR4+eLC7+q8pBfpsDmiW1bhDt4Rqade7bfdgNTsmEdGDLLys+ftFutQrvkMP0E1940RQUpG7JSU//fMZ/RR3Z+OOP8g6oq+cMGhQWFVXhWdr2EtLKL7+0lDpXmbTv0+fu2bNfXrV6zONPdBkwMKlZc/ldR8XHJ7du3a5372v/9rf/Lls+9JaxwmsSmjS56dHHXlmz9pEPPhh07bUyqIht2DAoJCSxadN255475KYxE55/YeYvv8p7EhIeLs6Orz2tZ8/pN4bbggkiCr/njaeYj1UCAFCfKP9wy0u7g81mszpkZ2eXlJSEhIS0aNFCAAAAAA7lGjYH+dZRXhrLy+NDQkU9Z7HZ31q3+2RhsVxuEB4aEWw+pJm7SerSMO6KLi0rM5y25qs3dq1a6LTRYDC27nnBeddOY9QVAevwyZPZhQVBDsHBwcqC2cFkMhkdCCf83rFjx+Tzm5+fL/8pCXZQXg/m09RXQuUraaiWAADAT9BbAgAAAK78eOqVjMLizKJT7YXjw0LuPLf9rb3aXdi6sbo3ISJ0eLumlfxue15yS6M25zhtLC+3/7Hhp00/fCyAwObaWAIBhd4SAABAF70lAAAA4IF2XMk/3jeWWe12xzcSFRpsNp0a42oRG6V8k0Em0/XntIoINlfyqoJCws6/7t6IWDftB7Ysnb9/0woBBCrXIWnCiUBDbwkAAKCLTAIAAACV5B+jiuGnwohTQ1vH8op+P5b5R0bu1zsPyPfERoPh8o7N48JCqnZtMQ2GjX8yJNxNQ4XDO9cLAKfxt2eg8cY/GZUNjQEAgI/jEysAAACojOLNmw3l5eag4JBGjUKSk0W9FR8e0jo+ak9GrsVmW7jrkLr9wlaNOzaMFVUXk9i4z+UTVn4y026zqRtDI6Lb9R0hgACTu2HD4fffKy07VZUUOWFCULNmAoHKG1NGE0sAAOAn6C0BAAAAD5TG1/bS0sN/+5uypem425redpuot0xG4/XdWr+/MfVQdr7y4W2jwXBu08TzWjQU1dWq+6DSovy1C9748yaCgi+85dGklh0FEGAsOdl5mzYpy+WlpYIiiQBGtQQAANBFbwkAAAC4pX2X6H/vGK8/p9XB7IIDOfmhZmOr+JjG0eHi7LQ7d1he+pE9axfHNGw+8Jq741NaCSDgKb861F8gSswp+HhcYKBaAgAA6CKTAAAAgCunwUT/E2I2tUuMkV+ihpiCgvteMbHP5RMYbAUU9lPd5cu1UYR2L8mE3/PG80vLawAA/ARvBAEAAOCZOqqICvHuGlAZHNRMQi+fgL/yxhNNLAEAgJ/gIyoAAADQcv1EswCAqtPmENp5nJyOEfBTVEsAAABd9JYAAACAW3rDiABQGeXuCAQMqiUAAIAu3hcCAABAD8OIAKrNbRTBPE6Bg2oJAACgixmcAAAA4BnhBIBqUP7YdC2V4PdJgPDGE20WAADAL9BbAgAAAABQ4/RKJRAgqJYAAAC66C0BAAAAPXy6GUC18XsjwFEtAQAAdPFOEQAAAAAA1CxvVEsQSwAA4CeYwQkAAAB61PeKxpCQuDFj5EpEUHBM9+4CANxJuGio/Dp44kRGXq45ONhpL39+BhRvTBlNLAEAgJ+gtwQAAAAqI3bMGJMQSRGRAgAqovyZaXDQLiBw0FsCAADoorcEAAAAPGNUEUA1qL8xtL86+E0SOLwx1EAsAQCAnyCTAAAAQIUYSQRQJW6rJdwGFfBXVEsAAABdvB0EAACAHqc0greOACrD4EIg8FAtAQAAdNFbAgAAAG5pP9fMwCKAqnItlXD9TcIvFj9GtQQAANBFbwkAAABouQ4a0lsCQJWoCYTyMTi3dVf8PvF7VEsAAABdZBIAAACoEJkEgMpTi/L1+knw+yQQeONZNgsAAOAXeDsIAAAAV04fZ+bTzQAqz7XftbqdXyOBwxtTRhNLAADgJ+gtAQAAAM988+3iK1Onrvrma7lgCgp6dd36yLg4cRYWv/32+//8h1wY8/gTl955ZyXPOrh9+6OXXiIXel188f1vzK3MKSUFBXd07iQqrXGbNs8v/Ul4U2Fu7oRzusqF5p07P73oO1GnbBbLL59/vmnZz6kbN1pLSxukpPQePvzyqXebzNUcjXz3iSd+eP89uXD5lKnXPfSQQG1xWySBgEK1BAAA0EVvCQAAAHigHVfynfeNciR9/ZLFyrIcyP7p449GT54iUM/t3bzptfvuS9u7V91SkJMjs5+tv/768LvvhUZGCtRn5BOBxhsfgqS3BAAAfoJMAgAAAJXkO6OKvy34ylJaKheiExLk5bJ583hbW98V5+fPnjZNySSSmjUfcccd/UdfHhQaKlf3rFs358G/CdQHluzsvN9/L922zbZzpygp0e7ihzTQUC0BAAB08YkVAAAAVMbhBx6Qbx2PGQxJIy5JuuQSUad+/eILeRnfuHH/UaMWvvHGiYMHt/6y4pxBg0W98vrvm6Li4wUcvn/7rRMHDsiFcy+5ZMpLs4JCQuTy0dTU6ZeMsFksaxctOrJ7d5P27QV8W+7GDXuefFJZNj/zTFBUlECgoloCAADoorcEAAAAPCh3sJeWFm/ZUrR5c96mTaXHj4s6lbZ37x+//y4XugwY0OOiocrGZR/PE6jP9m7erCyMmniXkklIKW3b9h89Wlk+sG2bQL1SrqHdIhAYvDHUQCwBAICfoLcEAAAA3HIaTBQ+46ePP1IWzhk0qEPfvvHJyXJ53eLvc9LTBeqtrNNxV/iZn69PaJyiLPBnS72jjEq7/TVCPhEIvPEUM4kTAAB+gveCAAAAcOWz7xJtFstvX38tF0IjI3sNGy7HPfuOHPndm2/abbbln8y/fOrdnk8vyMn+6uWXd6xalX7oUGRsbJsePYfceGOn886r4Eat1p/nffzLZ5+lHz4sb6jVOd36jx498MorRR0pLSpa/O47B7ZuO5K6JzMtrVGLFsmtWrfs2nXEbbeZgoKcDs46duzu/v3kwjX333/FtHu+ennWhsVLThw+1LxTJ5nrXHL7HR5uyFJS8sLtt29b+atcTm7V6vF582MbNlT37l679vt33j62d69MFIwGQ6OWLZOaNW/WsePQMWPCoqNFFcn7c3D7drmwZuG3V95zr7p935YtykK73r1EravSQ62SPz7y1bJ91W/HUv9I278vNimpcevWKW3aXnLHHUo3FCePXnqJ/N7l6+qpb74pzMlZ+tGHvy9denj37pDwcPmwX3DtdQOuukrvg+c1+yzULLvdriw4hRCU7AcIeksAAABdvB0EAACAllMg4TQHS53b9PPPOSdOyIVew4YFh4XJhQGXXyFjCXGq8fX80ZOnGIy6k3xs/OGHNx56MD8rS1ktzs8/efjwqq8XDL35luTWrfXOOvbHH7OmTjm8c6e6ZcvyZfJr2fx519x3v6h16xcv/vBf/0o/dFDdcmDbNvklv5FVCxZMfOGFph076p37xcyZX8ycoSzvXLUqbd++yyZNLnM0D3clw5gZEycomYQc6Z7+wYdqJiFfDx/+6ynlYVf98fvv8uu3BV/JcfyH333Pw91wa8Rtt//6xRcy9Vn01lvnX31NQpMm4vRDLRcuuOGGhi1aitpVvYf66J49bz46fc+6deoW+UpL27t3w5Ilyz/95LZ//fvcESP0bnHv5k0YWY6FAAAQAElEQVQz77pLJknqifLVLp8pGVTc+/qcmMRE7cHeeBZqnPYXCBUSgYbeEgAAQBcfVAEAAIBnPjWY+MsXnysLAy6/XFloec45TTt0kAvphw9tXrZM78Rl8+a9OP4OJZOIjI3tN+qyYWNvTWzaVK7++MH/Fr/zjtuz9m/Z8s+rr1IyCVNQUJeB518yfnyrc7oJx6fU5z78sKhd37z66owJdyoD5eExMT2GDr30zjvb9uplNJlO3dttWx+7bNSOVavcnnto166vXp6l3dJ35Ei9vwXK7fbZd9+tPJ4yIZj+4YcNUlLUvTLeUEfD5a0PuWnMqLvu6j5kiMl86qPM2ceP/3fCBItO2qGneefOMiORC0W5uTMnTiwtLJRP2aypU+WWll3PGfPY46J2Ve+hllseH32ZkknIR6ND377yrG4XXBAaGSm35J48OXPihK9fne32Fgtzc2ZNmSIzCfmylAHbvXPekA9IfOPGctee9ev/74rL1bhC4Y1noca5bS/hdICAn6JaAgAA6KK3BAAAANzSDib6yAdZ8jIzNyxZIhdiGzbsOmiwun3wddd/8OQ/5cKy+fPksKzriZlHj/7vqSeF4xsZfttt1z/4UEh4uGPPU7989tlHT/9b+4l4ld1me2v69IKcHHGqvfbAO597TvkIv3B8Jv3NRx4+vGuXqEXbfvll3n+eFY7xbjlsffmUKUGhocqu4/v3v/+Pv8sUwWaxyIV/f7vQdYqhtYsWycv+l42+4u67I+Pi1iz8tnX3Hm5vSD7pbzz04JpFC4XjoZ7+wYdJzZqpe0sKChbOfUM45tF64M23OvXvr+6Sj/O/brhBPpjya+WXX15www2iKq6+777UDevlyL4c9L9v8CA5iC839rjoognPPR9eu/MRVe+hlqHXzAkTyoqL5fK5l1wy9v/+roQKUlFe3uczZyx++2352H7x0kt9L73UtfjjxMFTL8LOAwZMm/2qfIJOXcmIEZfcccd/J9z5x8aNGUeOfPDUU9Nee0052HvPQg1SiySES90VH48LBN54loklAADwE2QSAAAAqJCPvGlc+dVXMiqQCwOuuEL50LpCrn7073/JXRt++CEnPT02KcnpxG/nzJHDuKeOvPLKsX//h3bX+ddcExkb+8Idt7ve3NrvFsnxceGYwuih997TDvS36dHj0Q8/mnZe/7P5NPpLkyeZjCYPB0x88UWlobfiq9mvKAtX/z97dwImR1kmALhmckxIIDckgSSQyCGnIC6C3MutXIKiLrhcHit4gCDiElBRQFFYWV1BcGUFxAQRcHFBrgjIJXLJTTiSkJD7nJyTSWa20pUpK91d1Z1J9yTT877PPP3UdFf9/XdVT0/199X3/1//+nFnfzm55tBRoy749U3fOeHjbz77bJgs+eP1v8hbIRKG+M/+z/+Mxrk64vQz0p73f8aMefR3vwsX+g4eHL7MsPHko9MnTmxasiRc2Pvoo5PR8NCgrbY65eKLr/7858Ig/tQJbwTraMXSpQOGDo2Wo5xE2NuPHHd80OHat6vv//WvlzQuDBd2O/Cgc677RXKrMK3y2Uu+3aNHz7uvu7Z5+fIbx1x84S23FD5vmAQ6/79/FY1OFum3+ebn3fDLcw7YP9znYaJo4osvjtptt6CaR6GCksM35d0pJ9EVVOMoG8QJAGqE00EAALJtPBeyPHLbuGhh3+PXmm6676BBex5+eJCrb/jzb28t3PC58Q8FuVPfY/7tS4WP7n7IIdvsskvh/c+PHx8tfPTznyssPghD9oecckqwHl578smXH38s46e5aXm88sxJE1/LDRkUPu+Rp51etMHPXPitaOGxO+4ousLxX/5KxtwbkduvvvrBW24OFzYdMOBbN9+y1Xbb5a1Q39bCjIkTW9vmNI7tfvDBVz740I2vvX7KJd8O1sXT99xzweGHPX7nnck77/uf/+n4YYjavavH3/qbaOGT559XdKtjzz47KoN46S+P5o3IFDn6C19M5iQiYTcOPfnkaPm5hx6KFqp0FCorKs03sUSXVY0jLi0BADXChSoAAJS0McQT33nx79GgSSN23HHrnXbKe3T/E06MFsaPHZsXpV0wa9acKVOC1UUPI4fvsENhy+H58O4HFxn6afIrr0QLHzjo4KCYMPgbdJSXHnssWvjgIYc09OlTdJ0d9tormhU5DFWvWrky79EeDQ2jdt01yPR/119/5zU/iZYvvPmWkQX7OTRs9OgwUB4uvP7Xv1556qmP33nHktw4V5EwfxNmMkomP5LCd9fYH/zgmi/927zp08Nfd93/gKPOPDN66K3nnrtxzEXxmmHCYGljY1Bl7dvV702YEL7TwoUh22wTzT5SqHffvrvut3+0PH3ixMIVPnTEEUU33OOQQ6OFqHwnqMJRqIbCzw2ZiS7F3BIAQCpzSwAAkCY+UdwYLmR5rO06+gM/8cnCR8MMwWYDBy6aN2/etGnPP/TQBw87LH5o7rT3ooV4oP9Cg4o9NHvq1CD32gelbDh4y62C9XDd8y+EfS5z5VnvvrvmSbfKetLw0YWzZ7esWhWGy/MKHcKsTGHNR9L0d9659bLvx7+GSaCiaYyem2xy4rnn3njR6mzBi48+Ev6Eu+j9e++92wEHhBmFkpmPQmN/cMUfr7suXKjv1u3MK35w0Kc+FS4vmj8/KkR45Lbbttl558NzVQvXnHVWmCsaPHz4ub+4vmiBS0W0b1fHW22+1fCMrQYOWzNK1YxJE3fed9/kQ926d4/mYC+0edukJvNnzIgWKn4UqsE3zS7O3BIAQCpnigAAlLTBTxpXNTc/cddd0fIt37v0ltz81Wkevm1cMi0xb/qaSO7AIUPSNhm8VX7iYfH8+dF0FP2HDAnjxUW32mLrrYOOElcJDMqMem8+fMTbL7wQLsyaPDkvLVFy1uhoruY+fftFEyTcevllexxySNHEyaGnfDbsz+1XXRUVCoRvj9eefDL8GffDHw4YOnTPQw877stfTs6KkWHyq69GOYnQWddcs88xx0bLn/vBD+dMm/b6U0+FyzdfeunI9+8YZpWi+pWmpUtHFKt6qZT27eolCxdG9w8enpnMaEswRBNcJw0dPTptqzAxFr4Jw70dFZREKngUKqj3qNEjTjt9weJFy1as6Na/f0AXZm4JACCVEZwAAEgTnyvWNzSMuueebe+55yOPPDri9NODDvfMffctmjevzJWfe+CBOblCh/L13qxvsO7CSHHhTABV0rNXr2ghmvQ7TTyAVeEAPslJwpOS3wj6Dhp0ye23R7NMhzv85u9+J0hx7FlnX/3Iox/9/Oe32n77ZAvzZ8x48Jabv3XUka8+8URQhsfvXDM3w+7//M9xTiLIDTl1zrXXRbNthy/5mrPPCtMk0UN7HnZYdtnHemrfru4Rb1Uw00PRrerr8g9Qxlez5qamKPewcu2xuSp1FCqo9+jR4UdE35M+1f244+r69897Ub5+dinVyGerlgCAGmFuCQAAylG3Qc8aH//DmlKJrXfeebP+A9JWe/f11xrnzg1PcR+9/XcnnHNudGcYao8WZqfnKua0DfQU65OLqIZNhRHepqVLG3r3Ltxq4ezZUYVBB9hi5JrKjHnTp2WsNue9Na9xs4EDgvLEocM+ffuNGXfbVtttd/JFF73w8J+XLlz4+F13hSmKMGFQdMPBw4efPObi8Kd5+fKJL730xjPPvPL44y/95dEgV2tyzVlf+umTT5VM28RTLHz4ox/Le2izgQO/fsMvL/3EiYsXLGicM+dv994b3X/k6WcE1dS+XT2krXRm7rTsrd5r2yq/DGX6O++kbRW32T83oUVSRY5CVUWfHHV1db54djXmlgAAUplbAgCAbBs8nhhmGp5/6KGoJxfedHM0029Rd/7nNbdfdVW48Odx4z7+1a9Fl7H332JNJDeOCBeaMzX/ofC5woDv7Nxc2WFQeMttty3cavY61mSsjzKj3nGX+g4aHKyjwSOGR+M+9R8y5MRzzo1KJX59ySXv32uvXptumrFhj169tv+nfwp/jvnSl954+ukfnnZq05IlYUw8jI/vceih2U8ajZQVqi82P3PYn6/8189/+K+fjQsX9jn2uBE77hhUU/t2dTxkVsbbLNfmmlGYNmvLlsVWNTeHb/W+BfcHmWmJ2PochWqoaxOsHZ6Wn+g6qnERpEGcAKBGyEkAAJAhDiptwGDiI7fdFkWldzvwwIycROigkz4VdXLetGnPPvBAdOfmI0YOGLp6nuF506e/9dxzRTd8fvxDhXdu/6EPRQtxU3mee/DBoKPEsfLnx49vXr686DqvPvFEGNcOVicYRsRzGLTP4aeeOmqX1dMmz5ry7m1X/Tj50GN33PHjM07/2n77Rpfk59lhr732//gJ0fK8mTNKPtHw7dfMEvH6354uusIu++138Kc/E/+6Rcqk0BXUvl3do6Ehmshh5qRJk199tehWixeESYLHouUw2VO4QpR+K/Rc2/tzuw/uGS1U9ihUSbJOIpmlCIzm1DWYWwIASOV0EACAopJXOm/YC5wfHjc2Wtg7MfdAUWH6YdcDDszbqr5btzBdES3f9bOfFm718l/+8vpf/1p4/wEnfiJauOeG6+OL+mNLFix44Oabgo6y5bbb7pALZC+cPftPv/pV0XV+c9n3o4V9jz1uPY9XuNPOuOLyaPn+G29MpnOam5rC6PmcKVOeuvvuotvOnbGmIGDgkKFBKcN32D5a+PNvf/vK448XrvDG008/+vvb41//8F8/i6ejqJJ27+p9j/94tHDbj64sutX//vznixcsCHJpgy1Gjixc4f9uuL61YGqK+TNmjL/11mh5/xNPjBYqexQqrq6Y+KG8NQNqVDUugpSWAIAaYW4JAACS0oKGG+qk8c1nn52Rm36goU+fvY48suT6+52wJjT8wvjx8cTXR3/xi5vnrrIPI7m3fO/SZOR30ssvX3f+eUWb2mX//T90xBFBbhSpH3/uzCW5gHJk8fz5Pz7zjKULFwYd6NTvfDc6Cr+/5icP3nJz8qGmJUt+9pWvhK8lyM2lceSZZwbrbfRuH/jnfzk5yH1luOHCb65qm2z5n446slv31QO8Pzxu3DP33Ze31WN33PF8rogk7MaOe+9d8ln2OebYePij//jiF8KjFj808aWXbhwz5nsnfTIqWdh0wJrZMn7xjW88evvtQTW1b1d//KtfjSonwldxwzcvCDMHyQ3vvvbaP/33f0fLnzzv/KLP+96ECWHjyRKNue+9F77TonuOOvPMYe97X3R/ZY9CNRROKbFhs5t0PHNLAACpzC0BAEC2ogPEd5gwwBotfOjww7NnOIjsdeRRN/a9eFljY3iW++exYz95/ur4b7jh537wwytP/dcwtn7vL3/5+l+fHrXrrpv27z9z8uS/P/Lw8sWLh44aNaNt7uWk0y793jsvvjhv+vTXnnzyoqM/tsNeew0atuXc6dNef/rpOVOmDB4xYu7UqR12Or31zjsfccYZ3CcGBgAAEABJREFUYWg7DFLfeNFFT95995aj37fZwIFzp7331vPPR/2v79btCz/6cdH5Cdrh0xde+Lc/3bto3rypb7xx97U/P/4rXw3v3LT/gJPHjLnpO98Jl//jC5//yHHHb/m+0S0trbOnTgkTCeGa0bb/8u8XlXO8evfte851vwgj7zMnTVq2aNGPTj9twNChW4wcGR6aBTNnxqvtd+KJJ1805opTTn731VdXNTf/4ryvv/vqK6dc8u2gbOHuevuFF7LX+fyVV0Z5hfbt6obevcNX/dOzzwrfEg+PHfvmc8+N3m23gUOHLZo7d8qEN8IEW7TasWednZYq6NGr11N/vDtcebs99ui3+RZzpk55+fHHF86eHeSyRCd944J4zcoehYrL+8QoWjAhRVHzqnERpLQEANQIOQkAANLkT1QbdLQwAP34//4hWt7n6GPK2SQM7O573PEP5oZX+vPY355wzjnRReW77LdfGP7+yZf+LWxz4ksvhj/xJrvst/+xZ511+b+snsAg71WGIfIxY8d+/zOfmTdt2uwpU6IZsCObjxgxZuy4rx94QFxG0AE+e8m3R2y/w28uv2zpwoWvP/VU+JN8dOCWW37lpz+Lp8RYf3369fv0hd+64YJvhMt3XHPNhz929LDRo8PlI04/o66+/vdXX714wYIn/nBX3lY9N9nkhK9+bf9PfKLMZ9ly220vu/uPN1363Ud/97sgN2ZR+BM/Gh7Q484++7izvxymAb7xqxu/d9JJs96dHN4/cqedg3URbhVtmGFFokyhfbv6wx/72IAhv7/+gm9Mf/vt9yZMCH+Sj4av5eSLLjrsX09N68DnLr/i+m9eULhh+ETn/+rGcMcm76zsUai4ooVWGzbHSQdTLQEApHI6CABAoegsMbqEZQMOvTLp1VeWNTYGubFoPnDwwWVutf8JJ0RpiYWzZz97//17ffSj0f0fPOywqx9+ZPytt7782F9mTp4cxohHvv/9oz+wexj1fufvf4/WKbxqZ8g2o6687/5Hf3/73+67b8bEicuXLNlml11G7rjjUWecuZ7TSrfPQZ/+dJhieeDmm6ZOmBD2Z96MGYOGDRv2vvd96PAj9j766IbevYOKOuhTn3p43Ng3n302TOf88sJvXnzb76L7Dz/1tAM/edJffn/7hGefnf72O++9/Vb/wYPDbuz8kX0/cuyx/YcMWZcnCTbp2/eLP74qbPDVJ5+Y8Myzb73w/Gb9BwwdNWqnffb58NFHx9MwDBw27OJx4645+6xtdtr5gOoH3Nu3q8MUwmV//L8/3firiS+9NOvdd2dMmrTZgAHhS9jtgAP3P/HE/ltskfGMexx66HfvvOv2q696Yfz4MA2z+fDhW2633T5HH733McdG2bU8lT0KFVc4sQRdSjWqJYz2AACdSfSPO7xtyVm1atXKnPnz5y9btmyTTTbZeuutAwAAyEk7e6xraRnUa5MANqjmpqbwrZlXOtCp/ftHj5r8yivhwvUvvtSnX7+g85sye/aCpUt65PTs2TO87d69e3jbLac+R9lEzZs+ffW864sWLQr/m/TMid4P3dvE74Tyc1eqJQCgRphbAgCAMgkgsjHo0dAQ0An54tnVmFsCAEjl1BAAgHIs+/vf61pbu/fo2TB0aMOwYQFAgYXPPjvlpl83rVixsqVl0y98oUfbAFx0QeaWAABSueQNAIAMrTktTU1Tzj8/umfEaaePOP30AKBA84L5jS+8EC23NjUFroTrwqpRLVEfAAA1oRonCgAA1IBkMFFgEWiHeKKa+Ne8e6hh1Qg1SEsAQI0wtwQAAIWEDoH11NLS0tomKPg88fFS86pxiKUlAKBGOBcEACBbHFUEKF9dTpyTUCrR1ZhbAgBIZQQnAACSXNEMHezye+4NalEyD5EcxylvHd9Ja1U1Dq60BADUCGeBAAAUlRZGBChHazEBXYa5JQCAVOaWAAAgjTAi0G5FUxHGceo6zC0BAKRyOggAQDbJCaAdoovlC0slfJ50EaolAIBURnACAACg4tJKJegiqnG4zS0BADXC3BIAAKRxdTPQbj43ujjVEgBAKnNLAAAAAJWlWgIASCUnAQBAmvha1/qGhgEnnxz+0qdHz3677x4AFNPvg3vu8pNrZs6f37hsafehQwO6sGpUS0hLAECNMIITAADl6H/yyd2CYIs+mwYAKXoMGBD+zJ85s25RY9CjR/x9M1rw9bNLqcaQ0dISAFAjzC0BAEC2OJ7orBFYV3V1dXk5CZ8lXYS5JQCAVOaWAACgpDiwCFCOujaF9wd0DeaWAABSyUkAAJAmL6oongiUI5mTqFtbvEJArVMtAQCkcjoIAEBRyQCiaglgXdWlyFsnoEZV4yJIaQkAqBHmlgAAIKkwaJi85DkAKKVotURAF6NaAgBIZW4JAABKElUE2qHowE0SFV2EuSUAgFRyEgAAFIovcy76K0C2vIKJ5J0BXYNqCQAglZNCAACyOWME1lWd2a27PNUSAEAqc0sAAJAhea6o0BZoN188uxrVEgBAKnNLAABQJlFFoN188exqVEsAAKmcGgIAUI4p550XpiWm1dVtceRRWxx1VABQYM5DD0649NJoue8VV/TYbruArqoamWxpCQCoES55AwAgQ2tOS1PTshdfjO7pt/seAUAprQkBXU81how2iBMA1AhzSwAAUFQymCiqCKyr6Jtm8tMj/lTxkdIVmFsCAEhlbgkAAAo5RQTWU0tLS5yEKExz+pCpeeaWAABSORcEACAp7/zQGCxA++RVS/gk6WpUSwAAqYzgBABANsFEoB1a1xbfmbdOQI2qxsGVlgCAGmFuCQAAikoGE50xAusqbwSnjOQENUm1BACQytwSAACU5IwRWFdFJ7hWfdV1mFsCAEjljBAAgGzOGIF2SM4tIRvRBamWAABSqccHAKAk8URgXRWmInySdCmqJQCAVOaWAAAgjRgiAO1TjVCDtAQA1AhzSwAAAFARPfoP6Lv77submppXrapraMh71CVxXUo1LoKUlgCAGiEnAQBAmjiiVN/QMPree7sFwea9+wQAKfrtuWf4M3nmzLmLGrv17FmXE+Q+TOQkuhpzSwAAqZwaAgCQra5NAFCG8OOivr6+LiH5kA+TLsLcEgBAKnNLAACQIS+eWHSdRS+/3NrcHKSrb2jYdKedgkzN8+Ytmzw5e51eI0b0HDw4e53Fr7/Wsmx51hr19X0/8IEg08rGxqVvv529TsPQoQ3DhmWvs/Stt1YuWpS9Tt899sheoWXZssWvv569Trhbwp2TvU64e8OdnL3OpjvuWN+rV/Y6jc8/n71C9379eo8enb3O8vfeWzFrVvY6fbbbrtumm2av0/jCC0Fm6LNbnz59tt8+yBT2JOxP9jq9R43q3r9/9jr+EJKi9ENeciL+DPEltCswtwQAkMrcEgAAFJU3+koYXkwbPeP1MRc1z5+f0VQYtdxz7Lgg04Jnnnnzsu9nrzP63HOHHv/x7HXeuvLK7EBqGHbf+777g0yLJ7zx6nnnZa8z4tTTRpxxRvY6k669dsEzf8te58P33BuGzjNWCCPmL5/ztSDTkGOOfd/552evM/WWm2ffX+KFf/A3v+k1PCu9ER7okp0ZuN9+77/s8ux1ZvzvH6aNHZu9zq4/+6/Ndt01e52Xv/bV7BXCNMBu116Xvc6c8eMnXfvz7HV2+O6lgw46KHudjesP4Uc/CrNiGSuEOZK9738gyNTuP4Ru3brV56z56GhbVirRpZhbAgBIJScBAECG5GXOK1eualy+vKWlJTyHXLVqVUvO6uWWluxGVq5cOWXmzLjBorGqJY2NQSnzGxc1l2pnxYoV2Y2EfS7ZmWWZweXIwsWLg1LtLC/VmdDUWbPqe/eOfy1spGSJQ2jxsqWl9/CyZSXbmT5nbvcePTM6s2rBgqCUZU1NJTuzaMnSku3Mmj9/Qal2SmpasaJkZxoXLyrZzpyFC5aWamej+kNoXrkyu5Fwq0r9IdTlCl+S5RFLm5Z3y4lzEkHi7VRODRY1QLUEAJDKWSAAAEnJato4IRFGFVdnIOqCRc0rmpvDgOc/RPmJ7DbDld6dNTNoO/nMC0pGT9fauDAoZW7jwnmzZmY0EmpZtSr7BDdcs2RngjJCwwuXLF5YrJ1kZ4LmMtISc2YHvXpldWZ+6bTEoqVLF5fqTGtTU8l2ps2dE3Srz+rMotIR/DAt8W7JziwrnZaYMW9uUOpwl9TU3Jx2uP9hyZKS7cxtbJxTqjOtG9UfQnNzx/whNC5d0pjrTJyB6N4mWSeRVy0RL1DDqlEtYbQHAOhM1pzgtrZGV7SFXx2j75Dz589ftmzZJptssvXWWwcAAJCTPHuMCiNi4TlklJaITylX3/vmmy0rVrTmxCmKZG4j6NGjLjfZQFZouLGxdfr0f0R42/rwj0bC26FDg379shoJN5k0qXX58vDRsCf/CPUm2gnjZPW5yQYy2mkN49RTp0Yxteh1JXu1ZpNBg+py4/tnBFhbp0wJm8rozOrbHXbI7kzdihUtEyemdWZNB/r3D4YMye5MMGNGy4IFed3I78yoUUHPniX28BtvRJ1J3cN9+tQPH579olpnzw5yVSBZnRk5MthkkxKdmTChNdeN1M706lWf+7KT1c78+a2zZpV47225ZbDZZiU68/bbrWEyIONw1+gfQv3mm0dvvG5r69GjR5yiCH+NEhXhQpylyOg/NWD69OnB6lTmovAN0zMnfEuEt3mJq2S+qiRpCQDoTDLSEsuXL29oaNhmm20CAADIic8ekyeQkXA5WSoRPxQP6BSlJfICR3nXRxeNQCWfNC+EmtdIXlOF7SSbqlRn8trZUJ0JCuLUwdrlCNXuzLq2s1F1Jkjfw2U2EmyI997G/4eQnEMimZZI5iTyxnTK6Dk1Y9q0aeHxrWxawiBOAFAjWl1qAABAuihaFEaO4gBlGFtsbbtWOkxIRHGlOC1RNAZaGPrMC0IVxk/Tgu9Fm8prJCgV1d0gnQnSMwrJqNzG1pl13cNF+5B8UcnodpkvqjY6E2zo916VOhOL0xJxciJKSBQdyin5WqhV1Ti+0hIAUCOcCAIAkKdu7flv45hjuBwGGcPbMNoYxyLDbESUtMiolggyI++RkiHdoF2X4bcWuwpnQ3UmKGPPFLZTq50pp53yOxMUi7xXtjNB0Infe1XtTF1bviHOQBQtj1Ak0dW0VmFuCWkJAKgR1ThRAACgltS15SSCtqBkHIiM6yTyqiXq2sayj041o3tKBkDzYqDxtu1oJ9lUWmeCtcOyG0lngvIyAe3ew0U7EyRyUR3Zmbw9vD6dKbmH16cz8Zp5TRVtpxqdCTbWP4RkT+oTkgmJeLlOQqKLqcaxlpYAgBqRPOEGAIBI3doFE0Fu+Pj4oWQgsjAnEYcy4/WD9JFnIq3lDRcTZF5B39q6DqP6VLAzQUrcPK2Fwnh3Roh5nV5UdmeKtlC9PVxmZ8rZwzXWmaC2/hCS8moj8qR1mFrVqrJJ3pAAAAivSURBVFoCAEjTKicBAECmOK6Ul5mIchLhQjTbRN7cEoUtpEU/I9nRz8J2ikY20wKp1e5M0XbK6UxhC1XqTFDs8vminQnK3sPr35mgcodbZ9I6E1T/DyEWfUTkjdqUzEkUfRZqVTWOtbQEANQIJ4UAABRV11Yw0Zq44jUKL0bZiOj+aGKJUDwtdlAQu4w3zwuh1q1duZsX90wLpGa3Uxg8Lb8zhc/eYZ0J1o4LV6MzJdtpX2eC6hzuvM7k3XblzpTZTsf8ISS3ystP1CUmkyhMSNT5HtoFtKqWAADSVONEAQCA2lA0MxGFF5OpiKRg7Qhm0dBn3p1BwbAz2Y2ktVY0flrxzmR3owM6k/dr+Z0pfw+n/ZrRjZKdCTrwcG9UnQlq/Q8hvq1L5B6SCYnko3lPQW2rxoGWlgCAGlFnbgkAANIV5iTiiGReKqK14OrswqaCghhopLXgWuy0dtIi5smtSjbSkZ0p7FWVXpTOVKQzQQ299zq4M0WTEMmFgC6mVbUEAJBGTgIAgGx5qYgoztjaVkURpFxPXbSdoFR0smQj5bSzrtHYqnYmKHvPBBvHi9KZ7EaCzvPe6+A9k3ab1778RNehWgIASOWkEACAkpKZicL769auqCgMXxZuVfRZ8i6tXZ92KtJIpTpT/p5Ja0dngs5zuCvSSCftTEY2IvDds+tpVS0BAKSpxokCAAC1JzppjIOSaQHHjNPLkqededHPouuXc+6qMxu8M+1op+Q6JdtxuDeSzpSfUqK2qZYAAFLVmVsCAICyFV7eXrR+Im2rSj17+etv5J0JKtSfTt2ZqrbjvbdhOyMh0ZWplgAAUslJAADQDhmXugttV7UdnalqIxtbO52xM1IRRFRLAACpnDICALCenFICkEe1BACQytwSAAAAQGVVI9RQHwAANcHcEgAAAEBlVSPUoFoCAGqEnAQAAABQWaolAIBURnACAAAAKku1BACQytwSAAAAQGWplgAAUplbAgAAAKgs1RIAQCo5CQAAAKCyVEsAAKmM4AQAAABUlmoJACCVuSUAAACAylItAQCkMrcEAAAAUFmqJQCAVHISAAAAQGWplgAAUhnBCQAAAKgs1RIAQCpzSwAAAACVpVoCAEhlbgkAAACgslRLAACp5CQAAACAylItAQCkMoITAAAAUFmqJQCAVOaWAAAAACpLtQQAkMrcEgAAAEBlqZYAAFLJSQAAAACVpVoCAEhlBCcAAACgslRLAACpzC0BAAAAVJZqCQAglbklAAAAgMpSLQEApJKTAAAAACpLtQQAkMoITgAAAEBlqZYAAFKZWwIAAACoLNUSAEAqc0sAAAAAlaVaAgBIJScBAAAAVJZqCQAglRGcAAAAgMpSLQEApDK3BAAAAFBZqiUAgFTmlgAAAAAqS7UEAJBKTgIAAACoLNUSAEAqIzgBAAAAlaVaAgBIZW4JAAAAoLJUSwAAqcwtAQAAAFSWagkAIJWcBAAAAFBZqiUAgFRGcAIAAAAqS7UEAJDK3BIAAABAZamWAADyRecHdTnGcQIAAAAqKA41xPmJZCAiaBdpCQCoEaolAAAAgMqKkxBB5SonDOIEAJ1efHKgWgIAAACooOgiyLxSifUkLQEAnVXytKA1Z8WKFZMnTw7WUTKf0b7l+DbuTLuXu460NJLd3jG87TcUe37D2iD7P8k7P/DO3xDasZ/TbqOV7ecy2fMb1np+wtj/7ead3zH8b+1IdYmERH19fV1C0F7SEgDQuSVPCFpaWpYvX17OCW77bqNnrMip2HqeoGf0sHovf4PvruRtRXZXje2ftOUauw0qoYb3jHdUOftnPd9RNbl/OuAdlbytgT1W8f2TtlyT76v1VMN7xjuqnP2znu+o5D4pvN87KnuPFS7bPzW5f7L3W0V03j1Qt7bkKwrWkbQEAHRKeedGPXv2DHMS4T2rVq3Ku43U5ZIWQeJ0oeKnVlTJxnkmTbVV5DtetIl3QqfmE6CrqcjffuEnQOEynUKV/va9EzZaPgGIFB7TtPv9968lG8/5f7RJnHioy1VIREUS3bp1y6uWSK62Tk8kLQEAnVt0itC7d+8ePXqsXLmyubk5vA3vj3ISLW2i5EQAAAAAkC5KMNS3CbMR3XOinEScpQjaVScRkZYAgM4q7/KE+HQhmYFI5iSiOyUnAAAAgKIK6yS6rS0umAgXgvZmJqQlAKDzqWubRCFoO2MozElEd+aVSshJAAAAABny0hIZmYl210xISwBAZ5I3xGReqUT4UHh+ECRyFXFaIsjlJKQlAAAAgDR1a89uXZiZiO9JZibWlbQEAHRi8VlCnJAICnIS0UzXqiUAAACAbHGaIS8tEWcm8tISgWoJAOg64nGckkM6xg+FzCoBAAAArKtksiE5zXWUmcgrlUiuXH5+QloCADqZvHGcgtxZQvLRuEhCTgIAAABoh7q1xdmIZLVEYMprAOhqkv/7o8xElJOIR3BKJiSkJQAAAIAy5U0yEYUa8hbaVyoRSEsAQGdUWDAR5DIT0ZhOUYVE9Gu8mrQEAAAAUI68GSaCguKJvEGc1pW0BAB0YlESInm6UDhwk4QEAAAAsK7yiiHy8hPB2tmLYF3UCVUAQCdVWAlRtDzC/3oAAACgHfISD0VHbWpHwYS0BAB0Ysn/40WX/aMHAAAA2q0w/ZDMQ7RvECdpCQDo9PL+m/vnDgAAAFRWYQaifTmJQFoCAGqG/+kAAABAB2h3QiJiymsAqBHxOYH8BAAAAFBZ65mKSJKWAIBaU8ETBQAAAIDKkpYAAAAAAAA6iLQEAAAAAADQQaQlAAAAAACADiItAQAAAAAAdBBpCQAAAAAAoINISwAAAAAAAB1EWgIAAAAAAOgg0hIAAAAAAEAHkZYAAAAAAAA6iLQEAAAAAADQQaQlAAAAAACADiItAQAAAAAAdBBpCQAAAAAAoINISwAAAAAAAB1EWgIAAAAAAOgg0hIAAAAAAEAH+X8AAAD//xnCi3AAAAAGSURBVAMAmWg9TCVsGt0AAAAASUVORK5CYII="/>
</p:tagLst>
</file>

<file path=ppt/tags/tag12.xml><?xml version="1.0" encoding="utf-8"?>
<p:tagLst xmlns:a="http://schemas.openxmlformats.org/drawingml/2006/main" xmlns:r="http://schemas.openxmlformats.org/officeDocument/2006/relationships" xmlns:p="http://schemas.openxmlformats.org/presentationml/2006/main">
  <p:tag name="MCDIAGRAM" val="mcDiagram:25d9e851-f712-4f1d-accf-4ee7e2a76413:2e9a4321-6302-44ca-82cc-e2020479fdf5:0:1"/>
  <p:tag name="MC:BASE64" val="iVBORw0KGgoAAAANSUhEUgAACCQAAA8ACAIAAAC+1NlDAAAQAElEQVR4nOzdB2BT1R7H8ZPZdO9BWWXvvTciQ2QoiAo4ceAAF07cCxH0IUMFVETBASKgCChT9t57U0bp3jvzneS2IZS2lGkL38+7xnPPvblJkxSe55dz/lqbzSYAAAAAAAAAAACulFYAAAAAAAAAAABcBcIGAAAAAAAAAABwVQgbAAAAAAAAAADAVSFsAAAAAAAAAAAAV4WwAQAAAAAAAAAAXBXCBgAAAAAAAAAAcFUIGwAAAAAAAHDlbDabAADcRFQqlbh8hA0AAAAAAAC4bM6MgbABAG5iJQ8eCBsAAAAAAABwGVxjBoUgcgCAm4ISLagclIb8472EeQNhAwAAAAAAAC6bOSc2essTJA0AcDORuYKbf8uAOiNlQ61Wi8vJGwgbAAAAAAAAUFJKrmC1Ws3GjMzoRQIAcHOx2oTJZNJoNLLtzBtKckfCBgAAAAAAAFwGZekkmTcou6GNRosrqSQKAChdsuLXp0cttFgsRqNRq9XKP+rlrcwbCBsAAAAAAABw7SlhgxyNUnYDajwtSBsA4CZgEzJskH/Cy7BBOCY0KEmDMqftkpEDYQMAAAAAAAAuj9VqpU4DANyU5J/wMmxQkgaNRqOspFQSJT0PAAAAAAAAsOVzLqOEUif2dxH3lwCAK2KxWEwmk9lsvtxcmbABAAAAAAAAJeIcdSJsKKUs6eL0/2xnvrR51RUAcEWUhfKs+UqeN7CMEgAAAAAAAC4DCyiVUsYYETXBFvePqtJI4VFNAMAVcYYNrgFzSWpEM7MBAAAAAAAAl0dZSUmg9MjcL44MtcX/o/JtJ8LuKeGdzp090auz31sv3y2ukcjj++UFp058w9mzZ+favbvWFXW01BrxTFf5VIvZfvp+tDzt3l6Vhz/RQVxTn40aKq+/f+/Gok6Ijz0rT/jf6GfEdSMvXtQP3qdLoHLOJ+8+LHcz0lPElRo/dri8Qsy5UwKlj+1CJbwXMxsAAAAAAACAMstmEZk7RNJPttxoofIU5Z8RKo0oHdat+nP0+4+88OqXDRq3F2VK1RoNdXqD0jabjIcObDG4e1Wv2dh5QkhoRXGzi6hW38vLr0BnyWsFo+y64iyZsAEAAAAAAAAomyxZImWByNogUvaK7GRV+aeEZ03x34moVm/RqvNfdc/KTC/maGk2fMQ4ZzspIeahAbUrVKw+ZsJCcSt54pmPmjS/raijb344QwAXImwAAAAAAAAAyiBrtkj8WZj3i+Q9tqwEYdOKikOFWicA4L9A2AAAAAAAAACUNblnRPLvInefSDliM2YIs1nVYLrQ+oqrtvzvX/7+64fIkwdq123e++4n09OSJ3w2fMzExfUbtj1+ZM/zQzs+9/IE/4CQfxbN2LtrvZe3b6OmHZ95fqzB3VM4qjIMe7xd3/5PP/X8p59+8Njaf+fJTnl3uU37ZXdOdobzqPJYOdmZ0ya/u2PbioT46IDA0PqN2g178XPlUtJHbz1w9PDOr6dvmDXz8x3b/o0+e6JSldoPP/ZWs1ZdRWly4tjeL8eNiDxxICgkvEHDdvc9MCK0XCXn0dzc7K+/eHnv7vWJ9p8xrH7jdsNf+p+bwaPk14+LPTN75v+2blqq1enadezbveeDBU645EOYTcZFf07buW3Vwf1bbDZrcGhF+W4+/fyYkpT8Lcon7z68fs2C2X9Fenn7zZ/z9XdfvTl1xtZtW5ZvWP3XsSO7gkLLd7vjgXsHv+h6l+X//PLPXz+eOL6vfsM2/e4bVuCC8mX87edxB/ZtSUtNDAmtUKd+q8ef/sjHN0Cg7CBsAAAAAAAAAMqUjJ0iY4E9b0g9LixGkZMqQgcJvzbiqk38/IUlC38MC6/S/c6H4mJOf/zOA5Wr1C1wzoJ5UzPSU/re81SHTnf9OW/q8r9/lrvvfPxzgdPadexjMuZuWr+odbteVarVl7GEDBtcT8jOynjhqc5RZ441atqpTbteR4/sXrnkVzlOPe6rZe4eXso5WVnpw5/oULtui8EPv3b44LYF8755f+T9//t6Wc3aTUXpkBh/7rXne/n5B3W7Y/DePRv+WfiDHHD/9qdtekfJBxkDvDys+8lje2vXbdm2fe/Tpw7LnzHy+D75I+jza0IU70zk4ZeHd8/MSG3ToXdQUPm1q/6QQ/yuJ1zyIeS78/qLvWVPRLX6XboPjIs9vXvHWrlbvkLVvvc8La6dUe897G7wlJ+ctp36zJ018Ydv3tfp3e4ekFfI+qtxLy9eME1+tHr0ejgmOvLtV/qFlqvsvG901MlXn+tpNObIFKR1255bNy+Vnyv5s4+bvFyg7CBsAAAAAAAAAMoIeznoPSJpmhAmkbhfCKu9081fJVLEyXfOnyWEypguKr8sDJdRx/jE0b0yaahRq+noLxYow/2rl/8+9uMnCpx2LurEtzO3BYdWkO12nfo+P7TzpnWL0tOSvX38XU/rcFu/7KxMGTa0atuzey/7l/ET4qJcT5j65RsyaXjmxc973533EHN+GS9HqH/+4dMnnv1Y6cnOSu/aY/DTL4yR7fad76pYqdaEz4b/u2xO6Qkb0lITnXM1rBbLu68P2Lnt313bVrVse4fs+e3nL2QMMGzEuDv7Pqacv2rZnM9GPTlv9pcDH3qlJNef+f0omTS88tY3t3W7T+4+/MRbrz5/p+sJl3yIP+ZMltGC6+ucmpLw8L31Vi79rfiw4bvJ7xQoEO3mZvhw7O9Fna/V6j7/colaY69P3qJV96EPNV/xzy9K2HDqxAGZNFSr2WjM+EXKR2vZ4p/Hjz0/uWHJohkyi/ros3lNW3QRjgLF7742YMfWFTJvqBhRS6CMoHo4AAAAAAAAUBZYMkTiPJH0rb1aQ9KBvKRB5gparcjYJpKXKpst6R8R/bvNlCa03pdzdbF08U/CPpz9tnNiQaeuA+rUa1XgtIZNOihJg+Rm8KhTv6VspCTFicthNObI4WY5+uwcAZfuHfxi5Sp1F8ydajLmOjtv63avs92keWd5m5wUK0oNjUYnAwClLcfZO952j3AsfKT0zP/tq/AK1ZwxgNS5270yzpk7a1JJLp6dlbFx/eKqNRoqSYPk4enz0JCRrudc8iFatu3xxLOjut95fvElX7+gwKAwGTkU/+gyoti3e90F256NxZzf8bb+StIgla9YLSw8Iikx751asXS2vB38yOvOj1a3Ox+QP1eBK5w7e1xpqFSqF16dOH3WngqV/8uC57hczGwAAAAAAAAASj2bVZz9UmSsFQYfkXZaWI3CZrP3q9TCZeV9mzwtO1kE91NVfVNo/S7rEY4e3ilv6zW8YDmmug1aH9y/2bUnIDDUddfdYB8+NpmN4nKciTwin2zdeq0L9Nep1/LUyQOnThysXrtx/sOFnX8sx1C1ubDHkulFQtw5cUXkZf0DQsQVCa9Q1d3jfKjjFxAs7Ks/2ReMios5nZuTqdFof/p+tLjwqWZlpqYkx/v5Bxd/8ZPH91kt5lq1m7l21nTZLclD1KzdVJkIkpQQs2Pryq2blx4+uD0+9oyf/yV+5I8/n9+k+W2ixAICLvxgeHhlpCcr7RPH9sjbgj9IraYnju5R2h279J8/5+vJE15duey35i1vb9mmZ/VajQTKGsIGAAAAAAAAoLSznf1WnJtnXyEpzTmHQC1sOSrvEOFdSSQfFjazzWoWudkiqL+q+gdC4y4uU1Z2ul7v7uZ2wR0DgsIKnKakCwWfntUmLkd8nP27//6BBce7/R0D1omJ0dVFXtjg/C588Y91aP+2kS/1Flekc7f7Xn3rG3FFtDq9625+yWX7M0xMiJa3Z04d/nXGmIvvGBMdecmwISMjVd76Xniaf2CoWp03gaAkD5GbkzVl0uurlv1uNGbLzqCQCvUbtd22KV1ca4aL3ilr/juVmZEmLvpBAl0+WlWrNxg7cfHX4185fGCr3H7+4VMfv6CBD758V37JB5QJhA0AAAAAAABAaacKf0CE9Lmgy5oj4n4Q2mSRftqRNFiEWaWqPEKUHyJUGnH5AgPLnT55MCc70+Du6exMTY4X10FAUDl5m5xYcPElZYkkX/8gcZkqV6n9xns/iCsSEnYZlS1KLtDxM95+x+ARb3wtrohSBqPAslFGY45Vvtclfogvv3h55ZJfW7W7s16D1o2adFJmDAy5v6G8jrhRvLztk2zkD6I8YYUSpTjVqtNswtR/k5Pios4c3bdn428/jfvmy5EyfOrYpb9AGUHYAAAAAAAAAJR6Gi/75ipzr7CeE9npIivGZjGJjBhVve9E8B32hZWuSLnwKjuFOHxwe6OmHZ2dhw5sE1dK5bK+UwHh5avK2/17NxTo3793o0aji6hSV1wmX7+gDrfdLUqTkLBKWp3bgb2brFarWn3+TVm2+OfYmNP3PzhCp3cr/grydVCrNfIdce08dmRXyR9Cq9Ov/Xe+n3/IOx//7Hw7cnOzExOilQDgxqhavcGOrSsO7d/arlNfZ+epkwed7bmzJh05tH3k+z/4B4TIrX6jdpUq1x717oPbtywnbChDKBANAAAAAAAAlDWWDBE3XdiM9voNMmlQB4tmf4mQO684aZCUwfofv/0wNydL6dmwZuGenWvEldLqdPI215h18SE50t2u010nju1d9Oc0Z+f8OV+fOXW4bcferlMryrRuPR+Ijjrx7Zdv2mx5CwodOrB14ufP79qx+pJJg3AsIdW8VbfI4/v+XvCD0pOVmfbNpJElfwgZMOh0blab1WQ6X3N7/m9fWSwmm7i8la+uhpIx/PTD6PS0vCoOK5fO3rV9lfOEhLiodav+2Lz+b2dPdpZ9oafQcpUFyg5mNgAAAAAAAABlTfxsoU4VaVE2Y7pwryOqfqDyvuzZAAU0bNKhS/eBK5fOevaxdi1b94iPP7t5wz/lK9WIOn1Uq9WJyxfmGCn+5cex61YteOHViQWOPvP82LOnj379xcvrVy+oWr3BsSO79u5aV7lK3Wde+EzcLB5/+oMTR/csmDflwL5NjZp2zM3N+XvBdBm0vPDKhBJe4ennxx4/tvfLcS9u2bQkrFzEpvWLCmQEl3yIth16Lf/nl0furdey7R3BwRWOHN6xffMydw/vrIy0AvMhrp+atZsOfuSNX378dPgTHdq27x0Xe0b+ICGhleJiTysn9Lt/2JJFM0Z/MKRnnyGenj6ZGakyhZJJQ59+QwXKDmY2AAAAAAAAAGVK5mFh3G3LirVlJag8m6oazLj6pEExYuTkfvcNV6lUcuTXaMwdPe7Pps26yH5PT19x+erUbyXHjtNSEk5HHkxMOFfgqH9g6JffrX1i2CdWq+WfhT9mZ2U8/szH46eu9PW77IINpZYc0//f18uGjRjn7ROw8I9pWzb+c/sdA7/+fkPFiFolvEJouUqTvl3d955nIk/sl29KUHD50V/8dVkP8dRzn7br2DctNXH53z/P+XW8xWx67e3vevZ51Gw2Hj6wVdwoDwx5491Rv4aXryrf6xPH9z7w6Bu39xjkPBoSWvHDD2QE3wAAEABJREFUsXNkOrVg7uTffh536MDW/vcP/2LyCqVqBcoKlXN+DQAAAAAAAFAMm4PFYjGZTFkpR+PXNJaddQYkyyEmgRvGZhYx34j0lSLllAjsI6q8LtSXXpCnJOJjz6rV6sDgcNfOTz94bP2aBXP/PqvXGwSAm1rS0cmxu0eaPTtqq0/xcDAYDHq9XqvVyj8ciqnComBmAwAAAAAAAFB2ZB0TcfNsiYdFhRdExMvXKmmQtm9Z8fC9df/4fbKzJ+rM8U3rF9eq05ykAcAlUbMBAAAAAAAAKCOsOeLUBzaTSdScJAI7i2uqWcvbvbz9v/1y5NqV82vXbX4q8uDeXestFvPDj78tAOBSmNkAAAAAAAAAlAk2ETvLZsxRVf9EFdBRXGvBoRU+n/RPj14Pp2ck/zX/253b/o2oVm/0FwsaNmkvAOBSmNkAAAAAAAAAlAU2m9BXVNX9TugDxfVRMaLW869OFABw+QgbAAAAAAAAgLJApRaBtwsAKJUIGwAAAAAAAAAAwFUhbAAAAAAAAAAAAFeFsAEAAAAAAAAAAFwVwgYAAAAAAAAAl2az2QRuYSqVSgBFI2wAAAAAAAAAcF5RoQJhA4pCDgFB2AAAAAAAAADcyi6OEFx7lLZLj4rI4RaUnyVYXXeLDxiIH25BhA0AAAAAAADAreXiOEFp5EcLeYfM2TGmrEhLbrLFnGo1pVvN6Xm39kaazZIlXO4rcLNQqXVqnbdK66XR+ao0Xiqtt1bvI281+gCtW5DOs5pK4+aaNyixQjEJBMHDLYKwAQAAAAAAALj5FTpfwdGwT1Yw58SZMk+YMk8a048b7Q17W1gyBVCQSu0WpvOsqvOqKm+1nlX0XtV0HlXUGr3KQTjih0KzB1KHmxthAwAAAAAAAHDTsl04+cCWR1gtObkpu7IStuQmb81J3mo1JgigRGzW3OhcuSWtP9+n0mi9ahsCWhr8WxgCWug8KqnOI3i4VRA2AAAAAAAAADebAhmD1WqVo7vmnLishE3ZSZtzk7fLjEFcEY3eV21fYMdL3grcnKzm3FSrOcNizrCZs0p0D5vFnL4/Q26npss9tT7Qzb+13q+ZR2ArN/9marXaNXhwjRmIHG4mhA0AAAAAAADAzcO1pLPMGOS/zVlR6VFz088tMKbsuuTd7Yvye5TTGcJ0nuV17iE6j/IanY9G663W2QMGlcYgcIuxGtNk6mDPHkwZppxYc1asMfucyV7PI8aUHW2zZBd2l8Ts2EVyS5U7aoN7aE/P8L5eYXfKZCE/eCB1uAkRNgAAAAAAAABlXoE6z3LPmBWdETUv49yC3ORtxdzRI7CZR2BTj8DGevfyOs8KAriQWu8jt6KOWoypMnIwZkRmJm7PTNhqyjxb8AxrTnb0fLklajzdw3p5hPXxDO0mEwdn6iAbznOJHMo0wgYAAAAAAACgDCswlcFqSks7+0f6md9ykjYVer5K7WZPFwIaewQ2kQ0BXAWN3lduBt/aPuXvEPbsISkzYUdmwpbspN256cddz7RZMrOifpNbosbbEHqHd4X73YPaazRqq9XmXGbJeTKpQ1lE2AAAAAAAAACUSRfWfLaZMqOSj3+ZGjlTWHMuPlnrFuRb8U7v0E7uAY0EcH1o9AE+4V3lJhyTHjLi1qedW5YRu9b1HJslPfvcHLlpvWr5VHnGq8L9MmzQaDQyYHCmDspnm8ihbCFsAAAAAAAAAMqYC2MGkZ28O/noxMzov+Q4boEzZcbgGPztRsaAG0yj9/WtcKfcrKaM9Jh/U6OWZiZscf2ImjMOJ+19MeXIp16Vn/Sp/JBW75u/vBJrK5VJhA0AAAAAAABAmeEaM1ittsyYpcnHvspJXF/gNI3ez7tcF9/y3T0Cm8nRWgH8d9Q6L9+KfeRmNaalnluWdm5ZVuIOIazKUWtuTNqRj9KOfeFZ8QHfqk/r3MtpNGr5MSdyKHMIGwAAAAAAAIAywDVmsJhz087MSTn+tSn9cIHT3LyrB1Z70Lf8HULN0B9KF7Xexz/iHrmZs2MTj/+UfOZPmzkr75g1I/PU1MzT37uH9fWp9pzBp7Zr5MDCSmUCf+IAAAAAAAAApVqBRZPSoxYm7H/HnHW6wGmeQS0Dqz3kGdJGAKWb1j00tP7LwbWeSo78PenkLHNuQt4Bmyk7eq7c3MP6+9V5V+8epkQOrrUcyBtKLcIGAAAAAAAAoPRyJg1WqzU3/WTczhdykjZccIZK6xvePbDGo27eVQVQdqh1XvJzG1DtgdSzfyce/8mYccJ5KDtmXnbcEu9qI3yrPKnVuSm1HJTIQTmByKEUImwAAAAAAAAASiPXmMFqzko89Fny8Skqm8l5glrr6V+5f0DVwVpDsADKJpVa51epr9wy4tYnHpuZlbgt74A1M/3oR1lRv/jVGeUR3FGjUWvkP3kVpFlVqTQibAAAAAAAAABKlwLrJqWdmZuw/31LTrTLwKraP6JfSO3n1DovAdwUvELayS0rYXv0nlHGzLxVwixZxxO3D8wI6eVf+z29Z0VH5MCqSqUUYQMAAAAAAABQilywblLakdidL+Ymb3E9wd2/frlG77h5VxPATccjqFm1235LOjk7/vA3VnOm0pkbtygmYaVXleF+1YdZrQZlloPMGtRqNVMcSg+1AAAAAAAAAFA6KHMZZMxgsVgTj3x1+t9OrkmDxi0wvPEHEe1/IGnAzUylDaj6QPXb5/tW6CV38jqt2RnHPzu3tmt26lGTySxZrfbfFGc4J/BfI2wAAAAAAAAA/ns2FxZjWtTG+5MOvCecFRocw681uvzhW7GXAG4BGn1AeBMZrU1386np7LRmHYvb2CP97FyTySIjB5nJkTeUHoQNAAAAAAAAwH/MdemkrKTdkSs7ZMetcB7VeVao2nFGaL2XVFp3AdxK3P3rV+04M7jmU0KlyeuyZqXsey5+zytGY6aSNzgjh7wiJ/iPEDYAAAAAAAAA/yXXpZOSjk05s6aHJfus86hvxb7VOs1y/XI3cGtRaYJqPRnR7jute6izLzf6l7iNvXLSTzqXVHImDeQN/xXCBgAAAAAAAOC/4bp0ktmYFrXpgcR9b6vyl05S67zKNxsd3vhdlcYggFubu3+Dap1me4d1dvZYMg/Fb+yedvZPllQqJQgbAAAAAAAAgP+A69JJxoyzp1d1zY5d4jzqGFqd5RPeTQBwkPFbhRafl2v0jkqTt56YzZKRuu+ZpMNjTGZzft7A/Ib/DGEDAAAAAAAAcKO5Jg05qQdPr+lmzjyef1AdVPMJx6IxYQIubEkpwmwu5gTrqShbVnYRx6yWwycFyj6/SndV6/Sr68Ji2acmJuwabjLlKksqKVMcBHnDDUfYAAAAAAAAANxQrklDZtz6s2t6WnPjlENat6DKbb8JrvX0+XK4yGfLzDHO+ceWnCqKGES27DhoLTRRyDEaZy0UKoGbg71keocZAVUHi/w31Rj3R/y2B3JzMuxZgz1tsDlLRgvcKIQNAAAAAAAAwI3jkjTYUs/+cW7jAJslQznk5lOraqdfPQIbCxRGFRYkh5aN4z+3rF5vy865+ATruROWnesL9mZmm2bPsR4/rKlZReCmodaG1htRvtnHzljOnLI+cfs92ZnxJpNFRg7OktFEDjeMVgAAAAAAAAC4IZxJg8ViTTr6VdKB9+WecsgjsFmlVhOoBV0MlU6r69Mle8d62+4xxj099EOGqLw9LzghN1ok7LMm3acO8FV6bCnpxq+/UetWalsNL/7iiYnxixfNPXxw3+lTJ9LSUwMDgytHVH3k0WcrR1QXN8QnH722ft1K2Zj9+0ovbx+BEvAJ76HR+Z7Z+qrNYl8+y5K+N3Frn4Amvxq8I+SuRqOWm2yoVCr5SydvBa4nZjYAAAAAAAAAN4KSNFitVpk0xO56JenAe86kwSusU+XWX5E0XJqXh9tTT9uyvbXus4yfjjCvX+9apMGWFqutHGWa/ouwWOy7cQnmWVN05f5QefqrI2oXc9X4uJhhTw+c9fN3O3dsSkyMMxlzY6LPbt64ZtjTg/9d+bdAKeYZ3Dqi3bcafX68lHM6aVvfrOTdeeUbLOcXU2J+w/VG2AAAAAAAAABcd86kwWq1RW8dmn7qB+ch/8r3VmzxP6FmDZISUVevrKp3v7C66RvsUO0aY57xrfXEadlvM5mFKUEdplFlLLEeibQeO2X6aaLGfbHKO9dibKSqFF7MNX+Y/lV6Wqps+PoGdOzUvWfve0JC7efbbNavJn2amBgvUIoZfGtHtJumNYQquzZTYvL2/hmxa5x5g1K/QZA3XGf8EQYAAAAAAABcX65JQ8yO5zPPzXMeCq71TFDNxwUuh7p1e/PM9ZqgleraGar4WeYfd6tvG2oPIdxzRLlAbe0o02+zhSpeX2uDCPOx7PPT1G+nMrgVc8GNG1bJ2+CQsO++n6/V6ZTOLz7/YPmyv7KzMjdvXHNn73sESjG9V0SVDj+e2vi0MSPSvm/NSd3zuKrpbx4B9gooWq1GdqnValZSuq4IGwAAAAAAAIDryDVpSDz0ecaZX/KPqMObfuBbvqfAZVIHB6pb3Gdcf0DXKkfdvKYu4LRl+8emTS3V3kbhX10dnKaJWa4OzFJVDLSpNZaoivohTYq/oJubITcnW75TqanJgUEhSueA+x6R8YNsBOX3fDrqzbVrlgYGhkz4auZvs37YuWNzXFx01Wo1X3jh7YqVz1efjomOmvv7zL17dsTGRMmrVY6o1rRp6569+svBbnl0/ryfv5v6hWx8Pm7atO8mHjt2SF7/s/99W+ApnTxx9OUXh+Tm5uj1bp/977vqNesIFEtrCKrSfvrpLS9mJ+2271uzUnY+qG7+p/CtJhx5g0qVN62ByOE6IWwAAAAAAAAArhfn4i0yaUiJnJl8+FPnofAm75M0XDFt2yamEwOtR6ZpwkyqNj00YTvV25eqPG1C6yfqNNQmrRPlw0TNetbFuzQt7xDpWaYNO0VqurZ/90IHmpu3aLty+aKE+NjHh/Tr0LFry1btmzRpXbFSxIMPP3XxyVnZmcOeGpSamqTsHty/+6UXHx0/8ccKFSPkbkpK0uuvDpWXUo5Gnzsjt00bVp04ceS5F950vc4no95IcizQJKMO/4Ag10NpqSkfvPeSTBpUKvXItz4laSghtc67cuuvIzcMzUnZb9+3pCTvGuTffKHwzIuLlHrRgrzh+qBmAwAAAAAAAHBduCYN6VGLE3a/7DwUXPtZ3wp3ClwOW26uyDEKo9FmNMmXVjugvyWtsdh7QphSVXV7qvu0UYW4C62/CGkrIsqL+l1t0actJ7Wmf1cbPxtqWThd07FFUUPMjz3+nKeXt2yYjLkydfh01Mj7B3R5+cXHFi+ca3XUmnaVnZWp1ek++HjCr78tf/LpEXLgWvZMnzZJOTrv95+UpOGufoPffX/c0KdfdvfwlLsb1q8scB2ZNPTpe/+w50b2u+cB+37+c5MfmDGj34yPi5HtYcNfb9m6g9psutMAABAASURBVECJqTRulVt/qfeqrOzacs+l7HrQmJ1msldvUGo3ULzhemFmAwAAAAAAAHDtuSQN1syEbTHbH1cJq3LIP+K+oBqPCVwOmxwtXrfTsmmL2jdJ5WNQuXnb9F5CFWSO8dDu3SpalBMBXUTrRkIdIDQVRcMHRW6cOBGprafTuW2xnPGyVX1SHRxQ1MX9A4LGT5zx/bSJ27ZukHmD8oCHDu6R2/p1K9778Au9/oKSD48/8XzzFu1k4+5+gw8d2Lt2zbJNG1fLjCEoOHTQ4MebNW8TEx3Vo+fdyskHD+yRJ6SlpsgPg2va0bJVh6eHvXrxk/lh+le7dm4RjnWcelIr4vLZ5ze0mXJy7cPmHPvEEWvmgeQ9jwc2/Ukl7C++s35DgbcDV4+wAQAAAAAAALgulKQhJ+1I9Kb7VTaT0uldrmtYg1cFLpNKp9V2bq4ODzTNnKYVq9X+2UJlECFmldosEq0iar+o3lC4Rwi1txBuwk0nkn9UNW6jsmXadhy05tyua9ex+OuHl6/49rufmU2mAwd2r161dMvmtcoaR3Lc/8fvv3LMYDivdp0GznbNWvVkliAbZ85EyrDB3cOzUeMW9eo1Pnxw37ZtG7Zv23Dk8AHlTKMx183N4Lxjg4bNLngG+d+1/2dxXv3wipWqCFwRrSG4cpvJJ9cNsZrS5a4ldWPSnuH+Db92pAs2rVZL3nA9EDYAAAAAAAAA15jNQSYNpqzoqPX9bOZUpd8jsEWFZh8LwfjmlVBptJo6NTTvf2icMVOV/Ke6apqqeYTwDpWjx0KlFbZsofYR6kCh8pDRhAh7WKRssG361bitpu6ZB1VeHkVdVr5NKclJKSmJgYEhvn7+DRs1l5t8+zauXzXqo9fkm7l69dICYYO74fzVPByrJEmJjnAiPS114oRRmzeusVjMclet1nh6eWWkp9nbqgvWtA8MChbFmjH968633eEYGcdl03tFVGo16dSGp2xW+1QVc+LfqYfe8aszSg6JOwIGe71o2SBvuIao2QAAAAAAAABcS84FlCzm3KhNg6y5ebWCDb61KrUcZx8Wx9XQ6/UPPmhr+Lppby3LmlO2vbtFUrLwqCLUYULo5MssVF72vCFrl9jxq/W4SbhVtsUmiKzsoq635O8/Hhp8x3PPPrBo4e/OTjkA3bb9bcEhobKdnJRQYIn/uLhoZzs+PkZpBAXZqxB/NvadDetWyqShU+ce77z3v19/W96yZXvlBLXmgsFYrebCT0L+kHd4+UqPPvacsKcXcX8tmC1wpdz961ds8ZkMqZRdY/RP6Wd+NZktZrO9eoNSwEHg2iFsAAAAAAAAAK4Z16LQCQc+NKXtU/p1nhUqtf5KpXUXuHoGN22HtprOz5gPhYm4VJEWI1Q2YcsVtgwhsoQtVdiMwlBLNL9N3TlUX3+pdfXI7NfeNW/dV+jFGjdpqTT+/GPW6cgTzv4jh/crVZoDA0MKfPl97drlzva6tSuURrlyFeT49c7tm2W7Vu36r40c1bptJy9v73THtIaLaQpMWcgf+H773bH3DHgwJDRctmf/+n1WZobAlfIMaRve+D3nbvbxD3PSjprMZnu5aEte3kDkcK2QowIAAAAAAADXkpI0ZMSuSjsxVelRqd0qtZyo0fsJXAu2lHTL6uXWXT/q2yerKlUUfqEicr0I2C2C7hamvcKrtTAeE7m7xI6VtrM51uQKNo82+ie7axrVKfRq5cIrtOtw+/q1KzLSU4c9M6h5i7ZVqtYwGo1L/vlDOaFXnwEF7vLHvF8qVarq5eW9YvnCs2cihaMAQ2hYuHzrZYRgNVriYqOTkxL8A4IO7t+9fftG5V5yhFujufR4rMw21BrNoMGPT/jio/S01N9m//DoY8MFrpRvhTtzUg4mnfzVvmPNSt//jLrpApXKU5WHxZSuGcIGAAAAAAAA4No4X6ohOyFu+1Bnf1j9V/RelQSuBevZGMv8H9X6lbp6icLkbt6WKbKPaCNyRLkOYs+PwpQuWvqK/d8Iv3ARUcW6/6TV527dff1VBn0x1xw+fKQyj8FqtWzZvFZuzkMtWra/9/5HC5wfEBA07vPz35f39w987vk3hWPxpQ4dbl+5YnFycuKjD/etXbv+gQO73dwM2VmZ8mhCfFz5CiX9GHTt3mf2rO9joqP+mP/rXXcPlLmFwJUKqft8ZsKW3PTjwh43HMk4/qmm1ntqtZq84dpiGSUAAAAAAADgGnBZQMkave1JqylJ6fcud5tf5X4CV89iMW/enTv2HZV1tSXGP2dDm9zjj1iyHrKl6G0+nrYNG8wrE+3ZQ8p8674z1qWbbVHnNA201t3LRK6x+Av7+Pl9M23u4AeHVq1ay8fXX+msUDFi6NMvv/vBODkqXeD89z8e37ptZxkuhISU63v3oMnf/Fa+YmXl0DPDXmvZqoNsmE3GyMhjgx948p33PlcObdu6XpSYfNCHH31WNkzG3Jk/ThG4Ciq1rkLzsSpN3iJmpugfsuJXm1xWU2IlpWtCxesIAAAAAACAklC+ti/H5kwmU1bK0fg1jWVnnQHJcohJ4PzrY008PCH50EdKp9YQWu2239RaT4GrZtl/zLJ2m/D1UFcMd2xhQqXK/WaGzn2yMOssqU1tFe9QRS/T1d1pPhRgVfdSmbeqfQ8Jo9mif0Y/6D6hu9pVXj4d9ebaNUtl45fZy3z9/AXKlNQzf53b9UHejsbft8VSg2eom16n1Wrklj/L4Zb+0yzp6OTY3SPNnh211ad4OBgMBr1er9VqlYkgxd+dZZQAAAAAAACAq+VcQCk7eU/y4dF5vSpNheZjSBquFZkuaB4f4JoZ2OKTVKnbbFZPi/Yu3f33i9Ag83yjNWqD0NXW3XuPLf0Oy6q/RfwClfvflmMtNXWqC9zCfCv2SY9dmx690r5jSc44+IKm0UyNxj6GrrYTLKZ0lVhGCQAAAAAAALgqytohMmmwmE2x24cKm1npD671tLt/fYFrROXjVWB2guXoKVu60ax/Sv/wU6rwUJVGo2ndyrS/ss1QV+Xno64Urnv4cXWXj8xR4Za16wRLvNzywhu/p/Mor7QtqRuyon41Gk0Wi9VischPB4sAXSXCBgAAAAAAAOBqOSY2iJST08yZx5Qe94DGQTUeFbhubHKAODNLe8dTbo/dK9zclE51hTBV5T7qOg1E/vfTNa0aur3+uvAPsxw/I3BrU2s9KzQfI1QaZTcn8jNjbmp+7Ya84g1EDleMmg0AAAAAAAAoEWo2FMq5gJIxK/70ihY2S4awF6TVV+8yT+seJnA92XKMKjeduHDdG2tqukqvU7kbLjjVbLGZzCp3N4FbXtzBSYnHflTa2tCHfGp94Oam0+skrbKq0i27ktJV1mxgZgMAAAAAAABwVRxhgy3x4EdK0iAFVX+UpOEGUBn04qIBULWvd8GkQdJqSBqgCK75pNYtSGmbYn/OSTvkmNlgZXLDVSJsAAAAAAAAAK5Q/rQGW3by3owzvyqdWvfQQBZQAkorlcYQUu+FvLawZh9712g0mS1mZ9YgBPUbrgRhAwAAAAAAAHAlnHWhpfg9I2SH0h9W7xWVWi8AlFa+5Xs6i7fbMrZlxy40mSyOwg0WZ96Ay0XYAAAAAAAAAFwhZcGVtNO/mlJ3KT0eQS29y90mAJRuYQ1GOuvNGCM/MRnTlcWUFCymdAUIGwAAAAAAAIDL5qwLbcpNTTrwQV6vShPe8E0BoNQz+Nbyj7gnb8ccnxX5lcnkiBssVlKGK0PYAAAAAAAAAFwJpVpD6olvrKYkpSegykCdZwUBoCwIqfWsWuejtE0xPxizE/PSBiY3XBHCBgAAAAAAAODy2PJZzLmpJ6YqnRq9X3CtoQJAGaHW+4TUflZpq2y5ued+ZHLD1SBsAAAAAAAAAC5b3rSGUz/bzClKT1CNx9RaTwGg7PCv3F9rCFHappiZJlO2UrlBmd/A5IbLQtgAAAAAAAAAXAbntAar1ZJ24kulU8YMctRSAChbVOrA6g/lNa1pOdG/ybBB/s8RNAhcFsIGAAAAAAAA4PIo0xoyYxZbss8oPf4RA1QagwBQ1vhX6ueck2SJmW4yGanccGW0AgAAAAAAAEDJuExrsCYfnZDXq9IEVn1Q/Hf279v1z+J5hw7tS0pKKF++0r33PdqhU1fXE4zG3Nm/fr9509qkxIRGjZvfM+Ch6jXriGvq60ljFi2cIxtTvplTsXIVcZ39tWD2ujUrDh/e7+vr16PHXYMfolrGZbi3f+eszIzqNepM+HKmuNaGPnFP1JlTgYEhM35ZLMoCGRP6V7kv8eh0+47xrClxqS6st0VnlXGDWs2X9S8DYQMAAAAAAABweWw2kZWwyZS6W9n1rXCnxs1f/Ec2bVz90fsvO3ePHzv06SdvJCW9fFe/QUpPRnraiBeHRJ09peyuWb103boVr7z2YafOPUTZJJOGKV99prQT4mPVGo0ArkJg1UGJx2YIm0W2jee+0wf3NJstGrX8ZMm4QSXJfFHeChSLZAYAAAAAAAC4DMriKqknvnL2BFV/VPx3vp82Ud56+/g+9sTzjz72nLuHfUGYH6d/lZ2VqZyw5J8/laShdZtOTz3zipubwWqxzPhh8rVdHCa8QsX6DZvJzc1w3ZeT2rVji9J4ZMjw0WOn9LjjLgFcBY0+wLdCr7ydrH25yZvsKyk5VlFSFlISKAFmNgAAAAAAAAAlkr+EkshNP5YTt0zp9Axpq/eqLP4jpyNPRJ2xBwlDHnuuR8+7ZSMnJ2vWL9Nyc3OOHztcv2FTi8X8x/xfZH/5ipXfevcztVqdmZnx04wpMdFnt2xa26pNR3GN3N1vsNzEDSF/BHmrUqnvG/ioAK6FoOoPp55ZoLTN0d+bA9rItMFisajVKmVyg8ClEDYAAAAAAAAAJaVUa0iL/F42lZ6gag+J/06liKo/z16alJQQEhym9JhMJqVRvkIleXv27KmkxHjZqFevsbIAfbPmbWTYIBu7d28rNGzYumX9+++8IBufjp26dev69etWJCTEh4SE3X57Lzm4P+PHyevXrUxMjK9Zs26Hjt169Rmg3Ovimg3K2v2t23Qa/vzI32b9sHPn5vj42GrVaj097NWqVWsW80OdOnX8rz9n79q5Vf5ctWs3aN6ibZ++9+n0enlo547Nb48cppwm34pePZrLxoLFmzSaguOcD9zfIyUlsdNtd/Tv/8Dc32fu2rVVDhrXb9DkxRHvKJM/RH7pgjvu7B8UFLLgz1lWq00+0IMPPyUPpaYkL/przqZNa86cPlk5onqDhk379X8gIDDIeX2jMXf+3J/XrlkeExMlH12+2q1adbjr7kEGd3fnOSeOH/76y7Fnz0YajcaQkHKdO/cY+MDj4kolJSY8NPgO2XjiqZfkuykfXf5QGrX8oZoOe+4Nbx9f55mXfPJOyUkJM3+csnHjKvkj1K/f9KWX33WdmGI2m5f98+eq1UuPHzskX6K6dRvd2eueAtU+MtLTvxjP4wDmAAAQAElEQVT3waEDe9Uaddt2tz340FOuRxf8MWvq5M9lY8jjzw2475G8y5pM8pWXL2DVarUmff2zKB30XhFeIe0y4tbLti11tTEjUqetrtVqNPapDRplcgORQ/EIGwAAAAAAAIBLc05rkGOPmef+UDr1XlU9glqI/5SfX4DclLYcFF608HfZaNGyvX+AfXBZjjsrh4KDQvMaIXmxREpKUvFXnjhh1Lmo00pbNmbOmCzHr48e2a/07N2zXW4Gg/vt3XoVc5ETJ44+9eS9mRnpyu7+fTtHvvbMlG9/8/cPLPT8fxbP/2rSp1arRdndvWuL3GQS8O4H44qPKAp16ODel1581GrJu9q6tcvPnTvzxcQftdrz46JbNq9V8hipSpXq8vbwwX3vvvN8Rnqa0il/ZLnJ4fvnXnzrti49hWMprQ/efWnXzi3Oixw+uFduB/bv/uDjvLLhe3dvf/ft5+WQurJ75vQJ+QJGRh5/461PxNVZsWzRd1PHO+OutWuWJSTGfT5uWv4zucSTd4qPi33mqfvT01Lzr7M0OvrMFxN+UGpgyBRh5GtPnzhxOP/5n5Tbkn/+6Hv3oKeeyasRkpOd/cqIx2S/srtwwW/r164wmU3Oh+hy+53fTv1CvpsyoHKGDZs3r1Vels633SFKk4Bqg5WwQTIlLDJ7DbcvpaSx54sqlZqk4ZKo2QAAAAAAAACUiDKtITt+jdWYoPT4VihFo6WvvzL0+WEP5mRnNWjYbOTbnyqdyUmJSkOr0ysNnTavkZaaXPwF4+Ji3nn/f3PmrXr40WeVHjls/eDDT8+as+L1N/NGzOVI9yUuEnuuefO2037446dZS9p36Crso9ipWzatLfTk6HNnJ3/9mSNpUN038LE33xnbpt1twj4sHvPF5x/IzKB69dqjx06p4kgd5PivbMtNrS6yQHRsTFSdOg0nff3zDzMXdu3WRzhmG/y1YLbrOTJpCCtX4aWX3+vV+96WrTqYzeZx/3tfGazv0LG7fA7KKHlubs6k8aPiYqNl+8C+XUrS8PyLb//62/Lxk2Y0bGTPnPbv37Vv707hmBMwadInckjdy9t38INDXxs5qlnzto6Xa2lRP/u2reufGNJPbv+u/FsU6+SJI48/+YJ83C8n/1q+on0Jr4P7d8uXTnncSz55p9TUJK1W99Szr77w0jvlK9ivc+zowcWL5ipHp303Xkkaqteo8+rrH8vTPL28hX2ywq/r1qxQzpk/72claYioUmPEKx88+fQIGcU5cw7Jy9unect2snHk8P6kxLzfmo3rVzn+rerS9U5RmngGtdS45WVglsTFZovFXrlBKd3gDBtRNMIGAAAAAAAAoESUsCEj+g9nj1+FUjRaeu7cmbxG1Jn88dy88gaSTq8r0EjPn21QlPYdbm/dppOHp9ftXfPmLnj7+N4/cIi87dipe0BgsOyJiYkSl/LoY8PlaL6/f2DPXv2VnpiYc4WeOW/uT2aTUdhXCnrxkSHPtmvf5a13xjZp2lo4QoJ161bIh27YqLky6q1SqWRbbsV85VzmEK+PHFW1Wq3gkLDnXnxLec4LF8wpcNobb37StXufZ597XafXb1i/8uyZSOGop/3GW5/I5zDk8eceGWJfu0kO2c/57UfZSE7Ji3BOnjialJRQo2bdd9///Jtp836fv7p+gyayf/PG1UotjUceffaBh4Z26tzj3Q/GBTomlyz4c3ahTzU7Kzv63Bm5ZWdliWKFhIb3H/Cgj69flao1OjjyG5H/RpTkybv6+JMv+951f/c77pKZjbIU1aKF9rAhMTF++bKFsiFfsU/HTu3c5Q552ocfT1Tu9dPMqUpDeSXdDO6jx0y+vVuvu/sNfuvdsQUe4rYueYHc6lVL5K1MjDZtWi0b8o0ranbLf0flUy7v9VTlHjVlnJDhjcVqcWQNApdE2AAAAAAAAABcwvk1lCzmrOhFSqfBr57WPUyUGp+M/nrGL3/3vWtgYmLcZ2PeVuYceHl7K0dNxrzFbYy5eQv7eHt5F3/B8uUrKQ2P/CIHERHVlTV2nJ1ZlxoZlyPRIaHllLaXl4/SyMnJLvTkHds3yVutVten7/1KjwwS7rk3rypG5Mlj4jIFBYcGBoUoba1WW72Gvd5ATHSUxWJ2nqPV6WVaUOA5SP36P+DsvLv/YJXKPpQaGWl/Dg0aNlMCj78WzB729MAhD/WZNm1i5MmjMotSzj/jGPGXFi+a+/qrT8ntrZHD5HC/sM8XiRZXJyKimrPtfEmViKIkT95JJkARjmWjpMDA4GrVawl7kY9I+UHftWOLsvZUzzv7u3t4KOfUrtOgTr1G9nPORJqMRrmlOEIXma/I5EM5p179xgZ3D9dHaduui9Kzfv1Kebt9+6bsrExhX0Ophyh9fMt3d7bNCQtkzqDMbLASOJQAYQMAAAAAAABwaUrakBX/r82covS4jkuWBhUrV5FDxk8+9ZJSAHne7z8Je0WHvC+PKzMGhKOysdJQijoUQ5e/8pIyVC05SysLx6QB+78uNQLr4TL0fL5SQhH3ysy0T7YICAhyrakQEpKXVcTGXvYwvbvB/YInk/f8bYn5S/pI5cqVdz0nK38uiAwqnJ16vVuA4+WKjbE/Bz+/gA8/nqgsPSQc+cHfC+d+8vHrLz3/iFIkIyEhVjl08sSRfXu2K1tGur06QnxcjChMh05dFy3ZJrc7e98jiuXmdv6H0uS/UDZHCYeSPHknb29f113/APtHRQ6up6YmZ2blXyc/qlEo74XNZo2Pj3UuyuTr6+96TsCFnyv5VnbqbM8VDu7fk5SYsHH9v/anrdF27FS6fn0U7gGNnAmiNWmxsoySxWUZJSKHYlAgGgAAAAAAALgEZZDRvoZS1Pz8PpVv+f++YIPZZIqMPH78+OHmLdoGOtYIUms0Hh5e2VmZyqC2f37t6MSkvOH1pPyGcn4x1OqCyxOpL79GbjEFFS4mB/HT01ITE+PNZrMzb0hOzluzKOzCVKAk4uJj5BvnXGdJeU1kdhIYeH5AXFk+yMnHL2/oPCE+1vmI8q1Xlk5yJhO16zSY8u2cbVvWb9++cdPG1fJk4ah58MtP3z4z/DVnxjPms2/qN2wqrim1pshvkJfwyStSL6wQnpJs35Xvl4+Pn2/+TIWEhLhCzwkNKyffI6UzO/uC2S0ZFy3PdXvXXkv+lr84tnXrVqx3hA2t23R0TpgobXzDuyUenykbKtNpc8YBi74xExtKiJkNAAAAAAAAQHGUUUb7GkpmY3bcP0qnR2BjZy3Z/9DqVUtfGP7gxC8+WrNqqdJz5tTJRMcAcfmKEfI2vEJFpVDBrp2blUV+jh05qJzZqHELUcrUrFVP3los5j/m/az0yPaCP2cp7YjK1cVlkqHL9m0blHZKStKB/btlIzgkzDVgcJ1FIdWqWU9pzJ37k7KUkLAXWpiltCMi7M/hwL5dMlQY9dFr9Rs0eWbYaz/+tOjLyb+6OWZRHD16QNhnAOR9O37Hjrx1jeTQ/KejRs6cMWXnjs3iuinJk3eKi4t2fhhkwHP8mL0cdGhYuFqtrlWrvtK/eNFcGf8o7UMH9+7fv0s2KlaMkC+gm5vB19ceZR05fMB5zaizpy8uPF6vfuPQMHvO8evP3ynTO5S5DqWTT3g3Z9ucsNhsMbOSUgkxswEAAAAAAAC4BGVaQ2bcEmHJVHp8ypWKRWCaNG2lUqnls5v27YS0tJTyFSr/PPMb4VhRp0OH24Xja/u9+9w744evY6KjRo96o0GDpkp13woVI+R9RSnTs2e/FcsWyec/fdqkAwd2t2rVcf68n8+cPins2Unllq3bi8v39Zdjhz8/Uo6Y/z5nhnyhZE+3br2LOb9d+y7fT5uYlpqyZdOa4c8+cNfdA9evX7l9qz2x0OndevUeIBvHjh362fEyfv7Zu4MHPxkYHLJ37w6lGEa16rXlbcvWHdw9PGXUMfvX6VmZmXJ3zeqlShWNe+9/9Pq98iV58q7eefv5Bx580sPDc/as6WazvaqHUgw8rFz5Zs3bypwmOSlh6BMD7r3vkdiYczJ4sFrtocXd/Qcrd+/avffcOTMSE2K/nDT6wYeekinXV1+OKfSJ3dbljlm/TFNyCIO7R6s2nURpZfCrq3UPM2fbJ8FYkxdbLK8oKylp7GGDWskbVJc/xedWQNgAAAAAAAAAXEJewYbYFXn7Ko1v+VLx1eyAwKChT4+YOvlzOYz+26zpzn45Uty7731Ku1fvezdvXnv44N4N61bKTekcNPgJUfrUqdfo2eGvyx/HYjFv3rhGbkq/r2/AyDc/dXMziMvk5e2bkpL0zpvDXR9CDvcXcxcPT6933v384w9fS01NOhV5bOL4j5V+tUbz/ItvVYqoKtt39h6watUS+ZK6PknJx9dPjrkLx3pQr7720dgxb+dkZ/21YLbclBNkZNL/ngfFdVOSJ+9Uq06D48cOT/5qrLOnfsNmMldQ2iNeff+9d148duSATAimfTveeU7P3vd0v+Mupf3AQ0P37tl+5PD+vxfOlZvSGRQcqiwq5apb9z4ybFDaHTp2LTCbpLTxq3BnwtHvZUNtjrFkHrPo6zqmNQgmNhSPsAEAAAAAAAAokrMorBxszE3OWwDH3a+uWu8jSoe+dw8sX77S3N9/OhV5PDs7MyysfJeud/Yf8JDzBC9v77GffTNzxpQd2zdFRZ0ODQ2/f+CQzl3++4ITherVZ0Djxi0W/Dl7587NcXExAQFB1WvUlgmEX37xicsi7z7ilfcmfjHqxInD1WvU6dipe7/+g+XIe/H3qlu/8dTv5ixeNHfTxtUnTx7z8vKWr7AMdZRZC8Kx8tJ774+b9t2Ef1f8bbVaZAoSElqufsOmAwc+5ptfNaFVm44Tv/xp/vyfDx3YK98aeVqHjt2fevZln/xyCNfJJZ+8U5UqNV4a8d6c337YumVdSGh459t63HX3ILU6b+F9+YJ/MeGHlSsW/7ti8eHD+zUabVi58v37P9DptvMxm/zBP/9i2tw5P61dvSw1Nbl5y3YdO3VbumTB6n//KfBYYeUqyNf/2FH7qk2dbyulnz0nr5C2StggmVK3WnxrOVdSUqtVTGsoiop1pgAAAAAAAFASyqC7xWIxmUxZKUfj1zSWnXUGJMshJnHzUhZQkkON2Zlx51bkLYgfWO2hkLovCJRiD9zfIyUlsVLlapO/mS3wX8tIT3tocE+jMdfL2+fX2csumff8x2zmg4vaCZuj6IV/b/can7kb3Nzd3fQ6GTNppJs1b0g6Ojl290izZ0dt9SkeDgaDQa/Xyx9b7YhZir87MxsAAAAAAACAS5CRQ27SRueuR0BjAaAElvz9R7nwCov++l0mDcIxraG0Jw2SSusR0DArcads2jJ22Gs2OKY2KCspUbahKIQNAAAAAAAAQJGU+RyONZS2ODvdCRuAkpk396ezZyKVtreP78DBj4uywCOgiRI2qEznLDkxVn1FZSUlm00tUAReGgAAAAAAAKBwSJBAQgAAEABJREFUyleYle8y5yRtUjr1XlU1el8BoARq1a4vb3V6t9u79R4/8Ud//0BRFrgHNHK2Lelb80s2WPNKuKAwzGwAAAAAAAAAipQ3s8GcY07bp/R4BDKtoQz4efYSgVJgxCvvy02UNY6l0tRCWGXblrnTau0rgwars148CsPMBgAAAAAAAKA4cmwxO3mTMuwoKNgA3ALUWk83n+p5Oxk77ElD3rQGua8icigUYQMAAAAAAABQJEfBBqsxZZ+zh7ABuBWc/03PPW4xG5US0UrkIFAYwgYAAAAAAACgEM4VU+RmyjqpdKq1njqPcAHgZmfwraU0VMJqzT3jCBqcCymRNxSCsAEAAAAAAAAojhxYNGedUNp6z4oCwC1A71nB2bblnHJMa1DSR5KGwhE2AAAAAAAAAIVzfovZkhWp9Og8KggAtwC9R3ln25odaVXYmNxQJMIGAAAAAAAAoEiOQUWjNTda2XX9sjOAm5jWPVSoNHk7pjMFakQLXISwAQAAAAAAACic8v1lY/pxZw/LKAG3DNX53/fc00rM4KzaIATrKRVE2AAAAAAAAAAUIn88UZjzq0MLZjYAtxLn77vKeIY1lC6JsAEAAAAAAAAoyJk0yIYp44Sz33UZdwA3N71H3swGlSnKZrW4Jg3kDRcjbAAAAAAAAACKY8rMDxtUGq17mABwa9C5zGSyGU9bz09sIGkoBGEDAAAAAAAAUDhlVNFqjFd2tYYgAbiYNOGTXj2ayy3q7OlCT/h60hjlhDOnzi/GlZKS9Of8XwVKPa1bgLNtzY23/2lgzQsayBsuRtgAAAAAAAAAFMK5WIrVkqX0qLUeArg6v/783WMP9125YrFAqXfBr7w1K39SAzMbCqcVAAAAAAAAAAqTN7RozVZ21RrCBlye8AoV6zdsJhtuBoPSM+e3H3NzcwTKAtdfeas5Ky9nsJ2f3KBSqQTyETYAAAAAAAAAxVBZzZlKi7ABl+vufoPlJlA2qbXuzrbKlnNhtQZ7zEDe4IqwAQAAAAAAACjE+UqwzmWUdO4CpdvxY4eeH/agbDz/0js7t2/asmWdl6f3sOfeaNWmo9VqnT5t0sYNq+LjY318fCtXrvbs8NfDy1d03jcmOmru7zP37tkRGxMVGBRSOaJa06ate/bqr1bnrUUvPwzTvp2wYf2/aWkpzZu3vW/QkEs+n68njVm0cI5sTPlmTnZO1kvPP6L0Hzt6sFeP5h06dn/jrU8ESivXfNFmzTy/iFJe6kDMcAHCBgAAAAAAAKBocjjRmrfoDTMbypCfZkxJSrRX9jbm5tau00A2Pnr/5S2b1ypH5SG5PT/8wdFjJteoWVc4ija//urQhPhY5YToc2fktmnDqhMnjjz3wptK57jP3nPWWli7ZpnMLYJDwgRuXmqdy6+8JTu/jotAoQgbAAAAAAAAgCLZC0SbM5Q2BaLLEJklNGnaqsvtd8ZER/n6+a9cvkhJGpq1aHt7115RZ079+eesjPS0ryaNGT/pR9k/7/eflKThrn6DGzVqHhMTNXPGlOyszA3rVyphw769O5Wkwcvb5777hwQFh8yb+/OxIwdK/pQqVowYPXbKu2+/YDLmlq9QefjzI+UTEyjFXPNFlbCHjpSGLgZhAwAAAAAAAFAsW67yb7WGZZTKDC9v3/c++EKn1yu7c3//Sd4GBAa/98E4jcY+KOrvH/jlpNFHj+w/uH93nXqNBg1+vFnzNjKZ6NHzbuUuBw/sWbtmWVpqirIu/8IFc5T+N94cLWMM2WjZssMjD/XKzEgv4VNy9/Bs2Ki5siiTu7uHbAuUbhfki0qheJW4sHIDziNsAAAAAAAAAApnH1O0ZDt31VqDQBlRt14jZ9IgnT17St7m5GS/+cYwpSc7K6/ud0zsORk2yCSgUeMW9eo1Pnxw37ZtG7Zv23DkcN6sBaMx183NEBVlv4Jao1GSBmEPDzzk+c6lmXBTUmkMNotjToPlggLR5A0XI2wAAAAAAAAAiqY+HzBYzTkCZURgULCznZyUYDYZZSMrM2Pfnu0FzkxMiJO36WmpEyeM2rxxjcVilrtqtcbTyysjPc3eVtnnIqSkJMnboMAQ1/v6+wcK3NRsFmNeS6UTKBZhAwAAAAAAAFAUlf1G7SGsWfLfVpdZDijltOrzI58+vn5qjcZqsTRs1GL02MmFnv/Z2He2b90gG5069+jYqXv9Bk2nTv5MKdKg1tjDBpkrJCXGZ2Vnut4rMzND4OblmNNgzdtRezgnMzCtoVCEDQAAAAAAAEBxVBpPmxI2mLMEygit9vzIp0ajDQoMiYuLPnbsYFpKio+fn+xcsWzR/v27qlat0a7D7b6+/ju3b5adtWrXf23kKOVe6Y5pDU7h4RWPHzuUkZ4Wfe5sufAKssdiMR8+vE9cJqVmA6PVZYLV7JIvqqkPfwlqAQAAAAAAAKBw9hFhVX6RWKuFsKGs6tzlDuFYRmnES0OWL/1r/doV30wdt+Tv+d9/N1Gj1qhUKo0jnIiLjU5OSpCNg/t3b9++Ubmv2WxfWKlL117K7mdj3j516nhiYvyXE0fHx8WIy2Rwsy/MFRt7bsnffyz4Y5ZAKWY1n5/IYlOfrw8vPzACF2FmAwAAAAAAAFAk+6iiKm+QkZoNZdfAQY+fPHF065Z10efOfPG/D5z9Q554zsfXPtGhQ4fbV65YnJyc+OjDfWvXrn/gwG43N4NSRDohPq58hUotW7Xv0/f+vxbMPnxo37ND71fuHhQcmhAfKy5HxUpV5aNkpKdNHP9x3fqN+949UKC0umDlNLUHEUPxmNkAAAAAAAAAFE75/rJzZoONmQ1llpvB8P5H458Z9lrzFu2UdMHH1//V1z+W+YFygjzUslUH2TCbjJGRxwY/8OQ7732uHNq2db3SeHrYqyPfGtOocUsvb9+27bu8OOLdgQMfE5fpjTc/adioufxYVa5czdFA6XXBymkqllG6BBWrgwEAAAAAAKAkbA4Wi8VkMmWlHI1f01h21hmQnFdF+eai/KRmsyXXaIrbOsicvFZ2unlVq3rbbAHg1pAZv+n0puFK21R+oiG4s4e7wd3dzeCm1+t1Go1a5SBuFklHJ8fuHmn27KitPsXDwWAwyB9Vq9Wq1epL/qQsowQAAAAAAAAUR63xVBrUbABuKVbT+ZoNQmOf2aDKJ3ARllECAAAAAAAAiiRHFdX6IKVtNiYpJaMB3ArMxsTzO9pAMobiETYAAAAAAAAAhcj7/rJNqAyVlB6bJdecHScA3BqMGWeVhk2obbpywv7HgrKROhSCsAEAAAAAAAAokhxV1LpXdu4as84KALcGY9YZpWHVllOpta5rKLneQkHYAAAAAAAAABTDpvV0CRsyCRuAW4UxMy9ssOkqKClDfthgkxtJQwGEDQAAAAAAAEAhnN9i1rpHODudg48AbnrO33ertry9fItazYSGYhA2AAAAAAAAAIXLSxs07ipdiNLjXFYFwM3NlB0jbJa8HbeKzmkN5/+NCxE2AAAAAAAAAEVSRhXV7nk1op0FYwHc3Ewu05hsugpqlTo/ahAoFGEDAAAAAAAAULi8pEGOMhryw4bMSAHgFuC6ZppNX/GCSQ0EDoUhbAAAAAAAAAAKKlAGVpM/s8FmyaVsA3AryEk77Gyr3CraQ0d71QY1eUNRCBsAAAAAAACAIuXViPas6+zJStwpANzsshJ2KQ2LLkKl1qtcKjYIFIawAQAAAAAAACic8wvMboFtnZ1ZSbsEgJua1ZyVm3FcaVsMjdV5VK7TGkgdCiBsAAAAAAAAAIqUV7ZB66X2qK30ZCUxswG4yWUlbHW2rR6NZaygdiyilB802EgaLkbYAAAAAAAAABTO+S1mOcio9W2hdJoyz1iMKQLAzct1ApPNo6VGrXEkDcJeuIGCDUXQCgAAAAAAAABFU5ZP0fi0ENEzlZ6shO3e4beLa81ms61Yvmjj+n/37dslBzcjqlR/4qkXq1at6XpOXFzM7F+/37p5nd7NrUWLdgMHP+7r5y/KoHNRZ2b9Om3H9k25uTlBQaEfj/4yMDD4kveaNOGTfxbPk41vps0rX6HS2jXLPh01Uu4+O/yNXn0GCOAacU5gsmrCVLogR+Ko0mg01GwoBmEDAAAAAAAAUIj8ZdmVTWUIbJ+df0gORF6PsOH77ybO+32mc3f3ri0vDn/4s/99V6tOfaXn8KF9b40clp2Vqewu+HPW6lVLx3w2tWLlKqJMsVosr786NCkxXtmNNpn8/QMFUDrYLLnZKQeVtsXQyBEzqJU5Dc66DQIXYRklAAAAAAAAoEh5yyipVBq9v8oQoXRej7IN8XExf8z/RTYqV6720svv3dnb/j19i8X8/bSJznNm/TJNSRoGDn68Z+97ZCM1Nel3l3yirDh58qiSNNSsVe/d98d9OnaKHMMVl8/XN6B+w2ZyCwgIEsA1kp2yVwYOStvirlSHVikbSUMxmNkAAAAAAAAAFMlZs0HSeLcw50TKzpzUo1ZzplrrKa6dzZvWWi328c133v9fufAKXbv3ORV5fP++nQcO7LbZ7NVoz5yO3LJ5rTyh+x13PfTIM7Jx7uyZ3bu2rPr3n8cef65sLaaUmZk3OaNFy/at2nQUV6pho2YNG00VwDWVlXA+TbS5N1EWUFISh/zq0Goih4sRNgAAAAAAAADFyc8bVDq/lub4OY4+a0bcRp/wruLaubNX/9ZtOiYmxsukQekxm03ytnz5ysqwpswVlP4GDZoqjWbNW8tOs8l4YP/uNu06F3rZ48cO/TRj6okTR1JSkoODQ6tXr933rvvr1m/sPMFqtU6fNmnjhlXx8bE+Pr6VK1d7dvjr4eUrul5k7erlv/8+I/rcGYvFUjmiWqtWHfreNdDdw6OIH0U+c/Oyf/5ctXqpfPSgoJC6dRvd2eue6jXrKEdfGfH4wf27lfbPM6fK7b6Bjz0y5NmLryNTlmnfTtiw/t+0tJTmzdveN2hIgRMKrdmwfOlfK1f8ffrU8azsrGrVa1WvVrt3n3vLV6zsvFdGevqE8R/J52C12lq0bPfIkGFTvh67ft3KkJBy02f+JU/46P2XN21cLe/y5NAR074dHxNzrmHDZh+OmnjJi4944dHDh/Y1atzyiaEvfP3l2MjIY1qttlq1WvLpZWdlfvft+JMnj3m4ezRq0mLgoMfCylUQV6qYd23unJnffzdBNoY//2bPXv2dr+QD9/dITU0KCAye8fNi+Ykq/n2fP+/n76Z+IRufj5s27buJxxzvY4UKlbZuWS87x034oVbtvKW99u3Z8fqrQ2Xjrn6Dhz49Quk8der4X3/O3rVza1JSQu3aDZq3aNun7306vV45umrlP5+NeVs2Jn710+nTJ/9d+bf8APv6+nXo2O3hR591neMiD82Z/WNMTJRery9XrsLgB4fK90tcfxnx65WGVe0jDFUc1aEdKykxs6FYhA0AAAAAAABA4ZxlGxwrqKjdAm/PPqZR1ldJO7f02oYNao0mKNePMWIAABAASURBVDhUbsru8mUL5bC1bHTr3lvpkWmB0ggODlMazpNTU5MLvebuXVvfemOYzWZVdmVaILf161eOHjOlfoMmSqccWFcmTEhJifFye374g6PHTK5Rs67SOfvX72f88LXzmocP7pXbtm0bPh07RaMpZHRRDuWPfO3pEycOK7tnTp+U25J//uh796CnnnlZXI5xn723csVipS1zBTkyHhwSVvxdfps1/cfpXzl3D+zbJbclS/6c9NXP5StUkj1GY+6rLz8h0wLlhOXL/tq5Y7N/QCEVI1KSkz756DV5vmyHh1csycUVZ89EvvziY8odpV07t7z/7oty2D0nO0vYX5/UZUsW7N+3a+p3v1/Z4lGi2Hft9m69ZIog3/RVq5Y4wwb5M8qkQTimxSif6ku+74pPRr2hLHjl5mbo3uNuJWyQwYwzbJBtpXFblzuUxj+L53816VOrNW8ZIpmHyW3Bn7Pe/WBcgWrn48d9dOJ43udEhjFzZv8gXxCZNyg9ztREys3JTk9Lff+dF5574a077uwnridzdkx28r68tkc7JWNw5A3nazYIFIaaDQAAAAAAAEBxnGUbtAZ/jU8rpTM9dq3NkiOuA6vF0qdnqy8+f1+2+93z4D33Pqz0p6QkKg3nN8R1Wn3+oaRCLzXrl+/loLMcF5489bfZv698dvgbMtKQ11eKQ0grly9SRpybtWj72shRDzw41MvbRw77fjVpjHLCqchjM3+cIht+foFDn35ZXiGsXHnhGGdXxp0vNu278UrSUL1GnVdf//ipZ1/19PKWuwv++HXdmhWy8fQzrz7x1EvKyV279x09dkqPO/pefJ19e3cqSYN8So898YJ8ehFVa8iwRBQtLSXl15+/k43yFSu/9Mr7I98a0659F+EYqt6xY6Nyzh/zflGShqrVaslrPjH0JbPZfOzowYuvlpmRLl8u+VQHPfCkHMEvycUViYlx8vWcPuOvb6bNU6YvnIs67efnP+nrn6fPXNi4SUulp9AHlX6Z+c0TQ/rJLfrc2UJPKP5d8/MLaNGqvXDMOYiPi1Hu8m9+ZtOtW29RgvfdSSYNffreP+y5kf3ueaBl6w7KW7lm9VLnCTIEkrfyx1RSCvmcJ3/9mSNpUN038LE33xnbpt1twlGS5IvPP1AWCnOKijr93ofjf5+/5oOPJ2i1OtmzYvki5VBM9Fkl4qpYqar8CA1/bmTFSvYq6N9+80VyUoK4nlKjljjbVu/u9vXTNM6aDSQNxWFmAwAAAAAAAFAc17INuuDeltQN9l6rKS3mX9/yPcW1Jodrnd8K37tn+7EjB5UFiDLSM5ROnU6nNLT5jYyM9EIvpYQQqanJZ85GhoSW69VnQKPGzYOCQg3u7soJc3//Sd4GBAa/98E4ZZqCv3/gl5NGHz2y/+D+3XXqNZo/7xdlYsQbb37SoFEzYS+T0Hzat+P9/AOErZBHTEyMX75soXLNT8dOVZZaqlmz7ssv2ldA+mnm1PYdb69eo3ZWVt7PEhYWLi9Y6JNfuEBZsUo+9OgmTe0ZT8uWHR55qFdmET+s5O3rO/7LGcePHqpStWaVqjVkT6VKVZSv3qelprpe1s3gPnrMZDnCLtu16zR45aXHCr3g4Aee7Nf/AaVts9kueXGnxx5/Xr7gjpermRw3l42+dw2U8YZstO/QdddO+4pY0dFna9aqd/GDpqamKJmKTEEKfVaXfNe6du21ZdMa+ZRX/bvk3vsfMRpzN2xYJU+rV7+JEn5c8grOx2rZqsPTw1517nbq3GPxwt9lcnDs6CH5Ph4+tC852Z6B3d61l3LCvLk/mU1G2XjiqReVl65tu9veefO5nTs2nTh+eN26FR07dXderUOHri0duUjzFu1kJLZ/386E+Fj5U2u12j/m/aosI/bWO2MrVopwvJLNhz5xT0521tIlC+4fVPj7dU2kncuLUizCy+rRUiYNGgcKNlwSYQMAAAAAAABwCUrYIMcb3YJ7ZR97VyXso8BpUcuuR9jgHxA485d/0tNTpk4et3vXltdeHfr1lF/lGLG3j49ygslkymvkL9Tj5fi++cXatO10+tTxmOioTz56TT77Bg2aNW7SsmOnrmHuedUCzp49JW9zcrLffGOY0pOdlVe6OSb2nBx0PnM6Urb1ejclaRD2b5pHvP/ReFGEXTu2KN9e73lnf2dRBzmaLy8lR7HPnok0GY3OmRnFi4qyPzf5tJWkQZIXrFevsXPxn4vJt6ly5Wpyk6Pha9csW7925e7dW5VDubn2aSjy0RMT42SjfoMmStIg1anb0Nc3QFllqIBGLkHIJS/uJD8pzsIb7u55VcSr5K8g5OGR15OdlSWuyCXftVZtOnl6ectUZtW//8iwYcO6f5UVnLrcfmcJr+B8rAYNm7k+tAwVZNggHKsnybDBuYZS59vy1lDasX2TvNVqdX363q/0yNftnnsfkmGDbEeePOYaNlSqXNXZ9vLO+wznZGfL9tmzkcqujECc58jfQhl9xcZGi+vGmHkmJzVvZSez1+1qjU7DzIYSI2wAAAAAAAAAiuQs22Cv3KCSY4/eGr/21pRVwl5FdqPVnKnWeoprysPTS24BgUGPDHl2xAtbcnOyFy+a99gTz/v5BSgnyBFzpZGbHzYEBAQVeqkHH346Iz3977/nyQBAbsrq+T/NmPLMsNd69uqfnJSgfAk9KzNj357tBe6bmGAflFeG5p3j8peUmT9lISgoxLU/JKScDBvkSHF8fGyB6tNFUaZlBAVecB1//8Di77V29fLvv5sQF5c3Hu3j6680lPcxJuZcXr+3n+u9/Pz8Cw0bAoNDSn5xJ61W6+xR5zc83POiF7XmEivbPzP8NbkVdbQk75p8Ard37b3gj18jTx6VcdFqx6pHWp2+U+fuJbyCU2BQsOuuzI1Cw8rHxkStW7tcfj7Xrl7m6GzofE8zM+3zTuQHUj4H573ku680CuQE7u7na4xrz9f/sE+ZkZ8TZeeSz/DaSnNZQ8ni3U2nTGvIyxvUVIcuHmEDAAAAAAAAcAn5yyiptFqNLrhXriNssK+kdG6FX6W+4lrIzso8fvzI6VMn7ux9j9Lj7e2rNOJi7SvvO8OGREfBXmEfNc6r4hAYGFzoNeUzfva51wfc/4gcFN65Y/PevTvkKLPFYp7y9WctW7X38w9QSjg0bNRi9NjJhV4hMDAkPi4mJTlJniZPVjojTx6rWCmi0OrQvr55g/gJF44Iyys4no8mNKycKBmZKyQlxmdlZ7p2ZmZmFHOXgwf2fPrJSDlaHRgUetfdA5s0a+Vu8HhiyN3KQ7s+vbT0FNc7JiUXXgbAZQT80hd3UhVW9lmlvjaD1D6+fpd816Qed9wlwwbZkKnArh2bZaNd+y7ujkkVJbyCQnvRu9y9e9+ZMyafizq9+t8lSu7S6bYezqPyU5qelio/ospqSEqnstSSsJd2KO96qWLqY/v5B549Eymf54JFm27k+H5a1DKlYVH52zyaOtZQUmuUqIFZDZdCgWgAAAAAAADgElzKNqjcArsLlZvS71ze/epNnfK/11958qtJo48dPaT07Has7C9VqFhZONasV3a3b88rR6xUGNbr3eq6rHvjZJ/TsGje1K8/37xp9T33PvTx6C9n/basV+97hb0YgOnEiaMyLVDmDRw7djAtJW/wfcWyRRPHj1q44DdlgLicY4l/q9WybVvegybExw57euDdfdp9M2XcxQ9aq1Z9pbF40Vw56Ky0Dx3cu3//LtmoWLHwiKJQ4eEVHT9FmrNOsoxJDh/eV8xddtrX8LF/L/75F9+UP3LVqjXT0y+opiDH2X0cecO+vTvllZXOA/t2OZ9qAUrV4hJe/MYoybsmRVSpXq16bdn4Y/4vRscMmG7d+1zWFfJO1hZ8v7p0yyvPMGXy58KxtFHHTt2cR5UqFPKd+mPez0qPbC/4c1bes6pcXZRMSEiYcBRL35X/W3DixJGxo9/6/bcfT0UeE9eHMf1kbsZxpW326iZfKCVosG/50xqY3FAMZjYAAAAAAAAAxXGupCTHG+XQo1bvrQm4zZL4j+zMjN9szIjUe0WIq9asWdtlSxbIxttvDnt0yPDU1OTZv34vHN+ab9uus3AUS2jStPXOHZtWLl8UGhqelZW5xrGIze3derl7FLKUk8Fg+HnmVDl27GZwN7i5t2rd8fSpE5F5A7Wqao5ixZ273PHbrOlZmRkjXhoycNBj7u4e30wdl5Ge6uZmUNbW79mr/78rF8vGhHEfDbj/YS9Pb6W2sBwFrl691sUPGlaufLPmbbdv25CclDD0iQH33vdIbMw5GTwoJa/v7j9YlFiXrr3WrrH/gJ+NefuFEe94efn8NGNKfFxMMXdxMxiUxqGD+5q3aCeHuX/9+TulR7aVRrfufefOmZFrL1fwbP97HkxIiP19zgxRAiW5+I1xyXdN0bVb7+PHDimZSkBgcOMmLS/3CoWSMUC9+k3279uZlposd5s2a+2ccyP17NlP5hYylZk+bdKBA7tbteo4f97PZ06flIfKV6zcsnV7UTK3dekpP+eyMeqj1wYNfrxqtVozZ0w5fHDv6lVLqlSpUTmipKHFZUk8+auzbfGxr6Gk1crAIX9iA1MbLoWwAQAAAAAAALi0vJkNKvtKSvrQQdmOsEEOqiYen1Gu0bviqnXo1HX16ts2rv83PS110oRRzv6HH322arW8Yf3Hn3zhrTeOpKYm/frzt0qPwd3j7n6Fj+BrdbrnXnjrw/dflgPr48d96Hro/kFDAgLtZR4GDnr85ImjW7esiz535ov/feA8YcgTzykzAOrVb/zIkGE/Tv86JSXxu6lfOE9o3bazsyZwASNeff+9d148duSAHIye9u35UtI9e9/T/Y67RIm1bNW+T9/7/1ow+/Chfc8Ozas2HBQcmpC/mn9hd+k448cpZpNRvj5rVi+12Wwy6tBqdWazybmsU7/+g7dsXnfm9Ak5EC9jDNlTvUYdvc4tMTFOpVYX+3wuffEb45LvmqLL7Xd+9814JQiRbdeB8hJeoSjyajJsUNqdOvdwPVSnXqNnh78+dfLn8nE3b1wjN6Xf1zdg5JufyjBDlIzMMB546CmZlmVnZX7/3URnf7sOtzdr0VZcB1ZjWsqZv5S2RVvRZqjPGkqXi2WUAAAAAAAAgEtzrqQkxx7dAtoJQ02lP+Xs3xZjkrgW3nhz9PDn36xRs56MELy8fWvVafDeh+Pvvf8R5wlVqtaY+NXMbj36yjF3eULtOg0/HzetQsWIoi7Yqk3HN98ZE16+krLrHxDUoGGz19/85KFHnlF63AyG9z8a/8yw15q3aKeMMvv4+r/6+sdylN95kfsGDvli4g9yfFlex93DUz6r51965613xjpLOBTg5xfwxYQfXnrl/cZNWsrz5fOsXrPua2+MGv7cSHGZnh726si3xjRq3FJepG37Li+OeHfgwMeKOb9ipYjX3xillLOOOnsqMDB40tc/1a3XWO7u3LHJbDZ4Co0dAAAQAElEQVQrL4J80Xr3ua98xcohoeF97x409vNvDR7u8pCh2KHwklz8xijJuyYcZb1bt+motHve2e8KrlAUpdC0cBSdbte+S4GjvfoMmDx1tv0VrlBZp3cLDSsvE4Kvv5klP73icgx+8MkPP57YoWN3eQXhWNLq/kGPvT5ylLg+Ek/+IqwmpZ3j+4hW0mjs/zjWUFK7LKMkUASVjOAEAAAAAAAAcCk2B4vFYjKZslKOxq+xD7PWGZAsh5jELUD52S0Wa26uKSc3Nz1qvvHYy8qhwBpDQmoPEygLli9b6OPjV6lShBzCdg4cPzjojuSkhJIUTIa0a+eWt954VjjSrHffHyfKPpsl58iyO60m+5JTFnVgduU/ZODn4S5DKJnL6N30ep1Oxg7qmz5sSDo6OXb3SLNnR231KR4OBvnz6/UyeSnJ5A6WUQIAAAAAAABKRBlq1NhXctcagnsbT40VJvuSPsknfwuu8bhKU9IlYvAfWv3vkh2OCtsdOnbv2cv+ff89e7bLpEE2atSsI1A0+Srt3bvDy8vnmyn/U3q6dOklbgopZxYoSYOU6zNQo9W7TGtQikML5jRcEmEDAAAAAAAAUCJ5ZRscKylpdTptucfMp0fLfqs5M/n0HwFVBgqUet173KWEDWvXLJWbs9/N4H5Xv0ECxRrzyZvOdr36Tdp3vF3cBGzWxOM/KU2rcLf43m3QapTS0I61lM5XbCBvKB41GwAAAAAAAIBLcy7YLgce5fCjHIQ0lBso1J7K0cRjM+SQpUCp16FT19feGBVWrryzx93Ds3WbTp+OnRIYGCxQND//wKDgUOGo9jzwgSc++Gi8uCmkRa80ZZ1T2kaffhqdt1YJG7RKcWgV5aFLiJkNAAAAAAAAQEnl14iWLDq9lzpksDXmW9lvzolLi17uE95doNTrdFsPuQlcJvnh//GnReKmk3h8htKwCY3Jb7CbY06DTuec1aBmDaUSYmYDAAAAAAAAUFKukxvkSKR7hSE2lU45FHdosrBZBICyIz1mdU7KAaVt9Oyh1gXKjMGeNGgcBRuUqQ2soVQyhA0AAAAAAABAiSijjfllG+yrrOgMIZrA3spRU+aZpJOzBICywmqO2TfWuWfyfzi/VENezQbHGkoqYoYSImwAAAAAAAAALo8yuUHrKB9rqPS8UOmV/vjD31hykwWAsiDh+ExzdqzSzvXornKr7JzWIP9RqykNfXkIGwAAAAAAAICSUopE55dtsJeJ1rlX0IQ9oRy1mjPjDn0lAJR65pyEhKPTlLZNZcgNGGb/ddZqZdggN2WdNKo1XBbCBgAAAAAAAOCy5VdusH8P2lDpGZuunNKfcvrPnNTDAkDpFndgos2So7SzfR7RuIW4TmvQ5BWHto+fkzeUEGEDAAAAAAAAcBlU+RzzG9SO5d0N+kqv5x+3xewdLQCUYjkp+1OjFittiybc4jdYxgx6nY5pDVeDsAEAAAAAAAC4bI6wQWUPGzT20Ul98B3Cs5lyKDt5X2rU3wJAKWU7t+tj505W4KsanZsyrUGn1TKt4YoRNgAAAAAAAACXp5DKDVqtvsr7tvzRtrj9E5wrtAAoVVJOL8hNP6q0c93aCs9WzmkN9olKjl9qIoYrQNgAAAAAAAAAXCE5IumY3GD/TrTeu6Ym+AGl35ybELN/nABQypizY2MPjFfaVpsmN+jl83WhHbfOaQ1KpihQYoQNAAAAAAAAwGVzTm6QtI6lV/Q6nb7S8zaNv3JCyql56edWCAClh816ZttrVlO6spfrM0jtFq7UachLGhwpgxI0CFwmwgYAAAAAAADgCimVG+Sm1WjseYObnzZilPPoud0fmrNjBG4ikSePrV2zrKijqSnJvXo0l9uno9507V+zeumRw/sF/mvxR6bmpOS9EWZthMn/MSVm0Otl0qBxFHu3L6KkJA3kDZeLsAEAAAAAAAC4Es4RSaVyg+P70RpDcBcRNEg5wWrOPLv9DWEzC5R9GenpY0e/NezpgYcP7iv5vU6dOv7yi4+N+eTNpKQEgf9UVuKuhCPfK22rTZcZMlqr95C/s/akwTGtQetYQEn+WhMzXBnCBgAAAAAAAOAKqfIImTYolRvs35Ku9Jpwq6ackJ28L+7QFIGy79y506tXLSn+HPkpqN+wmdwqVYpQerZtWX/o4B6B/5olN+Xs9teFsCm7WQEvqd0qK3Wh9XqdkjTkZQ1Ma7hSWgEAAAAAAADgKiiLKSmVouXApcXiaak6wXxogMqWI48mHvvRM7iFZ1ArgZudl7f3mM+mCpQ+Z3e8aclNVNo5bu0sPn3dnEmDMq1Bq6Uu9FUibAAAAAAAAACunDIuKccobTYhxyutNpscvrT6Vs+u/KE18jXHKbao7W9V6/y7xs1P4L+QkZ4+YfxHB/fvtlptLVq2e2TIsClfj12/bmVISLnpM/9ynrZl87rlSxccOLDHYjHXq9+kQ8eunTr3UA7NnTPj++8mKu35836W27PD3+jVZ0CBB0pNSR58fzfZ6NCx+xtvffL+Oy9u3bJOOfTR+y/L2ynfzKlYuYrAjZV04ueshC1K26IJyw19zz6nQe/YdNqLpzXgyhA2AAAAAAAAAFfr/OQGq8aqs1qtOktw7+yUNaqUhfKoxZhyessLEW2/UWncBG4sozH31ZefOH3quLK7fNlfO3ds9g8ILHDaZ2PeWbXyb+fuxvX/ym3xwrnvfzje3cNDoMzKStgaeyAvKLIJTWbwJxqtt0wE7dMadDrH0mcsoHRtULMBAAAAAAAAuCrOMUo5XqnVapRVWeQ4pqHqB0JfWTknJ2X/mW2vCptV4Mb6Y94vStJQtVqt10aOemLoS2az+djRg67nrFy+SEkavH18nxn2+quvfxxRpYbc3bd3xw/Tv5SNDp26D3tupHJyh47dRo+d0rpNx0s+9CNDhvXs1V9pP/zos/JeIaHlBG6gnNRDp7eMEDaLspvl+5Qw1FImNLi55Vdr0J5PGwSuAjMbAAAAAAAAgKvlupiSHLeUA5hWvdVq8zJXG28+dJ/KZpJHM+M2RO8ZVa7ROwI30MIFc+Stm8F99JjJXt4+sl27ToNXXnrM9ZzfZv/g+Ldq1OivqlWvLVvNW7Qd+viA1NSkhQt+GzjosZCQsOo1aisnBwWFNGzUvCQPXaVqjXLlKijtyhHVSngvXCum7JjTm4bZLNnKrtHQyuw32E2Z05B3q3UsocS0hmuDmQ0AAAAAAADAtZE/ucH+VWllcoObTx115dEygVCknP4z4cg0gRvFZDQmJsbJRv0GTZSkQapTt6Gvb4DznPi4mDOnT8qGDAOUpEHYSz379Oh5t9KOjDwuUNZYjCmnNj5tMaYqu2ZNxazgD52lGtz0kq5AqQaShqtE2AAAAAAAAABcA66LKSmTG/JWawm+U1V+pPO0+MOTU88uFrghYmLOKQ0f7wuqc/v5+TvbmZkZSiMoOMT1nND8JY9i8y+CssJmyT29aZgp86yya1EHZoRO0Ol9lAkNbvaoQZu/flJ+2kDScNUIGwAAAAAAAIBrQ5VPDmDai0VrNHmrtZR70BZ8ft2ec7s+yErYKnD9+frmZQxp6Smu/UnJCefPyQ8eEuLjXM9JTk5UGuXCKwiUITbLmW2v5qQeVvasKi+ZNGjcwnQy+dPr7KUadEqpBnvSICMGYoZrhbABAAAAAAAAuGaUsEGtlmGDRikWLQc35aar8JLN9868k2yW01tG5KQeErjOfHz9fBx5w769OzPS05TOA/t2paelOs/x9w8MCQ2XjT27tx06uFfpTE1JXrb0L6VdJcJeLFq+pcquzbkqVgk47yUu4064Kud2fpAZt0FpW226tKDPVW5VnEsnUarh+iFsAAAAAAAAAK4xZ/EGnU7rKN6gNRj02iqfWr3aKyfYLNmnNw0jb7gBunXvK29zc7LffOPZVSv/+f23Hz/84OUC5/S8s7/j37bXXn5y6tefz/v9p6FPDIiNiZJdXbr28vGzxxVubgbl5L17d/y9cO6mjatL8ujOe61du3zWL9Oiz50VuJ5i941LjTq/TFlm8Gi1ZwOZMcikwR776XUFSjWwgNI1RNgAAAAAAAAAXEuFFW+wf5/akTd8YTXUU06zGFMj1z+ZlbhN4Hrq139wxUpVZeP4sUOfjXl7+rRJoaHhgYH28gzyHVLOGXDfw7d36y0bFot5wZ+zpn07PiPdPvWhRs16w4a/oZwTFhYux6uV63w5afSRw/tL8uiVKlVRGqtW/j3zx8kxjgAD14XNcnbbG0knf3F2pPu/ZfVs7UgadM6kQa+jVMP1QtgAAAAAAAAAXGPOb0xfWCxaZ/Dw1labYtVXVU6zWbJPbXg67dwygevGPyDo83HTeve5r3zFyiGh4X3vHjT2828NHu7ykCF/2oEcdx7xyvujx07p0LGbzCHc3AwVKkYMuO+R/42fZnB3V86RA9Vj//dtUHCoVqurXadh5YhqJXn0+g2bPv/SO24Gd08v7yZNWztrSODaspmzT29+IT16ubMn0/dZq09Pe7qgdyxlZp/ZIPd0+UkDMcO1p7qsJcYAAAAAAABwy7I5WCwWk8mUlXI0fk1j2VlnQLIcYhIojPKKWa1Wi8VqMplNZnNurikn15iblWg+9pQ6x/nVeFVYg1f8I+4XuA6WL1vo4+NXqVJEaFh55/jyg4PuSE5KaNioxeixkwXKOIsx9fTm53JSDuR3qNL9XrX69ZXRgowZDDI7ctO71oWWSYPaMamFvKGApKOTY3ePNHt21Faf4uFgMBj0Mq7RapWJIMXfXSsAAAAAAAAAXAfK2JxjWDNvkM5mUxKIAFFjuunECE3mOqU7Zu9n5pzE4NrPClxrq/9dsmP7Rtno0LF7z179ZGPPnu0yaRD2VZLqCJRx5uzYyI1PmTLzimHYhC498H2bdydn0uBYPUlL0nADEDYAAAAAAAAA10t+3iBvNBcuMeIlqn1pPv2OOuUvZT/h6PemnLjwRu8KFSufX0vde9ylhA1r1yyVm7PfzeB+V79BAmVZbvrxUxufteQmKrs2lUda0OfCo6GSNNiXTnJUa7Avn2QvC612rp5E0nA9EDYAAAAAAAAA15ejeIPQaDTCsbaSEHql31bpY7MmWJP4vbKbemahMfNsxeZjNG6BAtdIh05drdZRM378OiY6rzizu4dno0bN7x/0WGBgsECZlXZu2bldH9gsOcquRR2QHvyF2r26zBWccxrykgZ7oQa13JzFVASuA8IGAAAAAAAA4DqSI5syYFCKRQuhye/WK4dyyr9g1gVqYj63LwAjRHbSruOr7q/Q/FOPwOYC10in23rITeBmYbPkxuwbk3J6gbPHrAlPD56gMYTr9RfNadBqHUWhSRquO+ZkAQAAAAAAANeXs3iDzBvkqKcc/tTbv3ytN8jNoNeFPmipMNaW/7VgizHl1IZn4g5OkkOqAsCFjBmRJ9YMdk0aTLpa6WHfaN3L5/1O5f9mkTTcYMxsAAAAAAAAPg/0TgAAEABJREFUAK47ZX6DozKt1Tm/QRn5tI+ABvUw6sqpzryqNkc7jtgSj/2YlbijQrPRWvcwAcAh5fSfMfs+cy6dJGV79M0JfEGrdbfPY9Dp7BmDo2CDUhGa1ZNuJGY2AAAAAAAAADdCgfkNWq1Gp1UWl7d/C9vNr5GtxhyLZyfn+dnJe4+vHpgRu04AtzwZMERtGxm9+yNn0mBVuacFfJwb/Jpe72H/DdI7fo/0OqXtmNTAnIYbirABAAAAAAAAuEGceYMcA5VDoY71lHRKMVs5Qmpw91NXHW8KfdOmclPOt5oyzmx5MXbfOGE1C+BWlZt+XAZvadHLnD0mbc20sB9tPp2dK5K5u7u5G+TvkYwb5O+W/P3SqM8HDSQNNwLLKAEAAAAAAAA3jku9aKF8Fdg5HKpW2Sc95IbcZ/Zqpjr1ksZ8WrlL0slfMuLWhTV8wzOopQBuJTZzdvyRbxNP/iqTt/w+VZbnfbkBT2s09qoMen1eYucm9/Ta/CIN9qTBsWqZIGm4YQgbAAAAAAAAgBvKOfrpOhjqiB/U9shBrc5VVzfVmG2O+lSb9qdypjHz9OmNz3qFdgyrN0LnWUEANz9byum/4g59ZclNdHZZhE9m0LsWj1YyVFBiBnnriBl0zqRBWamMpOHGI2wAAAAAAAAA/gPOJZVUKpuyq3LcOIdKjZXeMyW20sR8pLZlK3fJiF1zLH5jYNVBwTWeVGndBXCTyk7eF7N3TE7qQddOo65BZtCHan2wm05rTxccCyjpHW2dzp40KOWgHb9TeQGewA1E2AAAAAAAAAD8N5yDofllbIVjZoPKvqnsw6bG4F5Gz6aWmHG6jKV597GaEo/NSDmzKLTOcN+KveU1BHATMeckxB6YkBb1jxA2Z6dF5Zfl84TZt69W46h0kr90kmNmgy5/6aS8lI6k4b9C2AAAAAAAAAD8Z1wGRq0qlTZ/MaXz8xvU6nBj5U9z0wZqY0drjEeVe1lyE8/t+iDh2Myg6g/7VrhDqBjlQ5lnyoq2B2lnF9gsuc5Om9Bme/bP8Rui0Xq76fJqqucvoGRvyJTBWaTBWQuapOE/wR9DAAAAAAAAwH9JKRktUwV5K0TeiKnakTdoHIOo8h+juqnJ6xdL0h/a+K/V1mTljsaME+d2vR93aHJgtcH+le9RaQwCKINy048lHPk+LXqFsFlc+41urTP9nlMZKusdiYIzY9DZ2/alk5xJg1LsRBAz/KcIGwAAAAAAAID/mGvJaBk9KN/Pzp/coNLYUwe1DBxMwfeYfLqp4r7Rpf6mEmblLuac2Nj9X8QfmRZQ5d6AKoM0ej8BlBGZCVsSj/6YmbC5QL9FUyHDf4TVo4X88OscExryKkI7Fk1y7Gocayfl/Y4woaE0IGwAAAAAAAAASgXngKkjb1AaKo0yvcExxUFrkjf+pvIvG/37a2L/p83e6Lyv1ZSWcGRa4vGf/Cr0Daz+sM6jnABKLZs1LXpl4rEfC5SAlqzCI8vnEZPvfRqN3s2eKGgcMYPOsYCSVgketPkzflg6qVQhbAAAAAAAAABKC2VJpQsrN1jskxvsQ6tqZdEYk0lr1FQ3uU/KTtutTflVl7nceXebJTf51By5eYV29Am/3afc7aythFLFlHk29ezfKWcXmrKiChyyqgOzvO41ed+l1nkr6yblT2hQZjNo8tdN0lILunQibAAAAAAAAABKEdeRU7Va7mrVaqtjRSV75KA1a7QaizLLwaRpavJumJ3zojp5ti79T7U1zXnHjNg1coveM9o7pINP+e5eoe1Vap0A/iOm7Ji0s/+knluWm3b44qNGXb0crwEWr9vUaq3ufMxgv3Wum6REDPJWWV6MCQ2lEGEDAAAAAAAAUOo4B1IdEx2UWQ4qR8og/7H/S46+mnRmk8ls0pY3u7+Qa3xClbpImzJbaz7lvIjNkpMWvUxuaq2nd1gnn/AeXiGthIohQdwg5tyEtKglqVFLc1L2X3zUJrS5hk7Z3oOEey2ZIehlhGanUWIGZVqDEjzklS1xrJvEhIZSiz9ZAAAAAAAAgNLIOZbqWsXBETnYB17NZotjloN9KNYeOWg0Zv19Jv97zBkb1GmL9ZnLXC9lNWemnl0sN5XG3SOgkWdgc/eAxh6BjQVwrVlykzMTt2Ql7s5M2GbMOFHoOWZ1sNGzZ653P5UuWKNSaR21Geyb4/Os1Glwxgyy5VhJTOMsZCJIGkolwgYAAAAAAACg9LqwioPNsYaMfVUlZUkZucnUQZnlIBv2Td/J7NM+2/SmKmO1Jn25NmezymZyXs1myc6M3yQ3+5U1bu5+DTwDm3oENXX3b6hS6wVwRcw58ZkJMmDYkZW405h5usjT1CG5hs4mz9tt7nXlp1mnlD2/MGbQ5i+j5JjN4JjMwLpJZQRhAwAAAAAAAFCquU5xuGBVJatNiRyUWQ4Wi1VmDSaTI3XQ+Vrcept9expN6ar0FbrMldqcbSphcb2szZKblbhNbuKIPXnQeYS7eVbSe1XWe1Z285a3lbSGEAFcyGY1GTNPGdNP5Waetjcy7LcWY2oxd7GqA3MMnUyeXSyGhvbPrWM9JI2yaJIjTsiv/Jy3OU9whAyCdZPKCsIGAAAAAAAAoAwosKqSHIC1Wm1K5CCHZy06q8wYLBb7+jPy38osB3v8oNdZDP3NAXcbTWmqrB3q7B3anB1a09GCV7dZTJln5Cbi1p9/RLWbm3dVtc5brdGr1Hmbva3SqzT2TeAmZTNnWy1Gm81os9g3q9KwGo1ZUebsmJJcwaryNOoaWtybmNya2Ay17bUWVGqdJm+ygnNejhIt5DVk/OBIGFxjBuFSv0SgdCNsAAAAAAAAAMqMiyMHm01YrVaN3NRqq1Vr0eXHDPLW6tLWB1oMXSyWzrlWa64lXZW9Q5O1XSOzB/MJe6XewtisuTmpBwVQMlbhYTY0MuobWQzNLPoaMkSQiYHWERwosxWUOs+O+QxqZcUkjUv84FL/mZihTCJsAAAAAAAAAMqYixdWUiroytTBYrF/Pdxib8jN4ri1OlMHpW216i1uXaw+t5mt1hxzljAeV+We0JhOyk1tPKGxJgjgUmxCZ9ZUtOiqWPRV7Le6CKGvaF/gS2VPDnSO2MAxR+H8uklKruDIGPJ77Oeq8qcyqFxrMwhihrKGsAEAAAAAAAAokwpEDo6G/SvhMnLQ2mxWq80eL9hsBVIHeZt3SN46ggerexOrtbHsNcuzJUu62nhcbXQED6bTwpqpEiabNVdlM6lVZmHNFcKktmUL3LysNp1Q621CL+xlw3U2ldx1swmDRe1n01cx66pZtJVsblWUWECpXq5xfPaUqQlKAXMlAFOCBGVOgzNjsAcS+ZWflakMKhUxQ5lH2AAAAAAAAACUYa7DsnIoV4YFjrWV7OmDHM+ViYJ9iSX5jyN1cEx9yL+1KW2bsivv4GjKf3Q29wCrtZnsyosfHEmG/VYllLZ8WHEriU9Mk69qoL+3uOUoIZZ8488vaiTpVHkZgzIXIS82UDnDBpWyJpLrxAXnIkmumYQSMwhWTLopEDYAAAAAAAAAZZ7rKK1zooNS0cGeIjjYtEL5txIqKJMbXHuseWyOu9iU+EG5gjNyEErq4AgbnD03vVyjWafTGtxurZrYjg9VftggXMMG+yQGGRPkz0tQnY8Q8uME14kL6rw0Qu1cJYmpDDclwgYAAAAAAADg5uEcEXbUclBSB5UjdVArpaSV1MDR0DpjhvxAQtkReQGEy/kXhQ3n3QqRQ3auSQ6fe7i7iVtAgXH/C2uS2+MH1/oK+XGDynVNpLzcIX9hJYWj5rONjOEmRtgAAAAAAAAA3ISKnuugNDWuQUJeWxRII/LmN7ispHT++rfOtAYpK9fk7m7w9HAXt5ICHyHXqOD8/AaX1EGVv7aS68QFZ9txEfXFV8ZNg7ABAAAAAAAAuGkVKCKt7LoGD/KI7QKi4K5wqdngcCulDHmyckz+NuHhYRC3JOVDpHKp2aCUWrg4Ucg/xzVgKJBY4KZF2AAAAAAAAADcEgpdHse1AIPr9AWXXdstWKShABk2qNXqW61mgyuX1Cpv98I4waYqos4zAcOtg7ABAAAAAAAAuLUUusKS66QHxYUTGm7psCEn1yRfH53u1h1Nzf/M2Fx3XRIIdWEn49ZC2AAAAAAAAADc0grNHgr0u0YOtyCjyaLWqDUatbjVqQoNEkgXIAgbAAAAAAAAALgqajT5lp3WIJnMZpk13OJD6iQKKB5hAwAAAAAAAIBLu5XHmi0Wm1arZrQdKAZhAwAAAAAAAAAUx2KxajUaAaBohA0AAAAAAAAAUBwZNlCwASgeYQMAAAAAAAAAFMdiJWwALoGwAQAAAAAAAACKZLFY5a1GTdgAFIewAQAAAAAAAACKZLFYBGEDcCmEDQAAAAAAAABQJIvVJm81GpUAUDTCBgAAAAAAAAAokjUvbNAIAEUjbAAAAAAAAACAIik1G9QqZjYAxSFsAAAAAAAAAIAiWayOsEFN2AAUh7ABAAAAAAAAAIpkdYQNGsIGoFiEDQAAAAAAAABQJKVmg1qjFgCKRtgAAAAAAAAAAEXKX0aJsAEoDmEDAAAAAAAAABTJalGWUSJsAIpD2AAAAAAAAAAARbIoyyhRswEoFmEDAAAAAAAAABTJYnPMbKBmA1AswgYAAAAAAAAAKFLeMkoqwgagOIQNAAAAAAAAAFAkllECSoKwAQAAAAAAAACKZHWEDRrCBqBYhA0AAAAAAAAAUCSL1b6MkpqaDUCxCBsAAAAAAAAAoEhWR9igURM2AMUhbAAAAAAAAACAIikFoqnZABSPsAEAAAAAAAAAiqQUiNawjBJQLMIGAAAAAAAAACiSJW9mA2EDUBzCBgAAAAAAAAAoEjUbgJIgbAAAAAAAAACAIllt9mWUVCpqNgDFIWwAAAAAAAAAgCI5sgZB1gAUj7ABAAAAAAAAAIqhzGwQAIpB2AAAAAAAAAAARcqb2SBIG4DiEDYAAAAAAAAAQJGUsIGsASgeYQMAAAAAAAAAXAJZA1A8wgYAAAAAAAAAKJKNCtFACRA2AAAAAAAAAECRlLBBTdgAFIuwAQAAAAAAAACKpJRsYB0loHiEDQAAAAAAAABQNMfMBhVpA1AswgYAAAAAAAAAKJJNSRnIGoBiETYAAAAAAAAAQNGU+tCkDUCxCBsAAAAAAAAAoEg2R9pAfWigeIQNAAAAAAAAAFAkmzKzgbQBKBZhAwAAAAAAAAAUyaakDQCKRdgAAAAAAAAAAEUibABKgrABAAAAAAAAAIrDEkrAJRE2AAAAAAAAAECRqNYAlARhAwAAAAAAAAAUyWZjISXg0ggbAAAAAAAAAADAVSFsAAAAAAAAAIAisYwSUBKEDQAAAAAAAABQJKIGoCQIGwAAAAAAAACgaMxsAEpALQAAAAAAAAAARVCyBmpEA8UjbAAAAAAAAACAIqnyFlIibQCKQ9gAAAAAAAAAAEVjZgNQAoQNAAAAADubThkAABAASURBVAAAAFAklSNmsDGzASgWBaIBAAAAAAAAoGh5RRsEgGIQNgAAAAAAAABAkfIrNpA2AMUhbAAAAAAAAACAIqmY2QCUAGEDAAAAAAAAAFwCMxuA4hE2AAAAAHlsNv4DEgBwk8v7gjaAy6H84tis/H9FoDiEDQAAALjVOTMGwgYAwC2F4AEoIVZRAkqCsAEAAAC3LiVdcN4qBAAANylVPqUt/9YjbwBKQpVfIRpAMQgbAAAAcItyZgw7FuXuXGwUF05xYPAFAHDTcP69Vqu9ps19brKtVqsFeQNwGRzLKJE2AMUibAAAAMCtS5nKkHTOcnqP5eKDAgCAm4f977WgysJkMmk0Gtl25g0CwKXkLaPEFFigWIQNAAAAuHXJ/2K0Osh2hbraxj3dBAAAN6MDq40ntpnMZrPJdH7AVEkdAFySxhHOWSgQDRSLsAEAAAC3ImeFBpk0KGMufuHqBt0JGwAAN6f4SIsMGywWS26uRVk6SVlMiZWUgJJQa+xhg9VC2AAUh7ABAAAAty7XmQ0AANz0ZNhgMlllxqBxUHJ3kgbgkjRq+6+Jhf/TCBSLsAEAAAC3NNbexVWxGlWWRGE12TQeQht04ZHE7MOjLVkn9cFd3aoMValYqwTAf0/m60rNBp1O55zbB+CSlBonfEMFKB5hAwAAAG5RrispCcGXOnE5LGma3D3a3HUacdZeMlKO1pnSbaZMi6aO2ae/1a2mTaXL2PmUypKhD+meffRzodYbIh4XAPBfk3/rmc1mZVYfSQNQcmrHzAayBqB4hA0AAAC4pTHUgstjydIaN2vFQbXpmCU3PictxpKTZrNYVSqLVu+m00QaUhZYvNoY9W31lpOeFXtYwh6wWbJNCWsJGwCUBtZ8zsRdACgBZjYAJUHYAAAAgFuXMsjiuGVmA0rAkq7Pmat1z7Ke/Sc16oDZ0NS90pM2bcXU08f8K1c1Zx/KOP2rwXbc07baoNpkEsmqxLlqoTJGL9eF9SnmqvFRyYtnrDm86+SxXac0em2VuuVrNKw8YFgPbz8P5zlyYHDpL+tbdm8YEOIjrsKudYfValXDtjXFTaEkL91HQ6as/Wv73GMTXDv/cwXe0PnfrJj85qz3Zw5r27OxAK4nmwtnDzUbgEvSOMIGajYAxSNsAAAAwK2OQRaUiM2ky1mkUZ3MPbg4y1jRo/HPbsGt7N1Wq9q9isEvWK1u5xHxYNap+cknJ3m5xXn7uWekmUxnV2t8GrhXe76oq0ZHJgzv+lF6SpZGq6lUs5xWp9m5+tC2FftXzd/y0a8vVKoRppz2zbu/zZuyfMb20eIqrFu088NHvn510hBxU4QNJXzpSqdr8oYCAG6Y/GWUCBuA4hA2AAAAAMClaVPn6vSHM0+sOHbEPaDJML+glkq/Sq3W6t3Vanv9Z5XGzbPqQNXm0+kxU7xbCC8/v5zA521B94iiq0NP+/B3OVx+58MdH3u7v0+Ap+xJT8766bMF879Z8ckTU7/+911ldCMrPUdctey0bHETKeFLVzpdkzcUAHDDaBx/p1isrDwGFEctAAAAAADFUhmP69W7TSlHzerabjXedPOt5DohJj3muM2W91VHa2aGxquaocqI9GxflS1Ln7Na2CxFXdZisW5asrt81ZDnP39QGS6XvP09nvlkYP3WNU7sP3v6SLRAYXjpAAA3klpDzQbg0pjZAAAAAADFs2qz1gkP/9yTGwy1x9cObGI2GeNOH/PyDXD38bfkZuemJVhyc1TJyaa/5uWsW6X67Gvf0FDbicDMyDc9VWvVxuNWQ53CL2yzWSw2rVZz8VJeD7zSOzkuLSDEV7YHN3wt4VyybDzcbKQcXp++ZdTvXy/95t05n/356vcfzz11MKp8tbAJ/4zU6jQpCel/frfy4Nbjh3ac9PB2D48I7npfmzsebC/vO+aZaSvmbJKNz56bLrcZ20eHVQ6Su9tXHZjx6Z/RJ+Pk8H2F6mEPv35Xs9vquj6T/ZuPz528dN/GI2ERwZ3ubtGmR+NHW7752Nv9Br5458j7xm9fuf+nXWNCKgQ4z1/4w+qJr/z09vdPd+zbTFw/JXvpnLLSsieMmHFg2wmb1dqoXa07HurYuH0t59FiXjfhqPpwcPuJkVOfnD5q/skDZ32DvFp1bXjf8z0Dw84/RG628es3Z+3bcCQ2Kik43L9Bm5rPjh5k8NAX+twvfkPzfybbdx/M3bB4Z0pCWt2W1dv3aup8Doo5k5as+H1TzKl4d2/3qvUqPjdmsPImAgCuN41KCRuY2QAUh5kNAAAAAFAsc5pGxNjiN5p1dfV+9oF4jVYnh7i3LZl99vCuzMRzFmNOzsZ/c9971Tzn5+yW7b2Dg+U5HpX756qrWS252qRfirqwRqtp37vpqSPRox6fenhHpLNeq9Ssc92u97VWvrPf/+muNZtEyMY9z3Tr+0QX5zmT35oVdSy2cu3yYZWCZNJwZGfk0PbvzZ7wtzzU65FOlWqVO7D1+ISXZx7bc1r2tL2zcYc+9tF/efvIG3d5+tqrJcv44c17x0dHxrfq0ej2e9vIMe437xu/av5W50Os+H3ziN5jZNLQvm+ziDrlfx236KPHJzuPdulnX0tqtcv50po/t3n5ul/vQsclfOmc3rp//J4NR1p3b1i9YeWVc7eMvGfc8f1nlUPFv26KrPTs9x/6Mqic32tfPdb70c5LZ214vseouDNJylGZNLzc97O/Z671D/W964kuFWuE/fPzulfv/syYYyr0yRf1hk7/aN4f366oWq9C+97Ndq09NO7FHxdOX+08Oum1n7/94Hez0XzHgx2adKxzYMux57uPOsUEDgC4IdR5yygxswEoDjMbAAAAAKA4KkuayhKdG3dAV2GQSuMmHEXFgytVj4k8vGvFfL+AwIjMHOuCv1VZ2TlVa/jcPUCttn+pS56pD7/bFDten7FMiI+KuvhzYx+Ijoxbs2C73PyCfZp2rN2gba02dzQKCD3/rfkBz3Y/fThajonLgWzXb7LbLNZf9n2ud8v7z7rvP56Xnpw5efV7EbXDlZ7NS/e8M3jS6j+2VW9YSWYMORm5a//aLgfcuw1qK4+mJmZMfXu2PPnzv17z9rNnDw+93vedwROnvD27xe31PX3cjbnm7z743cff83+L3qhYPVSecO+wHiN6jXE+gXZ9mn35xi9r/tp273M9lJ74qGQ5St57SCcZfojrrCQvnZM8YdLyt9097W/fr18snj5q/qq5W6rVqyAu9bopPVnpOd0Gtnn1y8eU3brNq71456e/jl/0wv8ekrtzvlwi350Xxz1058MdlRNkYPPJk9/Mm7p84As9L34yRb2h6alZ36z5ILyqPazqNrDty33GrpizUb6YcnfXusN/fb9KPocREx7VOJbyiDx0bkSvT+WbNfq3FwUA4DrLLxDNzAagOMxsAAAAAIDi5agyD+dm5wpDJZvVXoDBajEbs9IqVKnp5u13xi10j65CfGilbDe37Lvu1gX4KfUb5DlCX81qtqgsqcKcVNSlfQI8x/7x6sOv963VNCIrPXvl3C0TXp75YOPXJ77yU1ZGbvFP6/Z7WzuTBmH/vny3l7542DliLlWpYx9MT01ML/TuS2dtSEnMGPjSnUrSIMnGAyN6JcWmLv/NvuDS1hV7E6NTeg/prCQNUsUaYX0ev815BQ8vt7a9mhzeERl1Ik7pWTVvi7y9rX8rcf1d1ks36KVeStLgeHr2CRnxUYnKbglft8EjejvbdVtWa9yh9uo/tlos9vd67uRlEbXCnUmD1Llfi3otq839aqm4HD0f7KAkDVKDNjXKVw2JOZ2g7M6fslzePv7uACVpkOQT7vVI5+0r9584cFYAAK4z5ZsEhA1A8ZjZAAAAAADFUcnwICvKajKlRp3R+dSRKULa2cPGzBR75QavcokVmyTr3WwmY1DGiTA/Tdz+dQa/YJ/wGqbs9JSzkf42xywHW3YxgxNyyP7BV/vITQ5h7NlwZOvyvesWbl/4w+qje06Nmfuyh7ehqDuGRQS77rbs1kBpHN9/dteag7vXHTq0/aTcNRnNhd797LEYeXtg6/Fz+VGBlJ6cKW+jjsfK26O7TsnbWk2ruN6rbvNqrrtd+rda8dsmOew+eEQvubvqj61hlYPkQPnFDydzi9zswpcVuiTnEHwBJX/pqtav4Gz7h/jI26yMHGW3JK+bSqUKr3LBc6hQPXTX2kNnjsZ4eBoy07JDKwb+/PlC1xNyc0ypSRkpCel+Qd6iZKrUq+C66x/sc3zfGaV99mi0/GH/nrHG9QTlHTx7LLZq3QoCAHA9aRxhg8ViEQCKRtgAAAAAAMWx2WtC2tQalW/5CJ27t0qtdqvTRmYJ2/bvn3FwazPP5CBvz7OqHO+QgICqjTwCw7V6+xi3PNNasZrqhGNxZ5W+JA+kVqsat68ltwde6fPdB3MWTl+9eOaaAc92L+p8N4POdTfqRNzkt2ZtXb5PKWBQs0lE6x6N/vl5XVF3T4xJkbd/frvy4kMxp+PlbbZjOL7AWHlAqI/rbtPb6gaW8/v3980ybIg8fO7o7lMPvda30If77LnpO1YdEFfkhy2fFJU3KC750ml15//jV+UoKu2s8lCS103+jKoLS1F7etung2SkZGalZcvGif1nT+wvZIZBdGR8ycMGnf7C/0JXqZxfoT0XGW+xWH/89M+L7xV7KkEAAK6RU1EJo776w7UUkKuJPy4ptP+lx++sW728AG55hA0AAAAAUCyVm03jrzNk2ExRKnUL4RitPpWWM2b1vriMnC0b198b4VVJlZ6WnJ6Wnu4dlrdWj8wk1KZTGq1aaHzk3Qu98PRR83/9YvHo319q1rmua7+Hl9u9z/aQI+aHHV+xLwmL2fLu4EnnTsbd/WSXSrXCW9xeP6RCQMyphGLChsAwP3k7c8enoZUCCz0hIMxe/CAtKcO1MznhgsWFNBr1bf1b/v7VUpk0rPljm+zpem/rQq8m04jej3YSV8T/woRDXLuXroSvW2J0ihx4cs0bEqKT5a13gJe7u/0dv+PB9iPGPyKum/CIYDnu9f3mjwUA4HqqXD6oS5t6KzbsK/ldWjSsStIAKAgbAAAAAKA4No23TVfJ4B6bGrPSo2JflUqdmWv8fOHKU4nJ5bzcX2lVrZqHKbBaz8jDeyP3bg4Mj3D3yitQnBP1p7+b1uLRVqgK/y+viDr2sYmVv28qMGIuxZ61VxQw5JcZEKrin6M4suvUmWMxtw9o9cwnA52d0cp33p1fz7zwu/nKukB7Nh7pVqnN+cc9nbj8t401G0e06Fq/XESI48qRzoWG7Ls7Iws8dJd7WsmwYdM/uzcv3dOgTY1yVQqfgtCwbU1x7VzGS1esEr1u9qbtyM5TtZpGKLtWq9yN9Av2qVA1RKPVuLnrD245LjuV8qGKZbM2xp1NvPe5O1zrapx3qTe0gHJVQ7Ys2xt3NklmIc7O3euP7Nt4pH3fZpVrlhMAgGukX/fm+46ciU24y0h0AAAQAElEQVRILcnJbm66AT1bCgAOFIgGAAAAgGJpfC0ejdRqjda4x5R2WHbsijxzNiGpXbWKYwb2bt+mnc7NYPAJaNCxV80WXbLS7WsTybHp7HPL9cY9aq2bKWBgURdu16tpSMUAOSr9yZPfHN97xrlow4kDZye8PFM2egxup/QoC+zkZBuLupTezb6kUnbm+cLIFot1/tRlypNRerR6jetFOt/d0t3Tbfqo+WcdFRqE42v+37w358dP/9To7Gc26VDHx99zwbR/Y/IX6pFRxB/frijw0NUbVqpav+KqeVuO7j7VZUBrcUOU/KUrXkleN8X00fOdVRzmT10uI4o7BreTSYNwTGs4dST62/fmOO9ycNuJcS/+uHvdocKThhK8oQV0G9hW3v7v+elZ6XmlJpLj0ya+PHPOl/8EhvoJAMC1I/ODh/u3L+HJvTo3DvAr6XJ5wE2PmQ0AAAAAUDyNxftOXfIvbqro7OPfnBb9LbmqN3rd1iCioq+Xpzzs5hWgcXOXjeCK1awWc/SJA+b0SM/kL/x83K3uTa2GRkVdV45Ev/v9M2/dP2HV/K1y8/bzqNagkjHXdHDrCTlsPfTDe+u3zqu0rHyf/ZPHp5avFvrejGcvvlTl2uERtcI3/L1raPv3WnRtIMfQtyzfe+pQlFanSU/NVs4JrWBfLumXcQvXL9rx/GcPhVcNfu6zB8ePmPFCj09a92wcXjl4y4q98qH7Db29aac68kxvf4+nPrzvs+emP999VJs7m2i06nULtgeE+SXHpWk0GtdH79K/5XcfzpU/Tse7mosbouQvXfFK8rop9m86NrzrqOZd6kUeOrd1+d6q9Src93xP5dCQN/vJwGPu5GUHth1v1LaWfBoLp6/yDfQa/tmDRT3uJd/QAjrd1fzA5mPzv1nx7O0ftu7eyN3LsOSX9cmxqW9+N9TL110AAK6pmlXC2zStuXHHkeJPC/Dz6ta+gQCQj5kNAAAAAHAJVvd6Jv9H9HqNNmVe+p53Knmq2tev7eftpXLwLl9drbYPvsu2WqNNjT6Utu8jb12kWutt8h8s1IZirlyzScSUNe/f9WQXvyDv9JSsXWsPHdhyvEGbGqNmveBa37j3o53rtawWefjcqcPncrIK+Tq8HBx/a/rT1RtWkkPhc75csujH1RWqhY5b+HqtJhFHdpzMdXyDvm7Lanc9cVtiTKo8JyHGXnKg632tv137we33tpFj5XO+WqLTaUd+86TrgkLdBrV9Y+qTQeUD1vy57eT+s4+9c89Dr9vrP3teOMCtZAxt7mgsB/3FjVLCl654JXndFJ/89qJ8C1bM2ZQYk/Lom3fLc5yj/B7ehv/99eqL4x7y9vP8a/qqLcv2dh/U7ut/361UI6yox73kG3ox+b58OndErcZVZLjyz8/rajWO+HL52x36NBMAgOvgvl6tPD0usSLfwN5ttFqNAJBPVVR1dQAAAOAmJv9vsNVqNZvNJpPp3+9zt8xW1e+q7/OqlwCKYjO5RY3QpK/MTM80+93tXuVxnV99mS7YrBZjVprew0fmDFZztjFxe+7Jr/W5m9w9PcwBDxmDXhTqEhUPKIUyUrNTE9PDKgdpNOe/prboxzUTXp45Zt7LTTrWdnZuXb7vrYET3p85rG3PxuKm89GQKWv/2j732IQbGaUA19zKb7I2z82p0j6t7ZAcDweDwaCXIar8DVerVaqSFhKxOVgsFvkXaFbK0fg19t/6OgOSL7sUCVDqrd925Ie5q4s6Wq9GhRcf6ymAm0vS0cmxu0eaPTtqq09x/ctCq9WW5C8LllECAAAAgBJQ6Yyhb+ltVk+x0pTzd87eLRn6hm7lugtdeOq5M77h5W1Zx0zxS/WmA566DK2ntyloqClgSNlNGqS0xIwhLd9q37vpuz88o/RkZ+Yu+WWd3qCr3ayK8zRjrnnu5KXB5f1bdmUpCQDAzaNd85obdhw5cjL64kNajeb+3jeoTBFQhhA2AAAAAECJ2HRhueW/0CV8pUv5TWdNtVr+zT25RA61e1itliS1m0HnadCrdDqbrpIx8Cmzbz+hKtv/wRUWEdSwbc11C3cMbfde09vqJsel7VxzMCUh/bG3+7l72kOUs8djP3nym5zMXNkYNnqQVsdSEgCAm8rD/Tp89OX8XKOpQH/X9vXLhfgLABcibAAAAACAElPrTSEvWby7azJWarK2G9xOupsThc0iVHqbNthqqGV2b2717mrTVxRln1qteveHZ//8buX2Vfv/+WltVkZuuSrBj4y8u9cjHZUTgsP9488mefl5PPHuPXc92UUAAHBzCQ32vbt789kLN7p2enkaet12Ey4bCFw9wgYAAAAAuDxW93pWQ22TNUtlyxZWk7DZhEptU+uFyl1oPG6mhct9Ajwfeq2P3Ao96uaun3PkC3Gze2f60wIAcKvq0qbexp1HTkclOnsG3NHK4KYXAC6iFgAAAACAy6XSCI23TRti05e3uVWw6cOFNkhoPCmRCgDAzUStVj3cr6OzLm5EheB2zWsKAIUhbAAAAAAAAACAwlUuH9SlTT3ZkJHD4L5tBYAiEDYAAAAAAAAAQJH6dW/u7+vZoUXtKhVDBIAiULMBAAAAAAAAAIrk5qZ79J5OFcsFCABFI2wAAAAAUCrYbDYB4CLOhcIBAP+hujXKCwDFImwAAAAA8B+4OFogbABKguwBKFv42w1ACd0Ef8UTNgAAAAC4oZzDLjYHwUAMUAIqB9ddAaB0c/07jr/vAFxM+dvceav8EVGm/4onbAAAAABw4zjHWUyHD+Zu3UjeAJSEHHcw3HmX2s9frVaL/PEI8gag1HL+1ZZrEnuOZTl2Vfx9B6AA5ZsEYQHaCiFaVb4y/Vc8YQMAAACAG81qtebu2p4xfqwAUDKaFq213t42oVGrZOKgJmkASjklTZ+zMmXCnGQBAEWb8kpouUC1g32XmQ0AAAAAUFK2PFYBoMRMZpPKYra3NEJlyxuGIHIASiHnDIasHMvMJWkCAIrWpIauVkW12WzR2sfp1RqN/W/2sju5gbABAAAAwA1lzxlsVknZLT9lqjY8XAAoTMbSpYlfTpINk8koTEa9o1MlVBqNRgAorex/01ltv/+blpRm8ffRzviooU5LNAjgvGNnsoZ/elA2HurmbjSadDrtTbCGkiBsAAAAAHDD2JzkGEz+otWa4GBtuXICQGHUPj5Kw2w2qcwmxwJKarXGRs0GoHTK/1vO6pzW8EDPcJIGAAX8tOicvG1QVV0lzGo2W+Tf7xq1/L/HauXPkLL7V7xaAAAAAMANlDcQwzJKwOUwmYwWi9lqsdiXIMuvrA6gFFIi9bmr0lIzrf4+2h5tgwQAuDh2JmvT3lTZuKedymQy/5+9uwCM4lrbOD5xN2LEIDgJ7u7u7g4tUOwWKG2ReqGUFgoVoLi7u7s7hBgeAnElbpt7didZlhhpkQb4/769882cmZ2d3Q3Z5jz7npOWpiz5FR/s78GHO2EDAAAAgLdN/tqnBCDfFIq01NTUNEVaembSQN4AFDTq+r2EJMWaQzESZQ0AcrJ2X6BYlnVRuNorU4bMr+BkFDS805WLhA0AAAAA3irl17YkOkmBf0b1nUeFuitTAlAgUdYAIG/3/OPP34oSKx1rpckt2lra8oQNUmbS8O7mDczZAAAAAODtUX8jm95S4B9J15j0RAJQ8FDWACA/5LKG0k5pJRxEqCDp6CjnY1LdtFUzM73bvzSobAAAAADwH2BuW+AfIWkACj7KGgDkzS8wUV3WoKOjo6ujq6v8n0gcdN79oEGJygYAAAAAAAo6YgagIKOsAUB+rNz1VCxLOaaWcJDkmEH5f0oZZQ3q8ZTeUVQ2AAAAAAAAAK+EsgYAefMLTDyXWdagp6esZ1AudbV1M8KGdztmkFHZAAAAAAAAAPxLlDUAyI/Msoa0ko5aImoQSYMya1ANovR+lDVIVDYAAAAAAAAAr0Iua9h2krIGADnTKGtIfV/LGiQqGwAAAAAAAIB/R7OsYfVBVVlDW8oaAGS1cvf7X9YgUdkAAAAAAAAA/GtZyxrqUNYA4AXKsoab739Zg0RlAwAAAAAAAPAvUNYAID8+kLIGicoGAAAAAAAA4N+hrAFA3j6csgaJygYAAAAAAADgn6KsAUB+rNzzoZQ1SFQ2AAAAAAAAAP8CZQ0A8qYsa7jxoZQ1SFQ2AAAAAAAAAP8IZQ0A8uODKmuQqGwAAAAAAAAA/inKGgDk7UMra5CobAAAAAAAAADyj7IGAPmx6gMra5CobAAAAAAAAAD+EcoaAOTNLzDx7AdW1iBR2QAAAAAAAADkE2UNAPLjAyxrkKhsAAAAAIAC5VlQ0LE//lgzYsSsBvVnN20iVo7+/ntidLTmMbPq11vUq5f07ru8Yf235cv5HDsmb6YrFNe2bo0NC5MAoACTyxq2n4qhrOGN2rB9T+nazReuXJd915OAILFrwOiJ0tsSGxe/cuM29ebYKd+LC3j2LFZ6M8Z/9eMbPT/etA+zrEGisgEAAAAACo5If/+/e/VKfBatratrW7y4tq7eg4sX7p09c3vfvn7z59sULy691w7++suFVas+PXBQAoACSbOsYdWBZxJlDR8MEWzExsYP6tVVAvJh9d4A6cMra5AIGwAAAACg4Dj8228iaajWvUfz8Z8aWViKloTo6BML5l9cs2bzpM9Gbt6ipf1elafX6N1H3NSbSbF8hRNAQadZ1mBrpdemnq2ED4BIGqS36LcfpombhHeTX2DimeuRUkZZg15mWYPOe1/WIDGMEgAAAAAUEIq0tDsnTxQqUqT911/LSYNgZGHR5svJRapVC/b1Db1/XwIA/EeylzX0buWgQ9cagBet2ZdjWYPOe1/WIFHZAAAAAAAFRXq6yBvEn6RStr8/G48YGRsebmb3wvdnRfywb8b0oDt3LAoXLlqter0hQyydnNR7Q+7evbZt65Nbt4J8fMzt7UWG0fDj4SK0kPduGDc27NGjFuMnHPr1l7jISPeWLWv26r2wR/e2U6aE+/ndO3MmJizMqUKFGj16urdqpfmgD86dO/bnHxH+/oo0hY1r0SZjxpSoW0+9d1b9eqUaNWow7KOzK5Y/uHAhLSXF0d29zRdfWhUpkuMzvrxh/d4ff+z9+x9lmzad06zps+Bg0Ti3dStxteP27ZcAoIDJUtbQmrKGAiAxKbl++x4WFuZHt6zWbP/sm5/2HT1xevfGPYePT5/z18o/flmzecctb5+UlNQ6NaoM69uzvFtpzePPX74+f/maO/cfivWizk5jhg1sWLeGWL//6HGb3kPlY0rXbt69Q5sZUzPmioiJi5v285wbHl7ip6JWtUo9O7YTS/UJExKTpv/21+XrtwKDQ+xtbWtUqThtwmhjI0P1AUdOnV23bbeXz13xc+XoYN+qSYPhA3prq0oYx3/1497DJ64c2mFubio2ve8+WLpm47XbXhGRkc6FC1epWG7iJ8MsLcwlFDx+gYmnr32gZQ0SWJPOswAAEABJREFUlQ0AAAAAUEBo6+q6NW8Rev/+5okTn972EF0P6l3F69at2KGDutxBeBYSvGLokPioqCqdO+vo6Yte+5UffZSalCTvvb5t28Lu3W7s3Glma1u9Vy8jc3ORH2yfOjUlIUF9huS4uN3ffSu6zSwcHGxci8mNZ1esuH3gQM0+fbv+NNPA2HjTxAnH/vhDfZdbe3avHjE88smTMo0bV+rQPi4ics2IEbf379N8Fk9u3lw+eJCxpVWbLycXq1nzzsmTq4YPz8/4SHUGDnIsV165MmhQrb79JAAoSChrKLAMDfRbNm7o/yTwhqe3ujEuPuHI6bMNa9ewtsr46Jwy/ZeQsPDPx4z4YuwIkR/0Gj7uxLmL6uM379o/aOwkvydP27ZoLG4BwSEfTZi8Zbcy9raytBj38SArC3NxEytNG9RW3+uj8ZMvX7vVuF7tcmVK7T54bPC4SSIVkHeJpKH/qAmbdu6ztS7Uv0eXEq4u4mwDR08U0Yh8wMFjp0Z9/s0tLx+RfDRtUDcwKGTOgmVz/16R/Qk+fhI4YNT4/cdOuro49WjfJjkldeOOveK+EgqkD7msQaKyAQAAAAAKjvZfTYv09/c6dFDcTKyti9eq7Vq9epkmTUxts355NjY0VHTKt5r0uaQaf2n9mNF3T59+eOliqQYNk+Pj9/88s1DRoh+vW29gaioff3jO7LPLlj26clkcILc8Cw6u0rVrp+9/kDeDvL3l036ydZs8E7V43HWjR51dtrRat24Wjo4i2Djw88+2JUsOXbHS0MJCHNBk1Oi1o0cdmDWrVP0GBmZm8nnCHz3qPe/3ss2aifWyTZvq6utf37790aVLZZo2zfu5i6cTcv9egOftWn36Wjo7SwBQwFDW8J/YtufQhSs3sjQmJ6dobnZo2VR05R84erJyOTe55fCps/Hxie1aPP/oMTYyWrPwNwN9PbHevGG91r2H/PLHIpFGiP7fR/5Pfpzzp1vpksvmzZTDiVFD+g8eM2n6b/Mb1a0l0oIxwwbs3H9EtIsVzccVB29ZNt/EWFmssGDFut8WLtt7+JhbKeVn6JI1mzy8fH/4cnyvzu3kg/cePjH+qx9Xbtg6YpBysqLVm3dYmpsf3LzCSlWgEB0d02HAxzv2H5rwydCsr8DeA89i4pb/Pqtezapic0p6+sjPvjp+9oKITEq45lw4iP/KB17WIFHZAAAAAAAFh5GF5eBly5qMHu1UvnxSbKzHvr27v//ut5Yt9nz/fXJcnOaRugYGjT8ZJa9r6+iUa9VarEQHKL9MJ/rD2n/1VdsvJ6uTBsGuZCmxjAuP0DxJtW7ds1xA+bZt5aRBEH8P1x04KC0lxWOfsnbhxo4d8ZGRDYcPl5MGQaw0HDFC5BM39+xWn0HfxEROGmTFatUSy9iwMAkA3lmUNfyHRBJw7vK1LLcrNz00j6ldvbKzY+F9R06oiwIPHDlhbmbSonF99TFD+naXkwbBzMykd5d2dx/63fD0EZvb9x5KSEz6dMRgdRmECBjGfTwoLj5hw/Y9eVzbyMH95KRBUgUeYhkYHCJvrtiwpVSxouqkQWjXonHViuWWrdusbolLiA8ODpXXLSzMVv756/aVC3N7LL8nT+UV8en83RefHt+xrnhRFwkFzNoPu6xBorIBAAAAAAoU0Vnf6JNR4pauUPhduXL3zGmvQ4evbNoY6OU5cMlSdX5g7eqqmSWY2liLZVJcvHyGiu07iBVFaqr/jRsPLlzwu3olwNNTtKQlJ2s+lpVL1n4K66JFNTfl4CHI11cswx4ph7F+fP16uJ+f+oCE6GhJVc2gbjG3t3/h6RibKB83NUUCgHcZZQ3/lQmfDB05qG+WxicBQU279ldvit7bdi2a/L1y/eUbHjWrVIyOjjl14XKXti0NDfTVxxRxdtI8g6vqE9Dnzr2qFdwfPH4i1quWL6d5QNVKypH9fO49kHJXtlQJ9bp1ISuxjFN9ED8NComJjXNysP9z6QvTSCQmJUVGPwuPjBKpRsfWzS9dv9V16KgmdWvXqVG1WcO6xYrkXNXXqmmj5eu3fDtr3t5Dx+rVqt64bi33MiUlFDx+gYmnPuyyBomwAQAAAAAKJi1tbdeaNcWt0YiRh+bMubJxw7WtW+sMGiTv1dHVe/Fo1Z+vmd/ovHf2zNF5v4t8Qnmknl7RatXFee6cOJHlIfQMDLK0mFhaaW4aqgZHSnym/BpvTIjy25qX1q2Tsol8+lS9rm9knP2AdEW6BADvJsoa3gmdWjcXYcPBY6dE2LDn8PHU1LT2LV4Yvk9dtSAzN1MG9s9UUwoFB4eKHmELC7Psx4e9WBGYhb7u855VuR9Z/hwODlXW8/ncfeBzN4eswj8gUJy8Z6e2BgYG8xavOHzqrLh9P/uPcmVLTR43smbVSlmOdytVfPVfc6bP/UtEKeI29+/ldjbWIwb2GdCzs4SChLIGibABAAAAAAqIo7//fnrR3wMXLS5et65mu76JSb1Bg0TY8OTWrfycJ+zhww3jxomcoNHITwqXLVu8Vi0DM7MbO3ZkDxuyi4t8oVclOihILI0sleMmmdnZieWnBw9ZOjlJAPAhoayh4CtZrGgl97IHj5+eNmH0wROnXJwdalevrHlAeESk5gwHQSHK8YsszJXzJdhaFxLhRHR0jGbeEB4ZJZbyhAr/lL2tjVj26Nhm+pSJeRzWqXWzjq2aPg0Mfujnf+r8pZWbtn88Ycr+DcsdC9tlObJiuTIbF/8eFhH18LH/tZu3/161/oc5f4rLbt2soYSCgbIGGTksAAAAABQI9qWUoyLc3JvD8NBRgYGSckgiIykffI8fT01KajxqVJMxY9yaN5enbo4KUBYfpEsvqTB4qhpt6fmmKt5wrlhRLAs5K0ec8Lt69YULe/r05MIF986cll6HD+TvcADvEHVZQ1KyYu0hyhoKtPatmoaEhR8/e/HClRvtmzfJ8pni4XNHc/OWl3K2hiqqCaVFMiGW126/8Ako+vTFslzZUvLmP/qEcipsZ2RocN3DS6FQaLZv33foz6Wrk5JTklNSvvv197+WrRGndXYs3KBOjakTRg/t2z0hMeni9ZtZzrZ8/ZaJ38wQKzaFLGtUrjBiUJ9Z33wpNs9cuiKhwFi3X1nWUNLhgy5rkAgbAAAAAKCAKNu0mYWj482dO7dMmhTk7a2e5TL4zp3d330rVqp07pKf8+jqK4eoTklIVLfER0Vd27ZNuZb+krDB99ix++fOyutxERGnlyzWNzEp36at2Czfpo2+sfHReXPVczYoUlMPzf71+J9/auu8nqJ5eWyo5IQECQAKDLmsYevJmIgYyhoKtLbNm4i+3XmLlov1jq2bZ9m7csPWoJAwef2Gp/eO/YerVixXtrRy0oVObVqKHuG5f6+Iin4mHxAeGfXHklWia7hF44zSAX093fiEhPT0/I4K2L1Dm3sP/X7+Y5H6LuJBp86YffHaDQN9PX09vVtevss3bFFfkhCv+uB2diic5VTimN0Hj504d1HdEhev/KB0ynYk/it+gYknryrLGjrVTlUWNHyoZQ0SwygBAAAAQAGha2DQ67ff1owYcXv/PnEzNLdwcCubmpT05OZN0VXRatLnRapVy895SjZooDf3t4O/zPI9eaJIlaqpSYm3DxxIjldOWZkYE5P3ffUMDdeNHu3eoqWJdSGvQ4eeBQd3/PY7k0KFxC5LJ6f2X32969tvFvfpU7ZpEytn57unT4trq9W/f/E6daTXwcJB+d3SzZM+sy5atPe83yUA+E9R1vBusbW2alCrxvGzF6qUd9ccMUkW/Sym25BRbZo2in727MDxUyZGxtPGj5Z3uZUq/tWEMdPnzu84YHiLRvVTUlOPnzkfEhbx3ef/K1uymHyMY2H7Ow8e9Rnxab2aVcd+NOilFzN+5FDvO/eXr99yw8OrZrVKSUnJ67ftsrKw+HbS/+QDPhncb9TnX/f9ZHyXNi1ET7Tf4yc7Dx5t3axhjcoVspxqUK+um3ft+3TaD707tzc1MYmJjVu3dWexIs59u3SQUDBQ1qBG2AAAAAAABYVjufKfbNt+eslizwMH4iIiHl5Ufo2xaPXqDT76qGT9Bvk8ieip7/7Lr7u/+/bRpUviZluypHuLFjV69V7QravftWv187xv1e7dbYoVE49+98yZYrVqdu8/QDPhqNihg0ulShfWrvG7etX7yJHCZct2/+UXue7htajRq5cISPyvX1ekpKQkJOgZ5WvYKAB4cyhreLe0btpQhA3tWzbNvmvahDFBISGHTpyJjHrWtX3rj/r1dHFyUO/t261jtcoVVm/afvrClcSkxNrVqgzs2aWCexn1ARNGDvW9/+CWl09hu3z9DJiaGK9dOGfTzn1HT51bt3WXtZVVl3atREohEhH5gOYN606fMnHOwqV/LFllbm5auZzb1xPH9u7SPvupHAvb/T17+g+z/1i2bouBvl55tzLD+vUc2Ktrlhmt8V95sazhw52tQaaV//IfAAAA4L2h6jtQpKamii7N48uSLm3UKt9cv8MkUwlvkvyypynSUlKSEzavS/l9tmgssnWbXpEiEv5rQd7eC3t0rzNoUKtJn0soMJ5t3x46Y7pYiflljkHJMoaGxkaGxvr6Brq6etoqEpA/xxbFX9yaWKz+s7pDEo1VDA0N9fX11Z1h+TyP/E3/tDTxmzwlPupu6CnlHLxu3UVH2/vWmyY/U/GxlZCY1nXqUxE2jOtTtG19GwkF2OwFS5et23xq1wZrK0t148pN26fP+Wv+rO+aN6wnAa/bT8sfnLwSWdIhbWLXNCMjAyNDA/FRLX6/imRIFT1o/6Pfsf+5iLsLgm9OTjVpqFtyoeaHhchP8vNE+O8SAAAAAAAAIKssZQ2t6pI0FGgBQSFb9xxo1aSBZtIAvFEBIUmnmK1BA8MoAQAAAAAAAM9ln62hT2tHZmsosLbvPbRp176Hfv6R0c8+6tdLAt6WlXufpqczW8NzhA0AAAAAAADAC+Syhi0nnlHWUPC5ODvc8vKp4Fbmp0F93MuUlIC34sWyhg99tgYZYQMAAAAAQCrs5vbtbU8JAD54mmUN6w7HSJQ1FHjVK1XwPH0gt72DenYRNwl43VbtDaCsIQt+UwIAAAAAAADPUdYAIG8BIUknr0ZIzNbwIiobAAAAAAAAACXKGgDkB2UNOeKXJQAAAAAAAJBBLmvYepKyBgA5o6whN1Q2AAAAAAAAAC+UNaw9RFkDgJyt3ieXNSgoa8iC35cAAAAAAACAEmUNAPIWEJJ04opc1pBCWUMWVDYAAAAAAADgQ0dZA4D8oKwhD/zKBAAAAAAAAChrAPASlDXkjcoGAAAAAAAAfNByKGtoQ1kDgKzW7KWsIS/81gQAAAAAAMCHLmtZQx3KGgC8ICAk6fhVyhryQmUDAAAAAAAAPlyUNQDID8oaXopfnAAAAADeebPq1/u2fDnN2/Tq1Rb37rXjq2k3d+0S/Uf/6Gx+V65sGDd2ZuHCw8gAABAASURBVN06f3Zo/+D8eXG2g7/Mkt6YdIXi2tatsWFh8ubFNWvEI/ocOyb915JiYy+sXq3e3DJpkriwxOhoqcDI8tK9uiBv7zf9dgMomApIWYN7/Valaze/dO1m9l3T5/wldl256SHlj0Kh2Lxrf2h4pPRvfTR+snhEeX3hynVi/fzl69K/snbLLnH3I6fO5ufgV7/y91iWF8f7zj3xwv40b6H0b/nef/iKZ3g72vQe2qL7IOk/RVlDfhA2AAAAAHgfaOvoFK9dR31zqlAh/PHjG9u3b58y+dTCBfk/T1xExLoxo0Vfv4WDg4WDo0mhQtIbdvDXX3Z983VqYqJUwKwYOvTS+nVSAVZgXzoA75ACWNbw1czfEhKTpFcz8/e/p86YnZT0qud5+97dK38LeHH+Q2v3UdbwcgyjBAAAAOB9oGdsPHDJEs2WdIXixo4dojP61KJFtfr1NzQ3z895Qu/dS4qNrdG7T7tp0+SWb297Sm+SeDipQEqKjdHc7P7LL+ImFSQF9qUD8G4paLM1PHz85K9lqz8b9ZH0CmLj4qUCo1/3juKWz4ML1JUXNK/9xSlTotidC0ckvExASNKxK+qyBj3KGnJDZQMAAACA95OWtnaVrl0rtGuXlpLy8OLFfN5LkZYmlpYODhIA4H1XAMsanB0LW5qbL127ycv3ngSgYKCsIZ+obAAAAADwPjO3LyyWCc+eqVtSEhP3z/zJ78qV6MBAc3v7otWrt508Rc/ISOxa1KtXgOdtsXL4tzni1ux//yvTuMn8Lp3rDBrUatLnon3ThPEBXl4jN246vXTpgwsXwv0e2Zcq1XjUqBJ16+Xn/NnNadb0WXCwWJnbulWhIkXG7dufsSM9/fCcOT5Hj8RFRrpUruzWrHnVbt0073h22bJbe/dEPnliYGJSuEyZdlOnWTo7S7n4qU7t8q3bmNvbXVq/XltHp/HIT6r17CnavQ4d8jl2NMjXNyogwNLR0bZEydaff25mZxf24MGfHTvI9/22fDmR2XT6/octkybd3r/vy7PnDC0s5F0PL1w4+ffCkLt3xbq4ePE6lKzfILdrEC9dkI/P4OUrzi5fdv/sWdG1V6JO3QYff2xsZXVq0aI7J09GBzwtWb9+m8mTjSws1feKevp07/QfQ+7dS4iKsnJ2rtC2bf2PPs7jpUtLTr66ZbN4a/xv3kxXKCwdnYpUqyreO/nv/4tr1oi3ZtCSpRfXrX16+7ZIoYrXrlN30CDH8uWzXK3Hvr1nli4VL694bYvXrl1vyFDNdzCPJy5+fsRPkXi57p07d+/MaZNChT7Ztl3P0FACUFDJZQ3bT8UUhLIG8cvK3Mx07LCBX/ww69tZ89YvmqeTe/TxJCBo5h9/e3r7Rj2LERFFuxZNRg7qK+9q2LF3UIhyPpumXfsXdXY6vGVljmfwvf9w6679Nz19vO/es7e1LeriOHJw3+qVKkj/0MpN26fP+WvlH7+s2bzjlrdPSkpqnRpVhvXtWd6ttHzA2i27vvv19/mzvmveMOPjUlzesrWbTl+8EhIWXrZk8VFDB9SrWTXHK1+4ct2cBctW/DGrbo2q6kds03toUnLysW1rxPqydVtm/r5wzfzZs+cvvfPgoWsR502L/xB9wQmJSdN/++vy9VuBwSHi2dWoUnHahNHGRhm/kNPSFCs2bj107LS4i6mJsXiswX26N29YN4+nefbStXl/L3/8NCBVkVbcxWXc8MH1a1XTPODgsVNHTp71uffgSWCQU2H7ksVdp3z6iZ2Ntby3WvNO4j0Sm2u37hR91KOHDkhKSRGv28FNK05fuHz09DkPL19xr05tW3zUr2eOF5DH27r74LHFazb4Pw0sW6qEeKGG9eupfqZ5X7n4GejQ7+MhfbpP/t9IsTn6828ePPb/bPTHP//+d0RUZOumjX6cPEHzGnp9PM7n7v2rR3aJfna5pdPAkd537m1e+melcmXllqkzZm/ZfeDKoR1mZiZi8/zl6/OXr7lz/6FYF5c9ZtjAhnVryEeKp9xt6OgZUyeeuXj11PlL1lZWc76fUsG9THxC4sqN2w4ePxUcEtaoXq1Rg/pleSmOnDq7bttuL5+74t+vo4N9qyYNhg/oLTr9pTdDXdbQtsaLZQ26lDVkRWUDAAAAgPeW+BPU7+oVsWJbvLjcIpKA5YMGXduyxdTGpla/fjbFi1/ftm3FkMGpquGPq3XrVrlLF7FSsl79JmPGFKlSNfs5E5/FLOrdKyYkuOHw4TV79xEd6GtHjZIjipeeP7s6Awc5llP2dIs8o1bf539LH5k39+LaNfZlyro1b/7w4sVd33x9ZeMG9d69P/xweM5s0VcuEgjRFf74xo1FfXqH3r8v5e6px63jf/5pUdhB/H1c2E3ZHbDzq2kiAPC7ds2lUuVyLVumJiZ6Hth/YJZybmQRAIinb2xpKW5iRSQu2U94bevWlR8Ni3j8uFzrNuIWHRS0ZuRI8WTzuIaE6Gjx0sWFRzQdO05kMJfWr9sy6TPx6kU+8W/w0UelGze+tWfP5omfqY8XvfmLevW8f+6cY7ly1Xv10jUwODJ37r4Z03N76RKjo5cOGLBvxoxnwSEV27d3rVFTnPnCqlWXN6zXvIwdX38VExra8rPPWk78LPTB/aUD+t89dUrzALG59fPPjSwsqnbtKmKYE/Pn7/rmm3/0xEWY4Xv8mG2JEumKdHHZEoACSbOsYfVBZSb9n5c1yLq0ayn6i294eq/evD23Y0T3bqeBI06du1ilYrlenduLFtEj/+UPGfPbD+7dXfTYihXRidy/Z+ccz7Bl9/7OA0ds23fQxqZQ7y4dLMxNT52//Pn3s0Q/r/SvTJn+i0gOPh8z4ouxI+4/etxr+LgT53IuK7zl6dtl0Mg1W3eWKVm8W7tWgSGhQ8Z9vnHH3nxeeY6mz53/8PGTUsVcnR0d5KSh/6gJm3bus7Uu1L9HlxKuLuL5Dhw9MTEpWT5+5rwFoj89LCpSvNrlypS66ek96vOvT5+/nNv5dx44OvR/X/gHBDapX6dzqxZhUVHDPv1y7+ET6gMm//jr2CnfX7npUbmCu+ijT0xO3nfkxIy5L8waJR7l98UrHQvbi55qt9Il5cZPp/144OipDi2bfjpiSFx8/Kw/Fq3alPP7ntuLc/LcxYnfzLAwN+vRoU1AUPAfS1Z9NXNO/q88C3EN4u6KdIW4zmJFXbLsrV+rhnhtr97M+M+e6OgY8aMoVq7duq0+RsQGtapVkpOGzbv2Dxo7ye/J07YtGotbQHDIRxMmi/dC85yrN+84dvqceO/S0hUiLElKThHv1G8Ll5kaG3dp1+rhI/8eH42JjIpWHy9CnVGff3PLy0dkWk0b1A0MChE//HP/XiG9MWv2K8saXO0Ubi4vljVoU9aQFZUNAAAAAN5PMSEhR3+f53/jRrFatVyqVJEbzy1fJoKBDt98W61HD7nl9v59WyZNurB6Vf2PPq7Ws6eVi8uN7duL1axZb9gwSdXfneW0ic+iK3fu1PrzL8S6SAJsihXbMW2qx759csd33ufPfpGiozzk/j1xl1p9+mqWJiQ+ezZqx45CLkXEeuVOnZcPGnhzz57qvXqLzUeXLl3euKFSp06dvv9BW0dHvshlgwYe+PnnAYsW5fJiSCIU6fzj9MqdM/omxEmub99eoV27rjN/lv88Ft1tywb0F3lDx2+/FWFDo5Gf3Ny1S7SLlexnC/fz2//TjMJubgP+XiTPod1oxIiVH3+0/+eZpRo0MLW1zfEaRNigngzDvWXLsAcP/K5elcsm5Ja05BSPfXsj/f3FuyBa9v00IzkhYcSmzfalld+NTVcoRJBwad26Cm3buVSunP2lu7h+ndhs//XX1Xv2kh8xPjLytxbNxbtTs09f9WXoGxsPWbFSzgDKNm36Z6eOh+bMLlm/vlbmNyLDHj7s8/sfZZo2FesNh49Y0K2r56GD4rQGpqb5fOIi+Plk23bxsyEBKNgKVFmDlJF/KFd++HJ8+34fzVu0olWThg72WX+pJqekfPHDrNTU1PV/zytXtpSqZeikb2du23uodbNGjevWGtq3+72Hfh5evgN6dHZ2LJz9geLiE6f/Nt/VxXnz0j9NTYzlxll/Ll6yZuPl67ca1a0p/XPGRkZrFv5moK8n1ps3rNe695Bf/ljUsHaNLN83F8/wix9+joiKXv3XrzWrVhItE0Z91G3wJ9N/+6t1k4YvvfLcKNIUp/dslB9dWLJmkziJeBl7dW4nt4ju9fFf/bhyw9YRg/qI7vJVm3fUqlpp1V+/yh+C1zy8en88bteBIw3q1Mh+8sjoZz/NnV+6uOvaBb+Zm5uKlnEfD/p44pQZc+c3rFPDzNTk4tWbW/cc6Niq2S/ffqn+VO09/H8ib/hx8gT1K+x95/7PX30u4g15U+RJYqmvq7t6/my5hKVRnZotew4WlzGwZ5fsl5Hbi/PAz3/+rO/lsoyRQ/p1GjB8/9GT333+qXjcl1559kcJCgnr3qHNjKkTpZzUr13tjyUrL12/IeIEsXnh6nWxtDQ3v37ba4jqgLsP/YJDwwf27CrWH/k/+XHOnyJWWTZvprWVsmxx1JD+g8dMEj97jerWEjmQfE7xpHavWVw8M9hYu2XXLS/f3l3af//Fp/IrOWX6bPHympmaygeIcEI84sHNK6wslNNxicCjw4CPd+w/NOGTodIbEBCSdPyysqyhY+0UOWKgrCEPVDYAAAAAeB8kxcR8W76c5m120yY3duwoVrt2919+VR92btUq25Il1UmAUL5NWxFFnFuxQsq3Cm3aqNeL164tlnHh4a/x/ELVrt3kpEEoWq1aoSJFop4+lTfPr1ktli3GT5CTBsGuVKnqPXreP3c2+M6d3E6ob2JSqePzyTktnZw6fvd9oxEj1X8hixVx5WIlISpKepkbO3emJCY2HTNW7nAXRD97k1Gjk+PirmzelMcdK7Zrp14vXFZZYOHWrLm6xa6U8gLkZ/r0todIRKp07iInDZJqEo4W48eLlQtr1uR4ctHd3/qLL0U2o24RqYl54cLqd0dWd+AgdbWBobl5te49Qu/de3LrlvqAotWry0mDfAaRQyhSU58FBeX/iZeoW5ekASjgCmxZg8zFyWHMsIFx8Qnf/Dw3+95LV2/63H3Qr3tnOWkQ9PX0po4fJfpAl6/fkq8HkNK//fzTaRPGqPvBhVIlXMUyIvLlnwI5GtK3u7qv38zMpHeXdqLf+YanT5bDvHzv3X/0uGPLpnLSIBga6H//5XjROa6Q0qV/q2Pr5upHF1Zs2FKqWFF10iC0a9G4asVyy9ZtljfFWx8V/Sz6WYy8WbWC+/YVC75/ccggtW17D4p0ZMSgvnJ/vSBWRL95aHjEzv3K2ZVF1//0KRM/GdJP81O1VHFXsSIeRX0eE2OjTm2aZzl5q2YN1YNlFXVxEn3uIWHh0j9Rs0pF9QBQhSwtGtSumZqaFhgSmp8rz1GPTm1y21W5nJvo4r+wzFX9AAAQAElEQVRw5Ya8efm6hwjDRAIhMiq55dylq2LZoI4yr9q+95DIdT4dMVhOGgQRMIi0Q/xgb9i+R33O+jWrF9coodh7+Lj4kRg/MiM5EK/kpDEfixbNy4hLiA8ODpXXLSzMVv756/aVC6U3Q7OsQVnTQFlDnqhsAAAAAPA+ED3vrjUyvokZ/tgvOiDAwtGx8w8/utasqf4LUDSKTELb0fHkwheGNUhNSoqPioqLiFD3IOfNzNZOva6vGso/LSX1NZ5fUPewy0xtbIJ8Mvprwh48EMnB1S2bNQ8Ie6QcCjn84cMsd1Qr5OKipfHdUhE2yJNAiF7yh5cu3T9/zv/GzWBf5UOkJidLLxOuejiXypU1G4uoykfyCDzkx1Wv6+gpe4VMra3VLbr6ygwgLS1V9TSVD/EsJDjLiyniAfnRs3MsV16uL4kNDb1//vy9M2eeetyK8Pc3t7fXPEwkN5qbNsVcxTLI10f9dLK8hiaFlFeYFB+f/ydulfv8GQAKjoJW1pDF0L499hw+fuLcxV0HjnZs3Uxz1/3H/mJZpYK7ZqOdjXXxIi63ve/k5+TKXm/VOUWv9DUPzwtXrovOYg8fX9GSlI9PgRwVcXbS3HRV1aj53LlX9cXr9LmnHPSvvGo4ILVqlcqLm/QKXBwd1OtPg0JiYuOcHOz/XLpa85jEpKTI6GfhkVGi77tT6+Y7Dxxp3WtIk/p16lSv0qR+bXVyk91DP+ULft3D85H/E3XjM1VQ8eixskU8Vo+Oyg560Y1+4eoN0eEuXlWfu8pnqvl6FnF2zD6vgK3G56BgbGykmU/kR5mSxTU3rQtZqq4kPj9XnqMiTo657RL/TdW4Xu3t+w7FxsWLpOrSjZt1alQVscqeQ8fvPfQrWazo+cvXnB3sy5ZUJu4PVA9RtXw5zTNUVb3RPvceqFs03zvh6q3bpUu4ylULMpGgFHV2Ug+BJYKlS9dvdR06qknd2uLRmzWsW6zIm/rYpazhnyJsAAAAAPA+0DM2HrhkibyekpBw7M8/zq9ceXz+X/3c3Q3MzOT2ZyEhYhns6ytu2c8Q+eRJPsMA/WyzPYsOq9d4fkFH/4Vv8Ik/7kWXWMZ5/P0VaWnH//wzh4fIrH7ILvvMAeL1Ob96lfyFfUNzC9ca1cUfzOrJJ/Im7qWtq2uUOVO0zETVXRIbFpbHHfWyXYa6PiOLGNWL6Xv8uLhl2RWRmprjXcT7fvCXX27t3SMSFLFp5VKkaLVqSar1F67zxXfBUPXjkagxhbicgqhl9COoRjbJ5xNnngaggMte1tC3IJU1yERX5owpE7sOGTXzj4VN6tXW3BWk+k63dSGrLHcRLb73H8bFJ5oYv3xe+tPnL8/5e5noERfrov+0RuWKtatWPnbmgvRvqb+9LjM3U36V/llsbJbDYuMTJGX3saX0WhkYPv/cDA5V/kL2uftA3LIf6R8QKC51+tSJzo6FV27ctnXPAXETfcf1alT79otPnQrbZb9LSKiy1GD15h3Zdz0JDJRXlq3bsnLj1kDVW2NublqzSiXx8ZEl+zHUz+HTIfubpcj8xM8n0fmtuaklZYzjlM8rz84wz0+xujWribBBdPdXq1BOvMIDe3YpqarhuHrztouT4/kr17u2byUfGRwcKl5YCwszzbvLPydh4RHqFn2NqoWExCRx5dZWWX+2bWwKPXkaJK/37NTWwMBg3uIVh0+dFbfvZ/8hgqLJ40aqa2Veo7X7A7OUNYiUIUtZgwQNhA0AAAAA3jd6RkatJn2ekpB4ZdPGXd991+PXjGGUzO2UPQhVu3Xr+N330hvwps8vU85nkJ4+du8+6RXc2LHj4C+zHNzda/Tq5VyhYpFq1UQP+86vv8pn2GBqY6NITU2IjtbsdpdHKzJ6Tf1HZqoXs8v0GZU6dcrnXfb9NOP6tm1uLVoUqVzFtUYN8exE4+9t22SZnTs2PNym+PMvgT4LClZe9ov5QW7ewhMH8HZkKWtoWcDKGmSiC3VIn26iF1vkDcaGz7uk5cHuwyMisxwvWgz09fKTNDzw8x/95TempiZjhg0oW6pEnepVzExNtu899Cphg3j0Eq7PS8eCVMP4WJibZznMXhXQRkZHS68gPiFBJ5esWvkQtsp3s0fHNtOnTMztGH09vf8NHzxqSP9HT54+fPR4y+4DJ85dHPnZ1N1rFmc/2M5Wec3Ht691crDP8WzipZv5+0L3MiX7dO1Qyd2teuUKold6yvTZ+Sw0eXNeeuX/QiPVtBaXr99KUn28ipjK2dHB3Mzk2i3PIk6OIi1oWCej0lT8oKampkVHx2jmDeGqcbo0Cxc0GRkaGBroa0YRstiYF7460Kl1s46tmj4NDH7o53/q/KWVm7Z/PGHK/g3LHXPKiv61gJCkY5eVH/GaZQ1yZYNmWQN5gybmbAAAAADwfmo5caKlk5Pngf13TpyQWywcHfUMDf1v3Eh/8TuDN3fuPLlwQZYu6X/h353/n/6NWqhIkXA/v+gXv5D46PJl8RCh9+/n8yReRw6LZdefZjb4eHix2rXl7/JHBQRImd+FzPvC5AmcxTPVbHx8XTlLpIObu/Q6yIMd+V2/ptkoXtjTixeJDCn7FYrL9jxwwNzevuec3+oMGiQnDSmJic+Cg9XPSBbg6am5+fS2h1g6V8zX1yHfwhMH8Ka9E2UNauM+Huzi7LB51/5rt73UjUWclaPcXPfw0jwyJCz8wWP/KhUzhqzJ+7Pl2OlziUnJYz8aNO7jQS0b15cnCn4SqPzm+L+eNsHD54WO9VteyqH5qpRzy3KYi5NyzJwsvfAHj51q0rnv0dPns1+5/LV90YWtbgkNjwjMHK8/R06F7USftXh9spQIbN936M+lq5OSU+499Jv846+Hjp8WHcelihVt2aTBwl9/qFLe3ffew6dBIdlPKA8rdOnGLc1G0dMtznbq3GXl9R8/JZa/fjt55KC+dWpUEadVHqCqHczyGfSK/mm39kuv/F+wtDCvXqnCleu3Lly94WBvW9TFSfS816xS6fyVa6cuXBZRQb2a1eQjxY+uWF67/cLH7rWbyq815DFoVQW3Mn5PnoaGP8/SxLv/8EnGoE/JKSnf/fr7X8vWiP8GcHYs3KBOjakTRg/t210cc/H6Tem1oqzhXyBsAAAAAPB+0jcxaTnxM7Gy+/vv1IPkVOnaVfTIH5r9q/qP/ye3bu385uuHly69lqFv/sX5dXSVHf3JCQlS/lTuqPym/46vpiVljk0RFx6+5/vvzi5fbmZrm8+T6KqGaUrReNDHV68+vKD6Qmvmlevo64uryrGXRFyDto7OsT//SIjOmEc0LiLixIL54q9u9xYtpNfBqUIFB/dy17Zs8T12TN14YfXqo/PmxYRk9DFpvnTiocWTElebpjE69sU1q7NnPBdWrxIJhLwu3p2bu3a5VKkiz1b9Um/hiQN4C96JsgaZsZHhd5M+FSseXs8H6BOduSJvWLtlh5fvPbklNTXtp3kLUlJS2zRrLLfoqVLk+MTEHE+rp/oUSNTYGxn9bMvu/dIrdI6v3LA1KCRjQLkbnt479h+uWrFc2dIlshxWtlSJyuXcdh44ci0zLImOjlm9eUdYRGRF97LZr1yuljh/KSN7Fpc3b9EK6WW6d2gjEoWf/1ikfjrikqbOmH3x2g0DfT3rQlZb9xxYtn6LOo1IS1PEJySI0KWQZQ6Fbu1aNDE2NvxtwVL1zAfiBZ/5x9+/L16pq6cssMh8PZ9/4ly56XH+sjKKfp1Rw8ve1n9x5f9O/drVb/veuXDles3KFeWW6pUrind/54HD9WtV188cjbBTm5aiY37u3yvUs1CER0b9sWSV+NBs0bhhbidv3qieCIR+/Wux/O6Id3Dm7wufPcv4bx5x8ltevss3bFH/sEnKShflC+LsUFh6fdRlDZ3qpConaaCsIX8YRgkAAADAe8u9ZcvSjRrdOXlS9P7LQxs1G/e/IF/f8ytX+t+44VqjZmpy0pWNG42trNpP+0p6Hf7F+S0clN/72zzpM+uiRXvP+/2lD1GudevHN65fXLPm7x7dSzdpYmBscn37ttiwsO6//Gpobi7lT5nGTbwOHVo2aGCphg0LlykTHRR0a/ducXeRyiTGxKgvLOTu3WUDBxSvXafJ6NGad7cvU6bNlCkHZs5c0LVr2WbNFKlpvieOx4aGtv/q69xmqP6nRJ9+p+++Wzd2zPpxY8s0bVq4TNnwR49u799XpFq1ekOGqK9Q0njpyjZvLsKJua1blWnU2LywfYCnp+/x44bmFgnR0aJbUT0/tthc1LtXuZYtxYrX4cP6xsZtvvgyn1f1Fp44gDfq3SprkNWvVa1Tq2Y7Dx5VtxgZGsz8atK4Kd/3Hj5O9Mza2dicu3zV5+4DcVjvzu3kYxztlePJjJ/6Q9EizvN//i7LORvVqTHH0OCneQuPnTlfvVKFhMSk/UdPyFMKx8TESv9K9LOYbkNGtWnaKPrZswPHT5kYGU8bPzr7YaKj9rsvxw+fMHnQ6IktmzSwtrTcd/RkSFj41Amjba2tsl95nepVHextV23efvmmR83KFU6ev6xIV1Qp7x4aEZHHxYwfOdT7zv3l67fc8PCqWa1SUlLy+m27rCwsvp30P0k1hs/Qvt2XrdsyaOykWlUri5Zzl6753n84bcJo8dpmP5uTg/23n3/69U9zug8b07xBXWdHh9MiSbjtNahnl7o1qooDmjaoc/DYqT4j/teoXu2yJYsHhYTuOnDE3MzkWUzcs3/7euYo77f1X1z5vyPirrl/L3/4+MngPt3llhqVK0jKmRgi69Wsrj7MrVTxryaMmT53fscBw1s0qp+Smnr8zPmQsIjvPv+fPIN0jgb06HLm0tXt+w499POvVrnCjdtet719C9s9TwQ/Gdxv1Odf9/1kfJc2LURfv9/jJ+JfR+tmDeVreF3WHcgoayjrLFHWkH+EDQAAAADeZ6IX+M8rHa9t3VqhTdtitWsbmJoOWbFSdEn7HD92eeMG00KFKnfq3HjUKFOb1/O11n9x/hq9evmePOF//boiJSUlf/UNbb6cLPrTr23bdnv/fvG3rlOFCo1HflLYzU3Kt0odO0YFPD25cKH34cM+R444V67c+JNPbEuUXD92jN/Vqy5Vqkiq4CT4zp2nHh7m9oVzuuzeRatWu7B2zf2zZ1MSE4vVqlW7f3/HcuWl10c8o9E7dl5YverBhQvnV60s5OLS7H//qzNwkLpGJMtL12riZ8lx8SKQuLpls56hYdHq1Xv8+mugt8+ZpUue3LrlUrmyfK82k6eIcMXn6JH4qKjKnbvUGzxYHhwpn97CEwfwRr1DZQ1qUyaMPnXhcmT086nsRUKwd93SpWs3Xbxy48yFqxXLlRE9sG2aNVIf0KdrBxEkXLvlmZKaFp+QaGz0wkQOri7Oc36Y9tXMORev3hS3UsWKtmrcoE+3jh37f3z1Zr4m78lu2oQxQSEhh06ciYx61rV964/69ZRHTMpO9EHvuJwEJQAAEABJREFUXbt08dqNFy5fP3nuYunixad8+knb5o1zu/Klc2d+98vvF6/djI9PqF+72uihA6f/9mfeYYOpifHahXM27dx39NS5dVt3WVtZdWnXauxHg+Q8Q/h0xFDRlbxq0zbx9J0K21Uq7z5/1vfNG9bN7YSdWzevWr7cqo3bLt+8JZ6je+mSc76f2r5lE3mv6PV+GhA0f/maQ8dPHz5xpkoF99FDB5Qs7vrJpK+u3vColjm21avL8uLk5y55X/m/U9G9jAhsxA9ktUoZH3/l3UrL4UqzF1/Dvt06isBg9abtpy9cSUxKrF2tysCeXSq4l8nj5KJDf9Gv09dv271z/+H123cVdXb6Y+a3K9ZvfRqYUZUo3qbpUybOWbj0jyWrzM1NK5dz+3ri2N5d2kuvT0BI0tFLlDX8G1qvd+AwAAAA4J2g6mhQpKamii7K48uSLm3UKt9cv8MkUwlvkvyypynSUlKSEzavS/l9tmgssnWbXpEiEvDmXVyzZv/Mn3r//kfZpk2ld8Sz7dtDZ0wXKzG/zDEoWcbQUHS7GevrG+jq6qm+W8nYyMivY4viL25NLFb/Wd0hicYqhoaG+vr66p6zfJ5HLgtISxO/yVPio+6GnlLGeG7dI0UXk1TgyRcvPokSEtO6Tn0qwob/9S3apt47EDYUcCs3bZ8+56/5s75r3rCeBLz7fl316MjFcFc7xRc9Uo2MDIwMVTcjAwN9PRE5yNUN0nsaNkTcXRB8c3KqSUPdkgs1PyxE0pKfDwsqGwAAAAAAAPBBkMsadpx+l8oaALxNIRHJcllDx9qUNfxjhA0AAAAAAAB4z2nO1rDqwLsxWwOAt2/13gB5tgY3F2Zr+McIGwAAAAAAAPD+o6wBQN5CIpKPUdbwCggbAAAAAAAfhFr9+4ubBODDQ1nDGzWoZxdxk4B33+q9AWkKyhr+PcIGAAAAAAAAvOcoawCQN8oaXh1hAwAAAAAAAN5b2csa+rWlrAFAVmsoa3hlhA0AAAAAAAB4n2Upa2hRm7IGAC8IiUg+SlnDKyNsAAAAAAAAwPuJsgYA+UFZg/Q6EDYAAAAAAADgvUVZA4C8UdbwuhA2AAAAAAAA4D1EWQOA/Fizj7KG14OwAQAAAAAAAO8nyhoA5E1Z1nCRsobXg7ABAAAAAAAA7xvKGgDkB2UNrxG/YgEAAAAAAPAekssadp6JpawBQI7UZQ0daqVQ1vDqqGwAAAAAAADAe0WzrGHl/miJsgYAOVm7P1Aua3AvokVZw6vjtywAAAAAAADeN5Q1AMhbSETykQthEmUNrw+VDQAAAAAAAHh/UNYAID8oa3jt+EULAAAAAACA9wplDQDyRlnDm0BlAwAAAAAAAN4T2csa+lPWACCbdZQ1vAH8rgUAAAAAAMD7I0tZQ3PKGgC8KCQi+TBlDW8AlQ0AAAAAAAB4H1DWACA/1h+grOGN4NctAAAAAAAA3hOUNQDIW0hE8qHzlDW8EVQ2AAAAAAAA4J1HWQOA/KCs4c0hbAAAAAAAAMD7gLIGAHlTlzV0rJ1KWcNrR9gAAAAA4D8g+oPklfA/ftc2NpYA5CTF319e0cokAciJuqxBoVCsOqgsa7C3Nli/P0ACAA2378eqyhrSKGt4EwgbAAAAAPyX4k6ckAC8jJaU8UVLOkGAPIgge+vJmPBohVi/fS9W3CQAyKZzXYUyadDVpazh9SJsAAAAAPD2ZH43W0vb0EgyN5frG+TvomoeI+E/onojeAcKBPU/Cvn90BYdIdo6mp0gvE9Ajm7dT65YUk+hUJY4pKWJhUL8Y1J/3Ej828G/JX6WxFJ0SEt4N4nfAPI/f1sLqVxRbT09HX19kTfoiBXKGl4XwgYAAAAAb1e6sqNHr21HRfOWSUkJSUmJKSnJqakpaYq0LKkD3r7gsAgDfT1LczMJBYD4l6Ktpa2jK7pC9PT1DbVFZ4hWRm+IBCAb+UPk60FWySkpiYnJScnKpVhPTU2TUwcJeAVBoVHiF7CdtYWEd5byg1VbS1cZMOga6Avi41VPNXEDZQ2vB2EDAAAAgLdK9Weeko62+EtPX/6WmehFVc7pSdjwXzM1NhV/fhsaGEkoAOSvWIp/K6ohHvR0dHTFvxSxLfHVSyB38j8cHaU0PT0d0SK6EeVPGAl4BUkpaaJb2sjIQMI7KyNsUE3SoEwaVGMoiV8R4vcFZQ2vBWEDAAAAgLdHK7P3VFv1de10KV1V6KCtq0iTv3Oq3MZ/x8mIyboLjPTnfabyvxfRK6Ir8gYtbS2JDhEgB+p51HWU/2REhK0r/rGIyEFzJCXgX0tIShU/ZMZGhhLeWeLDU/nfoDraImFQzw6trBvUYojC14OwAQAAAMBbIv5+k+sYVL0/OnKuoPwyma6uMmlQ9gPREwRokPMGuRJI+S1M3YziBrpCgFyoehLFR4x2erqOpK+sadBT6KZnkoBXkJiUIvqmjalseGep80jVbwnlx6oI8zPSBm0tKhteC8IGAAAAAG+bPLmi+GtEW0s7TZEm/txTdQLRE/TfO3zmom0hq8rupSUUABnfspSUcYOWauQxbXmNaRuAnKiLgaTMwVLSRZidruDDBa9FYnKqqaRlbExlw7tNNR9S5pCeOvLHKjHDa0PYAAAAAODtUf8tlzENn7ZCJ12H75wWHP4BIeJPbwN9elIKCvWoDvJ3MeU6B4Z6ALJTF89JUrqqA1FZ4iBlzBotAa8uMTlF/CgZ6OtLeIela2nQLGjgU/W1IGwAAAAA8Fap/6JT9gqlZ/QEqZf4b6WkKke00tXVk1BgaOYNmpsSgBdpfr5IylRbi08WvEbJKQopXZJnHce7jk/VN4SwAQAAAMDb9nzyBq3nYQMKgt4dWhkYGMiDkKBAUfeD0CEC5EGjvuH5PxY+ZfBapKSmyePaSXhnZf8M5VP19SJsAAAAAPAf0PzTTv0tVPznijg5SCh46AoB8i/HzkQ+ZfDq0tLStHWYMucdxnv3FhA2AAAAAPjv8ecfAODN4VMGr06RLjGTMJA3Cn8AAAAAABlm/LVs097DEgAAeJFCka7DGEpAnqhsAAAAAAAAAIC8pCkU2jqEDUBeCBsAAAAAABmKODnYWReSAADAi6hsAF6KsAEAAAAAkKF/5zYSAADIRqFQkDUAeSNsAAAAAAAAAIC8KBTp2qQNQJ74FwIAAAAAyPD4aVBIeKQEAABelEbYALwM/0IAAAAAABnW7Nh34sIVCQAAvEg1jJKWBCB3DKMEAAAAAAAAAHkRYQMTRAN5I2wAAAAAAGRoUKNKIUsLCQAAvEg1ZwOVDUBeCBsAAAAAABka1KwiAQCAF6Wnp4slYQOQN8IGAAAAAAAAAMhVmkIhltpaDKME5IV/IQAAAACADKcvXfe880ACAAAaFGnKsIE5G4C88S8EAAAAAJDh9OXrnnfvSwAAQEOagmGUgJdjGCUAAAAAAAAAyBVzNgD5QdgAAAAAAMjQv3NbQ0MDCQAAaEhTDaOkzTBKQJ4IGwAAAAAAGYo4FZYAAMCLFKphlJizAcgbYQMAAAAAAAAAvIQWoygBeSKOAwAAAABkmPHXsk17D0sAAEBDmkI5jBJhA5A3KhsAAAAAAAAAIFcMowTkB2EDAAAAAAAAAOQqPV0ZNjBBNJA3wgYAAAAAQIYpo4dKAADgRQpV2KClzThKQF4IGwAAAAAAAAAgV+mqYZS0mbQByBO1PwAAAACADI+fBoWER0oAAECDQjVBtDaVDUCeCBsAAAAAABnW7Nh34sIVCQAAaFBkzNlA2ADkhWGUAAAAAKCgMzCS3o4hvVsbGRq+tYdLTpRUvTcAABRo8qcVwygBeSNsAAAAAICCTkdHejtKFHWU3iZtSUqTAAAo4BTynA3aDBID5IWwAQAAAAAAAABypUhXzdmgRdgA5IWwAQAAAAAAAABylTlngwQgD4QNAAAAAAAAAJCrdFXYoMWcDUCeCBsAAAAAAAAAIFfyBNEA8kbxDwAAAAC882xtbWvWrCkBAIA3QlXZIAHIC5UNAAAAAAAAAJCrjMoGhlEC8kTYAAAAAAAAAAB5YBwl4OUIGwAAAAAAAAAgV+npypoGChuAvDFnAwAAAAC8A9LS0mbPnl23bl1zc3NnZ+fGjRvv2rUryzG3bt1q1KiRpaVlxYoVx4wZ4+fnp7k3NDT0m2++adGihYWFhYuLizjD0qVL1Xu7dOni7u6+e/fuMmXKWFlZDR8+XFJNBTFgwICFCxdWrlzZzMysevXq4hqSk5M1TysepX379q6uruKASpUqzZw5U3OvOMPgwYN9fHw++ugjcYyjo2OHDh0ePHggAQDw7khPl+dsIG0A8kLYAAAAAADvgIkTJ3722WchISGDBg2qWrXqxYsXO3XqdPDgQfUBT548adq0aVhY2JAhQ/T19f/6669mzZolJibKe69cuVK+fHk5CRgxYoTIFc6fPz9y5Mjr16+rzxATEyMyBoVCUbRoURE5yI1nzpwZO3Zsu3bt1q9fL5IMcQ1t2rQRx8h7b9++LRKIQ4cOieUnn3xiZGQ0efLkcePGaV75hQsXxB1tbGzmzZsnrnDPnj0i8BCPJQEA8G4hawDyxDBKAAAAAFDQJSQk/PHHH40bNz527JiWahAHERXUrVt3zZo1rVq1ko8JDAycMGHC7NmzJVUZRMeOHfft23f8+HGRDYgWkQFERETcuHGjXLly8vF79+5t3779pk2bqlSpIreIuGLYsGFLlizRfOhHjx4tXbp06NChYl0cb2dn9+WXX4rgoV+/fqJF5AqxsbFXr16tUKGC2BQhhGgRl9qnT586derIZ/D19d2+fXvnzp3FughIDAwMli1bJi5MXKEEAMC7ID2dORuAl6OyAQAAAADeAaIfPzw8PDIyUt4UXfmii3/RokXqAwwNDb/99lt5XUdHp2fPnpJqjCO5Zfz48YsXL1YnDYIcD4SGhmo+ykcffZTlcYsXLz548GD1psgSjI2NRdgg1i9fviwyA5FDyKcStLW15eKJefPmqe9iZmYmJw2ypk2bimVQUJAEAMA7Qo4aGEYJyBuVDQAAAABQ0BkZGQ0YMGD16tVly5bt0KFDs2bN2rdvX7VqVc1jypQpI7r11Zv29vaSamQkebNt27byyq1bt44ePSpCgosXL4rNpKQkzZOUKFEiy0OXLFlSRAiaV1KsWLFr166JdR8fH0lVD/HDDz9o3sXS0tLX11e96ezsrLnX1NRULLNM/AAAQIGWmTYAyANhAwAAAAC8A5YsWeLq6jpv3rxlKnp6ei1atFiwYEGRIkXkA/T19TWPl0dbUg/7cO/evU8//XT//v3ydAs1atQQoYXmBNEykSVkabGzs8vSIrKEO3fuiJWAgACx3KWS5RjxcOp1OV3IQj3rAwAA7wBiBiAfGEYJAAAAAN4BIkv4/vvvw8LCPD09t27d2rJly3379onAID/3TU1NFUcePHhw7Nixf//99+PHjy9dujRt2rT83Dc4ODhLi7i7nDBldhIAABAASURBVEA4OjqK5cqVK9OzYf5nAMD7RM4amLkByBthAwAAAAAUdN7e3sOGDdu2bZuenp67u3vXrl137dpVp06dW7duia7/l9796tWrPj4+vXr1mjt37vDhw11cXETjgwcPpHz0m3h4eCQkJKg3Hz169PTp07p160qqEZbE8syZM5rHKxSKn376SUQaEgAA7wu5XlAiawDyRNgAAAAAAAWdnZ3dsmXL5syZox59KC0tLTY21sLCwtbW9qV3NzAwEMu4uDh1i7i7CB6kfIQNQUFBM2bMkNdTU1MnTZokrmHo0KFis2bNmtWqVVu8eLHmMErz5s2bMmWKPMISAADvk3TSBiBPzNkAAAAAAAWdtbX1xIkTZ8+e3bx58yZNmoiWw4cPe3h4/P7779lnWciunMqOHTsqVKjQpk0bQ0PDffv2eXp66uvrR0VF5X1fY2PjH3/88eLFi1WqVDly5Mi1a9cGDBjQunVrsUtHR2fJkiUdO3bspFK5cuU7d+6sX7++QYMGIpOQAAB4X2TOhCQByAOVDQAAAADwDhA9/hMmTDh9+vTXX3+9dOlSR0fHnTt3jh07Nj/31dPT27x5c9WqVW/fvv3LL7/8/fffpUuXFqeqUaPGpUuXNEdJyk6kFHv27DEzM1u8eLFYrlixYtWqVeq9ImAQocV3330XGRk5Z84cb2/vGTNmHDp0KMdJoQEAAPAeo7IBAAAAAN4BhoaGs1Vy3BsaGpqlpVWrVppDJLm5uV29ejXLMZrTLWzfvl3KRTuV3PaKBOJrFSl/F9apUyfNC7t0w3PbwWNmJsatGtWtXsFNtISER1qamerr60kAABQMWlqqTy5KG4A8ETYAAAAAAP4zxVycWjWsExgSZmGWUQyxatse/4BgayuLL0YONlBFDsFhEfY2hSQAAP4zqmGUJAB5IWwAAAAAAPxnbK0tm9SprtnStnH9R08CQiMi5aThaVDorL9XipWmdWt0atFIrEQ9izE0MDA00JcAAHgrVFM2SOlUNgB5ImwAAAAAABQg7qWKiZt608LctFf7FkGh4XbWVnLL4dMXz1y5IcKG0QN6FnEqLFoCQ8Ic7GwkAAAA/HcIGwAAAAAAOcs+48LbZ2psVLdaJc2WWpXLW5qbRkTHmJuZyC0zF6wQS/fSxUf06SpW4uITk1OSrSzMJQAAXg8tCcDLEDYAAAAAAN4lRZwKywUNah/16hwTH2+glzGn9E1v3417DhsY6HVv06JmJXfREhoeZWFmwqTTAIB/R1s1jhKjKAF5I2wAAAAAALzbKpQtqblZt1qlIo4OgaFhzoXt5JYVW3c9CQxRTjo9YrAIIRKTkq/e9na0s3WytyWBAAC8lDxng4K0AcgTYQMAAAAA4H3j7GAnburNMQN7PQkKCQoNF0mD2BQrm/YcFitVy5UZ1L2DWHnw+Gl0TKyjva29TSEJAIAXaWtrS0wQDbwMYQMAAAAA4D1nZGhQytVF3ORNV2eHqWOGBYeFG+jryy0XrntcvHFbrIwa0KNM8aLKlmseVpbmLg72xkaGEgDgw6almrOBygYgb4QNAAAAAFDQxcdKeL3srK3ETb3ZvW3zulUrBihHXrKXW9bvPiiWNoUsvhr7saSa9eHRk6cOdraaBRMAgA+EVsacDYQNQF4IGwAAAAAAHzp9PV1XF0dxU7d8N35kUEhYfFKSvOn78NHmvUfESofmDZvXqylWPHzvaUtaDva2hSzNJQDAe001ipKkUBA2AHkhbAAAAAAAICtLc1NxU2/Wr165mLNjQEiYs0NG6cOBk+eeBIaIlZ+/HGdooJ+UlHLFw8vRztaxsK0Bk04DwPuFygYgPwgbAAAAAAB4OafCduKm3pw0fGB4ZHR8QqJIGsRmVEzMwVPno2Niq5YvO6hbe0k16XRsfLy9jTWTTgPAu05bWzVnA5UNQJ4IGwAAAAAA+DesrSzETV4XicL3E0YmJCYlZo68dPfR48OnL6akpqonnV6/66CZqYmrk0P5MiUkAMC7g8oGID8IGwAAAAAAeD2MDA3ETV5v1bCOuIWGR1mYmcgtDx4/CQmPLGxjLYcNj54Enr16w9HO1q1UMdEoAQAKKi1JVdlA2ADkibABAAAAAIA3xdbaUr0+dcywlNTUyKgYeTPqWYyHz91LNzy1tLTksOHQ6QvxCYkifqhcroy+Hn+wA0BBoa2aIZphlIC88d8uAAAAAAC8JXq6unY2VvJ6ZffS4hb1LFZXV0dueRoUcsPrjlip6FZKLEXwsGnvYUd725JFXYoXcZIAAP8RHR3VMEoKhQQgd4QNAAAAAAD8ZyzNTdXrQ3p0FMunwaHypNMxcfEPHj+97ulbrYKbHDZcvuX10P+piB8qli1lbmoiAQDeCnmC6DQqG4A8ETYAAAAAAFCAONnbyiuZk04nJyQmyi062trhUdG3fe872dnJYcPanfstzcyKOBWuUKakBAB4M+RhlNLSqGwA8kLYAAAAAABAwWVkqC9u8nrV8mXFTXOvjrbOnUePfe4/ksMGvyeBp6/ccLSzcS9dnEmnAeB1kSsbmCAayBthAwAAAAAA76reHVpqbqanpycmJp27dlNHR0cOG1Zs2R0SHulob9u1VRNjI0MJAPDP6chhA3M2AHkibAAAAAAA4D3h6uL4Ue/Omi3ODvaxcfGed+7379xGbD6LjZu1cKXIHiqUKdmgZhUJAJAPmcMoUdkA5IWwAQAAAACA91bzejXFTb2ZlqYoW8I1ICTsSVCI3HL49IXLN70cC9u2aFBbPV0EAECTPIxSOsMoAXkibAAAAAAA4ENhZWHWv0tbzRabQlaFrCwe+j9NTkqRW376a7mRkYGri1PnFo0kAIC6siGdYZSAvBA2AAAAAADw4apSroy4abYUK+IUFBp2/5G/vOnhc2/rgWOO9jb1qlYqV6aEBAAfHh1V2KBQUNkA5IWwAQAAAAAAPJdl0mlnB7vGtasFh4arv9K7fNOu8KjownbWnVs2MTU2kgDgfZGUlPLVb5sjo+Ny3Ltu51lxy94+dXRnV2eGoQMIGwAAAAAAQO6sLMxF2KDZUq9G5QePnzwJDJGThpi4+O/nLTIzNSlfukTX1k0l1TTUYmluaiIBwDvFwECvT4e689cczv9d6lQtTdIAyAgbAAAAAADAP1C6WBFxU2/q6uh2a90sKCzcwsxUbjl96fqh0xeMjQwGd+9YpnhR0RIcFmFvU0gCgAKvSjnXyu6uN7we5edgEU70bFtLAqBC2AAAAAAAAP49I0P92lUraLZULlfGyMDgaUioeWb88MeKDTFx8U6F7T4fMVBsJiQmxyckWFtZSABQ8PTtWOfuo8C4+KSXHtm5RXVTE0MJgAphAwAAAAAAeJ2c7G3FTbOlS6smgaHhiUkZPXf3/B4v2bBDX1+vXZP68hhN4ZHRJsZGhgb6EgD816wsTHu0qb1i68m8Dytsa9m0TjkJQCbCBgAAAAAA8GZVq+Cmuelc2L5r66ZBIWHWlhnFDVsOHPW688DKwmz8sH7ycExPg0OzJBYA8NbUq1763LU7dx4G5nFM3451tbW1JACZCBsAAAAAAMBbJUKFRrWqara0rF+7iluZmNg4OWmIiHo2a+FKSTnzasXeHVpKykmn4yUpnUmnAbw1A7s0+Hbe1tS0tBz31qhY3K2kkwRAA2EDAAAAAAD4jxVzcRQ39WYhS/Ovxn4cFBqmrZXxreGTF68eOXPR2MhgUPeOZVWTTj8NDjXQ0zMzMTEw0JMA4HWzt7Vo07jy7qNXs+8Sv3a6t2FeaCArwgYAAAAAAFDg2BSyEDf1ZodmDSq5lQoICi1sU0hu+XPlxviERCND/ZlfjBObUc9ifO49cixsW8SxsAQAr0PbxpUu3bwXHBadpb1d48qFLE0lAC8ibAAAAAAAAO8AkSJoBgmTRw0JCAmLiYmVNx/6B6zffVCsNK1bo1OLRmLF+97DlNRURzs7zdACAPJPV1dnYNf6vyzaq9lY2NayRf0KEoBsCBsAAAAAAMC7x9zURHMKhyrlyohUISg03K6Qldxy/PwV3wd+YmXamI9srS3FyulL1x0L2zrZ2xka6EsAkA+liznWqVr6/LU76pZe7WuLEEICkA1hAwAAAAAAeB842YsgwVa9Oaxn5yfBwU8CQ+SkITwyesv+o2KllKvLmEG9xIrYFRwW7mhv62BnIwFALnq2q3XLxy8uPkmsV3Z3LV/aRQKQE8IGAAAAAADwHjIw0CtRxFnc5E1rK4uvx30cFBKmlTnp9HUv3yNnLoqVwd07VClXRqxcvuVlZmws4gdzMxMJAFRMjQ17tKm9YutJXR2dPh3qSAByQdgAAAAAAAA+CCJvEDf1ZodmDRrWrBITG29tZSm3nLl8/dGTQGMjg58+Hys2o2Nive8+FNlDEScmnQY+aPWqlz537U6Z4o7MCw3kgbABAAAAAAB8oCzMTMVNvTl+WD+xDAoLlzeDwyJ2HTkZl5ConnT6xIWrEVHRjna2ldzLGBky8QPwARnUtWEhS2qegLwQNgAAAAAAADxX2MZaXildrMiMz8fExico0hRyS3Bo+Llrt8RKmRKuctiwbNNOR3vb4kWcxcES3nfp6ekSPlS21mYSPwOQJPVYfMiOsAEAAAAAACBXpsZG6vVeHVqK29PgUCsLZbdjdEzs44Dgm953y5ZwlcMGT9/7Hnfui/ihQpkSVhbmEt5xWXqW6WgGoIngIQvCBgAAAAAAgH/Ayd5WXrEwM/320+FJSSmx8fFyS3j0s6u3vc9fu2VpbiqHDdsPHtfV0XGwt61ewU3CO0WOFtTLzKRBi8gB+ABl5grp8rpmzEDkoEbYAAAAAAAA8O8ZGOgZGGTMO92wZhVxC4+MNjYylFv8ngY+9A8Qm3LYEBgafvTMRUc72zIlXJ0K20ooqOREITI6de+xaLGiUCgy9xA2AB8ikSiIf/siVrCz0W1W10xbW1uOGDLbyRuUCBsAAAAAAABeJ2srC/X6p0P7ShqTTos+69S0tMu3PFPSUuWw4fj5K1HPYhzsbCqWLW1sZCChAFBXM0Q9S92wO0oCgEzlShk0qmmsra3Q0dHR1la2kDSoETYAAAAAAAC8WepJp53sbQd376C5S09PNzAk7KqHd9kSxeSwYenGnSKHKObiVKZ4UQn/EZE0KFTkzW7tHXI78uipUJFJ1K5m5eRgKAF4Z508Fx4WkVy9kmVRF6McD3j0OP7qrWhFenpySoqujo6qTZk3EDaoETYAAAAAAAD8Z+pXryxu6s34hEQDA/3bd+4/CQyRw4YzV26cuHDF0c62aZ0ari6OEt6W9HQpNVUZNhgYaHdrn+srf+VGlBw21KxqJQF4Z3n6xshhQ8O61jkecPxMmDJsUCiSk1PT9dK1MmjLtVBEDhJhAwAAAAAAQMFhbGTYv3MbzRYrc3M760KPA4LjEhLllrnL1inS00X80LtDSwlvRmZlA9MzAHiBKmxIEcmCchglhbY8khJkhA0AAAC/BW9WAAAQAElEQVQAAAAFV7nSxcVNs6WYi9Mj/4D7fv7y5uOnQUs27nC0t61ZqVzV8mUlvLL0TBrzQgOAksggU1JTRdCgq5uWOZgSMhA2AAAAAAAAvEs6tWikuamjq1OiiFNQaHhoRKTcsmnv4Yf+AY52Nu2bNbCyMJfwT8gjokiSlvj/mesAkEH8WkhNTUvTVVY+Kf+nwhhKMsIGAAAAAACAd5iTve2gFyeddrS3DYuI8n3g16F5Q7GZnJK6P2i5VM5SX2EtSa4S8kFd3CABwIvS0pRBg/z7gd8SmggbAAAAAAAA3itZJp0WypnXveMforBMkzcvXPc5e8Xb0d66VaMapYo7S8gV31YG8AJ1EEkemR1hAwAAAAAAwPtMX0+3iHGZwMdFXYo8kyTlLNMlijiILrKQ8Gh1X/qPc1dHxcSam5p8PX6gpCqGiIqOtbOxlD5s9CQCyE6j8ok88gWEDQAAAAAAAB8WW2sLFyd7fX19nczZTTu0rPvIPygi6pm8+fhp8M9/rdfV1WnbtFaHFnVFi9hlZGhgaKAvAQCQE8IGAAAAAACAD10l9xLipt60s7bq37VFYEi4rXVGccOOA2fOX/WyNDf937Cu9rZWoiUoLFZHAgAgA2EDAAAAAAAAXmBuZtyoTiXNlka1K9vbFnoaGGpubiKpxlmat/q8JP1S0tLDTXVAbHxiSkqqlYWpBAD4IBE2AAAAAAAA4CVKuDqKmzxMeVpampaW1KNVuYfX/9LTSZEPuHTz/vpd54wM9Qd1a1itfDHREhwabWVpoq9XgHqfEhKTjAwNJADAG0DYAAAAAAAAgH9GT1e3qrujS9hedUv5Ui4f92ryLC7B2b6Q3PLHqoPBYdF2NubTJ/aSVMUQkdFx9jYW0n/npwW7xw5sZWttJgEAXjfCBgAAAAAAALwqESqIm2bLlFGdHgeEh4RnTDr96EnoL4v26OrqtGlUuWPzqqIlLCJGJBDmZkamxobSm7f1wKXAkMgZ83d8OqRNUWcbCQDwWhE2AAAAAAAA4PUzNjIoW8JR3OTN0sUcfpjQIzAkytQkYyCjHYevXLxxT6xMHtWpuIudWDl10dvOxqKok/WbGOwoKDRaUs0tMWvR7lH9W5Qr7Szhv7Zy1cGfZ23I0mhpaWJjbVGhQvEvPu9jbm6suUuhSBd3uXr97r27T0JDo9zKFqlUqeSQIW1srJ8HXcnJqU2aTXj2LO7woV8L21tlObk4w8DBP127dveTkR3HjumSZe+16/f6D5ie46VqaWldubTQyEhfKhhCQqMaNxnfpnXN2b9+IgEFA2EDAAAAAAAA3obCtpbipt4c2KV+kzruT4IinOyUPcIJiUmrd5wRK84O1t+M6ypWAoIjHweEORcuJFqkVxYYGimvKGe3XnGgd4c6TeuUk/Cf8vLyE0s3t6Kmpi9Ut4SFP9u+40x0dOyff/xP3RgTk/DZpAWnz3iIdWNjg5IlnXzvPBHxwNZtp777ZnCrVjXkw/T1dYcMbj3nt83LVxyY/EWfLI/41/wdImmoWrXU6FGds1+Pt/cjsSxa1N7OzjLLLlsby4KTNEjKS30slmXKuEhAgUHYAAAAAAAAgP+Avr5eiSL24iZvGhka/PxF76fBUampaXKLh6//lv0XxUqfjnXlYOCqx0N9PR1nh0JWFqbSPxQSFq1eT09PX7/rXFBodJ8OdbW0JPxXPL0eieWSvydaFXphIg3xM9Cx89Rjx2+EhEbZqQKq6Oi4fgOmP3gQWLNG2Qnje5QvX0xbW/nOrVt/7OdZ6yZ98bfIHkpkltH06d104d+7Nm86/smIjpaWJurTXrlyZ8HCXWbmxnNmj5Lvnu16lOHH5C/7NmxQUSrYPDzui2WlSiUkoMDQlgAAAAAAAIACoJClWYUyLlXKucqbrRpWnDamy9AejcqVzBjyaPuhy7+vPPj5zPUpqaliMz4h6dRF7wePg5NTUl968vT0rC3Hz3suWHs4NS1Nwn8hMTH54cMgWxuLLEmDoKurU6eWMl568iRMbvn9920iaRg5osPyZZ9XrFhcHRX07dN00me9RTjx/Y+r1Xc3MTHs369FYlLKuvVH1Y0R4TETPpsvVmbO+NjO1jLHS/JWhR9VKpeSCrybtx5oaWlVrEDYgAKEygYAAAAAAAAUUEWdbMRNvTllVOfHAWEhYdF6uspOrSdB4fLIS/VrlBnUtaFY8X0QGBuf6GxfyN7WIj/nv+75aPbifaMHtDA1eRuTVEOTp+ej9PR0N7eiOe4Ni1BWolircghvn8frNx4rU9p57JguWtlKUfr0brpi5YHLl30CgyIcCheSGwf2b7ly1cE16w4PG9bWQF9XPNBnny8IC4vu17d5k8aVc3zElJS0O3efOjvbmpkZSbkTwcbyFQfOnL19+/aDQoXMmzapMnFCT339jF7WhITk6jVHigetXdPt78W7vbz8vv1mkO+dJ0uW7N2w7qsHDwN37Tornk69uuXHf9rd2sZizZrDx45du3f/aa1a7tOmDrBXDd8kn6R2bfeliz9TP+7ceVsXLd6zYvmXNWuUEZs+Po9dXe3VIzudPuOxectJT8+HkRExTk62rVvXFNdgaKAnAW8RYQMAAAAAAADeDcZG+i9OOu3427QBz2ITDA0y+rhu3/E/cPKmpIwlOhVTTTp98qK3tZXpDdXwODm65xc0ff6OCUPb2VqbSXiLvLzlCRuKZN/1NCD85MmbhQqZuajexK1bTorl5Mn9tXIa9EpHR1skFgEB4YEB4eqwoZC1WfeuDdeuP7pjx5lePRsvWLj7wkXvsmWLTPqsVx7XIzKJCuWLSbkLDoka97/fRUd/w4aVevZocuWq7+o1h/38ghcuGC8f4K06SVJissg2WrSobmtj2ahh5W3blZHYX/N3KNLT27apVb162T//2h4UHJEQnyTyhm5dG8bFJ876ZYN4InPnjFZeiZcyhnF/8ZXxVr1c8uWFhEaFhz+rWaOsvGvz5pPffLdCBA+1a7k7OdlcuuQjHuvCRa/VKydLwFtE2AAAAAAAAIB3lamJoWZRQrfWNcUtODRarmxITk45cOpmWESMlC5Juc/NIA6YMX/Hp0PaFHW2kfC2eKnGLCpT+oUu9ajI2DPnbs9fsCM5OXXsmK7ycEk+vo9F8CB/oz9HjqopxENDozQbh33UbsOm46vXHBKd8uKEhob6v88doy5ByO16bty8N2jIzCy7zM1N/pg3Vqz88OMqkTSsWP5llcol5V3Tvl62bdvpU6dvydM8yAnKwYOX1635ytU1Yz4Sbx9lY9WqpUcMby+3LF6y59q1u1On9u/Xp5ncsnLlQa/MSMwzI4Z5oeZDnLlo0YxSBs3ZoaOj42bMXCsea+2qqeoBqcaMnXfs+I2HD4OKFSssAW8LYQMAAAAAAADeK+oxlPT19X6a1FtEDp/PXB+XkJTHXWLjE2ct2j2qfwv3Uk4S3gpPz0diOeGz+RM+y7pLdKlPndKvZ49GYl2hSBe98K7FHPI4VVRUrFhmmfuhsL1Vhw51d+w4M3zkbHGS774d7OxsK73segIDI8Qty65aNd0k1VBFx45dHze2qzppEAYPbC3ChjNnPDLCBlVi8cknndRJw9OAcJGgODgUGjqkjdwSHv4sKSmlRHFHddKQkpIWFh7t7u4qb8pTR7i7uaofJTjkhVIGX185bFDmNGmpiq+mDnByttF8+nZ2VspdaQoJeIsIGwAAAAAAAPA+E5FD3kmDLDklde7y/WYmhjMm9dLR1pbwJiUmJt+7H2BhYdKvr7LDPS4u6c4d/4uXvB0dbb75amDVqqXVsxH4+4ckJqXY2uQ1CYfH7Qdiaa/qYdf08bB2Imx4+jSsY4e6HdrXkfIkj1N0/uyf4qpyPECcSktLq1ePxpqNRYsqQwXxEOqT6OvrduvaQH2AlyrD6NqloZ6ejtxyW9XStGkV9TH37j8VeYNb2SKZJ3lsZm6sjiukzAzDPbPW4ZaHcnbocqqp1AtZm3XpUl/kMbv3nA8JjkxITIqNTTx46Io4wNklr3AFeO0IGwAAAAAAAADJyFC/iKONrq62vp4uXwl/07x9lN/Nr1K55JjRXdSNa9cfnT59jafXo3r1yqsb9fSUHZhx8Ym5nsrb79GjYJFGFClil2VXsWKFXVxs/f1Dp00dIOVJ9PX7+Po7OdnkljQI9+49FQFAlvqJ8IhnYinfS55iWly8rq6O+gAv70dSZm2E+oLFsny555NDeN5+KGVmCeIkd+89rV79hTGjPD2VB6gHVrp58764Ehtrc7F+9uztqdOWhoRGiQctWdKpdClnZ2ebyMiYMqWdmSAabxlhAwAAAAAAAD5opVwdGtQoU61CMREzpKtIeMPkMYvc3V+YlqBPr6br1h2Zv2Bnm9a1XDK/lW9nZyk6zb08H8XGJpqaGmY/1d+L94hlr15Ns08fnZCQLJKGEsUdc7yjJh+fx+J9zzJNgiaFIv3+g4CqVUtlaT939rZYli6tnD5Bnh26VuZgRzIvLz9xYZUqlVC3yFM4yHUJGS2qORjkFvkk5TReGfHQBw5elpQvl/IAzdmhxcqYcb87OBQ6uXmuuvjj/HlP1dnymukaeBOoCAMAAAAAAMD7bPX2Mzm2m5satWpYcfrEXp+PaF+nail9Pb6V+/bIEylrTksgaGtrjfqkU3Jy6s+z1qkbdXV1unVrlJiUsmTp3uznOX7ixqFDVxwKFxoyuHX2vR635YKAIlL+rkc9kFF24tr09fXUwyXJxFUtX3FAZAmtWtUQm57yYEcaKYLcWLyYg3oMJUkVPxQqZOboaK1uEfGDeJryHAz37j+VMtML2fbtpx88CHRysrG0VNZPaM4OfeWKb1JSSp/ezTSHmdq994JYli9P2IC3jbABAAAAAAAA77Og0CjNTdE1XKFskVH9W8ya3Ld7m1p2NuYS3jofVed+hYrFs7S3aV1LJAfHjt/wvfNE3fi/cd1E46LFexYv2ase4So6Om7uvK3j/veHmZnRn399qp7jQVPGVAeZEy/nQc4JypbNK5aoWaNsYGDEQVWRgWzBgp33HwT07dNMXJ70PEF5XpQQFBwZERGjmXaIyxaJheYYSgpFuo+vvwgPRJ4hNiMjYsTS2MhA3nvhovf0n9ZKGpUQmrNDGxgqn7W/f4j6bLv3nN+xQ5mulSrJVOd42whsAQAAAAAA8D5Thw02hczqVStdr1oZq9zH5cdbkJKSJrIEO1vL7NM+iw739u3riFBhy5aTU6f0kxtNTQ0XLpwwaMjM3+Zu2bDhmDzvsafno/j4pAoVis35dZSTk02OD5QZNhSVXiY/scQXn/e5eev++Inzm+6tUrKE040b9y5d9qlSueS4sV3lA7y9/bLM+iDPDq05OpM8WYXmGEoPHgQmJiarL7J8BWUOMff3LXfu+sfEJOzee/6jYe3+/Gt72TIZiYWvr7+UWa5RtUqpQoXM1qw9kpySaqCvd/bcbXE2Q0N9cUKbPKfUBt4EcIn1UwAAEABJREFUKhsAAAAAAADwPotPSK5Rsfj4YW1nfNa7fdOqJA3/OS/VtATly7vmuLd7t0ZiuWv3WZFJqBtLlXTauO7roUPaFLI2v3Xrgf/jkJo1yk6f/tHa1VNzSxqkzFKDCuWLS3lSTux854m1tbm9nWUehxUrVnjdmmm1a7kdO3Z9zdrDinSFiEOWL/vCzMxIUhUoiJNkCTbkaEGzMXuqIRdVlMscUapWTbfvvhmspaW1fsPxsLDopYs+c3W1lzTyCRF4ODpai6hGrJubG8+dM0Zc+aZNJ1avOWxmZjx1av8+vZtKyqKKCAl4u7SY8QYAAAAfIPGfwQqFIjU1NSUl5fiypEsbtco31+8wyVQCAOB9dGxR/MWticXqP6s7JNFYxdDQUF9fX0dHR1tbO/u0urmRJ09OS0sTH6DxUXdDT1UWjW7dI0UXk1SAxcYlmpoY5vPgzOeoSElJvfswfsqvEQYG2svnVcnt+Mk/evk9Sfh0ePGaVa0kAO+s72f7+tyNHTnQtWFd6xwPOH4mbPEav2LO6aP66YpfosZGBkbKX6S6urr/7BdpQRZxd0HwzcmpJg11Sy7U/LAQTzI/z5FhlAAAAAAAAPA+y3/SAAD41wgbAAAAAAAAAADAKyFsAAAAAAAAAAAAr4SwAQAAAAAAAAAAvBLCBgAAAAAAAAAA8EoIGwAAAAAAAAAAwCshbAAAAAAAAAAAAK+EsAEAAAAAAAAAALwSwgYAAAAAAAAAAPBKCBsAAAAAAAAAAMArIWwAAAAAAAAAAACvhLABAAAAAAAAAAC8EsIGAAAAAAAAAADwSggbAAAAAAAAAADAK9GWAAAAAAAAABRs4eHPZv2yYcjQWbXrjq5VZ1SXrl8tXrI3NTVN85g9ey+4lx+yfsMx6d86dfqWOMPfi/bIm3FxiTN+WhsSGiW9LffuBYgLGDzk5+y7UlLSKlb+qFHjT6X8yfJcChrxqorLm/jZAnmzT78fq1YbrlCky5uXLvsuWvyWrnzosFniSry8/LK0T/t6mWj/4stFWdoPHboi2qdMWyq9PmPGzhPnTEhIlvAuI2wAAAAAAAAACrTLl327dvt6xcqDFy95m5oaFbYv5HvnyW9zt/QbMD0pOVV9mK/vY7EsW7aI9G95eDwUy4oVismbAwbO2H/gkp2tpfS2eHgqL6BcOdfsu8SzE+FKjrtyPtWLz6Wg8fZWvlllyrhIqhzF0/ORezlXbW0tsXnkyNXBQ2ZaWJhKb4WpmbFYxscnaTY+DQjfufOsWImLT8xy/N+L92hpaX08rJ30+oioo1hxByMjfQnvMoZRAgAAAAAAAAqu8xe8Pvr41/T09E//161n98aWVso+6MCgiO++W3nq9K3ZszdOmdxPPvKWxwNDQ/2yZf592DB6VCdxk9cTEpJ9fP0bNawovUXeXo+kXMIGj9vK8MDNraiUP5rPpQDy8LgvlpUqlRBLPT2dWzeWqHdduXpHLN3z/UxfkYivxDI+4YVQYdHi3WlpCrESG5Og2X727G1vb782rWsWK1ZYek2ePYsPCo5s26aWhHcclQ0AAAAAAABAAZWSkvbDj6tE0vD9t4OHf9xeThoEh8KFfv3lE0tLk63bTsnFDQpFuofHw9KlnV/X18M9bj8QS3d3V+lfSU5O/Wv+DrnDWiau8K/5OxOTUvK4l5cqbChfLodyhNuqsOGtdcG/aTdvPdDS0qpYoUT2Xd4+j3V1dV6lQuUfMZPDhrjnlQ3BIVE7dpwRQYi4wiyVDYuWKAd3GjGig/T63Lh5T8olYcK7hbABAAAAAAAAKKBWrjr46FFwt24Nu3dvlGWXqanhsCFtW7eqGRHxTGw+fBiYmJgsD8sjO33GY9ynfzZrMbFqteEdOk7N0tE/+7fN7uWHREfH/fjj6kaNP+3R67vAoEjR8tmkhWJvx05T5YkTFizcJQ+m37rtF23afZnlGsaMnVe+4tCHD4OyX/mq1YfEI37x5SKRlMgt33y3QsQPS5fuk3Ih0ggvLz8zM6MiReyy7/X0fCSW7qouafFMy1UY+tPP6/38gmf8tLZ9xykNGv3vp5nr1INKie5y9XMRjyvWg4IjNc925cod0Tjt62Xy5p27T6Z9taxl68+rVBverfs3R49d1zw4+2slLlXkQOIJtm3/pbiLeGV+nrUhLu55v3xkRMyff23v1ed78eI3bPzp8JFz5LBEzcfnsaurvZwMff2t8grFy7j/wCWxcvmyT2pqWqUqH/3y68adu86Jll27z2ne1/fOE9H45eTFUu66dvtaHOPt7Se9jLm5chilhKTn8yUs+nu3eHYD+rcw0NeN1wgbrt+4d/myb7NmVUuXcpZbxJMSb7F4+tVrjuzXf/qNm/c1z9yn3499+/34+HHI/8b/WbP2J+KdEo3ih1D8DIjLq1V39ISJ8wODIu7ceSIpw4aMhCkiPGbK1CVNm01Qvhc9vt2w8bj6RwgFHGEDAAAAAAAAUEBt2XpSS0tr5PCcv0g+bFjb6T8OcyhcSFJ9HV4s1WMobd58csTIOWfPeogWEVTo6GiLjv6Ph/+qvq/o1i9V0kn0FHt6+7VqVaNb14Zyx7Q8TlGrVjWLF3cQK0OHtJn0WS/RJ16iuKO/f4hmpcK1a3ePHb/Rs0fjHEfUGTigZY0aZfftv/jdD6vEpuho3rr1VJXKJcU1S7m4d/+p6IkuX7549l0iXbh772mhQmbykxUXLzqgo6Ni+w2YbmFhOuHTHq1aVF+95vCSJXvl4+VkQn4uxVyVT8TP74VE5Odf1hsY6P1vXDexfvLUrd69v9+x80yJ4g7duzWKio4dO+73fQcu5fFaaWtrffX1smXL97m7uYpXwNjIQMRCHw3/VfTRi+OjouIGDp45f8GuxIRk8eJXrFj8yhXfnr2/P3v2tnzCkNCo8PBn6jdLvPKGhvriZbS1sezVq4loqVCh2KhPOrZtU6tkCUex6e8fqnnxP/20Vnnx/+smvQ7yMEoJmXM2iN7/LdtOFi1q36plDWMTQ81hlBar5qxW/zSu33BMxAm+vv61arm1bFHd945//wHTr12/J+8VPyoiUHF0tBn60SyRzbRpU0sEY+L9HTFytghvxLvWuWO9256PxEt9/fpdKbNmRcRaAwbPuHjRu2698u3b14mKjPn+h1Wzftko4V3AnA0AAAAAAABAQSR6rh8/DilT2tnJyealB2vODh0dHTdj5lpXV/u1q6ZaFTKTDxgzdp7IBh4+DJKzAS+vR3FxiTVrui2ckjHlw1/zd0rKcZOUfb6jR3U6dOiymZnRZxN7ynuLFXM4fuLG06dh6rKD6T+tFSHEuDFdc7wefX3dBX99OmTYz5s2nbh/P+Dq1Tvi2hbMH29ooJfbU5ATghyH07l9+5FIF8pljunkpcpFjhy9un3rDy4utmK9bt1y6zYcu3Ur45v1cnAiPxdXV+XzffQouFZNN3nvkSNXxWMNG9rG1sZCvFaTpywyNNLfvOnbEqqe/YkTenTt/vXs2RtbNq+mq6uT42sVEBC+a/c51bQQneWWaV8v27bt9IWLXg3qV1i56sD9BwFTJvfr3695xgV7+XXv+e32HWfq1SsvvTg7tOiIF/318uQN1auXDguL3rjxePt2dQb0byFa5FqNx4+D1S+FiEYuXfYRIZCcu+Rm29bvpfwxMTaUlL38GWHD0iV7xQ/e8I/bi4DK2NhQXI/cfufukxMnb4rXWX6DxAv4w4+rmzarOm/OaHGkaPlkZKcOnab88uuG9WunScroKCApKeXQ4Suzf/mkRYtq8kn+/Gv75cu+InCaOL6H2Bw/vsfAQT+Jnyvxs2pqqryMA4cuix/RFcu/qFmjrKT6J9Cx89RVqw+JZCWPnxwUEIQNAAAAAAAAQEEkd6kXL+6Yn4N9fP21tLTkL8unpSq+mjrAydlGnTQIdnZWkur75mIpMgPRyS56qz/7rJf6AG9VXCF36CcmJovO4tq13dV7ixdT1gc88guSw4YDBy6LDv0xo7uop5HIztjY4O8FEzt3mSaSBnHY4r8nyiP25Pp85bAhp1kZbnuqJmxwz9glvzKid1tOGoTQUGWfuLm5SfbnknHljzIqG0Tn/m/ztoiu7eEfK7+hv3LVwaiouOk/DpOTBsHQUL9zp/pz520V+UTJko45vlbyTAa3bz8UYYCBvrKLdcig1oXtrSxUF1CnTnkLC9PeqhoFmb29leqhM+pC5GSojOrN8r3jn5qa5pY5Q4OXj5/6ygVxckdH68f+IeqLnzNnk4WFyYicil1EV/78BbuknNjbWR4/9luOu0xNlW9KYqIybAgOidq05aR4izt1rKfaZfTkSaj4mRFxwsKFyjOP+DjjcafPWCPe0+nfD5WTBkG8F02bVDlw8LJ4ucQVeqrespYtqquThtjYxGXL9otnOuHT7hkvtYFel871xcvo7uYqt8ijNl25ckcOG/T0dL78oq+Hx/242ATChoKPsAEAAAAAAAAoiO7feyopwwaHlx4p+qBF13+ZzNmhC1mbdelS38vLb/ee8yHBkQmJSaKf9+ChKyKNcFb1zss1BD16NJY7ymXeXo+cnGzkPMDL+3F6erq72/M5iotnjOej7PUWvc+//rapUCGzoUPb5H1hhw5dDgmNEitRkbE7dp4dlufxcoRQoUIOwyjJJQvqiaO9VfNId+5UT33A3bvKcf/lIoYsz0V0nevr66qLA3bsPPPwYdDE8T3MzJTDB+3dd0FXV6d5s2qaD+foqCwlEV38ImzI8bUqVdKpWbOqR49ea9nys2HD2vbo3lhkFSJ6kffWrFGmdEmns+c8AwPDw8Ofpacr5MkMXFwyikJueShnh5ZLBLw0RnySVFUUYpebRuIi0iY5axF27jp7997TLz7vLV98Fo4ONjVqlJFyYmVlJuXCwkIVNqjm81i2bJ9IPkZ90klbW0tsmpgoqw3i4hIjI2NEilClckn5/PfvB4hn1L9fcxEqaJ5KfoIinxDtcvVG3z7N1HtPnLwhHkW8kuIJqhuNVXUV6ufbrk3tVasOitTk6NGrwz9u37Jl9UYNK4qbhHcBYQMAAAAAAABQEMn9sCInyHFvZERMZFSss7Ot6El/+DAwIiJGdH/Lu86evT112lLRyy+60UuWdCpdytnZ2Ub0F4s0Qv56uLfq6/OahQvPnsUHBkaov4TuperNd8v8fr2k6l6XlOP5KMOGjZtOBDwN++6bwXl/2XzN2iMzflrr6Gg9a+aIz7/8e/acTaIxj7xBhA1m5sbi+Oy7rly9I5bVqpaWVEPr3Ln7tGzZItbW5uoD5Gck1wdkeS5CERe7R6o5G8R9//xzu72dZT/VIEXiJZKnQ6hVZ1T2BzU2NpByeq1kc+eM3rDp+Lr1R2f+vH7+gp3Dhrb9+KN2kqooRLz4omtepDXiCsuUcSlT2kWey0Fdr3Dz5n1XV3sb1fVnjviUscvD40HxYg5yaCQrVszhzBkP0eOvr6/3xx/bRIjSt09zKQLRXnMAABAASURBVCdduzYQN+kfMjFR5hZJickiENq0+UTRovbt29XJ2KX6CYxPSFq56qBYGTmyo9x+964yBqtYsUSWU0VExoilpaWp/LqJZ1Gx4vPo6KYqcald64VXUiQTksbYWZaWJuvWTFu1+tDmrSfHT5wvLmbSZ72bNqks4V1A2AAAAAAAAAAUREVd7SVlMUFwjntnz928bdvpH78fKvqXNWeHDg9/Nmbc7w4OhU5unmtrYyEffP68p6Ts0s2sDPB+LHrSK2l2BKtKB9Sj2chhQ3mNsMHExNDO1lJ0DcfHJ81fsEP0lXfr1lDK3aZNJ5RJg5PN6hWTxcWsXTNt4KAZIm8wMNBTz2SgSWQqSUkprkXts++6fuNeWFh0+fLF5CGbRCYh+vGrVSmleYzcZV9RNfNBluciFCvucOLEDXGvDRuPBQVHfv9tRkwSrpqQoHnzav36Nsv+uHIhRfbXSqajo92vTzNxO3nq1qxf1v82d0vhwoU6tK8jVvYfuPTF570HDWylPrj/wBlSZtGGPDu0PEyQ/HREJiRnOU+fhsXEJDRu9ELfeonMYaAuXPASF//LrBF6ejrSy3Tt9rWPr//Wzd+65TQslSYzM2VlQ3JK6pp1h8VbMHpUZ7msQcqcO1oES9u2nxZ5QIP6FeT2Bw8DxdIm86dLTfyYmZsbF5ZnLPf2q1G9rDzphSw8XPlqa0ZEUubE3e4aFykOGP9p91GjOm/fflr8wIyf8Oe+PTPzM20J/nPaEgAAAAAAAICCp0xpF2dn21OnPfz8suYNt28/3LXrnIuLbceOdaUXZ4e+csVXdBn36d3MVqMvePfeC2Ip+usz7u75UPRBa45mI3fWu2WOm+Tl5WdqaqieC1pWvLiD6A1ftnxfRETMZxN7q7ukc1S/foWqVUutXqlMGiTVnAFrVk+tWqVko4aVcjxedOiL7nv/J6HJqimRNS1evEcsu3ZpkHltj5SX6v5CH7qn5yPxEJq1Am4aY0AVc3VISUkLCIxYtmxfieKOXbtmxCSWqsGF9PV0a9V0U99KlXC+fNlHZCryIELZX6uvv13hXn5IYFCEvNmoYcV5v40VK8eOXRfLixe9LSxMBg5oqT7e3z/02rW7og9dfimyzA4tIgHRjy+/mOJtlbJNkS1P2uHr6//34t3iStq1rS29VmaqwaaiomJXrjokXpy2bWqpdxmrXoHNW06IN2WkxiwRhobKqOapqihBbfvOswEB4a1b1xTv4/37AQkJye4vvkfyA6lnnJZUZQ3HT9wQP8bygFdt23/Zuu0X8i4Dfd3evZqM/7SHeONOnLop4V1A2AAAAAAAAAAURKIDetjQtqmpaRMnLbirmr9BdvPWg1Fj5unqaP866xNd1TfHNWeHNjBUjsDjnzmlsLB7z/kdO85ImUMhBQVHirRAPSOxTO4Br1yppKQaCOjO3SelSjpnuR7RE+3/JGTZ8gM1apR56cg2jo7Wa1ZNcVB9yV0mwg+RN6indM7+ZOvUKSe6+H/5daPogpcbnz2Ln/HT2hMnb4rQpXPn+nKjPLWDukpDPiw4JErdR6/5XGRFVXM5LF+2Txz26f+6qWMScXmOTjanTt+UB1OSlBMUJ33z/Yr5C3bJUU2Or1UJ1Swaly75qFtCw5TzUsjf9Dcw1IuLSxT3kndFhMd88eXfYqV0qYzXU3N26PsPAsSrrT6/p+qplXhxSvCSqndt7u9bY2MTp3zZV8qfbVu/97q9/KVlDVJmZcPRo9fEZX8yqpNmhiQPo3T4yFXxk9O0aRV1e/VqypkbNmw6npSZDIWGRc/8eZ2hgZ48g7SnHAiVfeHR5Z+odeuOyJtRUXHjPv1TPKh6dCkRqzx+HBIYGKG+S5jqhbW1tpDwLmAYJQAAAAAAAKCA6tK5/s6dZ27cvN+p8zTRM+7kbKNIU1y7fs/Y2ODPP/5XoUJGh7uPz2NXV3t5oP+qVUoVKmS2Zu2R5JRUA329s+duP3gQaGioLzq15d7wLDMSy7y8HxW2t5K/YB4TmyCWvnf8f529qXKlEs2bZ0x+4FqscEJCslj5/LPe0hsw6bNely55r1135OSpm3IRgAhRYp7FW1mZzZ0zWj0/hLe3n3g6cnAiu37jnuoZuWZ/LjJ5JKKNm0+Ip6Oe2UI2dHCbH6ev7tbj63bt6liYm4hUJiQ0avKXfeUqkBxfq149m2zdeurrb5adP+8prvO256MLF7xMTQ0HD24t9jZrWtXD4+GgITNbt6ohYo9z5z3lqgj18EG+vv5SZuGFPPu0ulP+2bM4STnXxeHDR69++/UgudHS0sTSyjQsLLpJ48rVqpWWXjcDfV1xhWlpiuLFHdq2rqm5y8REOWuFCGA++qidZm1HxYrF+/Zuum7DsXYdJjdrUkX8wFy84BUfl/jTjI81qzfcXyzRED/Mf83fsXb90dtej8q5FT11xiM9XZkqqeermPBpj3Nnb3fv+W37drV1dLSvXL1z+/ZDd/eimjkHCjIqGwAAAAAAAIACSl9fd/WqKaNHdS5dyjkuPvG2x8PI6LiePRsf3D+rbt1y8jFPnoSGhz+rWCFjUgHRyT53zhjRtb1p04nVaw6bmRlPndq/T++mkvJ7+srvjMsTPLhrzMcgIgR//1D1oDe2Nha9ejURXcyr1xyytDRTH+biohxVqW2bWlnG+XldRH6wc/uP4tlFRcVcvuwrEpRSJRwnTui5b89P6mtTKNLv3HniVraI5hfwvTNqHVyzPxeZPBKR6E8XZ8vyoH37NP3xh6EWFqYbNx7fuu1UqdLOS5dMGqCaPlrK6bWSlIMI6a9dM61/vxYetx+sWHkwMjKmd6+m27f+4KSa2nrI4DadO9UTAc/8Bbuu37jbskX19eu+Eu3BIZHy3W/euu/oaG1na6k+v/r1FDGGaD956lZwUITmIxYtopzKYvynPaQ3w8LSRCzFj1mWdnnu6KJF7bOP3TRt2oCJ43vExsSLn7GrV33r1C23acPXIiSQ93qr5vp2enGubxMTw+XLvqhV083X5/HxkzcaN6okP6J6wgaRdmzf9kOd2u5HjlzduOm4CM/EAatWTNbVffkcFSgItOT4CAAAAPigiP8MVigUqampKSkpx5clXdqoVb65fodJphIAAO+jY4viL25NLFb/Wd0hicYqhqK7VF9fR0dHW3TZamnl8zzpKmlpaeIDND7qbugp5UA6bt1FF2p+z1DwZT5HRUpK6t2H8VN+jTAw0F4+L9cvVk/+0cvvScKnw4vXrGolve8mff73ocOX9+39OUsnMt6oe/cCunT7qkuXBt9/O1jCG/P9bF+fu7EjB7o2rJvzj/fxM2GL1/gVc04f1U9X/BI1NjIwUv4i1RVZyD/6RVqQRdxdEHxzcqpJQ92SCzU/LMSTzM9zpLIBAAAAAAAAwEscPXpt774Lgwe1Jml4m5KTU6d+tcTAQG/c2K4SULAxZwMAAAAAAACAXH3x5aKnT0NveTx0cbH9ZGRHCW+F750nEz+bn5am8PML/u6bwTaZUz4ABRZhAwAAAAAAAIBcpaamXbt+z9nZ9o/fxxka6kt4KxTp6SJmEGHDwAEte/RoJAEFHmEDAAAAAAAAgFzN/vUTcZPwdrmVcfG4uVQC3h2EDQAAAAAAAAAA4JUQNgAAAAAAAAAAgFdC2AAAAAAAAAAAAF4JYQMAAAAAAAAAAHglhA0AAAAAAAAAAOCVEDYAAAAAAAAAAIBXQtgAAAAAAAAAAABeCWEDAAAAAAAAAAB4JYQNAAAAAAAAAADglRA2AAAAAAAAAACAV6ItAQAAAAAAAEABk56evn7DsWPHb0gfng/5uePdRdgAAAAAAAAAoMD5aea6H35cXcy1sPTh+ZCfO95dDKMEAAAAAAAAoMC5eu2uoaF+sWIfYof7h/zc8e6isgEAAAAAAABAwZKSknb37pPy5V2lD8+H/NzxTqOyAQAAAAAAAEAB8sMPq9dvPCZWrly5415+yF9//q9J48pi8/bth6vXHL7l8SA0NKpMaZdJk3pXrlQij/MEh0QtXbr3+Ikb8fFJjRpW/GxCry3bTs6dt/XQgVnOzrbigLQ0xeYtJ/ftv+Dp+cjM1Lh69TJffzXQ3NxYvntiYnK1GiP792/Rt3fTteuOnDvvGR0d17ZNrQkTehroZ3Sr5n2GhITk6jVHDhvWtnZNt78X7/by8vv2m0Ht2ta+dy9g1ZpDV6/dCXgaZmNjUaN6mf/9r7u9nWUez/3kqVubt5y4efN+UlKyu5vrV9MGlCjhKAEFCWEDAAAAAAAAgAKkQsXiT56Gnj7j0bpVjeLFHapUKika1284NuOntSWKO9aq5ZaclHLo8JX+A6avWjmlapWSOZ7k8eOQIUN/jomNb9yosqmp0YFDl+8/CLC3L2RhYSInDUnJqaPHzD13ztPJyaZLp/oBgeH79l988CBg86ZvdXSU48GIbCA9PT06KrbfgOl9ejeb8GmPc+dui7TD3Nxk9KhO+TmDt7fyDEmJyZ99vqBFi+q2NpaNGlYWkcmgITMTE1OqVStVv14Fb+9HO3edO3HyxratPxS2t8rxuf81f+df83eYmRs3blhJR1fn0KHLvfp8v33rDy4uthJQYBA2AAAAAAAAAChAOneqd9vjgVgZPrxD2TIuYsXT89EPP65u2qzqvDmj5X78T0Z26tBpyi+/bli/dlr2MyQnp346/s/QsOh1a6aWL19MtIwb2619x8keHg/r1i0nH7NkyV6RE/Tr2/zLL/rI59y8+eQ3363Ytu10jx6NxKaXt59YHjl6Vd2tL+67bsOxW7fu/6MzHDx4ed2ar1xd7eV7zZy1PiUlbdOGr8uVc5VbVqw8OOuXDSdP3uzVs3H25375sq9IGqpULrlg/ni5ZuKjoW07dZn2+x/bfpk1QgIKDOZsAAAAAAAAAFCwiG56XV2d0qWc5c3pM9ZYWplO/36o3KcviN7/pk2q3Lx5Pzo6Lvvdt2475ePrP3RIGzlpECwtTTp3qi9Wyrm7imVsbOLSpXvFSSZ/2Vd9zq5dGxga6p+/4Km+BkmVaqgLCEJDo8XS3Nwkv2fweqQ8wyed1EmDQpHep3fTH74fqk4aBDt7K0k1IlOOz/33P7eJ5axZI9WjMxUv7lC7trv6UYACgsoGAAAAAAAAAAWI6JH38Xns7l5UW1tLbN6/H3Dj5v3+/ZpbWJhoHubiYieWT56EZmkXdu46K5a9ejbJfnz5csr44eixa4lJKS1b1pAfQiYyAweHQv5PQuVNb1VU0LlTPfUBd+8+EUtX18L5PYO3n76+breuDdQHiIPbta39+HHIoUNXgkIin0XHpqSknThxQ+wqWsQu+3MPDIq4evVOpUolnBytNZ+Lo6P12bO3ExKSjYz0JaBgIGwAAAAAAAAAUIDcvfdU9OO7uxXN2Lz7VCwrVsw6F3REZIykLFkwzX4GP79g0ekvbpqNYWHKugS5pODa9TtiuXTpPnHLct/q1UuLpcgA7tx9WrYVPKJ5AAAQAElEQVRsEWtrc/Uubx9lrYNb2SL5P0O9euV1dXXUu/z9Qz/7fIGHx0NJVZxRqrRLqRKOcfGJUmbJRZbnLpIGsbx58757+SFSNvr69O6iAOHHEQAAAAAAAEAB4ump7ItXd7g/eBgoljY2FlkOO3/e09zcuHDhQlnaFYr06Oi4okXts7RfuuxjZWXmqCoRCA9/JpZ//D7O1NQwy2GWlmaSaiyj9PT0alVKae7yVg2sVLFSifycQZ4dulaNspq7/vfpH+LprF/3VaWKxeWWxMTkJUv3ieDB0so0+3MPD1cGJKNHdZYDDE062jrq4ZuAgoCwAQAAAAAAAEAB4u2l7NMvlzndgqGhnlg+fRIq1XJTH7N959mAgPCePRtn73DX1taytjaPiIjRbLx77+nlyz4NG1SUN+V6iOLFHIoVK6w+Zv+BS/fvPx02tJ2UOd2Cm3tRzZN4ej6yt7O0UdU6vPQMnqozuGvMzRAVGevj69+8eTV10iDfJS1NIQ/ulP25y7mFrY1FrZrPn7uHx8OTp260alVTAgoSsi8AAAAAAAAABYjcTV+8uKO8Wb1aGbHcsOl4UnKq3BIaFj3z53WGBnojPu6Q4xnc3Yo+eRIqj0EkJCQkf/fdCilzDCWhmuqca9ceVt/l0mWfLycv8vF5LM+CIM8OXS4zAxCePYsPDon6p2dQ1ygIBobKdnFh6enpcou3z+Nfft0gVkqWdMrxudeornyUrdtPJSalyC1PA8I///LvTZtPujjbSkBBQmUDAAAAAAAAgAIkOiZeLH/+eZ2Dg/XHH7WrWLF4395N12041q7D5GZNqsTEJly84BUfl/jTjI+zzMqgNumz3pev+A4Y9FPTplXKlHbZu++C3O6umhdBaNOqxp9/bhPnvO31qE5t98ePQ/YfuFSkiN2P3w+TD/D29jM01C+VmQEI12/cE0s3t39wBicnG83Jq0UIUa9e+bNnb4/85LeyZYtcueIrzmmoSiBsrC1yfO6OjtatW9U4cPBy+45TWjavlpKcumXbqbQ0xZpVU+Q7AgUHlQ0AAAAAAAAACpCPh7XT1dXZsPG4tnZG7+W0aQMmju8RGxO/es3hq1d969Qtt2nD1+3b1c7tDCVLOoru+AoVip075+lx++H33w2RSwcqV8qYZVr01K9b+1WH9nU8PB4uX3Hgzp0nwz9uv3H91/LECQpFumhxK1tEW1tLfU7vjFoH1/yfwf3FUZgEcSXlyxc7fcZj8ZK9kVExQwa3nv6jMpwIDonI7bnPmPHxyBEdoqNiV646dOLUTZE97NoxvaLGQExAAUFlAwAAAAAAAIACpHOneuKWpXHYsLbilp+7BwZFKNIUbm5FRNe/3JKSkvbJqN9EeGCtmm5BZm9n+fPM4eKW/QwiY7h1Y0mWRtHjL26aLf/0DIJD4UIiJsnS2Kb189kXsj93QwO9cWO7ipsEFGxUNgAAAAAAAAB4f+zde6FFq0mr1x5Rt2zbfjohIbl9+zoSgDeGygYAAAAAAAAA74/atdx0dLRnz97o7xesp6/rcfvh1at3qlYp2ad3UwnAG0PYAAAAAAAAAOD9Ub58sZXLv/z5l/Vr1x8Vm3p6Oj17Nv7y8z7MqAy8UYQNAAAAAAAAAN4rVauWUk/YAODtIGwAAAAAAAAAAACvhLABAAAAAAAAAAC8EsIGAAAAAAAAAADwSggbAAAAAAAAAADAKyFsAAAAAAAAAAAAr4SwAQAAAAAAAAAAvBLCBgAAAAAAAAAA8EoIGwAAAAAAAAAAwCshbAAAAAAAAAAAAK+EsAEAAAAAAAAAALwSwgYAAAAAAAAAAPJFK5OEFxE2AAAAAAAAADmQOxOTkhR9R17N+8i5ix5IAN59C1c9Ere8j9EIGtIlaCBsAAAAAAAAAF4gf21ZW1sCgBdoid8Pz4sbqG/QRNgAAAAAAAAAZJduZ6M7abhpcnJqckqKWKYpFGlpYqFQdjfiAxMTmyDedjMTIwkfHjlQ0BG0tc3NdAVtkUVqa5M0ZEHYAAAAAAAAAGTI7D1UiJ5EIwPt8qUNk5JSEpOk5GStlNTUtDStdBUJH5hHTxJET7OLg6mED5K2KlzQ1dXR09XV09MRK6qsgeKGFxA2AAAAAAAAAC+QOxB1dESXokKhENlCuuho1E3VUSiRNHyIEpPTDA20jY0MJXyQVOOqid8J2np6unrK2gZllQO1DVkQNgAAAAAAAAAvUHUsCgrRoyjpKwdRER2LCr10hfg/Chs+SAmJKaKX2diYsOFDJCcKcrggMkjxk6CrTCJ1tTOrGySoEDYAAAAAAAAAWSkDBpE0ZAYPurppCkVGzkDa8AGKT0oxNTUyNjKQ8OGR44TMgidtET3qyBM4aGupd0kgbAAAAAAAAAA0qfsNtbXFQkcZNii0dHV0mK3hQ5aQmKIlaRsZEjZ8uNQzNGirpocWvycYRykLwgYAAAAAAADgBeoORB1l1qAscciSNJA6fGgSkpMlLUlPj97UD45mnJBZxyBpTg1N3qDGPw8AAAAAAAAgK436Bm25Qd4kZvgwJSenaeto6+rqSPhQZU8dJJKGFxE2AAAAAAAAADnIsRuRvsUPU0pqmjxIvwTweyAXhA0AAAAAAABAruhVhJCaptBhgH4gT4QNAAAAAAAAAJCXtDSFri5lDUBeCBsAAAAAAAAAIC9pqsoGCUDuCBsAAAAAAAAAIC/KsEGHsAHIC2EDAAAAAAAAAOQlTUHYALwEYQMAAAAAAAAA5EokDWKpyzBKQJ4IGwAAAAAAAAAgV2mpaWKpo6MjAcgdYQMAAAAAAAAA5EqubNDR0ZIA5I6wAQAAAAAAAABylZaWLpY6DKME5ImwAQAAAAAAAABylZYmVzYwjBKQF8IGAAAAAAAAAMhVappyzgZdhlEC8kTYAAAAAAAAAAC5yhhGicoGIE+EDQAAAAAAAACQqzSFsrJBR4c5G4C8EDYAAAAAAAAAQK5SU+U5GxhGCcgLYQMAAAAAAAAA5CotnQmigZcjbAAAAAAAAACAXMXEJoqlvi5hA5AXwgYAAAAAAAAAyFVAcKRYmpkaSQByR9gAAAAAAAAAALkKCIkQS3NTYwlA7ggbAAAAAAAAACBXAcFRDnZWWswPDeRJWwIAAAAAAAAA5CQk7Jnf07CyJRwlAHmisgEAAAAAAAAAcrZp34X09PQaFYtLAPJE2AAAAAAAAAAAOXjwOPimt19hO8tSroUlAHkibAAAAAAAAACAHKzbeU4se7evIwF4GcIGAAAAAAAAAHiBf0D4+t3n/ALCeneoU66UswTgZQgbAAAAAAAA8O9FPVwjSVoS8L6ISUg/cDnlsm9qerpWxzp61RxuRD28IQEfgISIK2KppaWlXv4jhA0AAAAAAAD4Z7RU5PXAq2Ml4J0Vm2KWmGqclGYcllA4KM45JN4pNMFJtBcyDGnovLd4snfgVQn40Ghra2tpyOe9CBsAAAAAAADwD8gdT9o6RjoWddPT09PS0hQqolFsSkABEJ9ikJRikJiqn5j6fKlsSdNPSjVISFEuRUuKQk/zXga6SXYmEdUK3XY0Dy1qGShJhslSFQn4AIhf7OIXuFgqYwajMtoq6qQhn3kDYQMAAAAAAADyRd3fJFZ0DO2tqu9IVElKSkpLSUlNTU1XkYA3IzEpJSk5NSk5JVG5VK6IpbIxRbWelCpWxGZKalr2+xrq6+np6YilvoGOmZmujb6egZ6OvtgUSz1d0W5uamhmYvj8sSTgw6L8xa6jo6ura2BgIJY6KlQ2AAAAAAAA4E2R+560tbVFP5TovpVrGsS6XOIgAfkmYgERDyQkpiQmJcs5QVKSWBdZQooqV0iRD4uNTxTHJKekat5X9IUa6uuKtECZH+jrmpkY2VjpGRqI8EDXQAQJ+rrqdTlmkADkSf7FLmIG8Q9GX/yj0tXVLG7ID8IGAAAAAAAA/APqpEF0Rcl1DGJTThqobICQrIoNEhKTRYSgWkmSNxMyNpOVWUJisogQcry7jo62kaG+oYG+kYGekaGByAzKly6qCg/0lUuxS1/P2MhAAvBaaf5uF3mDXNwgWiSGUQIAAAAAAMAbIo+2oU4axLo6aSBseF+lpKTGJybFJySL8EDEBsrwICFJjhDEMj5BblS2pOY0ipHotjQ20jc2MhRBgpmpsUgLxIqRSBQM9eV1ZbpgaGBiZCB6OCUAb5d6bgY5YNBVkdfznzcQNgAAAAAAACC/MmaHVvU9ia4o9Rjfctgg4V2TlJwSr8oM4hMSxYq8FJtxGZvKCCE+XrmempZDhKCvp6uKCgzE0t7MUmQJYsVYtSnf5F0mRoZECEDBpx4lT06R1UlDPhE2AAAAAAAA4J+Re6PklXQNEgoGOUKIi0+QAwOxEqdaEVlCnDI5SFQ15h0hGJoYG8oRgknGunJTc0XcdHWIEID3h7q+QT1bg1p+7k7YAACQAAAAACD/5IBBnTcQM7w1SUkpcQkJckgQG5cQn6gMDOTwQLWijBZi45UHpKXlMFO3vr6eHBuIm4OdaUZgYGJkbCgnB0YmyhYjExMiBOCDpk4XNJf5QdgAAAAAAACAf0az70lzndThX5AjhNg4ZVqgTA5EhBCnXJEHMorNWM8rQjA1liMEI2WEkLFuqM4VVCtECABeIsdQIf9Jg0TYAAAAAAAAgH8neyeUXPQgQZISk5LlsgMRIcSKCOHFygP1LmWEoMghQjDQ1zPJjBAcC1sr0wJlbGCQsSIXIhgbmhob6ej8gxHVASBH/yhUyA1hAwAAAAAAAF6b19JjVWDJEYI6MIh/vp6gblflCnlECBlpgYgQTF9MDtS7iBAAvIsIGwAAAAAAAPBBS0hMVk2hrKo2iMtcEeFBxvrzaCHnCMFAz8RIVWdgYmTlYJYxfpGJUeZARkamJobKA0wMdbSJEAC8twgbAAAAAAAA8B7KiBDUAxYlJGbMf6CaDkE9L4LYpVDkMPSTiBAyKw9UEYK68sBIGSpkTodAhAAAGQgbAAAAAAAA8M5ISExSz3mgOYSRRq6gbI9PSMwxQjA00FcPVVTI0sxYrjx4cQgjeY5lIgQA+EcIGwAAAAAAAPAfkyOE7JMnZ86FkLGSR4RgmjlskYgQNGdRVgcJxqogQVv7fZ5SAgD+Q4QNAAAAAAAAeP3S0zOrEBISMuZCyBi2SD0XgipCiFM2pqfnECEYGeorcwIRIZgYWluZy1lCxhBGRqoIwSRjhQgBAP5zhA0AAAAAAADIr+cRwguVB9nmQoh/WYSgqjwQEYLmEEbPV4gQAOBdQ9gAAAAAAADwoVNFCIm5zIXwfEU1F0JSLhGCgXrOA5tCFhrJwfO5EJRjGRkZEiEAwHuJsAEAAAAAAOD9JEcI8QmJkcmRSZYxoelR173i0xTpKamK5JS0hMSk+MRk9VwIOSUIygjBVDlUkTInUEYImfMiZM6F8DxL0NIiQgCADxphAwAAAAAAwLtEpAIiG1DdEuIT5WqDRDlUUCYHol25rowQHMFx5QAAEABJREFUROPzCMFdikyX7p1XrqoGMlJFCCaGttaW8rBFGnMhGJpkrhMhAADyibABAAAAAACgAFGGB/GqtCBBOe2BWElMSpIzgysenqqMISnHO8oDGRkbGhkbGdpYWhgbGxkbKoctMjYyun9S685JrSKVUur2TbcuZGlsLPYY6uvr6+joaGtrkygAAF4dYQMAAAAAAMAb9yxOmRrEqaoQlCUICQmqaZaVpQkZjapyhITEZM17mZuamKjSAmPVhMlFnRyVK6pN5YqcJRgrN02NjfJ49NiL8Y9iE420nhkZJkoAALwBhA0AAAAAAAD/RlqaQjVmkWrOA1VgEJeYMbpRgqooQSQKcrSQmPQ8QtDR1lYHBiI/MDY2dLK3lQODjMaMpaG+vp4EAMA7grABAAAAAADgudS0tPj4xNiMnEA5olFmhKBKFBKfRwhJySnqe2lpaSnrDIyVdQaqWgRDBzubjDjBMKNRThEMDfQlAADeO4QNAAAAAADg/ZeckirPgvB8auXMFEE1vlHG7AhiUxypvpeWlmSUMe2BajrlzAhBHtfINGM4I+XSyNCAiQ8AAB8ywgYAAAAAAPCuSkpOkROCOHWEII9flDk1groQITU1TfOORob6xpkzH4jMwMLWWj0vgqpAQT2ckQGTJwMAkB+EDQAAAAAAoGBJSExWxgYZ1QaJCZkpQqyqHCFjguVEZUtamkLzjgb6enKpgYkqNigsIgTj5yUIyvDAOKNGQVubCAEAgP+zdx/wTVV/H8dPdprSlra0UPbee++9ZCMKqCg48e9WnH/1ceEefyeCg+ViqgxR9qay9yp7j1Ja6G5yb55zc9NQWTJKaZPP2zx5nXtzc5s26f+h53t/55ebCBsAAAAAAMAN53bLCCHTU2pwYSFCdhVCmrcQQVXdOZ9rMZuDHd4IQUYFWoQQ5OmCYLcHB3uqE+yeioSgIJPJKAAAwM1A2AAAAAAAAK6R2+1OS8/0xgYZ/4gQzksRUjMy5ME5n2s2mTxFBt6eB0WLRHrbKWc3UtYHhRxBZrNJAACA/I2wAQAAAAAA/INMBVL1OgO98iC7i3Jaxj8jhPSMdC1C+MdzjUZDzqggukhEzi7K2opGDu+mzWoRAADAXxA2AAAAAAAQEBRVTdX7H6R5CxFSLuiinB0hZJ73XIPB4LDb9LIDhyMoOjLClxnooYK+wJHcDLJbBQAACDyEDQAAAAAAFGCKIiOEdO/6RWn/bIGQoxBB3mdmOi98uiPI5ssMikZGnF+CYPeuaxRktxtoqAwAAC6NsAEAAAAAgHzH5VLORQh6eJD2jxRBe9TTTjkr6yIRgt1m9XU+iJYRQnZmoPdY9rZJcGgDAxkCAADIDYQNAAAAAADkqcxM56HjJ1LS0rILEc71P0hNS0/xJAoybLjwiVaLWS87KOQIigoPL1NcW9FI2/QmB9oaRvI+tJBDAAAA5C3CBgAAAAAAbrjEM8lb4vYcOHLsyLETR0+eOu/R0JBgGRLICKFIRHjpoJhz+YGWJehNEexhIYUEAABAfkXYAAAAAADAjbXo77Uz5i9xuZQSxaJKxBRtVKdG8aLRIcEOPUWwWi0CAACggCNsAAAAAADgRolPSPpp2qx9h47KgOG2WzrYbVYBAADgjwgbAAAAAAC4IbKynJ+O/kkOht7Zr3qlcgIAAMB/ETYAAAAAAHBDzF4Sm5KW/vzQe0oUixYAAAB+jbABAAAAAIDcl3jm7MLYNU3q1SRpAAAAgYCwAQAAAACA3Ld60zaTydizQ2sBAAAQAAgbAAAAAADIfUdPxFetUC4k2CEAAAACgFEAAAAAAIDcdvR4fHRkuAAAAAgMVDYAAAAAAJDLFEU9efp0dGSEAAAACAyEDQAAAAAA5LIjJ0663YKwAQAABA7CBgAAAAAAcllqWrq8Dw0JFgAAAIGBsAEAAAAAgFxmMGgtEhVFFQAAAIGBsAEAAAAAgFxmMnnCBlURAAAAgYGwAQAAAACAXGY0amGDqroFAABAYCBsAAAAAAAgl5mMVDYAAIDAQtgAAAAAAEAu8y6jRM8GAAAQMAgbAAAAAAC4RrsPHPpi7MRLPfrp6J8v3Gk2mZ57+J5iRSIFAACAHzEKAAAAAABwTSqWKdWoTo2rekqbpg1IGgAAgP8hbAAAAAAA4Nr16dy2cGihKzy4kCOoc6umAgAAwO8QNgAAAAAAcO1kftDvlg5XeHCvjm3sNqsAAADwO4QNAAAAAABcl9pVK9WqUvFfDytdoliTejUFAACAPyJsAAAAAADget3WrYPNavmXY7peaQEEAABAgUPYAAAAAADA9SocGtKtXcvLHNCoTo0yJWMEAACAnyJsAAAAAAAgF7RuXL9kTPRFH7LZLL07tREAAAD+i7ABAAAAAIBcYDQaBvbsYjaZLnyoc8umIcEOAQAA4L8IGwAAAAAAyB2lYop2bNnkvJ1Fi0S0bdpQAAAA+DXCBgAAAAAAck2nlk2iI8Nz7unbpZ3ZbBIAAAB+jbABAAAAAIBcI3OFAT07+zarVihbrWI5AQAA4O8IGwAAAAAAyE0Vy5RqVKeGHJhNpr5d2wkAAIAAQNgAAAAAAEAu69O5bXCQvU3TBsWKRAoAAIAAYBYAAAAAACBXFXIE3dn7loplSwkAAIDAQNgAAAAAALix3G63CDw1KpcXgfq9SwaDQQAAgEBC2AAAAAAAuCF88+wBO+EOQeoAAEDAIGwAAAAAAOSynDGDj/cxZp79mO9NzuZ7hMgBAAC/R9gAAAAAAMhNeq6gBwwzP0xNPuX27ZEzzlQ5+DH9/ZX3re+1xlQ2GQxGOTYajb79AgAA+C/CBgAAAABALpMzy6qq7liStW2h67xHBPyZ/v66F4zK7P++xWSU/5mEKsgbAAAIBEYBAAAAAEAu8S2apLrVhd9nCgSk43HuHYudTmeW4nKpqiKTJypaAADwe1Q2AAAAAABymZxcjp2QkXJKm1+OLGnq/FCwQGA4sNm5YnK6HCz/QS3XJLuuRatrMFDcAACAfyNsAAAAAADkDm9Ng6qmJCqrJ3snmjvc5yhdk789A0XJauadsVkJh5XUBMPqKWqj27KE3i9anN8yGgAA+BmWUQIAAAAA5Bp9AaXFozOcniWUKtS3lKtrEQgYRpPoMtRbyLJxuin5tEtRXC7F5QmhVD2OEgAAwB8RNgAAAAAAcoGvrOHELtf2harcYzCK9vezgFLAKVXDXLGBljApTuPKX4xOl1PmDYqiyBSKpAEAAD9G2AAAAAAAuF76JLLn0nV13sgsfWeDbvaIGP7qDETt7gs2mrTBnmWW47tcWm2D4nJnVzYQOQAA4Jf4Zx8AAAAAIBfok8g7lmYd36mVNdgLGVreESQQkGTIJKMmfRw73upyOWXgoKjnihvIGwAA8D+EDQAAAACA6+JbQMnlVJeM8faFbnWHwxZEN+DA1WJgkAyc5CBhr3lXrFvmDYrLpSqK3rlBAAAAv0PYAAAAAAC4Xnpf6NW/ZibHa/PIkSVNdTvbBAKYjJpa3+nQx2sn2jIzPJ0bVIVO0QAA+CvCBgAAAADAtfOtwp+WqK6c6NR3dhnqXbIfgaxuF5uMneQgNcG4eZbJ6SluUBSFmAEAAL9E2AAAAAAAuC56WcOi7zNcWdqyORXqW0rVMAsEPINBi5308aZpluRTWptoVVU8N4obAADwN4QNAAAAAIBr5OvWcGK3a/sirS+0wSja3x8sAA8ZO1VsYJEDxWlcNcHs9HSK9qyjROcGAAD8DWEDAAAAAOBa6JPFnkvU1XkjsvSdDW6xR8TwlybOaXefd02tfbHWk3tUrVO04nJnVzYQOQAA4Df4JyAAAAAA4Brpk8XbFzuPx2llDfZChpZ3BgkgBxk+Nehm18crxllcTq24QVEVX3EDeQMAAP6BsAEAAAAAcNV8Cyg5M9XF33vLGlrdEWQLMgjgn1oMDJJBlBwk7DXvWi5cnk7RquLt3CAAAIBfIGwAAAAAAFwLvS/06qmZqYnaZmRJU93OdgFcQEZQre906OM1E62Z6VqnaEVVPHEVnaIBAPAThA0AAAAAgKvjW20/OV5ZNcWp7+wy1Ls0P3ChOp1sMo6Sg/Qk08YZRqenuEFRFGIGAAD8BmEDAAAAAOCq6WUNS8dlurK05XEqNLCUqmEWwCXIIErGUfp4yx+W5FNacYOqKp4bxQ0AAPgDwgYAAAAAwFXwdWs4sdu1fZHWF9pgFO3vCxbAZck4qmJDixwoTuOqCWanS+sU7VlHic4NAAD4A8IGAAAAAMCV0ieFPZeiq/NGePtCN+hmj4jhr0v8u3b3etfa2hdrPblH1TpFKy53dmUDkQMAAAUa/xwEAAAAAFwFfVJ4+2Ln8TitrMFeyNDyjiABXAEZSjXo7u0ivmKcxeXUihsUVfEVN5A3AABQcBE2AAAAAACuiG8BJWemuvh7b1lDqzsctiCDAK5MiwFBMqCSg4S95l3LhcvTKVpVvJ0bBAAAKLAIGwAAAAAAV0rvC716amZqorYZWdJUt7NNAFdMRlOt73To4zUTrZnpWqdoRVU8MRadogEAKMAIGwAAAAAA/863qn5yvLJqilPf2WWodwl+4MrV7WKTMZUcpCeZNs4wOj3FDYqiEDMAAFCgETYAAAAAAK6IXtawdFymK0tbBqdiQ0upGmYBXCWDQYup9PGWPyzJp7TiBlVVPDeKGwAAKKgIGwAAAAAA/8LXreHEbtf2RVpfaKNJtLs3WADXRMZUFRtZ5EBxGldNMDtdWqdozzpKdG4AAKCgImwAAAAAAFyOPvnrueRcnTfC2xe6QXd7RAx/UeLatRviXYNrX6z15B5V6xStuNzZlQ1EDgAAFDj80xAAAAAA8C/0yd/ti53H47SyBnshQ4sBQQK4DjKsatjdro9XjLO4nFpxg6IqvuIG8gYAAAoWwgYAAAAAwCX5FlByZqqLv/eWNbS+02ELMgjg+jQfECSDKzlI2GvetVy4PJ2iVcXbuUEAAIAChbABAAAAAHA5el/o1VMzUxO1zciSprpdbAK4bjKyanOXQx+vmWjNTNc6RSuq4om36BQNAEABQ9gAAAAAALg43+r5yfHKqilOfWeXocEGqhqQS+p0tsn4Sg7Sk0wbZxidnuIGRVGIGQAAKHAIGwAAAAAAl6SXNSwZm+nK0hKGio0spWqYBZBLZHAl4yt9vOUPS/IprbhBVRXPjeIGAAAKEsIGAAAAAMBF+Lo1nNjt2rFY6wttNIl2Q4IFkKtkfFWxsUUOFKdx1QSz06V1ivaso0TnBgAAChLCBgAAAADA+fRJXs+l5eq8Ed6+0A272yNi+CsSua/T/cFGbS0lsS/WenKPqnWKVlzu7MoGIgcAAAoE/pkIAAAAALgIfZJ32yLn8TitrMFeyNB8QJAAboDQKGPDHnZ9vGKcxeXUihsUVfEVN5A3AACQ/xE2AAAAAAD+wbeAkjNTXTLaW9bQ5i6HLYjG0LhRmvcPkoGWHCTsNe9aLlyeTosUkSgAABAASURBVNGq4u3cIAAAQL5H2AAAAAAAOJ/eF3r11MzURG0zsqSpTmebAG4YGWXJQEsfr5lozUzXOkUrquKJvegUDQBAAUDYAAAAAAA4x7dKfnK8smqKU9/ZZWiwgaoG3GAy0JKxlhykJ5k2zjA6PcUNiqIQMwAAUCAQNgAAAAAA/kEva1gyNtOVpSUMFRtbStUwC+AGk4GWjLX08ZY/LMmntOIGVVU8N4obAADI7wgbAAAAAABevm4NJ3a7dizW+kIbTaLT/cECyBMy1qrU2CIHitO4aoLZ6dI6RXvWUaJzAwAA+R1hAwAAAABAo0/mei4hV+eN8PaFbtjDHhrFX47IOx3vDzZqaymJfbHWk3tUrVO04nJnVzYQOQAAkG/xT0YAAAAAgJc+mbttkfN4nFbWEBRqaN4/SAB5SIZbMuLSxyvGWVxOrbhBURVfcQN5AwAA+RNhAwAAAADg3AJKzkx1yWhvWUPrOx22IBpDI6/JiEsGXXKQsNe8a7lweTpFq4q3c4MAAAD5EmEDAAAAAECj94VeNSUzNVHbjCxpqtPJJoA8JyMuGXTp4zUTrZnpWqdoRVU8cRidogEAyKcIGwAAAAAg0PlWw0+OV1ZPdeo7uwwNNlDVgJtEBl0y7pKD9CTTxhkGp6e4QVEUYgYAAPItwgYAAAAAgLesYcnYTFeWljBUamwpVcMsgJtEBl0y7tLHW/6wJp/SihtUVfHcKG4AACA/ImwAAAAAgIDm69ZwYrdrx2KtL7TRJDreHyyAm0rGXZWaWOVAcRpXTTA7XVqnaM86SnRuAAAgPyJsAAAAAIDApU/aei4VV+eN8PaFbtTDHhrFX4u4+Tre5zBqaymJfbHWk3tUz0pKLnd2ZQORAwAA+Qr/fAQAAACAgKZP2m5b5Dwep5U1BIUamvUPEkA+IEMvGX3p4xXjLC5PcYOiKr7iBvIGAADyD8IGAAAAAAhQvgWUnJnqktHesoY2dzlsQTSGRn4hoy8ZgMlBwl5z3DK3y9MpWlW8nRsEAADINwgbAAAAACBw6X2hV03JTE3UNiNLmmp3tAkg35DRlwzA9PGaidbMdG0lJUVVPDEZnaIBAMhHCBsAAAAAIBD5Vr1PjldWT3XqO7sMDTZQ1YB8RgZgMgaTg/Qk08YZBqenuEFRFGIGAADyFcIGAAAAAAhQelnDkrGZriwtYajc1FqqhlkA+YwMwGQMpo+3/GFNPqUVN6iq4rlR3AAAQH5B2AAAAAAAAcfXreHEbteOxVpfaKNJdLjXIYB8ScZglZpY5UBxGldNMDs9naI96yjRuQEAgPyCsAEAAAAAAos+Oeu5JFydN8LbF7pRL3toFH8hIv/qeJ/DqK2lJPbFWk/uUT0rKbnc2ZUNRA4AANx0/FMSAAAAAAKOPjm7bZHzeJxW1hAUamhxO2UNyNdkGNawp10frxhncXmKGxRV8RU3kDcAAHBzsRwnAAAAAAQQ3wJKzkx1yWhvWUPbQQ6LXfi33lUezczI8m2GhDkiihYuUa7oLXe0atSulripjh2I375uT/u+TfXN4f8ZuWzW2smbPpMvUiCH5rcHbV6QmX7WnbDXHLfMWbWN02Q0GQ1GgzDoBAAAuHmobAAAAACAwKL3hV41JTM1UduMLGmq1cEmAoDZYqrXspp+iykTnXImdcXs9a8O+fz1B75S1Zt2UXzCiTNDO7+2MXanwL+xBRna3OUNYNZMtGamayspKariic/oFA0AwE1GZQMAAAAABArf6vbJ8crqqU4htCvBuwwNDpArwkMKB7/70zM59xyIO/rW0BF/z93w02cz7n66l7gZnFnOrAynwJWp3dG2ekZGwmElPcm0cYah0e1Oo17cYOBiSgAAbjL+nzEAAAAABBC9rGHJ2ExXlpYwVG5mLVUjcK9CK1O5+BtjnggOCZo88q/4o4kC+Z4MxmQ8po+3/GFNPqUVN6iq4rlR3AAAwM1EZQMAAAAABARft4YTu107Fmt9oY0m0WFIoHcFKFE2um2fxn/8sDh2zvpeQ9rrO48fOvXt25N3bd6fkphatFRU216NBjzaLeezThxK+OrVn/bvOpJ8OrVY6ai2vRsPeOQW36OKov72/bzlf649sPNIUEhQ8bLRtz7QqVmnuhd+9Vk/Lfn8vz/IweyJy+Rt2Ef3drq9uf5Q2tn0z18cv339Xvme1W5apesdres0q+J7YmZ61tdvTNiyMu7k0dNRxcJrNqn8n9fvsDusIgDIeKxyU2vc31mK07hqgrn9o06jyWQ0mgxG1eCmcwMAADcNlQ0AAAAA4P/0y709l36r80Z4+yQ36mUPjeKvQtGwTU15v3PjPn1zz9ZDj97y5uqFm6vXr9jtrjZyz5gPfvt42Bjf8ft3Hnm81/C1S7dVqlW2x6C2NrtlzPu/jnjtF98B37416bu3JyclJHe8rXmlGqV3rt/7xgNfrVm09cIvXbFmaZlDyEHl2mXveaZ3+eqlfA+9MuTTTSvjmnSoXbFGmYXTVv33rk/2bj+sPySThuf6f/jXL0vDo8N6DW5fqkIxGVS8MPDDwFmOqcO9DhmVSftirSf3qIpLq29wZ1c2UNwAAMBNQWUDAAAAAAQEfRJ220Ln8TitrCEo1NDi9kAva9CFRYTIe5kNCK2DguvjYaNdTuXjKS9UqlVG7hn8nOvDp76fO2VFq+4NG7evJfd8/dovGakZX/7xSrmqJYUW4bjlnuljF7Tt1bh6gwoyCZg2dkHtplXenzBMv8p+29o9z9z63oLf/27YtsZ5X7pynbKhEYV+/W5uuWol73yyR86HChcJ/XzGK0EOrXf3hC9njf3wt0XTVpWvpn3FKaNmx23a/+S7d99yZ2v94MUzVr/72De/jZ6Xs8DCj8mQTEZlK3/LkOMV4yx93vAUN5hMBqNRL26QH3VKHAAAyGNcwwIAAAAAfs63gFJWhrJkjLesoc3dDotdQAoJ03oApKdqM9ebYnfu3X645+B2etIgWazmoa8NNFtMv343R27u3LB/Y+zOzv1b6kmDJOe3732xnxz8Pnq+vkf+tM8mpiQnpembMoH4YuYrMhsQV+OOR7vrSYPUtndjeR9/NEHflOFEmUrFfUmD1KZno+oNK0z9do4IGDIqk4GZHCTsNcctc7tkQORyqYq3c4MAAAB5jsoGAAAAAPB/el/o1VOzUj1dkKPLmWq3twl46DFDULCWvRzae1x44oGcB0QWDStZvtiuTQe0A/Yck/enjiX+/NnMnMcUCg067HmuLcja4dam83/9+8H2rzTpWKdui2pNOtT2RRdXrnz1kr5xeJFQ7XWmaK/z5OHTqcnpRUtGnvcCsjKcZ0+nnDmVHFYkRAQAGZW1HeT4c0SqHK+ZaC3XOMtscnmaNxhV1SDvhdZNmuIGAADyDmEDAAAAAPgz3yr2yfHK6qlOOQErd3YZGsw0rM+xg/HyvlipIvI+4aiWxhT2TO7nFB4Vun/nkfS0zNMnk+Tm3/M2ytt5xyj7T+qDp94fXLRkkd9Hz5szabm8mcym+i2rP/72oOiSEeKKmSzn/mDXJ8316/VPndBe4d7th30tHHI6eig+QMIGqVYH29o/M07uU9KTTBtnGBrd7jQaTUaD0WBgFQcAAG4CwgYAAAAA8HN6WcOSsZmuLG3Oukoza/HK/DF4ztrFWuvmyrXKyvvC0VrMkHTq7HnHJMaftdrMQQ5bRHRhuTns4/s63dbsUie0WM33DOt95xM9juw7cXjP8dkTl61auPm1+7/4evZr4roVKRou77sMbPn0+4NFYJMRjIzNfnhRe7O2/GGt2i7DXNRlMplUVeYNFDcAAJDXSPsBAAAAwG/5ujWc2O3asVjrC22yiPZD6At9zrED8Yumr5RBQtNOdeVm8bLRwtPSOecxCSfOHN57vFqDir4Dtq7ZlfMAVXVP/GrWHz8uluODu4598tzY5X+uM1tMZSoXb3FL/ddHP16tfvl9Ow6fPHz6whdgEFc3Gx5dMsJmt25fs0d+0Zz7506J/fmzmVmZLhFIZGxWuZlVDhSncdUEs9PldCkuVevbQOcGAADyGmEDAAAAAPgnfbLV0y9XnTfC2xe6UU97aBR/CXodP3Tqw2e+lxP03Qe1DYssJPfUb1m9eNmoGeMW7t5yUD9GcSnfvDXR5VRad28oN6vULVepVpm/flkaO3eD7zy/j5435oPfEjwrLIVFhsyZtHzqd3N8YYCqqOmpmcEhQfqXOI/ZqlWZZKZniSvWZWDLg7uPfff2ZN98+vb1ez99YdzG2B0yNREBpsMQh9GkDfbFWk/uURWXS1Fcbk+baJ0AAAB5gspZAAAAAPBb+mTrtoXO43FaWUNQqKH5bYFb1pCclPrSXZ/k3NQThUbtat77/K36TluQddiH9w5/ZOQz/d5r3rlekWKF1y3dtnf74fZ9m3a7q7U8wGQyPvX+4Ncf+OKNB75q2qluhRqljuw9sWj6qhqNK902tKs8ICyiUL8HO0/9ds5Ld35cp1lVuWftsm37dx75zxsD5ckvfFWh4cEyh1gxe518bT0GtW1xS33xb4Y813fPtkO/fjd3+7o9tZtWycp0/vHjIvl1Hxs+SAQeGZ416mVf+ZvWPXvFOEufN5xam2iTyWA0GtwGSf4KsJgSAAB5gLABAAAAAPyQbwGlrAxlyRjvVfNt73FY7CJguZzK+mXbfZtBDlvDtjVa3dKw84AWOSejZWwwcs4bU7+Zsyl2x9qlW6vWLTfwse6tezT0HSADhlFz3/ztu7nrV2z/7ds5xcpE3/t83773d7LaLfoBg5/tI3/408bM3xi7M7pkRNW6FV777tFmnmWaLmSxmh9+beCI//t554Z9DdvWFFfAUcj+0aTntOqKORtm/rAovEhop9tbDHqqV3hUqAhILW53bJqfmX7WnbDXvGu5s0prp0nvFK21bDCQNAAAkDcMVBQCAAAgAOmTsC6Xy+l0LhyduWqioWZHa8/nCgnAX+gfckVVVvyUEfuLto5/dDnTkI/CmHeFX9o4P/Ovr1LlIKiwcvvHWcGF7BarzWK2GGXqYDQSOUgLvklbOTWjXMuzze/NcHjY7Xar1WoyeX9EAgCA68NKnQAAAADgb3yr1SfHK6umeDsGdxkazHQi/FXt9jYZp8lBepJp4wyD0+X0NG9QuMISAIA8Q9gAAAAAAH5Iq2xwq0vGZipObbNKM2vxyqyjC78lgzQZp+njLX9Yk09pbaK12h7tptIpGgCAPEDYAAAAAAB+xdet4cRu147FWl9ok0W0HxK4faERIGScJkM1OVCcxlUTzE6X06XlDTJqUEkaAADIA4QNAAAAAOA/9ElVz6Xc6rwR3r7QjXoFhUbx1x/8nwzVTJ4u3ftirSf3qJ6VlFzu7MoGIgcAAG4o/rkJAAAAAH5Fn1TdttB5PE4rawgKNTTvFySAACBDtUY97fp4xTiLy1PcoKiKr7iBvAEAgBuHsAEAAAAA/IRvASVnprpkjLesoe09DotdAAEYSEhsAAAQAElEQVSi+W0OGbDJQcJe867lbpenU7SqeDs3CAAAcMMQNgAAAACAX5EzqqumZKYmauNiFU2129sEEDBktCYDNn28ZqItK0PxVjYIllECAODGImwAAAAAAP/hmU91H96q6JvVW5E0IOBUa+792KclGk8fURRFq2ygcwMAADcaYQMAAAAA+A99HaUW95j0zdip6c4MAQSU2F/T9UHpRulhxZ2qBzEDAAA3GmEDAAAAAPgD31yqvC9S1l2xhVbckH7WvWJqugACRspp96pp2mfeYFJr9j6jxQwqaygBAJAXCBsAAAAAwA81vkMxWVQ5WD09/Wy8KoDAMH9MquLUBhU7JNnDXAIAAOQVwgYAAAAA8AcGD9+gUKSxZndtzlVOvC4YmyaAAHA0zrVjeZYcWEOclTqcMRiN2i+F5/8EAAC4wQgbAAAAAMB/6EmDnGM1Goy1uruCCmuLKe2MzZKTsALwd7NHpeqDKt3iTVZhMpqMRpNk9NDTOAAAcIMQNgAAAACA//BGDQZtitUWZK5/u7c9tJyEZcl6+LfNCzJP7tPStUIx6aUapVrMFpPJLMnIQS9x8BEAAOAGMAsAAAAAgB/RCxvkBKvZZK7Ywrljvithr1lOwm5emFm7vU0UZJv/jvv1+7mb/95ZOCrs3R+fiSoeLm68OxoOi4qJ+HzGy+LG6F/v6WIli1zP+V8d8tnqhVv+OvDtpQ54sMOrqkv9fvHb+qaquudNXTFn8vIDcUflHHyJ8kVvf7hrs051RUHmzBALx3uXC6vV76SMGeRN5g1mT+Sg5Q0GKhsAALixqGwAAAAAAD/hu3Dbs3KM2XNVt6XJoHT90UXj05wZouA6cyr5tfu/iJ2zIbpEZHSJiMhihQWuybfDJ33y7FiZNMiAoWX3BscOxL/xwFeTR84WBVnsr+npZ7XinZh6ZyLKOvWYwWzRkgYjyygBAJAnqGwAAAAAAL+ipQ1ug5Y2qPI/S3QFV9kmGftX2uVU7IopaW0GOUTBtH/X0bSUjJ73tHv0rTtFHvplzcfCj+zecvC37+eFR4V+Pv0VvTRkyHO3vnrPp6Pfm9qgdfXy1UuJAuhsvLpqmhaqGUxqte4JMmMwZ9c0mP9Z1kDeAADAjUNlAwAAAAD4j3P9obXyBrNnzXpLwwFOk0WVj66ekSGnZUXBpCraK48qESFwHTavjJP3tz7Q2bcIVUiYo/d9Hd1u9/rl20XBtHBcmuLUBuXbJjjC3TJgsFisVotVyxvM3soGYgYAAG40KhsAAAAAwN/oeYPbbdSyBtUSGqVU75qxeYZDTsguGJvW57lCoqB5oufbcZv2y8Hod6fK273P963XsvoTvd5+6oPB65ZsW7Noc3iR0Bc+f7BynbJnTiVPG79g+9o9Ozfsc4QExZSJ6ti3WZeBLfXz/D5m/sjXJ3w7/60Vs9etXLDp2IH42k2r9LmvY7X65edOXjHv19hdm/bLkzz06oDy1UrqT8nZs8H79IXD1y3ZEjtnQ9zG/dElIjv0a3b70C6+l5qelvn79/OWzlp76nhig1bVBzza7bfv582bGvvHnpGX+Qb3bj884rWf9207HFU8olaTyrc91KVoqcic5xz7/m9rl26NP3I6Kia8RuNKD78+MMhx8Q4cGWlZv4+et+zPtfHHEpu0rz3wse45H63Xstrjbw9q2KZmzp2FQrV6l8y0LFEAHY1z7VihvXJriLNChySz2aaXNWg3T1mDkbIGAADyBGEDAAAAAPgVbRUlt9vbu8HTJloxmWv3yNi9VElPMu2MzZKTs8UrF7A/BrsObFW2Sok5k5c3bFujev2K1RtU1PdPH7vg8N7jFaqXSjp1tnz1UnL2/9V7P089mybn67vf2WbPjkObYnduW727Qs3SFWuW9p3tzaFfyen1rne0ls/66bMZ65Zs7divedyWA7cMbFWzcSUZFbx01yffzH0zLPLiqcx7j42yB9s73da8Wee6v3479/t3plht5t5DOsiHsjKcLwz4MG7TgVpNKzdoWX3b+j0yESlaMvLy352MJV6446PwyNDOt7fYsnrXjPEL1yzeMmrOG1a7RT6alpr5dJ93DsQdld9704519mw9OHvist1bDnw4+QVH8Pl5Q1am64WBH+7cuF++APkKt67e9VTfdwzZcYIkf4zylvMpikuZPm6+HNRpUU0UQLNHpeqDKt3ibXatqMGSXdNgMpkNnpoGnQAAADcSYQMAAAAA+Bt9XlUrbhAmk1srbrA7lPq3Zyz/Nlh4JmeHfBRWsKZeu93VOqZMlAwbajer2v/hrnKPzBXk/cFdR7+e/XqpCsX0w8Z88GtKUuqIv14rU7m4vmflgk2v3fvFkplrcoYNNrv1w0nPy+loOU5LTp844s/Vi7eMnP26vieiSNgXr/y4csFGOfV/0RdjsZg/mPCsyaStS9ywba0H2r6y4Ne/9bBh1i9LZNLQa0j7R964Qz9YnuqPHxbLzEdc2umTZ259oNNDr/aXY0VRX7/vy9WLNm+M3dGoXS2557u3J8mk4fG3B3Uf1EY/fvKo2TLh+OXzmfe/1O+8U82esFQmDfJIebzclLHT/54fN2fScl/YcB6ZNHzw1PerF27pekerGg0riIJm04LMk/sUOSgUk16qUarZbNdrGix6WYPpXFkDAAC40ejZAAAAAAD+SSttyC5ukNOvFVu4I8ppC9vLyVk5RSv8QoNWNXxJg9T3/k5Pvn+PL2mQylXWVkM6czo557NadW+o5wpShRpaCNG0Yx3fnjJVtQv/Tx4+fakv2qJbAz1pkEqUjS5ZoWjCyTP65oJfYx3Btruf6e07eMhztzoK2cVlWW3mQU/30sfyzK17NPS9gKwM558/L61Wr7wvaZBuH9pFZifTxszLynSdd6pFM1db7ZZ7hvXRN+Vn4P4Xb9MrJC6kqu73n/x+8YzV7Xo3fnz4XaKgcWaIRePT9HGtfif1DiWW7NbQRk9faGN2ZYMAAAA3GGEDAAAAAPgh39IxRpPJpMcNZkvTuzP0Rxf/kObMEH6gWOmonJuN29fSyxH2bj/863dzX7/vi8d7DZebzqx/TMrnXNfIYtUq/iOiw3x7rJ49TqfrEl9TROY4WApy2PXzu5xK3KYDZSqXCAk7V0Ygx+WqlxKXVbJ8sZyBROEioUJbPUl7hw7tOe52u6vWL3/eU6rVryCThgNxR87bv2317hJli4ZFnFsAKiyyUPEy0Rf9utPHLVgyc3XzLvWe/d/9l6+9yJ9WTE1PP+uWg5h6ZyLKOvWYIccaSvSFBgAgT7GMEgAAAAD4LS1tcBu0tEGV/1miK7jKNsnYv9Iup2iXT05re7dDFHAW2z/+qj2y/+So1yesXrRFTtDLzcq1yzbtWGf2xGXnPctmt563x2i6ikvxgoLPr1TQv1zq2XShTe6HnPdohCc8uAw5SZ5zU58fdwvtnPHHE+V9eNT5Zwj3nDMx/mzOnZnpWfKVFC5ywQsoGnbi4ClxgeV/rQty2B5/e5DJVPCuRDwbr66erv3ADSa1WvcEraQhu6ZB7wttoC80AAB5i7ABAAAAAPzTuc4NbrdW3GBS5FRswwGZh9ZZFadx9fSM+l3toVH+U++uuJTX7vvi2P6TvYe0L12peMO2NaNLRBw/dOrCsOEGCY0IlnPdZxNTztt/5nSKuFYRFwsVtD2ntD0h4cE5d9qCrFa75XT2mk4+aZ4U5ELHD8aXrVLiwiSjQFgwNk3RVgUTFdufdoS7zVpnaKs1u6zBSFkDAAB5jrABAAAAAPyZwbNuvdtt1FZSUi2hUUr1rhmbZzhURcwfm9b3uULCX8RtPnB4z/H2fZo8/PpA387j+hX9nsqDG03+qGXIcWj3sbTUTEewTd8px/svWOzoysWU1VZA2rZm93n7t67eZbWZZVRw3v7KdcrGbdgnwwlfhJCZnnVk34nQ8Iu80S98/pA9yCoKoKNxrp2xWXJgDXGWa5doNtv0sgaz3hfaeK4vNHkDAAB5hp4NAAAAAOC3fPOthuxO0SaTuXYPJaiwIvfHxWbJSVvhL6xWrQ1yetq53teKov7+/VyRvcxRHmh5S/3kM2njP/zNt+fHT6advY7KhpAwR9tejXdu3D/rpyW+nb+Pmb93++GWtzQIctjOO75553pZma7R701RVe1blt/4N29Pki/poiev2ahixZqlRUEj38zZo1L1cZVu8Ta7VtSQo1WD2ZDdFJqkAQCAvERlAwAAAAD4s3OLKQmTya0VN9gdSr1+6Su+1y51l5O2Qz4K848p2TKVi5epVDx2zoahnV5r3LaWxW5ZvXDzgbgjcgo65Uy6yBN97u+0bNZaGQbs2X6oau1yOzbtO7jrWGSxwpdayOhKDP2/AYf3Hv/8vz+smLOuXNVSe7YeXLd0mwwJhv7fwAsP7j2k/bqlW+dOiT2850TNRpW2rd+za9P+IjHhFx6puJTuFR622a3Tdn4lCpRNCzJP7tPSsrBS6aUapZrNdr2mwaKXNZjOlTUAAIC8RGUDAAAAAPg/rbQhu7hBTstWaiUiymkL3stJ283zM4VfkKHCy18/LGfhD8QdnfzN7D9+WlyiXNGPJr9QuU7ZnZv2ZaZniRvPEWz7YNLzrbs3jD9yes7UFTGlo77649XI6LBCha+9F3d4VOhn019++PWBquL+65cl6akZMn74ZOqLYZEXWRlJvsFvjH7ikTfvdLvdM39clJ6a+crIR0pVKCb8hTNDLP7BW6hRo98Jk+fzbMluDW309IU2Zlc2CAAAkIcMeVZMCgAAAOQf8p/Bqqq6XC6n07lwdOaqiYaaHa09/WjxeuA8+mdedavyQ5/lzMzMzDgWlzXrzRD5UFCo4T8jwy12get3aM/xiOiw4JCgnDvvavKcnO5/7+dhAtdt0Q9pK3/LkIOYemfq3xVvs9lttqCgIIfVardabRZv5KBdWEnYcJ4F36StnJpRruXZ5vdmODzsdvlDs5popg0AyCVUNgAAAABAQPBc6W2QE4tmk1nOyUZXMJZtok3app91L5+cJpAbJo34s1/NJ/ZuP+zbs2Tm6oTjSdUbVhS4bmfj1dXTtQ+twaRW656glTRo7RqsWn2Dpy+0gb7QAADcPPRsAAAAAAD/d65zg9ttNJr0xWcaDsg8tM6qOI1yArd+V3toFJejXa/WPRrNnbLi6T7v1mtZrUS5otvX7dm2dk+RmPDegzsIXLf5Y9NUrVmDqNj+tCPcrScN3jWUzGYjV+gDAHBT8U9JAAAAAAgUBs969iY9azBbQqPM1btq14nLCdz5YyhuyAWN2tV8e/xTjdvXOrj76NRv5+zcsK9Vtwb/+/Wli/ZXwFU5GueKi9Uab1hDnOXaJfpaNZj1vtDGc32hyRsAALgpqGwAAAAAgIAgZ2Ddbrenb663U7RiMtfukbF7qZKeZIr7O+vQVlepGvyReL0atKkhbwK5yu0Ws0el6uMq3eJtdpM5O2nQllAyaWUNhmwCAADcDFQ2AAAAAECg2zeuogAAEABJREFU0KdijcbshZTMFrvDUq9fuv6onMyVU7pAPrR5fubJfdoKSmGl0ks1StViBr1hg17WIJMGQcwAAMBNRtgAAAAAAIFFyxuyixvkdG2lViKinFPuTzisbJqXKYB8xpkhFv3oXearRr8TescRb6sGk9no6Qutd2sgbwAA4CYibAAAAACAAOJbakZv3aDXNzS9O0N/dPFPaZnpVDcgf1k+OS39rPaxjKl3JrykS48ZLBZr9hpK9IUGACBfIGwAAAAAgIDjuQLcoKcNcuo2uoKxbBMtb5BTuismpwsg3zgbr66ern04DSa1WvcE7+pJFqtW3+DpC22gLzQAAPkDYQMAAAAABBZf5wbPnd69wdJwgNNkUeWja2ZkyOldAeQP88ekqVqzBlGx/WlHuFtPGizZraGNlDUAAJBvEDYAAAAAQCAyZEcN+kpKoVHm6l2168flxO680WkCyAcObXXF/Z0lB9YQZ7l2ib5WDWa9L7TRZKSsAQCAfIOwAQAAAAACjm9+1pDdKVpmDrV7KEGFtWvId63MkpO8Arip3G4xe1SqPq7aPd5mN5mzkwZPqwatrMHXg0QAAICbjbABAAAAAAKRbzElY3Zxg91hqdfP27BBTvK6aRSNm2rTvMyEw1r6FVYqvWTDVC1m0Bs26GUNMmkQxAwAAOQjhA0AAAAAELi0vCG7uEFO41ZqJSLKOeV+Ockrp3oFcJNkprsX/+RdzqtGvxN6ZxFvqwZPIY6elFHWAABA/kHYAAAAAAAByrcEjd66Qa9vaHp3hv6onOqVE74CuBlWTE5PP6t9/GLqJYWXdOkxg8Vi9faFNhrpCw0AQH5D2AAAAAAAAc1zZbhBTxvklG50BWPZJlreIKd6YyelCyDPnY1X18zQPoQGk1qt+2nv6kkWq1bf4OkLbaAvNAAA+Q9hAwAAAAAELl/nBs+d3r3B0nCA02jWLipfPTNDTvsKIG/NG52mas0aRMX2px3hbj1psGS3hpafU8oaAADIhwgbAAAAACDQGbKjBn0lpdAoc41btJoGOeErp30FkIcObXXtWpklB9YQZ7l2ib5WDWa9L7TRZKSsAQCAfImwAQAAAAACmm/e1pDdKVpmDrV7KEGFtWvL5bSvnPwVQJ5wu8XsUan6uGr3eJvdZM5OGrQllExaWYOv14gAAAD5CWEDAAAAAAQ632JKxuziBrvDUq+ft2GDnPx10ygaeWLTvMyEw1rKFVYqvWTDVC1m0Bs26GUNMmkQxAwAAORThA0AAAAAAI2WN2QXN8jp3UqtREQ5p9wvJ383zs0UwA2Wme5e/JN32a4a/U7oHUS8rRo8BTd6IkZZAwAA+RNhAwAAAABA+Jam0Vs36PUNTe/O0B9d8nOanAgWwI0UOyk9/az2MYuplxRe0qXHDBaL1dsX2mikLzQAAPkZYQMAAAAAwMtzxbhBTxvkVG90BWPZJlreIKeAV0xKF8ANczZeXT1T+7AZTGq17qe9qydZrFp9g6cvtIG+0AAA5G+EDQAAAAAAja9zg+dO795gaTjAaTRrF5uvmZkhp4MFcGPM+z5V1Zo1iIrtTzvC3XrSYMluDS0/j5Q1AACQzxE2AAAAAADOMWRHDfpKSqFR5hq3aDUNciJYTgcL4AY4tNW1a5XWIMQa4izXLtHXqsGs94U2moyUNQAAkO8RNgAAAAAAvHzzuYbsTtEyc6jdQwkqrF1zLqeD5aSwAHKV2y1mj/LmWFW7x9vsJnN20qAtoWTSyhp8PUUEAADIrwgbAAAAAADn+BZTMmYXN9gdlnr9vA0b5KSwm0bRyFUb52QmHNbSrLBS6SUbpmoxg96wQS9rkEmDIGYAAKAAIGwAAAAAAJxPyxuyixvktG+lViKinLbKjZwUllPDAsglmenuxT+l6eMa/U7onUK8rRo8hTV68kVZAwAA+R9hAwAAAADgH3xL1uitG/T6hqZ3Z+iPyqlhOUEsgNywYmJ6Ror2cYqplxRe0qXHDBaL1dsX2mikLzQAAAUFYQMAAAAA4CI8V5Ib9LRBTgFHVzCWbaLlDXJqeMWkdAFct7Px6po/tA+VyaJW637au3qSxarVN3j6QhvoCw0AQMFB2AAAAAAAOJ+vc4PnTu/eYGk4wGk0axehr5mZIaeJBXB95n6XqmrNGkS5NgmOcLeeNFiyW0PLzx1lDQAAFCCEDQAAAACAizNkRw36SkqhUeYat2g1DXKCeO73qQK4Doe2unav1hqBWEOc5dsn+Vo1mPW+0EaTkbIGAAAKFMIGAAAAAMBF+OZ5DdmdomXmULuHElRYuxZ99yqnnCwWwDVxu8XsUd68qmr3eJvdZM5OGrQllExaWYOvd4gAAAAFAWEDAAAAAODifIspGbOLG+wOS71+3oYNcrLYTaNoXJMNszMTDmupVVip9JINU7WYQW/YoJc1yKRBEDMAAFDAEDYAAAAAAC5HyxuyixvkdHClViKinLb6jZws3jgnUwBXKTPdveTnNH1co98JvSOIt1WDp4BGT7goawAAoGAhbAAAAAAAXJJvKRu9dYNe39D07gz90cU/pcmJYwFcjeUT0zNStI9NTL2k8JIuPWawWKzevtBGI32hAQAoiAgbAAAAAAD/wnOFuUFPG+TUcHQFY9kmWt4gp4xXTEwXwBU7fUxd+4f24TFZ1GrdT3tXT7JYtfoGT19oA32hAQAomAgbAAAAAACX4+vc4LnTuzdYGg5wGs3axelr/siQ08cCuDILx6SqWrMGUa5NgiPcrScNluzW0PLzRVkDAAAFFGEDAAAAAODfGbKjBn0lpdAoc41btJoGOXG8cGyqAK7Aoa2u3Wu0hh/WEGf59km+Vg1mvS+00WSkrAEAgAKLsAEAAAAA8C9887+G7E7RMnOo3UMJKqxdo757tVNOIgvgsmQuNXuUN5eq1vOUzW4yZycN2hJKJq2swdcjRAAAgIKGsAEAAAAA8O98iykZs4sb7A5LvX7ehg1yEtlNo2hc1sa5mQmHtXQqrFR6ifopWsygN2zQyxpk0iCIGQAAKMAIGwAAAAAAV0rLG7KLG+Q0caVWIqKctiqOnETeMDtTAJeQme5e8nOaPq7R74Te+cPbqsFTKKMnWZQ1AABQcBE2AAAAAACuiG+JG711g17f0PTuDP1ROZUsJ5QFcDHLJ6RnpGgfj5h6SeElXXrMYLFYvX2hjUb6QgMAUNARNgAAAAAAroLnynODnjbIKePoCsayTbS8QU4lL5+YLoALnD6mrp2lfUhMFrVa99Pe1ZMsVq2+wdMX2kBfaAAACj7CBgAAAADAlfJ1bvDc6d0bLA0HOI1m7aL1tX9kyGllAfzTwtGpqtasQZRrk+AId+tJgyW7NbT8HFHWAACAHyBsAAAAAABcHUN21KCvpBQaZa5xi1bTICeUF45JFUAOh7a6dq/VGntYQ5zl2yf5WjWY9b7QRpORsgYAAPwCYQMAAAAA4Cr45oUN2Z2iZeZQu4cSVFi7dn33GqecXBaAh8yfZo/y5k/Vep6y2U3m7KRBW0LJpJU1+HqBCAAAUJARNgAAAAAAro5vMSVjdnGD3WGp18/bsEFOLutr5gAb5mQmHNY+DWGl0kvUT9FiBr1hg17WIJMGQcwAAICfIGwAAAAAAFwLLW/ILm6Q08eVWomIctpqOXJyeePcTIGAl5nuXvpLmj6u0e+E3uHD26rBUxCjJ1aUNQAA4B8IGwAAAAAAV8239I3eukGvb2h6d4b+6JKf0+REs0BgW/ZLekaK9jGIqZcUXtKlxwwWi9XbF9popC80AAD+hLABAAAAAHCNPFekG/S0QU4lR1cwlm2i1TTIKeblE9IFAtjpY+raWVr4ZLKo1bqf9q6eZLFq9Q2evtAG+kIDAOBfCBsAAAAAANfC17nBc6d3b7A0HJBlNGsXs8uJZjndLBCoFoxOdXve/3JtEhzhbj1psGS3hpafF8oaAADwM4QNAAAAAIBrZ8iOGvSVlEKjzDVu0WoaVEUsHJ0qEJD2bXDuWas18LCGOMu3T/K1ajDrfaGNJiNlDQAA+B3CBgAAAADANfLNFxuyO0XLzKF2DyWosCL3717rPLTVJRBgZM409xtvzlSt5ymb3WTOThq0JZRMWlmDr+eHAAAA/oKwAQAAAABw7XyLKRmzixvsDku9ft6GDbNHpaqKQEBZPzsj8bi2glJYqfQS9VO0mEFv2KCXNcikQRAzAADghwgbAAAAAADXS8sbsosb5LRypVYiopy2ik7CYWXDnEyBgJGZ7l6W3Ru8Rr8TeicPb6sGT+GLnkxR1gAAgP8xCwAAAAAAroNvMSWtuEGVcYNiVixNBmX++ZZF7l86IS3tLJ2iA8WxXa6MFK1DePH6SeElXRazXW8N7e0LbTTSFxoAAH9F2AAAAAAAyAXalepug7aWkir/sxSt6CrbJGP/SntGsnv5xHSBQGI0q1W6ndZSBotVTxr0vtAG+kIDAOC/WEYJAAAAAHC9fJ0bPHda4iCnmBsOcBrNboHAU7FDYkgRo8XsTRpMnuW15OeCsgYAAPwYlQ0AAAAAgNxhyI4aVLfZ7FbDopRur6akJLlcTqdLcbndqiQCxtmUVDm5HuwIEoFEfgZMRlNEeade0yBvVnkv8wajyUhZAwAAfo2wAQAAAACQC7RVlNxuT95gMpu0ZMFtsUaXdxfOUpxO4XK5FUXuUuUxIjBkHDpts1mLRVtFwPA0fTaYTPJm02IGq02vbDBqvcNNhmwCAAD4I8IGAAAAAEDu8F23rgUOJrPbw+BtHW3WKxsCKGzIclkstiC7QwSM7DTBaNZ4GjaYrSaz2SSTBkHMAACAnyNsAAAAAADkJm2y2WAUZu/fm/rKSqqiKKqiJw0BkjekpjuDgoQ98MIGo541yf9MWuIgB1plg6dbA3kDAAB+jLABAAAAAJBr9NlkObMsVPkXp1kvalAVs6o3bPDUOojAkJbhVN3GAKxsEJ68waS1gzbp9/SFBgAgEBA2AAAAAABymd4p2uDWJp7lQDWaPCFDACUNUnqmU8YuNnvANYg2eFfS0ioc9A8AfaEBAAgEhA0AAAAAgNzk6xQtxyaTSVW1VXX0sOHcQQGQOmRkulRhtJgtIhDkCBJkwCDO9W8wkDQAABAgCBsAAAAAALks58yyzBtyFjQETnFDllMxGgwmU2D93Z3zrSdmAAAgoBA2AAAAAABuiIvOMgfO1LOiKkYPEaiIGQAACCiEDQAAAACAGyswJ50VRTWZTEy4AwCAAEHYAAAAAABA7lOzG1cAAAAEAsIGAAAAAAByn6qqpgBeQwkAAAQawgYAAAAAAHKfoqoGwgYAABAwCBsAAAAAAMh9btVtZBklAAAQMAgbAAAAAADIfYqqGqlsAAAAAYOwAQAAAACAXOZ2u+W9yUTYAAAAAgVhAwAAAAAAuUxRVXlPZQMAAAgchA0AAAAAAOQyVdUqG4yCng0AACBQEDYAAAAAAJDLVE9lA8soAQCAwEHYAAAAAABALtPDBjh2ltQAABAASURBVAPLKAEAgIBB2AAAAAAAQC5TPQ2ijQaWUQIAAIGCsAEAAAAAgFymVzYYWUYJAAAEDMIGAAAAAABymbdnA8soAQCAgEHYAAAAAABALlNVzzJKgmWUAABAoCBsAAAAAAAgl7GMEgAACDSEDQAAAAAA5DLFEzYYWEYJAAAEDMIGAAAAAABymVtoyyjRswEAAAQOwgYAAAAAAHKZ3rPBQMsGAAAQMAgbAAAAAADIZW63HjaQNgAAgEBB2AAAAAAAQG7TwwZB2AAAAAIFYQMAAAAAALlMpbIBAAAEGMIGAAAAAAByGcsoAQCAQEPYAAAAAABALnN7GkQbCRsAAEDAIGwAAAAAACCXUdkAAAACDWEDAAAAACAgmPLwL+CwsKBmDauHhtnz7ou6haIIAACAm4WwAQAAAADg/wxGYbOLPFOiePh9A7qJvOQWaakCAADgZiFsAAAAAAAAAAAA14WwAQAAAAAAAAAAXBfCBgAAAAAAAAAAcF0IGwAAAAAAAAAAwHUhbAAAAAAAAAAAANfFKAAAAAAACAAbNmwwGAzDhg0T18Fms3Xo0OEyB1SvXr1y5coCAAAgwFDZAAAAAAAAAAAArgthAwAAAAAAAAAAuC6EDQAAAAAAAAAA4LrQswEAAAAAEFh++eWXunXrhoaGtmrV6o033khLS8v56P79+2+77bayZcvKA+rUqfPuu+9e5lTyue+8806DBg2KFi1633337dmz57wDpk2b1rVr1+jo6KioqIYNG8qzqap6qbNZrdb27dvn3PPTTz8ZDIbRo0frm/Ikd99998iRI+XrDwkJkSf8+OOPs7KyBAAAwM1G2AAAAAAACCCzZs268847IyIi7r///gMHDrz++usPPvig79ENGzbIeXx5TPPmzYcOHSr3/Pe//7333nsveqrMzMx27dq9/PLLct5/yJAhO3bsaNq06alTp3wHTJ06tU+fPqtWrerQoUOvXr0OHjwoz/bqq6+K67Bs2bLHH3+8e/fuMjJp06bNs88+e8stt1wmwAAAAMgbLKMEAAAAAAggMhKYNm2anPqXY5kTyGhh8uTJI0eOlIFBVlaWzAycTqec0K9fv7484O2337777rvHjh17++23d+vW7bxTff/99zJIePjhh7/++mu56Xa7H3jggdGjRxcuXFg/4IsvvoiMjNy5c6e8l5uJiYm1a9ceP368PK24Vvv375df97777pPjHj16REdHv/jiizJ4uOvOuwQAAMDNQ2UDAAAAACCAtGnTRk8apCJFinTt2lWmC4cOHZKbixYt2rhx42OPPaYnDcKzrtGnn34q7z/55JMLTzVhwoSgoKDhw4frmwaD4f3335d7ch6TnJx8+PBhfRweHj5//vx169aJ61C+fHmZiPg2n3jiCYfDIcMGAQAAcFMRNgAAAAAAAkjt2rVzbkZHRwtPJCA8RQ/yvlmzZjkPiImJqVKlypo1ay481fLlyytVqqRXLehkelGxYkXf5qBBg7Kysho1atS3b9+vvvpKpg6VK1eOiooS10Ge32g897e8zDbKlSt3nQEGAADA9SNsAAAAAAAEEIvFknPTYDAIzwpI8l4vQShatOh5T5F7zpw5k5qamnNnenq6qqp6VpGTDCd84wceeODHH38sVarU77///thjj8lBw4YNFy9eLK7DhV+xcOHCORtFAAAA3BSEDQAAAAAAaIoVKybvT5w4cd5+ucdutwcHB+fcGeRx/Pjx8w6WsUTOzbvuumv37t379u3766+/nnzyybVr13br1k1ftelCevKRU1pa2oUv5rw9Bw8evDCBAAAAyGOEDQAAAAAAaPQVkGJjY3PuPHbs2M6dO5s3b37h8Y0aNZJBQs7Z//T09Li4OH2clZX12GOPDR8+XEYIZcuW7dKly6effjps2DCZHyxatOiiL8Bms52XLmzevPm8Y+Qe+VV8m/v37z9y5MhFXx4AAEBeImwAAAAAAEDTqVMnmTd8+eWX69ev1/e4XK5nnnlGxgb9+/e/8Pg+ffpkZGS88MILqqoKz1pMMktITEzUH7VaratWrfrkk09kGOB7SkpKiryX2cNFX0DNmjU3btzoO37btm1jx44975jjx4+/8847vpf33HPPya9+3333CQAAgJvKLAAAAAAAgGdlpDFjxtx+++0tWrSQQUKJEiXmzp0rZ/8HDRr00EMPXXj8448/PmfOnHHjxu3cubNVq1axsbFr1qwpWbKk74BXXnmld+/erVu3vueee4xGY1xc3I8//ijPLw++6Au488475UkqV64ss42kpKS//vqrb9++v/zyS85jHA7H8OHDV65cWa9evXnz5q1bt+7uu+/u2rWrcAsAAICbiMoGAAAAAAC8WrZsuWXLlieffHLv3r0yeChevPikSZN++OGHC7spSGazeebMmV9++aXb7f76669TUlKmTp1atWpV3wG9evX67rvvUlNTX3/99f/9738JCQny4J9//vlSX/3RRx+VQYLMPCZMmJCenj569Oj//ve/5x1To0YN+UVDQkK+/fZbeT927Njx48cLAACAm80g/0kkAAAAgAAj/xmsqqrL5XI6nQtHZ66aaKjZ0drzuUICgJ8yGEWQQxR0UVFR5cqVW7Vq1UUec4u0VAFcyoJv0lZOzSjX8mzzezMcHna73Wq1mkwmo9F40TgNAICrwjJKAAAAAAAAAADguhA2AAAAAAAAAACA60LYAAAAAAAAAAAArgthAwAAAAAABUN8fLwAAADIlwgbAAAAAAAAAADAdSFsAAAAAAAAAAAA14WwAQAAAAAAAAAAXBfCBgAAAACA/3OrIi1V5JkDR46NmTTt4bv6FYuOEnnDLQAAAG4iwgYAAAAAQGDIw+l4l0tNPJPidKlkAAAAIEAQNgAAAAAAkMuMwiDv3W6iBgAAECgIGwAAAAAAyGUGLWsQbpWwAQAABArCBgAAAAAAcpnBkzYQNQAAgMBB2AAAAAAAQC4zGFlGCQAABBbCBgAAAAAAcpmBng0AACDAEDYAAAAAAJDLspdRImwAAACBgrABAAAAAIBcZjQZBZUNAAAgkBA2AAAAAACQy0xGLWxQFFUAAAAEBsIGAAAAAABymXcZJSobAABAwCBsAAAAAAAglxkNWmWDSmUDAAAIGIQNAAAAAADkMqNRq2xQqWwAAAABg7ABAAAAAIBcZvT0bFDdVDYAAIBAQdgAAAAAAEAuo7IBAAAEGsIGAAAAAABymd4gWlUJGwAAQKAgbAAAAAAA4BqdPJX4/sixLkW56KPjpsyQtwv33z+gd+2qlQQAAIAfMQoAAAAAAHBNoouEd2zZ5KqeUrVCWZIGAADgfwgbAAAAAAC4dp1aNomODL/Cg80m061d2wsAAAC/Q9gAAAAAAMC1M5tNA3p2vsKD2zRtULRIhAAAAPA7hA0AAAAAAFyXimVKNapT418PKxwa0rlVUwEAAOCPCBsAAAAAALhefTq3DQ6yX/6YXp3a2G1WAQAA4I8IGwAAAAAAuF6FHEG9O7W9zAGVy5VuULOqAAAA8FOEDQAAAAAA5IIm9WpWLFPyog8ZDIbbunUUAAAA/ouwAQAAAACA3DGgRxeb1XLh/taN69EXGgAA+DfCBgAAAAAAckd0kfBu7Vqet7NQUNCFOwEAAPwMYQMAAAAAALmmdeP6JWOic+6hLzQAAAgEhA0AAAAAAOQao9EwsGcXg8Ggb5YuXqxJvZoCAADA3xE2AAAAAACQm0rFFG3duJ7w9IW+nb7QAAAgMBA2AAAAAACQy7q3a1U4tFCz+rVLlygmAAAAAoBZAAAAAACAXGWzWfp371ymZIwAAAAIDIQNAAAAAIB/cLvdAteteqVygh9mrvJ1wgAAAPkQYQMAAAAABJzLz4AzP46CiCgCAICbi7ABAAAAAPzfeflBzk19fGHAQOSAfOLCFMG35zIBA9kDAAB5jLABAAAAAPzTpRKFc/cGcSoj+WBKQkJmaporM9WVlebMSFOcGapTVVUB5ANWs8VhtASZrcFmW7DJGmINigkKKx8SpT3miRMMWqxwLnu4TDIBAABuKMIGAAAAAPArvozBFyro5KTstqSjmxMP70g6ti8l/kBywv7UhBRXpgAKoNLBEWUKRZYNjqwUWrR6WPHa4SXDrEFa1GA0Crc3dTgvZiB1AADghiJsAAAAAAA/cV7hgpTizPjt4LrV8Xu3JB7ZlHREAP7iYOppeVsqdvn2FA8KqxFWvG5EqT5l6lcMidaDB4MgdQAAII8QNgAAAABAwZazlEGX5sqcfmjD9IMb5hzdeqlnhVqDIuyOcHuwvI+wBWuDoOAIm6OwzRFhD2YyFvlEqtN5OjM1MSM1KSMtISM1MTP1dEaa3DydnnoyPTnnkUfTz8jb3OPbP9w2p1pYsW7Fa/Ur26B8oSijjBwuljoQOQAAkLsIGwAAAACgoDovZlBVdfGJnT/tjv3t0PoLD3aYbQ2LlW5crHyTYmUbFC0bZLYIoIDbcfr4quP71hzfv+rE/gNnE3z7t585Lm8fb59bK6y4jBwGlmlU2BaspQ4G43krLBE5AACQWwgbAAAAAKDgyblikswYjqef+XH3ip/3rTyYejrnYUUdoU2KlWscU65h0bK1ipQwMq8K/1I1opi83VO9mRzHpyevPLZv1fH9K4/v3XrqqOLWmpxvPnN088aj72ye1a1ErUHlmrSIrqQXOhizUwf9PEQOAABcP8IGAAAAAChIzosZjqWf+XTL7J/3r0x3OX3HRNiDe1eo279yw7rRpQQQGKKCQnqUry1vcpyUmfbb7vWT4tZsOHlIbmapyu+HNshbw4gyj1Vp17lEDZPRROQAAEDuImwAAAAAgALDlzTImCHu7PFPtsyecmBtzgO6lK1xR5XG8l4AAaywzXFvjRbytjvp5OS4NRN2rj6ZpjV4WHP6wJDYsZVDoh+t3Pb2co20GgeTicgBAIBcQdgAAAAAAAWAL2aQzmSmvblx+rjdK9zC27MhyGwZWKXxY3XbFS9UWADIVrFw9EuNuz3bsMvUXeu+3rgoLvGE3BmXfPLJtZO+2Lnwkwa3N4wqZzLK/0wGt6fUwWCQv2LkDQAAXAPCBgAAAADI13LGDNKvB9a+uu7XExnJ+qMR9uB7a7Z4oGbLwjaHAHAxFqNpYJVGA6o0nHtg+1cbFq46vk/u3J0S32vxiDvKNHylVvcIe4jJZJK/X3reoD+LyAEAgKtC2AAAAAAA+VfOdZMOpyU+FvvDspO79YfMRuMDtVoNa9C5kMUmAPwbgzB0LlNd3hYe2vnC0imHkhPlzl8OrJlzfNv/1ezRr0wDs8nsFiZP/2hKHAAAuGpGAQAAAADIl3ImDb8fWNv8j7d9SUPTmPILb3/2taY9SRqAq9WuVJWlA154oVFXu8kiNxMy055cO+ne2LGJGckup1NVFUn+0vnKiQQAALgChA0AAAAAkO/4ZjnljGe6M/OZVb88sGJcmitLPhQTHDay46Dfej1SsXAUuDECAAAQAElEQVS0AHBNbCbzU/U7Lhv4wi3laup75h7b3mnep5sTDmY5sxTFpajevEFkx34AAODyCBsAAAAAIH/JWdCw7+zJTrM/Gr8nVn+oa7maSwY837tCXQHgupUoVHh05yFfdbjTYbbKzcPpST2XjPhxb6zL5VRcLpW8AQCAq0HYAAAAAAD5SM6kYdahjW3+en/bmWPCcyH2e61uHdN5COsmAbnr1or159z2dLWIGDnOUpUXN/z+yMqfkjPTXIrLt6SSIG8AAODfEDYAAAAAQH6RM2n4dueie5Z9n+pZOqlsaORftz41uHpzAeAGqBAW9eetTw6p0ULfnH50c5/FX51MSXK6nHp9g6+FgwAAAJdA2AAAAAAA+YI+j6l6LqV+bd1vL637Vd/fq3yd+bcPqxpRTAC4YWwm87st+37T8e5gT/HQtrMnei0ecTj5lLakkuJS3ef6RRM5AABwUYQNAAAAAHDz+ZIGl6o89vePX+1cqO9/tmGXUZ3u1heUB3Cj9axQ54++jxcJKiTHB9MT+ywdGZd4TG/hoKiKL2kgbwAA4EKEDQAAAABwk/mShkzFOWjxqIn7V+v732t167AGnQSAPFQlvNjMPo+XKFRYjo+ln+27bNT6hANOZxZ5AwAAl0fYAAAAAAA3U86ahsFLvp17bLvcNAjDl+3voEkDcFOUCY2c2eeJ8mFF5DjJmT5g+XdbEg9fWN8AAAByImwAAAAAgJvGlzRIT8T+qCcNZqNxdOfB/So1EABukmLBoTP6PF49MkaO0xTnoNgxB5Ljz8sbiBwAAMiJsAEAAAAAbo6cScPwDdMnHlgjPDUNX3cY1LVcTQHgpoqwB//a8z96b/aErLQ7V4w+kZpE3gAAwKUQNgAAAADATeBb9l0mDWN2Lf1sx3x9/ydt+/coX1sUEKasPUK4BOCnwmyOiT0e0vs3HExPumfl2MSMZEVxqYqiulWaNwAAkBNhAwAAAADktZxJw/RD659fO0Xf/3yjrgOrNBL5j9uVat79zgV73UFJPxqVMwLwX9FBoZN7PhxuC5bjbWdP3Lvyh9TMNL2+QS9LEuQNAAB4EDYAAAAAwE2gJw0bTx8cGjte33N39WZP1+8o8iVj2l7T8WluJeMfO13HzVm7De5UAfi1cqFFJvR4yGG2yvHaxEP/t2mGFjYoMmxQ5G8x9Q0AAOjMAgAAAACQh/R13uUc5dmstMFLv3N5rozuXr7W+61uFfmVIXW7IW2f8fRSd1Qn305L6iqjmmhUkhRz6Ss5yUujvhj314zLHNCydr1Jb7zvO2zpV6MrFC8pckmXZx/dvGdXzj12q7V88ZLyS1QrW35w1x7hIaGiIJi+fPHDH70tB+8OfXxw154it506k1R7SP/LH/Pr8I+b1qglrljbJx6KO7Q/KqzwxrGTrvxZ2w/s3XX4UK8WbUQ+ULtIiXFd771z1ndOVZl4eH2TyLK3lmkgDAaLwaCqBqPRaDAY5O+1vBcAAAQqKhsAAAAAIO+cW0DJrT4S+8PhtCS5WSMy5usOgwwiX05Tpu62bHncunWYUFJtG4ZYtg0TziT9EUv6GrfqMqsHRcGUkZW1bf/eGSuWfPDz2L4vPys3BfKHM6nJ//n43Q5PPbw+bofIN1qWqDS8RR99/NLm6XFJx1wup+uf9Q0AAAQyKhsAAAAAII/kbNXw3c7Ffx3dKjeDzJbRXe61GE0ifwoq7SrzkDAVMh0cpZR9xFWsj7BoFQBut9OcvkEY3GZlzxWeqV39RpGh3uqBnYcO/BG7TA4aVavRqlZdfWepojHixnu4920Om00fn0lN/WnuLBkzxB3aP2H+X0Nu6SXyvSKhYc1qaC3EowtHiBvAYbc/0/8u3+aYP2ckJp+Vgyf6DTSbvJ/SElHR4mrUqVhJvvWFQ0Ku8Ph9R49OW7ZQ5D/3VG+26PDOP/dtyVSVR9ZOnNZqaIgwaDGhVtdgoLgBABDgCBsAAAAAIO/oScOmxEOvbvhd3/O/tgNKh9yQWePcYbS6Q2rJjMFwbIqz/JMyddB3m51HDUqyMFlMzisNGzo3aipv+vi3JfO9YUPV6s/eMVjkoUf69i8SVti3Wa1s+We/+kQO/lq5okCEDc1r1W2eHc/cCA6bPec7Mm35Ej1seKr/ILvVKq7JZ088J/zF5+0Gtj754bHUM7tTT72x+Y/36vbV11DyBA7kDQCAgEbYAAAAAAB5wZ3NpboeWjFO8VQ5DKjcsHeFGzhxnFvcjgpqzO2+pEG4FUvKEm2gqkbltNW5MsvSROQ2+bP6YfbMKYvn7zp0sG29Rk/eNrBK6bK+R2VmM3z8d7NXrTgSHx8eGlq1dJm3H3q8fEwJcZV8vQf0KfUrP/mM5Yu/+n3y/mNHXYpStXTZTo2a3t+9d6Egh3zol/l/DftSCzC+evqFvq076Mf3f+2FZZvWy8HR3+bI+817d3cZ9ogcfPToM4vXr52/dmVocPB7Q5/o3LiZfOjDX8Zt27/3VFJSiaiomuUq3d+jd+NqNfXz5OzZcGfHW2oN6X82NSUmssiab3/yzXGP/XP6f7/5Ug4+fuyZOzp01b+757/+dF3cjoQzZ+TBjavXfOehx4LtQeLqffDz2E8n/ywHq775saSnxGH0rGmvfPuVHLw65MH/9L5dDg7Hn2z80CA5uK9b7+EPPnphz4bLfI8jfps8fPy3+mGjpk+VtxvUneLaFLLYv+88uOfvXypuddKRDd1iqreNqSaDBhk5+Jo3CAAAAhI9GwAAAAAg78hZ7BHbFuxJjpfj6KCQ4S37ioLAbY10lX/Kt2nK3GNPnu15QHErTkfGNJOS+50bhn44/IWRn6/evjUpJfn3pQs6D3tk/trVvkeHvPvayGlT9h07muVynjidsHjDui7DHt24O05cpe379+mDiiXLXPnJP5vyy9CP3t60O05O9KdlpK+L2/7+T2MGvfWKDB7EVZJz7jNWLE7LzDiReLp+lWoykOj67KPz1qw8eipefnX5GuSj/V557u+tmy98rsVs7tdGCzOOJZxasWWjb/+vSxbIe5vFqndXPpl0WgYbf8Quk4fJcx44cWzywrndn38iOS1VXL2ODb3B0uINa/XByuzXJt8sfbBowxp90Cm7liWnq/oe86F60aX/U8fbtvrVbbPSMtMVxaU1b3CrvqXSBAAAgYewAQAAAABuOL2mQSYNx9OSPt4+R9/5Vos+hSw2URBoF2vbooVwCSXVmrwo5OgLhqzD3sdSE43OIyFpo8zOHUJkyjxF5JIDx4+9cs+D37/wmj5j7nS5pi6erz80ZdFcOVUtB+3rNxox7KVhA+8OCw5JTU97cdTn/3raVdu2LN+8Qb99M+PXl7/9Ut9/Z8cuV3jyHQf2ffDzWDmICiv8xv0Pvzv08TKebhOrtm+Zv3aVuEoyzGhdp/7nTz73zIBBRcIKyxhDflTqVa666PNvtv2gXdRvMpoUVfl25q8XfXr/dp30wa+LF+iDI6dOrtmxTQ56NG+l1y68/+PYw/En5eDuLj1GPfvKPV17yHHcoQP/m/STuHr1KlWNCAmTg6Ub1+l7lnoqNiRfWrB0g7YnyGprWfsihTuX/x57tWzz3tAn9CN7Nm8z+c0POjdqJvKZZxp0Ll5IW4zrUFrSt3uXu1xOGTeoCp2iAQABjWWUAAAAACAvaGGDW311/W+priy52ax4hV4V6oj8zilftzBYhdtlSVliSV1tydhodB79xyFKlvv0IYMlPsS0VbWVdVqqZ9kauIIaiOv23J2Dh/bqJwet69afvnyxHBw/Ha8/9PXvU+R90YjIsf99U+9aHF04/IWRn2/cHbd6+9ZG1Wpc5rQPfPDmhTsHde7eIrsRwr+eXEYU+oTy18++3Lym9ibK+7fGfVMkLPwaJpoLFwoZ9/KbNou3HUJ8UpK8P33mzK7Dh0tEFR3ctad8YTGRRS615FGdipUrlCi158ihacsXv/fwExazeeKCufpDeg6RcDbpl/l/yYHMbN5/WJvE79mi9ZmUlGnLFo2ZNf3VwQ9e7bI/8vgODRtPXjh3kaeyQYYWSSnJ+kNyIDcrlSy9eKP2UMeGTUwX63x++e+xZFR07QqV9COLFynSolZ+XGcsyGz5oNVtg/78To6/3re8T/HaZcKitUWUshdTEnpEBwBAICFsAAAAAIAby1fWsPLknt8PbZB7rEbz/9r0F/meOXO3UT2RFdRWTpwa3WnmrDij89hFjpMxSmaq25XozjwgguLdxaqJa+kFcL5mNWrrAzkHXSjIkZKelpqRoe/Zc0Srq0jLyBjw2gv6HvmoPjgUf/zyYcN52tdvdHeXHl0an7t2/l9PvuuwtmaU3WrVkwZJTq+Pf3n45b/QpXIIeUJf0iDd0qRZ3KH9B04ce/CDN+VMfbOatVvVrtezRZvgYpf8mQ7q3O2NMaPSMtJnr4rt0bzV5AVa6YwMS1rWruf7dqR1cdv7vfKsPj56SottMp1ZJxJPF4uIFFepYwMtbDibmrJl7571u7bLPaWii8r7QydPrNy+Rf7o5ENys0PDi3fyuIbvMR/qULpqt3K1Zu3bnKG4hm//66sGA2XIoMhwRWsSbSBpAAAEIMIGAAAAALiB9Clmz+Iq6svrvCvhPN2gY5nQq57hzXvGrINW11otbDCYMkN7ZIbcYs7YYU36zZq2yqB62ym7Fafr7Ckl0+gq0stVcbA7pLrIJQ673Te2mLW/XhVPRwQ5P57lcspBclpq7NZN5z3rWELC5U+7cezEMykpM1cs/WjCePm+rN25Y6CnhbLuSk5+3HMfVihE/Bs1R8Cgn/ZCxSKK5Nx87o7BSSkpP86ZpWiL8ijLNq2Xtw9/Gff2Q4/d3bn7Rc9wa5v2w8d9Jw+esXyJnPSXk/hy58D2nfX57iOnTuqHHY4/qS+m9I/v6FT8NYQNMkXwXMKvLt20dvPevULrs13baDBMXDBn9fatCWfO6Ifd0qT5RZ9+Dd9j/vROy1sXHNyRoTjnxu/akHiwYZHyMmyQPxm3zOY8bz2RAwAgoBA2AAAAAMCNpVc2LDq2Y1PSEbkZYQ9+pG5bURBYUtdbjXuEO0tbSUkymFxBNeTNmbwg+NQIg+uUW1WyTh1Ss0xZtb5Vi7QXhtzsC3ipidrI0DB9if8WtepOfvMDcbWnFYaKJUo9dfudclL4vR9Hn0lNfuSTdyqV/LpK6bJXePJikZFyBj8+KVEe5lsmaPuBvZVKltGXXZJfQt+pqOfChrSM9IuezWL6x0JD8lW9O/TxR28dMGP5oiUb18Vu2SxTCpeivPLtVx0bNImJLHLhGaLCwrs0aTYrdtnC9asrlCih77wtu5dDdOEIfTBs4D3DBgwSucFhs8ufz9KN65Zt3rB17x7hKUORs+x62HDEUzbRpHrNEEfwRZ9+Dd9j/lTUEfJwnTafrpsnxyP3LB9ZuJTRJD8RJoPRSHEDACAA0SAaAAAAAG6UnGUNn22fp+98vF57q7EAXPhlSttoS1kgQzXGsAAAEABJREFUnAmOzBnnPeQs1CYzuK0cuJ2Z7vRkZ7mn1SIdcjdpuAw5oR8TqV2Mv2nProSzSfrOyQvnPjfif2NmTTuZdPoKz/No39urliknB3Ka+8kvPtLfrCs5eZmixYXnbV2wbo1+wNFT8R2eerhc/x6vfT9SaOs+eWsyjp/2llmkZWbsO3bsoi9DL9rQyeTjhzl/vPrdiDmrY//Tp/8vr723ZfzkwV17Ck9/7K379l7iWxG3tekoPMs9jZmlvVmNqtWoULyk/lBJzwJH0hJPHwXdOz98//rokTIbcHmKRa5BhwaNtXNuWH8yKVEOmtWsra/adODEsdXbt8hBp4YX7+p8Jd+j3vNAXHrtqfzj4dqt7SaLHMyP3xV35riiaG2i3Z420ToBAEDAoLIBAAAAAG4gfcJx/akDy+O1C8BDrUGDqzcX+Zs5bY317Dxb8jy3cIk0p138aAzanmlt7gxqIExh2hEGkzO0nf3MFLequM2FldIPiLy9iLtv6/ZfTJ2QnJba68WnnrjtzmB70GujRyalJAdZbb1btb3Ck5iMps+feL7rc4/K2GDT7rgxf06/r1vvKzn53V26/7pkvhw8++XHj9w6ICy40MhpWk9pRVVqVaggB+WLl9K/xPi/ZpSPKRHicHwzY+qlKhtyCrLZP/5lvJy+d9js8ta5cdOdBw/sOLhPf7Rm+QqXemLnRk0jQwvLdERO5Qste+jge6hM0ZgGVaqt3bl99fatg956+c6OtxxPTPjy14nyofqVqw1o31lck04Nm8q4Qn7LwtPSWX4V7RuPKbH32BE9wOjYsLG41u8xyGbTN2O3bvph9szo8MicTTXylTCbY0jN5iM3LjYYDKP2rfgotK/JZKa4AQAQmAgbAAAAAOAG0ptD/2/7XH3zkbptg8wWkb8Z1FSTekoIVXhaMjgPblItJwxFrQZ7Pd912i5bJWG0C/cZd3hjYXKIvPXk7XduP7B33ppV+44dffqLj3z7Xx78QERI2JWfR05tPzvwng9+Hiu0i/1Hd2/Wqmh4xL+evEn1mi8Ouu+9H0fHn0l6Y8wo3wFdmzSXQYUcVCtTtnKpMnGHDhw9Ff/Qh28JT7Chz/hf/vVYzZYP/vPUkHdfS8vMeObLj//xLd92x2WaKxiNxn5t2n8zQ2sKYrNYb80RNkj/e/zZwW+/Kr+dBetWy5u+0261vnHfw+JalYspXr54yb1Hte7TTbNbeTerWVuGDXJQOrqY/AmIa/0eSxctJl9eRlbW5r27Xxj5udyfb8MG6bG67b7fvMypKrNO7ngmLam0xaIqZrfRROcGAECgYRklAAAAALgh9JoGVVWPpib9dXSr3OMw2+6v2VLke85CbZKLf5RS7FWtScPZ+Exbk7S6c7NKPe82h587yGB1BtUWblUJbSDynMNmH//y8LcffLRDg0Z6ABAZWvirp1/QSxOuyhP9BtaqUEl4eiq8NOrzKzy5fNasD77o16ZD+ZgShYIc9StX++jRZ757/v/0Fg5y6n/C6+/d07VH2WLa9f7NatSe+f5nMqK4ktfTuXGzb5//P3lafTM6PKJZzTpfD/vv83cOufwT7+rcTR/Ieflge1DOhyqWKDX74xGP3TqgcbWaQVataKBamXK/vf2JzD/EdejYwFu7IDMGfdA8e9Cl8eXKd/71e5R5iXx5xYtEWcxm+SKrlCkr8rFIe6FB1ZrKgeJWfzy42uV0uhSXoiiqW2UZJQBAQDHw//kAAAAQgPQpYJdLTgo5F47OXDXRULOjtedzhQSQe/SPmaK4Pt06550tf8o9T9fv+HyjrqLgKHTsdXFgckq9hcIWfeGjtqSJtn3vppZ4R4nuJoAAdjztbMMfh8uwoait0PyWjwTZHTar3WKxaksqGY0GQ75YT2nBN2krp2aUa3m2+b0ZDg+73W61yhdp0l+kAADg+lDZAAAAAAC5z9ceVuYNkw542wgPqZnfuzWcJ8vRSAmpddGkQXI5mrrNhVV7SQEEtmKO0C5la8jBicyUvxP2ySRbURVPZ3iu7wQABBDCBgAAAAC4UVS3uuH0wd3J8XLcrHiF6KBQUaAo5hKuIt0v+ai1jOqoLCzhAgh4vSvU1Qczj21VZdLgXUaJvAEAEEAIGwAAAADghlBVVbjdUw6s1Td7V6gjCholqLozqv9lDsgsco9qLSKAgNepTHW7Sev9Pjt+V5ozw6W4tLzBU9ygEwAA+DvCBgAAAADIZb7pRZei/HZovdxjNBh8Fz4XJEarMNou87grrKXBFCSAgBdktnQtq/UAT1edc0/s1Nq1qFpxg7wJAAACA2EDAAAAAOQ+z5XM7tWn9iVkpsrNViUqFbY5BAD/1aeiN1BcGL/L5dIqG9ye8ibKGgAAAYKwAQAAAABynydrcMfG79E3O5apJgD4tTalKpsM2jTLurNH9coGhZWUAACBhLABAAAAAHKTb2JRTjKuiN+t72xSrIIA4NfsJku9oqXlID4rdX/qaVVfRkmGDYKYAQAQEAgbAAAAACD3yelFl6r8fWqfHDvMthqRMQKAv2sWU14frDp9QPHUNsi8we0pbhAAAPg7wgYAAAAAyGX6GkobTh/MUhW52bxEeaPBIAD4u6bFvGHD2jOH9MoGN8soAQACBmEDAAAAAOQyfWLR17ChWQxrKAEBoXFMWYPQksVVSYcVD+9KSp6kgbwBAODfCBsAAAAAINe4c9iSdETf2bRYOQEgABSy2GtFlZCDU860xKxUd3bPBto2AAACAWEDAAAAAOQ2g5AzjPtSEvStGkVKCACBoWZEcX1wQOsRnd2wgWWUAAABgLABAAAAAHJT9urs7t3J8XKzqCPUZjILAIGhdFikPjiQluj2pA2+tg0CAAC/RtgAAAAAALnN7U7ITElTsuSwdGiEABAwfL/yhzLPaElDju7Q5A0AAP9G2AAAAAAAuUmfWNx3Nl7fLBNyA8OGpJTk4n0757yVub1bwwfv6vnikx9PGJ+akZ7z4LZPPCQPqDOkv/Av8WcSv535q29z+vLF+o/ix7mzRIG1/cBe+Y2Ia3XqTJL+Q3j4o7dF7vH9bMf9NeNSxxw/naAf88gn74nrUHDf1rIh3sqGQ+lJ+jJKvshBkDcAAPwaYQMAAAAA5BrffOLelFP6njKhkSIPOV2uo6fi1+7c/vHEH+968+X0rEzh1z6Z9FPTh+6Zsmi+8BdnUpP/8/G7HZ56eH3cDhGoCvTb6qtsOCjDBreqt2vQtg0CAAD/xsqhAAAAAJA7fEmDFJ+ZrO8snSdhQ1RY4bu7dE/PypJJw/7jRzfujpM7V23f8tLIzz994jn9mDoVK0WGhhYOCRF+ZMSvE/0sUNl39Oi0ZQvF9bGYTc1q1JaDSqVKi9xTJDRMP2104Ru7OFiBflsj7YXsJkuG4jztTJf/c6CqqsjuEC0AAPBrhA0AAAAAkPtSXN6p0iL2QuLGiwqPePaOwb7NXYcP9n/thROnEyYtnDu0d79qZcrLnZ9lpw7we2HBIVOHfyRyW/NadeVN4N8UDQ49cDYhVclS1fN7NhgMFDgAAPwWYQMAAAAA5CbtEmbhTnNl6Zt2s0XkuUolS9/TtceHP4+T4+nLFuthQ9snHoo7tD8qrPDGsZP0ww6cOPb175P/3rr54IljMZFFqpQu26Zug7s7dzcaz624+9uS+Z9NmXDoxPGaFSre1albrfIVOjz1sNz/8WPP3NGh6+a9u7sMe0RufvToM4vXr52/dmVocPB7Q5/o3LjZ5U8+fPy3I36bLMebxk58/uvP1mzfeiY1tXKp0sMG3lOvcpVXvx2xesfW1IyM5jVrD7mlZ+s6DS78Hjfs2tnt+cf18eY9u4r37dyrRZuRz76c85ilG9d9P2ta7JZN9StXGXJL7y6Nm+V89Ncl87/8ddLB48dsVmuZYjHP9L+7Y8PGl/qRPvzR29OXLy4WEfnXx199OXXiko3rDp88UaN8hQ//81TlUmVyHjl3zcpJC2av3rHN5VKa1KjZs0XrPi3b5TxA/tA+/GXctv17TyUllYiKqlmu0v09ejeuVlM+JH8m8iejHzZq+lR5e3fo44O79hRX6dSZpNqe5hy+n8lzIz79ae6sEEfw5nGTRk2bOmd17Ja9eyqWLPlI3/59W7W/ktcmPI0T9CYQOV+VPM+Loz7fcXB/maLF+rZuf2vr9he+nsTks89//em6uB0JZ87ID0Pj6jXfeeixYHvQhUde59sqJ/eHj/9u9qoVR+Ljw0NDq5Yu8/ZDj5ePKSHyVpDntz5NcZ5LGvQbAAB+jbABAAAAAHKZnFtMcWboY4fZKm6GRlWq64MNu3de9ID4M4n9Xnn26ClvI+t9x47K218rV8i54w8feUrfOXXxvMc//UAfr96+Vd56NG910bPJGeoTpxPkID0rs36ValdycuGZGu467NHD8Sf1TTnT/dAHb5UrXmLnwf36HvmUOav/Xj5iTJmiMeIqjflj2vYD+/Tx4g3r5G3YgEEyzND3fP37pLfGfaeP0zIz5Gz4PW+/8sEjTw3q1O0y50xOT+/41MNyKl9k/0x6vPDkrA+/qFiilL7n0f+9L+MZ3/F//r1c3sb/NXP8y28VCnLIPcs2rR/w+ou+FXX0n8ysv5dNfvODpjVqiRssMytLZkV7jhzSN7fu2/voJ++FFwprW6/Btb02eYY+Lz+T5mlFLn/a23/4furi8xstnEw63eP5J3zvskyh5G3j7rgZ730qww9xlS7/tg5597V5a1bqY/mBlLcuwx6d8uYHdSpWFnlIjxgVoTWGZg0lAEDgoEE0AAAAAOQa35RiqtO7jNJNqWyQikUW0QcJZ89c9ICRv0/Rw4AHe9w69qU33rj/4WDPbLicHNcPSM1If+37UXJgMpoe7n3bd8//X8/mbWauWHrRs8lZ3dZ16n/+5HPPDBhUJKzwv57cx2wyzfn4601jJ3Vr1lJuZrmce48eHvPSG1vGTx7a6zbhCST+WLHswq9YsWQpOQlus2hZTvniJeX46f535TxATknf372PPNXTt3v3/zT3T32w//ix934aKweVS5V564FH3n/4iUoltd4Gr48edSLxtLi01PQ0i9n8wytvy5f3+n1ahUdKetrb472hxZRFc/WkITwk9J2HHvvq6ReqlSknN//euvndH8fox3w25Rf5IalXueqiz7/Z9oNWuCB/vIqqfDvzV/lor5Zt3hv6hH6k/GnLb6pzo2YXvgwZjbR4ZIi8/d/3X4urIX+88svN/njEzp9+e2nQfdkve96VvLaL+r/RX+tJQ9cmzeUn5NG+/X1Jhs/7P47Vk4a7u/QY9ewr93TtIcdxhw78b9JPF57wet5W+fPXk4b29RuNGPbSsIF3hwWHyLfsxVGfi7wVlB0xJisZvqTBt5gSAAD+isoGAAAAAMhVninFFMUbNgTdpLDBt0ZNWnrGRQ+Qc7jt6jU8cOL4XZ1u0fes2b59xorFp5PP6CvL/7Z0oRzL/U/0G/jcnVpDCAe9crkAABAASURBVJkHJL+Zsmj92gvPVrhQyLiX39TniK/k5L4nPnLrgJrlK8hB18bNZsVqoULHhk30hXHu6nzLqOlThOda+Au/YqEgR4tadU2eRZmCg4JaXNBLQJ5EBgn6YP761Zt2xx0/nSCnzuUE+nczfnW6XPKhb59/VY8ZmtWs0/qx++W8+YT5s5+87Q5xaa8MfqBDg0Zy8FDPW9fu0L6p2atiZbJSvEjUF1Mn6sdMeP29WuUrykG7+o3laU+dSRoza9oTt91RNDwiPkmrijh95syuw4dLRBUd3LWnfOUxkUX096tkVHTtCpX0kxQvUqTFJRokqG5137GjcnDystHIRf2nz236axvau997P42Rb8eh+OP6Q5d/bReSgUHslo1y0LBq9dEvvi48nxBHUJC+fpcu4WzSL/P/Ep4FnWSoIwc9W7Q+k5IybdmiMbOmvzr4wfN6GFzP2/r179qnpWhE5Nj/vilDLKE1sg5/YeTnG3fHrd6+tVG1GiKv+H7rU11ZvqRBAADg7wgbAAAAACCXydnTTFXRx0GWmxM2pHquN5fMl0g75Kxuy9r1Gruc6+K2L1y3esH6NRt2eRdcynBmBVltew57L1HvkKOTQedGzS4aNsiZXF/ScCUn9x1ZoXhJfRBsd+iD6p5qAMm3xk5Kerq4ek1yrPxTLCJyk2eQnpkpX9vu7KvvXxx57pp3OestZ4QPnzx++dM2yF6fSqpbubIMG4SnI7dbuOW9HMv5cX02X3gymDs7dv186gQ53nlwnwwbbmnSLO7QfhmfPPjBm3J+vFnN2q1q1+vZok1wsSCRJ6qWLqsPrGaLTBFS0tPSsj8qV/va9hw5rA9yll+0r9coZ9jgO0Z+Evq98qw+1qteMp1ZJxJPy7dGXI3LvK3610rLyBjw2gv6AfK70wcyULkpYUO6omVaJA0AgABB2AAAAAAAuc+Ufb12lqKIm+F4wil9EFW48EUPSEw++9zXn85ZFevyvEKj0RjqKHQmNVkbe178sewzhIeE+Z4VGRp20bMViyhyVSf3sWWHMb6u1I4g79S2KXvPtc3V5rwe3+K5zl3SX4+vmUTs1k3nPev46VPiX05r9419cYicNI8OD9fHMZH/+FGULFpMHxw8eULeP3fH4KSUlB/nzFJURd6WbVovbx/+Mu7thx67u3N3cWUiQwsf/W2OuCaOHK/fYtbmBHw/3at9bafOentXRIad+1REh0fkPObIKW+rhsPxJ31tG3yOnYq/2rDhUm+rfAuyXE45Tk5LvfBtPZaQIPKQ4vuZGlg6CQAQQAgbAAAAACCXyelFh8l7mX+aM0vcDCs869tIl2rt+/in7y9Yt1oOerds17tlm2Y1a73y7Qi9u6/JqM3hRoZ5U4rE5DPlYorr45NJiRc9m2/a9wpP7mM0nN9K8MI91+a89XlyiiocvvvIIflKDk6ZdZnDLurwyZNyrl8fH82ePY+JiPT9uHwhje5kovcnVtbT41pmKu8OffzRWwfMWL5oycZ1sVs2yylyOVf+yrdfdWzQ5Lyg4kbwhToXfeiqXltUmDdf8RUQSGdTU3IeE13Ymz0MG3jPsAGDxHW71PslYzC9w0SLWnUnv/mBuKlSs3/rHQYtS2MlJQBAgCBsAAAAAIDc5zBlr6Piuglhw4nE09/O/F14po9vb9fpwgNUVV20QVsNqV7lql8Pe0nfqVce+FQqWUofzF+zqn7lavr4r5UrLvoV9Wvkr/zkucU7dX6V07gloqLlvZyYXrppXes6DeR46769X/46sWb5Ch3qN6qavY7TRc1csaROxcrZY2+77DIxxeWseqnooodOnli+ecPandsbVNF+YqfOJE2aP1s/plrZcvKHMH35kriDB8oVL/GfPv3lzdNf+vtxf81wulzyNcgJfeP11XNcsyt5bec9pXxxbwS1cdcu387VO7flPKZkdFF9sGTjWl/Y8M4P32c5ndXKlu/XpoP5nzGV7hreVnmemMjIw/EnN+3ZlXA2SQ+EJi+cu2r7luply3dv3soXe+QBX3943/8O+N7N83qWAADgTwgbAAAAACCXycnEILO3siE1Tyob4hNPf/SLtlD+qbNnDp08vvPggVTPxeZ3dOhaOrqYuNgrtJjMmWrWkZMnZDJRNDxi9fatC9d5mzE4FZecuu3Vss3ro0dluZyfT50g99QqX+nXJfPlTPq/vpgrObnIJQ6bTc6JHzxx4qe5f6ZnZjzQo++VPOvW1h2mLJonB/e//9bTt99Vo1z5D38Zvy5u+7RlC6uVKXf5sOGbGb9WLlUmLLjQ5EVz9d4PzWrW0X/Igzp3f/fH0XLQ9+VnBnftWTwq6ospE5JStJTltrYd5fS3/GF+/Mv4k0mJDptd3jo3birfqR0H9+ln1htlB9m8DS1it276YfbM6PBIvV32jRZks//raztPpZJlZJ60Pm7H78sWNqleo0+rdn9v2/JRjoYNUpmiMTJ3kemL/AwMeuvlOzvecjwxQeY68iGZYA1o3/miL+ba3ta+rdt/MXVCclpqrxefeuK2O4PtQa+NHil//kFWW+9WbUUeSs/+rS9ktp33EEkDAMCPETYAAAAAQO7L42WU4s8kfTLpp/N21ipf8fX7hl70eDnj2aN5q6mL58vJ5SYP3V2/StXV27fZbTY9ojh6Kr5C8ZIRIWGvDnnw1e9GKKqizw5LnRo1nbv6b3HZxY6u5OQil1QqVUZ+lTOpyc+N+F/jajWvcFa6bb0Gwwbe8/GE8fIlDR//rW+/fNnt6ze6/HNldvLk5x/6NqMLh7//8BP6+NG+/WX8MHnhXJeifP/H775j6lSs/O7Qx4WnJ/MH/3lqyLuvpWVmPPPlxzlP++Rtd+jdC0oXLWa3WjOysjbv3f3CyM/l/rwJG67ktZ1HvtEfPfLUgNdePHUmSb7UFzzdtkMcwQ57kK/ptPS/x58d/Par+44dXbButb64liS/xzfue/hSL+ba3tYnb79z+4G989askl/r6S8+8u1/efADESFhIg/plQ1m+Vvi2TR4CAAA/F3uLIUJAAAAAMjJt3xK2s1YRqlyqTLP3Tn4t3c+ydlN9zzvPPRYx4ZN5CDL5dy+f//TAwaNefE1/aEF61bpg/u79/nu+f9rU7d+oSBH6zr1f3jl7T4t2+gPOWy2y7yAKzl5rvh62H+b16orB1VKl21Rs86VP3HYgEE/vvp2rxZt9KIEi9ksp9RHPPPff33iD68M79qkuRyUjIqWk+ALP/+2YgnvelNGo/GzJ56b/OYHPZu3kbPzQVabfEgmEDPe+8z3RnRu3Ozb5/+vfEwJfTM6PKJZzTryu3j+ziH6HpvF+tvbnxQvEiVfUoMq1aqUKSvyyr++tgtVK1N+wWff3Netd0xkkeply8tvdub7n4U6HDmPkT+E2R+PeOzWATI2kD8Tz7PKye9RX2nqoq7tbXXY7ONfHv72g492aNBITxciQwt/9fQL8uWJvKXXM/n+R0BH3gAA8HsGOhQBAAAgAMl/Bquq6nK5nE7nwtGZqyYaana09nyukACug/65UhT5ucoavWvpq5tnyp3DW/S5v2ZLUQDFHTqwLm5HlVJlKpUqLcMGfecPs2fqF7BPHf5Rsxq1RcB4+KO3py9fLAebxk4qkt0LGriQ4lZLfvO8HJS1h02qd1eQ3WGXN1uQ1Wozmcwmk+lmpQ4LvklbOTWjXMuzze/NcHjY7Xar1SpfkszJyEIAANePZZQAAAAAILcZDKUd3m60e8+cEgXT2dRUfTmdsOCQ4Q/+p1hEkZNJp3+c+6fw1AFUu2xjAyBg7cv+lS9uDRHZaygxlQ8ACASEDQAAAACQa7QpRc+sYpnssGH/2YIaNtSpWFkmCtsP7DuTmvz4px/kfOi+bn0KFwoRAC6w70yCPihhC/X8z4E3ZiByAAD4PXo2AAAAAEAuk1OKpYIjjJ5Jxn1JBTVssJjNP/3fO7e17ZhzhrR62fLP3jH45XvuFwAuZt/ZeH1Qyh4mf3fcnm7qxAwAgEBAZQMAAAAA5Cb9WmaT0VgyKOxgetKB5ATFrZoMBfJKr2IRkZ8/+by8iYA38tmX5U0A/8ZX2VDcFiIzBqPR87ufXfMEAIAfo7IBAAAAAHKfIbttg+p2Hzh7WgAIDPvOeCsbSjvC9aWTvHmDvswaAAD+i7ABAAAAAHJTdjdYQ9XQovqezacOCwCBYWO89vtuN5hL2sJkzqD3ccnZvAEAAH9F2AAAAAAAucPXAFYfNI4sq++PPbpXAAgAOxOPJ2WmyUHtkGiTTBqEQW/YQE0DACAQ0LMBAAAAAHKTb+GUpkXK6Xtij+0RAAJA7FHvL3vt4KL6/w7o/5cziRQAAPgpKhsAAAAAILd5Fk0JMdsrF4qSW3GJJ05npAoA/s5XxlQ3JMaTNXhjBpIGAEAgIGwAAAAAgNzk69kgZxobFC6l71x+ZLcA4O+WHNkltKkWQ/VC0VrUYDQZDUaRI28AAMCPETYAAAAAQG5zC888o7FhRGl9x/yD2wUAv7bh5CG9YUO14CJBJqvJZPIuo2T05g0CAAC/RtgAAAAAALnGkJMwtI2ubPTMMM7ct9mpKgKA//p9zwZ90Cy0pGcBJW/UYPAsrCYAAPB3hA0AAAAAkMt8PaLDbcEtI7Q20anOzHkHKG4A/JZbuKfuWquPb4msZDRp5L0xu3ODoGcDAMDfETYAAAAAQC7TWzbolzX3iKmp75yWfdUzAP+z8ti+U+kpclA9OKqYPdSTMWhJg+GfPaIBAPBjhA0AAAAAkPtk2iBnGU1G0y0xNawGk9wze//WdJdTAJcWfybx25m/ChRAv+1erw86FC4rf/GNxnOVDTRsAAAECMIGAAAAAMhNObs2GI1Gh9XWLqqi3J+hOP/cv1kAl/DJpJ+aPnTPlEXzBQoaxa1O27NRH3eMqOBdQ8lo8vVsEAAABADCBgAAAADIfYbsZZRMRpNvJaXx22IFcAkjfp2YnpUpUADN2LvpTGaaHNQLLhppDdYqGkxmo6e6wZi9jJIAAMDfETYAAAAAQO7zTC561ms3mToWrRplDRaeVd1XHd8nAPiXT9fO0wd9o6uZtZjBW9kg/wdAeCqcBN2hAQABwCwAAAAAALlKn1XUl1GSeYPVYnmwbLN34rTpyE/Xzfu524MCBcS4v2a8NOoLOVj42Tfz1q6avWrFlr27Sxct/uzAu3s0b5XzyJ0H93//x7Tlm9efOH26fpVq7eo3vK9bb5vF6jvg+OmED38et3L7lsMnT0SEhlYuVaZfmw63t+skH9qwa2e35x/XD9u8Z1fxvp17tWgz8tmXBQqCOQe27Uw8LgclrIXahZeTQYPZbJZ3Jr1BNGsoAQACBmEDAAAAANwQ3qYNngucB5Ru8PW+5YnO9IWHdm4/faxaRIxAgXLfe6/vO3ZUH8cd2v/Qh2/JMEBGAvqeH+fOenHk56qq6pvLNq2Xt9Ezp43975s1ypWXe04knu467JGTSYn6ATJ4kLclG9fS71h0AAAQAElEQVTJPY/27S9QkH28ZrY+uCu6lhY0mLxJg76Gkr6MkgAAIACwjBIAAAAA3BBa1uDp2yAnHx0W26BSDfT9H6+dI1DQHI4/+f5/ntw6fsqYl94oElZY7vm/70boLRZkCPHKN1/pScMT/QZ++/z/3dK0hRwfOXXy6S8/VFRFjn+cM0vmCg6bfcZ7n8X9/LsMIUpGRcv94/+akZKeVrFkqclvfqCXQZQvXlKOn+5/l0BBsOzIrk2njshBhNl+S2RlvVuDljeYzfoySr46JwEAgL+jsgEAAAAAct8/VlLSrnM2Dy7b5PsDK9MU5x97N284eahudCmBgmNA+y53d+4uB10aNzuWEP/fb76U4cHM5Utub9dp1PQpWS6nfOi1e4cO7dVPDro1bXHnmy8t3rBuy949M1cs7d2y7SlPTYM8bOu+PSWji3Zu1LRmuQoWizkqLFw/f4tadU2elf2Dg4LkWKAgcAv3Wyv/0Md3RtW0ynfUbPH8unvWUDKyhhIAILBQ2QAAAAAAN4pBX0rJoMUNoVbHwBL19P3DlkyS05QCBUf9ylV943qVvOM9Rw7J+yUb1sp7Oc18X7fe+n75rj/c+3Z9vOOA1hK8S+Pm8t6lKC+O+rzefQM7D/vPmFnTDhw7JlCQ/bh95ab4w3IQarL2LFJFX0DJYtHyBvk7r5c16AQAAAGAsAEAAAAAbiA5z2jykBORQ8s1DzPb5c5tCcfGbFkuUHAE2+2+cUhwsD44kXha3p9JTZX3RcMjZN7gO6ZkdFF9cPDkSXnftl6Djx59Jiw4RN+5Ze+er36b1Oulp57+4iOBgulMZtrwv71lDfcXrRtstWtJg17ZkN0ampgBABBQCBsAAAAA4IYweOsajNlLKZnDg0JeqNhOf/SdVX8mZKQIFBCHT530jY+cPKEPYiKLyHu9hcPx0wlOl8t3THyitxd02aLF9MGdHbuu/vaHjx97pleLNuEhofrOiQvmzFi+WKAAeuvvmWez0uWgalBk36LVZcygraFkNutlDbSGBgAEIMIGAAAAALixDEKLGzzruJv7lKzTIKyE3JnqzHwzdqZAAfHHimW+8ZzVf+uD0kVj5H3dSlWEZ4mkb2b8qu+X49GzftfHVcuUlfe/LZn/zg/fDx//3R0duo589uVNYyd+8tgw/YCNe+L0gdHTs0G4WV+rANgYf+inHauENqtieKVMKy1LNFv0vMHsqWzQ2sPTGhoAEGBoEA0AAAAAN4o+zygnkd3CZFRVbTZScQ2vdkuvlWOcbmVS3JreFeq2L11VIN9bF7f9g5/HNq1Ra/GGdWP/nCH3RISEdW2idWIY1Knb5IVz5eDt8d+t3rG1U8Om30yfuuvwQbmnQolSHRs1lYM//l4+K1aLK8KCCw3q3D0lPXXtzm36mWuVr6QPHDZbSnrawRMnfpr7Z3pmxgM9+grkS2murP/M+0kfD4yuXiYo3BszeG6UNQAAAhZhAwAAAADccAahdW5QVJOclCwbEjW0TJMv96+Q+/8z/6dF/Z+NCQ4TyN9KRkV/OvlnMdm7KSeV3//Pk4ULaT0YGlWr8e7Qx1/9boRLUeasipU3/ZgiYYVHPfvfIKtNjl8bMnTF5o1JKclfTJ0gb77TyvSiV4s2+rhSqTInkxLPpCY/N+J/javVJGzIt55eOHHf2VNyUNTiuLdYXb2sQbtZLCYtapBhg4myBgBAAGIZJQAAAAC4gc51bjBoKylpLWQt1gfLNa8eHC0fPZuVfu/ssS5VFcjfXrr7vod732a3WgsFOXq3bPfXR192b9bS9+jgrj0XfPbNkFt6lS9e0maxlo4u1qN5q/mfjapetoJ+QKnoopPf/LB5rbr6ZlhwSN1KVV6558EfX33bNx/99bD/6gdUKV22Rc06AvnSzztXTd+7UXgWUHqzbFuHxW6xWuUvtZ436A0b9N96AQBAgKGyAQAAAABuOD1vcLuN2jXQbjXIav+8Tt9+q8adcWVsjD/0RuyMt1r0FsjHTEbT/w15SN4udUDFEqXeeeixy5yhRrnyU9784DIHFAkrfPkDcNPtTDz+36XezhwPFa1bLTja06RBixmsMm/Q0kSTkW4NAIBARWUDAAAAANxYvplHo8waPG2i5dRkieCIj6r3cHu6AX+3Zelf+7YIAPlYmivr3r/GZiouOW4QXGxgsVpaFxb5fxZvZYPRs4CS3q2BpAEAEIAIGwAAAADghjNkM5pMvhXemxcp/2DpxvoBjyz4aWP8YQEgX8pSXUNmj9VbNUSbHa+Xaa3FDGar1WqzepIGLUb0tIYWAAAEKv6/IAAAAADkEc/VzgY9btCvhn6sfKsGoSXkQ+ku5+0zR25NOCoA5DOKW71v9tilh+OEZxpleNm2hW3BVs+vsPdmtvj6QlPWAAAIWIQNAAAAAJAXfJ2i9cWULJ7VV+w2+6c1e5UJKiwPSM7KuG3GyLjEEwL5xuCuPY/+NkfeerVoIxCQVLf70fk/zz+4Q998tXSrqiHResZgtdr0BZS0vtBG+kIDAAIdYQMAAAAA5B1f3qAvpiRnKiMdYd/Wvr2IxSEfTcpMu3X61wfOJggA+YBbuJ9c+Mu0PRv0zadiGrWPKG82ab+5VkuOpMHkbdUg6AsNAAhghA0AAAAAkEdydIrW4gZfa9niweHf1O4XarbJRxMyUvpM/2pn4nEB4GYbtmjSlF3r9PHg6Fp9oqvJX1utT4OnpkEPG2RsaDQYWUAJAADCBgAAAADIO+fyBr1XtMmsL8ZSOazY1zX72o1m+ejx1LO9fv9q/cmDAsBNkqm47vrzu192rtY3u4dXGFKsri9p8OYNMmnwLKCklzWQNAAAAhxhAwAAAADkqfOaN+j1DVaLrXZ4yc9q9LQZTfKYs1npfaePWHhopwCQ51KcGf1njlqQ3aehY1iZZ0s1t3pyQfmr6okZaNUAAMD5CBsAAAAAIK/lzBssZotvErNZZPnvavYLNWnrKWUqrrv//P63PesFgDx0Kj2lx29frjq+T9/sEV7h5TKttY7u2UmD3q3B5MkKPb/F2tQKeQMAAIQNAAAAAHBznNcsWk5i2mz2OhGlxta+PdoaLA9Q3Ooj8356Z9Us1e0WAG689ScPdpr6ia9pyn3RtYeVam7RV0+yaL+hercGrawhu1WDIGkAAMCDsAEAAAAAbgJ9dtLoXU3p3GJKcjazYljR8XX6l7GH6Ud+sX7BbTNHnkpPEQBupG82L+k17cvjqWfl2CAML5VodnexOt7CI6s9u0/DP5IG1lACAMCHsAEAAAAAbo6czaKNWnXDubyheHDE2Dr9qwUX0Y+MPbqnw+SPVx/fLwDcAKmuzMGzx7y2YrpLVeWmWRjeLtOmc2RFi7bImTdpkL+Y2a0aTEZPVRJJAwAAORE2AAAAAMBN47sy2mQ0nZc3FHGEja7dv090Nf3Ik+nJfaeP+HrjIgEgV8Ulnug85X9z9m/VN4taHCMrdmsRXkYPGGxWu3afnTSYtT4NJpIGAAAuZBYAAAAAgJvHN18p0waR4480gyeJeLVSx0ahJYbvXZSuuhS3+ubfM+cc2PZh69sqFo4WAK5PpuL6YsOCL9cvkAN9T/OQEi+XblnIYtdqGsxWm756ksWmB4FaTQNJAwAAl0DYAAAAAAA3Wc68wbe2kuT2RA63FKterVD0czv/3JOeKB/6+9jedpM/erBW62cbdnaYrQLANVl4aOcLS6ccSk7UNy0G43+K1etbpJqnfMGid2jQmzTk7AitJw0CAABcgLABAAAAAG4+3/SlUf5nMvv2yplNeV/OED2+dv+P9i357eR2udulql9vXPT77vVvNOvVs0IdAeBqHElJenXF73/u2+LbE2MJfqtM2wqOCIungsGiN4W22PSxyWQ+L2kgbwAA4EKEDQAAAACQL5zLG2TAIMzaZnZHB6PHyxU7dIio8MH+pQczzsjDjqWeeWjeD/U2LX6qXofOZWsIAP/maErS5+sXTNi5yrduklkY+xepek/R2kHZayVZzFZvTYM2tsikwagtn2TydVgRAADgYggbAAAAACC/yHnRtOHc1KZBv6RaTng2L1J+QmiJn4+u//7ounRVmy1df/Lg4NljqkXEPF6/fe/ydY3MhAIXs/fMqc/XzZuya53iVn076zqih5VsWtIeZvEsnaTXMfhu2npKpn+0gyZpAADgMggbAAAAACAf0Vo1uN1yclPeC8/fbFrYYNTXbzF6ihxMg0s16hpV5YsDK2af3qM/a/vpY4/M++mjsNmP1mvfv1JDs1YbAUCzLeHop+vmz9y7yS3cvp0xluBHYxq0CCttMptNJrNexKCXNXhjBouWNGSXFWm/UCQNAABcHmEDAAAAAOQvet6gr57k3daXVDL+P3t3AR/VlfZx/IzH3YjhlgQNXtydQqFQoaVGZdut29Z1a9tt+1a20FKhAqWUllJa3N01ENxCiEFCbDL2njs3GVI0QIBJ5vf9zN69c+aOJDND4fzvc57S+gYpWqd7rUHvm3PTJ6ZvnHd8nzqHujc36/GFP72x8o/+tZsMqdusQ3Q9Ch3gsdLyT/y6Z+NvezZuzjxcfjzW6H9jaOO+IXVNMlSQUUNZTYOrskEOKk0adDpXTYMgaQAAoAIIGwAAAADA7ZTv36BxaNTiBqtyRU5/6pyJg95iKUkKiX0jIHJsfvbE9E2/Z6eqd8kpLvguZaW8BJt8r6/XvG2N2smRNWP9ggVQ3RVZLRsyDq7PODhz3xa5c9qtdU1BN4cndguqpXV2fNY5kwY1ZjCq1Qx6gzLmbNKg1Whd6yaRNAAAUBGEDQAAAADgpso3b7DbNcqSLmr7BrW6QauzOCdM6+gin/fr/o+4tvNy9vyetXNHYbZ69+Pmgq+2LZMXuR/h498qspZMHVqExyWE1gg0+QigWtiWnSYv644d2JhxcHPWkTMP8NUaugbG9w2qk+QXqbZ6VmIGmTI404VTl3IFDZpyBAAAqBjCBgAAAABwX+WXVHKVONi0pROmOqveZjNYLRaL1RKm0w83NR0ambivIPuPrNS5J/ZllBS4Hiej8OTMfVvkRb0a4e3fKDSqQVBUg5DIuoHhvgajl97grTf66I3eBoOv3iQAt3HCXFhktRRYzEVWa7G1JKsof3vO0dSc9N25Gduzj57njh38Y/oF170uIE6jdZYElRU0yKBB51pASW9wDuvVA9SvGAUNAABcAsIGAAAAAHBrrhlPV4mDUNs3OM/RttqsyrSpzSATB5vNKi/19VEP+YY9ENd2d0H2hpNpmwqObcxPP2E1l3/MjKKTGYdPLj68SwDViFaIht6hzXwjmvlGNveNkhGa9u8xgzNjKF1AqXSkLGZwrZtE0gAAwKUhbAAAAACAKuC0EgeHup6ScsK2zm7Tq5GDXUkblLxB2VqtCYYaDf0jRthtDrt9d2H2pvx0mTqkFuakWfIFUF34ag11vYISfcJkutDMP9Kk0atfDRnGlRY0aHVqwCB3SmsanPtlfQdAoAAAEABJREFUSyrp1PCOmAEAgMtE2AAAAAAAVUP5EgcleChbVcmunLZdmjTobTab3JNRg9Vqtyv7dudIgjG6YUDkcHsTGTzYHfZdhdkHinMPFB0/UJKXbSkqtluLbBazwyYvcscqHAJwG94avZdWb9LqvLQ6k1bvrzPGmgJqGQNreslLULDeq7TWx1maoNYoqFu1AYOTXo0clK2z/7MzhNASMwAAUIkIGwAAAACgKjltVSWHQ06WOmR+4HB2cVACBme6YDA4/99+autQcgYlfJD/n2SMSXDUkFeFw6n0/5SMQd26yAfOyy8oKCqSjx7o7+dlMgrgGinfMl0mYqXNFTRqmU9ZrU/pEmM6Z+6g05VVMLi2pQeryURZewZB0gAAwGUjbAAAAACAqufMKgeHcja3DBTklKpSu+AozRmUaMG1VaoaHM5SBxkzCGf4IEeEK2v4W9ggd3Jy845lZsv7hIcEh4cEyelZAVw15WKv8pUHpWGDRuNq5uyKGdSAobSywblSkqZsWz6QKN+bQRAzAABQSQgbAAAAAKCqOi1ykDtK5OAsdJBZgSt1cEYKp3bUyEHlzBacSyuVDxs0Iu9kQere/ScLCsOCg+rXjqegAdeE+gkvi7/+FjaUKV0HSaspq2pw7qirJJUvetD8/X6CjAEAgMpG2AAAAAAAVVv5OdNThQ5KN2k521pataBWMKgRg3LVmUaUDrrKGpzb4pKSzSm79hw87OfjndwksUZEmED1dSL3ZFCgv3B7pR9yZ97gKJc3lJYpqCmDs9BBlA2q+2dmDIKYAQCAK4OwAQAAAACqg9MiB1G2IJIaJGi1jvLLJTnKChrkcc4llYSaQGzZuWfl+k0yjmjVJKF5YkOdnK5F9bVuS8rKDVvCggOTGtSrVyvO5Pb1K6UVCeLviym5IodyyyuVL18gYwAA4OogbAAAAACAauW0GdUzg4fSHWf24LrpYNrRmfOXHsvOaVyvdp/O7f19fQWqu7joGgtWrD90NEtetEtX168Z16SRkjrotDrhrjR/b5BeNvS3XOG0VZLIGAAAuDoIGwAAAACgejpzjrV88ODaOVlQ8MeCZRu2poSHBN92w+C68bECniEqPKK4xOq6umnHHnnx8TbJyKFlQqP4mBrCLZ2WIpwrVCBjAADgKiNsAAAAAIDq78y+DkIJG8SSNetnLV5htzv6du3YpW1L1k3yKH6+PkaDvqi4pPzgyfyi5Wu3yEtoSECrJgnJSQmhwYHCzZw1SCBdAADg2iJsAAAAAACPI6dldx849NOMuceyspObNL6+d9cAP19XxQM8R6C/f0FR5llvysw+8efC5fJSKza6ddNE+Tnxco+mDoQKAAC4J8IGAAAAAPAsefkFv85euG5LSmRY6ENjRtarGaeOM4frgUKDg9Iyss5/zP7DR+Vl2qwFvTq17dulgwAAADgbwgYAAAAA8BQ2u33hynWzFi/XajRD+3Tr3KalVkvA4NFCggIqeGTDujVJGgAAwHkQNgAAAACAR0jdd3DKH3Myso+3bpYwpFdXf18fAY8XElShfgz9unYgaQAAAOdH2AAAAAAA1Vzuyfxf/pq/cXtqdETYI3feVDsuRgBOF6xsMOj17z33iAAAALgQwgYAAAAAqLasNtuCFWtnL1mp12mH9+/ZsVUzGjOgvNDzVjYEBwa8/MhYAQAAUAGEDQAAAABQPaXs3jdl5tzs47ntWjQZ1LOzn4+3AP4uJChQ5k8Oh+PMmxrUjv/HbTcKAACAiiFsAAAAAIDq5njuyal/ztuyc3dsVMRjd99SM6aGAM7G28sUFOB/PDfvtPFuHVpf36uLAAAAqDDCBgAAAACoPqxW29xlq+YuXW006EcO7NW+ZTOWTcL5hQYFlA8bdDrt+88/Jnc2pqSu2rDl3ptvEAAAABVA2AAAAAAA1cTWnXt+mTU/50Ruh5bNBvbo7ONtEsCFBAcFigOH1f0AP9/XHr9f3Y8ICd6179C0WQuG9ukmAAAALoSwAQAAAACqvOwTuT/NmLNjz/746Kg7RgyOqxEpgIpx9YiuFVvj0btucY1HR4bfPKTvmi3bBQAAQAUQNgAAAABAFWaxWmcvXjl/+RpvL9PNg/u2aZ7Eukm4KCGBAXLbMrHh7cMHnXZTy6RG8iIAAAAqgLABAAAAAKqqTSm7ps1acCLvZKfWzft36+TtZRTARQoLDfrwpSfOf8y+Q2nRkeEmo0EAAACcA2EDAAAAAFQ9WTknJv0+a9f+Q7Vio++5aWhMZLgALknd+NjzH2CxWv/3/c/NGje4eUhfAQAAcA6EDQAAAABQlZSUWP5avGLhyrW+3t63Du3fummCAK4kg15/Q7+e3/86s2mj+kkN6woAAICzIWwAAAAAgCpj/badv81ekJdf0KVtcr8u15lMLGuDq6FNswQfLxNJAwAAOA/CBgAAAACoAo5l5Uz+ffaeg4frxsc+MPrGyLAQAVxFJA0AAOD8CBsAAAAAwK2ZzZY/Fy1btGqdv6/v7TcMbJnUSADXyMoNW0KDg+rXihMAAAB/R9gAAAAAAO5re+reH3+flZdf0LNj2z6d2hmNrJuEa2nhynVy+8z9YwQAAMDfaQUAAAAAwP2YSyw/Tp/1+Y+/hAQFvPDQ3YN6dCJpwDU3pFeXoxlZ23buEQAAAH9HZQMAAAAAuJ0jxzLH//jL8dyT3dq3ur53VwG4h8b1ao8dNTSR/g0AAOAMhA0AAAAA4F527j3wxaRfNRpx96jrmzSsJwB3QtIAAADOimWUAAAAAMCNbE3d89l3P4cGBz593xiSBringsLi6XMXCwAAgHIIGwAAAADAXew7dGTC5N/CQ4IevetmmTcIwC0dTj82b9nqNZu3CwAAgDKEDQAAAADgFo6kZ3z23c8Gg/7eW24wGY0CcFcN69SMjghbvXGrAAAAKEPPBgAAAAC49kosls9/+KWkxPLA6BFhwUECcG83Dujt7WMSAAAAZQgbAAAAAODa+3PBstyT+UN6dWlQp6YA3F7t+GgBAABQDssoAQAAAMA1djw3b+HKdS0SG3bv0FoAVUdefoEAAABwImwAAAAAgGts9pJVcjtqUG8BVB079x544T+fHcvKEQAAAIQNAAAAAHBt5Z7MX7VhS4vEhl4mVsBHVVIrRllJacvO3QIAAICeDQAAAABwba3csMVmt7dr2VQAVYrJZOhxXZsAX18BAABA2AAAAAAA19bmHbuCAvzr14oTQFUzuGdnAQAA4MQySgAAAABwzeTlFxw+mtGxVTONRiMAAACAKouwAQAAAACumR17DsiQoW2LJgKommbMW7Jm0zYBAAA8HmEDAAAAAFwzRzMyw0ODA/xY9R5V1Z4Dh7em7hEAAMDjETYAAAAAwDVzNCPL39dHAFVWTFT4oaPHBAAA8Hg0iAYAAACAa+ZoRmatmGgBVFk9O7br17WjAAAAHo+wAQAAAACumdyTBf5+VDagCgsK8BMAAACEDQAAAABwDTkcDj+WUQIAAEDVR88GAAAAALg2SixWufWnOzSqMhmYPfzKe8vWbRIAAMCzUdkAAAAAANeSXqsTQJWl0Wh8vb3yCwoFAADwbFQ2AAAAAMC1odVq5NZmt51506zFKzbv2CWAqqBx/To+Xl4CAAB4NiobAAAAAODKMpstb3765Ym8/LPeOnnGHHk5bVCj0Tx6580CqApGD+0vAACAx6OyAQAAAACuLJPJMLxfz4u6S/uWTWvG1hAAAABAFUHYAAAAAABXXJNG9Vo3S6zgwTKc6N/tOgFUEWkZWUeOZQoAAODZCBsAAAAA4Gq4vndXX+8KrWvfv2tHf18fAVQRf8xb8tuchQIAAHg2wgYAAAAAuBr8fLyH9Op6wcMiw0I6t2kpgKrDoZH/EwAAwMMRNgAAAADAVdK2RVK9mrHnP2ZYvx5arUYAVUdyYqNWTSu6ShgAAKiuCBsAAAAA4OoZObCPXqc7160tExs2qlNTAFVKcpPGbZolCAAA4NkIGwAAAADg6okIC+7XtcNZb5IhxOBeXQQAAABQBRE2AAAAAMBV1b1Dm9gaEWeO9+zYNjgwQABVzbotKas3bRcAAMCzETYAAAAAwFWl1WpGDeqj0fytMUNwoH+vjm0FUAWt27Zj7eZtAgAAeDbCBgAAAAC42uJqRHZu06L8yLC+3fV6nQAAAACqJr0AAAAAAFx1A7p12pSSeiIvX+43qluraaP6AqiaBnbv5HA4BAAA8GxUNgAAAADANWAyGW7o10PuaDSaoX27CaDKio4Ii4kMFwAAwLNR2QAAAAAA10bTRvVbJjb09/ONCgsVAAAAQFVG2AAAAAAA18wN/XtqNVSco2obN2ma1WJ9YPQIAQAAPBhhAwAAAIArgjXcK8LX20vwu7oYGo1GAAAAwP0QNgAAAACoTK55cybQcUWROgAAALgVwgYAAAAAlUNNF1xbVeltTAvjcjg/R2q6oCmjfrqIHNzB2FFDBQAA8HiEDQAAAAAqgStjSN9tnf95kUOcqm9wzQsDl0b9COkNmiHPeRu8Zbyg0Wq1rsiBvAEAAMAdEDYAAAAAuFyupMFut8/9rOjIdttptwvgsqgfIceyH4s63mbQarQOodMqiYOWpMEdpGVkya9/TGS4AAAAHkwrAAAAAOCyqUnDjqXmM5IGoNKs+8Weddhss1ntNpvdYT99tS5cIzPmL/lt9kIBAAA8G5UNAAAAAC6LOtsrkwZLiW3hFyXq4LBn/Ou3MQigkiycWLhqWrHcWfqNrf8TykdOr7QC0VDcAAAA4CaobAAAAABwuZznljtW/2I+mamcYx6XqCdpQOW6boSPd4ASKhxYozu4xWq1WpT6BruN4gZ3kJzYqFXTRAEAADwbYQMAAACAS+ea6i3Isa2ebFEHe9/jK4BKZfASXW7xUfeXfqk1l5RYZN5gL11MSZQ1DsE1kdykcZtmCQIAAHg2wgYAAAAAl0VZQ8lhX/y12VqinHjevI8pLF4ngMrWtKcpNFb5aOUe1aXMcyjFDVZn8wa7naQBAADgmiNsAAAAAHCJXN0aju22bpun9IU2eWs6l51+DlQujUb0GVtaNLN+qrG4wGqzWW3KSkp2NW8gcrhW1m1JWb1puwAAAJ6NsAEAAADApVAndp2TvPa5n5b2he4w0tvbj269uFLikkrbgZhPajdM01qcxQ02m80hiBmupXXbdqzdvE0AAADPRtgAAAAA4BKp55KnLC5JT7XLq8FR2uT+XgK4knrc6at1LtO17S9j7jGlU7TdbnMtpkRxAwAAwLVC2AAAAADgorkWULKY7Uu+tqqD3cb46vQCuKICI7StBiqZlsOuWfWdwWK1WG1KcQOdoq+hgd07DendVQAAAM9G2AAAAADgUqh9oddOM5/MVOZ24xJL17cBrrQOI7y9nKt1HVxvSNvuUIsbHFQ2XDvREWExkeECAAB4NsIGAAAAABfHUabwuH3VTxZ1sPc9vgK4Kkw+ms43l/YhX/6VwVKiFDfIi6CWKOcAABAASURBVBI5UNwAAABwjRA2AAAAALhoalnDoq/M1hLlBPPmfUxh8ToBXC3yIxcaq3zk8tL1OxZolOIGZ9sGtXODwNU1btK0TydOEQAAwLMRNgAAAAC4CK5uDcd2W7fPt8kRk7em8y0+AriKNBrRZ2xpMc36qcaifKvNZrUplQ12OkUDAABcE4QNAAAAACpKncB1Tuba535aog52GOnt7VxAH7ia4pL0DdoZ5Y75pHbDL1qL1aKspWSzOQQxAwAAwDWgFwAAAABQYeo549sXlqSn2uXV4Chtcn8vAVwL3cf47F5TYreJ7bONCb2LQmpYdDqd3abVCI1Wq5xap9EQg10NY0cNFQAAwONR2QAAAACgQlwLKFnM9sUTSvtCdxvjq+MUJlwjgRHaVoOUrMth16ycaLBYlU7RNpvN7rDTKRoAAOAqI2wAAAAAUFFqX+g1v5gLjitX4xL19dsYBHDtdLzRxztAKV84tMGQtt2hdIq22xy0bbi60jKyjhzLFAAAwLMRNgAAAAC4MEeZk5m21VNKyxp63+MrgGvK4CW6lPUnX/6VwVKiFDfIixI5UNxwtcyYv+S32QsFAADwbIQNAAAAACpELWtY8o3ZWqKcSN68jyksXieAa61pT1NorPJRzEvXp8zXKMUNNpvdiaQBAADgqiFsAAAAAHABrm4Nx3ZbUxYqfaFN3prOZaeTA9eWRiP6jC0tstnwi7Eo32qzWW1KZUNp3kDkcKVFh4dFR0UIAADg2QgbAAAAAJyPOlHrnLS1z/20RB3sMNLb208jAPcQl6Rv0M4od8wnteunai1Wi7KWks3mEMQMV8PAHp2u79VFAAAAz0bYAAAAAOAC1HPDty+0pKcqZQ3BUdrk/l4CcCfdx/honct6pcwx5h6zqp2i1fWUKG4AAAC4CggbAAAAAJyTawEli9m+eEJpWUO3Mb46vQDcSmCEttUgJQNz2DUrvtVbrEqnaJsMGxx2OkVfaeu2pKzetF0AAADPRtgAAAAA4HzUvtCrfzYXHFeuxiXq67cxCMD9dBju7R2grO51eKMxbbtDLW5wUNlw5a3btmPt5m0CAAB4NsIGAAAAAGfnKHMy07ZmqkUd7H2PrwDckslH06Wsb/nyrwyWEqW4QV6UyIHiBgAAgCuMsAEAAADAOallDYu/NltLlBPGm/cxhcXrBOCumvY0hcYqH9G8dH3KPI1S3OBs26B2bhC4MgZ27zSkd1cBAAA8G2EDAAAAgLNwdWs4ttu6Y5HSF9rkrelcdto44J40GtFnbGnxzbqfjUX5VpvNalMqG+x0ir5yoiPCYiLDBQAA8GyEDQAAAABOp07IOidn7XM/Le0L3WGkt7efRgDuLS5JX7+tUe5YCrXrf9ZarBabs1O0Q5A0AAAAXEGEDQAAAADOQj0HfPsCS3qqUtYQHKVtM9hLAFVBjzt8tM7lvlLmGo+n2a0WpVO03WZztSERqFQz5i35dc4iAQAAPBthAwAAAIC/cS2gVFJsW/xVaVlDtzH0hUaVERihbTVIycYcds2q75TiBquzuMHusNMp+kpIy8xKS88QAADAsxE2AAAAADid2hd69c8lBceVq3GJ+vptDAKoOjoM9/YOUFb9OrzJmLbdoXSKLlfcIAAAAFDZCBsAAAAAnOJaZ+Zkpm3NVKs62PseyhpQxZh8NF3K+pmv+NpoKbEqzRtk3qA0i6a4oZKNHTX0gdEjBAAA8GyEDQAAAAD+xrmGkm3RV2abRbnavI8pLF4ngKqmaU9TaKzy0c09qts+V9hsVrtNhg12Z+dzkgYAAIBKRtgAAAAAoJSrW0PaDuvOxUpfaJO3pnPZ6eFA1aLRiD5jS4ty1k81FuVbrc7mDc7PuJ31lCpRWkbWkWOZAgAAeDbCBgAAAAAKdeLVOQlrn/tpaV/oDiO9vf00Aqia4pL09dsa5Y6lULtuilYmDXa7TXIIkobKNGP+kt9mLxQAAMCzETYAAAAAKKWe6711XknmPmUeNjhKm9zfSwBVWY87fLTOZcB2zDPmHLFZLX/rFE3kAAAAUFkIGwAAAACcWkCppMi+9BuLOthtjK9OL4AqLTBC23qgkpk57JpV3+msMm1QO0U77HSKrizR4WHRURECAAB4Nv7pAAAAAEChhA0O+8opxQXHlatxifr6bQwCqPraj/DevMBclOc4stl4ZHtRfFOrzarTarTyIj/2Gg0LhV2ugT06CQAA4PGobAAAAAA8nWs9mZOZtnXTbOpg73t8BVAtmHw0Xcr6nK/42mgpscq0QSlusNsobgAAAKgshA0AAAAAnGUNdtvCCWabcwml5n1MYfE6AVQXTXuaQmOVj3TuUd22OcJms9ptMmywOzuikzRcrnVbUlZv2i4AAIBnI2wAAAAAPJqrW0PaDmvqErscMXlrOpedBg5UDxqN6DO2tFhnwy/Gonyr1Wqx2qzOz76dTtGXad22HWs3bxMAAMCzETYAAAAAnkudYHVOttrnflqiDnYY6e3txyr2qG7ikkrbkFgKteum6GTSYLfbJIcgaQAAAKgEhA0AAACAR1PP6d46tyRznzLfGhylTe7vJYDqqMedvlrn8mApcw05R2xWi0XmDTJxcLUtEbgkyYmNWjVNFAAAwLMRNgAAAAAeyrWAUkmRfem3FnWw2xhfnV4A1VJghLb1QGeW5tCs+l5vlWmD1aJ0inbY6RR9OZKbNG7TLEEAAADPRtgAAAAAeC4lbHDYV0wuLjiuXI1LLF1nBqiu2o/w9g5QVgk7sslwYKPdZrParFZXcYMAAADApSJsAAAAADyRa92Yk5m29b/Z1MHe9/gKoFoz+Wg631za/3zlt0ZLiVWmDUpxg91GccMlmzFvya9zFgkAAODZCBsAAAAAD+VcQ8m24EuzzbmEUvM+prB4nQCqu2a9TKGxykc9P1O/dZbDZlMqG+xOJA2XJi0zKy09QwAAAM9G2AAAAAB4HFe3hrQd1l1L7XLE5K3pfIuPADyARiP6jC0t4tn4q6ko32q1Wqw2q/M7YWc9JQAAgEtD6zcAAADAs6gTqc5JVfvcT0vUwQ4jvb39NALwDHFJSnuSXastlkLtmp+0ne6w6ux6m82m0WrlF0Sj4btwccaOGioAAIDHo7IBAAAA8DjqudtbZpdk7lOCh+AobXJ/LwF4kh53+mqdy4btnGfMOWKzWix2u83VKZriBgAAgItF2AAAAAB4ENcCSiVF9iXfWtTBbmN8ddQ8w8MERmhbDXRmbA7Nyol6q0wbrBalU7TDTqdoAACAS0DYAAAAAHgWJWxw2FdMNhflKlfjEpX1ZATgeTqM8PYOUFZMSttiOLDRbrNZbdbSZtEkDRdl3KRpn06cIgAAgGcjbAAAAAA8hWt9mNx06/rfrOpg73t8BeCRTD6azjeX9kVf+a3RUmKVaYPNbnNQ3AAAAHDxCBsAAAAAD+JcQ8m2cEKJzbmEUvM+prB4nQA8VbNeptBY5SuQn6nfNkvYbKWVDRQ3XJTo8LDoqAgBAAA8G2EDAAAA4BFc3RrSdlh3L7fLEZO3pvMtPgLwYBqN6DO2tLhnw6/G/BMWq9VitVmd3xU7naIraGCPTtf36iIAAIBnI2wAAAAAqj91wlQ9X3vupyXqYIeR3t5+GgF4trik0rYllkLthl/0Mmmw222SQ5A0AAAAXAS9AAAAAOAB1HO0t8wpydynzJ8GR2mT+3sJj1FSbBnc8IHzH/P2pCeatW8orpYXxny4ZsHWvw6MF9dOYX7x1PGzV87ZeHR/hl+wb52GsXc+Ozy+fg3hYXrc6btn3Qm7TeyYZ0joXRweZ9FpdXabVqPTqHmDRkMsdz7rtqTY7I42zRIEAADwYIQNAAAAQDXnWkCppMi+9FuLOthtjK/Ok/41oNFqWnRs7Lqam31yb8rhGvFhUfHhrkG/AM9aVKrEbH3u1v+mbNgbUyui702dM9Nyls/euH7p9te/ebRp+wbCkwRGaFsN9Fr9W7FwaJZ/rR/wrEWr02m0WuXikEGDEjmQN5zHum07rBYrYQMAAB6OsAEAAACo/pSwwWFf/mNxUa5yNS6xdN0Yz2Ew6v/9/WOuq4t+X/PvB8dd1y/57n8NF57qj+8XyqRBZjCvTPin0aT82/BAatpjw95674kvJyx8U2/wrM7hHUZ4b55nLs53pG837F9nrdvWarPqZNqgUaoaNCQNAAAAF0TPBgAAAKA6c5TJTbeu+9WqDva+x1fA421dlSq3tz1xvZo0SDUbRHe9vk3G4Zy92w8JD2Py0XQp65e+6nuDpcQq0wab3abkdM6VlOjfcB7JiY1aNU0UAADAs1HZAAAAAFRbrklSu9224MsSh105O7t5H1NYvGedtF5xG5ft+OGjGftTj8j9mJoRNz88qHW3pIs64DTmopI/Jy1Z+Ouqg7vSatSK6Dm8w5AxPbTas58mv37J9on/+S3tQIbdZo+tEzX6sSEtOyvr0pzIyrul7VNJbeq//ePj5Y//163/3bo69fvV//EP8jnP3aXUTfv/OfiNR965ff3i7WsXbgkOC3j6o3sG3dY9qW2DRs1rl39MP3/loYoKzcLzNOttWvtHcfZhW36mfutf1uaDrHab3q7VaTR2ihvOL7lJYwEAADwelQ0AAABAdaZ2azi4xbpnhV1eNXlrOt/iWZ0JKm7WpKXP3PwfOVnfZWBreclIy35hzId/TV5a8QNOczK38IkR7/zv5Unefl4DbulqMOg/f2Xye49NOOs58vOnrXxu9AdpBzPb9mzWfWj7E9l5z932waLf18ibgsICWndJ3Lxi5/HMPNfxcn/D0pS2PZqpScN57u4y/ev5K+durNkgWn4k6iTENb+u0dA7e5afQ88+ljv/15WBof4NmtUSnkf+JvqMLS362TDNmH/CYrVarDar8ztkVyuEBAAAAM6BygYAAACgenL1hZbmfVaiDnYY6e3txwnaZ3F437FPX/qxbmLcm98+GhjmL0duemjAsze/P+6VSW26NQmJCLzgAWc+5oS3pu7acmD0o4NveWSQOvL+k1/P/mlZtyFtT6uHyM3J//zVyTIGeHfKU/6BSnhw62ODX7rjIznYqmuSr79358FtVs7bvHD66qF39VTvsmTmOvn+dhnUuiJ3V+9ycFfaZ7NejqsbddbfQE5G7nOj/5uZdvyJ9+/09jEJjxSXpK/XxrB7tcVarF3/s67jnUqnaJtWaRZNj+jzmDFvidVuv75XFwEAADwYlQ0AAABAdeYQjk1/WnIOKWdkB0dpk/t7CZzN3J+Xm4tLbnviejVIkGR+MPqxwYUF5pnfL67IAaex2ezL/lofFRc28h/9XYO3PjL4oddvjYoPO+3gOT8vl4HBqAf7q1GBJHdkmCEDgHm/rJRXO/ZtKQOApX+uc91l2Z/r/AK82/VqXpG7q5I7JZ4raTiRlSeDk/07jzzwyk09b2gvPFjPO321zmXGdswzZh2w2axW+T+7zeZqfyJwhrTMrLT0DAEAADwblQ29l3jWAAAQAElEQVQAAABANeQqayjKty6dWFrW0O0OXx3/AjiHw3uPyW1Cy3rlBxNaKVf37ThUkQNOk3E4Oy8nv0nbBnrDqQ4ZETEhA0Z3Oduzp8vt9nV70vadmrE9eaJAbo84n9foZbiuX8u5U1dkHMmRD3I8M2/Tip19b+qkPvgF766Kig8X5/DxCz8c2JV217+GDx7TXXi2wAht68Feq6YVazSaFd8YB72gFDfIi0ar1Si1DRpKHAAAAM6Kf2oAAAAA1ZMSNjjsK360mPOVq7EJ+vqtDQLnkH30uE6vU/sfuASFBQhnd4SKHHCawvxi5wH+ogJy0k8IZ0+FM286dihT3ekyqLUMGxb+vvrG+/ou+G2VMjKwdcXvLhlMZ/8HYFGhecWsDY2a1x5xbx8BIa4b4bN5nrkoz5GRqt+9ytKgg0WmDVqNViM0dIo+q4HdO1HzAQAACBsAAACA6sZV1pB92LphukVpfKs91fkWZxUUHmCz2k6eKCwfJ5zIUlKEgCDfihxwmrDIILnNy84XFRASpRz8zdK3IuNCz3VMy86JoZGBy2auk2HDsr/Wh0cHN7+uUcXvfh5ZR4/bbPYmbRoIOBm8RJdbfP76TCkNWfODsVZyiU5nVeobtFq7XSO3QvlSETmcEh0RJgAAgMejZwMAAABQrajnF6txw6IvzA67MiXavLcpLF4ncG7RNSPkdvv63eUHt69VrtZtUrMiB5wmMMzfP9Bn97aDMqJwDeZmnRzR9OGJ/51+xrMrCxxtWZ1afvDYoewfPpyxZsFW9aqc6+48oPXOTfu3rtq1bc3urgPbuOa7K3L38wirEfz2pCf6j+4qUKZpT1NorPKVKczRbZqhsVotzuYNNs7fBwAAOBfCBgAAAKC6UcsaDm6x7lurTIwavUWnm30EzqvHDe3lbP637/2ad7xAHZHBgEwF5IR+x34tK3LAmXqNuO7ogcxpE+apV202+48f/3Eyt7BuQtxpR3YZ2Mbbx/T1u9MO7yttsSAjivFvTvn2/d/Kt3zoMqSN3I57/SfX/kXd/VzkfZu1b1gjnpPTT5E5jqsYaOvvpvxsZ5tou8353bLTKfo04yZN+3TiFAEAADwbyygBAAAA1YdrASU5Lzrvs9K+0B1H+nj7seTLBdRpHHv/yzf979VJD/R7pUOfFnKyfuXcTTnHch9649bajWIrcsCZbn1syM7N+794Y8qmZTtqNYhet2Tb3pTDHfsny7ufdmRkXOiDb9z64bPfPjrkzXa9mteID1+zcEvK+r3X39GjRcfGrsMaNa8dWzcqdfP+uHpR9ZLiL/bu57Jhacqzt7zftnvTV756SKBMXJK+QTtj6soSa4lmzU/6rvc5O0VrdcoKSg46NwAAAJyOsAEAAACoVpxnXDs2/VWSc0g58zo4Stuyv5dABQy8rWtS2/q/fjVv/aJtxcUlzTs0GjKmR4NmtSp+wGl8fE3vTn7y92/nr5q7+Y8fFkXFhd3x9LChd/U668E9hrVLSK7764R5W1anLvtrfd2k+Gf+756ug9ucdli3wW0m/nd6j6HtL+3uuCjdx/jsXlNit4ndSwwJvYuj61ttWqVzg0OjVSsbiBxU0eFhVrtdAAAAz6ah9hMAAAAeSD3932q1WiyWBRPMqydrknoaBz3pJ6oyV1lDYb7li7uKzM7OxDf8y79eK4MAcEkWTixcNa1Y7oTWtl7/qtVo8jIaTXq9QedMHQR5A6qO+eMKV00trt0xr8MdxT5OXl7y82zUOZuf80kGAFw+ejYAAAAA1YcSNjjsy78vUZOG2AQ9SQNwOa4b4eMdoEzCZu/T71phVztF2202tXODAAAAQBnCBgAAAKA6cJU1ZB+2bpxhlSMa7akOtwAujcFLdLmltL/62kkmc5HSKdpGp+i/S8vIOnIsUwAAAM9G2AAAAABUeep0pxo3LP6ixGFXTsRu3ssUFq8TAC5P056m0Fjlq1SYo9v8h7A4ixtsNhsxg8uM+Ut+m71QAAAAz0bYAAAAAFQHalnDwS3WvWuVNq1Gb9Gp7HRsAJdDozlVJLR1hld+tlLcYKe4AQAA4O8IGwAAAICqzbWAkpz/nPdZiTrYcaSPtx/dPoHKEZekb9DOKHesJZo1P+ktVovVphQ32B10blAkJzZq1TRRAAAAz0bYAAAAAFR5zjOrHRv/LMk5pMx7Bkdpkwd4CQCVp/sYH61zWbLdSwwZe+3OlZSsjrLKBg+PHJKbNG7TLEEAAADPRtgAAAAAVGGuic6ifOvy7y3qYPc7fbU0awAqVWCEttUgJcPTaDTLvzJY1eIG+6niBkocAACAh9MLAAAAAFWZsoaSw77suxJzvnI1NkFfr5VBAKhsHW/02TLfXJTnyN6n37XC0rCjRafVaTVajRJAKIRb8vIWV1rOiTy7cIQFBYorSaY55mIBAADcFmEDAAAAUFW5ujVkH7Zu+sMmRzTaU51sAVQug5focovPX58VyP21k4y1kkv0OqtWp9NqtXa7Rm6Fs+5BuJmrUOcUFhogAACAx2MZJQAAAKBKcq3cIuOGRV+UOOzKYPNeprB4VlACrpSmPU2hscpXrDBHt/kPjcVqcTZvsLGGEgAAAGEDAAAAUFWpZQ371lv3rVWiBqO36HSLjwBwxWg0p4qHts4w5WcrbaLtdpvzu2inUzQAAPBkhA0AAABA1eNaQEnOc877zKwOdhzl4+3npqvGA9VGXJK+QTuj3LGWaFZP1lvUTtG2U52iAQAAPBNhAwAAAFAlOc+gdqyfYc5NV64GR2mT+3sJAFde9zE+aiOEvcuMGXvtzpWUrI6yygYiBwAA4JkIGwAAAIAqxjWhWZBrXTnJqg52v8tXW72aNeTnFfWtec/jI945bXzJH+vkuLzs2nKg/Lic6R3R9OGRLR+T+79/s0AesGL2RvWmgfXue/qm/6j7kz+ZKW/auGyHuKbmT1spX8acKctFlXL0QKZ85ee69bRfu3xHZk1aejwzT1Q7gRHaVoNKs73lXxmsanGD/VRxQ/XIG8xm8wsvvNCyZcvg4OCXXnpJAAAAnBdhAwAAAFD1KGsoOewrvi8x5ytXYxP09ZINonrxC/COrRu1c8Neq8VWfnzzyp16g5KrnBYY7N955GRuYasuiQJXRvax3Ht7v7Rpxc4KHj/+9Z/++/Q35uISUR11GO7tHaCsWpa9T5+6zGF1doq222xq5wZRLbz88suvv/76vn37WrRoUbNmTQEAAHBehA0AAABAVeLq1pB92LrpT2UWXqM91bG2mmnStoGcwk3dvL/84MblKa26NgmJCNywbHv58ZS1e5S7tGsot4Nu7/bXgfHtezcXqDyWEktJseU8B5z2ay/MLxbVl8lH06WsH/uaH43mImUlJVv16hS9du1aud2xY8f8+fPvvPNOAQAAcF6EDQAAAECV4VqhRU5ozv9ficOuDLbobQqLr14rKJVJbFVPbndu3OcaST+UdWh3uhxv2q7hpuU7iwtPnTW/Y6MSNjRr30gAV0XTnqbQWOWrV5yr2zRDY3EWN9hstmpT2SB/Fh8fn8jISAEAAFABhA0AAABAVaKWNexZbTm4UYkavPw0HW/2EdVUy04Jcrtjw17XyCbn0knN2jds0raBzWrbsurUkj4p6/ZG1wqvER8mzmgeUHGv3PPJPT1eWDF3091dnx/e5J8fPPOtOn7sUPaLYz667bqnhzZ+8P4+r0z+9M/T7rh/55HPX5n86NB/D274wF1dnnthzIfbVu8qf0DK+r1v3P+/Ec0feXz42398t+jMpzYXlcinu7vb8+oj/Pepb8pHKWd9YXtTDr/z8Bd3dHpWvqp7e7304bMT844XnOenkz/F/z3/3R2d/yUv41776eSJQvlEz9/+Qfljpvxv1gN9XxmW8OAtbZ984faPZLqjjs/8fvGYjs/KnVmTl56r20T5X/ut7Z6SR8odeS/5LKI60mhOFRVt+8N0MktOzlvtblncEBQUdN9997322mtRUVGxsbHjxo1Tx999993mzZsHBATIwQEDBuzfv18d/+233zQazYIFCwoLC+WO0WiUg0OHDk1ISPj9998bNmwYHBw8duxY9eCpU6eOHj26adOm8nGaNGkyatSoo0ePup46PDz87rvvXrFixc0331yjRo0OHTq88cYbJSUl8ph77rknJiamXr16r7zyivzdlX/B53phAADAnRE2AAAAAFWDawElOZ+5YHzpNHTHkd7efhpRTYVEBMbWidyyKtU1smnFjsBQ//pNazbtoFQwbFiaoo7n5uQf3nesWYfG4rIVFZg/euZbu8MeERMaWydKOIOEhwa/vm7J9vpNag28tavJy/DV2798+tKPrrv8NXnpP/q9OufnZfIFD7ili1+gz5oFW997fIIrLVg8Y81jw97avHJn10FtYmpHfvX21B8+mlH+SWXS8OSN7/7145LgiMDBt3ePqxslZ+qfHvVu+WWLTnthRw9kPnXjO4v/WBtdO7LPyI42i+3PHxa/MvaTc/1cB1LT/jn49ZnfLa6fVLN9r+ar521+oN/Lebl/Cyc+fv77L//9s8Vi7TOqU4vrGm9ft/vhwW8c3KVMHNdLih92dy+506BprdseG1InIU6c19C7esoj5Y6816Ax3UU1FZekb9BOmYi3lmhWT9Ja1E7RtlOdot3HqlWrXnzxxfj4eIPBIOfx5cg//vGPp556Ss77yzCgR48ey5Yta9OmTUqK8p2SccKrr75at25debDccXWHPnnypMwY5J9CNWvWlMfIkbvuumv48OFLlixp3779iBEjiouLJ0+e/Oijj5Z/anlrv379ZM7xySefeHt7P//88/fee2/Pnj0jIiLef//9uLi4l19++c0333Qdf54XBgAA3JleAAAAAKginGdKO9bPMOemK1eDo7Qt+nqJai2pbQM5BZ9xOCciNkReXbd4m0wUNBpNXJ3IsBrBG5eVzj9udnYtbups2HCZso4el3P3j75zu2vks5d+LC4o/viP52s3ipVX7XaHHJn+9fyug9skJNctKjSPe2VSdO2ID397zsev9O344s2ff/581pZVO1t3a2IpsY5/Y4qvv9d7Pz8tUwR56w339H506L/LP6k8OHXz/of/PbrfzZ3VkUW/r/n3g+OmTZg78oF+Z31h37z3a35e0ZvfParWf8iPxst3frxq/uZDu9Pj6kWd+XNN/O90Gcn865N7Ow9sJa/e+tiQ5259P2V9uaqRFTtnTFzYa3j7R94Zo9Mp56XJfOLxG976/LXJb3z7SINmtQJC/H75Yk7txrE3PzxQXIj8GWVKIX+owWO6R8WFieqr+xif3WtK7Daxb4Upo19RdH2rTavTarUOjVbNG+THVbiBjRs3fv3117ffXvr5Wbhw4aeffiqvfvnllzqdshjUtm3bOnbsKHOCv/76q1GjRi+88MKCBQuOHj0qd1wPcvjwYZkufPHFF64HmTBhwi233DJx4kT1x5Q/snwQmTeMHz/e399fPSw1oQlBVAAAEABJREFUNXXSpEkjR46U+926dYuJifnaSX0xN9xwQ7169b799lv1ic7/wgQAAHBjVDYAAAAAVYCjTEGudeUkqzrY4y5fbfVs1nBKkzYNhNKPQZkT3731oJwub9a+NFFI7py4N+Vw9rFcUbbUUsvrKqGyQeo7qpNrf+fG/XIWvveNHdWkQdJqNXc8c4Pc+XXCPKG8NeLBN269/+WbXEmDVKthjNyeyDopt5uW78xMO973ps5q0iDVbBA94OYu5Z9RTuLXrB/tShqkLoNaJ7SqO3X87HO9MNXR/ZnqjpzqfejNW79d9nZs3bOssJ93vGDF7I1JbeurSYPk42u6/Ymh5Y+Z9uVcub3zmeFq0qC+zv63dF23aNu+HYcFziEwQttqUOlbv/wrg1UtbrC7XXGDnPofPXq06+oHHyjLZ7399tvqhL6UmJh43333zZo1a8uWLed5nLvvvtu1X7t2bRk8PP/8865ARe7Ix5E72dnZ5Z9aJgrqfnBwcIMGypfaNaLX6xMSEvbu3Wu1Ws//wmTqIAAAgBujsgEAAACoMuTc5YofLeZ8Zb92c0PdZIOo7lp0VPIDmSXIWfKNy5WGDeoCSlKTtg1mTV66ZdXOroPbpGzYUychLjDMX1SG6Phw1/6hPcoiQllHj//w4d8WPvIL8D68VykwkbP23Ye2kztyhnn72j0blqdsXbVr1+b9csRSokye7tl+UCirD9Usf/d65a5mHM4pOFkUGRt62lOUFFvycvJzs066fq7yL6zTgFa/jJ/zf89/t+D3VcmdElt3a1IvKV6cw+4tB+TLa9ysTvnBRi3+dvXwnqPyZ/nzh8V/G3T+jIf3HHNlLTjTdSN8ti4wF+Y6svfpdy23NOpstdv0Dq3OrYob6tatq9WeOt1wx44dMgNwNW9Q7dy5U902adLkPI/j2q9Zs+Zdd90ld/Lz8xcsWDBnzpzly5dv2rRJjhQXF5c/TCYKrqtGozEoKMjPz881YjKZ7Ha7DBvkYed5YampqbVrJgoAAOCuCBsAAACAqkFt2eCw24UnCYkIjKsXtdM5d7915c4a8WFxdUrP3G/hrGNIWbe3Q+8WqZv2D7qtm6gkBm+jaz8n44Tcrpy7SV5OO8y2P0PdWbtw2zfvTdu15YDc1xt0MgVp1r7hynmb1VsLTxbJbWDI34KQkPBA137WsePC2e1ZXs58MWmHMl1hQ/kXVqdx7DuTn/z81Uky25CXb977NTQycOQD/QefrUFCYb7yGgL+HsZ4+RgDQ05N+B49kGmz2b99/7cz7+5qE42z0wijSVMolFxBfkPVng2SVutGlQ3e3t7lr+7Zs0dO7r/44otnHrlv3z5R4cd5//33P/jgg0OHDgln1ULXrl1lsrJ27drz3EU4qxnEOZznhR04cEAAAAA3RtgAAAAAVA3qMkptRmp3LLKb88W+jZbd6yz1PKC4Qc7dz5u6ssRs3bJ6V8cBya7x0Kig2o1id287sGPDPqvF1rR9JTRsOFNIRJDcPv6fO3sNb3/WAw7tSX/13k98/b1vfnhg3YT45tc1kvtzpix3hQ2+gT5yezwrr/y98p2z/6qwyGC57TOq46Nv3y4uRsPmtd7/5ZkTWXmH9xzbtm735E9mfvrSj8HhgZ3K/ZZKf4pI5afIy8kvP2iz2vKOn2oQXaNmuJwt/2Lh6wIXacXPhScylBQwuJY5pmWR3e4j8wa9XumwIrlJz4bT1K1bV742tWLgkn3zzTePP/54y5Yt77///rZt23bq1MlgMNx9992nhQ2V+MIK8wUAAHBb9GwAAAAA3J0aM6j7Jh9Hy2E2dX/+lwV2m6j2klrXNxeXzP91ZcHJombtG5W/qVn7hvtSDqds2CMqqTv0maJrRcjttrW7yg/a7Q45s//Hd4vk/so5m0qKLbc+Mvi2x4Zc17eFTBrk4LHDyoL16rtWt3GcUHo//O1s8YM7j7j2I2JDTF7GlLV75MOWP2bOzyt++HCGTFnO+sJ++WLO2/8cL3eCwgKS2tYf+UC/Jz9QFrRZt+Qs69rH1FR+it1b/3ZieMq6veWbCkTXjDi871jGkZzyx2xekSpfw8FdylpSGnGRk+buOMde+fIy7Wt+L10yqPmI4+r3VVP27rutevXqpaamqhUJLosWLXrttddSUlIq+CBTp06V2+++++7ZZ5/t3r27TBrk1f3794vL+PHP88IuMxoBAABXGmEDAAAAUJVoNJqEXnb/cCVkOJ5uX/9nsajumjuXS5r901JRtnSSS5N2DQvzi1fO2ZjYup46y1/pGjavXb9Jzb9+XLJizkbX4K8T5n71zrRs5wpLBpNSLy7jENetuTn5s35aouw5p1uT2tQPjQyUj+BaJelAatqU//1V/ln6jOp4cPfRL96Y4pqiTdmw94Onv9m0YofRdPZ69Kyjxxf8tnr1/FO9fIvylQ9DVGzYmQcHhvk369Bow9KUFbNLfwpzUclpKyb1HN5Bbt9/8qvC/NIP1YmsvI+em/jz53+phRF6o169o6gYg+Hijq+i5n9daLMoO9EtcwNjq8wPe/vtShnNHXfccfLkSXUkIyPjvvvue/fdd6Ojoyv4ICaTSW4LCwtdI0uXLp03T22cfolhw3leWI0aNQQAAHBjLKMEAAAAuDt1GRZNGb1e2/oW8/wPlMV5lv5YlNjV5O1Xnc8hV9s2bF+rtIAODg8of1PTdg3lLyRl/d5RD/YXV4ZOp33k7dtfvvv/Xrn7k3a9mtdNjDuy99jC6asT29Qffm9feUCrrkkmL+O4135aNXdTYuv6JcUli2asUef9808qk7Amb+Mjb495/b7PnhzxTsf+yXqjbvGMtYEh/vl5p1ZSGvPk0D3bD/3yxZyU9XvkD1Vitvzx3cLAEL8HX7/1XC/s+jt7/jVpyb//8Xn/W7rIoCU/r3DGxAWxdSIH3Nr1rMff++LIp25859Wxn3bqnxweHbJ6wWY1DNDrdOoBnQe22r52969fzXtwwKttezTz9vOa/dOy4xm5z3481i9ACXICgn3lEy2ftf7ZW94feGvX6/q1FOcVERMit28+8HlMncgXxz0gqqO0VOvOFUrAoNXbGg/M0WoNGo1Wq9E6v7SlX1vhlkaMGPHwww9/+OGHLVu2HDRokL+//4QJE9LT0ydNmhQYGFjBBxk8ePDPP//csWPHAQMGNGvW7NChQ999911QUNAJJ3FJzvPCAgICWEYJAAB3RmUDAAAAUHUoE5jKZGatZE1UgnI2tbnIseT7QlHdNWnbQDgXTTpt3D/Ip1Hz2uKKraGkkgHD53NeHf3o4Py8gmnjZx/cffSOp4b+e+KjPr7Kad2xtSOf+WSsTEE2rdj5w0cz1izY2rFv8n9/e85o0m9bXbr4UutuSR9O/1fbns1Wztm4au7m1l2b3P/KzeWfwsfP672fnnz436P9A31nTFy4Zv6WXiOu+2TmizJlOderklP5r074Z42a4VPHz570yR87N+27YWyf//z8jPydnPV4paH0T08lta2/ZXWqzEU69kt+/dtHlKcOOHX8fS+P+vf3jzVoWnvR72tmTV7aoGmtj35/XgYk6q0Go/6+l0bpdLqdG/elH75wy2gZeyS0qntgV9rB1DRRHTkcYtbnpU0v6nbL8QlyaLU6vQwDZUIlv6UydHDvlaQ++OCDuXPntm7dWs7jf/nll3JnzZo1N9xwQ8UfYfTo0a+++qrNZps6derLL7+8ffv2F1988dtvv5U3LVmyRFyqy39hAADgmtC4+TqSAAAAwJUg/xpst9utVqvFYlkwwbx6siapp3HQk37CXaltG2wKa0mJ2VxSnHHQPP1ffsIhswdx5/uBYfE6AZzbvh2HY2pHlV+U6dDu9Ht6vHDrI4NvfXSQwMXbPN/858dK2GAKsHR5Zr8Mn7y8vL28fLxM3kajyWAwyuxB5ywcubb1DT7u+wfbRaOy4XLMH1e4ampx7Y55He4o9nHy8vIyGo3yU6pkY+5ahQMAqEKobAAAAACqBmdJg0Kn1xv0htAYXYNuZjnusIvZ4wsEcF6v3vPJ2B4vFBWaXSPTv5kvt4mt6wlcPEuxWPhtaVFRo4FZJi/n91Jv0On0ck9+TdXvq3DjlZQAAAAqFz0bAAAAgCpAzlc6HA5nywatTquzK4u1GFoMK9630mgp1B7aZt291lKvlUEA59BlcJtJH8+8s/O/WnRM8PX33rAs5fCe9FZdE1t0bCxw8Zb/XFiUp6wTEBBXGNMyX6/30huUsEEGgTpnQQMZAwAA8DSEDQAAAECVoRY3OJSV4ZXTqH0DrE0GF62f5Ctvmj+hoE6LIC1rKeEcbnv8+vAaIcv+Wr9xWUpORq5fgPfwsb3loMDFy8u0r/m9WN1PGpahc4Z/Bldlg06vljWoHd0FAACAZyBsAAAAAKoGV3GDEjVo7Q6d3mYwJPYqTp1nzc/UH0+3r5tZ3HqQlwDORk59D7i1i7wIXLb5XxfalAbtokaLE8FxVoPeSwkbDEYlbFDWUNKyAj4AAPBA9GwAAAAAqgxNGSVuUJZq0RuN+lY3lZ5hvWxSUVG+QwC4ktJSrTtXlMgdncHeqH9W6epJBqNS36DT65zdGtSkgbwBAAB4FMIGAAAAoIpRwgYlbtCpy7bUbCmiEpSpT3ORY8n3hQLAFeNwiFmfl/Zjr90l2zdEoyYNpWso6fXOIJCyBgAA4IkIGwAAAICqpLSyQaEUN+idU5xtR5uFRqlp2DjHnHXQJgBcGZvnmzP2KV8xU4ClTvcTrlYNysVZ1qClrAEAAHgqwgYAAACgSpJTmTqds0+03hASo6vfRVlMyWEXs8cXCABXgKVYLJpYWjzUaGCWyas07VNrGuS3UavTudY6EwAAAB6GBtEAAABAFaPOY2q1WofDoXMWN9jstpbDi/evdFiKNYe2WXevtdRrZRAAKtXynwuL8pQSooC4wpiW+Xq9V2nDBrWsQSYNwh1jhsJ8caWNmzTNarE+MHqEAAAAHozKBgAAAKBKKltMydkoWqf3DdA3GVKk3jR/QoGdtZSASpWXaV/ze2kz9qRhGUpVUdkaSjoladCr30jPLGtITmzUqmmiAAAAno2wAQAAAKh6XIvCK1GD1tkp2mBI7G33C7fK8ePp9nUziwWAyjP/60KbRdmp0eJEcJxVjRkMBmNpX2it1pP7Qic3adymWYIAAACejbABAAAAqJJcS8MrcYNS3aA3GvWtbirNGJZNKirKdwgAlSEt1bpzRYnc0ejsjfpnla6eZDAq9Q3OvtAa+kIDAACPR9gAAAAAVGFK2KDEDTr1POuaLUV4fWVK1FzkWPJ9oQBw2RwOMevz0r7rdbtl+4Zo1KTBUNYa2hn4eW5Zg7RuS8rqTdsFAADwbIQNAAAAQFVVWtngbNsg/6eebd3uNrPQKDUNG+eYsw7SugG4XJvnmzP2KV8lU4ClTvcTrlYNerUvtFan9fiyhnXbdqzdvE0AAADPRtgAAAAAVHkaodE58wY5Bxoar/8PWwwAABAASURBVK3XWVlMyWEXs8cXCFyqF8Z82LfmPer+1jW75f7E/04/18FHD2TOn7bSdfXGFo/+c9Ab4jL8+8Fx8hlP5laZ8hS73TF7yrInbnxnRPNHRrZ49LEb3loxZ6Oo+izFYtHE0nehYf9Mk5dOX5Y0KEso6ZSyBteaZgIAAMCDETYAAAAAVZiruEFulJOslfIGY/IIq8FLKW44tM26e61F4ArLPpZ7b++XNq3YKTzY+Nd/ev+Jrw+kprXv1bzjgGSZvrxy9ydT/jdLVHHLphQW5SnfpoC4wthWBXpnM/bS4gblG6fTCGIGMbB7pyG9uwoAAODZCBsAAACAKq90MSVlKSUlb/AN1DcZVHou9vwJBXbWUrrCLCWWkuJKDnWe/XjsXwfG+wf6iKpg99aD076cGxwe8OnMlx57d8xDr986bt5rjZrXnvDW1L3bD4kqKy/TvmZ6adP1pGEZSjvosjWUdM5sT/3mUdYQHREWExkuAACAZyNsAAAAAKo212LxztYNcgZUmQ9N6OPwC7fK8ePp9nUziwVwJW1ZlSq3w+7uHR4drI7ImGTInT0dDseGZSmiypr/daGa1dVocSI4zqrGDAaDsbQvtFbr4X2hAQAAytMLAAAAAFXcqbxBp9PZ9Tq7zWTStxpVvPD//OT4sklFSd1M3n5VdUq0qND89dvT1i3ZlnkkJ7xGcGKb+ve9PMrbx6TeOnX87PGvT3ln0pNfvTP1wM4jMXWi/jvtWTkVXP4RznXM+R+5gmZ+v/ijf02UO7MmL5WXx9+7o9eIDupNe1MOf/rSD/u2Hw6PDmnStsHwsX0i40JddzQXlXz2yqStq1Iz0nLCo4KT2ja4/+WbvHyM6q3/fnDcot/XTNn8oZy1T920/5+D33jkndvXL96+duGW4LCApz+6p0GzWme+mPVLtk/8z29pBzLsNntsnajRjw1p2TlBvem52z5Yt2jbt8vfjogJcR3/x3eL/u+575779L5OA5LPf3cpNzt/0sd/yPDg6IHM0KjAmg1ibn/i+loNY+RNLTo2fuiNW1t1SSr/YvwClLIMc2GJqJrSUq07VygvXqOzN+qfVbp6ksGo1Dc4+0JrPL4vtMuMeUusdvv1vboIAADgwahsAAAAAKoJJWxwxg3q+dc1k0VEA2VtH3ORY8n3VabP8GkKC8yPDHnzt6/nRcWFDrq9W3hMiJzQf2L423K8/GH/e3XS4X3H5PR3ZFzYaUnDuY6p4CNfUL2k+GF395I7DZrWuu2xIXUS4tTxrPTjT9/0Xl52fu8R1xmM+t+/XfDMLf9xrbYkk4Ynb3z3rx+XBEcEDr69e1zdKPnsT4969zzLMU3/ev7KuRtrNoi22+2uZylv/rSVz43+IO1gZtuezboPbX8iO08GDDKxUG/tOqiN3Lquqhb/sdYvwLt97+biQne3WmwvjPlg2oS5RpOh/y2dg0IDVsze+OSId05k5clbZeQw4NYu5aMUm9U2/Zt5cqfZdY1FFeRwiFmfl/ZXr9c9xzdEoyYNhrLW0EodEWUNZdIys9LSMwQAAPBsVDYAAAAA1UH54gat3a6chW2zth1d/PuLeuHQbJxjbtnPKyxeJ6qaL9746UBq2kNv3CrnstWRKZ/P+vLNn3/8aMZdz97gOsxus3+/6j2j6Xz/wDntmAo+8gU1aFYrIMTvly/m1G4ce/PDA13jORm5MoQY+8KNct9ms79858drFm7ZtGJH625N5MjPn89K3bz/4X+P7ndzZ/V4Oa3/7wfHydn8kQ/0O+sTHdyV9tmsl2UscdZbc3PyP391sowi3p3ylNrp4dbHBr90x0dysFXXJF9/7+v6J3/64g9LZ64dcV8f9S6Zacc3Ld8xYHQXOXl+wbtvXrEzdfOBm/858LbHh6h3/+mzPye89cvyWRtl9nDai5FJwzuPfLlmwda+N3VKbFVXVEGb55sz9ikrKJkCLLW7HdfrTWrMoFf7Qmt1WsoaAAAA/o7KBgAAAKD6cLap1eiUc66V+obQeG29zkrDBoddzB5fIKqakmLLnz8sadyijisPkEbc26deUvxvX80tMVtdg92HtTt/0nDaMRV/5Esmn+vWRwer+/IN6TywldzJOJyjjshwomb9aFfSIHUZ1DqhVd2p42ef6wGTOyWeK2mQ5vy8XAYGox7s7+opLXduemiAzDzm/bJSXvXxNXXo22Lnpv1H9peegb5w+mq57TaobUXurko/lCWDE3V/wK1dx89/rc/I6057JXa74+2Hv5TZSbchbR56/RZRBVmKxaKJpcVADfplmrx0+rKkQe3BLiM9TRkBIcaOGvrA6BECAAB4NiobAAAAgGpCnffUarUOh0Ov09t1NoPBmDyi+MAqh6VYc2ibdfdaS71WBlF1HNqTLn+WRi3rnDbeuGXd3VsPHkg9Ur9JTXWkRlz4BR+t/DEVf+RLFlsnysfPy3U1KCxAKKtCKdmPjBwKThZFxob+8OGM8neREUheTn5u1snAMP8zHzAq/nw/4+G96XK7fd2etH2nVrM5eUJJmI7sPaZe7Tq4rUwOFv++RqYI8uriGWui4sKS2tavyN2T2tSPrRM5f9rK1E372vds3qJzQrP2Dc8afkz/Zr585A59Wjzx37tkyiKqoGVTCovyHHInIK4wrnWBXu9V2rBBLWuQSYMgZgAAADgdYQMAAABQrSgrKSl5g1Y5Bdtu8w3UNxlctP4n5XT1+RMK6rQI0ladtZQy04/LbXB4wGnjwc6J++OZea4Ro/eFQ5Tyx1T8kS+ZnJcuf1Wdm3YIZQo765jy7HtTDsvLmXdMO5R51rDBcN7SjZz0E8LZ1+HMm44dylR3WnZOCI0KWvDrKhk2HEhN27XlwK2PDK7g3Y1ehnd/emr8G1Pk3aeMmyUvvv7e3a5vO/b5G+VN5Y9f9td6bx/TQ2/cWkWThrxM+5rpxep+0rAMpR20GjPoDUpNg7MvtNqtgbzBJS0jS6Z3MZEXzvwAAEA1RtgAAAAAVB9y9lNO+TnzBqV1g1LfoDck9C5OXWDNz9QfT7evm1ncepCXqCJCzjH1f9zZlNg/2Fdcqiv3yBURFhkst31GdXz07dtFJQmJCpLbb5a+Vb5L82nkZ6Lb4DY/j5stk4bFf6yVIz2Gtav43WU289QHd/3zzdH7U4/s2XJw2ldzZ0xcqNPp7n9lVPnD0g9m1moYc2aQU1XM/7rQrjRrEDVa5AbHWQ16L7U1dNkaSvSFPosZ85dYLVZWUgIAwMPRswEAAACoVlxLycu4Qacs+aI3mfStRpnVW5dNKirKd4gqokatCLndvnb3aePb1uwymvRyRltcqsp9ZI24uKnniNgQk5cxZe0eu/1v78Wcn1f88OGMS+sYEV1TOal8y+rU8oPHDmXLB1yzYKtrpOsQpUPDyrmbVs/bnNS2fo2a4RW8+8p5m996aPzhfce8fIyNmtceMLrL2z887uNrWrd462mv5OmPxv6jarZqkNJSrTtXlMgdjc7eeEBW6epJBqNS3+DsC62hLzQAAMA5EDYAAAAA1ZASNjjjBr1zEZiayY6IBhY5bi5yLPm+UFQR/oE+XQe32blp/8zvF7sGf/1q3t6Uwx37JXv7mMSlqtxH1huVknFzUUnF79JnVMeDu49+8cYUh6M0b0jZsPeDp7/ZtGLHBTtdn1WXgW3ky/763WkyD1BHbFbb+DenfPv+b3rDqZWz6iXF10mIWzR99a4tB7oPaVfxuzts9oXTV8+atNR1F6vFZi62RMaFnfZKklrXk88iqiD5Vsz6vLSPep2u2T7BQk0aDGWtobWUNZxDdHhYdFSEAAAAno1llAAAAIDqxnXmtZI22OU0qV1vs7YdXTz9eb0c3DjH3LKfV1h81WjdcO+LIw/vTf/oXxOXz15fu1Hcnm0H1y/ZLuey731xlLg8lfjIAcG+vv7ey2etf/aW9wfe2vW6fi0veJcxTw7ds/3QL1/MSVm/p2m7hiVmyx/fLQwM8Xvw9VvFJYmMC33wjVs/fPbbR4e82a5X8xrx4WsWbklZv/f6O3q06Ni4/JFdh7SZ8O+pMtLoNLBVxe/epnuThOS6U/731/HM3OiaEXa7Y/bPS3UG3ejHhpR/cBlRDKh7n8nL+NvOT0RVs3m+OWOfsoKSKcBSt8cJvd6kxgx6tS+0VqelrOEcBvboJAAAgMejsgEAAAConpztazXOJeZ1cs40NF5bv6uymJLDLmaPLxBVRHB4wIfTn7vv5VF2m+OvHxcXFRTLkOD9qc8EhvqJy1OJj2ww6u97aZT8Ve/cuC/9cFZF7uLj5/XeT08+/O/R/oG+MyYuXDN/S68R130y88W4elHiUvUY1u7z2a90H9pexhg/j5ulN+qf+b975A942mGdBygZQ7uezf0DfSp+dznZ/sz/jZU5xNypK759/zeZrLTt3uyj6c81al5bVAuWYrFoYmnRT4N+mSYvnbqGUlmrBqWswbVGmQAAAMAZNK6iXQAAAMBzyL8G2+12q9VqsVgWTDCvnqxJ6mkc9OTlzl+7FYeTTWEtKTGXWMx5OcW/POFnKVamSm/4l3+9VgYBz7NmwdYXxnz40vh/tO/dXKDMwomFq6YVyx3/GkWdHj9sMnqZvLy9TMrFaDQZDEYZ2qlrKBE2nGndlhSb3dGmWYKAG5s/rnDV1OLaHfM63FHs4+Tl5WU0Gml7DgCoLFQ2AAAAANWWspKSk3pqtm+gvsngIvWm+RMK7DYBT1Nitv7yxezw6ODW3ZoIlMnLtK+ZXqzuJw7L0Dk7nZS2atDptc6+0CQN57Fu2461m7cJAADg2ejZAAAAAFRPclbU4XA48wadTmvX6/R2vSGhd3HqAmt+pv54un3dzOLWg7wEPMPhfcfeenBccYFZ7jzwyk3lu0Zj3teFavYW1exEaG2LQe+ltoYuW0OJ874BAAAujMoGAAAAoNpyLTGvdIrWKcUNJpM++cbSM7iXTSoqymdVVU8RHhWckZYj86c7n71h8JjuAmXSUq2pK0rkjkZnTxiUfapVg5IzKH2hNfSFvpCB3TsN6d1VAAAAz0ZlAwAAAFDNKWGDM27Q25XihlqtrSkNLBmpBnORY8n3hb3v9RXwACZv408b/ivwdw6HmPV5ab/0Ol2zfYKFXukMbTSWlTVoKWuogOiIMAEAADwelQ0AAABAdXZacYN61nbb0cUOh1LTsHGOOesgrRvgubbMM2fsU74CpgBL3R4n1JqG0ouzrEFLWQMAAEDFEDYAAAAA1Z+zra3GufS8zqA3hMZr63VWFlNy2MXs8QUC8EiWYrHwu0J1v0G/TJOXUtRQrlWDXlPWFJqk4fxmzFvy65xFAgAAeDbCBgAAAKCaK61sUKZNtXpn5wY5ndpqpNXgpRQ3HNpm3b3WIgDPs2xKYVGe8i3wr1EU17rAVdNgUMsadKfKGnB+aZlZaekZAgAAeDbCBgAAAMAjqHmDpJ6y7RuoTxpYek73/AkFdtZSgofJy7SvmV7aLD30REx0AAAQAElEQVRxWIayyJgaMzhbQ2udfaG1ZZUNAgAAABdCg2gAAACg+pOzpQ6Hw5k36HRau17pFW1I7Fu8c76tMEd3PN2+bmZx60FeAvAY874uVDO2qGYnQmtbDHovJWw4tYYSfaEvwthRQwUAAPB4VDYAAAAAHuG0TtHyYjLpW99cemb3sklFRfkOAXiGtFRr6ooSuaPR2RMGZauN09WaBrUvtIa+0AAAABeJsAEAAADwIErY4Iwb9M5FY2q1ckQ0UBo2mIscS74vFIAHcDjErM9L+6LX7pLtEyz0zkYmxrKyBi1lDQAAABePsAEAAADwFKcVN6hnc7cdXexwKDUNG+eYsw7SugHV35Z55ox9ykfdFGCp1yPX1Rdar/aF1p7qC03eUEHjJk37dOIUAQAAPBthAwAAAOBZnO1uNc4l6XUGvSE0Xluvs7KYksMuZo8vEEC1ZikWC78rLeJp0C/T5K1VOjWcatWg15Q1hSZpAAAAuCiEDQAAAIAHKa1sUKZTtXpn5wY5zdpqpNXgpRQ3HNpm3b3WIoDqa9mUwqI85dPuX6MornWBq6bBoJY16E6VNaDiosPDoqMiBAAA8GyEDQAAAIDHUfMGST2V2zdQnzSwSL1p/oQCO2spoZrKy7SvmV7aFD1xWIbO2bnEUNYaWuvsC60tq2wQqLCBPTpd36uLAAAAno2wAQAAAPAsrsXotUob3NJO0Yl97T4hSshwPN2+bmaxAKqjeV8XqllaVLPc0NoWNWYot4YSfaEBAAAuHWEDAAAA4HH+1inaWdxgMulbjSpdyH7ZpKKifIcAqpdD26ypK0rkjkZnTxiUpTZIV2sa1L7QGvpCX6p1W1JWb9ouAACAZyNsAAAAADyUEjbIuKGsuKF2G01EA6Vhg7nIseT7QgFUIw6HmPV5af/z2l2yfYKF3tmwxFhW1qClrOEyrNu2Y+3mbQIAAHg2wgYAAADAE/2tuEGnV8/ybju62OFQaho2zjFnHaR1A6qPLfPM2YeVj7QpwFKvR66rL7Re7QutPdUXmrwBAADg0hA2AAAAAJ7L2QZX41yqXmfQG0LjtfU6m+W4wy5mjy8QQLVgKRYLvyst1qnfN9PkrVU6NZxq1aDXlDWFJmm4NMmJjVo1TRQAAMCzETYAAAAAHqq0skGZZtUqJ3c7F1NqMazE4KUUNxzaZt291iKAqm/ZlMKiPOVT7V+jKL5NgaumwaCWNehOlTXg0iQ3adymWYIAAACejbABAAAA8Ghq3iApWYPeEBBmSBpQpN40f0KBnbWUUMXlZdrXTC9W9xOHZaihmqGsNbTW2RdaW1bZIAAAAHCpCBsAAAAAz+VapF5TrlN0Yj+7T4gSMhxPt6+bWSyAqmzeV4VqZhbVLDe0tkWNGcqtoURf6EowY96SX+csEgAAwLMRNgAAAAAezbWYktbZKFr+z2TStxpVWtywbFJRUb5DAFXToW3W1JUlckejsycMylIboas1DWpfaA19oStDWmZWWnqGAAAAno2wAQAAAIBzMaVyxQ2124iIBkrDBnORY8n3hQKoghwOMevz0j7ndbrk+AQL+fE2GIzGsrIGLWUNAAAAlYewAQAAAPB0mjJKcYNOr5793XZ0scOh1DRsnGPOOkjrBlQ9m+easw8rH11TgKVujxOuvtB6tS+09lRfaPKGyzR21NAHRo8QAADAsxE2AAAAAFA42+NqnEvY6wx6Q2i8tl5nsxx32MXs8QUCqFIsxWJRWVFO/b6ZJm+t0qnhVKsGvaasKTRJAwAAQKUgbAAAAABwqnOD3CgnfTsXU2oxrMTgpRQ3HNpm3b3WIoCqY9mUwqI85dPrX6Movk2Bq6bBoJY16E6VNQAAAKBSEDYAAAAAKFXaKVqrVbIGvSEgzJA0sLRT9IKvKW5AlZGXaV8zvVjdTxyWoYZnhrLW0FpnX2htWWWDwGUbN2napxOnCAAA4NkIGwAAAAAoXIvXa8p1ik7sa/cJUVa9z0mzr/m9WABVwbyvCu3OPiNRzXJDa1vUmKHcGkr0hQYAAKh8hA0AAAAASrkWU9I6G0XL/5lM+lajSosblk0qKsp3CMC9HdpmTV1ZInc0OnvCoCy1TEetaVD7QmvoC13ZosPDoqMiBAAA8GyEDQAAAAD+RskbyhU31G4jIhooDRvMRY4lZR13AffkcIhZn5cu+VWnS45PsFDLGoxlZQ1ayhqugIE9Ol3fq4sAAACejbABAAAAwCmaMkpxg8650L3e0HZ0scOh1DRsnGPOOmgTgLvaPNecfVj5iJoCLHV7nNCXW0BJLWvQUtYAAABwZRA2AAAAADids22uxrm0vc6gN4TGa+t2Mstxh13MHk+naLgpS7FYVFZ806BvpslbqwQNp1o16DVlTaFJGirXui0pqzdtFwAAwLMRNgAAAAD4G1fnBrlRTgZ3LqaUPNyiMyjFDYe2WXevswjA/SybUliUp3xK/WsUxbUpUMsanOU5zrIG3amyBlSuddt2rN28TQAAAM9G2AAAAADgLEo7RWu1an9d/1B9k0GlnaLnf1lgZy0luJm8TPua6cXqfuKwDDUkM5S1htY6+0JryyobBAAAACobYQMAAACA07kWtdeU6xSd1N/uE6KEDMfT7etmFgvAncz7qlDNwKKa5YbWthjKdWtwrqFEX+grKDmxUaumiQIAAHg2wgYAAAAAZ+FaTEnrbBQt/2cy6VuNLC1uWDapqCjfIQD3cGibNXVlidzR6OwJg7LUchy1pkHtC62hL/SVlNykcZtmCQIAAHg2wgYAAAAA56TkDeWKG2q3FRENlIYN5iLHkrJOvMC15XCIWZ+X9i2v3TnHJ1ioZQ3GsrIGLWUNAAAAVx5hAwAAAICz05RRihvUuEFvaDu62OFQaho2zjFnHaR1A669zXPN2YeVj6LB11qv5wl9uQWU1LIGLWUNV9iMeUt+nbNIAAAAz0bYAAAAAOB8nO10NTpn3mDQG0LjtfU6KevVOOxi9vgCAVxT5iLHorIim0YDMkzeWiVoONWqQa8pawpN0nDlpGVmpaVnCAAA4NkIGwAAAACck6tzg9woJ4k7F1NqcYNZZ7AL50L5u9daBHDtLJ9SVJSnlNr41yiKa1OgljUolQ1qWYPuVFkDAAAArijCBgAAAAAXUNopWqtVV1IKCDM0GVSs3jR/QoGdtZRwjeRl2tf+XvpRTByWoYZhhrLW0FpnX2htWWWDwBUzsHunIb27CgAA4NkIGwAAAACcj2uxe025TtFJ/e0+IUrIcDzdvm5msQCuhXlfFapZV1SzvNDaFkO5sgbnGkr0hb5KoiPCYiLDBQAA8GyEDQAAAAAuwLWYktIp2rkOvsmkTx5ZpN66bFJRUb5DAFfXoW3W1JVK+xCNzp4wKFMtu9GXlTXonGUN9IUGAAC4aggbAAAAAFSIkjeUK26o01aE1rEKZ4feJWUdeoGrZtbnpf3Ja3fO8QkWalmDsaw1tJayhqto3KRpn06cIgAAgGcjbAAAAABwYZoySnGDGjfoDW1vLXI4lJqGjXPMWQdp3YCrZ/vikuzDykfO4Gut1/NE6epJzqRB7yxr0FLWAAAAcHURNgAAAACoKGebXY3OmTcY9IaIutp6HZV1bBx2MXt8gQCuCmuJmP9N6eetYf8Mk7dWCRrKahrkh1NT1hSapOHqiA4Pi46KEAAAwLPpBQAAAABUgDpvq9VqHQ6HXqe362xybrfF8OL9qw02i/bQNuvutZZ6rQwCuMJW/FJUcFwpqfGvURTftkCv93L1hVbKGnSnyhpwdQzs0UkAAACPR2UDAAAAgItQ2ilaq1VXUgoIMyQNLFZvmj+hwM5aSrjC8nMcq6aVNidPHJahc3YQMZT1hdY6+0JryyobBAAAAK4WwgYAAAAAFeVaBF9TrlN0kwF2nxAlZDiebl83s1gAV9L8rwtsFmUnqlleaG2LGjOoeYNzDSX6Ql8DaRlZR45lCgAA4NkIGwAAAABchNI20Uppg05dH99k0rcaWZoxLJtUVJTvEMCVkZZqTVmqtAkRGnvCoEy1vEZfVtagc5Y10Bf66psxf8lvsxcKAADg2QgbAAAAAFw0JW8oV9xQu60jtI5VjpuLHEu+LxTAlTHr89K+0LU65/gEC7WswVjWGlpLWQMAAMC1Q9gAAAAA4OJoyijFDWrcoDe0vbXI4VBqGjbOMWcdpHUDKt/m+eaMfcpHy+Brrd/rROnqSc6kQe8sa9BS1nCNJCc2atU0UQAAAM9G2AAAAADgUjjb72p0zrzBoDdE1NXWvc4sxx12MXt8gQAqlaVYLPy2tGimfp9MLx+tEjSU1TTID6GmrCk0ScPVl9ykcZtmCQIAAHg2wgYAAAAAF83VuUFulJPKnYsptRxRojPY5a2Htll3r7UIoPIsm1JYlKeUzvhGmGu2z9eX6wvt/ASeKmsAAADANaEXAAAAAHBJ1LzB4dAqWYPdEBBmazLIvPEXb3nTn5/kh8bqBFBJZIKl7iTdcEzvXLnLUNYXWuvsC60tq2wQuOpmzFtitduv79VFAAAAD0bYAAAAAOBSyFldh8NR2rvB2Snarjc0HVSUutBWmKMrzHUU5loFUKmimp4Mr2cxGrxc3RqcayjRF/oaS8vMslr4vgMA4OlYRgkAAADAJXItpqR0itaXLqaUfGOxAK4AjdaRMDhbzRjK94XW0BcaAADADVDZAAAAAOCyKHmDs7jBoDc47PZ6HYrjknNKSswWa4nNarXLIbtduA2LxZqZczw0KNBkMgoPZrPZj2VlBwX4+3h7CbenxlpKAY0zZjAaTaVlDTq9lrIGNzCweyeHwyEAAIBnI2wAAAAAcOnUSV5n5wY552uX878yXVCXV9LpdFa91W6zOZyEe8wGpx07YndoAgIChMfTaHOzjp+sHxQk3JyjtDuIVgZaBqVPg9HgDBv+3heavOEaio4IEwAAwOMRNgAAAACoBMpMsF7594WSNAjlJHSLvG6z2u12h5Ajwh1OfM45kZeends8oaG3l4/weOEhoZt37q5psQf6+wl3pbQGEUreoC7WpVMCBr3RVdagrKGkoS80AACAOyBsAAAAAHBZXPO8Wo1W6HRCGNVODkrWYLM5QwaHmyyxsmX1Zm+TT0xUlIAQsdE+G1L27D+S0a5FpHBvzjDB+aHSOjuDOCMHFlByH+MmTbNarA+MHiEAAIAHI2wAAAAAUAnUhW5K9+S+Tuds1mB3n6Rh78HDR45lD+/Xw4uyhjL1atZctWlbuxbNvbxMwr2prUGc6YJS4qAtW0CJsgYAAAA3QdgAAAAA4HIpa904+zQoc8EO5SR0NWwo7dbgBmTmsWjlxujIyPiYGIEyzRMbL1i5YfuuA+2Tmwr35uoOIpypg6YcAQAAADdA2AAAAACgErjyBrmvk0mDckUpdHCTsGHD9p1HMrJv6N9LrzcIlPH3MzSqW3vZ+i0d27R0/1l7VyNoV8ZA0uAmxo4aKgAAgMcjbAAAAABQOcrP/Kr7bpI0L3ReTQAAEABJREFU2O2OWYtXJNSrE1vD3ZsTXH3tWzZbu2XHrn0HG9evI9zemZ8xAAAAuAnCBgAAAACVyQ2ngFdt2pKVc+KeUcOYnj5T7fiYiNDgJes2JTSoK9wbb5/bSsvIksliTGS4AAAAHoywAQAAAMCV4g6zwzab/c8Fy5KTGkeFhwqcTZd2yZNnzDmRdzI4MEAAF2/G/CVWi/WB0SMEAADwYFoBAAAAANXXkjUb8gsL+3frJHAOrZommIzGJWs2CgAAAOBSETYAAAAAqLYsVuvsxSvaNE8KCwkUOAejwdC2eeKK9ZttdrsALl5yYqNWTRMFAADwbIQNAAAAAKqthSvWFhab+3W5TuC8OrdtWVhUvH7rDgFcvOQmjds0SxAAAMCzETYAAAAAqJ6Kis3zlq/u0LJpcKC/wHmFhwTXrxW3dC0rKQEAAOASETYAAAAAqJ7mLV9TYrH27dpBoAI6tm6x/1Da0YwsAVykdVtSVm/aLgAAgGcjbAAAAABQDeUXFi1ata5T6xYBfr4CFdC0cX1/X59Fq9YL4CKt27Zj7eZtAgAAeDbCBgAAAADV0JwlK+12e69O7QQqRqvRXNeq+drN24vNZgEAAABcJMIGAAAAANVNXn7hktUburZN9vPxFqiw61o1s1qtqzZyijouzsDunYb07ioAAIBnI2wAAAAAUN38uWCpTq/r2bGtwMUI8PNt2rj+YlZSwkWKjgiLiQwXAADAsxE2AAAAAKhWsnJyV2zY0qNDa28vk8BF6ti6RdbxE6n7DgoAAADgYhA2AAAAAKhW/lq0zMtk6Na+tcDFa1A7Piw4aOmaDQKosHGTpn06cYoAAACejbABAAAAQPVxLCtn7ZbtPTu2MxkNApekc9uWm1N25eUXCAAAAKDCCBsAAAAAVB8z5i3x8fLq0ralwKVq2zxRr9cvW7tJAAAAABWmFwAAAABQLRw5lrl5x66hfboZ9PxL59J5mUytmiYsW7uxT5f2Wo1GABcydtRQAQAAPB6VDQAAAACqielzF/n7+XRs3Vzg8nRp2/JkQeHmlF0CAAAAqBjCBgAAAADVwcEj6Tt27+/X9Tq9TidweWpEhNWKi162dqMAKiAtI+vIsUwBAAA8G2EDAAAAgOpgxvwlIUEB1yU3E6gMHVo0Td138HhungAuRH77fpu9UAAAAM9G2AAAAACgyjuWlbNz74Hu7VsLVJJmCQ0Mev26LSkCAAAAqADCBgAAAABV3txlq0wmQ9sWTQQqiZfJmNSw7prN2wVwIdHhYdFREQIAAHg2wgYAAAAAVVteQeHazds7tWphNOgFKk+rJgnpmdlH0jMEcF4De3S6vlcXAQAAPBthAwAAAICqbfGq9XLbpX0rgUqVUL+2t5dpLcUNAAAAqADCBgAAAABVWInFumzthpZJjQN8fQQqlVarTU5qvGbzdofDIYBzW7clZfUmQikAADwdYQMAAACAKmz1pq2FRebuHWgNfUW0appwsqBw576DAji3ddt2rN28TQAAAM9G2AAAAACgqnI4xPzlaxrUjo+JDBe4AmrHRYcFB7GSEgAAAC6I/mkAAAAAKodOL0xe4mqy2ewvPXab0WDQ6cTlkKFFUYGoBvQGYTSJyvXqU3dYrTYvk9BoxDVRVCgcdgF3NrB7J9baAgAAhA0AAAAAKsfVn4zW6bTeukqYXL9W0+iV7kr8IAa9Tl7EtSN/KKax3Vx0RJgAAAAej7ABAAAAAAAAAABcFno2AAAAAACASzdj3pJf5ywSAADAs1HZAAAAAAAALl1aZpbVYhUAAMCzETYAAAAAAAAAAIDLwjJKAAAAADxUQkJCgwYNRLWzd+/e77//XrixkydPfvjhhwLVxdhRQx8YPUIAAADPRtgAAAAAANXH0aNHk5KSFixYINxYt27dPvnkEwEAAIBqhLABAAAAAKoPs9lcVFQk3FteXp5ANZKWkXXkWKYAAACejbABAAAAAABcuhnzl/w2e6EAAACejbABAAAAQCWbO3du+/btIyIiQkJC5M6cOXNOO2Dq1KmjR49u2rRpQEBAkyZNRo0adfToUfWmtWvXajSaCRMmyMHAwMAGDRrIkY8++kgOpqam/t///V/Pnj3luLzve++9d9rDvvvuu82bN5ePGRsbO2DAgP3795e/tbCw8M0330xOTo6MjLzzzjv37Nkjqp2FCxfUrl1b7nz55ZfyN/bNN9+o4wUFBQ8//HDjxo19fX0bNmx49913y5Hyd7zgAWeS78stt9wSExMTHR19ww03yHdHHV+6dKl86pdeeqn8wffdd58c3L17944dO+TOLie5I59IPaCoqGjs2LGNGjXy8fGRb7ocl++XAAAAQNVB2AAAAACgMn3//fd9+vTZu3fvoEGDZKKQkZHRt2/fyZMnuw646667hg8fvmTJEplDjBgxori4WN766KOPln8QGSpMnz49MTHRZrM1a9ZMHZTxw5QpU26++ebXX3/95MmTTz75pDzMdZd//OMfTz31VElJiZyn7tGjx7Jly9q0aZOSkqLeajabu3Xr9txzz/n7+48ZM0ZOebdr1y4rK0tULzVr1nrsscfkTuvWrV999VX1V5efny9/WBnY1KpV68EHH4yPj5dRRKdOneS4eq8LHnCmL774Qr59CxYskKFO7969582bJ59x3bp1F3yFYWFh8oWFOckd+SERzqShS5cu48ePj4qKeuihh2TkIF+AfL/kZ0OgKogOD4uOihAAAMCz6QUAAAAAVJLs7GwZG8iQYPHixUFBQXLklVdekfPRcrBfv34BAQELFy6cMGHCLbfcMnHiRI1GIw9wOBwdO3aUeYOca5ZJgPo427dv37x5c8OGDcs/uNFolLPbOp1O7stHk7d+9913cm5aKGf0L/z0009vv/12OUmtHrBt2zb5sPJ5//rrL+E803/16tX33XffZ599pj6pzCTkK1FfZLVRu3Zt+Qt5//33mzZt+sILL6iDTzzxxNatW//3v//de++96sh7770noxqZ2bz11lsVOeA0Mkl64IEHatasuXTpUhkPyBEZ3rRs2fKRRx6RGdL5X6HMGOQLk+++3He9wnfffXfNmjXjxo2755571BH5eZDZ0gcffPDMM88IuL2BPToJAADg8ahsAAAAAFBpvv7668zMzH/961+uSXy58/zzzx89elSdX5az4V988YUcUZMGSe7IcEI4gwrX4/Tu3fu0pEEaPny4GiRI9erVkwekpaWpV+WstNy+/fbbrgPkY8poYdasWVu2bJFXJ02a5O3tLWfPXU8qD5YjororLi6WKU67du1cQYJwpgsyG/jwww/NZvMFDzjzMadPn26xWJ566ik1aZAaNWok33qZc8gUR1w8mY7I98uVNEgjR4687rrr/vOf/wgAAABUEVQ2AAAAAKg0O3fulNvly5fv2rXLNZiTkyO36pr+NWvWvOuuu4Rz6Z4FCxbMmTNHHrxp0ybhnBZ33aVOnTpnPniNGjXKX/Xz83PlEzt27PD39x83btyZL0ZumzRpsmzZsqSkpNDQUNetYWFhMrGo9gv1yN+M3W5v3779aeNyZP369du2bdNqtec/QKYOp920efNm4VypqfzgjTfeKC7JwYMHc3Nza9Wq9dprr5UfLyoqysrKktmVv1+4gHtbtyXFZne0aZYgAACAByNsAAAAAFBp1FKD8q0UXPbt26fuvP/++x988MGhQ4fkfnBwcNeuXTUazdq1a8sf7OXldeYjyHThtBE5S67u7Nmzx2q1vvjii2d9XjltLY+MiDh9TXmZXrheVXV1+PBhuY2MjDxtXB1JT09Xf4fnOeDMxzx58uRZ73Jpjhw5IrebnM68de/evc2aEja4u3XbdlgtVsIGAAA8HGEDAAAAgEoTHR0tt/v3769Zs+ZZD/jmm28ef/zxli1b3n///W3btu3UqZPBYLj77rtPCxsuVt26dR0Oh1rKcFbe3t5nzpvn5uaK6k5d6ejYsWOnjasjoaGh6sJT5zngzMdU3+XMzEx15zSuBbLKKygoEOcQExMjt/IzMH78+LMeUFwkAAAA4P7o2QAAAACg0shJf7ldvHhx+cEDBw689tpraqPmqVOnyu1333337LPPdu/eXSYNwhlOCGfTZnGp6tWrl5qaqlZLuCxatEg+b0pKinCu+bN79+7yU+pFRUXqyk7VzGlz/fI3I7fLli077bClS5d6eXklJSVd8IAzn6J27dpye1o+9NhjjzVu3PjIkSPqe1pYWFj+VrVzxllfZHx8vI+Pz/Lly111Kqpvv/1Wvn1nbRoBdzOwe6chvbsKAADg2QgbAAAAAFSaUaNG+fn5/etf/3L1bLBarU888cSLL76ozkGbTCbx95loOak9b948cXlhw+233y63d9xxh7rCj5SRkXHfffe9++676tn3119/fXFx8dNPP63OaMvnevzxx48fPy6qHaPRKMr9hoOCgm666abVq1eXb2jx0Ucfbdq06YYbbvD19b3gAWc+xfDhwwMCAt555x35S1ZHZJYwefJkmRnExMQ0atRIr9fLt7WkpES9deLEiactkSRfZH5+vusdv+uuu7Zv3/7kk0+6RlatWnX33XcvWLBA/cDAzUVHhMVEstoVAACejmWUAAAAAFSamjVrfvbZZ2PHjm3btu2QIUPq1Knz559/rlix4uGHH+7Ro4c8YPDgwT///HPHjh0HDBjQrFmzQ4cOfffdd3K++4STuFQjRoyQT/Hhhx+2bNly0KBB/v7+EyZMSE9PnzRpUmBgoDzgoYcemj179jfffLNz585OnTrJl7R27drY2FhR7YSGhsofedq0ab169br//vuHDRv23//+V/7U9957rxyUv/P169fPmTNH/qI++OAD9S4XPOA08vf26aefyjCgVatWQ4cOzcnJke+pTHF+/fVXeavMIeST/vTTT3Xr1pU7653kh+G3335zPYL8nGzdulW+ET179nz55ZffeOONjRs3vv/++/J96dq1q4yF5KcoLCxMPosAAABAFUFlAwAAAIDKdOutt8p55NGjR8vp4/fee89oNP7444+uaWs5/uqrr9pstqlTp8pZ5u3bt7/44ovffvutvGnJkiXiMsinmDt3buvWrWXA8OWXX8qdNWvW3HDDDeqter1+xowZH3/8scPhkBPZ+fn58gU0atRIVDvyFy5DF/nzrl69Wl2fKjIyUu7LQflrHzdunPzZZbqwbNkyOZuv3uWCB5zplltuke9v//79Z86cOW/evH79+slHkL9z9dbx48fLNzojI+P777+Pjo5esGBB7969y99dpgtxcXHyLjt27JBXZTi0aNEi+dQhISEyYPjjjz/GjBmzYcOGavkGVUsz5i35dc4iAQAAPJvmckqVAQAAgCpK/jXYbrdbrVaLxbJggnn1ZE1ST+OgJ/0ELoPeIIxVds2bwnxRDRiMyqWaKS4SdpuAOxs3aZrVYn1g9AgBNzZ/XOGqqcW1O+Z1uKPYx8nLy0vGkzqdTqvVnlHTvKQAABAASURBVLW1OwAAF4VllAAAAAAAAAAAwGUhbAAAAAAAAJdu7KihAgAAeDzCBgAAAAAAAAAAcFkIGwAAAAAAAAAAwGXRCgAAAAAAgEs1btK0TydOEQAAwLNR2QAAAAAAAAAAAC4LYQMAAAAAALh00eFhVrtdAAAAz0bYAAAAAKCSOMSVY3dOZWq1rAR77TkcDrvdodNdpffiSn6sUDkG9ugkAACAxyNsAAAAAFA5rFZhzRdXyIcTJvv5+tw1cojAuVlKlMuVtmzt5p/+mPOf5x7V63UCAAAAcOK0IAAAAABVQHFJiZeXUcANGI0G4XxHBOC0bkvK6k3bBQAA8GyEDQAAAACqgGKz2dtkEnADJmfYUFJiEYDTum071m7eJgAAgGdjGSUAAAAAVUCxucSLsME9GI1KiYmZygYAAACUQ9gAAAAAoAooKi72MrGMklvwMlDZgL9JTmxks9PJGwAAT0fYAAAAAMDdlVisDofw8qKywS0YnamP2ULYgFLJTRoLAADg8QgbAAAAALi7YrOyYg/LKLkJk7OywWxmGSUAAACcQoNoAAAAAO6u2GyWWx/CBvdgorIBfzdj3pJf5ywSAADAs1HZAAAAAMDdqSfRm+jZ4B68nA2iSwgbUCYtM8tqsQoAAODZCBsAAAAAuLsiZ2UDPRvchF6v07CMEgAAAP6OsAEAAACAu7M4T5o26vn3i7swmYwWK2eyo9TYUUMFAADwePxlHQAAAIDbczgE3IlGI98T3hQAAACcQtgAAAAAAAAAAAAui1YAAAAAAABcqo+/mfzVT9MFAADwbIQNAAAAAADg0pktFoPRIAAAgGdjGSUAAAAAAHDpgvz9fbxMAgAAeDbCBgAAAAAAcOnuGjlEAAAAj0fYAAAAAAAAAAAALgs9GwAAAAAAwCUyl1iWrduUl18oAACAZyNsAAAAAABcHI1G43A4BCDEibyTP82Yk3YsUwAAAM/GMkoAAAAAgItjNBjy8gsEIETuyXy5DQ70FwAAwLMRNgAAAAAALo7JYMzNyxeAEH6+Pn27dAgJChAAAMCzETYAAAAAAC6O0WTIzSdsgCI6IkxeBAAA8Hj0bAAAAAAAXJwAfz8qGwAAAFAeYQMAAAAAd2dz2OVWq+XfL+4iMjQkL7+AHtGQfp45d2NKqgAAAB6Pv6wDAAAAcHc5J/Lk1stkEnAPkWEhQukMTI9oiCVrNmZlHxcAAMDjETYAAAAAcHdZx0/IrbeXUcA9hIc6w4a8kwKe7WhmttzGREUIAADg8QgbAAAAALi7rJwT4aFBAm4jNipCq9HsPXREwLPVCA99/sG768bHCgAA4PEIGwAAAAC4u6zjx+Ojawi4DZPRULdm7Not2wU8ngwCjUaDAAAAHo+wAQAAAIBbO5aVk5l9Ij46SsCdNK5b+/DRjMwcFuv3aEczsgQAAIATYQMAAAAAt/b73MUajWie0FDAnTSqV1tuV23cJuCpiorNb3329ZLVGwQAAIAQegF4PIfDIQAAQJWikXPP8AxH0jO37NzdtFH9oAA/AXcSExUeGRa6ZtO2gd07Cnik3QcOyW2dmjRsAAAACsIGeKjyAQNhAwAAVRrBQ/U2Y/5ivV43pFdXAffTrX3ypN9n7zl4pG58jIDnMRmNLRMbxkSGCwAAAMIGeCBXtOAoc9o4AABwZ2q0oHFSd+R/xMkbqqspf8zdvmvfjQN6hYUECrif1k0Tps9Z/Me8Jf+8Y5SA52lQO15eBAAAgBNhAzyLmijI7Yad+bNXHT8tbCBvAADAzakZg/xP9m39I2qEmeS+Vqslb6iWjufmjZ/065H0jC5tW17XqpmAW9Lr9b06tf1tzqKV67e0a9lEAAAAwIMRNsDjqKHCrkOFP8/PEgAAoGrq2y4gPEgnkwa5T95QnZRYrFt37l6/dceWnbvl1e4dWg/p1UXAjck0aNnaTdNmL0hoUCfAz1fAY2xMSd219+CIAT0FAACAE2EDPJHdSe5EhBg7twwWAACg6pi+KKPE4rBarRaLRa/XqwGDmjcIVFkFhcV7Dx2WGYNMGmTeIEdia0SMHNA7PiZKwL3pdLphfbuP+/GXSdNnjb15mIDHWLp6g8loFAAAAGUIG+BBHOWoYUN8lNf9I2IFAACoOmatyCqx2EpKSiwWgyjXvAFVy5FjmUczso6kZ6RlZB45mnGyoFAd9/fzSWxQt2PrFvVq8pe0KiOxQZ0WiQ03bNu5MSW1eeMGAh6g2Fyy//DREf0pawAAAKcQNsDjuJIGAABQdVksFpk3yJhBp9OpZxIQObgzc4nlcPqxI+mZarpw8Ei666Ya4aEN6tSMjgyPjYqMj4708fYSqIJuHtL30NFjP/8xt2Htmt5eJoHqzstkfOPJfwh63gEAgHIIG+Bx1LCBvAHuQ3/ogGHFYnNBvm3k7RofHwEAqAAZNlitVr1er/5nXW3eAPeRcyJP5gpHjmUoAcOxjOzjueq4j7cpOiK8S9uWMZER0VHhcl+n472rDowGw90jr39v3MT/fT/1gdHDWV3HE5iMBgEAAFAOYQM8FGED3ILdbty22WfenyU52fYD+zV7d9sfe04TFMzJuQBwQVYnNWlwOJRzayluuIZsNru6JpIzXZDbzKJis3pTWEhgbFRE2+ZJMleIrRERHBggUE3ViAi7a+SQcT9O+/ibnx68/UbyhmpMxofZJ3Ib1I4XAAAA5RA2wOOoKy0IwA3o9+/1XrbQlp9ffPSIsNvEwf0ZC+cW9ehfy9+X+TIAOD9XqSL/Wb8mCovMB4+mp6VnpB1TVkZKz8qWb4VQTm/X14gMb5HQMKZGRExERExUuJFznz1JQv06tw0b8O3UGTJv+MdtI7xMrKdUPS1cuXbN5u2vPX6/Qc+UAgAAOIW/GcCzuM58FIAb8F4wy3rsaOGBfQ6LRV41+/jtaZR0/MSJYrutUWBApeQNG7bumjJj/rad+44ey46KCElsWOefd42oEREiLtu6zTsn/jxr7eYdYcGB/3vnST9fn9/+WnzLsN7iyvtg/E9fTZ5ZfqRWXFTDuvEtmzS8YUBXg15XwceZPH3emx9N/ODVf3br0FJebdX3rhZNGox/9+mzHpyemdPnpseG9uv88uN3nvUAOcv2619LOrdrFhYSKK/+MG3O259873rwy2QusbTpf8/5j/nivWdaN2/U5YYHYyLDf/j0pXMd1uPGhyPDQs5zAFBVqDGD67/p/Mf9ipK/3czs44ePZaQ5axcOp2fknSxQbwr095OJQmKDutFREfLPn4jQEOJyD9cyqZHNZvvu1z8/+mrSP+8YRd5Q/RSbS1Zt3HpdcjOSBgAAcBr+cgAPxZQErjkZMJh3bCvJzBA2m/w4lgQEptw+9oRfoK9BezDncB2vYJNXtLgM+YXFb370zR9zV8j9qPCQhPq1du0/PHPeivlL17393P1dO7QQlyHn+Ml/Pv9f+RQN6saFBgdGhAbf8o9X8guLrk7YoJJPHRLoL3dKLNa09KxZC1fLy/K1Wz967WFxLfzn80nfTZ0187v3xBUgk6d2LRNcV3NyT6buORRbI1xeXIP+fjT8gGehAuyKkn+0HnFWLRxWtsqOHJHjOq02Mjy0odLPWYkW4mpE+XgzlYzTtW6WaDQavvl5hswbHrx9JE2/qxkvk3Fwry5142MFAADA3xE2AMC1oTEYSnr01Uz90WGzFYRH7h50w/6IOKMQJ4rMTU6OCzwhzOGvOHRB4lI9+erHcua9W4eWD98zonZcDTlitdl+n73sjQ+/efyVj794/5kWifXFpdpz4IhMGkYO7vGvf45WR2TSIK6uu0YN7NutretqZtaJ+559d9GKDas2bG/bIqEijyBfv7yISlJwJX8DRoP+83eecl39a8Gqp9/4rFfn1o/cc6O4SPN++lAAwBlO5J1UOzmrfReyck6oJ2b4envFREV0SG4WI9OFqIio8FD6OaMimjVu8M87bhr3w9T/+2by2JuGBTvPD0C10bFVcwEAAHAGwgYAuHZ69refzDu6I2V13+FFQcF2i73QYo9Nm1JPLDcGa3UZjxREfCx0fuLi/fbXEpk0JDdt+N5L/9DrSpcVkjtD+3UuNpe89fF3X3w//ZM3HxeXyuZssR4VESrcRnhY0I2De7z54bfbdu6vYNgAAB5L/jGenpntXBNJ6bggLwVFxUKpFxHhIcEyV2jTLMmZLoQHBTBHjEtUK7bGk/feNn7Sr2999tWt1/dv0qieQNWXl18YQDElAAA4B8IGALh29Pq8wTeua5NVUKL0bBB2a0zuHx017/vabNZj0bqIbb7ZTxeF/MuujxEXadqsJXL7jzHDXEmDy/CB3VJ2H0hqWNvhcGg0mm9//us//5v05X+e+ejLKbv3H6kZE/Xt/71g0Ot27Ts87c/FW3fs2bH7YGR4SHxMxF03DWrZpIF8hJsfeGVb6j658+EXP8nLrcP6fPfLLPXBm/Ucc56uBleHv5+3uvPlDzM+mvDz5+88VX4BoqF3PmsusaiLHZ3Ws+E0RzNyvpr0x9LVmwwGfbfrkgf37nieJ+096tFjWcflTv9bn4iPifz9m7fVcYdD+S3NW7ou58TJ5kn1u3dIHta/c/k7fjV55sz5K44czfT19mpYL/7Zh26LiQoTly11z6F/fzwxde8hGQglN2k4ZmS/6MjShy3fs0FtLPHbV28tX7tl4fIN23bujYoMG9TrujE39nM9VGGR+ftfZs9ZsuZYZk775KS7bhoor/4+e9m6WV8KAFVHUbH50NFjrmWRZNJgsymxscloqBEZ3jyxYUxURExEeHRUhNHAPxBQaYIDAx6/+9Zf/pr/xeRfu7RtOaRXVypjqrrvf50p38SxNw0TAAAAZ+DfEgBwLQWajB0iQldm5piP76l/YHxc/rLAWie0Xg5rgcZ6NNYQvd4r563CsLeE1rfij5mbV7BhS2p4SGBy04Zn3iqDhFefuOu0wXc++yE9I7tuzZjIsGB5gIwZXvvgax9vrzbNG48YVG/j1tSlq7fsP5T+8/g3vL2Mw/p3qVcn9re/llzXukmzhHoN68YH+Pv88Osc+Tg3X9+rQd04cS0cPpo5adqcqPCQ3p3biMu29+DROx978/iJk727tIkIC567eM2CZevOc/ytw/v8NX+VzGBGD+/jmtaX/u/LKUfSs7q0a+7r6z1z3oolKzdZbdYbB3VXb33jw29/+n1+nfgaQ/t1OZGXv3D5+lsefOXL/zxbt+ZltevIyMq5+8m3woIDh/TpJD8JMlNZtnbLL1+8IacUz3r802986u3tNaR3x64dWkz8edZ/x02WU403D+0lnI2p73r839tT98vPUvs+nTZu333LP16plDgEwBUlk86snBNHMjKOHM04kpEptyfyTqo3BQX4x9SISKxfV0kXIiPCQoJofoErSk5MjxjQs2HdmhN/mblr/6G7R10fGhQoUDXtP5S2Y8/+u0deLwAAAM6GsAEArrFQb1Pv6FCR9l5Y8fdFJcYBRfwEAAAQAElEQVQTh3xDauUbfHNLcu0lh+MNMSv9jt1ZEPF5xfs3ZGQrp9jXqXkR9RA2m33OpA/UyejCIvO7n/0gc4eJH7/k51Pa0fGD8T99NXnm2k07OrVtOnxg19joCBk2tGrW+M5R/eWtcpJ6xtzlcufe0UPE1fLlpBnT/lyk7pvNlg3bdkWEBn3y5uOBARcRzJzL5xN/lUnDW8/d38/ZFuK+264f++Tb5zn+tuF99x5Ik2HDTdf3Kj8Xn5dfOPWLN+KiI+T+4N4d73j0zZlzV6hhw5qNO2TSMKj3da88fpd6mufufUfGPPrGe5/98NlbT4jLkJmTKzOPJ+67STjf2Ydf/GDJqs2rN6TI9+6sxxv0+i/fe0Z9DR3bNB085pk/5i5Xw4apfyyUScNN1/d85sFb1YNf//DbKb/PP7NiBsC1ZbXa1F4Lat+FtGOZZmfNnPxqR4WHNagTr3ZciI2KlJmxAK66po3qP/PAmC8m/frWp1+PHtZfXhWogvR6fZe2LVkRCwAAnAthAwBcewa9UbR50+zr5bPrI0du0fF9fgFxhcbAk5aCQ9ZjNQxR+7yzXyoOedqur9AJ73knC+TWx9tLVNiAHh1cp707HI7n/nl7aHCAK2mQ6tVSoovjJ/KE20jdc+i0kcJi858LVtStFXOZSzQUFBbPW7K2SaM6/coaUPv7et8/+vqHXvhAXKSh/TqrSYPUskkDOdt3OD1TvaquPfXI3Te6Xm292jHDB3b7atIfqXsPN6gTKy6VfCvvu22oui8fvHfnNjJsOJqRda7je3Zu7XoN8hXWjovKzD6hXv19zjJfH68Hbj+1VMI/7xz+57zlxWaLAHDtlJRYZKhwWIYK6Rlym56RVWKxqjf5eXtHR4Vf16p5jYjw6Iiw2BoRAnAPoUGBT9wz+pe/5n85+bfrkpsN69tdrye6rmLkHymxNboLAACAcyBsAAD3oDUVJ74kt74pb+qK8vMO+QXXztf75FkLHSUHaxprrvbKfqUw/D9Ce+F+0QH+yqn9hc5WnxUUGx3u2peTywN6tpc7Vptt07bdqzZsX7d553ZnkwbXZNZFkeFHrjP/uARBgf5yov+sN7393P19nWGATEcysk8cOZopp+knTJp5Mr/o+UduF5chdd8hi9WW2LB2+cHGDWqLi9egzt8WlQoJDkjdc1Dd33/oqPxVT/1jYfkDDhw6qtx0+OjlhA0146LKB0UhwcpqFTJBOdfx4SF/K5rx9vI6cTJf7shfwvbU/U0b1w3wP9UHUu7Xrxu/ZfseAeAqOp6bd/hoRlpG5qG0Y0czM7NyctXxAD9fGS10aZtsNBria0RFRYQFBVz4PxPAtVJ+SaU9Bw/fM2poWEhFCzdxzeWezA/0508YAABwPoQNAOA2tMbiRk9rSnK89vzPdrIoZ79fUHyBwfekOLnfciROH7XeN+OfheH/dugiz/8w6tyxnJY61wFHM3LCQwPLr4RjMv5tVY1la7Z8PGHq9l37hbPHQ3LThq2aNV68cqO4JJN+m/fJ17+IS/Ly43cO7df5/MdoNJrIsGB5qRVbo/dNj/z8x8JHxo4sP9t+sQoKlHn54MCA8oNhIQGXsHaQ4e99VuVLtdsd6v6htAybzf7pN9POvJcMTsRlMOhOe1Jl63Cc83gfH9NpI+qLzM8vlNvgoIDTbg0PZq1t4MqSfzikZ2apCyI5F0fKVPNjnVYbGRZSOzbmuuTm0VER8TUiL6qIDXATp5ZU+uzrW67v1yKxoYDb25Sya8JPv73y6L1BAf4CAADgHAgbAMCd6ExFTd92GEN8d76rySs8sd83ML7Q4J9vKTxiPRZtqLHdO/vfRSHPO/Tn69AbFOjXuH7NlF0HNmzb1SLxLGsiP/jc++nHsn787JX4mLPkFvsOHX30pY/8/XzuHT2kYd34Ni0S/H29p89aeslhQ49OrepcasfjxvVrVfzgkGD/pIZ15E+dfiy7Xu2zt6woLDJfcJEl+bPLbfbx3PKD5hKL1WYTlScuOsLhcEz/+m3hruQHSUZNubknTxvPOWMEwGUqKjYfOnrscHpGmrPpwrHMbJvdLpQF8UwxkRFtmiVGR4THREXUiAi7zGXiADfhWlLp659/37Fn//D+PQx6/mXqvoqKS375a17rpgkkDQAA4Pz4Kx0AuBmdqbjxM8Ju9tnxtrbYlnvQP7Revt47z5pvLzlYyxi/wifzsYKIT4XufGXst43o9+yb//t84m+f/ftxjXpme5n5y9bv3nc4oX6tsyYN0sLlG+TE+pO3XT9iYDfXYNoxZcV/hzjn6fHySc517nzdmtF1LzVsuFjq64wIU2o7dM6VoM1ms+vWzOzc9Myc8g2cz6perRi9Trd1597ygzK8Of+9/v5rvrC4mMglKzcdzcipERHiGly7ace6zTt7dm591X5j5yE/OXVqxew9lFZQWOxbViki93fvPywAXAb5p2VmzvG0Y5mHnS2d09IzTuTlqzeFhQTFRkY0T2ig9nMODmReD9VW+SWV9h48fPeooZFhIQJuydvL2L5l0w4tmwkAAIDzImwAAPejNRYnvqixFnntG2fLK8za7a+sp+SfL/IPWI7G6CNTvHPeKgp7WWjO+Wd4/+7tZs5bvmTV5jc+mvjk/Te5mj9v2LbrlfcnGPS6px685Vz3VQ8uLi5xjZzIzZ/252Lh7I5wrnsZDPrc3Hx5gOZiJ90ridVm+3bKrGNZx69r3UTtWlE7XpmvX7l+e5f2LYTzxX/2bYVWc5IT653bNZOpzC8zFw/rryzidLKg6L/jJp3/Xnrn4kVFRWZRMYN7XSfDhpfe/eL9V/6pLvqUfTzv9Q++ycg+ftPQXsI99OzY6pOvf/n4q6lP/6P0A/PZt9Pk5+ESVpQCPJnFai2/JtLRY5ky05XjRqOhRkRYQv26MVHhSroQGW4s++Ma8BCuJZXeG/ft8H4927ZIEnBLfbt0EAAAABdC2AAAbklrKmr2tt0nxnfby7qCk7kH/YJqFup9T1oL02wnWxqCQksc+TbN+XoqvvXcAw8+9/6U3+fPWby6Ud14OWKz29ds3KHTaV95/K6zLq+kuq51Uy/TlPf+9+OilRtaJDUwm0tmLVxd4Fwu/KRzEf+zqhEZtnvfkTseebNtcsL9tw0VV96Xk2ZM+3OR6+rh9KzDaRkyJ3j6H7eqI+1aJkSFh/wwbc76LTtbNmm4bM1mu93RLKGuq7HqeTz5wM2pew/JYGbp6k1yElD+Ks7T80BVIzJUbp9649OaMZH/feWf4kJ6d2mzYesu+fJG3feijEPkK//1z8VZx3Pffv6BAD8f4R5uGdZ7zpI18kXu3HOwSaM6W3bs3XcoLSI0KL+wSAA4t9yT+UeOZhzJyFTShfSMzJzj6p8hgf5+MTUiOrdpGR0VERsZER4afI3yWcCNqEsqTZs1/4fpf23fvfeW6/sZDaRubmTH7v2N6tUSAAAAFUDYAADuSmswN3hYY8n1SnnTUVRw4qBvSO18g2+eI6SpxthAbz9u054vbPDz8Rr/7tOzFq76ffbSQ2kZcoY9KiKkV6dW998+tG6tmPPcsWZs5DvP3//qf7+WyYS8yIN7dGp146DuN977woZtu851r4fG3LBrzyE5GR0RHiyuitQ9h8pfDQ0O6N+j/W3D+8rXr46YjIZP33rizY++XbtpR2GRuX1y0r2jh7zz6fcVCRuiI8O++78XJ0z6Q8YMqzZsT2hQ6+XH7+p/6xPnucuIQd0Xr9gof0VWq7WoXF3IeTz9j1tkzPDrn4tmLVip0WiSGtW5d/T1jerFC7chI5Av//Psa//9ettOJWbo3Lb5v/913yMvfqjVsmo8cIoMMo9mZqUdy0xzFi7ImCG/SAnklH7O4aE1Y2u0T24WK9OFqEgfb5MAcAadTju8f88GdZQlld767Ot7Rg2tEREm4AYWrlw3bdaCf/3jTha5AgAAFaFxXPBcTaC6kJ92u91us9lKSkqmzMv8eGpOq4SAtx+uLwB3Zjd7b3nBtOfT/FyHPSrev26ciBytMQQXWIMsAR0FcCXtO3Q0LCTI39e7/GCvkY/Ujo8e9+5TArhGrn9s48kC20ujDQm1fVQmk0mv1+vkhOXFJGHqXwxkQGixWBZMMK+erEnqaRz0pN8F71hsLjmcfuzw0Yy0jEy5PZaZrTaQ9/X2iomKiI4Mj1W2EVHhofRzBi5K9oncLyb9mpGdc0Pf7h2S6RBwjeXlF7z+f1+0TGo8alBvgWph/rjCVVOLa3fM63BHsfofUC8vL6PRqP4HVEO1HQDgslHZAADuTWsqavKGwxTqd/Ara/3bRHgDjcYoh7dt2x5ct354RKQArpgJk/6YPmvplM9fayBTLqdZC1dnZJ8Y2r+LADxJVk5uaccFZ+3C8dw84WwLHx4SLKOFFgkNopV+zuFBAfRzBi6La0mlyTPmbN+1b/Sw/iaj8fx3+fS7KaMG9gkJChCobAF+vl3bteraLlkAAABUDGEDALg9raG40dOWBvearPt11iyrrTgjK2/u0tSI/bOG33SbAK6YPl3ayrBh9D9fa9sysWZM5Obtuzdu3x0ZFnzTkJ4CqL6sVlvasbJ+zumZaRmZxWZlbTST0VAjMjyhXu2YGhExEeHRURFGA3+XBirZ35ZU+vTru0ddHxMVca6D/1y4fOeeA6s2bu3XlfbFV0T/btcJAACACuMfSABQNdi0QYXGZlp9UVFe2uItq7JzRXbeFofDQb0zrpyObZp89tYT02YuStl9YNGKDXICqHfn1o/ff1NwEKdvo1rJyy/MKErPj8nZaj6x5ZOcjOzj6kKjQQH+MVHhndu0VBdHCg+hnzNwlTRtVP+ZB8Z8MenX97/4/vreXTu1aXHWw2YtXi63Mmzo26UDX89KlJdfsGT1hgHdWbETAABcHMIGAKhCNHatjymoXo9+Ndt3HmB32EkacKV1aJUkLwKoRmSQcDQj51BahrwcPHLsyNEsGTYoN8RpNY7gxrE1OiQ3k9FCXI1Iby/6OQPXjGtJpZ//nLd9997bhg087Sv5/Hufqv0Hj+fm7dizr3G92gKVZNpf81N27+/WoZWPl5cAAACoMMIGAKh6DAZDYFCQAABUgNlsOeiMFtTLkfQsq1Xp5+zn4x0bHd66WcPI8OAjK/x3/BrcpIfXoCEXbhAN4Or425JKn31998ghcdFR6k2ffffzyYLC/2fvLgCjOBYwju9JHEIgHoIFD64BgrsXKBRtoUixFgq0tEXaUuQVaCnFCqW4uxR3d3d3CPEQI3Ly5m7hOEIIgQQKuf/v3dvuzs7t7kkuYb6bGVPN/cdOEzakl7sBgSfOX27XtD5JAwAAeF2EDQAAAMhQQsMjn0YLwfcCgoJDH0nyfM7OTjk83UoVzZ/D0zVHdjcnx0w6nU6j0SQmJkYfj1fo6SsGvI8MQyr17DR98apxMxY0rO5fu3IF8eN86fot8zrnr16Pjn0sEkQJaZbD07172xa+BXwkAACA3/16QwAAEABJREFU10TYAAAAgA+YRqMNDAl6GBx+/2HIvQBxC34cFy/Kra2tvD1cfPPnzlHNzdvLNYdX0vmc5YkZALz/nLMahlRasWnHuh37Lt24ff323SQVdDr9oRNnalf2k5AeSBoAAMCbIWwAAADAh0SliHe0jrx2M/ba9diQ8OiQ8Eg5NsiaJZO3l1sN/1JyxwU3Z+ZzBjIOtVrVunGdfLlzzFuxLtmccN+xU7X8/fipT4tL127tOnz881ZNbaytJAAAgNdH2AAAAID3l06nDwwODXgYFPAw+MHDoAeBwT4OsZKDdOm6wjWro5d7tgqlC+Xy9siT0zOTg71SqZQAZFwnz116WY+k8EdRTBOdFhqNZsn6LY6ZHEgaAADAGyNsAGCJGDoDgDkFX4V9nzyOS3gQEChyhYDA4PsBQUFBoRqtYT5ne3tbLw+30sV9l+6IDYt2+LZtlqI+meyNbGxs1Gr+rAUyvrOXr6Wwl2mi0+LG3QdR0bE92reUAAAA3hT/KgNgQUwZg3nYQPAAWKZkAwZSh3dPfAaHhIU/6bXwMDggICgiMkoyzufski2rl6dbCd8CHh5uYsXJMZN8lxlbTsVptUoFnRgAy9J/+LiUK5y/ej38UWTWLI4SXl+BPDl/6d/D3s5WAgAAeFOEDQAsgnnMYFjXPyEBsGyGdEHxjPhYIG942xISNQ+MYyKJXOFBYHBAYHBCQqIot7G28nB3LVTQR+QKXu6uYmlFZwUATw3782+tTpdyHcM00SfPNaheScLrEB/L1laGz1uSBgAAkEb8Ew6ABdHpdE37nYmL10kAYKRWSWv/KKJUiP8ZkDe8DeGPIg0dFwKMky4EBoWERsjlTo6ZPT3dqlQs4+XhJm7O2Zx44gEk65/Fq8MiIlNT8/Cps/WrVeLD5LVs2Xvo2q07X3duJwEAAKQNYQOAjE/uwSCSBr240ZsBgBmRK2gTE/UqlVJSGdqmjHmDhDTQaLUPA0PkYZECAg3Lx4/jRbl4jt3dnHPnzF6pfClPd9fsXh52ttYSAKRCylM1mGOa6NcVGBK2fd/hsiV8JQAAgDQjbABgEeRBk0TaYGxG1E8Z5OuT3S7ZmpOW3Fm3J7hFTfcvPvaWAHywZqy+v2zrw4b+Ln3a5Uq2wu2AuO4jzouVhIR4tZVx/Ai9pDTEDYaZAIgcUi82Nu7ug4emdCEoOFQEu6Lcwd7O08O1fKlinh5uYkUkDSolsywAeG2Xrt9q3bjOo6iYyKjoR9HRkVExj6Kio2JiX/YNEqaJfi3RsY+9vdw/rl9LAgAASDPCBgAWw5A20LMBwHPEZ0JiguF79/KcDZKe1vBXEJ+jQSFhxkkXngyLFBUVK8nzOTtnze7hVqpYYU93Vy8vtyyZM0kAPnz/+d9OBX2SyYzFZ1FUTExcfEJ4ZFRkZHREVNSjyKiI6OiIR9G3HwSERURmzZJZQir45PDq36W99B680O8zvoIAAEAqETYAsAhyzwatVisBwPMSExOUT6iUSj1zNiQh2vIeBASJdMEQMAQEPwwO0WgMn6U2Nlaebq5FCxXw8jBM5uzp4cp8zkBGYmp6fj/boMXntGMmB3Fzc86abAWazl/pcVwCw9m9Lv5CAAAgZfybEIBFMDQfSuJ//LMTwHMMMaQmUaNWq3RWdH6SDE+IFBYe8cA4JpIxYwiOePRkUlanLJm9PNwKFfQRuUJ2D7dsWZnPGciw5A9D06xXT9YVtOBnKMvWb34UHd2zQysJyTH2d3ySLiie4hsJAACkjLABgKWQ52yQAMCMYYJordYYMxg/HyyvASFRozFFCw8fBgcEBscnJIpytUrl5uacP29Ow2TOho4L7nwBFrAQpqTh8aK50YvnyutyM6tcgcbWDCAhUVPx8WN7O7vwlTMkPM/8rW5VwT/Tt0MUCqVpSifyBgAAUkDYAMBi8F08AMkxTOdi7NOgfzLiWgb/rIiIjHoQEBwgD4v0MDgkLFx+xA4Odtk93CqUK+nl4erp4ebu6qxU0pgCWCjjRFe6xEfhugf3n5SY75XwwRMNAY7iP9GRfBMnBeKtrgsOStQkqpQqvaRSGiMHkgYAAFJA2ADAgtD3H0AST9IFswFDMhitVhcYFPKk74LhFvz4cZxk/G6mq3PW7F7uZUsVFdGCiBkcHR0kADBKMv6kvb+/pFJJgCV5fPiwPj5eq9MmJiZIaitRolDTrQEAgFcgbAAAAMg4SYPIEu4+CDR2XDAEDMHBYVrjeOuG+Zzd3UoVK2SIFjzdPN1d1WqaDgEkpTcxdPp68q13j5GjFA7kkbAst5s20QQEaLXGsEEypPRKnVKvfDKeGJEDAADJImwAAAD4UIkmj6CQMJErPBkWKSA4MjpG3uWUxVGECkUL5/fycBM352xZJABIHTlroEsoIH4YRNigVCpVSpVOqRKJgwQAAF6OsAEAAOA1iMa3ZWs2fdKsvvRfiI9PfPAw0DSlc2BQaKJGIxnnc/ZwcylYII8cLXh5utnaMJ8zgDelMOYNesbzh6XT6rR6TaJapdaq1GrxFwD9GQAASBFhAwAAQGppNNpFK9afOX8lk4N9wzpVpbcvNOxRQKBxTKQAQ9+F8IhIuTxTJnsvD1d/v1KeHq4iXXBjPmcA6eTJKEp6HZ8pgPhZEHmDIXgz/lDQ3QcAgJQRNgAAAKTK47j42QtX3bh1T6yLpn/pLRBhhjyNszzpwsPA4Lh4w1DRhvmcXbLmzuFVoVzJ7B5uImBwzMz46QDeLtpVAdP8JaYfB+aIBgAgBYQNAAAArxYRGTVj7vKHQaHypogEpPQQERkdEBAUEPgkXQgODZNbM2xtrEWiULpkES93Vy8vN0835nMG8A4ZP4kIGwDp6Q/Ckx8HfigAAEgRYQMAAMArhIZFTJ25WAQDppKo6Fjp9Wl1usDA0CfDIj0MCngYHBP7WN6V1cnRy8OtRLFCXsZhkbJlZT5nAP8xvr4NmAdvxG8AALwSYQMA4P0y7q+ZU+csFCvf9u7W7dPWL1b4YcRvK9ZtEivHtqx2dMwkvZE1m7Z/+/P/Rg8d2LxRXbFZqVErT3e3FTMnS8AL7j54OGPeipiYx9Lre/w4/t6Dhw+edlwICgoVeYMoV6sN8zkXKZzP0901u6ebl4e7jY2VBAAAAADAB4uwAQDwntq579CLYYNWq9u6Z58EvCsXr9ycv2RNQqImNZX1en1waLhhJufA4IciXQgIfhT1pDNEZsN8zm4F8+X29BDRgpu7aza+MgwAAAAAyEgIGwAA7yMPN5djp88GhYS6uTiblx88eiIyMjqTg310zJsMYvMyB9Yvk4AXHDl+dvnaLS8bNmHB0n9bNqtvGA3JmC6IjCEwKESOJUSQIOKEPHlyGGZc8HTL4eVhb28rAQAAAACQcRE2AADeL/K3vetUqzxv2eodew+2ad7YfO+2vQecszkVzOtz4OgJvhiOt2rvweNrN+5MocKZC1dPnbssr8vzOfuVLeHu6uzlZUgXJAAAAAAALAlhAwDgfVShbKmV6zfv3HfIPGzQ6/Wbd+5pVKvGtVu3peen6bsfEDhs7ISrN26GR0bm8PJsXKdm945tzQ948tyFWYuWHzp6Km+enE3r17a3szPfaz5nw9Q5C8f9NXP2xDGVypU2VWjQpnN8QsKOlfPF+pylq0aOm7xx8cytu/ft2n/4zv0HfqVLfNa6RamivqvWb1m1ccu5i1eK+Rb8vk/Pwvl9JHyAxDvr3007RdiQcjWdTle3RiUvTzdPd1fmcwYAAAAAWDjCBgDA+8jKSl27SqX123dFRcdkzuQgFx45cSY0LKJ2NX85bDC5fP3mZ70GRMXE1KxSSSQNx06e+f2vGUEhoUMHfClX2LBtV7+hI7NmcWxUt3pcXMLvU6Y7Z80qpc2X3//smCnTJ80ahoSGT545b+/hYy0a1D136WqrZg3LlSw2e/HKzn0Grl80I5sTbdAfGK1Gu3jNhtPnr6Smcp0alSQAAAAAAEDYAAB4b9Wq6r9m8/Zd+w83qVdTLtm+Z79zNie/MiWmzlloXnPEuEmxjx+vnD21UL48kvH75sPHTZq3bHWjujVLF/NNSEwcPXFa5kz2C6eN98mVQ1T4vF3LNt36SGljY2M9/69xIhQR69GxsdPmLNpz6Oi/86fLJc7Zsv085s9d+w61aFxPwgfl1LlLl67dkgAAAAAAwOtQSgAAvE/ksZH0en01fz9bG+tdBw49Lddv3rW3fs2qSaZqOHP+8uHjpz9u0kBOGgSlUvlNr25iZe6SlWJ5+NipgMDgTz5qLCcNQgGf3K2bNZbSpkHNanKuIPgWyCeWNatUMpUUzGu4mPsPAyV8aMqULDJkQI9PmtXPkyv7Kytv2LpHAgAAAAAA9GwAALy37GxtqvlX2LH3YEJiorWV1clzF0VmULdalSTVrt+5I5aBQcGTZswzL3fM7HDzzl2xcuHKNbEsWii/+d6ihQpIaZPd89kMwHLG4Or8bGgmccFimZiokfABsrGxKle6qLiFhEYcPXn2+Mnzj6Kik635ICBIAgAAAAAAhA0AgPdZraqVNu/Yc+DoieqV/LbtNoyhVL50iSR1goNDxXL73oPilmSXRntfMo5xJJbZnJzMd7m6ZJPSxtbWOkmJUqWSkLG4ODs1qF2lXs3KF69cP3rinFjqdHrzCg8eEjYAAAAAAGBA2AAAeH/V8q9oZaXeue+QHDbUr1lVpUo6AKCrq7NYjv5xYPOGdZM9iGOmTGIZEhZuXhgVHSO9jtjHj1VkCZZKqVQUKZRP3KKiY0+cPn/s5LmHQaHyLlEiAQAAAAAA5mwAALzPMmd2qOJXVsQMl67dvHX33otjKAm5vA0D6x8/fc68UKfTTZ2zcNGqdWK9cP68YnnmwiXzCldv3HzZSdVqQxL/OC7eVBIcGhYQGCzB4mXOZF/Nv9yALz/v071DxbIlXuzdAgAAAACAxSJsAAC812pX8xdt/aPGT052DCWhhG+hIoXyL12zYdueA6bCOUtWjvtrZnCI4evnZUoWc3NxXrp2/cWrN+S9V2/e/mf+kpedMW/unGJ58MgJeVOv1//592wJMJMju0eLpnWGfturTYuGEgAAAAAAYBglAMB7rnZV/8Gjxh06dqpN88YvjqEkiMJRgwb0+HZor4E/1q5aqXCBvDfv3Fu3ZWfZEsW6tP9EMk40PWrQN18N+rlDz371alS1slJv3LY7axanyKjkR1KqWLa0p7vr3GWrjp4+W75ksd0Hj+r0ulJFfYPDwiTAjLWVukxJXwkAAAAAANCzAQDwnnPK4lixbCmxUrd6lZfVKVwg3/qFM77q2vFRZNTMhcuv37rTv2fnmRNGO9jbyRWqViq3dMakmv4Vduw9sHPfwWoVy/044MuXHc3WxnrG+F/9Spe4eOXargNH/P1KL/57gpenmwQAAAAAAICXoGcDAOD9InICcTMvmT1xTJI6L5ZkcrD/quun4ia9RMG8ecYO+8G85Mqhbab1A+uXmcxEBW0AABAASURBVO/KlyfXvCm/m5f8MXyIab3jJ83FzXxv7ar+5kcTivkWTFICAADef/tnzNj6xzjTplKlyuzu7ujmlsevgl+7dg7OzqZdRxcvWj9iRJsJEwvVrJmaIw8vVTJn6dIdZ8xMdu9v1as5unt8seTJMI/hd+7cPXO6eOMmyVY+OGfO5rFj2k2eUqBaNekteN2HBgAAIKNnAwAAAAAAz7jmzetToaK45SxTxsrGJvDKlT3Tpv7ZsMGNgwelty8qKGhy82Y3jxyRAAAAPij0bAAAAAAA4JnybduWa9PWtKnX6XZOmrTn72krvhvYc+WqTC4uolBUMK+TRt/s2m1a1yYkaOLjJQAAgA8NPRsAAAAAAHgphVJZs0+f8m3bxYSF7Zk2TQIAAEBy6NkAAAAAAMArVO7S5ejiRRe2bmk4eLCU3MQGQVevnli54t6ZMw8vXXJ0d8+WM2fVbl/kLFMmNQc3zdlwfOnSf38ZJkpOrlwpbs1GjCzZrFmyd9FptWt//unavn2SXp+vShX/zzs758pl2qtNSDi+fNmNQ4funj6t1+mcvLLnLFO63rcDFQqFqc6FLVuOL19+/9xZeyenfP6Va375pW2WLC+eKCooaManHWLDw9tOmJinQgUJAADgJejZAAAAAADAKzh6eHgVKRIdEhJ669aLe0UwMLXlx6fWrMns6lq2dWs7R0cRA6waPDjx8WPpdXgW8a3YsaNY8SpStMaXX3oULPiymlt+G3tp+/YC1arnrVTp/KZNf7Vofv3AfnlX3KNHMz79dMOoUZGBQcUbN85drnz4vbuH5s4VAYnp7qsGD1rav19UcFCp5s2dc+c+tnTJrM87PX70KMlZYiMi5nX/gqQBAACkBj0bAAAAAAB4Nfts2cQyOjRUtM6blyfExm4c/Wu2XLm6LVxkkymTXLh13O/7Z868dexo/ipVpVQTGYN9FqeDc+a4FyxQrUfPFGrGR0d3XbgwW46cYr1c6zb/dGi/bviIPhs2KBSKw4sWPjh/rvGPP5b9pLVcWaQFf9SpfXbDhvJt24nNM//+e3rNmgLVq7ce94fK2lqUnFq1avXQIftnzar99demU4ikZH737mF37rSZMIGkAQAAvBJhAwAAAAAAr2bn6CgZooWYpDv0+sZDh2bK5mxKGgS3fPnFMiY0THo7/Nq3l5MGwato0RJNmpxcteruiRM5y5TJX6WKjUOmkh89G3/JPmtWRw+PmNBQefPi9m1iWbf/ADlpEEo0axYfE+NRuLBhwzjUki4xcVGfPkHXroqkIZ9/ZQkAAOBVCBsAAAAAAHi1hNhYsbS2d0hSbu3gULxxE7Gi02junjp149Ch28ePPTh/XjLOnSC9Hd7FiptvZi9WTIQNAZcuirDBq0hRcROF0cHB1w8evLZv3/2zZ8Lu3nV0d5crP7x8RVyzi4+P6e4KhcKvQ4cnG3q9WGwb/4e4i6Fa7jwSAABAKhA2AAAAAADwaqLxXSyzenu/uOva/n3b/5wQcMEQMKisrHKVKZu7fPkru3ZJb00mV1fzTYdszpIh7dBKxuGPNo8de2b9uoQYQyeMrDly5ipTJj7mWYeM+KjILJ6eKR9fPFjvEiXunT694X+j2k2aLAEAALwKYQMAAAAAAK8QdvdO0NWrWby8TP0DTEJu3lzcp49t5szVevT0KFTIx8/PJnPmU6tXv9WwIT462nwzOiRYLOUIQcQDJ1euLFynTs6SpXKXK+fp6ysKJzRsoImPlys7enhEBgamfPzybdvV//77f9q1E4/iwpYtvnXrSgAAAClSSgAAAAAAIEX7Z8wUS986dV7cdXnnTtGOX71Xrxpfflm4dm2RNIjCiAf3xVIv6aXXZZwy4ZVCb98233xw4YJYZsuRQ6/Xn9+0SSQin4z7o2LHjnLSkBgXJ9IFvf7JxWT19o4ND09yhBkd2s/t1s206VOxolKlajx0qEKh2DRmdEJMjAQAAJAiwgYAAAAAAF5Km5h4YsWK48uXWTs4VOrY6cUKauM0y4mP40wlsRERJ1auNKzpXztsUFlZJTlasg7OnfP4UYS8HhMaKgKGHCVLuhcqJLIBcT0iVzCfLuLw/Hmmbg1CiaYfScZZGXQajVxyftPGu6dOueXPl+QsXkWLlmvbNvLhwx2TJ0kAAAApYhglAAAAAACeObJo0cVt2+V1vaQPuHAhLjJSJA2txv6W2c3txfr5qlSxGv/H5rFjLu/elbNUaU183LlNm+TZpOOioqTXZO/kZJM586Ud2+d27VqudevCyfWlEMLv35/ZsWOF9h1EnrF/9ixbR8fGP/6kMPaKKFS79only8fXr1ewWnVHD/cH589f3rnT1jHL40eP9DqdQqksVLOmX/v2hxcsmN6ubR4/v8DLV64f2J8tZ87q3Xu8eKLafb++tGPH4XnzijdsJLIHCQAA4CXo2QAAAAAAwDPB16/fOHRQvt08dMjR3b1823Y9ly3PX7VqsvWdc+VqOfa3TC4ut44c2TNt6tV9+3zr1Om2cJHaxub2iRPSa1JZWzf47nulSnX/3NmIBw9eVq3NH+Odc+bcOXnSgblzCtWq1WvFSvcCBeRd9QZ8U7RBw+jg4OPLl+375x9tYmKr334r26qVJj7+3pkzcp0GPwxq/9dfWb1znFq1Kvze3bKt23SZN982S5YXTyRSlnrffKPX6//9ZZj+9TtqAAAAy0HPBgB4d1p37XPy3IX965e6OmdLtkKlRq083d1WzJycioNJC5avHfbbhCljhtWu6i+lkwZtOms02q3L58ibNT/+NDAo+PzeTdLbtGXn3tmLV16+fiNHds9SxXzbtmhawCe3vCsm9nGpmk0K5s3z74LpSe416o8ps5eszJ3De86ksZ7urtLrmLN01chxk9P3qXszr/WKv//exnsSAIB3yb9LF3FLTc1ybdqKm2mzYI0a4pakzpDjz5KGoSdPpXC0b3btNt8s2ayZuL2scsWOHcVNrPhUqpRsBZvMmVuOHStu5oVF6jeo3a+feUn+KlXF7cW7J3lo8n3FTQIAAEgRPRsAAP+lxavWffnDsODQsOYN6ubI7rV6w9bmHXscP30u5XtN/GfeGycNAAAAAAAASHf0bACA98iB9cskSxIZGf2/P/+qWK7UrD9HK5WG/PvilWsffdbjn/lLypR46YjAC5avnfjPnIyRNGSwV7x9y6biJgEAAAAAAMtD2AAA+M+cuXDJOavTR/Vqy0mDULhAPm8vjwtXrr3sLqs3bRv22wT6NAAAAAAAALxXCBsA4D1iPoK/PK/A5qWz9x46un3vgbMXLmf3cP+oYZ2u7T9J9r6BwaFtv+gT9ujRX6OHVyxXSi78Z/6StZu3370fkMnBvlC+vD9920c05ZvuEvs4bs6SlZt37gkMCqnm79erY/uUL8+vXovq/hW++KzNjAXLDh49npCoKVqowOB+vXN6e0pvpHKFsjtWLTAviXgU+TAouFRR32Trb9uz/4fhY1KfNGzesWfxmvVnL1zKmsWpSsWyX3f73NExk2mvXi+NnTx96679YRHhpYsVrVO9cqumzwYjTkhMXLJq/aFjJ0+cO6/X6b083cuWKPZD3x4KhULsFS/Hx517jxo8YN/h43sOHnHOmnXcL4OK+RaUXpP5K/7VoF8uXbk+b8rvM+Yv2Xv4mF6v9/cr06Nju6xZskyds2DHvkMPAgKrVig3uH9vpyyOpiNcvn5zxdqNp89funj1mrura64cXj06tROXaqpw/Mz5WYuWHzt5JoeXZ8M61WtVrlS71Wf9e3YWR5Yr3A8IHDZ2wtUbN8MjI0WdxnVqdu/4bJjmsIhHU2ctOHjs5J37D1xdnAv65OnTvVPBvHmSfThJ5mxI9zcMAAAAAAB4bxE2AMB77eshIxzs7Fo0rlurSqXZi5aPmfi3tZXVZ580T1It/FFkl77fJUkafh47YeGKtXlz52zVtKFoxBeJRcvOvef/NS5fnlxib3xC4me9B5y5cLl8qeKVGtU7fupsq65fipb0zJkypXA9p85d6NCzf4vG9UST96bte0SScfXW7bVzp4kwQ0qbqOgY0Z4+6Z+5opG9T7dOL1Y4cPRE38HDPT3cU5k0fPfLmFUbtohm8ZZNGty4dXfRyn+Pnjwzf/K4LFkyyxXG/TXjfsDD6pUrZLJ3WLdl+64DhxM1mnYtmkjG8Z069R147uKVooULfFS/9oPAoENHT4nNnNm9OrT6yHSKectW37x9t3D+fMHh4YXy55XS7FFk1Mef9ypfuni/7p+LvGH+sjWXr96wsrZyzZatx2dtd+4/tHL9luCw8NkTx8j1l/+7ceivfzjY2/mVKdWmaJMTZ87tOXj0xp176+ZPt7ezFRXWbtr+7bBfs2ZxrFezqkaj+WvWwtUbt5mfUWQVn/UaEBUTU7NKJZE0iEzi979mBIWEDh3wpdibmKjp2u8H8cBFjtK6WePT5y9u3bP/8KnTmxbPdsnmlJpH9PbeMAAAAAAA4L1C2AAA7zVrtXrelN9VKsMoQ9Uqlq/7Sae1m7YlCRtiH8eJFuE79x9M/nWYKWk4fPy0SBqaN6w7avA38t2v3LjVrnvfUX/+NXP8r2Jz+dqNImlo07zxL999LRm+5q8fNPL3Fes2pRw23Lxzb/LoYXWqGb63Xruqv5WVlbjLoeOnaletlGx9ESFotNqsZt/ET1ZoeETFBi3l9a+7f+5XpsTTPQp5cfLchV7f/Sjavp0cMzunopl79aZtImmoWbnChP/9JOIZUbJy3ebvR4z9Z+HSAT27yHUeRUWtm/9PzhxeYr15o7rte/QTz60cNsxdtkq0sA/77uu2zRvLlcMiHtVo1m7d1h3mYcO1m7f/nT/dJ1eOl11GKh++SURkZPuWTX/6po9YF/HA9Vt3jp46K8KSUYMHyCUiDvl384679wNyZPeMiY0b+ceU3Dm8l82YZGq7HzNp+j/zl4hYpVql8iJPGjv5b/GMLfr7zzw5vcXeLu0/aftFX/Mzjhg3Kfbx45WzpxbKZ+isoNPpho+bJEKURnVrli7me/jEafE89O7coe8XneT6f89d/NuUf7bt3tfm6TOTstd9wwAAAAAAgA+UUgIAvMfq1aoqRwVCrhzZRbt2UEiovGkczkfSJGpFK/zV6zdF0lClYjnTHecsWSGW3/TuZrp7AZ/cbZo32Xfo2KVrN8Xm+q07bW2s+/Xo/PRoim+/7CZKUr4eB3s7ueFYVqGsIdsICQ17Wf3vho/xq9dCnFRKkV4v/fbzD78PG1SmRNHx02Z9P3yMaY/4f3BIWLd+P6jV6kL5fUTb96R/5kmvsnXXPrH89ssv5KRBMsYJg/v3rlqxvKnOJ00bykmDUK5ksVze2e89eChvilxncL9eIqoxVc7mlMXDzTU0LML8LJXLl00haZBS/fDNNa5by7TuWyCfWNap/uwJz++TWyyfXqf+54FfD+n/pXkvgfx5DRXCwg3XuefgkcDg0HYfN5WTBkFcrXm/ZTT/AAAQAElEQVRYcub8ZRFKfdykgZw0CEql8pte3cTK3CUrTdXu3Q/QanXyetsWTTYtmSXyDyl1XvcNAwAAAAAAPlD0bACA95qrs7P5pr29XcSjSHldb2iHl37765879x6IJl2f3DnNa16/dUcULlm9zrzwxu27Ynnr9l3RuHz8zLkCeXObf+letKeLBve4+ATp5USDu/mmg71hrJ7ERI2UNi7ZnJrWNzSy16leuW33vivXb6lZpVLd6pXlvWERj8S1zZo41kqt+uiz7tPmLqrm71emeJEUDnjp2nXx8POaPSciTen4fI+Qgvl8nrsG56wXrz6ZmLqYb0F5Aobg0LB9R47vO3T09PlL4nn2cHMxv0sOr/SfeyCH2aQaIl8RS9ds2Uwl1laGNEijMTzh4gF+ZHzSNBrtibPnDx07efTkmbOXLkuGMbIML+L5S1eMj6WQ+fFLFnk2H8b1O3fEMjAoeNKM5/Ibx8wON+8Y3iplSxYTQcWazdvPXLwsXpHKfmX9SpdIOV9J4i29YQAAAAAAwPuGsAEA3mty46w5nU5nvilawEsV9T157sLw3ydO/W3Es/L7D7Ra3YTpc1485r2AgMdx8Xq93jlr1iS7XFyy3bv/UHo5kXa8WKgz9j9I1pTRw6TXYWtj3bHNxwN//vXk2QumsCFzJofZk36Tv33ft1un36b8M/CXX9fO/dshuYuRRUfFeLm7pXwuK6vnfgkqJIVe9+SBxD6O+3XC1H83b4+JfSw2c3h7litRLCYmNskRrF/VEeR1H75ga22TpMTUN+VFew8eHTdt5vlLVyXjwylXsniF0iV37Dsk75Uv2Dnrc6NOuTo/iy6Cgw29ZLbvPShuSY6s0d6XjC/H/L/+GDNh6totO2YsWCpu4rVoUq/W9316vLITjOx13zAAAAAAAOADRdgAAB+2Dq0+Gvx170+6fSWamDfv2FOvZlW5PGd2L71e2rJs9svuKBqLXxzNRrTRS+/QpSvXT5w936B2dfMOFh4uht4D8QnxphIRG5jG+ena4ZMd+w6eOHNehAHDv+/3siN7uLsGBoVIb2rEuMnL/91Yt0aV0sWKVChT0regcTijlh3Nr+o/d+P23d7f/5Qpk8OXXT4tlD9vxbKlRBKwav0WU9jg6mLoFhP+6JH5vUIjnm26uhoqjP5xoPmAUUm4OmcdO+yHYd/3u3rj1vnLV+cuWblwxVq1UjVkQG8JAAAAAADgKeZsAIAPW6VypVUq5bBv+yoUilF//iV/E1/I5Z391t17Dx4GmVc+cuL0pBnzrt28LdaLFS54+9794NBw097HcfE3792T3qFdBw//PHbCgSMnzAtPn78oGWaYyJPsXZRK5Zih34mkZMnq9SnMheDt5RkW8Ug8A+aFrbv16dRnoPQqer1+w/adHm4uE0f92LldSzlpEE/Ow6Agvf49+kr+jr0H4uITvurasU+3jnWrVxZJg2TotmLomCJfpQicxPLshSvm9zpz4ZJpXbxJxPL46XPmFXQ63dQ5CxetMgzAJXKL/j+OFE+jvZ1tiSKF2rVoMmfSbw72dnsPH5UAAAAAAADMEDYAQEZQtHCBDi0/CggM/vPv2XJJ80aG76r/MHJs9NPBf0LCIn4cPX7GgqXuxq4Dtav5xyck/jZ5ujwuk2hG/3XC1MjIaOkdqlapgkhKps5ZEPb06/YXr974e97i7B5ujerUeNm9cubw+rq7YV7r70eMDQ2PSLZO84Z1xPK3KTM0Gq1csmHbrpNnL7wswzAnYhsbK2udTi+eH1Ph3CUrxeb7lDVIVtaGgYzi4uJMJeGPIpf/u1EyvppiWbFsKSdHx4Ur1pgmvr4fEDhv2SpT/RK+hYoUyr90zYZtew6YCucsWTnur5nBxnnIdTrtui07l63daNqr0Wji4uOzm00sAQAAAAAAIDGMEgC8e/2GjJAn/jX3+y+Dkoyt/7r69+yybc9+0VLctF4tkT00qFXtxOlzc5auataxR83KFTM52Itm6ODQsPHDh2TObPgK/Ketmu87cnzVhi03b98tU7LYqXMXzl28nGQC5LetcH6fIf2+HPbbhEbtutSvWTU6Onbrnn12trb/GzJQ/p7+y3ze9uMtu/aeOHN+0Ijfpv0+4sUKtav6f9aq+dxlq1p26V2xbOnL12/sO3Qsl3f2Lzt/KqVCneqVRRN8rRYdalap6O7qcv7Sle17Dzo6ZoqMihLZjFL5XkT11SqWG2dr878/p+7Yd7BsiWKP4+I3bt8VE2vIlqKiDKFRliyZf+jb47vhY1p27i2yJZVKtXnHHjdX55DQcLVKJRlngxg1aECPb4f2Gvhj7aqVChfIe/POPZEuiKN1af+JqFC9UoVSxXynz1sSHBKW09tLZBgr122yUqv7duskAQAAAAAAmKFnAwC8a0dOnjlw9ESSW4LZl+jfjIO93XdfdRfNwUN+HSd/sX1w/96zJ44p7ltw/dady9ZuKFq44MpZU0yTOqjVqr9/G/njgK9E5UWr1sY+fjzx1599cuWU3q32LZtOHzdKxABrNm67dut22+ZN1y+cUaFsyZTvpVAoxgz9zt7eduf+Q/J3+V80ZEBvcWTRRC7ax+/eC2jbosmiv/8UgYGUCuKZbFSnushmlqxeP33e4kSNZvyIIW2aNY6LTzh1/pL0fsidw3vc8CEuzlkPHz89eeb8vQeP1KteZdmMyTbWVqaRkZo3qvv7sEEe7q4bt+++fO3GgF5dv+raUTLMuf3keShcIJ94wkXho8iomQuXX791p3/PzjMnjJYn3xZvkj+GDxE5xOqNWydMn7N1977qlSssmzm5RJFCEgAAAAAAgBnFezX8NPBWiXe7TqfTarUJCQnLtgdPWhFW1tdxdN/8EjI68dKL112rSUxIiG89+EZ8gn7KIF+f7HbJVp605M66PcEtarp/8bG3BHzIoqJiwiIivL08Vapn3y1YvGrdj6PHz5k4tmK5UlKGNmP1/WVbHzb0d+nTLleyFW4HxHUfcV6l1E/tZ2tra29jZ29ja2dlbaNSqVUqlQi0JLyvmvU/FRWj/elTK9889jIbGxu12vDCvVbHI/kPA41Gk5iYuHNm/JEliqK1rZt8m6pIEsionv7BrEnUJMb+PUkzb5Yo9Nm1W+HgkJbDJsTEjPIr75Y/f69Vq6V36My6f1d+/32zESNLNmsmpc1v1as5unt8sWSJvHnryBGFUpmrbFl5c0xlf6fs3qa96SL8zp27Z04Xb9zkxQvYO/3v7X/+2fGfGXkqVJBedW3voSQPLS3e3mO/3bSJJiAgoXQZzQ9Dxd8Jdrb21ja21lbW4u8E8bvmA/07YcffsYdXxOWpHFnp8zj5F6j4G8ja2lr+BcofPwCAtKNnAwAAGVN4xKM6rTr2HTLcVBITG7fi3022NtbFixSWAADAG7m4bdvszp+H37snvTVRQUGTmze7eeSI9JrewbWl0Rs/tFd6/x87AAAZHnM2AACQMXln9yhfqviWnXsbte3i71c2JCzs4NGToeER/Xt2drC3lQAAQKp9s2u3aT0+Olp6y7QJCZr4eOklF5DEO762NHrxoaXFh/XYAQDI8AgbAADImJRK5aRff563bPW+w8eWrd0QE/s4h7dn3y86tWneWAIAAAAAAEhXDKMEAECG5ZTF8auuny2ZPuHkjn+vHNq2ffk8kgYAwHvrxoED/7RrO6ZK5V8rVRIr1w/sT1Ih6OrVTaN//ad9uxFlSk9o2GB+j+53jh83r3Dv9Oml/fuP9q8087NPjy1NaQaFrePG/Vy0yG2zu2/89X+i5MCsWaaS02vWiJLLO3dKxrkB/m7dWqys/P671UMGixWxFHsjzAbtCbx8eVbHz/5XscKU5s3WjxgRcf/+y86+d/rf4r43Dh40L5zUtMn4+vXEyvGlS+WVkytXimqnVq82v4AXvezaQm7c+LVSxT8bNEhSf8V3A38pWSImLEx6fYfnzxdHDr116/CC+XO6dvlfBT/xYM2fNMk484eoNrVVS7F3XK2aC3r2CLt7R96V7EMzl16vS2RgoAQAAN45wgYAAAAAwH/szLp/53X/IvzevYLVq5do0jgmLHx+9+7nNm4wVRDN01NbfnxqzZrMrq5lW7e2c3S8tm/fqsGDEx8/liuc37RxRof2t44eKdqgoXOuXNvGj989derLTpfP318sRWVTidzAfefUSVPJjcOH1DY2PsZJmE0K1azlW7euWBHLGl9+aZs5s1weGRQ4u/PnsRERpZo1U1lZH128aE7Xrm82XpBnEd+KHTuKFa8iRcUpPAoWTOUdk1xbJmfnwrVrh9+9c+/MGVOdhJgY0Uyfr3Jlh2zZpDe17Ntvzm/ZUrxho5pffZUQG7vl999E9mDau3rwIJEQiJUyLVvmKFX6+sGD/7Rt+/DixdQ8tPR6XWzs7SUAAPDOMYwSAAAAAOC/JNroN40e7ZovX+fZc2yzZBElNXr1XtC716YxY/JXrmKTObNo0d44+tdsuXJ1W7jIJlMm+V5bx/2+f+bMW8eO5q9SVZuQsPm330TNznPnueTJI/ZW/KzjjE87vOyMucqWtXV0vHX0aLUePeULEK3hdlmymHeVEK3kokXbys7O/I6iLVtczIUtWwpUrVayWTNTeXRwsGhGr/ftQLGu02oXfdn76t69N48cFtcmvSbREG+fxengnDnuBQvIl5dKL16byANESHN+8ybv4sXlOpd27BB1ijVs+LKDiKdCqVSKJyeFE6nU6k4zZylVKrGev0qViY0anfn3X7/2hmdbhEan164t0bTpR78MV6oNDQ73Tp8WMcy6EcO7Llj4yoeW7q8LAAB4l+jZAAAAAAD4L51avTo2PLzqF1/ISYMgVqp27y5a8E+v+9ewrdc3Hjq04fc/mJIGwS1ffrGMCTUMB3Tz6JHIhw/LtGwpJw2Gvfnzl2nV6mVnFA3leStWunPihGihFpu3Dh8Wy9IftxSt20FXr4r1gAsXxNnzVa4spY7axqZ6z16mgxepV1+sPHrwQPpP5fbzc/L2Pr9pk16vl0vObd4kWvML16qdbP0H586Nqey/6KsvUz5skbr15KRByJYzl3OePFHBwfLm8WXLrO3tRegiJw2Cd4kS4oUQkcPNQ4ekV0n31wUAALxLhA0AAAAAgP9SyK2bYnnn5MndU/8y3a4fOCAKQ2/dEktrB4fijZv4VKqk02huHzu2c9Kk2Z93Wj9iuNilTUgQS3mUHi9fX/PDJtlMIp+/vzYx8c4Jw1fmbx0/5pQ9u2/dOsbLOCGWN4wt4wVS3S/BOXdu8yAkk4uzWMbHxEr/KYVCUbR+g8jAQLlnwONHj67t2+dbp46IRqQ0yOTqYr5pbWcvnkl5PfDqVZc8PvZZs5pXyFGihGHXlStSKqTv6wIAAN4lhlECAAAAAPyXooKCxPLIwoUv7gp/Os3ytf37tv85IeDCebGusrLKVaZs7vLlr+zaJe+Ni44RS/usz81DkNnVTXq5vMbpAW4csOElUAAAEABJREFUPpyvchURYOQqW9arSFFbR8c7J06U/aS1aNR2y5/fydtbSh2V2uq5bYXCsHzan+A/VKJJk33/TD+/ZbN4gOc2bhBpTbEGLx1Dyato0Z/PnX/lMa3tHZKU6HU6sYyPjo6LjHRwTjobRCZnQzgRFRIipUL6vi4AAOBdImwAAAAAAPyXMrsZUoGvN29xyp492QohN28u7tPHNnPmaj16ehQq5OPnZ5M586nVq01hg51xouaYsFDze8VFRaVwUkd3d9GKfef48eiQkMArVyp0+FShUIim7dvGMXxuHz/m17699A6Jk5qGHkpHrnnzZi9W7OK2bQ1+GHRh69asOXLm9vOT3g6bTJmsHRzkga3MRYcaYgZ7J6fUHOR9e10AAEDqMYwSAAAAAOC/lM07h1jeNpsEWIi4f3/31L+u7dsr1i/v3KmJj6/eq1eNL78sXLu2jTFaiHhg6PSglwy9BzwKFxLLe2fPmh8h6NrVlM+bt1Kl+2fPXtm9W6znLF1aLHOVLvPowYMTy5eL0+XzT35iAIXcayEN5G4QiXFxppLo4ODIhw/NzyG9kWSvrVjDRlFBQVd37755+HDRBg3Sfv0pcM2TJ+TmjZiw5/KGu6dPS6ZRrVJx9v/qdQEAAGlE2AAAAAAA+C+JFnBre/vtf44PvX1bLtFpNFt+/23npElKleHL/mpra7FMfPysdT42IuLEypWGNeNQRTlLl8ns5iYaowMvX5YrBF+7tn/WrJTPm8/fX6/XH5gz29Hd3Tl3blGSu1xZsdw3c4Zdliy5ypRJ9l4qa2NUEB8nvSkXHx/JMP3AQXlTXMOOyZOeO4WV8RSPX/sUyV6beHqVavWOSRPFeonGjaW3qWTz5gmxsVt+G6vTauWSe2fOHFuyxMnbO1e5clLqHtp/9boAAIA0YhglAAAAAMBbF/HgwdyuXZMUZnZzbT7qf07Zszce+uPan3+a3rZtoZo1snp7X927997p034dOvhUrCiq5atSxWr8H5vHjrm8e1fOUqU18XHnNm0SjdrS07GSrGxtP/rllyVffz2zU0ffOnVUVtbnN220d3KKi4xM4ZJylCplkylTyI0bxRo1kks8fYvYOjpGh4QUbdDwZYMaZfH0Ess906Zd3Lqt8U8/ZsuRU3pNPhUqOHp4HF6w4PaJE6Lp/NrevXqdzrtEiejQJ8NAiSu3yZz50o7t4hkr17p14Tp1UnnkZK8tk4uLaL6/snu3OIWcc7w9ZT9pff/s2VOrVwdevSoe5qOAh5d37hBJUsvRY5QqlZS6h5b210W8GbJ4eUkAAODdomcDAAAAAOCtS4iJuXHoYJLb/XPn5L3FmzTpvWp1iSaNH166dGD2bJWVVcuxYxt8/4O81zlXrpZjfxON5reOHNkzberVfftEotBt4SK1jY1or5fr5KtcpduixQWrVbu8c+eVXTvzV6nScPDglC9JNH/nr1JVejpWj2Qciid3WcOX6PNVqvSye+UoWbJ823ZRQUFB169FBQZJr09c9qfT/s5drtzDixev7tnjU7FSl/kLnLyezVehsrZu8N334vLunzsrQprUH/ll1+Zbp65YFn/adv/2iCew2YiRbSdOEjnH6bVrg65eKdemTc+Vq0TOIVdIzUNL++sS/fzsHQAA4N1Q6I19TgFLIN7tOp1Oq9UmJCQs2x48aUVYWV/H0X3zS8joxEsvXnetJjEhIb714BvxCfopg3x9stslW3nSkjvr9gS3qOn+xcfekmUTPy8r1m2u7l/B1Tmr9H4ICAyu9lHblk0ajBo8QHp9l6/fbNK+2+dtW/7Qt4eEl3gPX/c3M2P1/WVbHzb0d+nTLleyFW4HxHUfcV6l1E/tZ2tra29jZ29ja2dlbaNSqVUqFeM+v8+a9T8VFaP96VMr3zz2MhsbG7Xa8MIpla/xTRr5DwONRpOYmLhzZvyRJYqita2bfJtJAizY0z+YNYmaxNi/J2nmGYYh8tm1W+HgIOFDtm38+INzZvffvsMhWzYJqXC7aRNNQEBC6TKaH4aKvxPsbO2tbWytrazF3wnid80H+nfCjr9jD6+Iy1M5stLncfIvUPE3kLW1tfwLlD9+AABpR88GAEDyfp0wbfCo3+Pj4yVYEl53AAAymEcBAadWrypcuw5JAwAAeKuYswEAkLzomFgpYymYN8+VQ9skpCjjve4AAFisU6tXn1i5IuTmzccREf6ffy4BAAC8TYQNAAAAAABkQNly5Lh/9qxX0aJVunbz9PWVAAAA3ibCBgD4UPnVa1G1QrlSJYouXvXvnfsP8uTM0bhuzU9bNbO2sjLVuffg4a8Tp52/eDkiMsrby6NRnRo9OrYz7Q2LeDR11oKDx06Ku7u6OBf0ydOne6eCefOIXVWbtnkYFCJWarbokMs7+9blc6Q3Ig4yc8HSvYePBYWEFsrn06vzp/7lS6fy8oQHD4Omz1+8+8ARK7W6TvXKzRvWTXL8x3HxI/+YfPTkmYDAIHdX13Klig/p39vezjbZi0kyZ8NXg345f+nK6tlTp81bdODoiVt37hXIm+errh0r+5VJ4RGdvXB59pIVh4+f1uv1JYv5ftOra56cz6b3OHj05JRZ869cvynWxfP2ZZfPqlYqJ++6eOXaR5/1GD10oKRUrN+yQxynqG/BpvVqf1S/1vHT52YsXHbk5Omc2b2+6NCmfq2q8l3mLF01ctzkjYtnbt29b9f+w+Jl8itd4rPWLUoV9V21fsuqjVvOXbxSzLfg9316Fs7vY7qG+wGBw8ZOuHrjZnhkZA4vz8Z1anbv2Na0V7xtqvtX+OKzNjMWLDt49HhCoqZooQKD+/XO6e0pveR1v3j1xoz5S06cuxAWHu7t4VGqeJEBPbs4ZXGUAADA+y1nmTJDT56SAAAA3gnmbACAD9jxM+eG/z6xeqUK434ZUr5UidETpnXt94NOp5P3Glu3u+85cFi0Drdu1liUjPtr5vfDx8h7ExM1ovLsJSutbazFXuesTlv37G/fs19IWITY26lNS9GKLVZE03yHT5pJb+TM+cvNO/aYv2JNwXw+HzeqFxAU/HmfgUtWr0/N5QnXb91p0annguVrixUuWK2S36Yde3oN/NH8+CJp6NCr/9I1G1yds3Vo1Txv7hzL/934We8BcfEJqbtAKTI6ukXnXkFBIT07tW/f8qNLV69/MWCQiAFeVl+c65NuXx06dqq6v19lv7KHjp38+PNeosVf3rts7caOX317+979hnWqi9uDwKCu/X8Ql2R+hL/nLZ749+xyJYt//3XPm7fvfvvz/0ZP/HvQyN/8ypT87svukVHRfQb/IpIM87t8+f3PO/ceatW0QcdPWmzfc6Bb/0Gj/pgiztW8Ub3P234szt65z0CRG8mVRaAinrR9R44VKVywbfOmttY2v/81Y/jvk8wPeOrchQ49+2d1chzcv3fFsqV27j/Uqe9AefSkF1/3O/cCPu3Vb+OO3blzZG/VuIEIJ8Qr2GvgTxIAAAAAAIAZejYAwAfsXkDgqMEDWjZpINZrVq4gAoPfpvzz75adH9WvlZCY+N3wMRqNZtG0P4sUyi8qJCR2/vbnX1eu31K/VrXqlfwOnzgt2ql7d+7Q94tO8tH+nrtY3H3b7n1tmjfu3K7ltZu3RbP7p62aeXt5JHt20dYfFx9vY22dbE8CvV7/3fDRohF83uTfypcuIUr69+r6caeeI/+YXL9GVTt725QvT5RMmjFX3H3cL4Mb160hNr/q+ployjc/xT/zl4orHP59v9bNGskl67fu6jd0xJzFK8y/y5+CyMjoFg3rDfq6p1ivW71y3lw5xVWt37ZTbnBPQjS7/zz2Ty9P98XT/hTxhmSMQ0SaMnL8lEXTxt+6e2/EuEmFC+Sb+eev4oUQe3t93qHTl9+O/GOKSErk+pKh28HDjYtnZfd0F+vOWZxEGjF36coNC2fkypFdlJQs5tuobZfVG7f6lSlhOq+NjfX8v8ZZWRl+ZUfHxk6bs2jPoaP/zp8ulzhny/bzmD937TvUonE9sSmuIfbx45WzpxbKZ+ihIpKn4eMmzVu2ulHdmqWLPRk84eade5NHD6tTzV+s167qb2VltWLdpkPHT9WuWunF133l+k2RUTGzJoyRu6QM0ut7fDNU5BPisefNnVMCAAAAAAAwomcDAHzAvLN7tmhUz7T56SfN7Wxt1m/ZIdaPHD996eqN9i2byU35grWV1eB+vUQL9axFy013uXc/QKt90hOibYsmm5bMkqOL1Fi86l+/ei2mzVmY7N4Ll6+J9uimdWvKSYNga2P9y/f9hg38WifpX3l5MbGPt+zaV8K3kJw0CJkzOXzZ5TPzU8xevDx/nlympEFoVKd66eJFZi5cJqVaozo1TOsVypYSy9DQ8GRr7th3QKPRdmvf2pQciNb2X4cOFO3yIllZtX6LSF++7t5JThoEUa1Pt47igSxetc50EL/SJeWkQfA1PvaiBQvISYOQL3dO8Qw8CAw0P2+DmtXkXMFwlwL5xLJmlUqmEnnYq/sPDXc5c/7y4eOnP27SQE4aBKVS+U2vbmJl7pKVpgM62NvJSYP5ow4JDZNe7va9+/KKQqEY9t3XO1cv9MmVQwIAAAAAAHiKng0A8AHL5e0lWpNNmyJp8Pb0OH/5qli/fueuWJYq9txMgG4uzj45c8jD/pQtWSxPTu81m7efuXhZNF5X9ivrV7pEOrYgX7p2XSyLPt9FoEyJouKWmsu7dO1GYqKmWJHn7l6scAHT+v2HQVHRMaLhftKMeeZ14uLjwx9FhoZHmBr9UyZOalp3sLMTywSNRkr+Ed0Qy+K+hcwLG9auLq/cuHNPLEsXLWK+t7Txwcp3lGU36yZirTZ2TXDOaioRTfm2NjaJCc9dQHbPZ3eRMwZXs7vIU3SI50oyPKt3xDIwKDjJc+KY2eGm8QmXebi5mu91sLc1HeFF9WpWE/HPz2P+FCGWv1/Z6pX8fAvmkwAAAAAAAJ5H2AAAHzAXp6Tt6ZkzZ7p519Dq/TAwWDKMsZM1SQVRcvn6zZjYONHEPP+vP8ZMmLp2y44ZC5aKW+ZMDk3q1fq+Tw9bG2spFT5v21LcXrY3OvaxWGZzSr7F/5WXFxNtmEIga5bn7u6SLatarZLXA4MN8xhfunpD3F48/t0HAakMG+SAwZxOr0+2ZozxEb14zU+uJzBYXFuWLJnNC+VrMO80YGOd9LlVqVRSimxtk95F+ZK7BAeHiuX2vQfFLckujfa+ad3e3u7F++qk5B914fw+8yaPGzl+8tFTZ8Vt/LRZIp7p/lnbT990Jg8AAAAAAJAhETYAwAcsODzpgD8BgUFyA7c81E9oWNIKosTG2kr+Mrurc9axw34Y9n2/qzdunb98de6SlQtXrFUrVUMG9JbSzN3Z0GMg/NGjZPe+8vIyOzoYNp9/gHHxCRqN9snxXV3EslXTBiMHDZDeiSePKDzC3dX5xb3iEYlre/QoyjxvCA03zLadNYuj9E64GjiQlPQAABAASURBVC9s9I8DmzesK6Wf4kUKLpk+ISQs4uaduydOn5s2d9HwcZPE461fq6oEAAAAAABgxJwNAPABu3L95uO4eNPmvQcPHwaFlCpuGMknp7eXWJ48e8G8flBI6I07d+UKO/Yd6v/jyFt379nb2ZYoUqhdiyZzJv3mYG+39/BRubJCIaVFjuyeYimPiWSyeceeGs3abd978JWXV8Anj1qtOnPhknmFC8YRomTZPdzsbG3EEXQ6nXmdVRu2TJoxLz4hUUpv3tkNwxmdvfTcIxo1/q/6rT8XT3sOb8PjPXHuvPle0TQvlqZ5Kd62XN6GuR+OG09qIp6fqXMWLjKbNyJlSV73WYuWD/hplGToVuJUrmSx7h3bjvnpe7G578gxCQAAAAAA4CnCBgD4gIWEhpvmZ9ZotKMn/a3X61s2Mszw7F++jGjQX7B89YXL10wV/vfnX4mJmga1qkuGNmjtui07l63daDqaRqOJi483TSpgZZwMIDYuTnojhfLnLVmk8JpN2048TRQePYqat2x1SFh4cd9Cr7w8EXtU968gsgrTFUZFx4yZ+Lf5KVo2aXDt5u3REw2PWi45df7i4FG/Hz5xysbaSkpv9WpUzeRgP33ekpCwCLnk0rWbG7btsrW18XBz+ahBXZVKOX7a7IhHkfLe0PCIif/MVSgUdaq/ox4AJXwLiWBj6ZoN2/YcMBXOWbJy3F8zg0NCU3mQJK+7yFH+3bxj14HDpgrycFLmM0kAAAAAAAAwjBIAfMDsbG2mzFogWth9C+Q/cPS4aLj/qH7tqpXKybt+Hfptn0G/tPmiT+1q/m4uLqLCpas3PqpXq02zRqJC9UoVShXzFU3nwSFhot1ftNevXLfJSq3u262TfHAvdzex7Dd4eK6c3lNGD5Nek2h5H/Z9vy/6/9Cx94C6Nao4Ozlt2L47KCR0cP/e8vzGKV+eMPjrXpeu3RDhgWjpzuHlsWPvIf3zsyn069H54pXrsxYtP3X2QvkyJeLjExatXJs1S5afv+0rvQWe7q4/fdt3yKjfPv68Z52qlR9FRm7auUen108Z/YtknNtgaP8vR46f0vTTL+pUq5yo0ezcdzAoJGzYwL6F8uWR3gnxnI8aNKDHt0N7DfxRvA8KF8h78849ESmVLVGsS/tPUnmQJK97x9Ytlq3d8PWQ4W2aNc7k4CAin4Ur1uTJ6d2ueRMJAAAAAADgKcIGAPiA5fPJ/WWXT5f/u2np2vWF8vqMHjqweaNng/WLJub1C2fMWLD08LFT+w4dL16kYM9O7RvUqibvVatVfwwfMmLcpNUbt0qGjgg+1StXaNO8ScG8T1rG27ZosmPfwRNnzidqtLGP4+ztbKXXJNrf1y+YMX3BkkNHT+4+cLiAj8+gr3s2rF09NZcnGb477758xqS/5y4SMcOhYyeLFMo/atA3NVt0MFXI5GC/YOq4pWs2bN9zYOGKtc5ZszZvVO+rrh3lMONt+Kh+rWKFC8xevGLXwcOPH8dVqVi+T5fPChXIK+9t93HTMiWLzVu6au+hY3HxcRXKlPrsk+bFfAtK71DhAvnEszpr0YpDx07MXLhcxEj9e3bu1KZlKif9ll543b083Kb9PnL47xPF0WysrYoWLihyi89at0gyFTYAAAAAALBwiiTfEgUyMPFu1+l0Wq02ISFh2fbgSSvCyvo6ju77jsZSx39IvPTidddqEhMS4lsPvhGfoJ8yyNcnu12ylSctubNuT3CLmu5ffOwtvd/86rXwzu65YuZkCcALZqy+v2zrw4b+Ln3a5Uq2wu2AuO4jzquU+qn9bG1t7W3s7G1s7aysbVQqtUqlUqRx0hK8Tc36n4qK0f70qZVvHnuZjY2NWm144ZTK1xgjVP7DQKPRJCYm7pwZf2SJomht6ybfZpIAC/b0D2ZNoiYx9u9JmnmzRKHPrt0KBwcJsCS3mzbRBAQklC6j+WGo+DvBztbe2sbW2spa/J0gftd8oH8n7Pg79vCKuDyVIyt9Hif/AhV/A1lbW8u/QPnjBwCQdvRsAAAAAAAAAAAAaULYAAAAAAAAAAAA0oSwAQAAAAAAAAAApAlhAwB8qA5vXikBAAAAAAAA7wHCBgAAAAAAAAAAkCaEDQAAAAAAAAAAIE0IGwAAAAAAAAAAQJoQNgAAAAAAktLr9fKKLiZGodNJgEWR3/MKhQQAAFKNsAEAAAAAYMbYwKp42sx6q1FDCbBUCjMSAABIEWEDAAAAAOAJWlQBE/HjoFQqnyUN/HQAAJAiwgYAAAAAwDPGhlWFqlRZrU6n1Wo0Wo3hv1qt/snAMhKQUen1eoX0JFdQq9VSjlxKETcolMYU7rkePwAA4EWEDQAAAAAAM3pDi6q6VFld0WLa+Dh9YnxiYoJGkyjCBr2RBGRcT4ZMUir1KrWVlbVabaVSq0XeoHiaNwAAgJchbAAAAAAAPCMPHaNSqdQ6tVZtZUwXFGqxJYcNEmEDMjKFJGcNhh8CkTRYqa3Em1/8OMjjKUkAAODlCBsAAAAAAE+YvtYtxw021pJYU6uNSYO4kTTAAhjyBjltUImowUosxarCfPIGAACQHMIGABbE9G+DdXuDs2VO/gPwyu0Ysbx4M3r++gcSgA/W+etRYnn1buzLfpYjojViqdU9GX+Z5gMAkIyfh4Yx60VDq0IpqVSixPBtbqVSr7PSGdMGCbAA8ohJ8ptfbUwaDD0bFE96NvAHAwAAL0PYAMBiGP9VII8yvGFvcMp1L96METcJwAfu6p1YcUu5jjzro2FNLxE5AID0dBgleU2pM3y92xAzMFsDLIkxblDIAYPSmDQwjBIAAK9E2ADAgoh/MRTObROfoNVptXrxL2bjuMMSLJLhtdfpxb8cJVge+Uu7krEdwUqtksdJeNKCwEcCAIv3rHOD+GDUi/+JrMHwV5MEWBr5Kwh6SWk2gBJ5AwAAKSBsAGARFE++m6T8sbNHQnxcQkJcYkJ8YkKCTqclcrBMjyKjo2Njs3u4SbBI8uAIqifzPloZBmI29m+gBQEAJLO8QXratCoiB3kXfzXBQpi//01/HvB3AgAAKSNsAGAp5C/oqQzzG1oZvtNu+Ce00hA26A2dHCRYGE1EdFy8xsbWToJlejrvo0garKysxSeDYYQEJn4EgKeSfBjy2QgLx48AAACpQdgAwCI8mftVtCwqVXq1lSFpUCq1Go2hW4PEAMSWKFGrfyzCBjt7CRbpycSPhoDBkDeo1VYqlVp8LEg0JQCAGRpYAQAAkHqEDQAsheFrzCJUUBs+98S/nLVatU79pFsDYYMFStAYwgZbW8IGCyWPrCZHkCq1WsSQBobBlOjZAAAAAADAmyBsAJDxPRtlVeQN4j9WcvuiTqc3THVI0mCZNBp9glZPzwZL9qTDk7F/g9ztSSHPEc03eQEAAAAAeH2EDQAshTxng2GiBr1SJxby6EkkDZYqQavTaPXW1jYSLNnTDg5KpfJp+EDMAAAAAADAmyBsAGARRAOicUZohbyhNK7Qp8GSJSRqJb1CpbaSYNlMXRmedYEibwAAAAAA4PURNgCwFOYNiObrRA6WSaPV6hVPBtaCZXoxVCBmAAAAAADgjRE2ALAsyTYvkjdYII1Gp3w6QD8sEC89AAAAAADpi7ABAGh2tEQ6nU6tUvHSAwAAAAAApAuGjwAAWCKtTqtUqSQAAAAAAACkB8IGAIAl0mp1KiZsAAAAAAAASCcMowQAsEQibFCrCBsAAAAAAADSB2EDAMAS6XQ6hlECAAAAAABIL4QNAABLpNFqVfRsAAAAAAAASCeEDQAAS6TT6VRKejYAAAAAAACkD8IGAIAl0ml19GwAAAAAAABIL4QNAABLpNVplUrCBgAAAAAAgPRB2AAAsERarZ6wAQAAAAAAIL0QNgAALJFep1MqFRIAAAAAAADSA2EDAMAS6fQ6ejYAAAAAAACkF8IGAIAl0up0KsIGAAAAAACAdELYAACwRDodPRsAAAAAAADSDWEDAMAS6XR6BWEDAAAAAABAOiFsAABYIq1Wq1IRNgAAAAAAAKQPwgYAgCXSMWcDAAAAAABA+iFsAABYIr1eYs4GAAAAAACA9ELYAACwOFqtTiyVCoUEAAAAAACA9EDYAACwOFqdMWygZwMAAAAAAEA6IWwAAFgcnTFsYIJoAAAAAACA9ELYAACwOHpj2KCgZwMAAAAAAEA6IWwAAFgcec4GFWEDAAAAAABAOqGdBQBgcbR6hlEC8By9Xi8BAAAAANKAng0AAIujY4JoAE8pFArT8uLuhBtHwiUAADKihDhDsq4wIwEAkK4IGwAAFkevk7/CzL+vAEtnameRV7SJUmwiXRwAABmZ+JWnNCJ1AACkO8IGAIDFkYdL4Z9VAKSnbS4lGyq8S8QlJCTEx8cnJiZqNBqdTqc3kgAA+MDJiYL4fadWqzM7q1Qqa1PYIAEAkH4IGwAAFkjuQi4BgGRsgsnsorTOrIqLU8THKxISJI1G0ukMwSRZAwAgAxB/94qbSqVQqxXW1morKysROJA3AADSHWEDAMDiPOnZwDBKAJ72bBBtLmq12traWjLMHq/SarX0bAAAZBimng3id5xIGsTvO1PeIAEAkH4IGwAAFkcvPUkbAFgy09TQpsYXyTh1PGMoAQAyHjlvUBmpjcw7N9C/AQCQLggbAACWh54NAJ4yNb7I63LqIMIGydALirABAJBByHGCPDW06iliBgBA+iJsAABYHHo2ADCRezZIZl0c9E9JAABkIKZODHLkIK8QNgAA0hFhAwDA8pA1ADASLSwiVJBbW+QVU9ggAQCQsZjGD5TMggdTCQAAaUfYAACwOHLPBv5ZBUAy+yiQg4cke0kdAAAZQJK/e81/90kAAKQfwgYAgMXR6wgbADznZR8IfFAAADIkfsEBAN4GwgYAgMWRv6jMv7AAJEHLCwAAAAC8McIGAIDFeTouCq2KAAAAAAAA6YOwAQBgceSQgW8wAwAAAAAApBfCBgCAxZE7Nujp2QAAAAAAAJBOCBsAABZIniBaAgAAAAAAQLogbAAAWBy5ZwMzwQIAAAAAAKQXwgYAgMWRJ4gmagAAAAAAAEgvhA0AAEtFzwYAAAAAAIB0QtgAALA4eoU8Q7ReAgAAAAAAQHogbAAAAAAAAAAAAGlC2AAAsDgKPQMoAQAAAAAApCfCBgCA5TFmDQyiBAAAAAAAkF4IGwAAFkdB2gAAAAAAAJCuCBsAABZH8SRrIG0AAAAAAABIH4QNAAALZEgb9GQNAAAAAAAA6YSwAQBgceSeDQp6NgAAAAAAAKQTwgYAgMWRQwZ6NgAAAAAAAKQXwgYAgMVRyF0b6NkAAAAAAACQTggbAAAW50nUQNYAAAAAAACQTggbAACWRyFPEE3aAAAAAAAAkD4IGwAAFufJKEoAAAAAAABIJ4QNAACLo5Do2QAAAAAAAJCeCBsAAJbH2LOBqAEAAAAAACC9EDYAACyOgrQBAAAAAAAgXRE2AAAsz5OsgbTT4MrTAAAQAElEQVQBAAAAAAAgfRA2AAAsDj0bAAAAAAAA0hdhAwDA4iiVhrBBp9NJAAAAAAAASA+EDQAAi6NQKsVSpydsAAAAAAAASB+EDQAAi6NSGMMGHeMoAQAAAAAApA/CBgCAxZGHUdIyjBIAAAAAAEA6IWwAAFgclUru2UDYAAAAAAAAkD4IGwAAFkees0FP2AAAAAAAAJBOCBsAABZHaQwbtFrCBgAAAAAAgPRB2AAAsDgqJcMoAQAAAAAApCfCBgCAxXkyZ4NeLwEAAAAAACA9EDYAACyRQkHPBgAAAAAAgHRD2AAAsERKpVJL2AAAAAAAAJBOCBsAAJZIpVTqmCAaAAAAAAAgnRA2AAAskVKp1NOzAQAAAAAAIJ0QNgAALJGCYZQAAAAAAADSD2EDAMASqVRKnV4vAQAAAAAAID0QNgAAMqz4+MSd+w7rdDq9Tq8VS71eqzUsxXZ8XMLZC1dDQsN1OuN+w17DQlTzyeVdp0YlCQAAAAAAAKlG2AAAyLBsbKwiHkUdP3U+2b2BQSHilqRQoVA0a1RLAgAAAAAAwOtQSgAAZFxN6le3t7dNfX2/MsXdXZ0lAAAAAAAAvA7CBgBARuZgb9e4bvXUVnawq1fTXwIAAAAAAMBrImwAAGRw5UoX9S2YNzU169WsnCmTvQQAAAAAAIDXRNgAAMj4mjepbWNtlXKdHNk9/MoUlwAAAAAAAPD6CBsAABmfk2PmerUqp1ynWaNaSqVCAgAAAAAAwOsjbAAAWAR/v9LZvdxetrdk0YI5vT0lAAAAAAAAvBHCBgCARVAqFS2b1lMokum7YGNj1bBeNQkAAAAAAABvirABAGApvL3c/f1KvVhes0qFrFkcJQAAAAAAALwpwgYAgAWpX6uKq3NW8xI312xVK5WVAAAAAAAAkAaEDQAAC2JjY9Xyo7rmJU3q11CrVRIAAAAAAADSgLABAGBZfHLnKFOyiLxeMF/uQvnzSAAAAAAAAEgbwgYAgMVpUr+6vb2tWqVq0qCGBAAAAAAAgDRTSwAAWBgHe7vGdasHh4a5uzpLAAAAAAAASDPCBgCAJSpXuqgEAAAAAACAdELYAMAS6fV6CQCeUigUEgAAAAAASAPCBgAWxJQxEDYAMBFJg+kzgdQBAAAAAIA3Q9gAwFLIjYn6pxREDgCM6YLOuJQZPhzIGwAAAAAAeH2EDQAsgilp+GHitfgEralEblUkdQAsjSlRUKuUo77MrVQoRcigVCrJGwAAAAAAeDOEDQAshaE7g0539lp0fALRAoBnNImJKpVKZA1iXc4bJAAAAAAA8JoIGwBkfPK4STpBqzU2I+r7tc/l4WKTbOU1O4MOnImoWjproyquEoAP1sb9IbuOhfkVy9KipnuyFYLCEn6fd0syhA0Jep1apVYbujUwmBIAAAAAAG+EsAGAxTAmDvKISflzOfhkt0u21t6T4WLp4mRdokBmCcAH69iFSLF0drR62c/y7YA4yTCMkpSYEK+3MqYMSqVSryRpAAAAAADgDRA2ALAIps4NEgA8LzExQTIGDUqVSmQN5AwAAAAAALwBpQQAlkEvGdIGCQDMiBhShA1ajUb3FDPGAwAAAADwBujZAMAiyD0bRN4gAYAZhUKh02p1OsNNfFJI9GsAAAAAAOCNEDYAsCB8YRnAi4xJg+5JIskHBQAAAAAAb4SwAYDFeNqSCAAmcsYg92fQS3xKAAAAAADwhggbAACApdMTRgIAAAAAkDaEDQAAAAAAAAAAIE0IGwAAAAAAAAAAQJoQNgAAAAAAAAAAgDQhbAAAAAAAAAAAAGlC2AAAAAAAAAAAANKEsAEAAAAAAAAAAKQJYQMA4MO29+DRLv1+SLnOlUPbpDSYOmfhuL9mzpk4tmK5UhIAAAAAAABeQNgAAPiwOTpmrlSutGnz9t179x8G+RbM5+ToKAEAAAAAAOCdIGwAAHzYShQpNHviGNPmsN8mLFi+tu8XnWr4V5AAAAAAAADwThA2AAAAAAAAAACANCFsAABkfHq9fu6y1SvXbb57/0EmB/uCeX2G9v8yZw6v1FcAAAAAAABACpQSAAAZ3Xe/jBk5brJY+eSjRqWLF91/9Hirrl9evHIt9RUAAAAAAACQAno2AAAyuDWbtq/euLVZgzqjBn+jVqtEyclzFz7rNeDnMROW/DMhNRUAAAAAAACQMno2AAAyuKWr19nb237ft4ccJAilivq2adZYJAoHj55MTQUAAAAAAACkjLABAJDBXb5+wydXzmxOWcwLSxYrIu9KTQUAAAAAAACkjGGUAAAZWXRMbGRUjEvWrEnKXbIZSoJDw15ZQQIAAAAAAMCrEDYAADKyTA72DvZ2IeHhScpDwgwlWbM4vrKCBAAAAAAAgFdhGCUAQAaXN3fOG7fvhIZHmBeeOnteLIsULJCaCgAAAAAAAEgZYQMAIINr0ahebGzc6AnTtFqdXHLq/MWFq/719vIoX7pEaioAAAAAAAAgZQyjBADI4Nq2aHLmwqWV67dcvn6zUrnSAYFB2/fsd7Cz//2XQSqVMjUVAAAAAAAAkDLCBgBABqdQKH4dOrBO9SprNm1dvXFL1ixZ2rf8qFOblh5uLqmsAAAAAAAAgJQRNgAAMpSfvukjbi+W16pSUdxSuGMKFXp0bCduEgAAAAAAAF6CsAEAAAAAAAAAAKQJYQMAAAAAAAAAAEgTwgYAAAAAAAAAAJAmhA0AAAAAAAAAACBNCBsAAAAAAAAAAECaEDYAAAAAAAAAAIA0IWwAAAAAAAAAAABpQtgAAAAAAAAAAADShLABAAAAAAAAAACkCWEDAAAAAAAAAABIE8IGAAAAAAAAAACQJoQNAAAAAAAAAAAgTQgbAAAAAAAAAABAmhA2AAAAAAAAAACANFFKAIC3KS4+oUCF2uJWvm6LhMTEFyvcDwiUK/zvz6nS+2TB8rXiqrbt2f+yCms2bRcVVq3fIr19rbv2EecKDg174wrtuveTn+eT5y4kW6FOy45i78ede0tv2Z17AeKpM21WatTqHZw0Bcv/3fhp7wElazbu2u8HCQAAAAAA4I0QNgDAOxIRGXn42KkXyzfv3CvhHdq599CLhWcvXL5977709gWFhDZu3+Xw8VPS+2H3gSODRv5+4sz5gj4+PjlzSAAAAAAAAG+EYZQA4F3I7uF2/2HQzgOHqlQsl2TX9j37MznYR8fESu+Z9i2bipuUsXi4uWzbs79/z85Jyre9q1chISExLj7BvOTA+mXSf+fsxctiOebH7xvVqS4BAAAAAAC8KXo2AMDbpVAoxNLN1aVUUd9NO/bo9XrzvcGhYUdPna1ZuaKxpoS3R35661SrfO3m7eu37iTZu2Hb7hqVK0iWR6fTiaWXp5sEAAAAAACQBoQNAPCO1KxSMSQ0/OS5i+aFW3buE2mE2JWk8uO4+CH/G1fvk07FqzWs07LjoJG/xz6OM+3tPfCnBm06b997sG6rTmXrfCRqikK/ei0M4+GcvdD/x5GVGrVq3bXPlFkLEhITg0JCB4/6vXLj1rVafjrxn7larc50HLF33tLV4mgVG7asUP/jFp/3GjX+L1Mc8uKcDSfPXegz+JfydVu07f71olXrpA9QraqVxHLH3oPmhZev37x9736dqpVfefevBv1Ss0WHyMjosZOnN+/Us1TNJq279dl3+Lh5nRSe1cWr1om7S8ZpEkzTXZjmbNiya58onPjPHPOjiXeCOEubL/qaNlN4Y7wW8SjE6SbNmCc9nfHi2OmzMxcuFytHTpwWJeK84jEmJmpSc950vDAAAAAAAPAhImwAgHekbo0qkqGZ+4B54dbd+yqWLeWcNatYN/V5EO22HXr1X7pmg6tztg6tmufNnUO0TX/We4D58DsxsbFDfx2n0+u8PNzz5Hoy1P6xU2e79fvBJVu2n7/pY2NrPX7arB9//aPTVwPF8X/o29PLzU2EDX/NXiBXFm3Nogl7+LhJAcHBH9WvXb5MiXv3H85evEJkDMle/4Ztu9p063vk+OlGdavnzuH9+5TpU2bOkz40JYoU9nR33bHvubBh6659DvZ21fz9UnOEyOjoFp17BQWF9OzUvn3Ljy5dvf7FgEFnL1x+sjfFZ7VIwfyft20pVor5FuzTrWOh/D7mR67hX8Exs8PG7XvMC3ftPxQT+7hh7epS6t4YqWdtYy2uoWK5UmK9TfPGYt3T3V3eNXL8lJt37uXPk9vby9PKSv3K86bvhQEAAAAAgA8RczYAwDuSJ6d34QJ5N+/Y+02vrnJJxKPIg8dO/jjgqyQ1/5m/VDReD/++X+tmjeSS9Vt39Rs6Ys7iFd07tpVLHgaFtGzSYNTgAeZ3vHX33h/Dh8iD7/uVLlmlaeuV67eMHjqweaO6oqRejSp1Wn66euPWL7t8KjbnLlt17uKVYd993bZ5Y/nuYRGPajRrt27rjg6tPkpySQmJiaMnTsucyX7htPE+xmzj83Yt23TrI314FHWqVhaPPSgk1M3FWS7atmd/dX8/O1ub1NxfxAktGtYb9HVPsV63euW8uXJ+N3zM+m07RX4gvepZFXWyOmWZtWh5wbw+8qtgTjTrN6xdY/GqdecvXS1SKL9cuHnnXrVaJcql1L0xkhAxQFx8vI21tb2dbZJdtjbW4homTJ9z8OhJ8Q4pVdTXtEun1e1dt8TG2krefOV53+DCoqJjNFpt1iyOEgAAAAAAyBDo2QAAb9eTUYmMi9pV/W/fu3/15m1515Zd+yRDj4eko/fMXrw8f55cpnZbQeQHpYsXmbnwuZmEW33UIMkdHezt6hn7TwhZsmTOndNbetqjQhBt1nnz5Lp7P0Cj0YrNahXLD+7Xq3nDuqa7Z3PK4uHmGhoWIb3g8LFTAYHBn3zU2OdpL4oCPrlbN2ssfTiedhzRyyMpbdvzpIvJzTv3Lly+VjsVYyiZNKpTw7ReoayhZ0BoaLi8+VrPajJHNoYKm3Y+6dwQHRO7fc/+yuXLumRzklL9xjC3eNW/fvVaTJuzUHodTevXNiUNqTnvG1yYSGjEhe07dEwCAAAAAAAZAj0bAODdqV210sR/5ormY9EyKza37d7vV6aEq3O2G7fumurcfxgUFR2T3dNdHkzfJC4+PvxRZGh4hHNWJ7kkZ3avJMfP7uEuEgXTppWVlWNmB5FAmEpsrKxF+KHRakW1Yr4F5S/jB4eG7TtyfN+ho6fPX7pz74GHm8uLV37hyjWxLPr06/ayooUKSC8RGBwaHxcvvZGcObykt6l86RLO2Zx27D3QrkUTyTiGkq2N9YvTZqTA1CVCcLAzPL0JGo28+VrPanLXVtw7u+eG7bsG9OwiNrfvPRifkNjA2FUl9W+MtMvh5Wlaf+V54+IT3tmFAQAAAACA9xZhAwC8O4UL5MvlnX3nvkM9OraLjondd+TYD316JqkTGBwilpeu3hC3F49w90GAqenW1ibpsD82LwwEpFKqpJeIfRz364Sp/27eHhP7WGzm8PYsV6JYTExsZCKKUQAAEABJREFUspWjYw3l2ZyeazV2dcn2soN/N3z0gSMnpDeybdnct5o3qFTK2lX9V6zbJJrIM2dy2L7nQI3KFV8cQ6lLvx+CjK+FrG3zJu0+biqvywGDOd3TfhOv9ay+SKFQNKxV7e+5i0+eu1CqqO/mnXvs7W3rVjP0ukj9G8Pc521byrNEvBYbW2vT+ivPq9Pp3+DCpoweJgEAAAAAgAyEsAEA3ql6NauIpuTA4NADx05oNFrTGEcm7q6Gr8C3atpg5KAB0ts0Ytzk5f9uFBdQuliRCmVK+hbMJwrrtOwYn5BMjwTHTJnEMiQs3LxQNNa/7OC9Pu/QrnkT6Y04O2eT3jIRNixZvX7X/sNlSxYTzfp/tB7yYp279wJu3b1n2gx/FJmaI7/Ws5qsxnVriXfI5h178uXKtfvA4YY1q8l9U97ZGyOJV573/sMg6b+4MAAAAAAA8F4hbACAd6p2NX/RlLx974EjJ077lSnh7uqcpEJ2Dzc7W5uTZy/odDql8tnMOqs2bLkfENjt0zbmg+m/Mb1ev2H7Tg83l4mjflQoFHLh47j4h0FBTsnN2Vs4f16xPHPhUuO6z6YruHrj5suOX75Ucek9VrFcKUfHTLsOHHoUGfWyMZS2LJstvabUPKum8pcplC9Pofw+W3buLVqoYGKipsHT+SHezRvjRa887391YQAAAAAA4L3CBNEA8E6VLFLYO7vnmg1bRUt33WpVkq3TskmDazdvj574t/7p4Dynzl8cPOr3wydOpVe7rWjytrGy1un08QmJpsK5S1aKzafnfE6ZksXcXJyXrl1/8elQOVdv3v5n/hLpw2RtZVWrcqUdew+u3rgl2TGU3kxqnlUrK0PMHxcfl8JxmtavfS8gcNbi5c7ZnKr4lTWVv4M3RrJeed7/6sIAAAAAAMD7g54NAPCu1a5ccfaSlWKlfq2qyVbo16PzxSvXZy1afurshfJlSsTHJyxauTZrliw/f9tXSj91qldeumZDrRYdalap6O7qcv7Sle17Dzo6ZoqMikryFXVBNMePGvTNV4N+7tCzX70aVUWL+cZtu7NmcYqMipHeoX5DRqjVSX9z/f7LINOsAK+sYFKrSsVVG7acuXD5s09aSOnnlc+qUxbHzJkctu7a1+mrge1aNHlxHC2hUe0aYydNP3vhcvuWTeVw4smjeydvjBe98rz/1YUBAAAAAID3B2EDALxrNatUEmFD+VLFXV8yOUEmB/sFU8eJNuvtew4sXLHWOWvW5o3qfdW1o6tzVin9fPdV95jY2PVbdy1ZvV5kCeVKFR8/YsiFK9f+nrv41PlLpYv5JqlftVK5pTMm/TN38Y69B6ytrapVLNe0fu0u/X6Q3qEjJ8+8WJhg1o3glRVMqlQsb2tjmAY52TGU3tgrn1VrK6sh/XoP+33CmQuXqlYsn+xBPN1dK5YtdeDoiYa1a5iXv5s3xoteed7/6sIAAAAAAMD7Q6FPdrwMICMS73adTqfVahMSEpZtD560Iqysr+PovvklZHTipRevu1aTmJAQ33rwjfgE/ZRBvj7Z7ZKtPGnJnXV7glvUdP/iY28JwAdrxur7y7Y+bOjv0qddrmQr3A6I6z7ivEqpn9rP1tbW3sbO3sbWzsraRqVSq1SqV86ugf9Qs/6nomK0P31q5ZvHXmZjY6NWG164JL2yAAAAAADvDD0bAAAAAAAAAABAmhA2AAAAAAAAAACANCFsAAAAAAAAAAAAaULYAAAAAAAAAAAA0oSwAQAAAAAAAAAApAlhAwAAAAAAAAAASBPCBgAAAAAAAAAAkCaEDQAAAAAAAAAAIE0IGwAAAAAAAAAAQJoQNgAAAAAAAAAAgDQhbAAAAAAAAAAAAGlC2AAAAAAAAAAAANKEsAEAAAAAAAAAAKQJYQMAAAAAAAAAAEgTpQQAwH+kQZvOdVp2lNLDguVrC1SovW3Pfukd+nH0eHHSew8eSgAAAAAAAJaNng0AAAAAAAAAACBNCBsAABlB+5ZNxU0CAAAAAADAf4GwAQAAAAAAAAAApAlhAwAgqYtXrn30WY9Rgwe4OGdbtnbj0RNnHB0zVSxb6vs+PR3sbU3V7j14+OvEaecvXo6IjPL28mhUp0aPju1SOGzs47g5S1Zu3rknMCikmr9fr47tX6zzz/wlazdvv3s/IJODfaF8eX/6to848rMLu3pjxvwlJ85dCAsP9/bwKFW8yICeXZyyOErGORuG/TZhyphhtav6y5WPnzk/a9HyYyfP5PDybFineq3KlWq3+qx/z87yRfrVa1Hdv8IXn7WZsWDZwaPHExI1RQsVGNyvd05vzxQewupN21as3XjhyrVyJYt91rrFixX2Hznx57RZd+4/0Oi0Pjly9PmiU2W/MuYVVm3cKo5w6dr1kkV927ZoGhkZ9d3wMQun/VG2RDGxt0ztj8TT6ObivGDFGrVK1bvzp22aN37l05KaCgAAAAAAAG8VE0QDAJI3f/maX36bWLp4kSH9eztndVqyev0PI8eY9hoDie57DhwWLf6tmxkaxMf9NfP74WNedrT4hMTPeg/4Y+rMTPb2zRvVu3nrbquuX4ZHPDKv8/PYCWMmTU9M1LRq2rBi2dInzp5v2bn3tZu35b137gV82qvfxh27c+fI3qpxAxEPiEvqNfCnZE+3dtP2dt2/FklDvZpVC+TL89eshV8N/iVJnVPnLnTo2T+rk+Pg/r1FlLJz/6FOfQdGx8S+7CGM+H3ywJ9/DQkLb9W0gUqt7vTVwMPHT5lXWLNpe+e+3919EFCjcsVm9eqERER0+fr79Vt3mT/A74aNDg2PaNmkgZ2dXc9vh85ZujLJWU6fvzhh+hwvD3crtbpwgXyvfFpSUwEAAAAAAOBto2cDACB5t+7e27holqe7q1ivXc2/dbevNm3f82hgVJYsmRMSE78bPkaj0Sya9meRQvlFhYTEzt/+/OvK9Vvq16pWvZLfi0dbvnbjmQuX2zRv/Mt3X4tNvV4/aOTvK9Ztypwpk1zh8PHTC1esbd6w7qjB36hUhiz8yo1b7br3HfXnXzPH/yo2V67fFBkVM2vCGP/ypcXmIL2+xzdDRUJw/dadvLlzmp9LBBtjJ//t5Jh50d9/5snpLUq6tP+k7Rd9k1zSzTv3Jo8eVqeaoSdE7ar+VlZW4noOHT9Vu2qlF69fXMzcZatKFik8a+IYB3s7UbJqw5bvfnkWroQ/ivzf+CkFfHIv+OsPR0fDg+rTrWO3AYNGjZ9StWK5zJkcLl25Lh6gCG9mjP9VPsKGbbu+HjIiyYkuXrk+eujA5o3qpvJpeWUFAAAAAACAd4CeDQCA5FUsU0pOGgR7O9tSxYqIlZDwcLE8cvz0pas32rdsJicNgrWV1eB+vays1LMWLU/2aOu37rS1se7Xo7O8qVAovv2ymygxVZizZIVYftO7m9xiLoiG+zbNm+w7dOzStZumarfv3TcdYdh3X+9cvdAnV44k59pz8EhgcGi7j5vKSYMg6nRo9VGSaqLFX04aZBXKljI8wNAwKTnrNu8Qy56d28s5gSDa90v4FjJVWLl+c1jEo+4d28lJgyBWen3eITg0bM3GbYYKG7aI5VddO5qO0LB2db/SJV68qo8a1E7905LK5w0AAAAAAOCtomcDACB5ri7O5pt2tobZGhISNWJ5/c5dsSxVzNe8gpuLs0/OHOcuXkn2aMfPnCuQN3dW4/wKsmxOWXJ5Z4+LT5A3r9+6I9rZl6xeZ36vG7cNJ7p1+26hfHnq1awmkoyfx/y5fssOf7+y1Sv5+RbMl+y5zl8yXEMxsyRAKFnEN0k1DzdX8015OopE4wN80cUr18SyaKGC5oVFfQucvnBJXr9pvNSTZ8/funvPVCEyMspw/XcMJRcuXxXL0sWLmB9BRDiHT5w2L8np7aVUPvsqwCuflldWkAAAAAAAAN4+wgYAQPLkdCEpvU4sHgYGi6VztqxJdoqSy9dvxsTGmc8jLTyOi9fr9c5Zk9Z3ccl27/5Def3O/QdarW7C9DkvnvNeQIBYFs7vM2/yuJHjJx89dVbcxk+bJeKN7p+1/fSTZknqxxjnXXDO6mRe6OqcLUk1+6c9DMzpJL2UnOhY+ZhZnj/mszwmKDhULOctWy295PqjYmJFKmBna2O+y8U56XNia/1chVc+La+sAAAAAAAA8A4QNgAAXpvccB8aFp6kXJTYWFslSRokQ25hY2tj/eIIRdFRMab1nNm99Hppy7LZ0ssVL1JwyfQJIWERN+/cPXH63LS5i4aPmyQupn6tqs9dnrFPRvij52afDn1+MurX5WicWyIkLNzNrMNHZFS0ad3N1VC+c9WC7J7uyR7B3cX54pVrSZKY8Fdd1SufltQ8bwAAAAAAAG8bczYAAF5bTm8vyTBk0AXzwqCQ0Bt37pZ6fpggk2KFC96+dz849Fk+8Tgu/ua9ZyMO5fLOfuvuvQcPg8zvdeTE6Ukz5l27eVusz1q0fMBPo8SKSzanciWLde/YdsxP34vNfUeOJb287IbLO3vhuQGdzjwd7+jNFMrvI5anzz93kGs3byU56ZFTZ8wr3A8IFNe/58BRs6t67ginX3VVr3xaXlkBAAAAAADgHSBsAAC8Nv/yZUTesGD56guXr8klGo32f3/+lZioaVCrerJ3qV3NPz4h8bfJ03U6w0BMer3+1wlTIyOf9Qxo3qiuWP4wcmy0cRAkydCNIOLH0eNnLFjq7uIiNh8Ghfy7eceuA4dNd4mJfSyW2T09kpyrYtlSTo6OC1esEW3wcolo9J+3bJWUBrWrGqaSFi34jx5FySXiYvYcPGqq0KhODXt72z/+mmGas0E8J79OnDZh+hy1lUps1qleWSzFZuzjOLnCtj0H9h06lvJ5X/m0vLICAAAAAADAO8AwSgCA12Zna/Pr0G/7DPqlzRd9RIrg5uJy4OjxS1dvfFSvVptmjZK9y6etmu87cnzVhi03b98tU7LYqXMXzl287OH2rDW8Qa1qJ06fm7N0VbOOPWpWrpjJwX75vxuDQ8PGDx+SObODqNCxdYtlazd8PWR4m2aNMzk4REXHiDghT07vds2bJDlXliyZf+jb47vhY1p27i0uT6VSiVzAzdU5JDRcrVJJb6SYb8G+X3T68+/ZLbr0ql3F/0FgkDhmLu/st+/dlytk93T/eeDXP/5vXMsuX9auUsnby3PvwaMnz13o+EnzSuVKiwp+ZUp83Lj+inWbPv68V9WK5R8GBW/bs79g3jyXr99Uq1/66/iVT8srKwAAAAAAALwDhA0AgDdRtkSx9QtnzFiw9PCxU/sOHS9epGDPTu1Fw/fL6qvVqr9/G7lo5b9rNm5dtGqtaKaf+OvPsxetuB8QaKozuH/vGlUqirby9Vt3KpWKYr6FvuryaeEC+eS9Xh5u034fOfz3iTMXLrextipauGCX9p981rqFiBZePF3zRnVFC/6MhUs3bt+d3yf3gF5dnbI49v7up8zGqRfeTO/OHYoUyj936aWfKqkAABAASURBVKqla9a7Ojt/3f1zne65mZmb1a9dumiRuUtWHj19Zsuufb4F8o37ZXDjujVMFUYNHpAta5ad+w6J1MSvdInZE8du3bVPhA2OKV5Vyk9LaioAAAAAAAC8bQq9Xi8BlkG820XLoFarTUhIWLY9eNKKsLK+jqP75peQ0YmXXrzuWk1iQkJ868E34hP0Uwb5+mS3S7bypCV31u0JblHT/YuPvSV8mKKiYsIiIry9PFWqZ6MFLl617sfR4+dMHFuxXCnpvxAQGKxUKt1dnc0Lv/3pfxt27D6+ba2tjbWEdDVj9f1lWx829Hfp0y5XshVuB8R1H3FepdRP7Wdra2tvY2dvY2tnZW2jUqlVKpVCoZDwvmrW/1RUjPanT61889jLbGxsRL4oXjjxUyYBAAAAAP4L/HsMAJDRhEc8qtOqY98hw00lMbFxK/7dJBr0ixcpLP1H9h85VqVJ67lLn00dcfvu/a1795cuXoSkAQAAAAAAfOgYRgkAkNF4Z/coX6r4lp17G7Xt4u9XNiQs7ODRk6HhEf17dnawt5X+I/7lyzpncxoxbrK4sGK+ha7duHX4xKlEjearLp9JAAAAAAAAHzjCBgBARqNUKif9+vO8Zav3HT62bO2GmNjHObw9+37RqU3zxtJ/x9Pddf6UcXOXrjpx+tz8ZaviExJLFfMd0KuryEUkAAAAAACADxxhAwAgA3LK4vhV18/ETXqf5M2dc9jAvhIAAAAAAECGQ9gAAAAAAAAAAADShLABAAAAAAAAAACkCWEDAAAAAAAAAABIE8IGAAAAAAAAAACQJoQNAAAAAAAAAAAgTQgbAAAAAAAAAABAmhA2AAAAAAAAAACANCFsAAAAAAAAAAAAaULYAAAAAAAAAAAA0oSwAQAAAAAAAAAApAlhAwALolAo5JWrt2OiYjTJ1gmLSBTLkIiE01eiJAAfrODwBLEMjUx82c9yUJihglZn+FhQPCUBAAAAAIA3QtgAwGIYmxH1er1Y/rHgdsp195wIFzcJwAfu8NlH4pZyHaVCKX8+SHqJyAEAAAAAgDdD2ADAgigkReHcNvEJWp1Wqxe5g04nZw+wQHrDO0CvVNKsbInESy8nCmJppVYplE8YCvlIAAAAAADgjRA2ALAIxu8qK0ST4o+dPRLi4xIS4hIT4hMTEnQ6LZGDZXoUGR0dG5vdw02CRTJ8IiiVKpVabWUlbmJVYezfQLcGAAAAAADeDGEDAEuhMGQNStG0qNZZ6fU641eblYawwfgVdwkWRvsoOi5eY2NrJ8EyKeT+DCqRNFhZWYtPBpE8yJ0byBsAAAAAAHgDhA0ALMKTuV9Fy6JSpVdbGZIGpVKr0Ri6NRiGVCFssDiJGik2TmNjZy/BIsm9nYwBgyFvUKutVCq1+FiQSBoAAAAAAHgjhA0ALIXha8wiVFAbPvdEM6NWq9apn3RrIGywQAkaXVy8xtaWsMFCySOryRGkSq0WMaSBYTAlejYAAAAAAPAmCBsAZHympkND3iD+YyW3L+p0ep1knCpWguXRaKUErY6eDZbsSYcnY/8GuduTQp4j2uxDAwAAAAAApBJhAwBLIc/ZYJioQa/UiYU8ehJJg6WK12gTtZK1tY0ES/a0g4NSqXwaPhAzAAAAAADwJggbAFgE0YBonBFaIW8ojSv0abBkiRqdeP1VaisJls3UleFZFyjyBgAAAAAAXh9hAwBLYd6AaL5O5GCZNFqtpHgysBYs04uhAjEDAAAAAABvjLABgGVJtnmRvMECaTRa5dMB+mGBeOkBAAAAAEhfhA0AQLOjJdLp9GqVipceAAAAAAAgXRA2AAAskVanVapVEgAAAAAAANIDY1UDACyRVqtTKfglCAAAAAAAkD7o2QAAsESGsEFF2AAAAAAAAJA+CBsAAJZIp9MpVQyjBAAAAAAAkD4IGwAAlkir1aqU9GwAAAAAAABIH4QNAABLpNXp1EwQDQAAAAAAkE4IGwAAlkir1SqZIBoAAAAAACCdEDYAACwRE0QDAAAAAACkI8IGAIAlMoYNDKMEAAAAAACQPggbAACWSKfT0rMBAAAAAAAgvRA2AAAskVanUyoJGwAAAAAAANIHYQMAwBLpdDoVYQMAAAAAAEA6IWwAAFgiHT0bAAAAAAAA0g9hAwDAEum0esIGAAAAAACA9ELYAACwRMaeDQoJAAAAAAAA6YGwAQBgiZggGgAAAAAAIB0RNgAALI5erxdLpYqwAQAAAAAAIH0QNgAALI5WpxNLpYKwAQAAAAAAIH0QNgAALI5OawgbVAyjBAAAAAAAkE4IGwAAFkerMw6jRNgAAAAAAACQTggbAAAWRy8Po6RUSAAAAAAAAEgPhA0AAIvzZM4GejYAAAAAAACkE8IGAIDF0emNczaoCBsAAAAAAADSB2EDAMDi6OjZAAAAAAAAkK4IGwAAFkdvnCBaITFnAwAAAAAAQPogbAAAWBy93vgfBWEDAAAAAABA+iBsAABYIGPPBrIGAAAAAACAdELYAACwOHLPBoZRAgAAAAAASC+EDQAAi6PXyz0bCBsAAAAAAADSB2EDAMDi6KUnXRsAAAAAAACQLggbAACWh6wBAAAAAAAgXRE2AAAsjo5hlAAAAAAAANIVYQMAwPIQNgAAAAAAAKQrwgYAgMUxjqIkkTUAAAAAAACkF8IGAIDloWcDAAAAAABAuiJsAABYHGPWIOmZIhoAAAAAACCdEDYAACyQ3LNBAgAAAAAAQLogbAAAWBwdwygBAAAAAACkK8IGAIDlMQ6jRNQAAAAAAACQXggbAAAZ1rUbd7btPvhieXx8gliuWr/d1sb6xb01KvsVzJ9bAgAAAAAAQKoRNgAAMiyf3Dnit+y+9yAw2b33kyv39nLPnzeXBAAAAAAAgNehlAAAyKCUSkWLpnVea24GUV/cSwIAAAAAAMDrIGwAAGRkObw8/MoUT2XlMiWLiPoSAAAAAAAAXhNhAwAgg6tfq7KDvd0rq4k6TepVlwAAAAAAAPD6CBsAABmcg4Ndo7rVXllN1BE1JQAAAAAAALw+wgYAQMZXrnRRby/3FCqIvaKOBAAAAAAAgDdC2AAAsAgpzBQtysVeCQAAAAAAAG+KsAEAYBFyeHn4+5VKdpcoZ15oAAAAAACAtCBsAABYinq1Kjs5Zk5SKEpEuQQAAAAAAIA0IGwAAFgKWxvrhvWSzhQtSkS5BAAAAAAAgDQgbAAAWJBSxQrlzZPDtCnWRYkEAAAAAACAtCFsAABYlhZN6qhVKrEilmJdAgAAAAAAQJoRNgAALIubS7YaVf3EiliKdQkAAAAAAABpRtgAALA4Nav45c7hJZYSAAAAAAAA0oNaAgDAwqjVqt7d2kkAAAAAAABIJ4QNAAAAAAAAAAAgTQgbAOAJvV4vAcjoFAqFBAAAAAAA0hthAwA8ixnklSSbAD5cpmhBXhFL+eeayAEAAAAAgPRF2ADA0sktj2GRicFhCfqn5HLCBuBDpzASK27ZrLM5WukVT4ifbvIGAAAAAADSEWEDAItmyhV2HQ2bsuy+BCCD6trMrUVNV6VC/M+AvAEAAAAAgPRF2ADA0okGR51OJ/4v1tUqha2NUgKQgcTF6zRaw8+5NjFRUqvFT7j4aZfzBgkAAAAAAKQTwgYAlk7/NG0Q66UKOQ7vlU8CkIEMm3b94JkIjSYxMdEwVJraSlIRMwAAAAAAkN4IGwBYLtMMDYZ+DcaeDQAyKq1GSDRM12Do06CUFAqVSsVISgAAAAAApBdGCwFg8fT6JzcAGZdWq9FqEsXSEC9KTyZrkQAAAAAAQDqhZwMAPOniIAHIuHQiZ0hMVKrUhm5M5IsAAAAAAKQ3wgYAls40mJIEIOMS8YLOOGSa4cbPOwAAAAAA6Y2wAYBFk9scCRuADE+eCt70Iy8BAAAAAIB0RdgAAAZMEgtkcHLAoCBpAAAAAADgrSBsAAAAFoE+TAAAAAAAvD2EDQAAAAAAAAAAIE0IGwAAAAAAAAAAQJoQNgAAAAAAAAAAgDQhbAAAAAAAAAAAAGlC2AAAAAAAAAAAANKEsAEAAAAAAAAAAKQJYQMAAAAAAAAAAEgTwgYAAAAAAAAAAJAmhA0AAAAAAAAAACBNCBsAAAAAAAAAAECaEDYAAAAAAAAAAIA0IWwAAAAAAAAAAABpQtgAAAAAAAAAAADShLABAAAAAAAAAACkCWEDAOBDNX3ekrGTp5s2VSqlh6uLm6tLpXKl27ds5pLNSUqzIyfPzFm04vDJUy7Zss2aMCZzJocV6zZ1bN1CAgAAAAAAgBnCBgDAhy1fnlxuLs5iRavTBoeEXb5+4+TZC7MXr5g8ephIHaQ0CA2P6PHNkOiY2EL5fZyzZXV3df64c+/o6FjCBgAAAAAAgCQIGwAAH7b2H3/UvmVT06ZOp5swfc6UWQsG/Dhq7fzprs5ZpTd17cZtkTSIg//0TR+5RCQNEgAAAAAAAF6glAAAyECUSuXX3T/v0Oqj0PCIv2bPl9JAq9OKpZe7uwQAAAAAAIAUETYAADKgbh3aKBSKTTv2yJszFy4vUKH2kROnW3ftU6pmk+adeiYmaiTjQEkTps/p9NXA0rWaVm3apkPP/svWbpTv8nHn3qJcrIydPF3cd+T4KWJ5+959cRMrg0b+LgEAAAAAAOAphlECAGRAnu6uxQoXOHPh8s079/Lk9JYLRWAQ8DA4f57c7u6uVlbqsxcufzFgcGR0dLmSxVs3a3zp2nWRRhw/c65Iwfy+BfO1atIgv0/ules2V6lYrlRR30L582bJnHne0lXiOJ9+0rxQfh8JAAAAAAAATxE2AAAypmxOTmIZEhZuCht0Wt3edUtsrK3kzd//mhERGblm3t8FfHLLJTv3H+o+YMiG7btE2NCmeeOc3l4ibKhQumS3T1uLvbWrVlqzcZtY+bLLpxIAAAAAAADMEDYAADKmLJkziWVs7GNTSdP6tU1Jg9Cp7cdN69UyJQ1CgbyG/gph4Y8kAAAAAAAAvA7CBgBAxhT7OE4s7e3tTCU5vDzNK1Sv5CevXLx649CxE4ePnzp9/pLYTExIkAAAAAAAAPA6CBsAABnTnfsPpOcDBhtba/MKt+/eH/nHlN0Hj+j1erFZzLdgjcoVl/+7UQIAAAAAAMBrImwAAGRAd+4+uHz9ZnYPNw83l2QraDTa7t8MuX3v/metmuXNk6tqxfJeHm73HjwkbAAAAAAAAHgDhA0AgAxo+oIlYlmvZtWXVTh3+cqN23eb1qs1uH9vU+Hd+wFiqX/5YRUKhdwNAgAAAAAAAOaUEgAAGUhiombZ2o1LVq93sLf7vG2rl1WzsTLMFP3YOK+DTKvVzVmyQjKEDS+NE6yt1LGPH5M3AAAAAAAAJEHPBgDAh23BijVbd++T10VOcP7SlcioGJE0/DFiiLur88vulS9P7vx5cm3ds79xu65VKpa3tbHedeDwtRu3rKzUkZHRL7uXl4f7lRu32nb/2r986a+6dpQAAAAf7l9/AAAQAElEQVQAAABgRNgAAPiwXbt5W9xMmwXz5mlav3in1i1zenumcC8RKvw56sdvfv7fhcvXRH7gnNWpYrlSvwz8euT4KWcuXHocF29na/Pivfr36Hz5+g1RwcPNVQIAAAAAAMBThA0AgA9Vt09bi1tqanZu11LckhTmy5Nr9ZypSQoX//2nab1SudJXDm0z31uoQN7daxZJAAAAAAAAeB5hAwAAAAAAAAAASBPCBgAAAAAAAAAAkCaEDQAAAAAAAAAAIE0IGwAAAAAAAAAAQJoQNgAAAAAAAAAAgDQhbAAAAAAAAAAAAGlC2AAAAAAAAAAAANKEsAEAAAAAAAAAAKQJYQMAAAAAAAAAAEgTwgYAAAAAAAAAAJAmhA0AAAAAAAAAACBNCBsAAAAAAAAAAECaEDYAAAAAAAAAAIA0IWwAAAAAAAAAAABpQtgAAG/d9Vt3GrTpXKViuRl//O/FvXVadrx97/6FfZvVapWUHio1auXp7rZi5mTpHdp78GiXfj+kXOfKoW1zlq4aOW7ylDHDalf1l96Cy9dvNmnf7fO2LX/o20P6T3UfMGTn/kOmTTtbG3dXV08P10a1azRrWMfaysq0q9/QEeu37jq2ZbWjYyYJAAAAAADgw0TYAABIB46OmSuVK23avH333v2HQb4F8zk5OkoWrFQxXztbW7GSkJD4MDj46MkzB4+e/Gf+0gVTx7k6Z5MAAAAAAAAyCsIGAEA6KFGk0OyJY0ybw36bsGD52r5fdKrhX0F6hwrmzXPl0DbpvfHL9/3EJZk2o6Jivh32vx37Dg34adTcSb/JhX8MHyJuEgAAAAAAwIdMKQEAgHcic2aH8SN/9C2Y79CxUxu27ZKA/7N3HwBNXX0fx08WEPZSQECGA8UJDhAVBbd1VdvaZYfde/d5u5fde29ttcvW0dphnVgHKi7cG0FwK3tnvSe5mFKlShWUwPfz5Lm99+bkhhFBzy/n/wcAAAAAoLFgZQMANDgr12z4aMo3u/buk/thIcF333RdYkKP/zSguve/mPb+F18n94l/7+VnqrcKuIgsFvH6h58vWLIiNz8vtlPHQf37XD5qWPUBK9LWv/vplP0HDhrNpsjQ0HtvvaFPXDf7vdt3Z3z5zfT1W7bl5uWFBAbGdO7w0B03eXtZ6zWd0rMhN7/gkynfrly7QV6qmb9fVGTEvbfdUH2pwYXn4ux009VXPPTMS/NSlg0f2F/U1LNh3uKlC/9asWNPRs6hw8GBAa0jwx+//47m/n72i8yeu2DmnLk79uzt2jH6qrGjCguL/vfCa999+nb3Lp3kvd0Gjr5kUJIc/+3MX7QazV0TJ1x56YhKg2H67N9Xrd2wfstWi9nSIihADpZfJZVKJR+i9NKY+8PkBX8tX7JitfxyxcV2uW782JiO0bN/nz977vwt23d1io76v3vvaN8mUgAAAAAAAJyGsAEAGpaf5sx94qU3A5v7Dx/UXx7KGfmbH3zspSceumzksFoOqO6H2b81tKRBeuvjLw8cOty/T7y7q9tv8xctSV1tMBqvHjtSufeXPxc9+twrvt5eSX16uen1i1NX3XT//731/BOX2D7f/TmHJtz5QFl5RVy3rgN6x/+1cs30n3/fu2+/nGo/5VkMBuPNDzymzJKPHzNi49btC5auWJ2+8c8fvvL39RYXT/+EOLndtHV7jfc+NumNmb/9GRzYvE98j47to9akb1LWQLwzqarU0rOvv/fdzDmtwlvK7/iBw0fveOSp6KjWp1xEfrLbd+2Vn3heXn77tq0LC4tvuO9R+aXo2L7t6KEDDx45umpNujxsGdzi2stH2x919/896+nufsWY4cdP5H04edqy1WvHDhu8Zcfuy8cM79G101c/zJp476O/f/+l/NYIAAAAAACAfyJsAIALZOv2XTfc8+jp548eP27fz8zOmfTWB3J2ePK7r/j5WCfE77zx2hvufuTFtz/qlxDXzM/3rAOqX3l+yrJnXnu3T3z3d158+jyTBjnfrVaphw5IFHWhoKjot2++aBnaQu5fesnga25/YM6fC5WwIa+g8OV3PmobGf7tx28r7/S/95brb3no8Zfe+SixVw8Pd7dZv/9ZWFQy5b3Xeve09qN+3GK5/eGnUlas2pu5X86/V3+W1es3yvn0uyZee9+tNyhnPpv6wxsffbHwr+VXXjpCnKuMrOxf5i544PaJ4lx5eLi5ODsdPnb89LtWr9sok4ZRQwa8/uz/KWsOLBbLlbfeJ7/+kx570N3NdceuvTJpiO3c4ct3XnFz1Qvbt+b+Jyedch2ZNLz61KPya6scfvDlNPmleO5/91918hPPzS9IGnP1bwsWVw8bnJ2dvvn4LZ3O+neD4tLST7/+fumqNb9+87lyxs/X99nX3l2yfNXYEUPEuZIJ0HNvvPf4/Xe66l0EAAAAAABoROjZAAAXiJzeTV2z/vRbWXmFfczs3+fLw/tvu0EJEiSZH8jZ9pLSsh9m/1abAZJKWGepl69e98DTL/aO6/bRq8/LqW1xfhJ6xD75ypsLl6aKunDFqOFK0iD16NopLCQ45+Bh5XDW7/PkF+q266+21xSSOzJQOXYi95e5f3d+zso5oOzIGXk5h57y83eRYaE1PlfOgUMmk1nZv2rsyD+nT6lxCUjtySdat3HL6x9+Ls6Dt5en/KhKy8pPOR/SIvDFxx+648ZrlKRB2D7BNpHhcie/oFBuZ/0xX27vufl6JWmQhg/sHxfb5ZTryHtHDxtoP+zXq+cTD9x56fDB9jO+3l6BzZudyM2v/qhhyf2UXEGKbmtdLZHcN8F+Rik/deDwEXEe5NXkK/bOR5+u/rIHAAAAAACNACsbAOAC6durx5dvv3z6+UGXXW+fOs/YnyO3sR07VB8Q26Wj3O7Yk1GbAZJFWA4dOXbv488ZDMbI0NDzTxqEbXL8iQfuktd8+clHRw8dIM5PVOt/1P339/PZvnuPsr8vK1tuN2zempmdYx9QWFgkt5m2z31Icr8p38949rV3f5+/uHdc9/4JcacXEVJ079opomXIL/MWbdq+U06a94nrLifl/y2T+E+efOieq2+7r6y8/In779JoziW2l+GQTBFOf3d/cFCA0r5CDli1Lj01bd36zVt37N4rz1RUVsrttp275Ta28z9eADGdOqxev7H6mZYhLdTqvz+wTtFR8iZ3ZGazPG3d8lVrNm7dsT/nYGBz/38+e6B9X8kYmvn52M8oi2Pki0qcn5uvHX/17fff8sBj77/yrI+t0wYAAAAAAGgECBsAoAE5cuSYVqvx8vKoflJZxHD8RG5tBijknLKcR/bycJ/60+xRQwd27hBV49Pt2LPvlXc/FrXm7OT0yLMvL1y64qXHH/JwdxPnyv5meYVKqCxmi7J/9NgJuZ3208+nPyrn0CG5bd8mctqHb734zodr0jfL2zufTmnu73fbdVdNuGLMKeNdrEWB3n7tvU/mzF/85bc/ypv8mEcOGfB/995eYwAz8f7/M59cA3FW8mv7zU+/bNm265lH7u3Qro34L/IKCouKS1pHhNV47+TvZnw9faaMi4RtVUfPmC4yltiyfZdyb1FJqZurXu/iXP0h/tUiAYWL0z8GlJaVv/LeJ7/OWyQzDHkYGhLUo0unkpLSUx/lcuqXRa3RiNp59f3Ptu/aU8vBFoslbcOmcTfe+cBtE0cOSRYAAAAAAMDxETYAQAPSzM/XaDQVFBRVjxNO5Flr3SjvAT/rAIW3p+fUD9/YuTvjnseff+7N9378/P0a34AfHND8jhuuEbVTVFKycet2P1/vEQP7n0/ScGbNm/nJbcrsb4ODAv5tjMxOpn/+3vHc/H37s9dv3PLp1O9feOsD+ZU5vaVEMz+f15977Ln/e2B3RubWnbunTp/13cw5WrXmyYfuOv2yt193lcUiaun5N96TX9IBiQmtbTWO/pPFy6zVqDq2a3v6XbN/ny9Tgeio1leNHdklun33rp1kMPP4i2/aw4YAfz85p19SWu7m+veqiLz8gjM/46S3Ppzx69zBSX1jO3WI79ZVWQsy6LLrKyrrrJbR6CEDlMbXtTFjzh87dmd069wxvntXAQAAAAAAGgXCBgBoQEJDguR2/ZatSb3j7SflfLrcKm+fP+sA+3XCQ0PkTQ5LWbFq6o+zbrzqstOfzsPDLa5bF1E79z7xvL+v7+R3XwkNDhL1pmWwtZdDWvqmS4MG2U8eOHRk9h/zO7dvl5jQY8r3M7bs2PXmc4/7+3rLW4+unVpFhN356NPL09aeEjYsXr7qt/mL7r3levl16NKhnbwN6JswdPwNy1avqfGpe8bW9ksx9cfZOYcOf/r6i/LjEf+RwWCc8t0MuSOn/k+/d17KUrl949nHqq97OHDY2tDCYktClK/P5m07qk/Tb9y24wzPKB/4x6KUwOb+77/0tL0VRFl5xeGjR73rropRu7atajly87advy1Muefm6+RNAAAAAACAxoIG0QDQgIweNlijUb/z6VdKN2BhW7Xw/hdT5RzxoP6JtRlwimcfvc/NVf/e518rZXnOWdr6jZn7c7764PV6TRqkSwYlubq6vP3xl/aeDUaj6ZX3P5WfglZnLelz+OjxX+ctXpK62v4QpTRQ9X4DCrPZ9Nv8lJ/mzLWfMRqN5RUVwS0CxXkoKCj66oeZn75xLklDUVHJi+98tCsjs1N0VHKf+NMH6JyshYzKqzVPXrtx88o1G4S1FYfVoP595FZ+NezNpRcuTV2+au0ZnlS+Npx1TmazpaLSYD85dfoseVj7lRx16LUPP/vfPbeRNAAAAAAA0MiwsgEAGpD2bSKfevBuOR89asKtg/r1MRiNKctXHj2e+9yj97VrHVGbAacICmh2100TXnv/s2dfe/fTNyeJc9W8md+3H73t4VFf1ZPsgoMCnn30/qdffuuym+4e2DchpEXQMjnXvmXb9VdcmtAjVg64fvzYn+b8cf+TL1w5ZoS7m1tRccl3M3+JaBly9aUjT7lU/4T4mE7Rn0+bfux4bsuQFhaLZdZvf+q02vtuuUGcB6PZNO3DN89Q5am6p195W+9SVe+oorJy07YdBoMxLCT47eeeqN7A2S65b695i5deddt9/XrHt2sdefjosTl/LvT0cCssKiksKpYD4rp1GTdi6Mzf/hx3452JvXrKAQuXrohqFbFz7z6t9l9/p8uI4sdf/hgw9lp5/YBm/lt37Fq0bKWnp3thUZHZbK7xI6kn8tN/4r47a78MAgAAAAAAOArCBgBoWK4eN6pb107Tfpy9bNXa8ory+G4x111xaafoqNoPOMWNV172yx8LUlaskrPSAxN7i3MSHhoiLpQxQwfGduwwdfqsNRs3zV+yPLpt67eef2LE4CTl3haBzT9988UX3nx/8ncznJ10HdtH3XTNFdeNH3tK02xJq9W8/cKTk9764Oe5C+RhuzaR/fvEX3npSDk1L86D0o67ljZs3mbf12jUnaPb9YnrceNV49zdXGscgagQfwAAEABJREFUf+mwQQcOHv5oyjfzU5YtWLJchiV3TZzQOjL8jkeeWpe+uVvnDnLMS0885OvjlbJ8lQxd4mK7fPX+63KkDBs83d3/7cP43z23lZSW/r5gyfSff9e7OPeI6fzOpCe37drz2dQf0rfuiO0ULS4UnU5L0gAAAAAAQKOkslyUGgrAxSBf7Waz2WQyVVZW/rTo2Aczc7tHe756XxuBpkp5ScjXhMFQ+XPKsS9/ze3RweuFO1sLoKE6dOSYWq0OsLXRtnvkmZf/WPzXuoVzXJydBE7z3Kd7V27KvzxRNbyXm7Pe1cXF1cnZRadzUms0KhsBRzPmwfSiEtMzE3TREa4KZ2dnrQwYZaanpkYoAAAAAFwc/HsMAACHsSJtbd+R46f+ONt+Jiv7wIJlK2I7dyBpAAAAAAAAFxFllAAAcBi9e3b38/We9NaH81OWdYputycjc/X6dIPReM9N9FsGAAAAAAAXE2EDAAAOIyig2TcfvTX1x9nrN2755qfZFZWGmE7RD915c8+YzgIAAAAAAODiIWwAAMCRtApv+dyj9wkAAAAAAICGhLABAAAAAAAAAACcF8IGAAAAAAAAAABwXggbAAAAAAAAAADAeSFsAAAAAAAAAAAA54WwAQAAAAAAAAAAnBfCBgAAAAAAAAAAcF4IGwAAAAAAAAAAwHkhbAAAAAAAAAAAAOeFsAEAAAAAAAAAAJwXwgYAAAAAAAAAAHBeCBsAAHXm82nTX//w8+pnfL29ggKbtw4P6987/pJB/UU9S9uw6evvZ67ekO7v6zvlvdeCApqJemYymecu+mv23Pl7MjILiopCWwT1je95900TXPUuyoC3Pp78ydffneEKCT1iv3r/NWW/vKKyz4jLC4tKnvvf/VddOkIAAAAAAAA4CMIGAEAdax0R1tzfT9kvKSndk5m1dcfuX/5cmJuXP+GKMaLenMjLv/3hJ4tLStu1ifTz9Qlo5ifqWVb2gYeeeWnTtp0qlSqiZUgzP9/tu/fu3LNv3pKlk99+JSw0WI4JaREo4wT7QzZu3V5SWhbfvatapVbORLWOtN87P2WZTBp8vDxn/zaPsAEAAAAAADgQwgYAQB27Ztzoay4bZT+0WCx/LPzrkedefuOjz0cNGeDl5SHqx56MLJk0yKd+5uF7Rf0rKCiacNdDh48ev+OGq6+/cpyvt5c8WVhY/MHkaV/9MFPeNWfaZ95enleMHi5v9keNvOaWnXv3ffzaC26u+tOv+fuCFG9Pz9HDBskrbN+d0b5NpAAAAAAAAHAEagEAQH1SqVSXDOrfPyGurLxi7aYtot6YzCa5bREQIC6IV97/VCYNt1535QO3T1SSBsnT0/3x++8YnNRX3vXDz7/9l+tZV2YsW70moWdsUu94eTjr17kCAAAAAADAQRA2AAAuBCUDKCwqktvJ381oGz8wbf3G8TffG5M88tIb7jAYjPJ8SWn5pDc/HDr+xi79Lxl8+Q2Pv/imPFP9ImcYMG7iXTfc86jcef3Dz+XFz9wm4fwVFhb/vmCxj5fn7ddfffq9D9x241VjR3ZsFyX+i1/nLTIaTYnxPeK7dw1s7v/r/MXlFZUCAAAAAADAERA2AAAuhP0HDsptaHCQ/cyL73y0b39Om4jwkBZBOp22pLRs/M13T/1pdnCLwGsuG9MisPmMX+deffv98rwy/swDLh85bOyIIXKnb68e995yfWznjqI+rVqfLpOAhJ6x7m6up9/bKrzlc4/e1yeum/gvZv0+z9lJNyQ5UaVSDRvQPze/YH7KMgEAAAAAAOAI6NkAAKhfFZWGb2f8siR1dUAzvw5Rbe3nzSbzst+my+l15fDV9z/dlZH53P/utzdG/uLbH197/7OPpnzzyF23nHXAlZeOaBnSYtZv8+Jju94yYbw4DxlZ2b/MXfDA7RPPMObY8Vy5jQxrKerI9t0ZO3ZnDOrfR+nlMGxgvynfz5g9d/6ooQMEAAAAAABAg0fYAACoY9/O/GXBX8uV/aKSkj0ZmWXlFXL/4btu1bs424eNGjrQnjSUV1RO//n3rh3a24ME6eZrrvht/uKp02fde8sNFovlzAPslzp/kWGh6zZuef3Dz5WQo0YFtnpQbq6uoo78Om+R3A5L7qccys80JDhoxep1OQcPh7QIFAAAAAAAAA0bZZQAAHVsz76s1DXrlVtG5v6ggOb9evX88cv3R//zTfqhLf4uqbQva7+ME7p2ij7lUjGdoisqDTKuOOsAUaeefOie72f9+vyb75tM5hoHeHl4CGtlp1JRF+SzzPlzoaury8B+ve0nxwwdKLczf/tTAAAAAAAANHisbAAA1LFnHr73mstGnXWYs4uTff/Q0eNy6+/rc8oYPx/rmWO5uWaz5cwDRC1MvP//zP8SHpzOy8P9m59+2bJt1zOP3NuhXZtT7m3mZ33enIOH/+3h+3MOtQwJErWzcu2Go8dPyJ3O/YafctfPf8y/5+br1GreHAAAAAAAABo0wgYAwMXXzJYiHM/NO+X8iTzrGW8vT41KfeYBohZuv+4qi0XU0vNvvKfRqAckJrSODD/93pjOHbVazV+pq0tKy91cXU659/DR40PGXx/ZMvS3775QqVRnfa7f5ltrKMmERslO7OYvWbZjd8bSVWv6J8QJAAAAAACABoywAQBw8YWFBMvt+k1bTjm/buMWZyddm4gIk9F45gGiFnrGdhG1M/XH2TmHDn/6+ouJCT1qHNDMz+fyUcO/n/XrVz/MuGvitafcO/m7n0wmc++47rVJGkpKy/5MWern4/3kA3fLeKP6XYHN/R9/8c1Zv88jbAAAAAAAAA0cZRkAABefp6f7iMFJm7bt/GH2b/aTX/84e8fujCFJiW6uLmcdIOpOQUHRVz/M/PSNf00aFA/dflNQQLP3Pv/6pzlzLdVWTEz/+Xf58PDQkLtuvLY2Tzf/r+WlpeXDB/Y/JWmQhg3o7+rqsmDJ8tz8AgEAAAAAANCAsbIBANAgPHbfnRlZ2U+/+s6CpSvatY7cunN3atr66KjWjz9wZy0H1BWj2TTtwzeDgwLOPEzmH1++88qN9z76xEtvfvHN9KCA5vJkXkHh9l17/Hy8P3ztOS8vaxPps/p9/mK5HTqg3+l3ubnqByX2+eXPhbN+n3fzNVcIAAAAAACAhoqVDQCABqGZn8/MyR898eBdJpNp+i+/l5WWP37/HT989p6vt1ctB9QVGRWcNWlQtI4I+/Wbzx+8Y6Kvj/fujMyNW7ebzaZrLhv1xw+T20SE1eYKJ/Lyl61aG9jcv3uXjjUOGD10oNz++PMfAgAAAAAAoAFTWWrfKxNwcPLVbpYTgSZTZWXlT4uOfTAzt3u056v3tRFoqpSXhHxNGAyVP6cc+/LX3B4dvF64s7UA0Ig89+nelZvyL09UDe/l5qx3dXFxdXJ20emc1BqNykbA0Yx5ML2oxPTMBF10hKvC2dlZq9VqNBq1mnfSAAAAAMDFQRklAAAAAAAAAABwXggbAAAAAAAAAADAeSFsAAAAAAAAAAAA54WwAQAAAAAAAAAAnBfCBgAAAAAAAAAAcF4IGwAAAAAAAAAAwHkhbAAAAAAAAAAAAOeFsAEAAAAAAAAAAJwXwgYAAAAAAAAAAHBeCBsAAAAAAAAAAMB5IWwAAAAAAAAAAADnhbABAAAAAAAAAACcF8IGAAAAAAAAAABwXggbAAAAAAAAAADAeSFsAAAAAAAAAAAA54WwAQAAAAAAAAAAnBfCBgAAAAAAAAAAcF4IGwAAAAAAAAAAwHkhbAAAAAAAAAAAAOeFsAEAAAAAAAAAAJwXwgYAAAAAAAAAAHBeCBsAAAAAAAAAAMB5IWwAAABNgspGAAAAAACAekDYAAB/yz5S9vmsHAGgEck8WGb9jxIzWIgcAAAAAACoF4QNAJo0Zc7RPvN4+HjlzEVHBIBGiZgBAAAAAIB6Q9gAoKlT3uYc3sJ5SJyryWg0mYxmk8kiLGaz2Xq3xSKAWjCazAaD0cXZidnsC0D+sbSY5R9Oi03Vf5R9hd7FyfoflZ26ZYBWo9ao1Gp5EwAAAAAAoK4RNgCAdUKycxu3di01lRXl8mYwVMrUwWw2KbOYAqgFi0W1/8AxdzdXPx8vgTp1Iq9Ahn9qtVqmgUajdWM2n+kPppenh6+3i3VPhgwyXVCptTrJSaPVajQae/4gAAAAAABA3SFsANDkyTlHORmpUmvkTKRWJwMGOT1p0hgt1jdOX7ik4dDhY7UfrEy8BgU2E2hI3N09jhw7ERAQoNHw3vm6dHxvtsFoquVg+Qe6XVRgtUP5B9r2h1ur08ibRisP5Tn5Z1tN3gAAAAAAQN0hbADQpFUVWJEzjxqNxqJVkgY5M2nRma1llC5g2JBfWHr0eG7txzfz940IdxVoSEKCg/dkHjh6oiCiZbBA3Ynp2mnF6g0VFZW1GdwisLmLS7U/GrbFDX/nDRrr4gbbcgeSBgAAAAAA6hJhA4CmS842WtMF2zufZdqg1QqVUGmstMqyhgu5siE+rtuPs+fW/u3bfaNaO+sJGxoWZ73w92+2fXdWVNvWzGXXIWch4rrHzF207MzVkxTdu3WpflgVKKo1SuCgtpZRUts7RfNtAgAAAACgrhA2AGjqlKxBnJyUNJuVrMEskwfLhW3YMOGqse9/9m1tRraNbBkYGCjQ8HTpFL35p9/2HzjatnW4QN0JCNR3jG6/ck36mYcFBzV3dtFXP2NLFVRVzRts/1dWOhAzAAAAAABQtwgbADRp9sUNcvLRLIT1Pc9q24KGC540KFxdXU/kFpx5jPxo+yT01Dk5CzQ8zQOaBwQ0S12zqUN0lECd6tUzZvfe/dkHj5xhzPhxI04/ac0VLFVposoWM7CsAQAAAACAOkfYAKCpq543yEN7xnBRwoa7brn2qRffO/OYrp3b+/n5CjRUcd26fvPjrwcOHWsZEiRQp0aPGPjhF99XVhpqvNffz9toNDs7O51y3h4qVM8YSBoAAAAAAKhbhA0A8I9px4s+Bdm1U/v1G7f9273ywxuQ2Euj0Qg0VO2jWnl5eaxYtT5i/CiBOtXM32/owL4//7aoxnsfvOvG+Smpa9Zt7pvQLb5HVyddzX/JIWYAAAAAAKA+EDYAQJUGMgU5fuywLdv3lFdU1HhvfLfO/n7eAg2YfCH169Nz9q8LCgqLvb08BOpUrx5dt27fs3NP5innvTzc5Ve+Z7fOxUUlcxcuaxXeMiQ4QAAAAAAAgAtFLQAADUZFhbU+zAtP3FPjvVqtZnBSb4EGr0fXDi4uLktT1wrUgyvGDNPrT+1Z8uQjt8utj5fHuNGDn3r4DiVpOHz0xPuffbt1xx4BAAAAAADqGWEDADQIGZnZr7z9+fyUFcphSIsa3pQd372Lh4erQIOn1Wp79ey6au3G8opKgbrm6el26YhB1c/otP9Yqenmpld28gsK8/ILvvru59TVGwQAAAAAAKhPhA0AcPHlFxZ/PHm6zknXuUNb5cx9t9BqsSQAABAASURBVE84payTi4tTct94AQfRNy7WZDKtXrtRoB7EdGrXoV1r+2Fc9841DmvXJuLpR++88ZpLu3Rqp5xZv2m7sn4IAAAAAADULXo2AMDFVFpa7urq4u3pfsv1l7dtFVb9rt5xMctXrbcf9u3VnWUNDsTd3TWmc/tlK9fJb5xaTUfiujd2xKCMrOyysgr55R09PPkMI6OjWik7Bw8f+37G7zqtdlBSQlLfngIAAAAAANQdVjYAwMVx5Ojx9z795ofZc5XDU5IGSc6fentWtRd2cXHq26ubgENJTOheUFi8adsugXpgL6bUObptLR/SIrDZQ3fd0KFdK71LVcuHkpIyAQAAAAAA6gJhAwBcHB9++UNRcUl89y5nGPPEw7cpO317dbdPj8JRtAhs3jqy5dIVawTqR0yndl07Rl1zxcjaPyQwwF+Oj+9h/XNXaTC+8u4XX0ybkZV9UAAAAAAAgPND2AAAF1Rxcamyc+M1lz56303RUZFnHt8qItTD3ZVlDQ5KpkTZBw5nMpddby4fM1ScK51Wc/noITLz+2PBUgEAAAAAAM4PPRsA4ALJLyj86Zf5+fmFD919g1qtjmgZXJtH3X7j+NQ16SxrcFDt20b4+ngtW7E2/MpRAvXAyUknzpVKpercoa28FZ2MAGf+ukCn1Sb1iaM/CgAAAAAA/xUrGwDgAvly2szsA4f6JnSXScN/emBCj64CjklOZ/fv03Pz9l35BUUCDZWHe1W0UFZWvmzlutfe/9JgNAoAAAAAAPBfsLIBAOqXnL7U613kzvixw328PN3c9AJNSY+YDnMXLluaunbUsCSBhu3aK0aOHj4g+8Bhndb6F6RDR45XVlaGhbYQAAAAAADgbFjZAAD1paysYsac+S+/84XMG+RhSIsAkoYmSKvVJvTsmrZuU3lFpUCD5+Huau+ksjR1zQeff/f6+5OPncgTAAAAAADgjAgbAKC+zPp1/uq1mxJ7dVNWNqDJSugZU1FpWL9pm4BDGX/psMtHD3HS6Zr5+chDg9Eov48CAAAAAADUhDJKAFDH7HWTBg/oM2xQoq+Pl0DT5unhFh3Vas3azbTfcDg9u3WSN2V/7Yatcxcu7RvfrY9MEOnZDgAAAADAP7GyAQDqjNFo+nPR8klvfnoiN18eNvPzIWmAQk5Y5xw6cvDwUQGH1bFdm54xnZasWLMvK0cAAAAAAIB/ImwAgDqzNHVtatqGAYnxHu5uAqimfdtWbq76tHWbBRyWh4friKH9H3/g1uioVvKwqLj03Y+nrd+0XQAAAAAAAMooAcD5KykpUzo/JyfG9eoZo3dxEsA/qdWqnt06rVyzceTQ/hqNRsBh2du85+YXlJaXfz/j96PHTgwd0EcAAAAAANC0sbIBAM7LitUbXnnn8y3bdyuHJA34N/Hdu5SXV2zatlugUQgLCXrsgVtuu+GKnrFVTR02bdtVVlYhAAAAAABokljZAADnbv2m7fMWL79kcL+O7dsI4Ix8fbzCWwavXb85plM7gcaidWRLZaeouHTaD3PkTv/ePS4Z0k8AAAAAANDEEDYAwH9WXlHp4mxdwRDbuX1Uq3B7WRXgzLp0jPrlj8VlZeV6vYtA4+Lh7vrYA7cs/Gulk5NOOSPjB3lSAAAAAADQNBA2AMB/U1RU+vm0n7p17dAvobuoVsAdOKuo1hFyuztjf+cObQUaHV8fryvGDLUffvTld1qtdkC/Xl07RgkAAAAAABo7ejYAwH9QVl754ZfflpWVh4e2EMB/1Mzfx9vLY9feTIEm4NJLBrm56n+ft0QAAAAAANAEsLIBAP4DvYtT77jYTh3aent6COC/a9cmcsfuDIEmoG3rMHkrKSlTDsvKKvR6ZwEAAAAAQCPFygYAqBU5Uajs9O3VjaQB5yyqTXh+QdGx43kCTYNSac1gNL7x/uQFKakCAAAAAIBGirABAGrli2kzmCjE+WvbKlytVu2mklITo9Nqr7rskqWpa+fMTREAAAAAADRGhA0AcHbzU1L35xxq2zpcAOfHyUkXFtpi555MgSamdWTL22+8clBSggAAAAAAoDEibACAszNUGgYnJYTRFBp1IbxlcOb+AwJNT3CL5noXa9uGsvJKAQAAAABA40LYAABnd8mQfrwfGXUlsLl/aVl5UXGpQJOUV1D0+vtf7MnYLwAAAAAAaEQIGwDgTAqLSgRQp4ICmsntkaPHBZokHy8PL3ePGXPmCwAAAAAAGhHCBgA4k6nf//zdT78JoO4ENPdXqcRhwoYmbPSIAX4+XiWlZQIAAAAAgMaCsAEA/tWhw8eycg517dxeAHVHrVYFNPMjbGjKwkNb3HL95W6uegEAAAAAQGOhFQCAf1FeUdG5Q9voqFYCqFOBAc0OHyFsAAAAAAAAjQdhAwD8q4iwEHkTQF0Lau6/bedegaZt1q8L3dz0Q5J7CwAAAAAAHB9llAAAuNACA5tVVhryCgoFmrCS0tJdezIFAAAAAACNAmEDANRs557Mn36ZJ4B64OPlKbd5+UUCTVir8NDyigoBAAAAAECjQBklAKhZRmY2bzpGPXHRO8ttRVm5QBOWEBcjbwIAAAAAgEaBsAEAanbk6Al/Px8B1AO9i4vclpbzrnYAAAAAANBIEDYAQM2uuuySoqISAdQDF2cnlUqUlbOyoanbuy+7mZ+vp6ebAAAAAADAwdGzAQBq5uyk8/fzFkD90Otdyiij1OR9MmX6lp27BQAAAAAAjo+VDQAAXAR6F5cyyihBCLPJLAAAAAAAcHysbACAmj056d3Fy9IEUD/0Ls6UUUKriFAvTw8BAAAAAIDjY2UDAPw7i0UA9cPFxbm8vFKgabv9xvECAAAAAIBGgbABAIB69MOsuevSt/7bvY88/cbpJ4cN7JucGCcAAAAAAAAcB2WUAKBmk568jwlfnL+RQ/u7urrUfnzzZr6JCd0FmoYFKalZOYcEAAAAAACOj7ABAIB65OaqHzG4f+3HjxyapNVqBJqG+Smp2YQNAAAAAIBGgbABAGqWkXUgr6BQAOetR2zHyPCQ2oyMah3erk2EAAAAAAAAcDSEDQBQs8nTZmzYuF0AdeGyUUOcnXRnHqPVaEYOSxJoSgYnJYSGBAkAAAAAABwfYQMAAPWumb/PkAF9zjymb0K3gGZ+Ak3JoKSEMMIGAAAAAECjQNgAADVLTowPD6tV6RugNnrHxQa3aP5v97q56eVLTgAAAAAAADgmwgYAqFlyYlxkWLAA6oharbps1BCVSlXjvZcM6ufi7CTQxHwyZfrmbbsFAAAAAACOj7ABAIALJKRFQO+4mNPPhwYH9ojtKND07N2XXVBYJAAAAAAAcHyEDQBQs8VLV2dkHRBAnRo6oK+3p3v1MyqVaswlAwQAAAAAAIAjI2wAgJotXroqMytHAHXK2Vk3ZsTA6mfiunVuSYvgpur15x/uEx8rAAAAAABwfIQNAABcUB3ate7WtYOyL7OHIcm9BQAAAAAAgIMjbACAmk2ccFlMl/YCqAcjh/Z3dXWRO0OS+7i7uwoAAAAAAAAHR9gAADWLDAv28fIUQD1wc9WPGNy/eTPf3nGU0GnSHnn6jeWr1gsAAAAAAByfVgAAgAuuR2zHsNAWarVKAAAAAAAAOD7CBgCo2ZOT3k1OjE9OjBOoHxaLRTRtzfx9+CJIKlXTTVxaRYR6eXoIAAAAAAAcH2EDAOCCsk+vM8+OUzTB1OH2G8cLAAAAAAAaBcIGAMAFUj1mUKiIHJo2mS5YbNvqMUNTXugAAAAAAIDjImwAgJpNevI+gbqmZAzLPi87vMMo55TNZrM4OblM6tCkWGMGi0WtUw1/3NnFXWNNG9Rq+/mmkzdkZGb7+vp4e7oLAAAAAAAcHGEDAOBCsK9mOLjVsG5G5Sl3CjQ5yjfdkjq1PPFWJ7Vk0ais/1E3qZUNH0+ePnp4cp/4WAEAAAAAgINTCwBATTKyDuQVFArUBWXVgjVqMJtTPioTwElbfrMcz6w0GY0mk1G+POyhlAAAAAAAAA6FlQ0AULPJ02YkJ8YnJ8YJ1AUladg6v/zYHus8sl+I5qZ3vSjO35StmF62fLo1eVoxxTjscbNW6KqaN9gWNzSRYkqDkxJCQ4IEAAAAAACOj5UNAID6pbxR3Ww2G8otqV8blJNDbnUjaWji4i7Vu/taXwQHNmiy0yuNBoN1fYPZJJrSyoZBSQlhhA0AAAAAgEaBsAEAahYZHuLt7SlQF5S0YfX35aW51sPW3XWhHVla19RpnUT/CW7K/sop2srySqPRYDaZzLZiSoKe4QAAAAAAOBTCBgCo2cRrx8V2bi9wfqrq71ssRcdN6bON8oxaI5JudBOAEB36OQVEaORO4UHN9vkWGTaYTEaz2WQ5mTc0ep9Mmb55224BAAAAAIDjI2wAANQvOWtsMpmWfV5hspVQ6naJi28Qv31QZdCtVclT+kynskKDUkzJbC27ZW4KnaL37ssuKCwSAAAAAAA4PqZ7AKBmi5euzsg6IHAeLCfbNRzeYdyzzCzPuLirel+hF8BJwVHa6EQnuWMoVafP0JpM1rYNZlPT6twAAAAAAEAjQNgAADVbvHRVZlaOwLlSZoptb1A3p3xYqZxMvNrV2ZXG0PiHpOtcNTrrzo4FurwDJpPB2rlBBg6Wk0TjdcfE8R2j2woAAAAAABwfYQMAoL4o3Rq2za88nmGdL/YL0XQZ5CyAf3L3VcePta13sajWTNMajQalU7SlCXSKjgwP9fZ0FwAAAAAAOD7CBgCo2cQJl8V0oUH0OTpZP8lcWWZeMcWgnBxyq5taI4DTxV+qd/e1Lnk5uFF3YLPZWkzJ1imaYkoAAAAAADgKwgYAqFlkWLCPl6fAuVLShrQfKsoLrIetu+lCO2oFUBOtk+g/oapTdNpUZ0OF0WSUeYNV417c8MjTbyxftV4AAAAAAOD4CBsAAHWsqs6+xVJwxJg+2yjPqNQiaaKbAP5dh35OARHWlS+FBzXb51uUlQ0ysLIXUwIAAAAAAA0ZYQMA1GzyNzPXb9oucE7k7LDJZFrxZaXJVkKp23AX3yB+4+AsBt1alUhtnOVcVmgwGgwmo9GaNtjyhkYZObSKCPXy9BAAAAAAADg+pn4AoGYZmTn5+YUC/5HlZLuGwzuMe5ab5RkXd1WfK/UCOJvgKG37Pk5yx1CqTp+htXZuMMv/NebODbffOL5TdBsBAAAAAIDjI2wAANQZZUbY9kZ0c8qHlcrJvlfpnV1VAqiF5BtcNTrrzo4FurwDJpPBIMMGk7WekqWxLm4AAAAAAKBxIGwAgJpNevK+5MQ4gf9I6dawdV7l8QzrvLBfiKbrYBcB1I67rzpujG0djEW1ZprWaDTIm8wb7J0bGlnekJGZnV9YLAAAAAAAcHyEDQCAunGyfpK5ssyc+pVBOTnkVje1RgC1F3+p3t3XuhTm4Ebdgc1mazElW7PoRllM6ePJ07ds2yUAAAAAAHB8hA0AULOMrAN5BfRs+G+UtCFiGJs5AAAQAElEQVTt+4ryAuthq2660I5aAfwXOhfR79qqTtFpU50NFUaTUeYNVo1ycQMAAAAAAI0DYQMA1GzytBkbNm4XqJ2qevoWS8ERY/rPRnlGpRbJE90E8N917O8UEGFdEVN4ULN9vkVZ2SCDLHsxpUZjcFJCaEiQAAAAAADA8RE2AADqhpwFNplMy7+oNNlKKHUb5uIbxG8ZnKNBt1YlVRtnOZcVGowGg8lotKYNtryh0UQOg5ISwggbAAAAAACNAtNAAFCzyPAQb29PgVqwnGzXcHiHce8Kszzj4q7qc5VeAOcqOErbvo+T3DGUqtNnaK2dG8zyf42zcwMAAAAAAI0AYQMA1GziteNiO7cXOBtl5tdsljPB5pQPK5WTfa7UO7uqBHAekm9w1eisOzsW6PIOmEwGgwwbTNZ6SpZGs7jhkynTN2/bLQAAAAAAcHyEDQCA86V0a9g6r/J4hnX+1ydQHTPERQDnx91X3XO0bX2MRbVmmtZoNMibzBvsnRsaQd6wd192QWGRAAAAAADA8RE2AEDNFi9dnZF1QOCMTtZPMleWmVd+bVBODrrVTa0RwPnrNVav97QukTm4UXdgs9laTMnWLJpiSgAAAAAANDSEDQBQs8VLV2Vm5QicjZI2rP62vLzAehgZq4voqhNAXdC5iKTrXJX9tKnOhgqjySjzBqvGsbjhjonjO0a3FQAAAAAAOD7CBgDAOaqqm2+xFBwxbphtlGdUajHgJjcB1J1Oyc4BEdaVMoUHNdsXCGVlgwy47MWUHFpkeKi3p7sAAAAAAMDxETYAQM2SE+PDw0IEzkjO9ppMpmWfV1rM1lo3scNcfIP4zYI6NujWqgRr40ynskKD0WAwGY3WtMGWN1BPCQAAAACAhoApIQCoWXJiXGRYsMC/sJxs13B4hzEj1SzPuLireo/XC6CuBUdp2/V2kjuGUnX6DK21c4NZ/q8xdG545Ok3lq9aLwAAAAAAcHyEDQCA/0yZ4TWb5YyvOeXDSuVkn/F6vbtKAPVgwI2uGlsrkB0LdHkHTCaDQYYNJms9JQuLGwAAAAAAaAgIGwCgZpO/mbl+03aBf6F0a9g6t+J4hnWe1ydQHTPURQD1w91X3XO0bd2MRbVmmtZoNMibzBvsnRvIGwAAAAAAuLgIGwCgZhmZOfn5hQKnOVk/yVxZZl45zaicHHCTm1ojgPrTa6xe72ldOnNwo+7AZrO1mJKtWbRDF1N6/fmH+8THCgAAAAAAHB9hAwDgP1PShtXflZcXWA8juupaddMJoD7pXET/61yV/bSpzoYKo8ko8wYrFjcAAAAAAHDRETYAQM0mPXlfcmKcwD9V1ce3WAqOGDfMsi5rUKnFwFvcBFD/Oic7B0RYV9AUHtRsXyCUlQ0y+LIXU3I4GZnZ+YXFAgAAAAAAx0fYAACoLfv7x00m07LPKi1ma02bmCEuvkH8NsEFMujWqmRr40ynskKD0WAwGY3WtMGWNzhc5PDx5Olbtu0SAAAAAAA4PqaHAAD/gVJAKWezMWOlWR4661V9rtIL4EIJjtJG9XKSO4ZSdfoMrbVzg1n+z7E7NwAAAAAA0AgQNgBAzZ6c9O7ipasFTrL3hTaZzUs+rFROyqRB764SwAWUdL2rxtYiZMcCXd4Bk8lgkGGDyVpPyeJwixsGJyWEhgQJAAAAAAAcH2EDAOC/sFi2zq3My7bO5/oEqmOHuQjgwvJqru4xyraexqJaM1VjNBrkTeYN9s4NDpQ3DEpKCCNsAAAAAAA0CoQNAFCzyPAQb29PARv7soayYuPKaQbl5ICJbmqNAC68hHF6vad1Sc3BTU4HNputxZRszaIppgQAAAAAwMVC2AAANZt47bjYzu0FTlLShjU/VJYXWA8juupaddcJ4GLQuYj+17kq+2lTnQ0VRpNR5g1WjrW4YUFKalbOIQEAAAAAgOMjbAAAnEVVHXyLpeCIMX22UZ5RqcXAW9wEcPF0SnIOiLCurCk8qNm+QCgrG2QgZi+m5BDmp6RmEzYAAAAAABoFwgYAqNnipaszsg6IJs/+PnGTybT000qL2Vq7Jmaws28Qv0FwMalUYtCtVYnXxplOZYUGo8FgMhqtaYMtb6CeEgAAAAAAFxJTRQBQs8VLV2Vm5QicLKCUs9m4b5VZHjrrVX2udhXAxRYcpY3q5SR3DKXq9Blaa+cGs6l6p+iG746J4ztGtxUAAAAAADg+wgYAwL+y94U2mc1LPqxUTva+Uq93VwmgAUi63lXpUr5jgS7vgMlkMMiwwWypWtnQ8COHyPBQb093AQAAAACA4yNsAICaJSfGh4eFCAhr5rDlj8q8bOu8rU+guttwFwE0DF7N1T1G2V6QFtWaqRqj0SBv1Rc3UEwJAAAAAIALg7ABAGqWnBgXGRYsmjD7soayYuOqbwzKyeSJbsobyYEGovflrnpP61Kbg5ucDmw2y7Chqlm0IxRTeuTpN5avWi8AAAAAAHB8hA0AgH+lpA1p31WWF1gPQztoW3fXCaAh0bmI/tdWNRFJm+pcWWE0GY0mk8nM4gYAAAAAAC4gwgYAqNnkb2au37RdNFVV9e4tloIjxo2/GOUZlVoMvsVNAA1PpwHOARHWFTeFBzXb56oda3EDAAAAAACNA2EDANQsIzMnP79QNEn294ObTKa/PqmwmK01aroOcvZvSQUlNEQqlRh0a1UStulnXWmBdXGD0ilaWd/QYCOH159/uE98rAAAAAAAwPERNgAAaqAUUMrZbMxcbZ2lddar+l7jKoCGKjhK27aXk9wxlqvXf6+pWtxgYnEDAAAAAAAXiFYAgINzdRL14blHb3F20jnVw8UrDMLUgCc/7X2hTWbzkg8rlZO9x+v17ioBNGDJ17vuSas0m8TuJU7thpYFtDKqjRqVWq2yqJW8QaVqcK/hjMxsX18fb093AQAAAACAg2NlAwCH56Spl5ufl6u7XlcfV9Y6RC0ii2XL75V52dYpWp9AdexwFwE0bF7N1T1GWV+oMlRYPcXJaDh1cUMDXOLw8eTpW7btEgAAAAAAOD7CBgDA3+zLGsqKjSunGpSTSTe6aVgIB0fQ+3JXF9sSnGO7tJlrBJ2iAQAAAAC4YAgbAAD/oKQNad9WVhRbD0M7aNv00AnAEehcRN+rqpqLrJmqq6ywdoo2mUzmhrq4oVVEqJenhwAAAAAAwPERNgAAqlhOrmvIzTFunGNUTg6+xU0AjqPrYGe/EGupstJczbY/VA18ccPtN47vFN1GAAAAAADg+AgbAABW9vd9m83m5V9UWMzWWjRdhzj7t3SIFhNAFbVGDLmtKiHb/ItT8Qnr4gazyWS2vrTNSqAmAAAAAABAXSNsAABUUZY15Gw2ZqZZZ2Od9arEa1wF4GhCO2hbd7PW/jKWq9N/0pqMp3aKbjgWpKRm5RwSAAAAAAA4PsIGADgXW7ZsUalUDz30kP3MkiVLli5dKhyTvS+0yWxe8mGlcjLhCr3e1mu3Ifvj26VDw26Z/uEfp991OPu4vOt/V74h6kjmzgPygp+98GMtxz91w7tyvKhP7z0+TT6F/EyVw6u6P3TvyBdF3SktLp/29py7hj8/Nvru63r/79mJ7+/f7Rgz40kT3dS2NTm7l+iOZ5lk2GBd32CpWtnQcCKH+Smp2YQNAAAAAIBGgbABAOrA7Nmzk5KS9u3bJxyaxbL5t8q8bOs8rE+gutslLgJNWGWF8Ylr3/72nV/LSyqGXpUY1TlizV9b777k+U0rd4kGzzdI3W249QUsQ8HVU5yMhlMXN1BMCQAAAACAuqUVAID/rmPHjtUnKwsLC4XDsi9rKCs2rppmUE4m3eCm4VeEo/l+7Zui7vz+7ZLtGzJi+rR/bvK9Ts7WV0PWroMPjn3ljYe/nLzkJa2uoTfz6H2lfnNKRXmx5dgu7b7VhlYJBrVGo1arZfxgUVmJBuCOieN9fX0EAAAAAACOj5UNAICqbg2rv6msKLYehnbQtumpE2jatqy2rmC47uExStIghbVt0X9Mz6M5uRnbskWDZ206cnVV05G13zhVVlgrKZlMJnNDWtwQGR7q7ekuAAAAAABwfIQNABqDSy+9NDo6+tdff42KivLx8bn11luV8wsXLuzVq1fz5s19fX3lzoIFC5Tzf/zxh0qleumll+xXmDlzpjwzevRo+5ns7Gx55pFHHqnx+tV7NkyYMOGGG26QO3IrT2ZmZp752RuUqvr1FktujnHTr0bl5OBb3EQjlb5ix6Pj37gi5gF5e2DMy2tStvzXAXYmo+nxa98eGnbLj5/8KWpn+R/rXrv/y9sHPzs2+u7bBj3z0l2fnThSoNy1d2u2vNSf05enLd78wm0fXd71/on9Hn/3sWllpRXVr7Bo1ir54Y3reO+zE9/fsHz7Kdev3rNh0h2f3NDnsaKC0i9fnnnPiEnyGR8c+8r6pduqj5cX//793+8c9rz8ZF+99/PMnQfefvTrS1rdrtw78rrk254Z365rRPWHuHu4Kg8UjqDLIGe/EOsKjNJczdbfVEalU7S5IXaKBgAAAADA0RE2AGgkioqKZAZgNpvDwsJkJCDPfPvtt0OGDMnIyBg5cqTMA44ePTp06NDp06fLuwYOHKjX61NSUuwPX7ZsmbKVV1DOzJ8/X26HDRv2b9e3GzNmzGWXXSZ35Pb555/39vY+87M3HPb3d5tMpuWfV1rM1sIyXQc7+7ds6BVyzs28H5b/39VvHsw62m9ED3k7evDEUze8K+f3az/ATk5Wy9hg/bJt1z885orbh9bm2d965CsZAGxZs6t9t1Z9LuluqDQs/W3Np8//4yXx29SUj57+rn231nc8e5W3n+fc75a+9dAU+70fP/PD6w98mXe8YOiVfTU6zWPXvLVp5c4zPGNJYel9oyadOJJ/5d2XjLguWeYZT9343q6Nmcq9leWG/41//es3fnbz1A+5rPfRg7n3jnpx27o99od37d3u0okDq5cbktHI4p9Xefl5tO0SLhyBWiOG3FaVnG351an4hK1NtMlktpYNMzeETtGfTJm+edtuAQAAAACA46MgN4BGIicn56abbvriiy+UwxMnTjzwwAMdOnRYunSpMvv/3HPPXXLJJfKkzA88PT0HDBgwb9680tJSV1frO7XlMD8/P/mozZs3d+nSRZ5ZvHixfGC/fv1qvP6WLX+/4X3cuHHFxcUzZswYMWLE9ddff9Zn1+k9RYOhFFDK2WzMXGNNWayVZ651FY5mwU+p6ak7TjlZWWmsfpiz78hHz3zfqkPoS1Mf8PL3kGeuuueSx65+67PnfuiZ1Mm3uddZB1S/2ruPTf3r1zXX3j9KjhG1sHHlzvk/rkgeE/fIOzcp0/fyC//QuFdl3nD/q9e5ulf14j6QceSzRS80a2Et4p8wOOaBS19e9se6ovxSD2/XrF0Hf/lqUfuYyBe/fdDVzdn6Wc9Y+eZDk8/wpEUFpQMvS7jt6fFyv/fQmNBWgW8+PEV+2EpU8Mf3S3dtyhp1ERTtOAAAEABJREFUQ/Kdz12ljH//yW9+n/aXRltz1JR7tOCJCW8fO5j38FsT9a7OwkGEdtC27q7bs9ZgLFdv+FHb53aDRqNRmzRqVYN4v8Xefdkd27cRAAAAAAA4PlY2AGg8br75Zvv+V199dezYsccff1yZ65fkzpNPPnno0KFp06bJwyFDhhgMhuXLrW9az8vL27Bhg/LwFStWCNtE8IIFC+QYOS9Z4/XP7KzP3nAoraH/+rhSOUwYr9e7N4jGuf+JzAk2LN9+ym1r2j/eML5wRmpFeeV1D49RggRJ5gcTHhxVWlLxx7dLazNACQnkdupbv8z7YfmVdw+/9oGRtfwIA0P8H3j1+qvuGWFfKCB3WrZtIXcK84rtw7oktFOSBsnF1al9t0i5k3/c2n588c+r5fbKey9RkgZp0GW9TqlxdLp+o3ra97v2bi+3ecermpkvnrVSXmrCg3+XDrvhkbH22OMU8mOQuUvmzgMymRg4rpdwKMkTqxY37F3qdHyf2dq24eTiBtEwOjcAAAAAANAIsLIBQOPRqlUr+/7OndbyMqmpqbt3/z3jnJubK7e7dlnb3g4dai19s2TJksGDBy9cuFDYsoRPP/1UPuTOO+9MS0uTaYEMG/7t+md21mdvCCwnFZ8w52ZVzbdGdHHIvtA3Pnrp+LuGn3LycPbxG/o8Zj/MyTgit9GxrauPie5uPdy3I7s2A5RZ6VUL0g9kHpU7raJbiloLCPUbcmUfuSOji40rd2xYtm37ur1Km2VDxd8rMHwD/rF+wkVvzRUMBuuAjK3WwW07hVcf0KZz+I70fWd4Xr/m3n9fzZZSGG0LPowG065NWe1jIj28/l7IIvcjokN3rM84/TofPPVd1u6DNz1+2agbkoWj8QlUNwvTHMsyyf3DW0WzSKPJrNXIpEGllt/T6nWiLrzXn39YAAAAAADQKBA2AGg89Hq9ff/gwYNy+/77758+bN8+6+Rs69at27dvr7RtWLp0aWhoqDzTt29fJXhYtGiR3I4cOfLfrn9mZ332BsRicfWxdB6p2vSrdSZ90eSSK59rQFWe6tCJQ3karcbD+x9Forz9rZ9s3rHC2gxQyKRBztFv35Dx2aTp3fp3tK8zOKuZn8//efLCYwfzhG1av1N8lJzlljP+1cco6cIpLGbrt6a0pExuvfw8qt91SnGn07mc9uGZbZFJSWENV7Ne0L+G735ZacXKeRvadY24/LYhwgGlz6tQkga9jzGiX5nZpLetajCr1axpAAAAAACgzlBGCUDj1KKFtUBNZmam5TRz5sxRxgwdOnTt2rX5+fnLli1LTra+X7tfv35HjhzZs2ePDBt69erl7+8vzkltnr1BibnC4uRmnXjN2mzcnWYQjZF3M0+T0VSUX1r9pFKhyNPbrTYDFFFdwl/67sExNw6QscHU12eL2lnwU+rnk37y8vW48dFLX/nuoe/XvfX0Z3dGtA8VtebuYU1BqscewtYCWpwTT183rU5TvYKToiC3+PTBxw/lmUzmTj3bCgdUUWb569uqr1Knsflqtdls+bs19EWvoZSRmZ1fWCwAAAAAAHB8hA0AGiel5NHSpUurn8zKynrhhRf+/PNP5XDIkCFGo3HWrFkbN27s08da4iYxMVFuZR6wZMkSpc5SLZ1SiaU2z96gOOll3lBVzGfhlyUmo2h8WoQ1l9tt6/dUP7ltrfWwVaew2gxQdOjRRu/qfN0jlzZr4fPLV4tPWZrwb1bMXSe3j75z8/i7hnft3U5O9MvDIznHRa3nuyOiQ+R2Z/o/ahxl7T4ozom1Y0SbFtl7DpWWVNhPyv3MXQdOH+wf5PPqDw8Pn9BfOKDU6WXlxdavsE9EaWCX0obWoeHjydO3bGsopdUAAAAAADgfhA0AGqcrr7zS3d398ccft3dNkLnCww8//PTTT+t0VW0J+vfv7+Hh8cYbb8j9vn37ym1sbKyPj8/rr79uNpuHDRtW+6dzcnKS29LS0to/e4Mip56jks2eLaylZgqPmdf9Xi4anQHjemk06qlv/FyYV6KcKTheNO3tOfJz7zMstjYDqnN1c77liSvkzPV7j001mcxnfXats/X7Xl5WaT+zNW13+oodotZhQ8LgGLn99t1f7WsvUn5JW5OyRZwr+UkVFZRWX5zxzVu/FNa0skGGK116RQW1PMeFPheRfDGvPfli7nDZMfmtVEsqtcpGAAAAAACAukPPBgCNU1hY2Mcff3zrrbfGxcWNHj06MjJy7ty5K1euvO+++wYMGKCMcXZ2TkpKmjNnTkBAQFRUlDyj0Wj69ev3888/BwUFde/e/T89ndxOmjRp1qxZn3zySatWrc7w7GUNqkyRMu2qVmt06rjrKxa8bK3Vk/pjWacBznr3RjUbG9k+5I5nr/rk+R/uHPZcwpAYk9G0auHG3CMF97x4bUS7kNoMOEXiiO6LZq5cvXjTnK8XXzpx4JmfPX5gl+V/rHv4sld6JHdu1T706KHcxbNXuXvqiwvLim3tE86qbZfw6x4aPfXNX+4dNanXoK5HD+bKCwaHN1e6VZ+DMTcNklf4ecqivduz23WO2LFp3/7dh/wCvUtP+3g2LN/+2DVvxSV3fm7KPcKhLPiixGxN0ERwzzyvFibrq1ytUVnjBlvo0AAih1YRoV6eHgIAAAAAAMfHygYAjda11167ZcuWCRMmpKenv/HGG05OTt9///0777xTfcyQIdaGt0rDBoWyxGHYsGH/aRayV69ed99998GDB7du3XrgwIFaPvvFpfqbnHfVyFtAtCWos7WoTkWZZem359gMoCEbcV3/D35/qnv/juv/2rp60aauCe3e/eXx4dck1n7AKe5+8VpnF6dpb/yce7TgzE89cFyv6x4cbTJZVsxdP+3tOft3H7zmvpEPvX2TvGvrmtpW0bn63hHPT7m3RXjzP79fmrk95/qHxwwY20ucK1c359d+fDTxku7HDuTOn5ka1LLZh78/5dfcy/2fLbIdV/ZW45411mRP7WRsOyxXvsI1Gq1Ga6VRa+QfANEAFjfcfuP4TtFtBAAAAAAAjk/V0IoXA/VHvtrNZrPJZKqsrPxp0bEPZuZ2j/Z89T5meRyet144ljKDqGgYTRGUNrnyT4XRaDAYKisryk/sr/ztMTeL2ToJe9M7Xv4tNQKNVPbew77Nvdw8/vHn55q4R0JbBb7y3UPCwcm/3Xx5X8GJHOu6hrbDj7YZVOzk7OLsrHd2sd60OietVifTB2V9g4CjGfNgelGJ6ZkJuugIV4Wzs7M1RrJ9TwUAAAAA4GLg32MA0OTZqihprG/51nm3ULcZUFXjfv7nJQKN148fzR3X8d6M7Tn2M0t/W3PicH5099bC8aXPq1CSBmevyvDEAuXlrdVZb3Jfvt5VDSNmWJCSmpVzSAAAAAAA4Pjo2QAATZcy2Wp9I7DFItMGs3U+VtdlbNm+Fc6GUnX2VuPuNYY2PRpiR2ucv8QRPRbMSH1gzMsxfdoHRwRsX79327q9/kE+o68fIByctQ7Yd1V1wKJHH3Vysb6w5f81tps1WVNr7EXExEU1PyVVr3cJCwkSAAAAAAA4OFY2AEBTV9W1wda2QU7I6j10XcZVLW5ImVJiahgVn1DneiR1fHHq/T2TO+3fc3Dm5/N3pu/rO7zb27Me8/JzFw5uxfSy8mJrlUjv8JLAzmVVyxqcrKWTZMwgwwbRAGIGAAAAAAAaGVY2AECTJqdcLRZLVZNojcZisb4HvO2Asp0LjUWHtHmHzev+KO85ykWgMerWr4O8icYl95B53e9VaVnHy44paxqUJg3WGkpardqWrTWEZQ3S4KSEUJY1AAAAAAAaBVY2AEBTVzXrauvcoCxukHpcV6bcmzq9rMz2JnHAIaRMKTFbmzWI4B65HkFG67IGZU2DRqu2Vk9SN5BuDYpBSQnUUAIAAAAANA6EDQAAK5V9dYNGq9HqgjuqW3SpELby98tOlr8HGrjsLcY9aw1yR+NsihqZe8qaBo2NkjRQRgkAAAAAgLpF2AAAqFrcYOvbYK1ob5uZ1fW8rlKltq5pSJ9fcXy/SQANm8Ui5n1Wouy3GnhC76G21lBSWkPLCM22sqGhdWv4ZMr0zdt2CwAAAAAAHB89GwA4vPwygTojIweNRmO2NtT1aG5sO6B85wK9xSzmf15y9QueAmjANi+qOJFjTcWcvSrD+xZoNM7WNQ0nb/KFbS+g1HDyhr37sju2byMAAAAAAHB8rGwAgJotXro6I+uAaDLsixvUKqWWkrV3Q+exBp2rWd6bvbWqOg3QMBnKxZJvqup9RY855uSitbeG1uisSYPG2rBB1UD6QgMAAAAA0PgQNgBAzRYvXZWZlSOamJOBQ1WnaL2Hrsu4qpUjiydX9d0FGqAVP5WWFVqrfnmHlwR2KlXiMq2Tk7WAkq04WEMroKR4/fmH+8THCgAAAAAAHB9hAwCgir3CjNoWNVina3W6tgPMHkFGeT7vsHndH+UCaHgKjprXzLG9OFWWjpcds69psLeGViuLdljWAAAAAABAvSFsAICaTZxwWUyX9qKJqZqNlXmDypo3WNMGna7HdVWLG1b8UFZWbBFAA5Pydamy7CY0IU9mY9aczMlJ6QuttlZPUtu7NQAAAAAAgHpC2AAANYsMC/bxaqItkZViSvJmLUGj1QV3VAd3rZDnK8osy74tFUBDcmCncefKSrmj1ZvaDs07ZU2Dxqah9YW2e+TpN5avWi8AAAAAAHB8hA0AgH+wd4pWKt3bZmx1PSZUqtTWNQ3pCyqO76d1AxoKi0Us+KxE2W89+JiLu6qqhpJtWYOysqFhdmsAAAAAAKCRIWwAgJo9OendxUtXi6ZMRg7WN4Vbiyl5NNdEDbLWxLeYxfzPSwTQMGxaXHFknzX90vtWhPcuruoLfTJvkC9gewGlhpk3tIoI9fL0EAAAAAAAOD7CBgDAqeyLG9R/xw26TmMMzh5meW/2VuOedQYBXGyGcvHXtKq6XtFjj2qdNLYmI05anZNGZ00aNNaGDaqG3Bf69hvHd4puIwAAAAAAcHyEDQCAmp0MHDRqa69ond5D12lsVafoxV+WmKmlhIstdUZpWaG1upd/VFFA+wpbP3NrzGAtoGQrAkYBJQAAAAAALhjCBgCo2aQn70tOjBNNlb3yjMoWNVhXN+h0bZPMHkFGeT7vsHn93HIBXDwFR81rfrW9CFWW9mOOW9ffaK39ReytodXK4pyGnTcsSEnNyjkkAAAAAABwfIQNAICa2evPWIsp2WZypR7XVS1uWP59WVmxRQAXScrXpSZbNa/QhDyPALOMGTS6qr7Qamv1JLW9W0NDNj8lNZuwAQAAAADQKBA2AEDNMrIO5BUUiiZPWdxgXd+g0cr53OCO6hZdK+T5ijKLzBsEcDEc2GncubJS7mj1pqjhuVV9oU+uadDYNOS+0AAAAAAAND6EDQBQs8nTZmzYuF00bfZO0UoFfNtMrq7nhEqV2rqmYcO88txDZgFccPrDe4EAABAASURBVAs+K1F2Wg8+5uyq1trWNCg3ZWWDo3RrGJyUEBoSJAAAAAAAcHyEDQCAs7BO2tp6NyjvH/dorokabK2VbzGLhZ+XCODC2rS44sg+a4NyvW9FeO9i5WWpc3LSKEmDRmMvoNTw84ZBSQlhhA0AAAAAgEaBsAEAapacGB8eFiKaPGW6Vm2jqYobdJ1GG5w9rGsa9qUb9q41COBCMZSLJVNLlf3osUe11ohBsv5H7lhfo9aGDaoG3hcaAAAAAIDGh7ABAGqWnBgXGRYsYFNVTenk4ga9h67TpVUNGxZNLjGbBHBhpM4sKyu0VvHyjyoKaF9h61tuSxpOLmtwlAJKik+mTN+8bbcAAAAAAMDxETYAAM7CXpFGZV/doNO1TTZ7BBnl+bzD5vV/lgug/hUcNa+ZY0u5VJb2Y45bky+tTlOtL7Talok50LKGvfuyCwqLBAAAAAAAjo+wAQBqtnjp6oysAwI29ro0cjJXmeGVelxXtbhhxfSysmKLAOrZkqmlJlvVrpYJeR4BZmuThpOtodXW6klqe7cGAAAAAABwgRE2AEDNFi9dlZmVI1CNsrjB1ipaK+d5gzuqg2Mr5PnyYsuKH8oEUJ8O7DTuSK2UO1q9qe3wXKWil9a+rMG2ssFR+kLbvf78w33iYwUAAAAAAI6PsAEAUCtVKxtk0mD9n8Y2w6vrcU2lSm1d07D+z/LcQ2YB1JsFn5UoO22GHHN2VWtPrmlQljXIEMyxujUAAAAAANDIEDYAQM0mTrgspkt7gX+yTuaqVPZO0R7NNVGDrWsaLGax6MsSAdSPzYsrjuyzNiLX+1aEJRQrGYPOydoaWukLbS+gRN4AAAAAAMBFQdgAADWLDAv28fIUqEaZxlXbaKriBl2XS03OHtY1DRnrDfvSDQKoa4ZykTK1VNmPHntU66Q0KXdSWkNbX4tqjWP1hbZ75Ok3lq9aLwAAAAAAcHyEDQCA/6aqmtLJxQ3ObtrO46oaNiz4rMRsEkDdWjmrrKzQWq3Lv11RQPsKW39yW9JwclmDYDUDAAAAAAAXG2EDANRs8jcz12/aLvBP9ko1KvvqBp2uTX+zd0ujPJ932LxhXrkA6k5xrjntF1uapbK0H33cmnBpdRp7X2iNtVuDgy5rkFpFhHp5eggAAAAAABwfYQMA1CwjMyc/v1DgNKqT5CSvMvPr5OTUc0LV4oblP5SVFVsEUEcWTSk12apztUzI8wgwW5s06P7uC217Gaodt0/D7TeO7xTdRgAAAAAA4PgIGwAA50JZ3GBrFa2VmUNAO3VIbIU8X15sWTG9TAB14cBO444VlXJHqze1HZ6rVO7S2pc12FY20BcaAAAAAICGgLABAGo26cn7khPjBGpStbJBJg3W/2lsM7+67tdUqrXWNQ3r55bnHjIL4Lwt+KxE2Wkz5Jizq1p7ck2DsqxBhl3CMasn2WVkZucXFgsAAAAAABwfYQMA4BzZO0WbTJade7JSN690brdXnreYxeIvSwRwfrakVBzZZ204rvetCEsoVjIGnZO1NbTSF9peQMlx84aPJ0/fsm2XAAAAAADA8WkFAKAmGVkHfLw9fLw8BWoip3ctFsvho8dXr9m4fecenVYd1bpl1wn6vyaZK4rUe9cb9qUbIrrqBHBODOXir29Llf3osUe1TkozcielNbS1Obla47h9oQEAAAAAaHwIGwCgZpOnzUhOjKeSUo2MJtOmrbtWpm3Yn33Ix8czIS62S4c2Wo2qsqK8y2VlaVPchK0Azs3ve6s1AjgHq2aXFedaq3L5tysKaF+h1bpUJQ0nlzWIRpExDE5KCA0JEgAAAAAAOD7CBgDAf5BXUCQzhrT1m0tLy6JaR1x/5eiothEWi8VkMhorKzVabZv+xl2LjPn7tXmHzenzy2OHuQjgPyrONa/+2dZmXGVpP/q4tS20Vqex94XWWLs1NI5lDYOSEgQAAAAAAI0CYQMA1CwyPMTbmxpKVSwWsWP3Phkz7Nidode79IzplBAX42P7+sikwWw2y8lf64ywWWfWmXpOKJv/ooe8a9n3ZR36OTu7UuUG/83ir0pNButOaEKuR4BZo3XR6P7uC61Sqe3dGgAAAAAAQANB2AAANZt47TgBIUpLy9PWb165Jj03r6BlSND4S4d16dhOq/1HdSSlU7TKorbVt9EGtDOGdKvIWedcXmxZ/kPZgImuAqi1AzuN25dXyh2t3hQ1PE+jqYoZqpY12FY2OHpfaLtPpkzvHRfbKbqNAAAAAADAwRE2AABqlpV9MDUtfdOWnTJH6Nq5fe+eMS2Cmp8+TJnwVavVwqKxaMxyRthsNnW/uuLgRiezUbXuj/KYYS6+QWoB1M6Cz0qUnRZ99htFhVbnWhU22JY1qFVq0YiaQu/dl92xPUkDAAAAAKAxIGwAgJotXro6PCwkMixYNDGVBuOGjdtS16QfPHS0mZ/P8MGJ3WM66V2czvwoZXGDnAvWWKsp6TyaG9sNqdj2u4vFLFIml4x7wkMAtbBlSeWRfSa549q8wq/r0f05JTmHTkREhIeGeCp9oe0FlCijBAAAAABAg0LYAAA1W7x0VXJifJMKG46dyEtdvWFt+paKCkOHdq0vGdyvbauw2jxQTvtaLBYlbpBpg9kaN+g6jSrfu9Spoki9Z50he4sxtCO/cXAWhnLx1zdVyxo6jD0SENzcp9yQkXlwyYq1Xl67+/TqHhYa0jj6QtvdMXG8r6+PAAAAAADA8TH1AwBNncls3rpjz8q09D0Z+z08XPvEd4vv0cXLw/0/XaTqzeZyJthStbjBxd3UeVzpmq+s15n3WcnEt73UGgGcwaqfy4pzLXLHv11RszaVWq1LM3/P4OCQw8fyVq7d9NX3v0SGhw5O6lNjOS8HJT8jAQAAAABAo0DYAAA1mzjhMh/vRl78p7CoZPXajavWbpQ7keEh11wxslP7NhrNufdXUNlXN2isjXyjko27Fxvz92tP5JjS51fEDnMWwL8ozjWvnl1m3VNZ2o8+busFrdPY+kJHRrRs26b1zj2Zi/5a/c4n0zq2bzNsUN/m/r4CAAAAAAA0GIQNAFCzxl1AaU/G/pVp6Vt27HbS6WK7RPeOjz3/qVt7JX21Sm1d22DWmU2mnhPK5r9ozWyWfV/aoZ+Tsyt19lGzlK9LTQbrTsveeR4BZo3WRcYMf/eFVqs7Rrft1CFqw6btC/9a+cb7k7t2aj90QB9fHy/hyB55+o3Rw5P7xMcKAAAAAAAcHGEDADQhZeWV69K3yJjh6PHcoMBmYy4ZKJMGZyedqDvK4gaVRW1b3KALaGcM7VGRvca5vNiyYnpZ8o2uAjjNgZ3Gbcsq5Y5Wb2o7LFejsWYMOp2T3NiWOGg1Go3SqqFb1w4xnaPXpW9dsCT11Xe/6B7TcVBSb2/P/1b1CwAAAAAA1DnCBgCo2eRvZnbtHB3bub1oFA4ePpaatmHDpu0mk6lzdNtxo4fUx9INZXGDWq0WFo1FY7bOEZt03a6uOLDByWxUrfujvOtQF9+gcy/ThMZqwWdVfaFbDznm7KpW1jQozT+syxpUalGtKbQMs3rEdpQ5Wdr6zYv/WimDh/juXQb06+Xh7nhRVquIUC/PRl6uDQAAAADQRBA2AEDNMjJzwluGCAdnNJo2btm5Mm1DVs4hby+PAX3j4rp3cXPTi/pU1blBXdUp2sPf2G5I+bbf9WaTSJlSMu5xplbxD1v/qjyyzyR33JpXhCcUa7XO1mUNTk4aW94gX0fWtTIni3TZH6XRqHv16NIjpuPKNekpy1avWb85oWdMUt84V1cX4Thuv3G8AAAAAACgUSBsAIDGKS+/MDVtw5r1W0pKy6Jah99w9ZjoqFbV52rriXwKi8VibxRttsYNuk6jyvcuNVcUqfesNWRvMYZ25LcPqhgrxZJpVcsaosce0TpZIyoZNSitoa2vIVvDBlW1lQ3VabWavr26yQhNvtpl5JC6Jj2pT8++vbo7O9dlcTAAAAAAAHBWTPcAQM0mPXmfcEz7cw6lpqWvS9/q4uIU161Lrx5d/XwvaBPdqjehyxliS9XiBhd3U9fLS1dPthbWn/dZyU3veqloFA2b1bPLinMtcqdZu6JmbSq1WpeqpOHksgZRi9eKk07bv3ePXt27Llu5dsmKtKUr1/VP6N6nVzcnp4YeOWRkZvv6+tBzAgAAAADQCBA2AEAjYTAa16VvW7U2/cDBo95eHleMGdq1czs5ZSsuEpV9dYPtnept+ht3LjTm79eeyDGlz6uIGeos0OQV55pXziqz7qks7UYft/WC1ilrGpSm0GpbQa5/W9ZwCmdn3cD+vXrHxcq8YfGy1dbIoU/PhLgYGUWIhurjydNHD0/uEx8rAAAAAABwcIQNAODwjp3IW5mWvjZ9S3l5Rbs2kUOu7duuTcTFXTpgr7AvJ4vlrLHZbJKBQ88JZfNftDZsWPpdaXSik7MrqxuaupSppSaDdadl7zyPALNG66K0hlb6QttePur/WvtLr3ceNrBvv4QeKctXL0hZsTR1jTVy6BkjwwsBAAAAAADqDWEDANTsyUnvJifGJyfGiYbKbLZs27lHxgy79ma5uenju3fp1TPGx6sBtV9WFjeoLGqNxvqO9YB2xpY9K/anOZcXW1b8WJZ8g6tAE3Ykw7RtaaXc0epNbYflajTWjEGnc6pa1mBb2XB6X+hacnV1uWRwv/69ey5auurPhcv/Wr4mKTEuvkcXeVHRkAxOSggNCRIAAAAAADg+wgYAcDxFxaWr125cvXZTfmFRWGiLq8YN79wxqqHNoioTxGq1Wlg0Fo3ZOnds0sVeaQ0b5Pk1c8p1Lio6NzRlu1ZVKjuthxxzdlXb1zQoyxrUKrWoXfWkM5Ah3KhhSTJyWLxs1e/z/lqyLC25f3zP2E4N5w/LoKQEAQAAAABAo0DYAAA1iwwP8fb2FA1MRmbOyrQNm7ft1mg1MZ3bJ/SMaRHYTDRgVZ0b1FWdoj2bm6JHlm37VS/vSv2xTKDJcwsoj+xbrNU663ROOidra2ilL7S9gNL5R1Kenm5jLhnQv2/c4iUr5/yxOGXp6gH9evWI6ajRqAUAAAAAAKgjhA0AULOJ144TDUZ5ReX6jdtWrkk/fOR4c3/fEUP7d+vaUe/iJBo2OU1ssVjsjaLNMm4w6zqNLM9YaiovoIA+rDqOO27rCO0kb7bu0NakQaPW1L4vdC15e7qPHTUoqV/cwiUrZ/+2IGXZ6gGJ8d1iOshnEhfPgpTUtm0iwqikBAAAAABwfIQNANCgHT56YsXq9Rs2bTMYjB3atR49LLl1ZEvhOKrenC5nji3WxQ0WrVnvbhr0WFnBEYPRaDCZjBaz2WIj0MRYIygnlX8rk5OzbVmDzBuUZQ1qjai3Als+Xp6Xjx4iY4YFS1JnzJm/eNnqQf17xXSOltGGuBjmp6Tq9S6EDQAAAACARoCwAQBqtnjp6vCwkMiwYHExmEzmTdt2rUzbsC/rgKe7W99e3XuZIhyXAAAQAElEQVT16Orp4SYck6r66gadk0+I2SPAVFkpP01hMpotwiIjB4GmRFm0YH1JaFxsBZScNbZuDdZVDTZ1u6zhFL4+XuMvHTYgsdf8lBXTZ89dtHTVwP4JMZ3a0UUEAAAAAIBzRtgAADVbvHRVcmL8hQ8bCoqKU9PS16zbVFRc2ioi9NorRnaMbnNxK72cp+qdooVWWcZgUeIHk4waZK5iW9wg0JQo8ZPKmkBZm3lYlzVYGzZYlzXYuzXUN38/76svu2Rg/14LFq/4fsbvi/9aNTApoUuHqAuZONwxcbyvr48AAAAAAMDxETYAQIMgJ9t3781KTduwbedeZyddbNcOveNimvv7ikakqpiS1porWNc5aLUmo9FsMSvLGsgbmo6/i2vZ0gb5mrAmDlpd9aThgi0ykH/Krrli5ID+CfMWLf/2x18XBawcnNS7Y/s2F+b5I8NDBQAAAAAAjQJhAwDULDkxPjwsRNS/srKKNRs2r1yTfvxEflBgs0tHDoztHC3zBtGI2CeOrXPLQmuvqiTnl83VejZQwqYpsNjDhpOLG5TAQUka6ruA0r8JbO53/VWjDx4+JiOHqT/80iKomYwcOrRrLQAAAAAAQO0QNgBAzZIT40Q9O3jo6PLV69M37TBbzJ2j214+ZtjFahFxAdiLKVmUuWSV2mLRWE4SaHpUdrbMQXWRYobqWgQ2u/GaSw8cPDpv8bKvvvs5JChgcHLv9lGRot488vQbo4cn94mPFQAAAAAAODjCBgC40IxGU/rmHalpG7IPHPb28hjYLz6uexc3N71o7P5e36CxvoddnJY0kDo0BdXjhKp04WTGcIELKP2b4BbNJ147Lvvg4T8XLJv87ayWIUEycohqHS4AAAAAAMC/I2wAgJpN/mZm187RsZ3bi7pzIrdg5Zr0tPWby8rK5dzlDVePiY5qddGnVi+kv/MGlcraJvrkeWKGpuaUyOH0kxddaIvAW66/PCv74NyFy76YOiO8ZYvBSb3btAoTAAAAAACgJoQNAFCzjMyc8JZ107NBzqRv35WRmrZh5+5Mvd65R0ynhJ4xfr5eokmqcUK5SSUuOF2DfQGEhba4/cbxGVkH/pi35LOvfwpvGTxsUGIdljt7/fmHBQAAAAAAjQJhAwDUo5KSstXrNq1cszG/oDCkRcAVY4Z27dxOp+VnrxUBAxyFTBfuvvWaXXuy5i9e/vGX37eObDl0QB+ZQwgAAAAAAHASE14AULNJT94nzsO+/QdS09I3b90pp9S7dmqX0DMmNDhQAHBYbVuHydv2Xftk5PDB59/J/aED+4a2OK8/1xmZ2b6+Pt6e7gIAAAAAAAdH2AAAdami0rB+07aVaemHDh/z8/WSc5FxsZ31emcBoFFo3zZC3rbu2DM/ZcV7n3wj94ck9w1u0Vyck48nTx89PLlPfKwAAAAAAMDBETYAQN04ejx3xeoN69O3VlRWtmvbavigxKjWERQKAhqlDu1aR0e13rJ9t4wc3vlkanRUqyED+rQIbCYAAAAAAGiqCBsAoGZPTno3OTE+OTHuzMNMZvPW7XtS0zbs3Zft7u7aKy6mV4+uPl4eAkCjJqPETtFtOrZvs3HrzgUpK97+6Gu5LyOHwOZ+tb/I4KSE0JAgAQAAAACA4yNsAIBzVFhUsmrtxtVrNhYWl4S3bHHVZZd07tBWq9EIAE2GjBy6dozq0qHthk3bFy5Z+eYHU7p0jBqc3Lu5v29tHj4oKUEAAAAAANAoEDYAQM0iw0O8vT1rvGtPxv7UtA1bd+zRarWxndr3iouhfArQlKlUqtgu0V07tV+/cduCJalvvD+5a8d2g5P7+Pt5CwAAAAAAmgbCBgCo2cRrx51ypqy8cl36lpVp6UeP5zZv5jtyaFK3rh31Lk4CAIRQq1XdYzrEdGm/dv2WhX+teu29L2M6tx+S3NvXx+vfHrIgJbVtm4gwKikBAAAAABwfYQMAnN3Bw8dS0zZs2LTdaDR2bNfm0hEDW0e2FABwGo1aHde9c/eYjmnrNy/+a+Wr727v1rXDoKQEH68aVkrNT0nV610IGwAAAAAAjQBhAwDUbPHS1aGhQUWFxalp6VnZBz093Pr17hHfvYvcEQBwRhqNulePLj1iO65eu2nxX6vWp2/rHttxQL/4GiMHAAAAAAAaAcIGAKhBXn7h/MUr1BqNwWBoFRE6YfyoDu1ba9RqAQC1ptVoesfFxHXrnJq2YcnytLUbtvSI7TSgXy9vT3dlwB0Tx/v6+ggAAAAAABwfYQMA/M1iETt2ZaSuTd+5K0PuBwcHjr90aHN/XwEA50qr1SQmdI/v0TV1tS1yWL8lrnvn5L7xnp5ukeGhAgAAAACARoGwAQCsSkvLV6/btGrtxty8gqDAZmNHDCosLmkdGUbSAKBOOOm0/fv06NWj64pV65akrpU/cOR+Ut84D3dXAQAAAACA4yNsANDUZWUfTE1L37Rlp0VYOnWIunLc8IiWwQIA6oGzsy65X3yvuNjlK9cuXbl2+ap10W1bXz5miJubXgAAAAAA4MgIGwA0UZUG44aN21LXpB88dNTby3NQUkJct87M9wG4APQuTvJnTp/4bk+//P7OvftefvuzhLiY/r17urq6CAAAAAAAHBNhA4Am59iJvJVp6Ws2bCkvr4hqE37jNZe2bxupUqlOGTb5m5ldO0fHdm4vAKAe6PXOcjuof0J5RcWK1RtS0zbI+KFfQg/lPAAAAAAAjoWwAUBTYTZbtu3ck5qWvntvll7vEhfbqVfPGD9fr38bn5GZE94yRABAvXn9+YeVHZkxpCxPW5a6dsXq9Ym9uvfp1V3v4iQAAAAAAHAchA0AGr+i4tLVazfKW35hcWiLwCvGDO3auZ1Oyw9AAA2Fm5t+xJB+/Xr3WLx01eJlq5etWifjhz7x3ZyddQIAAAAAAEfAXBuAxiwjMzs1LX3Ltt1qtVoGDH3iYlsENa/lYydOuMzH20MAQL2RP6N8fX28Pd2VQw9319HDk5P6xC1aunLBktSlK9f2692zT1yMkxORAwAAAACgoSNsANAIlVdUrk/fKmOGI8dO+Pl6Dxuc2DOm038tgx4ZFiwAoD59PHm6TBf6xMdWP+np6XbpiIFJifGLlqycv2j50tQ1SX169uoZ46Tjr20AAAAAgIaLf7UCaFQOHz2Rumr9+k3bKg3G9m0jRw5Nats6/LTezwDQ0Hl7uo8bNSi5X9yClNQ/Fiz9yxo5xPXq0VWr1QgAAAAAABoewgYAjYHJZN60dWdqWnrm/gPu7q6942Pje3T18TqvIkhPTno3OTE+OTFOAED9aBUR6uV5pp9UPl6eV4wZOrBfr/kpK379c8mS5Wny51Jc985aDZEDAAAAAKBhIWwA4NjyCopWrUlPW7+5uLg0vGXw1Zdd0qlDW6bhADiE228cX5thvj5eV44dPrBfwvzFy3/5Y9GSZWnJ/eJ7xnbSaNQCAAAAAICGgbABgEOyWMSuPZmpaRu278pw0mljOkf3jo8NbO4n6k5keIi3t6cAgIbB38/76stHDExKmLdo+axfFyxeunpgv/jusR01aiIHAAAAAMDFR9gAwMGUlVWkrd+0cs3GE7n5Ac38Rg9P7ta1g4uzk6hrE68dJwCgPi1ISW3bJiIsJKj2D2nu7zth/KiDh4/NX7xixpz5i5fJyKGX/DGoVtOdBgAAAABwMRE2AE2FRiUcut5GpUkcPHR0+er16Zt2mMymju3bXD56SKuIUAEADmt+Sqpe7/KfwgZFi8BmN1w95sDBo/MWL//x5z8XL1s1qH9CTOf2KpU1ctCqRcOJHuRPbwAAAABAU0DYADQVTlrh7Mh/4j/9fNa2XRleHu5JfXvGde/i6eEm6llG1gEfbw8fLyopAWiggls0n3jt2OyDh+ctWv79zD8W/bVqYFJC147tXJ0aUthQJgAAAAAATQFhAwDH4Oysm3DlqA7tWl+w6uSTp81IToxPTowTAFA/7pg43tfXR5yf0BaBN0+4LCv74J+Lln/302+L/1r52N3XuOrrvrgcAAAAAABnQNgAwDFcc/lIiwCARiUyvM5qwYWFtrjthisysg7MXbA0v7DQVe8vAAAAAAC4gAgbAKBmyYnx4WEhAgAcR2RY8F03X+WiNgoAAAAAAC4sR24XCwD1KTkxTk7bCQCoN59Mmb55225R15yceDcJAAAAAOBCI2wAAAC4OPbuyy4oLBIAAAAAADg+wgagacnIyPj222/FxVNUVPTuu+/aD6+66iqVSpWfn68cVlRUPPXUU7GxsT4+Ps8880z1w4y9e8SFNfmbmes3bRcA4IBefvll+dN18eLFot7I3ybyKb7++msBAAAAAABhA9CkHDp0qGPHjikpKeLiSUpK+vDDD//t3meffXbSpEn79u2LiYkJCwurfujs4iIurIzMnPz8QgEA9eb15x/uEx8rAAAAAABwfJT0BZqQioqKsrIycVEVFv5j+v57G/vh2rVr5XbHjh0BAQFyZ9CgQfbDgjJhEQAAAAAAAAAaIsIGAA2IyWRydXVVkobTDy+wiRMu8/H2EABQbzIys319fbw93QUAAAAAAA6OMkpAU7Fo4YKIiAi58+WXX1avsp2ZmXnZZZeFh4d7enp26dLl5ZdfPuWBJSUl9913X/v27d3c3KKiom6++WZ55gxPtGnTpmuvvbZVq1YeHh6dOnW67bbbcnNzhW2Bgnze3TZyR15HVOvZ8Msvv8idlJSU0tJSuaPVaqsfOjk5iQsuMizYx8tTAEC9+Xjy9C3bdokLYubMmRMmTOjcubP8aS9/OF955ZWHDh2y39usWbMbbrhB/qCWP5zlb4QWLVqMHDkyIyOj+hVWrVp1xRVX+Pv79+3b99NPPz3l+sePH3/ggQfk9eUvizZt2lx66aVbtmwRAAAAAIAmg7ABaCoiIiIffPBBudOjR4/nn39e5gpyPz09vWvXrn/88UdCQoJMBeSZxx9//MYbb7Q/qri4OD4+/r333pNzT3fffXfLli1lViGnmeT5Gp9Fzkz169fvp59+kjNNN910U2Vl5WeffTZmzBh5l5yfks/rbyN35DRW9QfKGEOelBGFTqeTO/K5qh8+88wzAgBwruQPZJkrL1u2rFevXpdffnl5efn06dNlNlB9jMwS5A9w+SP63XffTU5O/u233wYNGlRUVKTc++OPP/bu3XvJkiUypWjbtu3//d//vfDCC/bHGgyGYcOGvfPOOy4uLvK3SfPmzX/++efExMSjR48KAAAAAEDTQBkloKmIbNXqnnvueeuttzp37vzUU0/JMzIJuOGGG+QM0fLly2NjrR1KX3zxxQkTJnz11VdyKmr48OHyzMMPP7xly5ZPPvlEiSKkN95445FHHpk0adIrr7xy+rNMmTIlPz9/wYIFAwcOlIdvv/32qFGj5IzVjh072rVrJ5932rRp8rzyAVSn3JuSknLo0CH7vdUPCy54s4knJ72bnBifnBgnAKB+tIoI9fKspWdc9wAAEABJREFU93JtMiGYPHnyNddcI38Cq1QqecZisfTp00fmDZ9//rmHR9UHsHPnztmzZyvx8OjRo52dneWj5M9h+WNc/r6Qvw48PT1lXCGzYTlAptcypa7+FGvXrpU/rmU8rJx59dVXZSAhI4crJtwqAAAAAABNACsbgKZLzg1t3Ljx7rvvVpIGycnJ6Z133pFbmUnIw/LycjkPFR8fb08ahC1+kOPffffdioqKf7vynj17lB05qyWDiqysLGVyCgBQ3e03ju8U3UbUs4iIiC+++OLJJ59UkgZh++HcoUMHuXPixAn7MJk6KEmDIjk5WW4PHz4sbNFvdnb2rbfeav9hLh9e/VeDYt++fSaTSdm/4447ZMw8ceJEAQAAAABoGggbgKZLTgPJba9evaqfDAoKknNJa9euVQaYzeZTBigPkTnE1q1bT7/m5Zdf7urqKueY+vXr9+KLL27YsCE4OLhly5b2GS4AwAUWFhZ20003tWvXrri4+Ndff7333nu7d+8+ZcoUYQuV7cNCQkKqP8rd3dq2urKyUm7lD3O57datW/UB1Q/79u0rf3d88803MoR49NFHFy5cKH8XyDNaLYtoAQAAAKCpIGwAmq6cnBy5DQgIOOW8PFNQUFBSUnKGAeLk211P0blz5yVLliQkJCxduvTJJ5+MjY2VYcMHH3wgHNCkJ++jhhKAerUgJTUr55Cof2+99ZbMfT08PEaNGiUjAbnftWvXU8Yo6cIpZOQst4WFhcLWRLr6XTKctu+7uLj89ddf11577e7du19//fVBgwb5+/vfdddd1cMMAAAAAEDjRtgANF2BgYFye+TIkVPOyzNy2sjNze0MA+TWz8+vxsv26NFjxYoVcozMG15++eXi4uJ77rlnxowZAgDwT/NTUrPrP2z4+uuvH3roIRkVvPTSS4sWLZI/n2fNmtWlS5faX8Hb21uc9utAxtLVD2UOPW3atKKiotWrV3/88ccyivjoo4/+97//CQAAAABA00DYADQhp9Qyat26tdyuXLmy+slDhw7t3LlTafupDJDJwSnXWb58uUwjOnbsePpTvP3229dcc43cad68ed++ff/v//5P6Qg9f/78Gj+Ghiwj60BeQaEAAAc3c+ZMuf3mm28ee+yx5ORknU4nDzMzM4WtU3RtrqAsg0hLS6t+csuWLfb933777eqrr969e7erq2vPnj1vv/12mWp4eHjMmzdPAAAAAACaBsIGoAlxcnKS29LSUuVw0KBBMk744IMPlGLcktFofPDBBysrK6+44gpheyvrVVddJWeXPvvsM/tF3nvvvY0bN44bN87Nze30p8jJyfnuu+/++OMP+5mioiK5DQ8Pt38MxcXFtZzeurgmT5uxYeN2AQD1ZnBSQmhIkKhnzs7OotoPf2HLjGUYIGodNsjwuEWLFp9//vmmTZuUM9u2bXvttdfsA0wm0/fff//ll1/azxgMhrKyMvsPfwAAAABAo0fXPqAJ8fPz8/Lymj17towZ7rjjjrFjx06ZMuXyyy/v3bv3mDFjgoODFyxYIIOEa6+99tZbb1Ue8vbbb+/cufO2226Tj+rSpcv69evlmNjY2HfeeafGp7j//vu/+OKL8ePHy4fI58rPz//oo4+ioqLk0ykDwsLCtmzZIuetBg4c+OyzzwoAaMIGJSWI+jdq1KgZM2b06dPnkksukT/Js7Ozv/nmGxkn59vU5gp6vV4GCTJmTkxMvOyyy2Rs/OOPPzZr1sz+cHnlhISEV1999dChQzLGNpvN8veLTqd7/vnnBQAAAACgaWBlA9CEyOmhd999V6vVpqWlKQU05NyTnPq/7777MjIy5MRQixYt5PzRtGnT7MWOAgIC5GD5KJPJ9NlnnxUXF8v4YcWKFf7+/jU+RWho6G+//daqVas333zzpZdeko99+OGHly9f7uPjowx48cUX5Rh5fseOHaJhS06MDw8LEQDg4CZMmCAn/eWP8ZkzZ8qUd9u2bU8//fTUqVPlXcuWLavlRYYOHbp69eqRI0fOmTPn119/HTZs2Pvvv2+/V/5m+eGHH0aPHi0vKy8u8+kRI0bIH/U9e/YUAAAAAICmQeUQxUyAOiFf7WazWc62VFZW/rTo2Aczc7tHe756XxvRNOh1wtmR1zIVlAl+WgFoZD6ZMr13XGyn6Dr+TeTpItQNpj9Ofpmoc2MeTC8qMT0zQRcd4apwdnaWgYdGo1GreScNAAAAAFwc/HsMAADg4ti7L7ugsEgAAAAAAOD4CBsAoGaLl67OyDogAAAAAAAAAJwNYQMA1Gzx0lWZWTkCAOrN688/3Cc+VgAAAAAA4PgcuYI7AAAAAAAAAABoAAgbAKBmEydc5uPtIQAAAAAAAACcDWWUAKBmkWHBPl6eAgDqzSNPv7F81XoBAAAAAIDjY2UDAAAAAAAAAAA4L4QNQFNRZhDlBlFPlq9ct3LdxkfunijqjUVcaE9Oejc5MT45MU4AQP1oFRHq5Vn35doKy4VKnK8p383y9fYaPXyAAAAAAACgFggbgCak/ubryyoqCwpLLnweAAAO7fYbx4v6cf4/kIuKy5ydXfjBDgAAAACoJcIGAAAAAAAAAABwXggbAKBmk568TwBAfVqQktq2TURYSJAAAAAAAMDBqQUAAAAuhvkpqdk5hwQAAAAAAI6PsAEAapaRdSCvoFAAAAAAAAAAOBvCBgCo2eRpMzZs3C4AoN4MTkoIpYYSAAAAAKBRoGcDAADAxTEoKUEAAAAAANAoEDYAQM0iw0O8vT0FAAAAAAAAgLOhjBIA1GziteNiO7cXAFBvPpkyffO23QIAAAAAAMdH2AAAAHBx7N2XXVBYJAAAAAAAcHyEDQDqgFqjERaLaFwW/7Vq3/4DAgAAAAAAAMDZEDYAqAPOTrryikrRuCz8a1XW/oMCAOrNHRPHd4xuKwAAAAAAcHw0iAZQB5x0OrmtrDQ4OelEY2EymzQaElkA9SgyPFQAAAAAANAoEDYAqAPOzk5yW9G4woZbr7/Cz89HAAAAAAAAADgb3rQLoA4oGUNlZaOqpNQqItTb010AQL155Ok3lq9aLwAAAAAAcHysbABQB5ycbCsbKgwCAAAAAAAAQNPDygYAdcDFtrKhwtB4VjaUlZV/PPmHfVk5AgDqTauIUC9PDwEAAAAAgONjZQOAOlDVs6GiEYUN5RUZmTmVBqMAgHpz+43jBQAAAAAAjQJhA4A64KSzhg2VlY2njFJ5eYXcOtvKQwEAAAAAAAA4M8IGAHXAydlWRqkRrWxoEdT89ecfFgBQnzIys319fehFDwAAAABoBOjZAKAOOCs9GyobT9gAABfAx5Onb9m2SwAAAAAA4PgIGwDUDZk3NKYySkVFpYVFJQIAAAAAAABALRA2AKgbHh5uhUXForFYt3HrC69/LACgPg1OSggNCRIAAAAAADg+ejYAqBvN/HyO5+aJxqK0rMzTw00AQH0alJQgAAAAAABoFFjZAKBu+Pn6HD/ReMIGN1d9u7aRAgCaKo1GbTQYBQAAAAAAtcPKBgB1o5mfz4q8QrPZolarhOPr17uHAIB69smU6b3jYjtFtxENj4uz8/G8fAEAAAAAQO2wsgFA3fD387VYLCdymZkCgNrauy+7oLBINEh6vcuxY7kCAAAAAIDaIWwAUDf8/bzl9lhjqaS0eFnavqwcAQBNVTM/H4PRWFJSJgAAAAAAqAXCBgB1w9fHS6VSnWgUPaJNJvPcBUuP8pZeAPXsjonjO0a3FQ1SWGgLuaWSEgAAAACglggbANSZZv4+x443hrBBqWri5eUhAKA+RYaHenu6iwZJfmxurvq1G7YIAAAAAABqgbABQJ3x9/U5kdcYwgZXV/3lo4cEBTYTANBUaTTq7l07rFqz8dDhYwIAAAAAgLPRCgCoI838fDZv3y0cn4uzU89unQQA1LNHnn5j9PDkPvGxokHq36dn2obNP/08797brxUAAJzGYrEIAABwGpVKJZokwgYAdcbfzyc3r8BstqjVTfRHKgA0Ju7uruMvHfbVdz9/+e2sq8cO1+tdBAAANvaYQdmpvgUAoAlS0gX7Vvmd2AQjB8IGAHVGhg1ye/xEXvNmvsKRfffTbzon3eWjhwgAaNo6tGs9aljSnLkpb7w/5ZrxoyLDggUAoMlTJlCOlRVtO3FQOTSbzfaJFQAAmiDl92Brn4BgN2/VSfJMU8sbCBsA1JmQ4ED5IzTn4GFHDxsOHT3eMiRIAEA9e/35h0WD17dXN1e9fs6fiz/+8vvAAP82kWGtIkJbRbR0cXYSAICmx76IYUnOzmsXTREAAOCkF7qNuK9zsvqkJpg3EDYAqDNy4ikosNnezOzYLtHCoVksgc39BQDAplvX6E7RbZavWr981bplK603eTI0ONDf19vbx8vbw93b29Pb09Pby8PVlVJLAND4KUsZlNRBq1Y313sIAACattzy0nKTwWQyGQwGjUaj1Vpn3ZW8QTQlhA0A6lJkWOj2XXuFg3vo7hsFANS/jMxsX18fb0930eA5OemSE+PkbV361pyDR4qKSwqLSjKzD+Zt3nHKMBk5+Hh5etm23l6e8tPz8vTw9/MWAIDGwmIj8wa53943cPG4BwQAAE3b9fO//mPfFqPRWFlZqdPpKKMEAHWgVUTo8lXr5QyUp4ebAACc0ceTp48entwnPlY4jm5dO8ib/dBiEYXFxfn5hfkFRfkF1m1efmFBQVHOoSMlJWXVH+jh4aqsflASCG8v276npzwvAAAOwl5DyWwjAABANUrYIAMGexklYfu92XQiB8IGAHUpIixEbvdkZDluJaW8giIXZye9i7MAAJyN/Duzl4e7vIWFnnqX0WSSwcPfOURhkdw/fPT4zt37Kg1G+zCtRuNlTSBOhhCe1h1vbw8fby8nHX9TBYAGR8kbCBtwPkxHlmsC+ggAaHTsZZTs6NkAAOfOzVUfFNhsz779jhs2/Llw2eGjxx6443oBAPVscFJCaONtRy9ThGZ+PvJ2+l0lpWX5+UX5hbYcwppGWHf2ZmQVFJUoc1gKvd6lKoSwba37tiURcqZLAAAuHstJAjgnqs0PqbVvmXwTmlp1EQCNngwbjEaj3DbZ35WEDQDqWGRYyPZdGcJhHTpyLDiouQCA+jcoKUE0STKZlrfgFqf+sDWbLQWFRXnKSoi/SzMV7svKKS+vsA9r5aYyuDgtT3PZs9fdz9erma93M38ff7n183J3oygTAFwghA04Zypz0f4VH6pbq1tE9xIA0IiYzWaZNDTl9X+EDQDqWGRE6IrVGxy3bUN4SIvWrcMEAOCCU6tVPt7WYkpCBJ9yV6XBmJtXoKyB+Oyn3cJcqlYbDh3L25V5SP5l3j7M2Unn4+3h5+3p6+Pp6+3h623d+ln3PTUatQAA1BFWNuB8VBjU2Vl5cT7PaY//z+ifJOrOOzN/eOmbKdXPeLq5B/v7R4WGDekRPy4xWdSzFVs2fvTLjNQtm/29vGdPei3Ev17ex01tq9oAABAASURBVPb81C8+mP3TGQYkdOj886TXP5kz6+kpn05+9KkRveqsaNX45x9P2bDOfuik1QX4+gb7NxuXmHTVgCHy0H7X57//8sQXH9XtswMNn+WfRNND2ACgjrUKt9bt3r03s3oHUQcydtQgAQAXxIKU1LZtIsIabyWlOuSk0wY295M3uf/Kd+aiEtMNo3XREa56vavJIsrKDflFJQWFJXkFxbn5hbl5RdkHjxYWl1a/gqe7qzV78KlKIGQa4WcNNjy8HDMaB4CLiJgB58lFbxk8pKwwV8z7+otOI/TNo+JFnYoIahHk66/sF5aV7MnJ3p6V+fPyv44XFtw24lJRb44V5F/9wlNllRVtQ1o28/FpcfJjqHNhAYEyTrAfrt+9o7yyMq59R4266q0VHcIjRH3q0rqtm7OL3Ck3VB46fixtx7ZV27a8N+vH319+O9DXTwBNW/XfkpRRAoDz5eaql5NBezOzHTRsAIALZn5Kql7vQthwPlQq4enm2szPOVKr1WjkP7H/Xr5gMpll8HAirzA3v8iaQMhtXuGhI7lbd2ZWVBrsw+TDfLzdqxII25IIJYTw96VDNQAA9aWiUjVzjkdAs9yAgjeO7brPv21fUXduvmTMLZeMth/Kyb5Zy1Luevf1F77+8op+A3w8PEX92Lk/SyYNEwYNf/PO+0R9un7ICHmzHybcffOeA9nfP/WCu/4C1ZN89+4Ho8P+zjMKSopue+uVxevX3vLGS7++9KZyUn4Lqn8XgCZCSReacirPv6AA1L3I8FAHbduw+K9Vzi7OveNiBADAwcnooZmft7ydfldpWfmJvKI8GUVUyyF27s3OLyw2m//+h4Gr3vmfIYSHj7enn4+Ht6eHWk1DSwAAzp2TkxiQXNoi2LRnp+HXr967+RknbUCcqB8qlWpcYvLMpYsXrluzcuvm4fG9Rf0wmkxyGxoQIJoYLzePr/73zOBH7l69fYvMdcb2rcvSWAAcC2EDgLonw4bUtHRHbNuwduPWVuEtBQBcEHdMHO/r6yNwwbnqXeQttEWzU85bLBaZN+TmFZ3IL8zLt25zrQsjCvdmHSwpLbcPk3MW3p7uSi0mX1uLCJ+TnSHcXF0EAAA4G5VKtAyzTs17+ojbrz9WvP3dksKHA9rEinoT0syaARSUFMvtB7N/en7qF7Off+2Zrz/flZ0VEdRi4Rsf6rTarCOHnpr86YbdO+Ww0GYBY/slPXT5NdUvcoYBSQ/csTXT+pa7l76ZIm+PXnXdw1dcIxoA+debZ6Z89tuq5bmFhT3atR/Rq891gy+pPuDdmT/8tGTR/qOH3fX6DuGt3rjj3rCA/7zu1sXJ6Z6x4+9657U5qcuUsOH0ng3bsvZNnff72l07tmftC/TxjWgRLL96vTp0sl9EZhUf/jwjdevmlgEB4/omDYtLiL9zov0rGX7l6NF9+gX7+X/xxxytRv3IlRNuHDpSnv9lxdLfVi7bmrkv59iRYP/m7cLCX7r5ziBbNafNGXsGPHTXO3c/oFapZyxdnL57V5fWba7oP3B80qBV27Z8MPtH63M1D7j/sqvG9OknANQFwgYAdS+qTYRGrd60dWef+Hr8y2KdKy0tO3Y8b0BiLwEAF0SkrckNGg6ZIvh4echbK9HilLsMRuOJ3KqKTLbSTNb9rJzDG7bsNhpN9mFOTjpfLw+lM4SMH+SllBBCntFqNAIAAPxTixamgnz1n/MKY2Ne0/jebfKrr2bCmYcPym144N+/4v/v8w8OHj/eJqRliH8zmTTIiemRjz9kMBmH9uwV5OufsmHtq99N3ZOT8/ED/1PGn3nAdUOGr9m+Tc5o9+3cNa5dh17RHUXD8MK0Lw8cPzawW08Pvevs5UuWpK83GE03DR+l3PvgR+98s2BueGDQNQOHyjRi3ppVAx66+/eX34wKDRf/0eDuPeV23c7tNd47bcEfD3/8nquzS59OXXpEtV+1fcvSjRv25GSnfvilq639w49LFt797uuebu4je/Uxmkxv/fjdD4sXnHKR9bu2f5+9v0N45InCgs6RreUZGW/89NeiAB/fpJjuMa3brty6+feVy+X5KY8+ZX/UOzN+KK+svGHoiMsSk1/+9qt73ntjy769c1evvPmS0YN7xL3z0w+3vvmSv5e3/MAEgPNG2ACg7rk4O7WParVh03bHChtcXfWPPXCLXq8XAAD8k5yDCGzuK2+n31VYXJp3MoSoWg+RX7R5e0ZhcUn1Yq0e1g7VJ0MI23oIZW2Ep7ubippMAIAmLGu/rlVrU4d2B3cved0cpW/ZsZuoUxWGys9/+0VOsvt7eXVt09Z+3mS2bPt6urPOSe5XGg13vP2qnOP+4+W3u7Ruq5y59c2XZy5dPLp3okwXzjrgxqEjIwKDbWFDzP3jrhQNRkFJybL3PosMCpb7Vw8cMubJR6anLFDChuWbN8qkYWzfpA/vf0Sjtr4rYntW5vD/u/+xzz+a9fxr4j/ycvOQf186mp93+l0l5WVPfPFxWEDgorc+8jjZWOLpKZ9+MmfWsk3pQ3rEy+/Rs1995unqNvfVd9oEW9+Oc8/YK4b/7/5TrrMze/87dz9w9YChyqH8+GXSMCoh8fOHH1fZ/jplsVgGP3qvzBuKykrtTySzlpUfftmyeaDc9/X0uvbFp7/4fc7y9z9r1SJEnunZrmPifbd+v2geYQNQJwgbANSLmC7tp/0w5/iJfP+aimU3WL4+XgIALpRHnn5j9PBkx8plcTpPd1d5Cws5tUCzyWzOq9YT4oRte+R43vbdWeUVlfZhGo365AIIW0+IqupMnnSoBgA0BSajqXNn669Fo0GTmVPZI/DNvH0P+kR0F+fhi99/Vt7eLmx1k3bnZMtgQO4/c/0teidn+7ArkgYqSYO0dGP6rpz9t48aqwQJkpNW9/Itd81LW/XRLzNklnDWAaKhmjBomJI0SAkdOoc2a5599Ihy+NEvP8ntczfeqiQNUvuw8OuHXCI/o62ZGR3CI8V/5O3mfqwgv7SiXFmsYCczgNdvv7e5t69HtRbWSovpE4X5cjt/zerjBQX3jbtSSRqktiEtZSLy9ozvq1/HxcnpyqTB9sOWAQFv3HFvXPuOqpNv3JA77ULDNu7ZlVtYYH8u+VkrSYPU1fbt6xARqSQNUlRoS/npZx87IgDUBf4BA6BedIhq7eys27Bp26CkBOEgDh05HhTgLwAAqAsatVoGBvJ2+l1l5RVKApGbf7I/RF7hroyc/IJiGVHYh+ldnE+GELaVEEpFJm9roSc6VAMAGoe8Eyqtpsjb30OrEwMHlWfuOTJj2lvXPXqrZ2R/ca72HToob8q+nJ4O8vMPDwz631XXdY9qX31YeLXOBHsOZMttj6jo6gOCfP0iglps2runNgPOKuPQAXFOtBqNfa78HMiJ9eqH/t4+2zL3Kfu7srPl1+frP3+rPkD5TGVCcw5hQ0m5tcfVKUmD5K53HZ80SNh6aK/evuWv9PUrtm5Svm4VBmsOtHHvbrmNaRNV/VHd//nVlsICAtVqtf1QflmU/hPFZaVLN25ISV+ftmPLjv1Z8kx55d9v7Aht/vc7Qpy01onQQJ+/16rKfMJZp6s0GgWAukDYAKBeaDTqTtFt1210mLChpKT0rQ+/GjdqcHz3zgIAgPokU4TgQHmrIeHOKyjOU9pCFFSlEfmFxRlZh4pLy6oP8/Z09/O19oRQ4gd5qAQSXp5uAgAAx+HZ7pqsbftVuUs8fbTlZerUNNeRA4/6nXgrT+vs3vIclwu8ePOdt1wy+qzDnJ2c7PsHjh+V2wCfU+slNvf2kZPvJeVlZx3g5nKWerzxd04U56SFn3/6F9+Kc6XT/GPqT86tW07Wecw+dkTuv/FjDRfPOnJI/EcnCq1rGmT6UuO9C9amTfrmy+1ZmcL6hgxNXPsOvTt1Xrx+rXJvUWmJsH55fao/RGnyXJ1ztYUpig9m//TJnJlK7SYZaSR06KQSqm1Z+6qP0Vf7Ris01RILAHWLsAFAfYnpFL12w9bsg4dDW5z7uzAumN0Z++W2VQTNWgFcOK8//7AA/snHy13eIsNO/Ye60WSydaiualKtLIzIPnh007a9lYa/34unFGVSmkMoPSFsDaut+zLhEAAANDiqgN7PFGz0Enm/uHrohg0r9fc3bdlUmr/lw+6jTSbf+uoXfYoAH+u89pG83FPOy1lsrUYjg4SzDjjbM4gvHn5cnJPTZ9jrSmizAIuwrPt0qqgLc1evlNuurdqefteunP03vPqcDAPuH3dlx4hW/WO6ebq6fbfoT3vYEOhnfQfGsfz86o86VpB/5meUV3h+6hftWobdMGxkj6j2CR0667Tau999/ZSwAcCFRNgAoL60jmzp4e66YeN2hwgbXFycYzq3b+bnIwAAaHjkREZAMx95O/2u4pKygqKS6iFEXkHRnswDcmsy/V2UycXZ6R8hhH3f21NGFAIAgItEpdF5dbn/yIqCZuY/mzf3kCeiO5qEIfvgiucO+j/TodeFyBsiAq0lldbs3DYyoa/95KHcE/sOHVSKL511wFmN6t1PNDCRLVosSV+ffexoaLPm9pMrNm9csWXj6D6JUaHhtb+UwWj88OcZcmdUta+P3dzVqXLA/66aMHHYKPvJ/UesbRKUZRYRgda3WWzcs7t694u1u7af+UnnpC6T288ffrz6h7r/6GHbfy0CwMVA2ACgvqjVqi4d26Vv3j5yaJKqwVeWbtcmQt4EAFxAGZnZvr4+3p7uAjgP7m56eTu9KJP8x3thcUletbYQyn72waMynKg+0tPdVUYO1kJMPp5KOSZl6+nh1vB/gwMAGgGZNwT2feFEml6VO8/TR63RqHZnOP36u9uggR8Yj6i1AfVemze5W48Q/+aT//j1ssTkzq3aCNuawie++MhkNl3at19tBjiiqwYMkWHDXe+8+u2TLyjtlI/m593/4dtH8k7cNurS2l+noKToua+/3Hswp0N45LC4Gr5ZSiPusooK+5kThfnfLJgrbH9dkfp1iZEfwBd/zLlywKAwWy8NmRl88fsvZ35eZ63Odtm/2zOs3Lp51bYttsvyNxjg4iBsAFCPYjq3X75q/e69WW1bhwkAwD99PHn66OHJfeJjBVAPZE7g5eEmb+Ghpy4xNJnNedVWQiirIo4ez9uxJ6us/O9/sWvUah9bP+rqIYSyGMJVT1EmAECdUql8Yh8o2KQVubM8fV1NJtW4ccX+Xnl/Tv2w7xWVrmH9RX3SOzl/eP+jN7z6/LD/u39oz15Bvv5L0tftytk/unfijUNH1maAI7q0T/9VWzdP+fO3fvfeNqRnvJzu/3bhn8cLCz576HEvN48zPPC+D95yO9kFuqyyYtPePTJ0CW3W/MtHn1TX1A5hYLcek6ZNfu7rL+amrewV3UmmDj8vX6J0ky4oKZZbHw/PF2667f4P3h7w0N3DevbSajS/rlwe6OObV1So02j+7cOQwYa84PD/u39gt54dwyOzjx2dtSwe31h3AAAQAElEQVTFzUVfUl4m8w8B4GIgbABQj1qGBPn5eq/ftK2Bhw0bt+zcs2//uJGDBAAATYBMEfx9veTt9LsqKw3Hcwvs7amVQGJv1oG8jcVGk8k+zNlZ5+vl6evzdy2mqq2Ph/bfJwUAADiFylygqtir7MvfHz4dxh7+K13ntK+9rTTRsWPaTm2P+B97qcBJpw1MUNXngrteHTqlfvD5+7N+Wrp5w5IN62LaRj00/ho5HV/7AY7o1dvuGRbXe9qCP2Yv+0vGBLFt2v3vqus6RbY+86M27tll35fflM6t2gyM6XHnpZcpyyNO1zo49LOHHnvgo3fStm+Vt8ig4BG9+tx0yeh+9922attmZczVA4bqtLr3Z03/NXVZ29CWT1830cfd86bXJ3m5/esi4CuTB+8/cvitGd//mbZS3rq2bvvQFde0Cw2TmVDq1s1x7TsKABfc3z3ogUZPvtrNZrPJZKqsrPxp0bEPZuZ2j/Z89b42AvVp3uIVy1auffrRu+RfDkVD9dnXPxkMxrtuvkoAwAW0ICW1bZuIsJAggf9izIPpRSWmZybooiNcFc7OzlqtnOLW1PhmOtSVwqLS3ILC3Lyif/Spzi8sLCqp/k8KD2tRJnv88HeXCC8Pd4oyAY7OYmM0Gg0Gw0+71966cnon/xaLxz0ggP9kcQeP0Oa1HGs2WTas0+7MDhs28U5t824CjVFBSdHxgoLwwCCN+u+3LEz589f/ffrBjGdfSewSI4AG7/r5X/+xb8u9LeNuaR2v/CPFxcVFp9PJf6eobETTwMoGAPUrtkv0wiUrt2zfHdu5Vl2zLjz5j6WMzJyhAy5E2zEAqG5QUr0XIAbqkKeHq7yFh/xbUaZ/hBDHTuTv2LO/rPzv6swyC/L2cv9Hk2qvqlbVrnoXAQBATY4e06xY7TZ62D7nfS/syvlfq9heAo3OicLCXnfdNLRnr6mPPaucKSkvm7Zgrpym7RbVTgBwHIQNAOpXMz+fVhGhqas3NNiwQYbM/7vvJhdnak8DAHAuzlSUyWA8nlvwjybVBUUZ+w+t27zLaKxWlMlJ93djah/Pv7tE+HhSlAkAmrjAQPPttxVqtWL6dGOLoHc0kTqTd3eBxiU8IKh7VPs/01bG3zkxKabb0fy8pRvTC0qK/nf1dW4uegHAcRA2AKh3CXEx036Yc/joicDmfqJB8vH2FABwwVFGCY2ek07bIsBP3k6/q7C49B9Nqm1dIg7sOF5QVFy9KJO7m/7vEKJacwhvT7emsxodABqZ0uLKigN54j/q3qnA281QvO4pU5sn3FuyML1RUavV3zzx3Ge//rxow9pvF/5ZXlkZ7N/s8Wuvd9zm20CTRdgAoN51at/Gw8N1aeqaK8YMFQ3PocPHggKbCQC44OanpOr1LoQNaJo83V3lLSwk4JTzZrMlr6BaCGELJI7nFuzKyC4t+7sok1qt8vb0qCrH5P2PPtVurhRlAoAGTdPzW/N/byDqJYT1MRahdWmgb2LD+fD18Pq/q6+XNwHAkRE2/D97dwEYdf3/cfxzud2tixhsgw1Gg3RKh5I2diNgB8bf/tkKdoCCoJgIKqEoDUpJdww2YrDBWHdc/D/f+96OMWrA2C2eD7+cn/t+vxcbG7t9Xvd5vwFcdhqNplvHtktWrB12VV+Tp1FUJgcOH/1iyk8Pjbq1QVioAAAA7iZThKAAX7mdfqiwyJKSllEyhJCXB+MTN51alMloNDi6QZySQMhLpSiTnqJMAOB+HnU6CQBAdUTYAKAidO10xaLlq9dt3Nqre0dRmWzdvsfM24oBuMnYe0cGBgYIAGVjNOjr1gqqe6aqjFnZuWohJkcIkZWWnpmSnrVz74H0zBx7iTfPeptNp4cQco+/rzdFmQAAAIBLRNgAoCJ4mU1tWjRZuWZTz24dT/9d/vMpPzaMqD94QE9R4RpFhgcF+jO/AMAtIhuECQDlwcfbLLeIemcoypSemZWS5owf1MuUtIyYuCO5efmu0xxFmbxPNqku0SVC5hMCAAAAQBkQNgCoIF07t928fc+efQeaRTdU9yxYumrdhm2Z2Tly3Klda+EOLZs1FgAAoJqSKYJjBYOvEPVKHSqyWFJST5ZjUi8PHTm+ecd+ech1mtGgPyV+8HN2iQgO8KMoEwAAAFASYQOACtIwvF7tkKA16zbJsOGbH2fv2htbsqxBrZBAAQA1zKRpM7p3bteqOakn4AYGvb5OrUC5nX4oOyfvZAiRlqkWaNoVcyg9M7vkqxcvs6ezFpOMH/xOtqr29/WWIYcAAAAAahjCBgAVp0fX9r/OWfj0yxNOP1QrOEhUODnN175Ni47tWgoAcIfYA/GsrwIqIW8vk9zC69Uqtd9RlCm7VAghx/sPHs3JPVmUSaNRijKdHkLIS3m3AgBwsUomvkCVQwFn1ASEDQAqwsw5C7Zs211YZBFn+tmqlEM2eYiKlZGZLaf52rVuLgAAAMrAUZRJxgY+px+yWKzJaRlqCJGWkZUiL9OzDh89vnXnfuX1TzGDXu8MIfxP6VMdFOgrDwkAQAmnRwtl2QNUBmXMFYgfUP3wihbA5fX5lB8PHk449zkhwW6ooXQoXnlWzZpECQBwk/GvjRMAqgW9XlcnJLDOmcpCZufmpaU744eUdOfl7n1KUSab7eQcmdnkGRTgE+DvG+Rf4jLAx9/Xh6JMAGqIUsmB66rdQQ40p+wUQOVmPyVLcIw1JS5LIXhA9UDYAOCyWLRs9dr1W9Xmz+dVK8gNYUPrFtEvPT3Wx9ssAAAALhtvs0luYaGlizLJ+TKlKFPaKR2q5WXcwQSZT7hOcxRl8nLFD+rSCrVAEy9jAFQPJUOFUy4dg6TcrH3pSTHpSfvTk/dnnMgsysuzFMktt6go31qUbSkQQKXhodObdAaT3uApL3UGL6NHbZN3tH+tKN+Qxn4hzYPqapwcZxcHD6ViBlIHVGmEDQAui6jIiHUbt5fx5Fq13NCwQfL18RIA4D5xB+MDA+XkobcAUPPIqYQAPx+5RYnQUocsFmuK0g3ilBAiPuHE1t1xhYVFrtP0el2pckxqgaagAD+jgV/0AFR2p2cMasBwIDNl84n4rSeObjoRvy/jREZhngCqiAKrRW7ppb5oD+10DRv6BMrsoUNIeOvgeu1CwswGDzVrkH9spwUPpA6oingNCuCyiIyo9+RDd834/e+de/af9+SKL6N0NCFJq9PWrR0sAMB9Jk6dMWJw3x5d2gkAKEGmCLVDAuR2+qGc3PySCYTaJWLP/vj0zKxTizJ5nB5CyLHMNijKBMDtStdHstvjMpJ/j926PunQluSj6QW55765j9HTpDd46T1MBoNJbzTqmNpCZZFTVJCvLLspVBbfWArkZakTDmSlym1B/B71amO/kCuC6vWuFz2iYSuN/AmtZg2nLH9QkDqgCuFfZACXi8nkefet16xZv3XeX8uKLJZznFmrwsOGFavWHYxPeP7JBwQAAEDV4WX2lFtYaEip/Y6iTDmuEMLVJSLucGJ2TsmiTMLPx9tViOlkCOHv40tRJgCXX8lFDFJ2YcG8A9t/jFm/Ienw6SfX8/ZvGVwvzDsw3Dcgwieonk9AhG+gt8FTAFXH0ez0+KzUw1mp8VlpR2TSkJn8X+IB19F9GSfkNjNuyzNr5gyNaDGyUbuOtcJl6iBzB/nHXpw6OHuWEDmgKiBsAHB5de3YpmF4vR9mzjuWlHLGEzyMBn8/X1GBbDbbrpi4zu1bCwBwq6iGYX6+PgIALpmjKJO33KIiSh+yWK3O9tTyMsMZQhxJPLF9d1zBqUWZAvx8ggJ8nZf+PkGOECI4kKJMAMpByZhB/ka24si+Gfs3/X1oV771lLd++3uYu9eL6lkvuke9xpF+rERHlSczM7l1qRvp2iO/5tcnHvjn6D65bT9x1C6Ub40cS8GM2E1yi/QJur5hm5GN29fx8lVTB/kzXv7PdXMiB1RyvGoEcNnVqR386Jg75s1ftmbD1tOPBgb6V/ByfovFemXX9s2iIwUAuNWYe0YKALjM9Dpd7eAAuZ1+KDcvXy3ElJrhuHSsioiJi0/PyLbabK7TTJ4eavxQqkWE3KMrMf0BAGd0ymoGm+2nmI2fbF1+MOuU96IFeXrfEN1+eGTrdrUjBFCteeoMV9aPltsLQmQU5C6J3zMzZsPy+Bj1aFxWyvhtS+V2XcPWj7XqE+kXpNXplGbpjsiBVQ6o/AgbAFQEg15/3fAB0Y0b/DL777y8gpKHald4DSWj0TCob3cBAABQs5lNnnKrX/f0okwiIyvbFT84LpXBwfhjWdkna6nLiQ5fH69TmkPIywCfQD9fXx+KMgE4JWawWC0z923+ZNvyA5knYwaT3nBVg1Y3RrfvVT9ay+Qpah4/D/N1jdrJ7URe1q/7Ns2K2bAzJVE99NuBbb8f2HZNg1YycojyDyZyQFVB2ACg4rRs1rheaJ0fZ/5x8PBR186QkCABADXSomWroxs3jKhfVwBAZSLnLvx9veUWeaaiTKlpp3aoTs9MOJayY++BgoISRZl0ugB/79JNqv0cRZmMBgGguivVm2H10dj/WzM3JiPJdUI9b/9H2/a7rnE7b4OHAGq8EJPPmNa95LYrJWHK9n9/2rte7pTfRb8f3C63u6I7Pd2mn5+nSY0ciltJK5EDeQMqG8IGABUqwM9n7L03L16xZvHyNeoL0JCKXdmQeOzE5OkzR98zsjYhBwB3W7hstcnkSdgAoAqRKUKtYH+5nX4oN69AjR+U/hDFTar3HTialr7n1KJMxtIhRHGTaooyAdWDK2mw2WwncrNeXvvH7APbXEdbh9R/qE2foZGtWcoAnK55UOgHvUc+22nwl9tWfLdrbXZRvtz5bcy6Pw7tfO6K/jc1aqeTPyx1QsYNdscqB5Y4oLIhbABQ0eQPxYF9ujWKjPhp5h/pmVkVXEZp5579hUWWkKAAAQAAgPJjNnmYTSFnLMqUmZXjjB+KQwh5eejI8cwSRZkkPx8vV2Pqkk2qfb29mEUBqoSSCxqKLJYvd6z8aOuy7CJnHd0+YU1kzNC9XiMB4Jxqm31e7jL0iXb9p+9a89X2f5Jys1IKcp7+b86P+ze80XFoq+BQrU7SWu12V1Ul8gZUEoQNANwjMqLekw/dNeP3vwP8/UQFSk3PaNmssZb3zQGoBMbeOzIwkOwTQDUnZz/8fL3kJsJLL+SyWm2nVGRydIlITErZGXMwv6DQdZqcTwnwc8QPfidXQshLGU54e5kEgMqh5IKGw5mp9y75bmfqMfVQpF/w+71u6lI3UgAoMx+j50NX9Lm3ZY/3Ny6ctHWF1W7bnHJ06N9fPtGy9yOtetn1Ohk5yISBJQ6oVAgbALiNyeR5963XiIp10zVXCQCoHCIbhAkAqMFkihAS5C+30w/l5Rc444eMLFer6v0Hj6Zt3SMjCtdpRoM+oGR76uIm1TKZMOj5bReoOK72DHI0e/+Wcatm51iUBQ0Gre7hK/o83r6/Ucu3V7AAAgAAEABJREFUJHAxTHrDi52HXNeo7RMrftl24oiMFD7YsXxF4v6JV95U28vXLjMHndbmiBlY4oDKgH/rgapHzauB8+JFBgAAqKJMnh716sgt+PRDGZk56kqI9MzsjMzs5NQMOd4VczAtI7vkaWaTp6sxdcn1EDKHEADKT8nSSXlFhc+tmj1j/yb1ULvaER/2uik6oLYAcGmaB4X+fd1jX+9Y+fZ/f+daCjamHLnqr0kfdL6mT/1oYddpdUKj1VBSCZUBYQNQZbgyhtMHKKO/F//bvGmj8Grdi9X1qkJ9kVFqJ4BKZdK0Gd07t2vVvLEAAJSZWpSp4WlFmeQrH5k3nOwMUdwfIu5gQnZunus0+brI39fLtQyiZH8IijIBF6pk6aTdKcfuX/pDXGay3KMRmic7DHiq/QA5EADKg/xuur/llQPCm9+z4JvdqYmpBbl3//PjfdFdnruiv6eHUS2pJMgb4G6EDUAV4HoBJ4rXpToXqOJC5OblrV23OcDXu36dEFGtKYsntVq7YxGlKE4deKkBVEKxB+JbNiNpAIDyIV/tOPIDnygRKk5lsVhl6qDGD67+EPEJJ7bujissLHKdZtDr5c2d8YPfyRAiMMDXaOB3Z6C0kknDiviYOxdPL7RZ5R5/D/PXA+/qFholAJS3CN+gv6577Inlv/zuWEL0dczaHakJU3rd4utpttt1Op1d48gbBG86hJvwggmoGpRswWpN79hS4BI8Lv/8OilTVH/mqT/oWrRSFlE6WmHzIgMAANRker2udkiA3E4/lJObf7I9dXF/iN37DqVnZttsJ9/cc7aiTDKTkC+4BFDznKyeZLPN2rf5sX9n2hx7rqgVNnXg3XW9/ASAy8NDp/+i36096jd6/t/fCqyW/5IP37Bo6vRet9X28Zd5g9KxyDEPoGI2ABWMsAGo7Eq+hhNA2VitFmG12IVOJ1hHCVRe418bJwAAbuVl9pRbWGitUvvlayeZN5zepDruUEJ2TsmiTMLPx7tk/OAa+HibBVBNqb+l2mQiZ7N9smX525sWqvsHN2w1qf/tBq1OALjMbm3SqVlAnZv/nJxZmLc388R1S6Z+3/uOhn7B8td+rc6udUwGMBWAikfYAFQBatEk+TpOverRtJlnu7YCOE3RwYO5q1crg6JCu6VIJ19VGDQ6Oy8vAAAALox87RTgpyxciIo4rSiTVSnK5Iof1MsjiSe2nVqUSa/XlUggii8DfIIC/CjKhCrNlTTYbNbnVs2Zvneduv/2pp3f63UDTRqACtO2Vvgf1z58w7xJSblZR3Mzb1gybUqPm9vWCtPZZdKg0eqcdQ6YEEBF4iUOUEXIsMFqVYem9u2CHn9CAKfJ/vsvV9gg5KasalBKKQleWwAAAJQTvU5XOzhAbqcfys3LT0nLSkvPTEk/eblnf3x6ZtapRZk8nFWYHD0hXF0i5E6KMqGSK7mm4cFlM2Yf2Kbuf6xtv+c6XS0AVKzG/rXnX/vYTX98GZdxIqUg95bl06d0H9nd2TFFr1EqK1PqABWKsAGoAtSOWzbKKKHMbBaLpahIq9XZdMpXjpZXFUCl9PTLE0YM7tujSzsBAKgWzCZPuYWFhpTaL6dn0zOzXfGDYzGEUprpQPyxrOxc12nyJZuvj5czfnCFEI4lEb4UZUIlUDJpeGzFTFfS8Gb3a+5t2UMAcId63v7zrnn45j+/3J6ckG+1jF49c0afu1oE1ZWHdHq9TdjIG1CRCBuAKkApoiTo2YALIKMGYbXYbFa78iY6Z9sPXlgAAAC4hXwVFuDnLbfIiNKHLFZratrJckxqCJFwLGXHngMFJYsy6XQBJRpCuLpEBAf4Go0GAVx+JZOG8ZsW/xK7Wd3/eb9br2vEOycAdwr09Pp9xEO3/jll3bEDOZbCO1d8/0vfu6L8lXZEMm+wa5RvXiYEUDEIG4AqQ50yBsrCarVqrVabmjTImEEAqIyiGob5+foIAEANJlOEWsH+cjv9UG5eQakQQl7GxMWnZ2RbS7wPyeTp4Ywf/HxKtqqW4YROqxVAeVCTBkcvQdtPezd8sGWpuv/dK68naQAqAy+9xw+D7xs2+7M9qcdSC/PuWPHjr/3uruut/nDRqf2iBZEDLj/CBqCKcPSIFkBZ2dWYwfVbAS8ogEpozD0jBQAAZ2E2eZhNIfXrnqEoU0ZWtjN+yMhytao+FH8ss1RRJm+v00MIpSiTD0WZcAFKJg3zDmx/atXv6v4n2w+4s3lXgTLQH4r3WLWmIDvLcvstwsw3IC4Lb4PnjKEPDP7tk6PZ6Yl5mXet+OGXPnf5m701DoJiSqgQhA1AFcDPAVwEOwEVAABAdSSnifx9veUWGV631CGr1SZTh5S0zLSMLOUyPSslPTMxKWVHzIGCglJFmbyLF0D4BhVfBgX6eVCUCWei9hHccSLhwRUz1DX3I6M7PN1hkMB52Wwe23d5/72kMDXFfuigNi7O+sw4EeDPhC8uh1om35nDxoyY/dmJvOx9WSmPrPltWs9b1S82nV7YhEwctOQNuKwIGwAAANxj0bLV0Y0bRtSvKwAAKA86nTYkyF9upx/Kyy9Q44eTdZnSM/cdOJqWsUdGFK7TTJ7GkvGDchngE+CnxBLyzgVqHvU9TDJpSMvNvnvxdIujhNeQyFYf9GaBZpkY4g6ZV6yyZmfnJx4VNqvm4OETi//NHTgwws+DCV9cDg19g2cMHT1s9mc5RQUrTxz8bOe/j7TsqcTUGo1Ofkc7VjmQN+DyIWwAAABwj4XLVptMnoQNAIAKYPL0qF/3zEWZMrNyTmkOIS/Tsg4dPZ6ZlVvyTF8fs7oYws/Hy8/HnJybGpRv1Bcp98CcVXVVsoDS2BW/HM3NkFebB9Wd2O92LX/rZeO1aJn12LHcQwfsRcrqogKzd1x067QTuQVWW3Sg6VImfP837csv5/56jhMSfl8oLtY9b7+yYN0aOYj5cba3qTzrPl358H2xR+PrBAZt+vqnM57Q/v5bE1OSxanPf/ehuH1H4od37yVQBs0C637V/47b/poix5/sWdkpOKxL3UhnMSWNTeuopySAy4OwAQAAAACAGkrOOPn5esmt4ZmLMmWValJ97ETarphD+QWF8oShor5IEM9t+9LPzzvA39vfz9tfXgYoJZ78A3z8/b1kwiFQZZVMGj7bumJFwj551az3+GbQvQatTqAMZMCQv3tX0Ykk+e0kP5uFvn6773og3dvPy6CNP3GsodlkNPGmk/PIyMl6btJnc1YuGz38esKGsusb3nRsm94Tty63C/uj62bP6XdPXZ8Ax/IGg13jrLdM5IDLgbABAADAPQb26RbGsgYAQGXlKMrkJzfXHrWijsViyczKmbH9v/EbF0d7Bt0b2SU9LSs9M/vAoWMZ27JLFmXy9DDKyMHf30fJIQKUKCLAz0fdQ1GmKkFNGtYlHnx382J1z8R+t4b5BAiUjcZgKBjUVzvjVxk25ITU3j/s+oO1woxCpOcVtMqc7J9szQt93q7zF5dmWLeejeuHiWrqQEKCTBoELtzznQZvOH5w/bGDKYW5D635bUbvO9U1DRqNnmbRuHwIGwAAANxjQJ9uAgCAKsjkafTyNyWYc4OC/a8e1Mm1324XWdm5GenZaelZGRk5qWnKpRwnJCSXKsrk422SkYOfv2NJhBJCeDvGPj4+Zua+KgNXq4bcgoIxK3622pUM6b6WPQY2aCFwIeyDBtoys47t3L/uqhvy/ANsRbbcIlv9hJmNxGqPAK3u6HPZ9SbYdd7iEgzpdiVv+cfp9FrtlIF39p7xflpBztb0xCkxax9o2k3mDVatTU/SgMuGsAEAAAAAAJQDOXPl62OWW1hYrVKHrDabGkKkZ+QoKyHSc9IzslKS02P3H8nLL3SdptNq/RwVmWQIoUYRfo7qTHJgMlGUqUIpZZTs9vc3L0nMzZRXW4fUf6XrMIELpddnXHvdhg7ZOQUW5arNUi/jzx6aD7ysVsvxUF2t3d7HXsmp9ZTNECoujzemT/7i95lyinnbNzOemfjxht07M3JyosPCn7r5zrbRTV6a/MX6PTtz8vO7tWx999XDerZpX+rmRRbL+zO+n7fqn4TkpBYNI98b+3jj+uGuo2lZmc9M/GhTzJ6UjIy6QcGdmrd864GHvTxNrhMycrKe+PT9jXt2aXW6wV16jLv5DnEh5DOXz18dfzn3V7m9PfqRu67i67Csapl8Jw+444Y/Jsnxp3tWDa7XLEIXLByrG7RCyK8KQTEllDfCBgAAAPeYNG1G987tWjVvLAAAqO5kihAY6Cu30w8VFhalpsoQIjs93RFCpGelZWQfPHwsY1uOxWp1nebhYXCWYyquxRRQ3CVCr6OFQHlSlzXI/8WkJn25a5VwvEX6y/530Krh4vh6GrrU816XkFOYGtf40OSw7FV+DdK1nnZLjsaSWN8QusWc9EFO3f/ZtV7isrHZbFc99dCRE0nq1e1x+x947/WGofX2Hj6o7vn7v9UL169d9cW0iNqnFPm89oVxMfHOc/7btWP4c0/8Of6TyLr15NWk9NShzzzqus9DxxPltnV/zLx3PvIxKx9LTn6ePH/fkcPqCdPmz/lz9T8FRRaBCtS9XqPbm3X5fvfaApvlzW2LPu96g0ar0To2dXEDSxxQvggbAAAA3CP2QHzLZiQNAICazmg01KkTKLfTD2Vl5aVnZKWnZacpUYQjjcjISUw8mJWVa7efPM1bKcrk7YgfvPxPtqr28fXxYg7tQrn6QluttsdXzlILKI1u3auBb5DAxQoyGwY0MGuOzQzJ/yGv0Jge7xXYINvglVGYYSs8Em6ot94n/qGs+h9dXP+GMRPelFupnc/dfu+j199cco/M5Ba+P7FOUNBzX34yf83KQktRXMKRaf/3v47Nmn86a8aXc2fJQOLP1SsfvPbGkrc6mHj08Rtvbd4g6uclfy/dtD4jJ+vd76d9+fSL8tC733+jJg13DBrao9UVq3Zsmf73HzHxhz785YeX735AKGsRflOThmYRDceMuCEtO+uzX3+W9yDKbHiPXt4mk3zCQmlN0evOq4ZEhtYXuEAvdh48N3ZrZmHekuOxy47G9AtrqnWkDRRTwuVA2AAAAAAAACojHx+T3MLqn60oU3a6M4RQBqkpGfv3H83PL3CdptNqff28Ak7GD97+vkoIEeDvZTJ5CpyF2q5hxr6Nm5OPCKUSi89T7QcKXBq93ii6vZrv5WHaM9GekZd2wNs3LNfol1WUE285XtdQ56DXsbdyaz1hM9QVl8eD141sGRklB1d16irDBjno36HzoE5d5eC2gVfLsEE4VieUutVLd4+6b8g1cjCka4++j4/ee/jgvNX/vJGRptVoflryt9w/vHuvd8c8KgfDuvfMyM6es3L5tPlzX7prlJzC/nb+HLnf7OE58/X3An2UVvNtoqKvfeFJUWb1Q2q1jnK+NSc0OLh7qysELpyfh/nFLkOe+Uf5K/7f9sVdajXQ6XQaR69oncDY4asAABAASURBVKOkEpEDyhFhAwAAgHuMf22cAAAAF+5cRZmKLKmpmRnpOWkZWcplWlZ6Zvah+KRtO+IslhJFmYwGV0+IgAC1S4SPn79XQIBPtSnKdCI5PST4wt4p7+oLnW8pemfTQnXna91HmPQGgUun9cht87xd5+G1fbwuLzsz3jugYbbenGnJtRcejjBGbPQ6/k526Jt27YX1ix7WrWfj+mGldnZqWrqVd1TxmgAvT7M6aB7RUB2oVY+k7Ly8Ure6qnM3dSAno/u266iWXYo9ckSrdc5Nb4rZff2Lzte0Cckn5GVBUeHxtNQAH58TGenyapcWrdSkQercvKXZ05SbX/pRcLnd3qzzD7v/23oi/lh+1vT968c0667Vae06m92msTvyBgGUE8IGAAAAAABQTRgN+jq1A+V2+qGs7LwMRy2mNLVJtWNVxLFjhzOzckoWZfLy8nQED96BjibV/v4+/kp1Jh8/X3PVmpL76JNZI2/o07p11AXdSu3W8HPMxqS8bHm1W2ijEVG8nbz8aI15LZ7UFqR5xkyxZuWlHvT2D88xeGWJrINFR8P0dbZ4H30mp+6rNn2tst/lkG5XDu/e67yneRiciZHaFlgym5ydnHXFe+wlvxMcAnxORnohAQHq4Hhais1RX0s6ciLJ1bbBJTH5RHZerjoO9PUreahOQGBc4lGBiqURmvd73dh/1gdyPC1uw+2RHfz0eq2yvkErNDY6RaMcETYAAAAAAIDqz8fbJLf69UNK7bfZ7M721GoI4SjKlJaaGReXkJd3siiTVqvx83WUY3Jtfo5GEf5eZnOlK8o0Z+7KgoKi6T8svPJQ62FDurneh34O9mKFRZbPtq9Qd77Z/RqB8qXzyGn3us0jwLzzI01mbvpBL7/wXINPdlHuUcvxUEPdPebj7+fUfsauL+cmGVqN9rx7TnciPc3VMjo5PU0d1AoItNmcYcNTN9/51MjbT79hXqHzeyfn1HUMGTk5Au7QIih0eGSbuXFb04vyZxzYdG/Trlqd2ruBjAHlibABAADAPZ5+ecKIwX17dGknAACA+8i5tsAAH7mdfkhOu6elZaan5yhRRHpOmhJIZMcfSdp+alEmo9GgBA8BXv5+Pv7+XgHKYggljVCKMundU5QpLT1bHfy7cltCQvJttw7w9TGf91ZqEaVfYjcdzcmQV3vWb9w0sI5AudN55LV8SmMtMO/8QJtvzTjsE9QoW2/KtGTbCg83MIav8074v+x6H9h1F1ZP6XKYv+bfsdfcJBxfG0s2rld3yvihyGpRx/9s3egKG9767uvCoqJmDSKv79XPZPQI9vNPzkjfsm+v695iE46kZKaLC6E9+6oLXKjH2/eXYYMcTI3bcEtkO51Op1U2O4sbUI4IGwAAAAAAAM7AaNDXrhUot9MPZWfnqishlKJM6dkZjupMMTGHMzJzS86KeplNMoQIKK7F5FwPEeDt5+t1Wef1UlMzXePYuIQPP/7lnjuvDg+vfbbzXcsaLFbbh1uWqjsfa9tP4DLRGnPb/J/Gku+5f6o1Mzd5v49ST8knW2QfKkqsp6+915z0YU6d/xOa80/c/bn63xhHK4VSru3Vz9Wn4aK9+d3U3Pz8ZhGRPy/9W23Y0K3VFaHByvKg9k2abdy7e/3unbe//sKt/a8+lpby2W8z5P520c1G9lU6it/YZ8DE2TMTU5KfnfTJuFvuOJaS8n9ffioukMnDQx2s2bntuwV/1AoIUpta4yI0C6zbN7zp0sN7kgtzfz247bbGHXR6nc2qZXEDyhFhAwAAgHtENQzz8/URAACgCvL2Nsutfr0zFGXKyMxOS8vOyMhOKw4hUtMyY+MS8/LyXac5ijJ5KU2q/bwdrap9/Py8AgOUJtUynxCXLC0tq+TVrKy8zyfNHj6se/euLc92E3VZw+y4rQm5SlDROrhet9BGApeP1iOn/etWr7rmrW/pcrIyDnv7R+TqvbIsuQnWrHaGgBC9Ndei9z3v3cxb/c8Z91/RuNklhg21A4O8PDzfn/G9a0/doOD3xj6mjj98ZNxdb750IDFh6ab1clN3ehqN/7t3jDoed8udMiHYsm+vDAnkpu6UQYXaR7qMwmvXkfeZX1i4PW6/DC0eu+EWwoZL8cgVfWXYIAdfx66/IaKN3tG5gcUNKEeEDQAAAO4x5p6RAgAAVC8yRQhQGjmc4f0ERRZLWqpSjik942RRpiNHk3fsPCgPuU4zGvSO+MHbz887IMDZGcLfX0YRvmUvypSXX1hqj9Vq+332v7GxCTeP7CsfouQhdSmGI2uwf7NnrbrzyfYDBS43rSG/2UPawkzTjvH2vJz0w16BDbMNXpn2wNYaQxO9NaMsYcPl420yz3vno89++3nxhvW5+bmDu/R4YuRtfl7Or+1G9cIWvP/FJ7N+Wrd75/bYfXmFBc0iGn7w8FNtGkWrJ5iMHnPf/mji7JlzVy1Pycjo177T8O69flqycPa/S8v+HDwMxt/f/OC+d/93Ij2tdVTjJhENBC5Bl7qRHes0WH/sYGJB1tLEmMENWurkPw0sbkD5IWwAUFphTs5bnTvVatz4wd9nlzr097vvrP3uu6CIiLu+nupbp86E3r18a9d5YIayUvL7MaP3r1z56o6dcnx406apd97Ra+yDfR566IwPUZCdvfn337vccYd69Zcnn9i1cOFzq1Z7+vmJCvF62yvC27WTH4UAAAAAgAph0Otr1QqQ2+mHShZlyszMSUvNlIN9++LlzpKnmUyeATJ1CPSVUcTJywAfk8lDlM227bEnTqTdecegkGD/kvuVvMFuP5qVtin5iLxa18tvYIPmAhVAo89t/Yyw5ptiJlsz8rJSG/pEhQnvVsrfSfZx4RF2ttu9cs9ouZ337l+8c5TcSu4Z1Klrwu8LS+4J9vMvtWfa//3vHPfgItOI5++4T5ydXqd75Pqb5ebac2Wbdl88+dw5brJxyo+l9sj0YsPkHwTKyd0tusmwQQ7+PLpnYL0mOkmvl0GjRmtnWQMuHWEDgLJaMfGLkkmDuATf3HtvQXaWK2wAgJop7mB8YGCAv6/7W/8BAAD3OltRJqG0es5KT88u3rKysvMzMrKPHEkqmUN4ehgDA30CHG2uA87S7Nol8VjqR5/Muv3Wgc2ahrt2qssaZsZuVq9e26itRjDtWFG0HrltX7V7BnnHfW9pfKcIidZojHL3ru17fJuFh9SuJYDyc3WDVp46Q761aHlyXGZBXpDBYLNa7TqtsGvVRU5EDrgUhA0AymT9zz8t+/zzUknDuOUrxEWRSYMAgBpv4tQZIwb37dGlnQAAADiLsxVlktOCGZm5MnjISM/OyHQ0qc7Ijj9yYsfOA/Lque+zoKDo62l/9u/bfuCAjnJeUV3WINOGX1xhQ2Nen1QsrSGvxZNFTe73LDiiLUqzWgqSkjMXr4wJjtdff8fNAig/Jr3h6oatft+/yWq3L0iIGRnV1ma1qbQaDUkDLhFhA4Dz2zZv3p9vvFEuaxoAAAAAAJdOzgn6+3nJTYTXLnVo4aINCxevP+89LF668cDBxDtvH+jpaZTzjFtPHDmcnSb3RwfUbhkUKlDhLHrfbH0zrTU/P+P4ip0bkjPtKTt2yRiI+V+Ur+satZVhgxzMT9hzQ0Rri8WiNzgrKQlHkMmXHC4aYQOA89izdOnsF184Y9JQsmdDGSXHxX02fJg6frVli7bXXTfitdfVq/nZ2XP/978jW7fIH2wNOnRsf8MNDTp1ct2wKD//r3fePrRhQ0Ziom/t2hEdOgz+v+cNJtM5Hivz+PHV30zbv2pV1okTdaKje40eE9mt2xnPPMed//3eu2unT79rytcNu3RxnX9w/fpv7rm7x33393/iifM+tzXffrtg/Ht3T/tm8UcfJu3fHxTR4P4fftAZDAJAjTewT7ew+nUFAABAuUpNzSzLaTKoaNG8gdnsabVa7XYx+8A2df/1jdsLuI3GpjMZAxv0GV6vc78BdpuNaV+Uuz7hTfw8zBkFuevSjhzPzaxnDJL/COj0OiVnIGnApdEKADi7uDVrZj71pF/d0PJa02AOCOjz8MNmf3+5yUGT3n1ch74fO+bQhvXRvXrXbdZs+/w/p4+6//jeveohOZs/7a67Ns2a5R0c3Pm224IjIzf/9puc7rcUFJztgY7u2P7ljTes++mn2tFN2l5zTcbx49MfGLVx5szTzzz3nbe86mp5uXPhKc2ydi1Srra8+uqyP7e/330n5eDBWlFRAfXrkTQAUA3o0y2CsAEAAJS3rOzcc58QEuJ/0w29/+/Z26/s0dpVQ2nJ0Rj16ICIZgLuZjAY/Pz9/AMDBFDedBrtgPCmwrFA6p8TB2xWq1pJSf3HQACXgJUNAE7jCLHlj5wjW7f+/Nij1qIik5+fV2CgKA8ybOg1ZuzWuXPlWA5KHpIP8cDPM4xmsxz/+9WXSz75ZPv8+bWbNJFXV0+bmrBzx7BXXm1/443qyTv+mj/r6afXfje9x/2jTn8U+dPx9+efz01Lu2vqtAYdO8o9/R9/4suRN/31ztvNBw6UH07Jk8995/Vbtw5u2HD34kWDX3hBq9PJo/LH8M6//67TtKncyv7c5K2eWrpM7+EhAAAAAOByyso6a9hQv35I395tW7WMUt+7rE4sysuUvOy4rBQ59jWamgXyZgigmutWr/GsfUolpS1piTda26h5g11vJ2zAJWJlA4DTOH60ZJ048f3YMVq9QU73y8n05RMnisus5wMPqEmD1GrwEHmZkZioXl09fXpIo0au2XyhrCoYHNa27epvvjnjXR3btSs5Lq7VkCFq0iDJWf5hL78y9KWXT//Bed47l/eTk5oat2a1evXgunXyqrrioezPrc3QYSQNAEqZNG3G9l37BAAAQLlKS8s6fWejRvUeuH/Y44/c0LpVVMkqKY66KeK/44fUqz3rNxYAqrtudSPVwea0oxaLRW0RrZTtcv6bQOSAi8TKBgBnlpuWZg4IuGvK11q9ftIN16+cMjm6Z085hy4umzpNmrrGXsHB8rIgN0deZiQkFGRlaUNDV0w6JfCwFBTkpqfLef/TV10ci1HW/4a2aFlyZ3i7dnIrdWZZ7rz14CHLPvts54IFjXpcKYpLKrUeOvSCnltA/foCAE4VeyC+ZTN+nwcAAOUsL7/QNZa5QosWkQP6tq9XL/j0M9VZRTnJuD7JGTZ0C40SAKq7CN+gWiafpLys+PzMtPzcOp4ediVrsCk9GwRw8QgbAJyZh4/PXV9PrR0dLcd9Hnp48Ucf/vb882NnzTJ6eYnLQ6c/+S+SpnhNr7zITEqSl8f37nW1cCgp7ciR08OGwhwlpfAKOn/pp7LceUB4uExZdi9ZOvTlIo1Wu2fJ4gadOqkdLMr+3PSengIAAAAAKopOq23XLrpfn3bBwX5nPMH55mVHmfb1Jw6rOwkbgBqid1iTX2I2yMGGtKNX+/hZrVa93SDjBo2WHtG4eIQNAM7Mr04dNWmQut8uhUi1AAAQAElEQVR7794Vy+M3b14wfvywV18VFcu3Vi152e7664f/77Uy3sQnJEQ4Fmec98wy3nmrwYPnv/nm/n//1RkNOampfa8efEE3B4AzGnvvyECa/gEAgPLm6WHs2rVFj+6t/HzP814xtVxKvqVoe6pSw9bXaGoSUEcAqAG6hkapYcPmtKOD6jWxO8ooUUMJl4ieDQDOT6PVXvvWW3oPj42zZsauXiUu2QWF5H6hoQZPz/gtW+SPvZL7t86Zs2LSREtBwek3UWsWJezcWXLnroULPxw4YO+yZRdx5y0GDtLqdLuWLN67bLkcNB844IJuDgBnFNkgzN/XWwAAAJSrF/7v9iFXdzlv0qCSE4t705OsduU3mva1wwWAmqF1cD11EJOdrNRQclRUE44ySkQOuGiEDQDKJDAsvN+jj8nB7BdfzElNFZdGZzQW5uWV/UdX2+uuOxEbu/D9Ca6bHNm2bc4rLx9Yt+6MXZdrN21av3XrbfPmyRhA3ZOXkfHfjz/kpKTUa9XqIu7cKyiocc+ehzZs2L1kcZO+fU1+/hf93AAAAADgsjKZyvqbiDqleCAjWb3a0C9EAKgZovxrqYOjeVlqd2i7c2EDMQMuHmWUAJRVlzvv3LV4UfzmzXNeevHWz78Ql8Cvbt2kffum3nlHZJeufR566Lzny5zj2N69a779VoYHDTp2shQWbJgxwxwQMPTFl854vlanG/bKq9+PHfPtffc269ffKyhw54IFWUlJVz/3f97BwRd35y0GDlJXRbQYOPBSnhsAuDz98oQRg/v26NJOAAAAVCx1SlHjGB3KclagbegXJADUDB46fR0v32M5mccKs4ssFqOjhpKjR7QALhorGwCUlUajufatt4xmc8yKFZt/+01cAjlB71unztHt25MPHCjL+R7e3vd8863MD0x+futn/LxvxYorRlwzZuas4MjIs92kdpMmD/0+u8sdd6bGH94yZ05AWNiNEyZ0vv32i77z5gMHyo9dbk379ruImwMAAABAZaNGDvE5zsXrDX1Z2QDUIK7FTEfyMpRKSo6kgcUNuBSsbABQmtHL69UdO894KDAs/Pl1611Xxy1f4RrfPulL1zi8Xbuz3YOqTtOmTy5e4rp60wcfljpB7+FR6h5k1NH+xhvlJsrM08+v/+OPn/HQS5u3XOidy6dU8mMv+8273nWX3AQAnCaqYZifr48AAABwE3VWscTKhmBRHSVnpLe++6Zzn/PbG+83qh+mnnbNlX2/ePK5s53Z+9EHYuIPhvj5b/3mF1EV7D4Ut+9I/PDuveR45rJFj30yXg5u6XfV+w8/KVCzRfkGr0mIlYP43PRGAbXsjp4NwvEvgwAuCisbAAAA3GPMPSNbNW8sAAAA3EF9+7LcDmcrYYNWo4nwDRSoRjJyssa+/3a/x8dsjtkjgNM09HeubEjIz1KXM7iWNZA34OKwsgEAAAAAAKCmsttTCnPl/4NN3jpN9XxPqtnT88mbbnNdnfbXvLSsTDl49Pqb9TqdurNeSK0y3lubRo2DfH39farA+tQDCQlzVi4TwFmEmL3VgfxH4GR3aLWbC3BRCBsAAADcI+5gfGBggL+vtwAAAKhw9mIFVou86qX3ENWU2cNz3C0na9vOWfWPGjY8ftPtnkaja39yRnpZ7u3jR58WVVabRtHqIDo8QqDGc33X51qK7I720K5/FjSOfyI0GnIHXBjCBgAAAPeYOHXGiMF9e3RpJwAAANwkx1KgDrwMRoFiBxITPp75w5KN6+vXqjXiyt4PDL1Oq3Uu+zi9Z8P2uP3jf/p218G45PT0eiEhLRs2vm/oiE7NWp7tztvcfdOJjPRrruw7evh1k+bMWrlti1YjurRo/f7DT3qbzCXPXLThv1+WLli/Z5fFYu3couWw7j2v6dGn5AnneOgvfp/5xvTJ6mlfzv1Vbm+PfuSOgUNMRo+8woKo0DD10LHUlPE/fvvf7h1Hko4H+vpGh0Vc36vfjX0GiHPae/jg13/OWbV98/HU1HZNmvVp1+HewSM8HF9C7/34zUczf5SDdV99X9+xXmTq/DkvTv5cDl66e9TYEUqzwyMnkjo9cLscyFu9MeqhKx++L/Zo/KBOXd8Z89hnv/78z9ZNR5NPtIqMeuP+h1s0jDzjE4iJP9T70VHKwz34uLfJNGvZ4rW7dgT7+l3bs8+zt93jOq3Jbddm5ebcNmBw3eCQqX/Mttlt9w4eriZPMlv69u95C9et2XfkcJPwBl1btH5g+PV1AoNKPsqug7EvTZkon1tGTk5EndBuLVuPHnF9RO26rhN++2fJZ7/9cvhYoofRGFGn7pM33dG/QyfX0fzCQvlpn7dqxaHjxww6XWRo/QEdu9w/9BovT1MZT7jczMVhQ77V4qybRPEkXBrCBgAAAAAAgJpITi/mFVnUsYmwodiWfbsHPDEmtyBfjlMy07fuj1m0/r9fXx9/xpNXbts88tXnXAXuZUoht/lrV8587b0uLVqd41E27d019NkVVptVvTpv9T8Hjh39891PDXrnZN1DH777+z9LXOf/tXaV3Kb//cf0F15XM4mLeGgZmcz437sFRYXqEofjaalXPfVgUrqzQ7gMHuQm5/rlnoeuPWtL7e8XzX9u0ic2m831GZDb1D/mfPP8azIb6N+hsxo2rNiy8bYBV8vBfzu3q2eu371TDRuWb9mg7pFz6667lZFJr0fuz8zJVq/+t2vHjS8/vfzTybX8z9VKZOLvv8iPWh0fzs/7eNZPadlZ74x+tOQ5izf+dzw1RR03jVDSi00xu2977cWMnCx1p/wrltu3f80b/9Dj1/Xsp+6Uz//ON18qsji/QWTCJLe5K1f8NeGzsFq1lYee/cvr305Rj8qvlrSszDvffFGGH7cPGCz3yM/PXW+9/O/WTa6nIR9Ubhv27PjuxTfLckIFcEWMBTaLvQQBXCwaRAMAALjHwD7dwurXFQAAABVOnU/UKOVTWNlQ2sFjiV1btvpy3ItvPfBwgI+v3LNmx9bYhCNnPFnObstPZtvopss/+WrXd8rqAZ1WJyOEyX/8du5HOZx0rEPTZgvfn7h+8vc3OVYS7IiLnTp/jnp01vJFatIgn4B8Gp8/8WyziIby6tqd29/+flpZHnp4j16uOfdh3XrJBGJgx65y3KFp8+6trlDjiu8Xzpe5gtnDc947H8f8OFumBepahOl/z8vOyz3j05Yz+y9+9bmaNDx6/c2Tn3n56i7d5fhoctITn42Xj962cdNAHz+5xzWN/u+2zepgbXHq8O8WZY/J6NGj9RWue45POt6nbcfVE7/dMu3nYd16yj3p2Vky5hHnJJ/P3VcP3/T1T39P+Ly1I0GRecy22H0lz5FJQ4M6dT98ZNxdVw0b0LGzzA8e/2SCmjQM795LfghqspJXWPD05x/JpyEcaw7Gff6hPFN+Sh++bqT8/HdurqwXSc3KmPrnbOH4Innnh2/kIDos4vX7H3x3zKON64fLq69O/VJGOHLw3+4d6mdg/INP7Jg+86/xn8lPu/JJ2LVT/Tyc94QKYC7+rs+3WUSJ1tDkDbhorGwAAABwjwF9ugkAAAA3UWux51qL1Kvm6tuz4UIF+/lPfuYVtZ3DoWPHvpw7Sw4Sk09EhdY//eQT6Uqnh9SMjH1HjtQLqS2ns+WUcd2g4PNWwtFqtV88+bw8Uzimm1ds3STnxL/9a+7o4dfLPZ/+OkM97edX32kV2UgO+rTr1PPh+5Iz0qfNn/PoDbfUDgg890PL2KB1VGP1TkKDg9WJ7FKSHWsaCi1FOw/E1q9Ve2DHLi0bRhkM+hC/gLM9bfnZkOfLwSv3jFaf6uAu3W997f9WbNkkw5I/Vv87okfvfh06zVy2aPmWjcJR70hmBupt5UBelZPyK7Yqh/p36Cyn8kve+fN33KsuGrh94OB5q/+Rg/jjieKc5L29OeohjUZTJzDok0fH9X70Abnzm7/mfvDwUyVPm/jUC20aRY/sO1CO56xcvv9ovBwM6tR10rgX5GBI1x4+Xt7vfD9V5g2f/z5DhjTzVq2Q8YlQGnvc+tTIO5RzuvV8+MN3jHpjHcdf2ZR5v6mLHiY/85IaM3Rt2Ub+BeXm5/28ZMFjN9xyoni9yO6Dce2im8hHn/Z/r8ocwvVVdN4TKoArbMhz/DvgaA5td/zboKFhAy4OYQMAAAAAAEAN4nr/sry0FhfDMZ467VuTtWvSzNU4unaQs4ZPTn7+GU++unPXmPiDh44njnrvNTl13rVl6ytbtx3WvZdXnfOEDfWCQ9SkQTLo9TIYWJSacvBYosVqPZ6Wsu/IYblfJgRq0iD5e/vc2v+qT379WSgtEw7IsOGiH9plUKdu3/49Tz7ic19+IreWkVG92rSXO88RNvzjiBDkE7538Ah1j5ySHjPiRhk2yPGeQwdk2NC/vRI2ZOZky/hh877dcr8aIcQnHf9v947c/Hy1VlK/Dp1L3rPZw1M9TfLz9lEHuQUF5/4QrmjcxDUnHh3WQO1IUWoZilFvcHXGFo76SOrgAUdY4hwPu+7dH6bJb4o9hw7Kq+rnX+rbtqPrTr56+iXX+WpcIT036RPXTvlM5D0cSTomlOyhta+Xt/xIp86fIzeZ/ci4SP4FNawTqvb/OO8JFcBTZ1AHRcX/DgCXiDJKAAAA7jFp2oztu/YJAAAAN5EToya9c7Yx21Ig4GAyerrGBp3zfbpyRv6MJz99y113XTVMfYe+1WZduW3z299P7fnwvd8t/FOck/nUpQ/eJi91cCw1xdW3wJVGqOrXrqMODjtK/Vz0Q7v0btt+wkNP+nk5Z/ZlNvD5778M/7/Hn/h0wtlukpGTIy9l1OHqLaE8seKQ4HCSshpApgjqdPm/2zau2blDDrq0aN2tZRvhaNuwvHiu/+rO3U79DJz8hBj0zujrvPV8Sq0g8fdRPpak1NSSOyPqnFK5NCs3Rx2EBoe4dsp4SX5QQklElKggMSVZ3e/j5SXOJCH5hDpYs3Oba1Of7bFU5bYysPnhpTcji5cpHDmR9N2CPx4Y//rVzzySnJFelhMqQE6R87veU6cvmUECF42wAQAAwD1iD8RnZGYJAAAA9zFrnWFDblGRgMMFVY+Rs+pvj35kzaRvX7rr/l5XtDM6whuZTLw4+XPXhPUZHT2RVHJiNyH5uPrQdQKDgvz81Z2l7iEpzVl4p0Htupfy0CXd2v+q9ZO/e//hJ4d376U2qJBmLF04b9WKM54f7HhuMhFxdU6WTpx8YkocYvbwVKs2rdy+ZfV2pT1D1xJhg9rCoXPzlj7mU+bxL+7t/GqxI1WhpeiYoxF0naCgkufodaes2gn0dX56XYGBcLRrVstSqcmEK+ZJSjuZW8QmHFHbhksh/sriD5n0HP1tQcLvC0turvbO7Zs0++fTKd88/9o9g0e4go3tsfs+mPF9GU+43HKKCtWBSXtK8RsiB1w0wgYAAAAAAIAaylW03fUeZ5RdRk7Wdwv/fGnKFwvXrxl7c5u/uQAAEABJREFUzU0/vfLOjukz77pqmDwk5+J3Hog7x22z83KXbtqgjk9kpK3bvVM4Gi3ImfFa/oFqQaFV27ds3LtbPSc5I/2XJQvUcbMGDcvy0K7p+7PNHf/+z5K3vvv6jelTbul31aRxL2z7Zoar1cHW2Jgz3uSKxk2EI9L4ap6zA7YcT50/Wx03jWigDvq17ySUmkubkxydCbq2bN2jdVs5OHQ8cf1uZa3DgA5dRXlYsXmja6XCovX/qR9peO1TljLo9afMpLd1fAjSpDmzrDbngpUpf85Wx03DlUbcEXVC1f1LNq5TB/Ke737rlUY3Dx/01INyXM/RSVve5N9tzj7Y8nM+9v23P//9lz2HDsir63bveH/G9/e/91rXFq3eHPXQhsk/LP5wooxhRPHn9rwnVIDc4u/6UmEDcNH4SgIAAHCPsfeODAwMEAAAAO7jpS/uEGspFLhAJg/P93+aLufT5Ryx3AZ26rL38KE9hw+oR1tGRp375i989aluzGNp2RkTZ89UZ8lvcnQwFkqH5CFvfz9VDq594UkZIYSGhHw662e10/INvfsH+foXWorO+9AmD2fT7zU7t3234I9aAUGDOp0yxf/n2lXz16yUAz8vb/mI2Xk5G/fuUg+1imx8xud8+4DBM5ctkoM3p09Zv2fngA5dvpr7q9rhIKpeWP+OXdTT5P5Xp05Sp+9lghLhmP2PrFsvLvGoWpCqf4dOojzIz8ODH7w1ZsSNOw/GyU+RuvPmfoPOcZMhXXu88e2U1KyMRevXDnjywfuGXPPX2pVLN62XhzwMxruvHiocXa/f+2HaiYz0r+b+ptGI1lHRM5ctjHX0aWjZsJFGo7muZ79ZyxfLq/e9+/oTN97WomHk+J+mb4rZPWflsmYRDZtGNNwWu+/9n6fLEx75+D15Qt3g4DU7t+cVKpP7ah+O855QAXItzvVMruYNwCUibAAAAHCPyAZhAgAAwE00DsLRGrrQZs0tImy4YEa94b2xj9/99iu5BflPfvZ+yUOP3XBLncCgc9zW39snOSP91tf+z7WnY7MWD183Uh0/dO1N+4/Gy2l9OTX/9Z+zXee0aRT99uhHyvjQ4bXreBqN+YWF2+P2PzvpE7m/VNjwyt2jV2/fKjOMT3/9+dNff3bt79Ki1fDuvc74tOWTlE/gpSlfyCe2cN0auan7g/38vxz3vMnojDca1g2NDK0f52jU3KVFa3Vn15atZdigPLFadaLDIkR5CKtVe8nG9XJz7ZGfuq7Fj3hGPmavqf/3yv3vviY//3sOHXj6iw/V/TqtbsJDj0eHNZDjAB/fDx99esyEN7Pzcr/4fabrtvKDeu6Oe4Sj3cVTN98p04KcvNw3pk92nTC025V92yk9pWVENPvf5TJ+KPlZkgJ9/MbdfGdZTqgAOaetbFD/TbigSmJASZRRAmqoLbNnv9qyxdm2wxuVfk3rf/5JjvcsXSou1rY/5sl7kI91thPSDh+W57iuvtej+1cjR4ryc2z3bvkEFox/T1Ridptt06+/ZieXtaQmAAAAAFyKkjOJcqwubkjOy7YLCrVfsIGduk5+5uXIuvXUq7UCAru2bDPxqeefufXuc9+wVkDQr29MaNEwUo5bRTV+6a77f3tjgkdxVSutVvvxo0/PfO29Yd16yeRATuI3qhcmp9HnvfOxqyXyeR9a3tvvb34QGhxi0OvbN2nWpLjGkYucqZ/52vhujv4KQlnf4HNF4yYv3jnq+5fePMd0s5wlX/rxV3dfPVzOvMuHkMmBnGFf8vGXzRucspKjf3vn2gWZMaiDbsWDQZ26iXLSt12nTx57Wn7sMiro2abd18++8sKd95/3Vp2atVzx6ZRnb7tHfrzyQ5A3l/nK/PGfXt+rf4l77rjyi6mjh1/fKrKRzGxkOvLo9Tf/PeGzED/n0uSnRt4uP1EylZGfAaE0tdbLOOeLJ59Xj8qr3zz/vxv7DFCLWcm/wcb1w+8YNHThB1+ofS/Oe0IFSM5zNpAz6wwEDCgXrGwAarTAsDD/evVP3+/h4yMuv6ykpM+vvabVkCGthw4TNdiCCePXTp/++N8LBIAa5umXJ4wY3LdHl3YCAACgYsmJRVvxONjDnFaYl28tOp6bVcfsK6q7fz/7+oz75Qxvwu8LS+28b8g1ciu5Z/knX5U6Z0jXHnITF65No+hFH0w6xwndW13RvTgJOKPzPrR8iA2TfzjHCTLtmPXaBb8/TyYfbz3w8LnPefXeMXIruefanv3kdvqZp/+NNIuIPP3v4mxu6D1Abmc8tPeH3892qwAfX5kNyE2cXS3/wFfuGX2OE2Qgoa5jOCP5FSUTI7ld9AmX28FMZ/vrIA+zOLnayS5Y3ICLRdgA1Githgzt8/BZXx90vPkWuYnLxlpYaCmgBZkoyM4WAAAAAFDxHHOLEd6B+7JS5LXDmSk1IWwAoDrk+MaXIjz9xCkxA4uccJEoowQAAAAAAFBzNfRxthZwzTwCqAlkvqgOIr0CZcag1Wo1xQRwUVjZAOCs1v/8059vvHHzJ5827dv32O7dk268YcRrr3sHB2/67deD69ebfH0bdu4y6JlnjGaz6yZHtm5d/e23B/5bGxIV1Xro0JKHStn4yy/zXvufHGz+7Te5XfPGm1dc41yaenzv3vlvvXksJsavTp2I9h2633OPf716rhumHz3655tvJO3fn5eeHlC/fqvBg3vcP0qcz/b5f678+uu0I0fqNGkS2aVL93vuNZhMrqMH1q5d8eWkpH375DgwPLz3gw826nGleqiMH/i5n1VuWto/X30Zt3ZtWny8T0hIrcaN+z7yqLyUhz7o1zfz+HE5+OiqQfKhH53/lwBQY4x/bZwAAABwH3VWsYG3swb9oQzCBqAGiUtXmkf66jxMrp4NpAy4NIQNAC7Aup9/ysvM7HTzLc0HDFj3008bZ82UV2/64AP16M6//5r19NMmf/+WVw+2FOQv/ugjr8DAs91V3RbNu95115pvvw1t0bJJn94yA1D3ZyYd/+bee+TMfttrrjm0cZMMPPavWvXQ7Nl6Dw95VOYB39xzd352dpM+feSc/qENG+SjZCYlDX7+hXM87X3//CMfqEGnTg07ddq1aNHyL75IOXjo+vecVSk3/frr3Fde9q1du8VVV8ure5Yu+X7MGJkutL3uujJ+4Od+VtaiInmHCTt3yI+0/U03Hd22bc/SpQc3bHxk3jyvoKCud961ff58eVR+NvzrhgoAAAAAqBDq3KK8PLmyIZOwoSJs/eYXgUsTHRZR9qYOOKPjuVmFNosc1Pf01aj/IGg0JVc2sL4BF4GwAajRtv/5R/yWLaV2Dn7hheCGDc94fsrBgw/Pnedbp44cN+3bb8ptt+5auCAvI8Pk52ctLFwwYYKHj8+9079Tby6n0b++43ZxFnLm3eznLzOA2k2ie40Z69qffeKEnHYf9PQzcmyzWn96+KF9//57YN1/ja/sKffMf/utwry80b/MrB0dLa/abbb5b7217scfWw0eEnbFWbtmJR84cMsnnzbp21eOez4weuL11+1cuGDoyy97eHunHDr019tv1WnW7I4vv1KjkV6jR3876v6/3n2n8ZVXeoeEnPcDP++zOrh+ncwSeo4e0/eRR9R7WzllyuKPPtyzZInMHuQHmxS7X57Q+ZZb/evXFwBqkriD8YGBAf6+3gIAAMBdNJoGPs53ie1MSRQAaoZdKQnqIMzDRymgpHWWUZL/JthZ4YCLRc8GoEZLjY+PW7um1FaYm3O28xt27qxOuEsGk6l+G2V+PydFefPLgfXrMo8da3/DDa6golbjxu1vvFFcIL2HR++xD6pjrU7XYtBVcpCRoPwIPLpj+8F169pec606py/Jn4QDnnhCDtZ+//057jOiQwc1aZDMAQGNevSwWSzy2cqrW+bMKcrP7/vwI65FGDJg6PPgQ4U5ORtm/lKWD7yMzyr96BGZnajjjiNHPjzvj5IrJwDUTBOnztixK0YAAAC4g/r2ZbnV8vSp5aG8+2F3amJ2Ub4AUAP8lxinDqK9gkTxcgbXagaWNeDisLIBqNF6jRnb5+GHy36+d3BIyatGs9L2wFpUJBy9DeRlaPPmJU8odbUsgho08PD2LvGIynregpxceZkcd0A46iytmDSx5E08fX1TDh44x326YgCVV6DjPnOV+1RvWGpVRHjbtvLyeExMiadx1g/8vM8qon0H+UFt++OPozt2NOnTp1HXbg06dTrb2hEAAAAAqDCukikdguvPP7pH7lmdEDcw4oJ/jwNQ5fx3zDmRcoVvXa2DRqsVNIjGpSFsAHAB1En2Uuw2m7zMz1bWQ5gDTmnS4BNSS1wgnd5wynX1J5zdLi+ykpLk5d5ly+RW6lapFsu57tNgOPUuT95n5rFjWr1erYbk4hWkpBHZycmuPef4wM/7rPQeHvd88+3CCeO3//nn6mnT5Obh49N68JBBzzyjNqIAUGMN7NMtrH5dAQAA4D7KtKJW0yEwTA0b/kskbACqP4vNtv7YQTnw1OijvYOURU5q3qBhTQMuCWEDgPJh8vGRlzmpp/QTy8/KEuXHp5YSXVz75lttRowQ5cQ7ONhmsbi6L6jU+kgmf/+y3ENZnpV8lOveeXfYK68m7d+XuGvX2u+/Xz/jZ61ed/X/PS8A1GAD+nQTAAAA7uCcTyxuCdu5VoS6f93xgwJAdbcp6ZDVrryBsq1PbZ1Op1GDBo2GvAGXiJ4NAMpHnWZN5eWR7dtL7pRz6+e6zQX+9AoMD5eXhzZvKrnTbrP9O/mrDb/MEBclICxMXpbqkn1482Z5WbdZmd7Oc95nFbN8+aynn045dMhgMtVr1brDyJvv+nqq0ctr/6pV6sn8FAcAAADgFmq9FDm92Mg32N+grOfefPxwvrVIAKjW/kt01VCqI+MFNW/QaKmhhEtF2ACgfIS3a+9Tq9amWbOO792r7jmxf/+qadPOcRO1ulFRXln7j9Vr1apu8xbyIfYuXeraufa775Z8/HFW0glxUa4YPkKr0y397NO8jHR1T05q6vKJX8gfrs0HDCjLPZz3Wdlsth1/zd/066+uo9aiIkt+vn9oPfWqWjmqMC9PAKhhFi1bfehIogAAAHAftUm0nGrsGFxfXrXabcsP7xUAqrVFh3epAxk2qDGD1pE7yn8N7EIQOeCiUUYJQPkweHqOeO21GY8/PvXuu+Q0vc5g3Pn3X2Z///zMzLPdRB718PHZs3TJ9Pvv7zhyZLPzTe7LVGDE//734yMP//ToI0369q3TpGnKwYNyHj+8ffvu99wjLkrtJk2ufv75v995Z+J11zXt189mse5dviz7xImhL71cqq30RT+r6J49w664YtXUr7OTTwSGh9ttts2zZ2v1+r6POFtz+9VVKrbPfHpcUETEzR9/IgDUGAuXrTaZPCNo2wAAANxEnVFU6qZoNb1rN1qUqKxN/23/5qsathQAqqmE7HS1YYOfzqO5T4iSNThWNtAdGpeOlehVe/cAABAASURBVA0Ayk2jHleO+unnJr167V22LGb5ssZXXjn4hRfOcb7OaLz62efkj7SjO7anJySU4RFEnWbNHpo9p89DD+VnZKyZ/m3ygbh+jz1251eTjV5e4mJ1HHnz6F9mNrryythVq2JWLG/YufOon39uf9NNZb+Hcz8rmSvcMH6CzCG2zp277LPPdi9ZEt2z1wM/z6jXqnXxExgZ1rbtif375VaUX9Z1HgAAAABQDoorKV0d1syo1ckdiw7tyi7iFxOg2volZoM6GBQUqdXq5LSMzBt0jksaNuASaex2uwBqBvnVbrPZrFZrYWHhzCUnPvs1tUNz33cfaywqN+VpW60WS1Fhfl5h765yj/9ttwU9/oQATpP991/HX3pJGbz1jq5FK09Ps4fJbDR66HR6x6sHAmagcok7GB8YGODv6y1wIa55cktWjvWVOwzNG5pVHh4eer1exz90AHCZ2R0s8peToqKZ+zY8sGZGq+DQpdfzu0kV5vw12WK1FBYV5Bc8uubXvxNj5P4Pe4+8uUlHgcup0FL01dzf7ht6jcnoIa8mZ6S3vlt509s1V/b94snnBISYt2rF6AlvysE7ox+986qhAuWky09vH8pMkYPJzYa2CqzraTZ5mD09PD2MHkadXskeWN9wEe5a+O38AzseDe88qlEX9ZcUT09Pg8Egf0+pUZ9Pfh8DAABwj8gGYSQNAADAvZxlU7TK4oYRYc7qSb/t3yxwOf393+ruY+9567uvrVarACrQtuSjatIQZvRp6hOsvDFR+U+rNmygkhIuEWEDAAAAAABAzeVo26AUU+lZN8rX4Cn3/HskZn96ksBl8+Pi+UeT+QzDDabvXKUOrgqK0jmSBsem9GzQqnWUgEtA2AAAAOAeT788YeXaTQIAAMBNnG9hdmxyntGg1Q0JbaoemrhluQBQvSTnZf8Ss1EdDwpuJL/r9Xq9I2nQ0LAB5UIvAAAAAAAAUFOpDaLVdzffHtnux4Ob5Z4ZMRvGdRxU18tP4Jy+/nP2S1O+ONvRB6+98cU7R5Xa2ejm4bkFzhbc0bdeE+Lnv/WbX0qecCAx4eOZPyzZuL5+rVojruz9wNDrSjam+u2fJZ/99svhY4keRmNEnbpP3nRH/w6dxNnZbLY3pk9ZsG710RMnAnx9m4ZHvPnAI5F168lDMfGHBjw5tshikfe/7OOvGtcPlztvfvW5f7Yqb4h55ta7H7/xVjk4dDxx4uyZa3duP3w8sW5QcJPwBr2uaH/HwCHqs1q8Yd2db74oB7NeH79k47r5a1YmpiTXD6l1fZ/+j15/87s/fCP3HEtNadO4yfDuPe+6apj6rMZMeHPuqhV1AoP+fv/zz36dIR/xSNLxFpFR48c+Hh0WcY4PZ0dc7POTP409eqSgsLB+rdry8/PEjbcJlM0XW5cX2ZTKXd1969c2eas1lJTWZ46VDYICSrhkhA0AAAAAAAA1lzrBqOYNUX4hg+pGLzy2z2q3fbX9n1e6DBOoWFv27R7wxBg1jUjJTN+6P2bR+v9+fX28enTi7F9e/3aKOpbnpGVlyon+9x58/PYBg892h3e//criDf+p4+OpKXIb9NRDs157r02jaDmt//Qtd7313dcykHjq8w/mvv3RrOWL1KSheYNIGRXIwYmMtOtfHJeQfEK9BxmEyO3v/1bLSf/xDz5e8oGe+eKjuMSj6lgOxv/47cJ1a+TzV/es2bFVbmYPzxv7DHDdJCsvr//jY5Iz0tWr63fvHPrsY/PHf9qoXtgZP5bVO7be/voL+YWF6lUZlshH2Xvo4KRxLwicT3ZR/vRda9TxXaGtdXq9TuYMakdoR9cWNWkgb8ClIGwAAABwj/GvjRMAAABu5ZxelPOMWrvyNmetdmzjbgsSY+T+73atfar9AG9HFwecTdvGTZ686azvrO/YrOXpO7976Y03p3+9KWa3HH/7wut+Xl4ljx48ltivfceb+gySScP4n6bLOEHO0ccmHIkKrS8PvfPDN/IcGRLcMWiIUa+f8sfsfUcOvzr1ywEdutQOCDz9sWR4oCYNfdt1vKFP/9ijR6bMm52Rk/Xcl5/8Nf4zuf+ha2+at/qf7bH7NuzZ9eXcXz+Z9ZPcadDrv3jyOXXhwqTZs9SkYdTQ67q3anMoKfG9H6fn5OX+tXZVqbDhyImkaf/3v24tW0+dP/fdH6bJPTJpGHfLXfdcPUwGGGPff0vumbd6RcmwQd6Pr9n83Ytvto2OnrV8yatTJ2Xn5b45fYq8n9M/liKL5dlJn8ikwd/b574hI6Lqh81ctmjZpg1zV624rle/gR27CJzT1B2rc4oK5KCjd92mPiHKcgYlbNArDaJl3kANJZQHwgYAAAAAAIAazVFJSaOUVNHrmgTU6l0rasWJODkv+fWOVY+17Sdwdu2im8ntgm7StUXrQF+f4nErb5O55NFgP//Jz7ziaTTK8aFjx76cO0sOEpNPyLBhyrzf5IS7vDr5mZfUkkddW7bp+fB9ufl5Py9Z8NgNt5z+WBNnKzevHRj0zfOvyYllOa7lHyCn7GUMsH73zo7NWsi/+olPPd/vsdEFRYX/m/aleqsnbro9OqxB8fi2Pm07HDp+7LYBV6t7NuzeLTOD1KwMu91ecnp6SLeegzp1lYMbe/dXw4YAH9/HbrhZflmN6NH71WlfHk9NkR9RqWf44l33y3BFDh4Ydt3GPco9L1i3RsYbocEhpc6U+2OPxsvBc7fdc+dVQ5VH7HJllzF3JqYkT5s/m7Dh3Aptlq+2/aOO7w5t40oaHD2idY64ke7QKAeEDQAAAO4RdzA+MDDA39dbAAAAuJ0jcFBnIMc27iLDBrnviy3Lb2/WOciTlytntSlm99KN6852tGOzlr2uaC8uRLsmzdSkQaod5FyskJOvVFXa75hql56b9InrfPn3Jif9jyQdO+O9xR49Ii9z8/NHvvKsuic7L1cdxJ84JsMGOYisW+/lu0e9MPlzdb+rgJJKZiE9WrftZCmSH+myTeuXbt6wZd9e9VB+UaHJ6OE6MzK0njrwMTvjk6YRDeVMtnOnyXxcpLge3aV9k+au8RXR0TJskIN9Rw6fHja4PvzpC/6Ys3K5Os4rUN6qH5+UJHBO8ns5JT9bDtqYa7Xyra131FDSG9RlDWoJJWoooRwQNgAAALjHxKkzRgzu26NLOwEAAOA+rklGtW2DTq9vHRQ6qE7jBcf2ZRbmvbJ63md9bxE4i8379n7wyw9nO/rgtTdeaNhgMp6sW2XQOSfuLFalqa+rccKandtK3epYavLpd3U8LbXQUiQHWbk5p98kMSXFNR7QsasrbOjfvlPJftRpWZlPT/xo4bo16nOQh3zN3hk5Wcr41IlpD4NBHbgmrL1NJtdRrSN1kLlIqafh5Xny4/Uxe7meuTiN68PfdTDutEOEDedyKDPlw42L1fGY+u3UVg16g0EJF/V6tTW0AMoDYQMAAAAAAEBNp1ZS0qh5g073bLM+/yQdyLNZft238ZYmHbvXayRQIc7x1vIQ/4D9R+Pl38/hWfPL8g70IF8/ebLVZu3e6oqZr713jjPHff6Bazxxzqxre/ZtEt5AvfrIR+8u3bReDkb06DOiR6+uLVu9OPmLX1cskXtcqxZUWo221N1qy/AkjyQlBfn6q+OEE87MoG5g0Oln1vJ3nvbrGxO6tmgtUGZPrPil0KYU4Boa2KiFY1mDkjQ4u0OrKxscSxuIHHDJCBsAAADcI6phmF9xuV4AAAA3UicZ7RqNjBnsepuciKzj7ftQoy4TYlbK/U/9M/Pfkc8YTp1Zhuq+IdfITVwg7UV9MuuF1JKXMjz4d9umnm2UBRM7D8R99tuMlpFR/dp1bBrRsNT5cjK5blDQkRNJ22L3pWSmq3P6M5ctWrd7R/MGkUO6XVnLXynT9MuyRf9s3SQHUfXCYo/GF1ksj3064c93P5az0DabbfmWjfJQ2+imE5/6P/Vu1WUN5eWP1f+0aRRdPP5XHUTUDT39zHq1aquDf7ZsVMMG+VQf/vDdRvXqd27RUv2E4HRzY7euSYiVA1+d8YF6bdWMQWdQEgedo1sDyxpQjrQCAAAA7jDmnpGtmjcWAAAAlYO6uEHt2yAnIu+I6tDIS3mD+aHMlE83LxUoP54GZ1eG6X//+do3X5XxVtf1dDbrvu/d17/4feaKLRufnfTxnJXL3pw+JSEl+Yw3ubZnX+EoozT8ucdnLF0oZ/NfmTrph0V/vfHtFLVftAwhXpryhVDKN3nMfO29Hq3byvG2/TFqZ2n5JaGWcjqadFwtbbR+985lmzaqd15ktYhL9tW832T+sXDdmlHvvaZ2Zejask14rTqnn9m/Q2cvRzPtj2f99OLkz5dvVj78eatXfDjzh5XbtgicSXZRwUurZqvj0XXb+nualabQMmkw6J2pg865poFlDSgXrGwAAAAAAACo6VyLG1ydGwwGw/9a9r/tvxly/4ebFvULb9YmpL5AeWgcFqEO3pg+WV4+f8d9ZblV77btn7r5zvd/np6Tl6veUDW025V923U8400eu/HW3YfiFm9YdyAx4YlPJ7j2v3DX/YE+fspDf/mZjCLk4PGbbqsTGPTumMd6PXKfxWod/9O3V3fpHhVaX975ryuWJKWndX7gjnZNmq7fvcvTwyPH0ec5IfmEPEFcmtoBgY99Mt51tZZ/wLtjHj3jmSF+AZ8//uyDH76Tm583df4cuan7o+qFjbnmBoEzeWzZz0l5ykqU5ubgIbWile9qo7LpHdRlDcQMKEesbAAAAHCPRctWHzqSKAAAACoNZd7RsbhB75iNbBNc/85w5a3uFpvt7gVTMwpyBcrDYzfccs/gEfKTXTcoWM7m5xcWlPGGT428/fuX3hzevZf63n/5tyTv6osnnz/b+WYPz+kvvPHmqIf6te+opgtBvv6fP/HsvYNHyPGCdWvmrf5HDiJq1x0zQpmvb1g3dOw1NwpHhaJHPnrXbre/9cDD/Tt0lnsKLUW7Dx58YuTt0557Rb3zpZvWiUv23YtvXNW5mxzUD6l1/9Brl30yuVG9sLOdPLBT1wXvf37HoKHNG0SqXazlp+LXN8arHxpK+XbX6vkHtsuBSat/qeGV6je1culo2EC3BlwOrGwAAABwj4XLVptMnhH16woAAIBKQJ1wVOZwdXa7TSsnJW0222NNemxIO7Ir68SxnMzRi7//acgojWBe8lLpdToZAMjNtcfbZE74fWGp087YEKJvu45nW8dwNjLYuMeRLpQyqFPX0x/0/26/V26uqz5mr+kvvF7qnJK36t+hU6k7OePHsvyTM1eLCvLzn/rcq2c8NKx7L7mV2hkVWv9sSx9Q0q6UhBeLCyj9X1jXeiZfJWgoXtag0+tl1EC3BpQ7VjYAAAAAAACgBI3auUFh8vT4oM0Qb53SY2DFkZiPNy0RACq3zMK8O/+earHZ5HhoYKOeQQ2UPg0yZnAmDcqyBqVBC8saUN4IGwAAANxj7L0jWzaPFgDaPdC9AAAQAElEQVQAAJWGOvOoddRWkdORasWVer6Bb7QYoJ7w3voFCw7uFAAqq0Kb5Y6/ph7NTpfjCA/fx8I7yW9kg6Nbg9IXWu0OrdNpHEmDAMoVYQMAAIB7RDYI8/f1FgAAAJWJpjhw0CltopXmDXKOsm9o41vrt5ZH7cI+atH0zUmHBYDKx/Ed+t26Ywfk2EOre71hbw+DwVDcF1qSsYNWSRqcCxrIG1C+CBsAAAAAAABwCucCB0cxJXWm8qmmPTv4h8pDRTbrzX9O3p+eJICLNWncCwm/L5RbsJ+/QPl5fuXshY61RzJDeDW8R4SXvxIwyJjBw6g3OFY2UEAJlxNhAwAAgHtMmjZj+659AgAAoJJxFVNyLW6Q05Senh4fXTE02itIOCrC3zBv0rGcTAGg0pi4ddk3O1ep42fDunYNDNcbXWsaHNWTHN0aKKCEy4ewAQAAwD1iD8RnZGYJAACASkmZjtRoThZTMhj8zN6T2l1T39NXHj2em3nDH5Oyi/IFgEpgbuzW19b+qY7vq91mUHCUWjfJ4GFUlzU4koaTrRrIG3A5EDYAAAAAAADgFOpEpLPeilJMSae+RTrYy+eLK4YH6D3l0dj0pOvmfpGanyMAuJVMGsYu+V4dDw9sfFvdluqCJIOHs1WDTlnWoNZQooASLiPCBgAAAPcY/9q4Hl3aCQAAgErJ9fZnjVajTFPqdeq7pCP8gmTeYNYZ5NHtyQlDf//0aHa6AOAm3+5aPXrxdza7XY67+tR7PLyjDBiMkoeyyZFaQElHASVcfnoBoNKzn3rVkppasHu3AE5TlJgoAAAAAKCcnFzfIH8ztesdTWflwN4ssM6kK0Y8svWPDEv+gczkwb9/PGvYmMb+tQWAivXGf39+vmWZOu7mU+9/kT0dLd3V6kkGNWlQwwYKKKECEDYAVU/2X3/JTQDnVHJdJK8kgMop7mB8YGCAv6+3AAAAqKycv00otZSUN8LJpMFot8tdrYNCp7a99sFt844XZCflZg39/bOfh4xqWytcAKgQNrv9kaU//bZ/k3p1WGCjx8M6OlY0GI2eHjJskAxGg0waSjaFZn4AlxVllIAqgoJ6uDAa+VLC9WVjFwAqo4lTZ+zYFSMAAAAqPUcxJa3aLNoxfWkwehgj/YO/aXddhKefPCGzMO+aOV98t2uNAHD5Jedl3/DHJFfScE/t1k+EdVKTBrUjtPy/3pE06PR6TXGfBmaWcLmxsgGoMjRanea5F4uKCi1FhVaLxWq12Gw2u9yEnZ8WsNvtarrgaN6m14bWU0bqOxf48gAAAABwCeSvFcpvHFqtTU4k6YVVCIPdoB6qI/ymtrvuoa3z9uQkF9osz/z76z9H933UZ6SX3kMAuDxWJ8SOXfx9Ul6WcsUungvrOig4Um90Vk8yeso/ysCxpkGncXR5J2lAxSBsAKoAjTphLCeRBw22FuRrCgtscrMUWW1WJWyw87Z1KGyO9xoJ+UpCKdBoVCIHGVDJlxWC9y8AlVRUwzA/Xx8BAABQ6ZXMG3SnTiYFaTRft7vuvZh/5hzfI6/+EbdtV0rCtEH3RAfQwgEoZ3Zh/3jTkvEbFqjtoH21xlcierTzD5W5Qsk1DWrSoNMrBZRIGlCRCBuAKsCxXFUhf07obQb5Ck/useh0NptNeUM7NXIglFccxZmUVq836PTKumZlkXNxWUYAldCYe0YKAACAKkLNG5TfL5RfTk/ZL73YtHdbv7pv7fun0G6Ny0ge9OtH7/e+8bpG7QSAcpJWkDN68Q//HnEWYm1mCvpfg561TN7KBICMGBwdoeX/XdWTXEmDACoKYQNQRchJZDlxbLPJHyDy54RVp9MZDOqyBlY2QOVcvyBf9yuFlPTyj9xOFlMCAAAAgEtz8jeL4rxB/S3E7hgMDW0a7RX0zK4FRwqy8q1FDy35cU7s1te7jQj3CRQALoFd2Gfs3fDmf38m52Wre24IajK6XjulclJxDxWZNMioQcYMpycNzAmgwhA2AFWAcw5Zo6xsUMdyEtnmIH9eEDZA5XifkVAXwWjUzg06pX8b3cWBSmvRstXRjRtG1K8rAAAAqohSeYPdMbWkLseXl020tb9rd/3/9ixbnnZInrLw4M4V8XsfvqLPw237euoMAsCF25N67LHlP287cUS9atLqn6vfpWdghE7JFQxqI2ijUjdJDR7UjtAakga4BWEDUNmdslJVXhXKDwy5R62hJICSHK8higsyOlMHXl4AldbCZatNJk/CBgAAULW4fsVQ+0U7y8Er/ym/r/prte+2vOrvYzGfHFybUpRXYLW8v3HRLzEbXus64qqGLQWAMssszHvzv/nf7VrrKqDdw6few/U61lZLJznaQRvUsKF4TUPJjtCCqQBUOMIGoApw/WzQ6JR3qQu7Vo5PFlDiBwdU6peDax2D5iQBAAAAAOXnlH7Rzl8+hOstT3Kuc0i9pj2CIibG/fdr0m75m0p8Vto9C79pXzvikSv6DmrQQgA4p9T8nEnbVnyzc3VWYb66p5be9HRYl/a+dZV2no41DQajM2yQlFUOjmrKmuJ20EwFwC0IG4CqwfVDQr5wUwdUT8LZnEyneCMDULkN7NMtjGUNAACganLlDXYlZ1AWOTizBmdZV52/Vjsu+sphdZq+uW9FTF6qvMnG44fuXjCtSUCdh9r2vjaqnb7411sALgnZ6R9vXjJj7/oCq0XdoxOam0Oa3167pclo1OkdWYNjNYParUFeOjo2yj9akga4HWEDUGWU+lHBTw6cF18kQCU3oE83AQAAUGW5qv6q74pTFzcIZ9NBtfGgtrmu9jdtr12aFPft0S378tLkaXvTjj269Oc31vx5XXS725p2buRfSwA1nowW5h/c/sve9f8c2WcrfnepXmivCmh4a60WdUw+ysoFZfmCkjQ4wwaDEjOopZNoB41KgrABqGL4mQEAAAAAqCRKrsK3F1dT0jpiBscEqPIubF2hfkDd6L61ov5NPjDtyJY9uSny/KS8rElbV8itdUj9kdEdrmvczt/DLICaZ/2xg7/EbJgTu8VVMUkyCO2QgKhb67QI8fBSvo8cMYMMG9QW0AplQYOyjyYNqFQIGwAAANxj0rQZ3Tu3a9W8sQAAAKjKXLOc9uKVDa6SShb5R06H6nWWIkvv2o16BDVYk3Lo6yNbducmq7fdduKI3F5YNbt3WHTH2g3b1w5vVyvCx+gpgOprf3rSxqTDm44f+vfIvgOZySUPGTXaawKjb6zVLNjDrNQjc9RNUps0OMMGmTA42jPIA44WKVpX3SSSBrgdYQMAAIB7xB6Ib9mMpAEAAFQHJUsqOS41Vq1NraSks8i5UYtOX6RMjxbpetSK7BoUsTfzxJKUuEUpcUlFueo9LI+PkZs6bhJQp2PtiBbBodEBdZoH1WXRA6q6fenH96Ye35N2bHPS4Y3HD2cU5J5+TgfvOn38G/TyDzc7Fi/I7x01V5Axg9yh1lBSBo72DCxoQOVE2AAAAAAAAIBLVXK6U6PTieLFDWpBeZ3yHm2L3mC1FBVZiiwt9HWb+tUaE95he8axxakHlqQezLAWuG6+N+2Y3FxXg03eTQLrNAuo6+fBigdUGTa7/UBGSkz6sV0piec4rYUpuK9/RJ+ACH+Dp/rNomQMOufaBceaBvWq3tGewfENxYIGVFaEDQAAAO4x/rVxAgAAoHo5tYuDo66So3OtWhDGarHKCVOZN8iBjBxsVkM7Q1ibgNDHGnQ+kJu+M+vEzuykXTknDuZnihLTp8l52clH9686ul8AVZ9Zq29mCm5mDmruFdzcK8TP4OHM5RyZnNYZMzgWNDhSBp1jfYMaM8jjQsOCBlRehA0AAAAAAAAoN64JULWLg0Zrd4QNdpvVMVtqtTouZOogAwerzBssFovBamtq9GjsGzLc2sRus2dbCnZnJx/ISzuUn3koP+NQfnqGtVAAVVO40TfcwzfC0y/Mw6eRKTDS7O8KDJQIoXgBkFocydWPQacqjhnU1QySKNElRQCVDGEDAAAAAAAAylmpyEFobK7IQU6k2mTaYFEuLTJ1sMqBTW5yn/xjs9kNVkMXk1dnW5hdsikXmUX5h/IyMi0FhXZrvs2SbymSlwV2m8VuExVLPqGCgiI58PAwMtsLF/nF4KHReWh1Ro3OU6uTYy+9McjoFeHhoynROF1ttFDc2sRxxZE3OEIF58IGZ+SgdmU4tWgSMQMqOcIGAAAA93j65QkjBvft0aWdAAAAqKZcjaPlzKkcqJGDjBPsOmV2VQYMOqtVxgmOnMGmJA3K/+R1u1XZ7xjabHKCP8hoCPTyEfaTnA9gFxUpP7/w2PFUvVlXp26gnA0WwOmKgwBXMKBRe6Y7aos51jSoEYLWGTyoAYMjeHAkDc51DOrlyZSCmAFVAWEDAAAAAAAALpeS06Nq5KDR2oVdq0QJOrvOplOyB5uDtThesKt7ivc74gdnxuC6sJ/MGUqOL5/U1My4A4l+fl4NIkPVajZASaf0SHfGA3Z1WYO6lEFNF9QuJpri9Q3OFQzOsEFb3FmdmAFVEmEDAACAe0Q1DPPz9REAAAA1wymFlex2Rx0ZJXWQSYG6fMFWHDCo1ZNszoHyP2EvvmoXokTSUDExgxSz70hs7NEGEXWaNY0QzPpWOzt3HZRfch6eBk9Po4fRqAw85MBwcX/XJ+OB4rDAFTloXdlDcT0lda2DxllYqXTGIIgZUKUQNgAAALjHmHtGCgAAgBqm1BSqukZBTrzKkU7o1EBB3esaqzGDsItTaig5LisgbLDabP+u3BZ/JKlzp+bRjeoLVEd6g3Hr9v2ldsrpf09PD7PZw2RSNjkwmzw8TcqlvCpjibOFAEqcJkSpdQkadW2DI11wxhAnOzGcPFvQ/xlVGWEDAAAAAAAAKlSpgjOiODbQaB3ZQ/HqhRKlk5zRQnHQ4DxHXGb5+YVz/1ydnJIxbEjXiPA6AtVUk+YN/tuwRwZLpfZn5RaI1DOc72X2GHXfsLPdm/NL2pkgOPdoSraJ1gjXXnFaukDMgKqLsAEAAMA9Fi1bHd24YUT9ugIAAKCmKjWv6goe1L1nWsdwMpkopdyzh7S0rB9+WlRYZLntlgG1awUIVF9BQX71w2rvjTlcprM1YtxTt5Ted6aE4GTbhhLLHcSZcgUCBlQPhA0AAADusXDZapPJk7ABAABAnGuutnSKcO6r5SU+Punb7/729vYaff9wXz8vgequTeuo7bsOlOXMN1+7/xxHz5ifqbRnPwRUD4QNAAAAAAAAqEROn64tmShUwBTt9h1xP/68OCK8zj13Xe3hYRCoAZo1b2jy9MzJzTv3aZGRoTqdTlwU0gVUe4QNAAAA7jGwT7cwljUAAACUQUXO0i5dtmn+3/+1bxc98sY+Sjtf1Ax6va5jx6bLlm8+xzk+3qaxD4wQAM6CsAEAAMA9BvTpJgAAAFBp2Gy2GTOXbdwUM/iqzn37tBOoYbp2aXGOsEGn1b7y0t0CwNkRNgAA2TQiogAAEABJREFUAAAAAKCmKygomvrN/IOHjt11x6BWLSMFap7AAJ+oyNDYuIQzHh39wDAB4JxYCwYAAOAek6bN2L5rnwAAAIC7ZWRkf/zZrwmJyQ+OuYakoSbr0qXFGfebzR4BAb4CwDkRNgAAALhH7IH4jMwsAQAAALdKSEz58JNZFovl8UdujAivLVCDtW4Z6WU2ldoZEODz2iv3Bvh7y3FSUlp2dq4AcCaEDQAAAAAAAKih9sYc/vTz3wIDfGTSEBTEW9drOp1O265to1P2aLUvPHe76+oPPy9+/6NfDh46JgCchrABAADAPca/Nq5HFxoPAgAAuM3a/3ZNmfpnk+iwB8dcYzZ7CECIjh2alrz67tujS1696Ya+Oq3ux5+XCACnoUE0AAAAAAAAaha7Xcydt/LfVdv79W1/9aBOAigWGhocHl778OHjctyyRcNSR+uFBj315E2pKVRDBc6AlQ0AAAAAAACoQYqKLFO/mb9qzc6bb+pL0oDTde3cXDhaNdx951WnHzV5etSrFywHqamZH3/26/GkVAHAgbABAADAPZ5+ecLKtZsEAAAAKlBWVu5nE38/cDBx7APDO7RvIoDTtG4d5eXlWbJVwxkZjAaDXvfxp7/tjYkXACijBAAAAAAAgBri+PHUL6f8odVqHnv4+pAQfwGciYfR8L+X7znvaT7epgfHXLNg4fq6dYMEAMIGAAAAd4lqGObn6yMAAABQIfbHHp36zXyZMTxw31AvL5MAysOggR3VwfGkVINeHxjoK4CairABAADAPcbcM1IAAACgQmzYuHfGzGVNm4TfeftAg4EJMZS/v/5et2fv4SGDu17ZvZUAaiR6NgAAAAAAAKA6+3vBup9/WXplj9b33TOYpAGXyW239G/WNGLdul1Wq00ANRL/vAIAALhH3MH4wMAAf19vAQAAgMtm7h+r//l36zUjruzRraUALhuZY911x6Dc3HydTnl7d15+gcnTQwA1CSsbAAAA3GPi1Bk7dsUIAAAAXDZz5q6UScNNN/QmaUDFMJs95WVqauZbb3+/ZVusAGoSwgYAAAAAAABUQ3/+tfbfVdtl0tCpYzMBVCCTyVi7TuD3Pyxcv2GPAGoMwgYAAAD3GNinW1j9ugIAAACXgUwali3fTNIAtzCZPB+4f9iVPVpHRYYKoMagZwMAAIB7DOjTTQAAAOAyWLh4PUkD3Mto0I8Y1l0d078BNQQrGwAAAAAAAFB97Nh5YOGiDb17XUHSgEpi4qQ5v8xaLoDqjrABAADAPSZNm7F91z4BAACA8pObmz9j5rI6tQOvHtRZAJVD507N163fvXDxegFUa5RRAgAAcI/YA/EtmzUWAAAAKD+/zf63qMhy1x2DdDreYovKonu3ljabrUWLhgKo1ggbAAAAAAAAUB3s2XN4y9b911/bMyTEXwCVyZU9WguguiPjBQAAcI+x945s2TxaAAAAoDxYLNZfZi1rEFGna5cWAqiUUlIyJ02eW1hkEUB1xMoG1FAajUZeHknKn/z7UQEAgHtohchwbLgABYU2daD+NAcAAFCt+HdrZlbumAeGC6CySk7O2L//6OIlGwdfRU8RVEOEDahZ1FkJeWm32+XgWHLhz38fEwAAoKrROGi1WtdVAQAAarDc3AI5gdutS4tatQIEUFk1aRLWtk2j3bsPEjagWiJsQI2jzk00DPUc1MlscbAVEwAAVKD8tH8NpiidZ6jAhdDpdDJj8PdWLjXFBAAAqNn+WvCffI1wNRO4qPSuu66XydMogOqIsAE1kZySaBttbhauzc/PL3CQkYPVarU7CAAAKsTkmaJjE9GyMRPlZaUuZZBhg8Fg8PAw6vV6NXhwrVwUAACgRsrNLfhv3e6+vduaTB4CqNxIGlCNETagxlHnKSQ5QyGnKmS6IPeo6xsIGwAAFal+ncAAPx+TySRQNq4f4oZiat7A4gYAAGq4rdv3y1/qO3ZsKoAqYsOmmKKioq6daWaOaoWwATWLq9iCnJiQ0xNq0iDHrmUNhA0AgApz+zW9BMrMtXxB56C+acC1soGwAQCAmmzz5n0NGtQJCvQVQBVx6NCxbdviCBtQzRA2oAZR+0K7KjCI4gkLmTSwrAEAgCrBtbjBFTmoVwUAAKip0jOy4w4k3nA9b+NAVdK5U7M1a3fGxiVERdLCDdUHYQNqHHWSQhSvcpDzFCQNAAC3iD2UEBTg5+/rJVBmrkWKrshBU4IAAAA1z8ZNMXq9ru0VjQVQddSvF/LSC3f68bsAqhfCBtQsJRc3uK6SNAAA3GLid39eP/jK3l3bCFwINVRwVU8iZgAAoIaL2RffoEEdD6NBAFUKSQOqH8IG1Dil8gY1ZiBsAAC4hVoISOBCuJo3uC5LDgAAQE1z6NDxnj1aC6AKSk3NNJk9TJ4eAqgW+OUWNVHJ+QjmJgAA7jJsQNfIiFC1jRAuGj/KAQCoyVJSMiwWa/36IQKoavLyCt5694fbbxt4ResoAVQLhA2ouZibAAC41/CB3QUAAAAuwZEjJ+RlWFgtAVQ1JpNHgL/3scQUQdiA6oKwAQAAAAAAAFXS0YRks9kzwN9HAFVQmzaNgkP8BVBdEDYAAAC4x7xFq1s0aRgZXlcAAADgoqSmZoYE+wmgaho6uKsAqhGtAAAAgDvMXbj6wOFEAQAAgIuVl19oMtFcFwAqBcIGAAAAAAAAVElK2OBpFEDVdOjw8YWL1wuguiBsAAAAcI+nx45s1ypaAAAA4GLl5RWwsgFVV0JC8sJFGwRQXdCzAQAAwD2iI8MEAAAALkG+DBvMngKomnQ65Y3gRRaLQc8kLaoDvo4BAAAAAABQJTl6NlBGCVVV06YRYx8YQdKAaoMySgAAAO4x6ukJS1ZuEgAAALhYVqtNp2V2C1WVr485KipUANUFuRkAAAAAAAAAALgkZL8AAAAAAACokux2uwCqrD17D0/8co4AqgtWNgAAALjH5PHjBAAAAC6BVqsRQJWVlZUbG5dQWFhkNBoEUPURNgAAAAAAAKBK0ggNixsAoJIgbAAAAHCPmLj4kKCAAD9vAQAAgIujEUQNqLo6dmgqNwFUF/RsAAAAcI/xE2ds2h4jAAAAcLE0StpA3AAAlQJhAwAAAAAAAKomVjagKsvMyo2NTRBAdUHYAAAA4B7DB3ZrGF5XAAAA4GJpNRq7jbgBVdXevYcnfjWnsLBIANUCPRsAAADcY9iAbgIAAACXQoYNAgBQKRA2AAAAAAAAoErSyD/0bECV5eNjjooMNRoNAqgWCBsAAADcY96i1S2aNIykkhIAAMBFo2cDqrKmTcLlJoDqgp4NAAAA7jF34eoDhxMFAAAALpZGSRuIGwCgUiBsAAAAAAAAQJWkYWUDqrKEhOSFizYIoLogbAAAAHCPp8eObNcqWgAAAOBi2YXGzsoGVFlHZdiweH1hYZEAqgV6NgAAALhHdGSYAAAAwCXQaAQAoJIgbAAAAAAAAEAVxcoGVGH1QoMH9u9oNBoEUC1QRgkAAMA9Rj09YcnKTQIAAAAXi5UNqNJCZdgwoIMAqgtWNgAAAAAAAKBKUhpE2wQAoDJgZQMAAAAAAACqJJ1Wa7ORNqCq2rP38MQv5wigumBlAwAAgHtMHj9OAAAA4BJotVorYQOqrKys3Ni4hMLCIto2oHogbAAAAAAAAECVpNVpbTYaRANApUDYAAAA4B4xcfEhQQEBft4CAAAAF0Wr1dhZ2YAqq2OHpnITQHVBzwYAAAD3GD9xxqbtMQIAAAAXSymjZCVsAIBKgZUNAAAAAAAAqJJ0Wg1llACgkmBlAwAAgHs0iQoL8PMRAAAAuFgaGkSjKlu/Yc+4ZycWFhYJoFpgZQMAAIB7jBszUgAAAOAS6LRaejYAQCVB2AAAAAAAAIAqSavTWimjhCrLx8ccFRlqNBoEUC0QNgAAALjHvEWrWzRpGBleVwAAAOCiOHo2sLIBVVXTJuFyE0B1Qc8GAAAA95i7cPWBw4kCAAAAF0uj1bCyAQAqCcIGAAAAAAAAVEn0bECVlpCQvHDRBgFUF4QNAAAA7vH02JHtWkULAAAAXCytVksZJVRdR2XYsHh9YWGRAKoFejYAAAC4R3RkmAAAAMAl0Oq0FotFAAAqAcIGAAAAAAAAVEmOlQ30bEBVVS80eGD/jkajQQDVAmEDAACAe0yYNKNv93btWjUWAAAAOKfvf1i4ZVvs2Y6Oe3bi6Tuv7N5qxPAeAqjEQkOD5SaA6oKeDQAAAO6xNzY+LSNLAAAA4HyuvfZKs9mz7Od7eXkOGtRJAAAqEGEDAAAAAAAAKjUvs2nYkK5lP/+qgZ08PYwCqNz27D088cs5AqguKKMEAADgHpPHjxMAAAAom44dmm7YuDc2LuG8Z9auFdC5U3MBVHpZWbnyS7qwsIi2DageWNkAAAAAAACAKuCG63rpdbrznjZiWA+tViMAABWLsAEAAMA9YuLi0zKyBQAAAMomJMS/b5925z7nitZR0dH1BVAVdOzQdMK7Y1nWgGqDsAEAAMA9xk+csWl7jAAAAECZ9e3TNiTY/2xH9TrdkAtp7QAAKEeEDQAAAAAAAKga9HrdDdf3PNvRK69sHeDvIwAA7kDYAAAA4B5NosIC/PhlGAAA4MJERdbr0K7J6fsD/L379W0ngKpj/YY9456dWFhYJIBqQS8AAADgDuPGjBQAAAC4cMOGdd2151Bubn7JnYMHd/X0MAoAgJuwsgEAAAAAAABViZfZNOzU3gzh4bXbtmkkgCrFx8ccFRlKg2hUG4QNAAAA7jFv0eq4w4kCAAAAF65jh6ZyltZ1dcSw7gKoapo2CR87eoQAqgvCBgAAAPeYu3D1AcIGAACAi3XDdb08HG8J79CuSUR4bQEAcCvCBgAAAAAAAFQ9ISH+Vw3q5OFhGDqkiwCqoMys3NjYBAFUF4QNAAAA7jF8YLeG4XUFAAAALlb3bq1G3tjH29ssgCpo797DE7+aU1hYJIBqQS8AAADgDsMGdBMAAADlx263ixpGoxGtWkbWwA9cpZEfPwBUGoQNAAAAAAAAVZhrqr3GzrmD1KGKqhcaPLB/R6Oj9QhQDRA2AAAAuMeESTP6dm/XrlVjAQAAcFFKxgwqQd5Qc2icSu4QqFJCQ4PlJoDqgrABAADAPfbGxrdtSdIAAAAukpo0qBnD4gnWtPiTe+SkM6scqiv1L1de9npIExwltFqN3KWV/yveLwDATQgbAAAAAAAAqiQ1aYhdbd3+R8loQVPiEtWS8pe77FPrtePtOp1Wq9PZhI28oSras/fwsuWbx44eIYBqgbABAADAPSaPHycAAAAuiqtuks1q/ecLG9FCDZS4Q7vvn4JGPbQ6u13mDXKPmjcIVB1ZWbmxcQmFhUW0bUD1QNgAAAAAAABQJdltts2/2tOPKPPLodH6O97xFagB9v1X+Nu72XKwerKxXttcT7NBr5ZX0thZ3ADAjbQCAAAAAAAAospwrmmw2XIzbP9Nd+4c+ICXQM3QuCffd8MAABAASURBVLMxrIXyBuKcZM222bqiwiKrxWqzWuXXBL06qpYmTcLHPjCCZQ2oNggbAAAA3GPU0xOWrNwkAAAALpwjbbCvmWovUN7gLlr0MtaO1AnUGANHObOlrTON2Sk2S5HFIvMGmxJBqVmUQFXg62OOigoVQHVB2AAAAAAAAFBlFPdqsKUctu74U6mWYzCK3neYBWqS4HBdmwEecmAt0m74waBEDRYLixsAuBdhAwAAgHs0iQoL8PMRAAAAZabOIzuyBvuKTzV2m7Kz87Um70BmeGqcnreYPUxK2rR/mUdynM1qsVodixtc3cMFKr31G/aMe3ZiYWGRAKoFfhQBAAC4x7gxI9u1aiwAAAAuhLqs4cAaW7yjHKN3oEaGDQI1j9lf0/VG5a9eo9GsnWJyLG5QOjeohZREcTQFABWGsAEAAAAAAKAKcPWFthTZ//nCubP3HV56o0DN1GGop2+IMrl3IsZ4YJXWUkSn6CrGx8ccFRlKg2hUG4QNAAAA7jFv0eq4w4kCAACgzJQZZLt922x7RqJSP6d2Q12LXkQNNZdOL/rf62zXseE7c2GBUklJWdtAp+gqommT8LGjRwiguiBsAAAAcI+5C1cfIGwAAABlU1yH356TblvzjXMGecADXgI1W+POxrAWejnITdVtn3OyU7QgZgBQ4QgbAAAAAAAAqgBHESX72mn2ojxlWUOzHsZ6TfQCNd7AUc7Maedsc3Yyixuqksys3NjYBAFUF4QNAAAA7jF8YLeG4XUFAADA+diL2zWkHLbu+FNJGnQG0fduswCECA7XtRngIQeWQs3GHz1dixvo3FD57d17eOJXcwoLiwRQLRA2AAAAuMewAd0iCRsAAMD5qPPFNoV9xacau03Z2fkak3cgszpw6nmL2cOkpFCxKzxO7BfK4gaLVX7BuMpvCQC4/PixBAAAAAAAUKmpfaFjV9riNylXTb6aLteaBFDM7K/peqPyJaHRaNZONlmVxQ1Wm1JNyZk0kDdUTvVCgwf272g0GgRQLRA2AAAAuMeESTM2bd8nAAAAzq64fpKtqNC+8kvnzj53mg2eAiipw1BP3xBloi8lzhD7r9ZSVKTmDRRTqsxCZdgwoIMAqgvCBgAAAPfYGxuflpElAAAAzklNG7b+Zs9IVOrk1G6oa9XXQwCn0ulF/3udbTw2/mAuyKNTNICKRtgAAAAAAABQGRXX27fnZtjXfe/cOeABLwGcSePOxrAWejnITdXtmGtwdYoWxAyVVUJC8sJFGwRQXRA2AAAAuMfTY0e2axUtAAAAzs6xrMG+Zoq9MFe52rSbsV4TvQDOYuAoZxa1c445O5nFDZXdURk2LF5fWFgkgGqBsAEAAMA9oiPDAvy8BQAAwJnYi9s1JMfZdsxXCihpdaL3nWYBnF1wuK7NAKXKlqVQs+EHT9fiBjo3AKgAhA0AAAAAAACVizovbFPYl37snCNuP8TTrxYzOTiPnreYPUxKOnXgX88T+4WyuMFilV9IrrJcApVGkybhYx8YYTQaBFAt8CMKAADAPUY9PWHJyk0CAADgTJRJYbt9/7/WxB3KxLGnt6b7SJMAzsfsr+l6o/NLZe1kk1VZ3GC1KdWUnEkDeUPl4etjjooKFUB1QdgAAAAAAABQiRTXT7IVFdr/neicuul5q/Pt6sB5dRjq6RuifOWkxBn2r9BaiorUvIFiSgAuK8IGAAAA92gSFRbg5yMAAABOo6YNW2bZs5KUq0H1dVcM8hBA2ej0ov+9zvYeG743F+TRKbqSWr9hz7hnJ9IgGtUGYQMAAIB7jBszsl2rxgIAAKCE4rr69txUsf5H585Bo700rGrAhWjc2RjWQi8H+Rm67XMMrk7RgpgBwGVD2AAAAAAAAFCJOJY12Fd9bS3MVa426mRQZ42BCzJwlJc62DXXnJVkY3EDgMuNsAEAAMA9YuLi0zKyBQAAQDF7cbuG5Djbrr+VSRutTgy4z0sAFy44XNdmgFJ9y1Ko2fCD0bW4gc4NlUfHDk0nvDvWaDQIoFogbAAAAHCP8RNnbNoeIwAAABzU+V+bwr70Y+dcsKvTL3ARet7i7Ct+cJXpxH6hLG6wWOUXmKtclwCA8sOPKwAAAAAAgEpBmfy12/etsCbuUCaITb6abjeZBHCxzP6arjc6v4TWTjZZlcUNVptSTcmZNJA3uFdmVm5sbIIAqgvCBgAAAPcYPrBbw/C6AgAAoLiAks1mKyq0r/zSOV3T81bn29KBi+ZaHJMSZ9i3XGspKlLzBoopVQZ79x6e+NWcwsIiAVQLhA0AAADuMWxAt0jCBgAAUExNGzb9YstKUq4G1XcW3AcuhU4v+t9rVscbfzAX5FnpFA3gMiFsAAAAAAAAcCfnhK/dnpsq1n/v3DlotJeGVQ0oD407G8Na6OUgP0O3ffbJTtGCmMHd6oUGD+zfkQbRqDYIGwAAANxjwqQZm7bvEwAAAI68wWazr5xitxQqCYNrdhgoFwNHeamDnXM9s5JsjkpKjt4NLG5wq1AZNgzoIIDqgrABAADAPfbGxqdlZAkAAFCz2YvbNRyPse1eoOzR6k7WvQHKRXC4syqXtUi78QcPi4PdUUqJpAFAeSFsAAAAAAAAcA91ntfmeH/58o+dOzsMc3b0BcpRz1uc/cYPrPI8sV8onRssVvmFV5x3ETm4QUJC8sJFGwRQXfCjCwAAwD2eHjuyXatoAQAAaja1W0PMctuxPcpVk6+mx00sa0D5M/trut5oUsdrJ5usSucGtZSSM2kgb6h4R2XYsHh9YWGRAKoFwgYAAAD3iI4MC/DzFgAAoKYqrp9kK8q3r/rK2Qy6121mg6cALofO13gG1FEmA1PiDPuWay1FRWreQDElAOWCsAEAAAAAAMA91LRh4y+2rCTlalB9Xev+HgK4bPrc5Vw3s/EHc0GeUknJ0SbaTqdot2jSJHzsAyOMRoMAqgXCBgAAAPcY9fSEJSs3CQAAUCM5J3bt9txUseFH585Bo700GgFcPo07G8Na6OUgP0O37XeDRSmmZLFZrYKYwR18fcxRUaECqC4IGwAAAAAAANzAsarB/u9ku6VQSRiiuzpngYHLauAoL3Wwc645K8nmqKTk6N3A4gYAl4awAQAAwD2aRIUF+PkIAABQ89iL2zUcj7HtWajs0epEv7vpC42KEByuazNAqdZls2g2fOdhcbA7SimRNFSwPXsPT/xyjgCqC8IGAAAA9xg3ZmS7Vo0FAACoYdT5XJvjfeTLP3bu7Djc0zeEWRpUkJ63mD1Mynqag2s8j+2yW4osyvoGm704ByNyqCBZWbmxcQmFhUUCqBb4MQYAAAAAAFCh1G4Ne5bYju1Rrpp8Nd1vZFkDKo7ZX9PtJpM6XjfNZLU4wgallJIzaSBvAHARCBsAAADcIyYuPi0jWwAAgJqkuH6SrSjfvvJL585ed5gNngKoSO2HOBfTpB407lumsxQVqXkDxZQqUscOTSe8O9ZoNAigWiBsAAAAcI/xE2ds2h4jAABADaOmDRtm2HJTlTo2tRrqWvf1EEDF0ulF/3ud62k2/WTOz1E6RTvaRNvpFA3g4hA2AAAAAAAAVATnBK7dnpVk3/iTc+eg0V4ajQAqXuPOxrAWejnIz9Btm22wKMWULDarVRAzVJTMrNzY2AQBVBeEDQAAAO4xfGC3huF1BQAAqEkcqxrsq7+2WwqVhKFJV2NotF4AbjJwlJc62DXPlJVkc1RScvRuYHFDhdi79/DEr+bQIBrVBmEDAACAewwb0C2SsAEAgBrDXtyu4XiMbc9iJWnQGUTfu+kLDXcKDte1GaBU8bJZNOu+NVoc7I5SSiQNAC4UYQMAAAAAAMDlpc7b2hzvF1/+sXNnx+EmtUMv4EY9bzF7mJT06/B/pmO77JYii7K+wWYvzseIHC4jHx9zVGQoDaJRbfAjDQAAwD3mLVoddzhRAACAmkHt1rBnif3YHuWqyVfT7XqTANzN7K/peqPzS3Ht12arxRE2KKWUnEkDecPl07RJ+NjRIwRQXRA2AAAAuMfchasPEDYAAFADFNdPshXl21d+6Zy37X2n2eApgMqgw1BPdZFN+mHDvqU6S1GRmjdQTAnABSFsAAAAAAAAuLzUtGHDT7bcVKVeTa2GutZ9PQRQOej0ov+9zvYhm3425+conaIdbaLtdIq+rBISkhcu2iCA6oKwAQAAwD2eHjuyXatoAQAAqjXnRK3dnpVk3zjDuXPQaC8BVCaNOxvDWujlID9Dt+VXvUUppmSxWa2CmOFyOirDhsXrCwuLBFAtEDYAAAC4R3RkWICftwAAANWdY1WDfdUUu6VQWdbQtLsxNFovgEpm4ChnBrZnvjkryeaopOTo3cDiBgBlQ9gAAAAAAABwWdiL2zUcj7HtXaIkDTqD6HcPyxpQGQWH69oMUKp72Syadd96WBzo3HBZNWkSPvaBEUajQQDVAmEDAACAe4x6esKSlZsEAACoptT5WZvjfeHLP3bu7DTC5B2oEUCl1PMWs4dJ+fo8/J/nsV12S5EMG5Qv4OLcjMihnPn6mKOiQgVQXRA2AAAAAAAAXBZqt4Y9i+zH9ihXvQI0Xa8zCaCyMvtrut7o/BJd+7XZqnRuUEspOZMG8gYA50DYAAAAAAAAUM6K6yfZCvNsKyc752d73242eIqqIn7/sasiRr1410dnPHpfrxfkUTkTLaqv3Oz836cudl19Y+wk+SFnZeSe4ybH4pM/fPbb+/u+NKLJQ/f3efGj56af+/xKqMNQT98QZcIw/bBh72KdpahIzRsopnQ57Nl7eOKXcwRQXRA2AAAAuMfk8eP69WgnAABANaWmDRt+suemKnVpajXUtezjIVB1PHvzhD++XVb28xMPnXhk2BsLfl7pG+A1/M4+QXUC/v7p38eGv5GRnCWqDp1e9L/XrI43/+yVn6N0ina0ibbTKbrcZWXlxsYlFBYWCaBaIGwAAAAAAAAoT84JWbs9K8m+cYazQ8Og0fSFrmJys/Iu6Pwpb8/KSssZ+eDVH/z63H0v3PDuT089+8mohIMnvnj1J1GlNO5sDGuhl4OCLO2WXw0WpZiS0ilaEDMAOCfCBgAAAPeIiYtPy8gWAACgOpJhg9VqW/mV3ep4y3KzHsbQaL1A9WWz2bet3esT4HXb48NdO/uM6BTROHTjih2iqhk4ypmN7Zlvyki0qp2iHesbWNxQnjp2aDrh3bFGo0EA1QI/5wAAANxj/MQZN4/oSyUlAACqGXtxu4ZjO20xy5RlDTqD6Ht39V/WcHDv0QU/r9yzJS52V3xInYDQhrVufnBwi06N1aM3tX2iQ6+WLdo3+vOH5YmHTtSPqtNreKcRd/c1GPVlOeGFOz/auGLn9NXv1qoX6HrEP79f8ekL37/wxZgrh7Qv9WRmT1sy6dWf3/nxqTnfLInZdtBSaLmie7PrHxgU3Tqi5Gkr529cvXBL3K74pCPJIfWCIqLrjX55ZFBtv/j9x0b1e0k956qIUYOjiZh4AAAQAElEQVRG9njivbvUq7mZeZ88N3335jj5V9y6S5OrbunZpmsTud9qsT7yxm1yYPQ4ZbbN2998JO6YPKrT60TVERyuazPAY+uiAptFs366Z79nCi0Wi0ar0Wo1do1CAMBpWNkAAAAAAABQPtR3fNsc7/9e+olzQrbztSbvwGo+Ofv3jJUPXf3aolmrAmv5Dbmtl7efef2yHROempqfW+g6Z+f6fV+88mPHvq2f/eyBVp2jp7w588W7PpafqLKc0HtYJ3m5Yt76kg/6z58bvH1NXQdecbZn9cEz09KSMu5//ka5xe9PfPK6t9ct3X7y6NPfvDF20o71Mc3aR/UY0qGosOifP9Z/+doMecg3wPvOJ0f4BnrLTQ669G/jutWLd3+07b+Yzv1aN2oRsWzOuudv+yBu9xG5X4YiPYd2lFvJJ7Bl1Z6d6/e379miaiUNqp63mD1Mytdt/HrPY7vs6uIG5a/DmaexuKEcZGblxsYmCKC6YGUDAACAewwf2K1heF0BAACqF7Vbw+6F9uRY5apXgKbLNSZRZe3bduj/bvvg9P3Jx9Jd47zcgq/+93Now1ofz3nB7O2p7pzy1qxZXy7Y/t/ejn1aqXuOH0l5/L27rhrZQ4679GvtH+wz9Z3fls/5r++1Xc57QvfB7b94+ceV8zfcOGaQevKJhLStq/cMuaOX3nDWeXyTyfO9X55Rlxp0HdT2gX4vff3WrA69W2q1mq1r9i78ZVXfazo//dF96vv05V/cU9e/K/OGx9+90y/I+9bHhi75bY3cLwcl79M/2PeTeS+azEqv758/m//N+N+Xz1kX2az+6Y++c92+10Z9Jj8h979wo6iCzP6arjealk/PleO1X5uHv5ej1+u1Oq1N61zeID9jLHG4RHv3Hp4xc9lbr99PJSVUD6xsAAAAcI9hA7pFEjYAAFCNFNdPshXm2ldNcb7vu8+dXgZPUXVlpGZvXrn79K0g/+SSBRmvPPzm7WNfvcWVNEgNmtSTl+nJWa49dcODB97Y3XV1xN39PDyNcqa+LCeYvTy6XdV279aDRw8mqUeXz1X29xnW+RxP/tpRA1xFjbx9TVff2vPQvoQ9m+Pk1Tr1g594965bHhnqmi6Xg/DoUDnITDtXV61bHhqiJg1S7xHKeosTCSmnn7Zj/f6X7/1UTs2//u3j4Y2r6ku+DkM9fUOUycP0w4a9i3WWoiKrRWndYHd0bhAAcCpWNgAAAAAAAJQPNW1Y94M1N1WZoq3VUNeil1FUZR16t3jj28dP339frxdc8/4yCVBXJ8iZ6F0bYjev3r3jv337th2Ue4oKLa6b1G1QS6s9+UZ4D5OxTljw/p2Hy3hC7+Gdl/y29p956295ZIi8+s8f6+XRlp0bi7OrF1Gr5NX6kXXkZdzO+Obto2qHBQ26WVlCkZtTsHXNns3/7tq9MTZuV7zynAss57jPyOYnFzEEBPvKy7zs/FLnWIqsbz80SeYx7/74VIsOUaLK0ulF/3vNv72rpC9bZnhFXZml01u1Op1GqxUaZYWDcIQ0AhfLx8ccFRnKsgZUG4QNAAAA7jFv0eoWTRqyuAEAgOrBWcXebs9Ksm+e5awkMWh09e8LrdqwfOe3E37ft/2QHOsNulado9t0bbJ2ybaS5/gH+Za6lZef6ciB42U8oV3P5kF1/JfN/k+GDYdiEuRj3f74cHFO/sGn3KG3r1LPKicrV7366+SFs6cuPpGQJsc+fuZWXZrIafOYbYfOfZ86w8nJtOL6S6XP2bZmb8rxjBseGOjqj111Ne5sDGuhj99pKcjSbplp6Hy3RatT6iiVjIVw0Zo2CZebAKoLwgYAAAD3mLtwtdnkSdgAAEC1IcMGq9X275d2a5EyD9u8pzE0ukZMvMTHHntt9OdePqZbHxsa1Tz8iu5N5XjRzNWlwob05MxSNzyRkOof7FPGE3Q6bZ/hnWZ9tVAmDf/8uUHu6XddF3FOaScywxrVcV1NTlRyBW8/JQGST2/yGzMbtQwfenvvJldEtuzUWGYkHz7z7XnDhrI4fiRZXrbs0kRUCwNHeX39eIYc7J5vajooI6CeRafTWbU2GbawuAFASfRsAAAAAAAAuCT24nYNx3ba9i1XJl51BqVbg6gZ1i7aWphfdPvjw+98ckT3q9rKpEE4uj0LtV12sQN7jhTknez0cCw+OTkxvXm7qLKf0HuE0qFh7eKt65Zsa9m5cd2IkHM/sZjtB0te3bP1gLxs1i5SXq76a6O8fOaj+0c+NFimI2qXaTUkcD3ni55D79in1bs/j2vRvpGoFoLDdW0GKG0q7DbNum89LQ4lOzfQv+GiJSQkL1y0QQDVBWEDAACAezw9dmS7VtECAABUcepMq01hX/qJc3q663Um78Ca8nZvg6MJc8mW0Rmp2Qt++VcZlZiFTjuR+fPn89Wx1WKd8tYs+akbeFOPsp/QqGV4ZPOwFXPX7dt+qO+ILud7XmL21MXqagZp9+a4Jb+uad4hSt6DvKr3UKrk55fINnau27dl1R5RYupcZ9Dl5RZcxEx6cN2ANl2b+PibRXXR8xazh0n5ej6ywTNxu8ZaJMMG5QtezdkELtZRGTYsXl9YWCSAaoEySgAAAO4RHRkmAABAtaB2a9j1ty05VpmQ9QrQdL7WJGqMDr1bengav3r9l/8Wb23RsXFhfuGKP9arbZOzixskSPKcnz79c++WA3K6f8uq3ft3HO53XZeOfVqW/QShLG7oNPXtX40e+iuHdjjvE8tKy3l0+JtXDu6QlZGzcv4Gk7fnmFduUQ916d9m5fyN4254p2Pf1lHNwpISU5f+vtbb15SdmSc39Zza9YIOxSQ8dcO7bXs0v+OJ4aLMpn8w58eP/7j3/66/acxVolow+2u63mhaPl3521wzxVznw2ydXq/RaiSdcqGR3wIUUwLAygYAAAAAAICLVFw/yVaYa1852TnZ2vcuL71R1Bz1G9Z+7vMHAkJ8t67Z++Mnf6xftqPHVe0/nPOCjAR2rtvnOi0iOvR/0x4xeXks+PlfOe//1IR7nv7wvpL3c94TpJ5DlIyhS/8rfPzOv27gwf/dcvWtPbet3bt19e4BN3X/ZO6L0a0j1EP9r+9655MjrFb7qr82fffh3MP7Em57bNhTjofbuT5GPefuZ64NCQ3Yu+Vg/P5josbrMNTTN0SZSMxK1O9ZpLcUFdmsNqWSUnExJVyEeqHBA/t3NBoNAqgWWNkAAADgHhMmzejbvV27Vo0FAACoyhxpg33dD/Z8pYeuCG2sb96zOkQNYY3q/H1o8tmOfr3izZJXu/Zv03XD+6XOmRszsdSezn1by02c3XlPUOf9+1zTWZSBb6D3oJt7nG1Rwq2PDZVbqZ0lP+TI5mHfrXnPdfXFiWNKnWz0NJzxUyRjDLmJ6kWnF/3vNf/2brYcb/3F3Khnlk5v1ep0Gq1WaGx0ir44oaHBchNAdcHKBgAAAPfYGxuflpElAABAlaUua5D/y0i0bp7l3DlwTE3pC13xCgssv01ZGBIa0LFPK4EK17izMayFoz9HlnbLTKPFYrE6OkULVjYAcCBsAAAAAAAAuEgybLBabSu/ElZHh9cWvYy1G+oEytuRA8cfHvL6g4Ne3bxy942jr9Ib+CS7x8BRzixt93xPmbFZHJ2irVZHe3SaRV+4PXsPT/xyjgCqC8IGAAAA95g8fly/Hu0EAAComuzF7RqO7bTt/0epHmMwit53sKzhsgipE5CUkCo/3/f+3/XD7+4r4CbB4bo2AzzkwG7TrPvGbHGQaYOrcwN5wwXJysqNjUsoLCwSQLVAzwYAAAAAAIALo86o2mzKLOvST5x16rtcZ/IOpGb9mf2y+cNLOcHDZDzvPZR0zT395CZwGfS8xbxnZWFBnv3IRmPi9vywKyw6nc6ms2u1SvpG2wagJmNlAwAAgHvExMWnZWQLAABQNandGnb9bUuOVa56BWg6XWMSQHVn9td0vdH5pb5mirmoyGK1WK0W+YfFDResY4emE94dazQaBFAtEDYAAAC4x/iJMzZtjxEAAKCqKa6fZCvMta+a4nwfd797vPRGAdQEHYZ6+oYok4pZifq9iw2WoiKbTBpsNlcxJQA1E2EDAAAAAADAhXGkDfb/vrPlZyhXQxvrm/UgakBNodOL/vea1fGWGaa8bJuyuEFpE22nUzRQk9GzAQAAwD1eePT2wABfAQAAqhTnRKrdnpFo3TTTuXPgGPpCo2Zp3NkY1kIfv9NSkKXdOtPY+R6LVqfVajVyE9WRTmg9NeUfKGZm5iQeT23cqL72MvS6yLHnC6BiETYAAAC4R4OwOgIAAFRBMmywWm3/TBJ2mzI/2LKPR+2GOgHUMANHeX39uLK0Z/dfnk2vygiop3SKtmptQiMjB6WYSnVqFi3DBr2m/L/NA/185SYuE5aXoMJRRgkAAAAAAKBM7MXtGo7ttMWtVCZSDUbR5w6zAGqe4HBdmwEeciBTt/+mmSwONqvV1bmBYkpATUPYAAAAAAAAcH7qzKnNpsymLv3E+ZbtrjeYzP7Vs24McF49bzF7mJSv/6ObPBK3a6xFMmxQujYI2jYANRJhAwAAAAAAQJmo3Rp2/GlNjlWu+oZoOw43CaCmkklb1xud3wJrppiLiixKp2iL/MPiBqAmImwAAAAAAAA4j+L6SbbCXPuaac7plD53mvXl3zIWqEo6DPWUqZscZCXq9yw0WIqKbDJpsNlcxZQA1ByEDQAAAAAAAOfnSBvsa6fb8pWeuCK0sb5pd6IG1HQ6veh/r7NtyeafTXnZNmVxg6OYks2RNxA5ADUHYQMAAKjR3n77bY1Gs3TpUuEmH3zwgXwCf/75p7g8vvjiC3n/c+bMEQAA4GI5J0zt9oxE6+ZZzp0Dx3iJau2Vez69KmKUaxvR5KH7e7/43K3v//3Tv0WFFuFWt3R46tFhb7quJh46sfT3teKizJ62RH50axZuEbhYjTsbw1ro5aAoV7tlhtFisVgdnaLp3CDK49V+qdfzHh4e/fr1O8f5zZs3j46OFoA7EDYAAAAAAACclav0vNVqW/GFsNuUdrit+3rUbqgTNUDz9lFtezSTW6PWEXIOeft/+z56bvrYga+mJmWIyiHleMboga9sXbNXwH0GjnJmb3sWeKYdsVscnaLVzg0sbgBqDr0AAAAAAADA2antGo5stR9YrSQNBqPodbtZ1AyPvn1Hgyb1XFezM/MmPD5l7ZJt7z425d2fnhJu8tOG913josKiwvwiAbcKDte1GeCxdVGBTOPWf+vR///ydRadRqvRarV2jV2j0cjvIXkpcOEedBBAVcDKBgAAAAAAgDNz9YW2Wu3LPnbu7HajyexfQ6dNvX1Nz38xplHL8K2r9/zzx3oBFOt5i9nDpHxfHN3skbhdY3UubqCYElCDEDYAAACcYunSpX369Alx6Nq1699//31BJ8idd9xxx6RJk6644gofH58OHTq8//77hYWF535Qi8XywAMPhIeHFH4o7gAAEABJREFUh4WFycG+fftKHpU3/+yzz6699to6derUqlWrY8eOTz75ZKnf2TZs2HDbbbfVq1cvNDT0+uuvj4mJOeMDJSQkNGzYUD4xN7apAACg6rHbd/xpSzusDH1DtB2GmUQNZvQ0XP/AIDlYOX+Ta6d8ZTJ72pKHBr92XYtHbu/yzEt3fZJw8ESpG86ctODBq/53XfOHb+v8tDzhWHxyyaNrFm554c6PRrZ94qa2Tzwy9I0Zn8+32c46Q+3q2TD/h3/u7vF/crBgxsqrIkYtmrn6jOef987l8//67V/v7/3iDa0effnuTxb8vLLU0bN9dPJW8nF3/HfyxdukV3+We2Z+ucC1Z9GsNUpbiMVbRbUmE7iuNzq/NdZ+7VVUaHUUU7KqxZREcUWyqku+3tZoNFOnTr355pv9/Pyio6PlHrk/Ly9PvoBv2rSp2WyWO++///7c3NxStz3Hq321h9ySJUtKnt+8efPIyEh1fO4ebPKx3nrrrfbt29euXfvee++NjY0VgPsQNgAAAJz09ddf9+vXb//+/SMdDh8+fPXVV8vfKMp+grRy5cpHHnlkyJAhP/30U69evcaNGyfPsdls53jcp59+evbs2UOHDh04cOCMGTPatGmzcOFC9VB6enr37t3lHR45cuT222/v3bv3gQMHPvzwQ/lbh+vmU6ZMkbHHsmXL5IPKe5C/q8hAYuPGjaUeJSUlZdCgQcnJyfJ3lb59+woAAHBOrmUNeVnWNdOcSxn63mXWG0UN17FPK3m5Z2uca8/7T02Tk+xyMPjWns3bN9q0ctfj174VuzPedcJnL/7w9duzioosg26+sm33Zrs27n9s+JuH9yWqR1fO3/i/UZ/HbDlwRfdmXfq3STqaMu2937+dMPu8z6RRy/Dr7h8gB9GtG9z55IjI5mGnn1OWO5/23m9zvlnSsFn97le337Jmz4fPfvvndyvK8tF16NVCXm5be7JjxPZ1yns+dm88Oee7dfVumdC07dZMVHcdhnrKNE4OMhN0uxfqHW2ibfJbSNmqy+KGTz/9dO7cuS1atJApinzRLpMG+YJ/8uTJderUka/YZeQgf1/o06dPfn5+yVud49X+pSgoKJCP9cILL/j4+Nx999179uzp0qWLfLUvADehZwMAAIDTvn37Hn300bZt2y5YsCAkJETuefHFF/v37//4448PHjxY/v5w3hPU+zl48KD8HePee++VY/kbRa1atZ577jkZPNx2221ne+iMjIw1a9ZERUUJR1VWmRzIS/lwGo1G/j6zYcOGSZMmjR49Wj1Z/v4QEREh7/Chhx6SV+Pi4uTJco8MOdTnIH/NaNeunXxW//77r+shcnNzZeYRGxv7+++/kzQAAFBGatrw33SR72iHHNpY36RbjY8aHMWU5Ox5SmK6enXp72sX/7qm//Vdn3jvLp1e6Zu9e1PcszeP/+zF7z/8XVl2sHXN3j++Wz7ghq6Pv3e3TqdMRh+KSXjq+ne+fH3Gm9Mfl1fnfLvUJ8BrytI3/AK95dWs9NyxV7265Lc19zzz/+zdB0BT1xoH8JMJhCTsvTcqiuLe27p3XdVqW2dbO/V1711ta+2wrrZaZ9W69164JzgABQVEZUNIApnv3HtDjLhwYCD8f8277+bmJrkZanL++c434P5HEhkbLHeV/jdvO80JRrze+677VObGS4pUf2z9zDeY+YDXdVCrKUO+37nmUK9R7R/46GKaR9Jn48zhJO7ei/JLaAhB7y7x2K2frp/cf54mDfYS23/nCISky4uS/74roeunlzuEt1cIhHq+QMDj83l8G+nccP78+bNnz0ZFRXFnv/nmm2PHjs2ZM2fcuHHcFpolDBs2bMaMGfQrgPla9/m0Tx4D/dJx9OjRiRMnzpo1i7B/X40dO/bPP/90dnYmANaAygYAAAAAkwULFtAR+S+++IILEig6dv/ZZ58pFIrZs2dXZgdOaGjomDFjzGdpPiGRSGg2cJ+7njx5Mvfdg2rcuPGoUaNoKnDw4EF6liYE9LvK6NGjzTu7u7sHBARkZ2dzZ9etW6fVav/3v/+Z047o6Oi///6b3qb56xzdoX///omJiTRpeOaZZwgAAAA8iHnil8Jr5PQq04Bgt4mOBFhyF6lebyhVMXNFblq6z0FiN+6DIdxYPFUnLrTniPZ0UP70wYv07Or5O+jyxXcHc0kDFRTp2/O5Dif2nku7mMltUZeU5t0o4NZlzpJvlrz924aPyBPywBvvPqwtlzRQMc0j/II9b5bP8nT/R0cfUVzbeueOpahVZfSis4eYEofuQ9sW55dcSbpG1y8lpudnFzXuEENqh4jm4qD6zI+btSr+qeViHVPcoLel4oZu3bqZkwbqxx9/rFevnjlpoIYOHdq6desffvjB8lr3+bT/OJYtW+bg4PDll19yZ+kn/++++45uIQBWgsoGAAAAAJOkJObLYatWrSw30q8KdHn27NnK7MAJDw/n82/9pIN+3A8JCTl58uR97rpFixaWZ5s1a/bnn3+eOnWqTZs2TVh0440bN7Zv375ly5ajR49eunTJ39+f25m766ZNm1rewpAhQ7gV7kvde++9R68ik8loDkEAAACgcph/Rpn/GeggHmF6FRCpC361aUKH7+nIJvdr/SsXMgPCvZ3cpJY71GkctuavnTRLaNg6OvPydYmj3eYl+yx3yEy9wSwv3wyJ9u/cv0XC4eTJfb5q1ql+ozZ1W3ZtGBDqRZ6Qytw4PQbLs84e8tTyOaAe+Oji2tfbt/F44pGUph1jEo4me/m7tenReMUfW84duxQc5XfqwAW6P71rUmu4+gmuJujoipFGDDSS0hsovpFvA2UNhP1dkXk9PT29qKgoODj4iy++sNxHrVbn5ubm5OSYf6J0n0/75DHQuCImJsbNzc28xd3dnX4ZqTCJE8BTg7ABAAAAwCQzM1MkErm4uFhu9PT0JOxAf2V2sNxiydnZ+V4dmznmogTLW9BqtYSd/ujtt99evHixQqGgZ8PCwtq2bVtcXGzemdvu5XW/L+Q0aWjZsuWhQ4cmT568bt06AgAAAJUm8zQ0GGA4u1qkKSV7/1H1nIziBmayIKVCHRjuQ9dVJaUlxWpnN3mFfZzdmS352cz8U9ev5tAx54U/3qXDLdcmuvvwtmJ70T8/rj207TQ9/f7xkoj6QeM+GNKgZSR5bJW5cZH49iEyHo/rIF2ZR9ekHdu2If4iEzYcTm7QIjIyNkgqdzh3/FKvke1Px1+gkYN3gDupHXLT9ae2MEUeIomhTu8ivd7OwNQ0EFtp2UDs7e3N69euMcUrZ1h37pmammpZD215keWn/UdGIw363N751cPHxyctLY0AWAPCBgAAAAAT+h2AfuIvKCiwjBO42Yq4nws9cAfOzZs3K9xyenr6nV8DLFmGB9T160yzxKCgIMLOwjR//vxBgwa1atWqY8eOjRo1ohsjIyPptwtuZ19fX7rMycnhVu7q1VdfnTFjBs0b1q9fv2rVKnprBAAAAB6E7Q/NrDR6Vpe8U1hazEvYXda4t71XiIDUbod3MEOrkbHBdCmR2ksc7QrziivsU5jLbJG7MAUBPkEexEjm7fnyPrfZaUCLjv2b38zMy7x88/iehDV/7fxozM9zd33h6edKHtsj33hlHp27j0tkg6DEYykFOcVpFzP7vdiZx+PFNI9KPJasVpUlHE7qO6YzqTW2zlFyK5E98oT2BtOfovJJyYht8fPzo8uxY8fOnTv3/nve59P+XZWUlAiFDxi2dWBZ/uaJU1RURACsBNV/AAAAACbcPKrx8fGWG7mpVOPi4iqzAychIcGcBBC2X/S1a9cqTL5UQUpKiuVZbs4lenf0K9ny5cv9/f1XrFjx1ltvcUkDvfGMjAzzt7WQkBC6PH78uOUt0J3r1KnD/diK6tKli0AgmDVrFp/Pf/PNN+m3FwIAAAAPwk75wvyDK5aQRkNN/7hv+0NJajedVv/f3G10pXUP0+efgHCfjEs3inIVlrtdOHGZLiPqM8OpvkGemWk3s6/lW+5w9lDykp83pKdc12p0v320ZMnMDfQJ9w5wb9Kh3sRPhw0a162sVHP2cNIDj4dH7jczz2PeeGUeHdWobb2Lp9OO7mQmt6zXNIIuY5pFZGfmb1m6X1Oma1prGjakHNVmnmcmUJK4aULaKbg/PmY2MIdSBYGBgRKJhH47MBgMltsXLlz4xRdflJWVmbfc69M+XYpEIsJWM5svpfkB/bRPKqFp06aXLl2y/KkT/aZw/4pqgCqFsAEAAADA5PnnnxcKhR999FF+vumbcE5OzqeffkoH6LlSgAfuwKFfD77++mtuXafTTZ06lX79ePHFF+9z1z/++KP5NrOzs2nAQMOJ2NhYZipke3t6dcvvKj///HNpaak5bBg8eLBcLv/+++/NLaNp2kFvgX7z4X5sZda4ceNXXnmFfnX5+OOPCQAAAFQCj8PnRXbRyn31dEtWiu7iQQ2prUqK1X98tuxqclZkg+DmnWO5jV0Ht1aryuZ+vUKvNw25XjiVumHRHjq4X78FM1VRl8HMry5+nPqXqsQ0lXxhbvHMD/5ZOXuLq5ezSCxMOp22et723OsF5jtSq5g9vf0fPPuQkJ0BqUx99xflMW+8Mo+OsDMp0c9mK+dudfdx4RpCNGjOXPTvrM0yF0caPJBaQK8ju/82RXH1BmcLhPQPDp/+2WEyBpuLGcxeeuml8+fP0w/85g/nR44cGTt27O7du+3s7My73evTPj1bp04dutyxYwd3Kb2dyn9W79+/P/1e8M4773BpB73u22+/XVBQQACsBNMoAQAAAJg0aNBg5syZb7zxBv3cP2DAAK1Wu379+uvXr8+aNat+/fqV2YFDR/m//PJL+jWjUaNG9GvDyZMnR40a1b179/vcdVpaWrt27V5//XX6DWH69OkuLi5//PEH9+Mvekdz584NDQ3t06ePv7//8ePH161bR3eg3yKYVnt8Pt34+++/0680TZo0oTvTrzErV66kF61Zs+bOO6IpCN1O44rnnnuOZg8EAAAA7suUNfD5AgG/2ZiSHV870Y27F6rCm4qFYlIbzHzvHzsH00PVlGnpwL1Oq/cL9nz3l/F0JJnb3mtU+6QzadtXxqddzIxrXfdmVv7h7accpPbvzBxHnze6Q7veTc4fv7Tmr52v9vqcRhT0om3/HizILnrv1/FSuQPdYfhrvT4b+9vUId93HtiK3mxm2s1dqw+37dk4pvmDh+nlLo6OMof4rSffe+7H3iM7mOstzB7nxivz6Ki6TcMlUvuMSzc69W/ObYlowLRtKMgpbt+nqUBYK+bdOrGptOAGM+TtFqnwiFbx+XYC+gQxJz4TOnCpg8356quvTp8+TbOEQ4cOdejQgQ79068G7u7u9PO55W73+bTfuXPngIAA+i1j//79dJ/NmzfTT/ItW7a8c36kO02ePHnbtm0LFixISkpq27YtPQb6ZYF+OyAAVoLKBgAAAIBbJmtcFIsAABAASURBVE2adOLEiR49emzdunXDhg2dOnWimcH48eMrvwNVr149epFMJqMhAV3+/fffCxcuvP/9/vfffxERER9//DH9otK/f/+zZ8+a0wv6bWTYsGE00pgzZ863335LE47ly5dPmDBBrVbTu+b2ockB/ZLTs2fPTZs27dy5kx7e0aNHmzZteucdSaVSeoP0C0yFYwYAAIA7cb/INkUNAoFPfb1fI+YX8cU5hmPr1KR2OH/i8qkDF7jTxZOpkQ2CR73Z95eNH/kGe5j3oU/S2z+88Mn8V32DPLf/d+jKxcw+z3eatfmTOnGh5n0mfjrsm8VvRTYI2bv+2NblB+jtzFz/YZuepp8+tOza8M3vRqtVmkUz1q2ev11RWPLy5yPe/WVcZY5QJBZO/GQYHdemQciNzNw7d3icG6/ko6NvkKYdmQ9vdRuHm69Vv0UUXWncvh6pBdQlxoPL2YmAeMa6A3NovkJPQpGQ/j8XNdhqcQP9tL937176Qd3V1ZUGDBs3bhwzZsypU6eio6Mtd7vPp317e3v6zYIGFfRa9MN8165dDx48eJ92DpaEQiH93vHrr7/SDIOGHCUlJatWrapw1wBPE8/2erMAAAAAWJGHh0dISAgd6ycAAAC2he3zatTpdDT5XpFyfPyh5fXdfXcNepPYLu4hG/R6nVan1Wg1ZZr8DO26t12MBp5ITCb+4SJxttnJYQAeytbZytNbmWk/A1rnN3g2T2wntnOwt3Ows7O3F9mJhCIRW9/A/Oi5htY3iInQgW9HapQiQ21vMPM0jd62YFNa4muBzceFt5CwaIwkEtHATchVyJHaAZUNAAAAAAAAAAD3xFU2CIQMJx9eZDfm59taDdn9j4oAACG56XouaRA66KN65JlqGkT0/+iJnUmpfA6l2jPkClA7IWwAAAAAAAAAALgLXjk6VMpMpMSMnQpjB5XayZiJ6RN3l91M0xOAWm/rHNMv6MO7ZtvJmLl9BCLmRPMGrmEDqU2/7AaozRA2AAAAAAAAAADc060O0QK+UCRykAsaDDYNrW77A7OUQG2XclSbeV5HVxxcy4LbKQRs0iASi9laIBo2CLje0ARlDQC1AMIGAAAAgCcpJycHDRsAAABshnmQlMfncXPC0GVkZ43MhxldzUrRXTigIQC1lV5Hdv9titzqDsgWivk0YBCJRcLysga2PzS/Vs1ZD1CbIWwAAAAAAAAAALin2yZT4iajFwubjSnhLt35l1KHuAFqqxMbSwtuMLOKuUWUeMWobyUNTDLHlDUQZAwAtQnCBgAAAAAAAACABzClDXw+NzmMbwOjT0M13a4sMB5doyYAtY+6xHjwX7ZNOs9Yd1A2G8WZkwYBW9PAQ1kDQK2CsAEAAAAAAAAA4H7KKxvYOWGYzg3MFDHNRqt5fCO99PB/6pJ8IwGoZfYtVmnYoC2gZYHcW8+EDCLuJKJ/TLhwDjEDQK0iJAAAAAAAAAAAUBk0chAIBEKjUG9w8tFFdlUlbXXUasief5S9X5cSgFojN11/emsZXRE66KN65plmGCsva2D+mAhsqi+0hug0Bh150o4dv7h8xe6vvxgrFosIQM2HygYAAAAAAAAAgAcwFzcwnRvoUCozI70wdnCpSMJMWH9ur+Zmmp4A1Bpb55j6Qod1zbaTESZjEJlObF9oAcHsSZUQFRU4aXw/JA1gMxA2AAAAAFjHuKnTdx44SQAAAKDmuDWbEjOZkshBLoh91jTkuu0PJQGoHVKOajPPMz/zd3AtC2mnELBJg0gs5jqa0D8gPD7Plsoaqo5cJgkL8yUAtgJhAwAAAAAAAADAg5kHT5niBq4FrlAY1VUj82FGXbNSdOf3awiArdPryI75pmitbv9soZjpmi4Si7hplNiyBj76QgPUTggbAAAAAKwjKizAxUlGAAAAoOYwjZ+a8gZ2knqxsNmYEu7SXX8rdYgbwNad2FhanMPMHuYWUeJVX30raWASOKasgSBjqLRjxy9OeWeWRqMlADYBYQMAAACAdUyZODSufgQBAACAmoabTImeuEljfBsYfRuW0u3KAuOR1WoCYLvUJcaD/6qYNZ6x7qBsNnIzJw0CtqaBh7IGgFoLYQMAAAAAAAAAQGWZO0Uz46pM5wZm6pjGI9U8vpFeeug/dUm+kcAdeodPfGf4D/e6dHiTt1/r89W9Ls3JKugeNO6n/y0gT871qzm7Vh+u5AE8AoPBuG3FwSlDvn+24RtDG7351qBvD20/TWq+fYtUGjZQC2hZKPfWMyGDiDuJ6B8HLoRDzFB5MpkkLNQXDaLBZiBsAAAAALCO9dvjU9OvEwAAAKihaOQgYNo2UC7+JKIr83NvvZbsXohO0dVd3s2iCd0+OXMoiVSZuV/+++OUv68mZ7Xs2rBNr8Y02/hs7G8r/thKarLcdP3pbWV0RSDWR/XMNc0kVl7WwPxxEPDRF/qhREcFTprQjwDYCiEBAAAAAGtYty1e4mAfGuhDAAAAoEbhBlL5fD4xGunoqoGZqV7YcHBp2n4HrYp/fp+mWT+9V4iAQKUtPf4DeYq0Gq2mVFt1B3ApMX31/B0uHvKZ6z708HWhW8ZMHfjR8zP+/HZV43Z1Q+sGkJpp6xxTkBbRPcdORpiMQWQ6sX2hBQSzJwHUbqhsAAAAAAAAAAB4aLdmU2ImUxI5yAWxz5qGYrf9geKGWi3hSDJdDhzbjUsaKJmTpN+LXYxG46mDF0jNlHJUm3leR1ccXMuC2xUL2KRBJBZznUvoHwQen4eyhodVrFBdvpxFAGwFKhsAAAAArKNvt1YhKGsAAAComehwKh04NjWKZiZTMtLx1qgumqRtOsV1YVaK7txeTb32YlIDfTbut8zUGy++N3j+lysK84rb9GryxrfP0+0n95//54e1WVezDXqDf6j3qLf6xbWra3nFK0nXti47cPF06uXzGR7eLr4hnsNe7lmvWURl7nR4k7c9fFxnrv+AO5t9LX/FH1uO7U4QigStnonrOrjVnVdZ8cfW3WsO30jPcZA5hEYHvPLlCO8Ad/OlWo1u85J9dGT/wslUo8Hg5e9Wr2nE+I+G0Jds0+J9M9//h+6zdfkBenp7+gtdn21V4QDoi7v2713bVxy8fjVHInMIifKf9Nlw32AP7tI1f+3849Nlc3d/eXJf4qFtp5PPXPH0c+s8qOWzE57hdmjUps7kr0Y2aR9jecBSuYQuy1QaUgPpdWTHfFOEVqd/tlDMdEcXiUXcNEpsWQMffaEfQVJS+vIVu7/+YizaNoBtQGUDAAAAgHX06doKcygBAADUXKZxVR5PwBY3COioq52g2ZgS7tLdC5W6GjmqzFAry2a+u9BgNNAxdJor0C27Vh/+YNSMrPSc5l1iOw1oSUOID56fsXf9MfNVtiw/8EqPz7evPOjq6dTrufZSJ8mx3YnT3/6z9OHH1jMu3Zjc+4v1C3dHNghu2rH+gc3HPxv3a4V9fv1w8fxvVmq1umeGtW3Uus75E5de7/tVeoqpG5aiSPX2oG9//2Rp3o2CzgNaNGgRdT0jd/X8HesX7qGXhscEDhzbla7Q23/+rX53ndToh7f/onECXek5ol3dxuEnD5x/Y8DXl89lWO7z7auz92080aFf89FT+6uVpfO/Xrn2753cRcFRfr1GtvcKcDPvrNfp1y1gLo1tXYfUQCc2lhbnGOiKS4jSu76aydfYmEHAti3hsxMoEQCo9VDZAAAAAAAAAADwiNjJlJjiBqHQqBfqfRtofBqUXj9rrywwHl6tbjPUgdRAudcLnhna5s3vR3Nni/JLZn++PCjSd9qK/8mcmJ/nj3yr7ycvzKQbm3SIcZQ5qFVlcz5b5hvi+fPaDyRSe+5a875euXL21oQjSTQwIA9j0Yx19B7f/WVch77NmPt6s+97I25rqHDmUNKGf/Z0Hdzyje/H0KCHbrmanEXThdlfLP9q4Rv07Pq/dyWfvTr5q5F0xN/0EPJKnm/1zp51R/qO7hgZGyx3lf43b3tIHf8Rr/e+8wBosrJj1aEug1rSZ0AgZHpvXDiZ+s6wab9+uOin1e+ZdxOJhN8vm8IdQJMO9cd2+HDXf4f7jel85w3SpOH7N+bT9KX78Lb1moSRmkZdYjz4L9P/nPCM9QZn0+dEJBYzZQ1CLm9gShpQ1vBo/Hzdu3VpirIGsBmobAAAAACwjul/LD+ZkEIAAACgxuJGV7nGDWznBmbstcnzajomSy89/J+6JN9Iaqbuw9qa17evjKej/8Ne7cklDYTtQDB8cq/87KKd/x0mzKRD5NWvRk76dLg5aSDsr/vpsjBXQR6GSll2cMvJ6IYhXNJA0TBjxBt9LfdZPX8HXb747mBuoJ+iQUjP5zqc2Hsu7WImYYb+YyZ8MtRy8iUnN6mHr0tR5Q5m09J9DhK7cR8M4ZIGqk5caM8R7WnkcPrgRfNurXs2Nh+AX7Cnf5hXXnbRnbdmMBi/e33+3vXHOvZrNvnL50gNtG+RSqNmVgJaFDj56biMgYkZmJoGPjuVGB8xw6PxpWFD1yYEwFagsgEAAADAOpIuZzSKqdQsxgAAAFDd8co7N+gNLv66iC6qlO2Oei3ZvUDZ500pqYF8Az3M65mpN+jy/InLWWnZ5o2KQmYG/2upN+lS4mjXaUALwv6E//zxy6fiLyQeSUk5e4WwvRPIw0i7kKnT6iNjgy03RtYPsjybefk6vcfNS/bdtpE9yMzLN0Oi/enVuVugccjJ/edP7E1MOpOWdSXH3ceFVMKVC5kB4d40n7DcWKdx2Jq/dtIwo2HraG6Lm6eT5Q4OEvvigrs0Bl+3YNe+DcdaPdNoyk8vmcOJGiQ3XX96WxldEYj1Ub3yaADDJQ1c5MC87QV89IUGAA7CBgAAAAAAAACAR8QNsPL5fGI00lFXA/Nrb2GjIaVXDjpoVfzz+zWNe+l8I2ve8IvI4VZ36/wbhXS57u9dd+52MyOHWzm+59yC6atTEq7SdaFIUL95ZGzLqMM7z5KHpFIwP6F3cpVZbnTxkJuLDKjrV3P0esPCH9feefUbGbl0WarSzP3q392rD6uUzCi5T5BHTNMIpaKUVOYASkpLitXObvIK253dmS35FrULDo72FfYxGu9SyHJwy0kHid3kr0bWxKSB2jrHlKCEP5NjJyP07S0QsSch1xdaQDB70mPIyspNPHcFxQ1gMxA2AAAAAFjH1ElDPdwq9fM6AAAAqObKZ1MifIFeKBI5yPUNBitPLGRGzLfOVr7wgxOpyVy9nelywYFvLTseW8q4fOPzCb8x8x293jusbmDD1tF0ffuK+EcIG6TsTE0FucWWGzWlWr1Obz5LwwNiJPP2fHmvG5n16dKtyw+07hFXt3FYbMvo8JhAuvGl9h+UlWnJg0ik9hJHu8K84grbC9lDkrs8dJ3KjfSc4Cg/mpeQGijlqDbzPFOb4uBaFtK+WEBzJKasQWQua+DxeShreBzXsnK37TjWoX0s2jaAbUDYAAAAAGAdkaEBBABLN4GvAAAQAElEQVQAAGo+OsxqNBrZuKF8MiWhMLqrJnm7TnFdmJ2mT9yjiekgJjWWbxAzpVLC0WSvgJbmjTcz8nb+dyiiQXDTjjGHt5+hecCEj4aaGzIzO2TmkXv82P8+gqL8BEJB8pk0y40piem3H4/n0d0J2dfyPf1czRvPHkpOPJrcpmfjgHDvfeuPufu4fDhronkEvEytybmeLyuPCnjkfiPjAeE+6SnXi3IVTu63CiwunLhMlxG3T+hUGe/MHG/vUCNffb2O7JhvKmuo0y9bKOYzEYNYxLSGFnFlDXz0hQYAS2gQDQAAAAAAAADwWEzjrTweM4E9/U8kFNoJmo0p4S7d849SW6kpfKqp9r2bOUjs/p62OjPtJrdFr9PP/XrFwh/XCkXM7EYiO+bHrGWlGvNVivJLtv67n1l7yA7ZEke75p0bJJ+9unXZAW6LUqGe//UKy326sJ2ff5z6l6rE9LQW5hbP/OCflbO3uHo50xdCZC8yGgzaslvtItb8tVNDz5YnH0Ixe8BqzV2Poevg1mpVGX2Aer2B23LhVOqGRXu8A9zrt4gkDymmaThXWlHjHN9QWpzDPAMuIUrvBmomR+P6QjNrTFkDQcbw2KKiAieN74eyBrAZqGwAAAAAsI5xU6cP69epc5s4AgAAADaBnUyJKW4QCo16od63gcYntuz6GTtlgfHwanXb4Q6kZvIKcHv1q5E/v7fwzX5ft+ja0CfQ49iehAsnU/u/0LlRmzp0hyYdYuzsxXO++PfIjjP1mkZoSjV7NxxTs0lAiUJFHtKEj4amXcj46Z0FR3ef9Q7woLdZoTyiXe8m549fovnBq70+b9451kFqv+3fgwXZRe/9Ol4qZ57kVs802rJ0/5i27zXvEuvh7ZJ89srhHWdkThJFkcpgMPL5PLmLo6PMIX7ryfee+7H3yA6te9z2eazXqPZJZ9K2r4xPu5gZ17ruzaz8w9tP0Xt5Z+a4h+27QFOZXmET6ZOzNuk3UqOoS4zxK9jXjmesNzhbIBSI6Ii42DSBElvTwENZw+OTyyT0RABsBSobAAAAAAAAAAAeFzfqyjRuoOOwAj73G/Amo1R0rJZeemSNuiT/IX/kX510Hthi9rbPOg1oefl8xso5W4Vi4bu/jJv46TDuUv8Qr3d/G+/iIT9zKGnJzA3Hdie26d74p7UfiO2E546mkIdEs40Zaz4YNK7b1aSsLcv2u/m4fLXozQr70Lv+ZvFbkQ1C9q4/tnX5gcgGwTPXf9imZ2Pu0nEfPNu+T9P87KLNS/Yt/32zXq9//7fxPUa015RqL55KpTuIxMKJnwwTCARJp9NuZOZWuHH6Or79wwufzH/VN8hz+3+HrlzM7PN8p1mbP6kTF0pqjX2LVBqmVzcJaF7g5KfjMgZheV9odsowPmIGAKiA97Bz5wEAAADAEzH9j+WdWsfF1Y8gAAAANYGRpdPptFrtipTj4w8tr+/uu2vQmwTKcU+RgdIbdFqdtkxTVlp6eL5d8nbml8t12oj7vvXQ7YUBnr7cdP38N4roikCs7/hxqsRZYGdvZ+dgT5ciO7FQLBKJhDyUNTwJx45fXL5i99dfjMVMSjXd6G0LNqUlvhbYfFx4CwnL3t5exHZTr1V/UlDZAAAAAGAdUyYORdIAAABgS8zFDXQYlundwPwKXNhwiFokYSa+v3BAk5WsIwDV3tY5pr7Q4d1y7GSEvo0FIvZEV9iWDQQxAwDcDcIGAAAAAAAAAIAn5tZsSsxkSiIHuaD+QFOn6K2zlQSgeks5qs08z6RiDq5lwe2LBWzSIBSZujXQNzaPb0oakDcAQAUIGwAAAACsIzk1o6CohAAAAIANMQ/C8tlO0VxxQ51ndFIPZvQ2O02fuLuMAFRXeh3ZMd8UiUX3zRbZ8ZmIQSxiWkMzSQPbkgQTKD05TZtET/9uEuZQApuBsAEAAADAOqbNWn4yIZkAAACAbTGNw/J4Ara4gflVuJ2gyWgFd+muBSptKQGono5vKC3OYWb9cglR+sSqmbyM6wstYHMGdgIlAgBwDwgbAAAAAAAAAACeMHYyJaa4QcjyjzP6NGBqGtTFxkP/qQlA9aMuMcavUDFrPGO9wdkCoUAkFjM1DewESkKhgKnXQVnDE1WsUF2+nEUAbAXCBgAAAADr6NutVUigDwEAAACbY+4Uzcw5w3RuYCaiafK8io7h0kuPrlWX5BsJQDWzb5FKwwZhAc0LnPx0poyB7QvNtmpgogbEDE9WUlL6rDlrNRotAbAJCBsAAAAArKNP11ahCBsAAABsG4/r3MBw8SfhnZmfjeu1ZOef6BQN1Utuuv70Nqb4RiDWR/XOY9qNiLiCBrom4Lo1oC80ANwfwgYAAAAAAAAAgCfMXNzA5/OYue7ZTtENny0VSZgJ8S/Ga7KSdQSg2tg6xxSAhXXLsZMRJmMQsSc2bBCw3RoQMzxxfr7u3bo0RYNosBkIGwAAAACsY/ofy08mpBAAAACwXVzgwE6oxBeKRI7OggYDTUO6W2ejuAGqi5Sj2szzTPrl4FoW0r5YwCYN9B3LzaTEzqHEQ1lDVfClYUPXJgTAViBsAAAAALCOpMsZBUUKAgAAADbKPDjLdm4QcMUN0c9opR7MqG52mv7srjICYG16Hdkx3xR91embI7LjMxGDWMS0hmaSBtMESugLDQAPhLABAAAAAAAAAKBKmMZnmbyBnfWeDuLaCRqPKuEu3bNQpS0lANZ1fENpcQ4zu5dLiNI7VsXkYlxfaAGbM2ACpaqUlZW7bftxAmArEDYAAAAAWMfUSUPj6kcSAAAAsHXsZEpMp2iu3W5AE4N3PaamQV1sjF+lJgDWoyo0xq9Qcev1BmcLhAKRWMzUNAi57tACbhowlDVUkWs0bNhxTKPREgCbgLABAAAAwDoiQwNcnKQEAAAAbJq5UzQ7mRKfDuDSkdwmY5SEZ6SXHlun5n5UDmAV+5aqNGzg5d88X+6rvVXWIORaNTBRA2IGAKgkhA0AAAAAAAAAAFWPx2M7NzCz07gG8CI6M0O8ei3Z9beKAFhDbrr+zHamyEYg1kf3yeOSMK7+RiAUmLs1EPSFrjJRUYGTxvcTi0UEwCYgbAAAAACwjnFTp+88cJIAAACArTMXN/D5TLNobjA39lm1SMLUNCQd0mQl6wjAU7d1jqkvdFjXHDsZYTIGEXtiwwYBujVUPblMEhbmSwBsBcIGAAAAAAAAAIAqxwUO7IRKNG8QOToLYgaYOkVvna00GgnA05RyVJt5nkm5HFzLwjoXCdikgb4zuW4N7BxKPJQ1AMBDQdgAAAAAAAAAAFC1zIO2bOcGgYD57biwbned1IMZ7c1O05/dVUYAnha9juyYbypriO6bw70hRWIRN42SeQIl9IWuaheT0mfNXksAbAXCBgAAAADrmDttSuc2cQQAAABqB9O4LZM3sLPh08FdO0Hjkabihr3/qLSlBODpOL6hlOtM7hKi9G6gvNUXWsDmDJhA6WlRKFSXU7M0Gi0BsAkIGwAAAAAAAAAAnhJ2MiWmUzTXuSGgqcG7HlPToC42HlyBTtHwNKgKjfHlb7Z6g7PZmIGtaWAnUBIKBdx0XyhrAICHhbABAAAAwDqSUzMKikoIAAAA1BrmTtHsZEpMp2g6wttkjJLwmI4Nx9aZfmwOUKX2LVVp1MxKQPMCua9WIBBwsycJhMwESlxnEcQMT0fTJtHTv5skFosIgE1A2AAAAABgHdNmLT+ZkEwAAACgFuLx2M4NzKw1rgG88I7Mz8wNerLzbxQ3QNXKTdef2c4U0wjE+sjeOVzixdXZCITMBEpctwaCvtAA8PAQNgAAAAAAAAAAPCXm4gY+n2kWzQ3yNhxaKrJnihuSD2kyzukIQJXZPtfUFzqsa469nMdkDCL2xIYNAnRreLqKFarLl7MIgK1A2AAAAABgHX27tQoJ9CEAAABQ+3CBAzuhEs0bRI7OgvqDTJMrbp2tNBoJQFVIOaJJZ9MsOydNcPsiAZs00Hcg162BLxDw+DyUNTxNSUnps+asRYNosBkIGwAAAACso0/XVqEIGwAAAGof82Au27lBIGB+Uy6s010r9WBGgfMy9Qk7ywjAk6bXkR1/mubpqtv/pthewGUM3DRKfGYKJVNTaCQNAPBoEDYAAAAAAAAAADxVpvFcJm8QMIO8dMzXThA30lTcsGeRSltKAJ6s4+tNHchdQpTesSom52KTBvZNyJwwgdLTJ5NJwkJ90SAabAbCBgAAAADrWL89PjX9OgEAAIDaip1MiekUzXVuCGxq8IhkahrUxcaDK9ApGp4kVaExfqXpTVVvcLaQnT2JqWlgixuEQgE3rRfKGp6y6KjASRP6EQBbgbABAAAAwDrWbYtPQ9gAAABQW5k7RbOTKbGdokXCZi8oCY/p2HBsnelH6ABPxL6lKo2aWfFrmi/31QoEAm72JIGQa9XARA2IGQDgMSFsAAAAAAAAAACwHh6Pm8RGKBS6BpOwDszPzw36W9PrAzym3HT9me1M0YxArI/smWvu08BUNAgF5m4NBH2hn7qsrNxt248TAFuBsAEAAADAOqZOGhpXP5IAAABAbWUubuDzeXTUlw77ikSiRsNKRfZMcUPKEU3GOR0BeGxb5yi5lbAuuRJXHjt1kkjAljXQd50A3Rqs5xoNG3Yc02i0BMAmIGwAAAAAsI7I0AAXJykBAACA2o0LHOiJHfkVOjoL6vVXcBdtna00GgnA46CpVeZ5JrWyc9IEdyhk3mYi5sR1a2DnUOKhrAEAngiEDQAAAAAAAAAA1mEe5OU6NwiYuEFYt6dO6sGMDudl6s/uKCMAj0qvuzUfV51+N8X2Ai5j4KZRMk+ghL7Q1hIVFThpfD+xWEQAbALCBgAAAADrGDd1+s4DJwkAAADUbqZxXiZvYGZSooPBIntB3HOmeW/2LlaVqVHdAI/o+HpTp3GXEKVPQxXzFmOTBgHbJoSPCZSsTS6ThIX5EgBbgbABAAAAAAAAAMDK2MmUmE7RXNvewGZ6zygN3a4uNh76V00AHp6q0Bi/0lTWUG9wNvPWEomYmga2uEEoFLDTd/FR1gAATwrCBgAAAAAAAAAAazLPY8NNpsQOCgubjikhPKam4dgG04/TAR7KvqUqDRtU+TcrkPtqubIGIdsXmm3VwEQNiBms62JS+qzZawmArUDYAAAAAGAdc6dN6dwmjgAAAACwuMmUuMlthEKhazAJ68D8LN2gJzvmKwnAw8hN15/ZzjT8EIj1ET1yuNmTuLIGgVBg7tZA0BfaqhQK1eXULI1GSwBsAsIGAAAAAAAAAAAr4yob+AyekOncIBCJRI2GlYrsmeKGlKPajHM6AlBpW+eYAqqwLnkSVx47dZJIwJY1MK1B0K0BAKoAwgYAAAAA60hOzSgoKiEAAAAA5bjAgZ7YEWGho7Og3gDTp4Wts5VGNIqGykk+rMk8z6RTdk6a4A4FzNtJxJy4bg3sHEo8lDVUB02bRE//bpJYLCIA4fVf9wAAEABJREFUNgFhAwAAAIB1TJu1/GRCMgEAAABgmQd/uc4NAiZuENbtoZV6MKPGeZn6M9vKCMCD6HVk51+mvtB1+2WL7QWmjtAiLmkwTaCEvtAA8MQhbAAAAAAAAAAAqBZM479M3sDMpEQHiUX2gkbDTcUNexertKUE4P6Orzd1FHcJUXo3VHJ9obluDVxHEEygBABVBGEDAAAAgHVEhQW4OMkIAAAAwO3YyZSYTtFccUNQC4NnlIZuLy0xxq9SE4B7UxUa41eayhrqDc5mqxlMfaGFbHNodpouPsoaqoljxy9OeWcWGkSDzUDYAAAAAGAdUyYOjasfQQAAAAAsmOe3EXAzKbFT3zQdU2JkOzYcW6cuyTcQgHvYt1SlYQMpv6YFcl8tV9YgZPtCs60amKgBMQMAVBGEDQAAAAAAAAAA1Qs3mRI36Y1QKHQNJuEdmJ+r67W3puMHqCA3XX9mO9PYQyAyRPbM4WZP4soaaHBl7tZA0Be62pDJJGGhvmgQDTYDYQMAAACAdazfHp+afp0AAAAA3I6rbOAzeEKmc4NAJBI1GlEqsmeKGy4e1FxL0hGAO2ydo+RWQrvkSFx57NRJIgFb1sC0AEG3huonOipw0oR+BMBWIGwAAAAAsI512+LTEDYAAADAPXCBAz2xI8VCR2dB3X4K7qLt5WPKAGbJhzWZ55kUys5JE9KxkHnbiJhTeVmDgMfnoawBAKoUwgYAAAAAAAAAgOrFPCgsEPD5XPMGobBeL53EVU+330zTJ+4uIwDl9Lpb82vV6ZctsuObOkKbGjYIuAmU0Be6usnKyt22/TgBsBUIGwAAAACsY+qkoXH1IwkAAADA3ZjGhZm8gZlJiaYNIntB3HPF3KV7F6u0pQSAc3x9aXEO0zncJUTp01B5K2lg+0LzMYFSdXWNhg07jmk0WgJgExA2AAAAAFhHZGiAi5OUAAAAANwbO5kS0ymaK24Ibmn0jNLQ7SX5xsNr1ASAEFWhMX6lqayh7qCbzFtFxPaFFonYt42AnY6Lj7IGAKhqCBsAAAAAAAAAAKoj87w3Am4mJfa36k3HlBiNTKfoI6vVJfkGArXevqUqDRs8+TctdPLTWZY10KiB6/yBmKF68vN179alqVgsIgA2AWEDAAAAgHVM/2P5yYQUAgAAAHBf3GRK3GQ4dPjYNZiEd2CGlvVasnuBikDtlpuuP7OdaeAhEBkiembTjEEkZssaTH2hTSUNBH2hqyVfGjZ0bUIAbAXCBgAAAADrSLqcUVCkIAAAAAD3xlU28Bk8IdO5QSASiRqNUAvtmZqG8/s1N1P1BGqxzb8ruZWwrrkSFx5b1iASiNjpk5i+0AKUNQDAU4OwAQAAAAAAAACgWuMCB3piR5CFjs6CmAGmIeZtc5QEaqukeE1Wso6u2DlpgjsUMBkDeyova6BJA8oaqrWLSemzZq8lALYCYQMAAACAdcydNqVzmzgCAAAAcF/mwWKBgKYNfK5TdN0eWqkHM8pMx5ovHNAQqH30OrKrfB6tuv2yRXb8W90aRFxZA9/c9oNAtaRQqC6nZmk0WgJgExA2AAAAAAAAAABUa6bxYiZvYGZSommDyF4Q95yppmHX30od4oba5/j60uIcZjYt52Cld0OlZV9orsMHQcwAAE8XwgYAAAAA60hOzSgoKiEAAAAAlcNOpsR0iuaKGwKb6d0jmM7AJfnGY+vUBGoTVaHx4HJTWUO9wTeZt4SI7QstErFvDwE77RYfZQ3VXNMm0dO/myQWiwiATUDYAAAAAGAd02YtP5mQTAAAAAAqwTwfjoCbSYn9DXvzF5WEZ6SXHlqppqPPBGqNvUtUWracxb9ZgZOfzrKsgUYNXIcPxAwA8JQhbAAAAAAAAAAAqBm4yZS4SXLosLJrMAnrwPy8nY47712kIlA75Kbrz+5gilr4Yl1EjxyaMYjEbFmDqS+0qaSBoC80ADxdQgIAAAAA1hAVFuDiJCMAAAAAlcMNHNOBZGI00lFlg14gEokaDSm7Gu+gK+Of3VVWcFNPoBYovGngViK65UlceUzGIGJPQq4vtABlDTXFseMXl6/Y/fUXYzGTEtgGhA0AAAAA1jFl4lACAAAA8JDYzg18Ht9IR5YNeoOjq77Bs8qTi5hfMGSc0xGoNSRumrDORUKRWMBUNoi5mZT4TNKAsgYAsA5MowQAAAAAAAAAUDOYB5EFAj5fwBeyP2av013n6IGYodaJ7pfLTKBk6gvNJQ3MDFvm9h4Eqj2ZTBIW6ouyBrAZqGwAAAAAsI712+PrRYWEBvoQAAAAgErjBpGNTN4gMBoMdIjZaDT2/6lQU1qm1Wh1Op1Bb6CI8Z79ojUaXW5eER3llEkdSC2Tm1fM5/NcXWrwVJZGdiotJleg+YJILBQLy7s1MGUNBDFDjRIdFUhPBMBWIGwAAAAAsI512+IlDvYIGwAAAOARsJMp8ej4MpMpGGmywEQLPDoGrRUY9HrmjNFovFveoNcbstKzxXYiVzfn2jgozeOXqEq9fdxJzcVj50ni87lqBrEdTRuYygYB2xfa1BsaeQMAWAPCBgAAAAAAAACAmsSyUzQ3mRLNFZjxZ3bdoDcYy9153cRzqQqVpmndEDpATWofkZ04Lyu3rr1dDR2ON8+jxVU2CIRMk3B2Ni16no++0DVOVlZu4rkr3bo2IQA2AWEDAAAAgHVMnTTUw82FAAAAADwSrlO0UEj07NQ6PPZX7QaRaQ6luyYNKZeuXc3Ibdemgdy5Bs8j9DgcZY4KZZmB8KSONXUKKVNDBj47lxIl5E5C9IWuia5l5W7bcaxD+1i0bQDbgLABAAAAwDoiQwMIAAAAwCOhA8pcNQOhI85C5rxAwNcLDUYDW9ZguEvSkJ9ffOjohQb1wwKDfUlt5eruXKLWKNVadw9XUnPxiCluYKsZaOLAwwRKAFANIGwAAAAAAAAAAKh5bg0r0+Fmmj0YeHTU2WAw8Ai5s6xBq9Wt23RY5iRr3SaWDlCT2spd7FJapissVkbYi0lNxrz6PC5gIDzEDDWWn697ty5NUdYANgNhAwAAAIB1TP9jeafWcXH1IwgAAADAIzFPm2NkyxzoOt/Iv2vY8N/aA/mFismvDLSzq+3Dmo5SSU6uQljTW1aUv/SWMQPyhhrH19edngiArUDYAAAAAGAdSZczGsUgaQAAAIDHUmGgmYsZKgw5nziVfPrM5VHPdXVxkZNaz9VVlp1bwBcISA1nGS0gZgCA6gBhAwAAAAAAAABAzWYZOVQoa8jJLVy9el+zpnViYkIJEOLm5nT6TIoNjM4jYLABF5PSd+85NWlCPwJgExA2AAAAAFjH3GlTCAAAAMCTZjkGrdPrF/6z1dVV3q9fa4xNczy9XIoVar3eIBTW+OIGqOkUCtXl1CyNRou2DWAb+AQAAAAAAAAAAGzRhg3xuXnFo5/vLhLi96YmHu5OdHnjZj4BAIAnCmEDAAAAAAAAAIANunDh6oH4xIH923q4OxMo5+HhQpc5OYUEwNqiogInje+HsgawGQgbAAAAAKxj3NTpOw+cJAAAAABVoLCoZPGynTExoc2a1iFgQS6T2IlFObkIG8D66LsxLMyXANgK1NABAAAAAAAAANgUo9G44J+tDg7iYUM6EriDh6dzTjbCBgCAJwyVDQAAAADWERUW4OIkIwAAAABP2tZtx65dy3nh+e72dmICd/B0d85GZQNUA8eOX5zyziyNRksAbAIqGwAAAACsY8rEoQQAAADgSUtNu75j14k+vVv5+roTuBt3D6czCZcJAAA8UahsAAAAAAAAAACwEUql+p/FW8PD/dq3jSVwD54eLnq9oahYSQCsSiaThIX6okE02AxUNgAAAABYx/rt8fWiQkIDfQgAAADAE/LPku10OWpEVwL35unhTJe5OUVOckcCYD3RUYH0RABsBSobAAAAAKxj3bb4tPTrBAAAAOAJ2bPv9OXL10Y994yjowOBe/P0dKHL7NwCAgAATw7CBgAAAAAAAACAGi8rK3fT5sNdOjUJDUHd5AMIhQJnJ8fsbPSIBisrVqguX84iALYCYQMAAACAdfTt1ioEcygBAADAk1Bapvlr4ZagQO9uXZsQqAR3D+fcvCICYFVJSemz5qzVaLQEwCagZwMAAACAdfTp2ooAAAAAPAnL/t2tVmsmv9KNx+MRqAQPd+fklEwCAABPDiobAAAAAAAAAABqsCNHzycmpj43rLNcJiFQOR4ezvn5xQaDgQBYj5+ve7cuTcViEQGwCQgbAAAAAKxj+h/LTyakEAAAAIDHkJNbuHrtgbat69epE0Sg0jzcnY1GY24uZlICa/KlYQOmPgMbgrABAAAAwDqSLmcUFCkIAAAAwKPS6nQLFm7x9HTu1aslgYfh5elMmKgGYQMAwBODsAEAAAAAAAAAoEZau/Zgfr5izKjuQoGAwMNwcpLy+bz8/GICYD0Xk9JnzV5LAGwFGkQDAAAAWMfcaVMIAAAAwKNKTEw9fPT8cyO6urrKCTwkgYDv7CzLy0NlA1iTQqG6nJql0WjRtgFsA8IGAAAAAAAAAIAaprCoZOm/u5rERTWKDSfwSFxdZfkFmNMSAOCJwTRKAAAAAAAAAAA1id5gWPDPVplMMnBAWwKPytVFnpeHaZTAmqKiAieN74eyBrAZCBsAAAAArGPc1Ok7D5wkAAAAAA9p85YjWVm5Y0Z1xxjl43BzleXlFxuNRgJgJXKZJCzMlwDYCoQNAAAAAAAAAAA1RkpK5p69p/v2ae3t7UrgMbi6Oel0ekWJmgAAwJOAsAEAAADAOqLCAlycZAQAAACg0tTq0iXLd0RG+rduGUPg8bi6MJ/E8jGTEljPseMXp7wzS6PREgCbgAbRAAAAANYxZeJQAgAAAPAwlq3Yo9MZRgztTOCxubkyYUNeQXFwsDcBAIDHhsoGAAAAAAAAAIAaIOt63rlzacOGdJJKJQQeG30ahUJBfj4qGwAAngxUNgAAAABYR3Jqhoebi4uTlAAAAEBVcuTZE5vgYBR/+vZoLy/rt2rQEr3G+OQnfhERgZj3VFte/+/lYXZ2Iuu+Q/REX2rELDq1VNMm0fREAGwFwgYAAAAA65g2a/mwfp06t4kjAAAAUJWEPAGxCcH+1WW2H6PRqCFPnoAneMovVkiAD7E6I2HiGwCAmg/TKAEAAAAAAAAAAAA8bcUK1eXLWQTAViBsAAAAALCOvt1ahQRWgx/TAQAAAACANSQlpc+as1ajQWkL2AhMowQAAABgHX26tiIAAAAAAAAANgFhAwAAAAAAAAAAAMDT5ufr3q1LU7H4qfZFB6g6mEYJAAAAwDqm/7H8ZEIKAQAAAHhUzz77LI/HKywsvNcOw4cPv/8O91fh6gqF4ueffyZVLDU1dfHixaTKHDx4kD6oTz/9lDv7mE8RwOPwpWFD1yYEwFYgbAAAAACwjqTLGQVFCgIAAABQQ3Ts2PG3334jVen69esxMTG7d+8mAABQ0yBsAAAAAE1/LrQAABAASURBVAAAAACwTUuXLjUajc7OzuSRVLh6cXExqWJlZWVqtZo8RY/5FAE8jqys3G3bjxMAW4GwAQAAAMA6pk4aGlc/kgAAAAAAQK10jYYNO45pNFoCYBMQNgAAAABYR2RogIuTlAAAAEAV+/7773k83sKFCy03Xr58mW58/fXXubNqtXr8+PHR0dESiSQyMnLs2LEqlcq8s16v/+GHH1q1aiWXy/39/Tt06LBu3TryVFTmrouKioYMGRIQEODn5/fcc8/t2bPHfJFlQ4LTp0/T9V9//ZU+6qioKHqDXbp0Wbly5X3u3Xz1ixcv0pUUFl2Z8eMMUgX27NodEhJCV+bPn0/vZcGCBdx2pVJJj7lOnTqOjo70yOmrQ7dYXvGBO9zHnU/Rn3/+uWnTpkGDBrm7u0dEREyYMKHCre3YsaNly5aenp6urq50Zfv27RVuc9WqVaNGjWrQoAF9kuvXrz9s2LDr169zFx0/fpy7C7rRycmJvtkuXLhAAABsAsIGAAAAAAAAALBlI0eOpMsKo+r//PMPXY4YMYKwSUP79u3nzp3r7e09efJkGjnQwe6OHTuWlpZyO7/99ttTpkzJzs4ePXp0XFzckSNH+vXrt3XrVlL1KnPXPXr02Lt3b+/evekOS5Ys6dq169mzZ+91g9OnT1++fPkrr7xCnwGZTPbss89+/PHHDzwMOuz++eefu7PoSvMWzUkVCA4Jfuutt+hK06ZN6b3ExsbS9ZKSkhYtWsycOTM4OPjVV18NDAykr07btm3pdu5aD9zhYf3222/0dmjAQ2+TJgpz5sx54YUXzJcuXrz4mWeeSU1N7dOnD00U6EvTvXt3+pSad3jppZcGDx68f/9+mkPQp5e+i+ilb775puVd/PLLLzQ0qlevHg2TaJ5BoLaKigqcNL6fWCwiADZBSAAAAADAGsZNnT6sX6fObeIIAAAAVCVfX99OnTpt2bKloKDAxcWF20iH2qOiopo3ZwbNp02bduzYMTqmPG7cOO5SOjo8bNiwGTNmvPvuuzSKoEPDHTp02LVrF4/Ho5ceOnSIjkQvWrSIDjqTqlTJu6YD4vT4HR0d6frXX3/9wQcfLF26tEGDBne9zevXr585c4YGKnS9b9++dMT8u+++Gzt2LB2jv8+R0Izho48+4hIauqI16lTGMvKkBYeE0LDnxx9/pAdP74XbSLOWxMTEP/74Y8KECdwWmpdMnTr1yy+//Pbbbyuzw8NKTk6+cOGCv78/Xe/fvz/NDFasWMG9efLy8mhsQEOCffv2cW0ePvvss169etGNNPKRy+V79uz5888/n3vuOfpccS+Z0Whs06YNfUfRNIumO9xdnD9/ngZC9B1I13VGfZlRR6BWkssk9EQAbAUqGwAAAAAAAADAxg0fPlyr1a5atYo7e+TIkdTU1Oeff547S0e36fCxOWmghg4d2rp16x9++IE7azAY6CgzHW7mztLR5xMnTtBwglS9ytw1TRe4pIGU12qkp6ff6wbpU8ElDRQdDX/rrbc0Gg0NJ0i1VFpaSsfoW7RoYQ4SCJsuxMXF/fzzz2VlZQ/cgTw8Gk1xSQMlkUjoc05Xbt68SZd///13Tk7O+++/b24oTVc+/PBDGuFwSUxISMi8efPoFi5pIOyTTN9ddIW+jua76NatG5c0AADYElQ2AAAAAFhHVFiAi5OMAAAAQNUbNmzY5MmTV6xYMXbsWMIWLtDl6NGjCTsuX1RUFBwc/MUXX1heRa1W5+bm0pFlDw+PUaNG0aFkOkbfp0+fzp07cxMW3fWOaCqQn59PHgm9I7lcbrnFwcGhMnfNTTfE8fLyokuFQnGve6kwaQ8XPJw5c4ZUSxcvXqRxCzfcb4luOXny5Llz5/h8/v13uNcrdR8+Pj6WZ7kgh0YydJmUlESX8fHxKSkp5h24Vzw5OZkug4KCXnrpJcJO7rR79+7t27fTnbmn1zwrFxUaGkoACDl2/OLyFbu//mIsZlIC24CwAQAAAMA6pkwcSgAAAOCpkEql/fv3//fff2/evOnu7k5X6MC9n58fvejatWuEHW2/64B7amoqzQDmzZtH04iff/75T5ZIJOrateusWbPunHrot99+M8//87Dmz5//4osvVthYmbsWi8XmdfPUPfe6F/pwLM9yv9A3V05UN5mZmaQ8QbHEbblx4wZNGu6/A3l45jIRS9wdZWVlEbbjwp07pKWlcSs//vjjjBkzMjIy6LqLi0uHDh3oi3L8+HHLne3t7QkAgM1B2AAAAAAAAAAAtm/EiBHLli1bvXp1ZGQkDRg+//xzbjsXOYwdO3bu3Ln3ui4dzaf70xQhJSXl4sWLdNB/48aNffr0uTOfGDRoUN26dckjuetv8Ct/15WUnZ1teZYbE3dzcyPVkre3NymfwsgSt4UetkAguP8O5Iny9fWlyytXrgQFBd11hwULFrz99tv0pZw0aVLz5s3btm1L8yH67qoQNgAA2CSEDQAAAADWkZya4eHm4uIkJQAAAFD1unfv7uXltX79+qioKDqCT1MBbntgYKBEIomPjzcYDHz+rd6WCxcuvHr16v/+97/U1NTp06f36tVr4MCBdVn9+/dv06bNoUOH0tPTKxQ31GGRJ+TChQuVv+tKqjDqfeTIEbrkGmU/EI/Hu0/NxBNhbnXACQ8Pp8uDBw9W2O3AgQP29vYxMTFarfb+O5AnKiwsjC737ds3atQo80b6PqHvlqZNm9L3GNcXZNGiRZZvAxpOkPuWm0Ct1bRJND0RAFuBBtEAAAAA1jFt1vKTCckEAAAAngqRSDRs2LBdu3Zt2bJlyJAhTk5O5oteeuml8+fPT5061TwcTIfgx44du3v3bjs7O09Pzz///PPHH3/kJtKh9Hp9SUkJvYUKUxI9cVVx12vXrt2+fTu3npOT880338hkMvrMVOa6NKSh916lg+bclFAqlYo76+zsPHz48KNHj1r2xJ45c+aZM2doXOTo6PjAHcgTRZ8oqVT6/vvvm3s26HS6KVOmfPzxx/QNRs/SN4zl8RM29ti5cydB2AAAtQAqGwAAAAAAAACgVqAjxT///POFCxemTZtmuf2rr746ffo0HdM/dOhQhw4dSktLZ82a5e7u/vvvvxN2Kp633377hx9+6NKlS8eOHekWOlifkJBAR7QdHBxIVaqKu5ZIJL179x48eDBNMlauXJmZmTl37txKRhdBQUGJiYlt27YdO37sgJHPkipAHzKNUlavXt21a9dJkyYNHDjwp59+SkpKmjBhAt0YGxt78uRJ+iTExcXNmDGDu8oDd3iC6DNA3xvjx49v3rx5v379QkNDN2/eTN82r7/+eufOnekOffv2pc9qmzZtevXqRQ8mIyNj0aJFNBEpZBGA2xUrVDnZhWFhvgTAJqCyAQAAAMA6+nZrFRLoQwAAAOBpadGiRXh4OB1kf+aZZyy3y2SyvXv3zpkzx9XVlQYMGzduHDNmzKlTp6KjTdObfPnll2+99db+/fs//vjj+fPn+/r6rl27dvLkyaTqPfG7HjduHB2Fz8rKWrBgAR0xp7c8duzYSl6XpjIBAQFHjx5NT88gVUMsFtNASCgU0nvhZh/y8vKi63SjXq+nr1FJSQlNFw4ePEjTIO4qD9zhyRo5ciRNXEaNGkUDqunTp9MDXrp0qTnYoNs///xzeiSrVq369NNPz58/T1+4hQsX0ovoU00AbpeUlD5rzlqNRksAbAIPNVwAAAAAAAAA8EBGlk6n02q1K1KOjz+0vL67765Bb5Jqz4lvmksnPz+fjpVPnDjxhx9+ILUPHRxv1KgRjS4e/+FrjTqVsYw8afY8sR1PRGoZnVGvNJYSqJWOHb+4fMXur78YKxbXune+jRm9bcGmtMTXApuPC28hYdnb24tEIhqd8likdsA0SgAAAAAAAABQK0ybNk2lUr344osEAKAakMkkYaG+SBrAZiBsAAAAALCO9dvj60WFhGImJQAAgKrXpk0brVZ79OjRIUOG1KtXjwAAVAPRUYH0RABsBXo2AAAAAFjHum3xaenXCQAAAFQ9V1fXy5cvT5w4cd68eQQAAACqACobAAAAAAAAAMDGrVu3jtR6DRs2ROdOgGolKys38dyVbl2bEACbgMoGAAAAAOuYOmloXP1IAgAAAAAAtdK1rNxtO45pNFoCYBNQ2QAAAABgHZGhAQQAAAAAAADAJiBsAAAAAAAAAAAAAHjaoqICJ43vJxaLCIBNwDRKAAAAANYxbur0nQdOEgAAAAAAqJXkMklYmC8BsBWobAAAAAAAAAAAW1ZkUJKa4Nq13J9mrpjy1lBvL1dSK5UaNfREnroVq/ZeTb8x5c2hBAAAHgMqGwAAAAAAAAAArE+lKqVLBwc7Ak+XgM/T6w0E4Km7mJQ+a/ZaAmArUNkAAAAAYB1zp00hAAAAAOWU6jK6dLAXE3i6BAK+wYCwAaxAoVBdTs3SaLRo2wC2AWEDAAAAAAAAAID1qVRqusSY49PH4/MNeiMBAIDHg7ABAAAAwDqSUzM83FxcnKQEAAAAgBClslQqdSDw1PH5PFQ2gFU0bRJNTwTAVqBnAwAAAIB1TJu1/GRCMgEAAABgqVRlaNhgFQKBQI+wAQDgsSFsAAAAAAAAAACwPpWyFGGDVQj4fD2mUQJrKFaoLl/OIgC2AmEDAAAAgHX07dYqJNCHAAAAALBU6lJ0h7YKHp8YUdkA1pCUlD5rzlqNRksAbAJ6NgAAAABYR5+urQgAAABAOZ3eIBZhoMYKBHw+ejYAADw+/BsGAAAAAAAAAAC1l0DAR88GsAqZTBIW6isWiwiATUDYAAAAAGAd67fH14sKCcVMSgAAAABWxRcI9HqEDWAF0VGB9EQAbAV6NgAAAABYx7pt8Wnp1wkAAAAAAABAzYewAQAAAAAAAAAAAOBpy8zM2bb9OAGwFQgbAAAAAKxj6qShcfUjCQAAAAAA1EppV29s23GMANgK9GwAAAAAsI7I0AACAAAAAAC1lU6rE4swPAu2A+9mAAAAAAAAAAAAgKctMNCza5cmBMBWYBolAAAAAOsYN3X6zgMnCQAAAAAA1EphoX4dOzQiALYClQ0AAAAAAAAAAAAAAPBYEDYAAAAAAAAAAAAAPG2bthyhy57dmxMAm4CwAQAAAMA65k6bQgAAAAAAoLa6nJrl6eFMAGwFejYAAAAAAAAAAEDtJRIy42NlGi0BeLoKCoplUgcCYCtQ2QAAAABgHcmpGR5uLi5OUgIAAAAA1iO2E9NlUWGJp6cLAXiKpr41tEyjJwC2ApUNAAAAANYxbdbykwnJBAAAAACsyk4sosuiIiUBeLocHOydnRwJgK1A2AAAAAAAAAAAALUXFzYUFiNsgKdKqVQXFpUQABuCsAEAAADAOqLCAlycZAQAAAAArMrZmZnWsgjDvvB0nTpz+atvFul0mEYJbAd6NgAAAABYx5SJQwkAAABAOZWq1NHdmcBT5+7uJBDwMY0SPGU5OQVubnKhUECmwve7AAAQAElEQVQAbAXCBgAAAAAAAAAA68vNKQoK8CJgDb4+7kWYRgmeLm8vV0dHewJgQxA2AAAAAFjH+u3x9aJCQgN9CAAAANR6JSWqMo1WIsHIo3UEB3mdOnPJYDDw+ZhyHJ6Sli3qEQDbgr9AAQAAAKxj3bb4tPTrBAAAAICQ3NxiuvTyciFgDZGRgSUl6qTkTAIAAI8KYQMAAAAAAAAAgJWdSbhMl+Hh/gSsISLcTyDgnzyVTACeisRzaStW7SUAtgXTKAEAAABYx9RJQz3c8OtFAAAAIMUKVfyhxNAQX5nUgYA1CIWC0FDfhMRUrVYnEmG4DKpcQkJqemY2AbAtNvu3p9FoJAAAAADVWEQI89NFfGgBqGo8Ho8AAFRvO3Yc1+sNbVrHELCexnGRKSmZZxJSm8RFEoAqlnb1RmgwmreBrbGpsMHyuzq+twMAAAAAQAUIHgCgGiooLDly7EJQoFf9mDAC1tMoNmLDxkMnTyUhbICn4MXRPbRaHQGwLTYSNnDRgnlpThoQOQAAAEC1NWPeqvYtYhvFhBMAqALmXIHH4la4LwiIHACg+khOzlyxao9YLBo1shv+crIugYDfrk2DTVuOpKVdDwnBT86hanl7uxIAm2MLYYM5Y1j5+wUDGy4YDAbLiwAAAACqoeRrmYY8acpeLQGAKkNzhQYtPaIaufEsEACAakCpVK9bH3/iVLK3l8ukif2cnaQErK1N6/r7DyYsXrbjnSnD0bkBqk6xQiWXSQiAzbGdygYaMGxceJkAAAAA1BCiduTiibzz1wwEAKqSg4QfGiMXCAR8FlffgMgBAKxCo9GmXbmRmnY9LS0rPT3bYDR07NDoma5NhUIBgWpALBb17d1q8dIdGzbGD+jfjgBUjWnTl3bqGEf/+BMA21LjwwZjOXM1Q5MOvnaOIgIAAABQ3QWRhoQ5AUDVSDqZk3tdpdPptFot/cogFAqRNADAU1BQqCguUioUqqJiFbtUFiuUimJmRaks5fZxkju2bl2/aZMoby9MpVK9NGoYcTA+8eChcw1jIzCZElSFS5euqUs1QUHeBMDm2EhlA00a9Ho9t97nxTqe/o4EAAAAAABqt3mfH+fCBo1GQ8qbN2AmJQB4fPkFiuJiNj9QsHFCUQld0i3FxWqlSs3tYycWyeQSGirIZBIvT9eIcH+53NFJRs860C0ODnYEqqvnhnf5Yca/i5ftmPrWMDs7/J4VnjCdXu/t7RqKKAtskY30bLCsbAAAAACoES5dzXB3cXGWY4JmgKrFVTbwLaBNNADcHx0KLC5W3YoTipVFxco74wR7OzGNE+T0JHP09naLjAygcYJc5sAs5Y40bCBQM7m4yJ4f+czc+es3bDw0aCAmU4InLDoqkJ4IgC2yqZ4NBACghis7f7L01D7t1ct8dy/ZwHEidy8CALbrl7+XD+zeqX3zOAIAVUmv19OwQSAQCIVC7odKBABqPSZOKFIyiYJCyU12xJwtYbcUq1Qq02RHDvZimcxR7iSRSyU+3m5RbJwgkzH1CjRjECNOsF2REf7duzXbvPUoffW7dm5CAACgEmynsgHfGQCgpuDxiFBEtJpbWwxqlebCScXyWfycHL1GXVaYVawXaeu29mqDsAEAAOBx0bBBp6PjinqDwYBvDQC1B/1zzxYiMOUIXHUCc5atTigqVqvVpjjB3t7OSS5h5juSOfr6uNeJcpSx1QnM9EdyR7HIRn6jCY+gc6fG+QWKrduO5ecrnh3Uns/nE4DHtmz5LidnaY9nmhEAW2Q7lQ342gAANYVITHh8Qj+pGgzMX183C4sFC6eJks/ZEX6pRq1RZNN98kr0rnr8tQZg4yKCA5zlMgIAVYwrg8ZXBgDbo9XpiouY0gS2KEHNznqkLJ/1SKVWl3G7OThwcYKjk0zi5+dRp06wXOogd6KJAlOyIBIiToB7enZQB6FAcPBQYmGh4oXRPVDLAo+J/r10/GRSrx4tCICNsp1/U/HNAQBqCk3ZrfXk6zcSsnObCR2FGo0iJ82gYy7T6Eix0El43yHI7Bsl65YnXki8mZSYIxTzwyLdoup5Dn8hTuZ0q9Fc7xZzvQPk81YMvdeN9G0z39NHep8dnrKLCdnbNiQln89JPp/t7uEYGunWsKnfgBENBIKqnVN72ie71y5PXLFjtI+//K47DOm6gD7hexJe4c7SAatN/11o2SHYzV1CnhZ6AAM7/NV7UN13v+p856UqpbZb4z/o22DBuhEEao5XR1eXP30Ats14OwIANYdGq+OSg2JTvwSuiQK7LFaVlprjBHsnJ4lcxvROCPDzkNUJprkC2ziBWQqFAgLwqAb0b+vsLN24+fCvv68eP7aPVOpAAB5VWtp1uoyLiyQANgoBPgCAdag12sTMa5cVCicPt3ORsVG7lojYpMFgJKmFxD7Mz9HH/17XzcoofmnwMkVRmVDIDwpzocsThzKP7E/fsTH5+9l9g0NdSA20Z9vlD1/bRFccJCI6aF5YoKZb6OnArrSvfunpKBWTauO37w8s//s0DScIAADUEJYxA/IGgGqFxglMXYKCme9IoVAVFTF9mIu4s8VKdalp7lGJxJ6b7IjGCYEBXrf6MNNQwclRKECcAFWoY4dGHu5OS5btnPnbf+Ne7OXh4UwAHkndusGffDhGJkNkBTYLYQMAgBUoS8uOXrlSQHgyF5fca9dVRjtRo67hxzbxddp8NSkqIxENm9h7eN7r6rN+OEiThr5D6k14q5WTsz3dUlxY9tfvR1YsPPPpW1v+/G8Yn1+pUoB1B14i1YNWo5/59T668tbHHejjovEJXc+8UjT9s93HD2XM/jGebifVhlKhIQBPwpa98dFhIcH+PgQAAMB2aTTaIq53QvkER+xkR0pFMTPxUWmZ6ZOVo8TByUkiYysSgkxxAl1npj+iS8QJYF0xMaEvT5TN+2vjTz+v6NO7VcsW9QjAI0HSALYNYQMAQFXiEZFFL2i+gBj0xGA0Hki+pBSLHJ2dZYpcXynhufmcFfTmGfTBhzZkq4iRkOABQ/n3+EKl1xsP7k7zD3aa8mlHc6ggd7Z7/f12yedyzpzIunK5IDTCldQo587ezL5R0nNgnYEj6ps30sf45cyevVvO3b31UrUKGwCelM174h3s7RE2AABATVdWpmV7L5sSBbZSQWU6W6ykl3K7SaUObH7gSBOFkCAftiezKUuQyxwFAnTfhWrN39/j7TeHLFu+a9XqfYnn0oYN7SSTPr1ZVcEG7Np9MrZBuJubnADYLoQNAABVyUh02lvnaNJAv2ztv5hSLBA4SiTGnOuHj8TvjD/q6e767MCBl1oNOO7oRw4f6Nmtm1P4PedwZLpc6o1CgYDHq1i+MOaVZnk5KjeP2z7yplzM/fnLvZeScr18ZLFNfEe81Njbz9QNwrJnw4qFZ37+et+Mvwes+ufMhcSbOo2hSUv/YS/GRcfcs8DiCTKw3bDF4or5ilQmfvfLzvYOQqORmB/usfiMeTMPX7tapDcYAkNcXprcvFnrQO6ilAs5LwxYRq/i5i7ZsOr86aPXZM52cc39J7/b1kFyq5nblrVJG1edozvHNvF79vlY8jAGdPgr50YJXXm2ywIahyzb8vxdd7ucnLdx1fnzZ26kXMzx8Jb6BzqPmtAktrEvd2nvFnNbdAgeOb7Jsvknjx/K0Gr1UfU8aVzkF+hkvoWb10sWzz1+aN9VkZDfrmtY9wF1yGO7z1NXmcPu3nR2556RHl6OqxafFQj5L7zcTFOmp2+bJZtHHT1w9cDO1AuJ2d6+smf6RY94KY4AAACADSkt0xQWlxQWldBlQWFxfqEiKSvjmZs+ztfEH5yeV6ZhPvLST2tSRwcmQmDiBMfQYF+Z3IFpwszOdEQDBgEfcQLUbDRdGPdS74OHEjdsODTth2UjhnWJjgokAJWQnVOwacsR+nW+c6fGBMB2IWwAAKhalvNClxYW7Ei6dL1E6RcWmp1xLczZ7vLVDPppI7+wSKEozi/RHtfwGw4cGT6g731uUCjkt+8atnNzysdvbh5Bw4D6XuZR+KatAirsTIfF3xi92sVd0nNg3TPHr/23JOHIgfSF656zs7972cS37+9w9ZC8MrWNTqtfvuD0xOErvvmlV8sOwaSK1Y318vSWrl2eKHOy7zckxhyHUN37R1vuuXVd0pfvbHN2cWjdMcTBURS/J+3tsWs/+aF7l54R5n3+W3JWUVw2cESD9t3C6Pq6f8/Rs1/M6MFdOuOrfSv/ORMc6tJ7cL3rmcVvvLAmMPghJl0dOrrhjk3JFxOyh41p6OV799+kbFh5ftonu+jhNW4eUK+h99mT1w/vu5qeVkCfeRqccPucP31j8shV9HV5/YN2u7dc2rY+6crl/L9WD+e6U1xJLXj1uVWFBepO3cPpoP+ebZf2bb9MHs8Dn7rKHPa5MzcuXcyNru9ZmK+OiPagZ+nGT97aIpGIegyo06Zz6LK/T/0+7SDNjQaPergUp3bq0aFVkB/KGgAAoFpQl2qKipksgZ6KFEqaK5Qv6RalpjxOoIOtcimTH/CF/Bv2pRon4cT2nZl0gZ31qJKTeQLUaK1bxkRG+P+zePu8Pze2aF6vb++WYrGIANzXocPn6fukVasYAmDTEDYAAFQho15flpaqOnNcefpMScLpTC//E516yCWSa5dS6aVX9do2zeJyCgrDAv3FjtLTp47LHOwHt2nlYG9//5t965MO1zKK6Ag1Pbm4OTRpGdCwqV+bTqEVahqovBwVHRN/9d22hJ1/6Z2X1x/ee/XUkcwW7YPuessOEtGvCweJ7Zgoom3nsOd6/fP79IPN2wVV9fdGe3vhVzN7Tp2w/p/Zx+kpLNKtUTM/+qBatA+mF5l3Kywo/eWb/aERbr/+M0jmZEe3vPRq86kT1/3yzb4WbYOkMlMT6YwrhYs3jaTpBV1v1yVswrB/6RNVXFgmd7ZLTcmnSQMdSf9pfn+JI/OVYMuai1++u73yhzrshUZXLuXTsGHQyFgf/7uEDWqVduY3+wKCnGf/O8Tc15qOvy+Zf/L00WvmZz79SuHXv/Zq1yWUME91qEgk2Pjf+VNHrrXpHEK3/P3rEZo0fPrDM116MTUuL7zS/I0XVpPH8MCnrpKHTZOGD77p0qO8zIILG0Ri/syFAwUC5k3Som3w8B4Lt65PQthQGd3btyIAAABPi7q0jAkSipUWSy5dUNIVjVZHmDiBJ5cypQnOcqmTXBodHli+zixljhKaN+h0Oq1WuyLl+LRDR+u7O8TUCyEAtYyHu/Prkwdt3XZs956TySnpo0c+4+fnQQDurX27htFRgQ72dgTApiFsAACoKkajMW/1yvQ5vxbk52qMBrWbh2LIc1J1aX5JiYOdnYDPV2p0Lm6+L74wplRn2HIygV5hVIf20f5+D7xlJ2f7mQsGLv/7VPzeK6nJuds3JNPTT1/u7T2o7stT23Bj6BwaG7zwanNunY4Fd+4eQcOGG9eL73XLQ8c04pIG5nXAuQAAEABJREFUSioX9x0S89dvR8+fuRnTyJtUsToNvOauGLJw9vEEpu1E/uXkvJWLzjo72495pZl52Hrz6gt0CP6ND9txw+UUXRkzsdmUCeu2rrs46LkG3MbGzf25pIGydxDGNPS5nJSXn6+iYcP2DUl04+iJTc3PUvf+0f8tPUsfI3lCjEby9icdXd0l5iF7KiTCjS4L8lXmLfQAuKSBE9fCn4YNeblKuq5Savdsv1w31otLGgg7ndQLrzR7Z9IG8qge+NRV/rCf6Rdd4cY7dAvnkgbCdtoICnHJzVYSAAAAeOpU6rLyCEFZdFuNApMu3IoTZBIuS6BLHy83J5mj+axMer/qBCOLAAD9esXn9+zevG500KKl23/+dVXXLk06d2yM4h64F2cnR3oiALYOYQMAQJVgkoZFC9Pm/55ZlKdjWj6T0matPaIi1cmX84sVucXFHnI5n88vUGlyFerTKZcKFIoXunTq0KAe/XjKFxC97gG3T8d86egzPRkMxtPHsg7vu7Jn26U1yxKTzufM+LO/ebw4MMTFcuzYxY0pfVCVaO91s/5BTpZn6dUJ0/Uhp0LYUFaqz7lZQh6JRCp2dXO460U+/vJ3vuhEV0rVOvqIjhxI37ExecZX+9Iu5U/9rCPdnp5WQJeJp65nXi00X6u4qIyw1QzmLW6et32Gc2CnANJq9Nxjocuo2xtRRNfzfIJhAzMc3zeKruh0Bnqoxw9lnjl+7WJiNt2iYY+B4+klrXAt5iC1Brq8nJSr0xrqxHjddpC3n31YD3zqKnnYvgFOd36DcvO47Qm3dxQVFZYSqIRfFyxv2ywutk4EAQAAqByVupRpnKBQWiYKXKUCPWl1zIdI+o+1XHqrHMHXy82cJdAtcqnkztZfAPBogoO9p7417L/V+7ZuO3bu/JXRI59xcZERAAtKpfrq1Zt16wYTgFoAYQMAQJUo3L710txfMhUF3E+/+GKxPjA099p1UWFBTFrSRQ/vPB7PVSrVGwznr1zJKy7q36JZ14YNBHy+0Uj0+oe4I/plMq65Hz2NebnZ79MOrlmWsH7FuWEvNOIuFYpu68LHfbG8z+/RnN1um4hJJmN+BV9SXFZht/Nnb0x+/j/ySHoMqPPBN13uv4+9g7DDM+H0NHpi0y/+t23t8sQ+g+tF1/fMzWF+L79y0dk7r3I981a5hoPD3f51Yx+1SqGhSxfX29KOCuHE4zuyP33OjPikc0ywQV+Chk3oC+R/cHea5T72jneZ19VoYA5SWcIcpPPtB+nqLhEKH72nYmWeukodtv1dnlvJHY+FeyDwQClXMupHI2kAAIDbKFWlFaY5Mq0rmKVOx3xSpB8a5TKJOT/w9/FgVmSOzk50yVQnIE0AeGrs7ETDh3WOiQlZvmL39J+W9+/bpmmTaAJQbtfuU8dPJL//7nP0rUIAbB3CBgCAKsH39NTVq0eOxtMxbtd69R2atylycxMnnAnetr4k84r7K+/k6rTpN27k3bxeoNUPbtOKhg1iUfnfyfcdp50z49DCP47/9Gf/Cu2g6YDv8Bcb0bDhPDuN/qMpyFUFh7qYz2az5Qsyp4o9JEIiXL+c2ZM8Ei9v6Z0bXx25KvH0ja3HJ1boXO3tJ+s5sM6ZE1mJZ27QsMGd/QX9yp1jLDtIPxSpnIlP8nNV7hYBg+KONOVxXE0teH/yBkepHY1/Iuq4N24RIJWJN6++UGHUvjIHabmxrEyn0xnIo3rgU/f4hw0AAACVVKJSW7RfVlpOfERzBZ3eHCdw4QFTneDv62FZncD1TgCA6qN+TGhQkPc/i7fRyCEhMXX40M4ODpidH0h+gWLv/jMDB7RF0gC1BMIGAIAqIY9t1HLGnLyzp3Qlxd71i08kJtjtPFx37/6bquLsXgPtPL3ti4rOXTxNFIUvDBzYq21r+n2ykrccyk6jv3XdxQphA3UjS0GYJs9i8qguJmY3anaracT5s0xuEdOwYsMGZxeHDt3CyJMTEuF2+njW9g1JvQfXrXBR9g0m8JBImE9mfoHMLE+njl3r4Xfrt0I3rim2rL0QHePVol3QA+8oPNo9fs+V82dvWvZLuHIpnzyU+363P7grraxUP/nd5v2HxZg3Xr/GvDSVnOKYvsRCIf9Cwm0zOyWzBQeP7IFP3eMfNjyCnz+ZQgAAwBaVKNW3VSeYcwW2fYJez/yAQCDgWzRLcAz08zJPfES3SxEnANQ0cpnk5Qn99x04s3nzke+nLx0xvEtEuD+B2s3VRTZyRNeGseEEoHZA2AAAUCV4PJ7Azs6jcUO+Ygmv9FhAgR3/0NFsteJGg0Z59ZtmZV67di3TtVTVUiLsXLdO5ZMGql2XMG9f2ZY1F3Ua/XPjGodHe3BfRC8l5U37dBdd6TmoDnlU/y483aVnhAdbfHDu9I0tay/Wb+RDB+hJFes7NGbNsoRpn+zKuVnSZ3A9dy9T2cHuLZcWzz1Bj6dNJyYb6NIzcsGsY3NmHKL5R0CwM2EbDPz6/YE9Wy/N+Kt/Ze6oXeewhX8c/+u3ow2b+MmdmZ8abd+QfHjfVfIwRCKm/EKtvntjDZGYubS09NalhQWlG1aeY1crNWwvcRS16hC8b0fqhpXnufSlRKH5fdoB8hge+NQ9/mEDAADUHjSJL1GqyosSlHf2ZObiBKFAQMMDLktwdpIGB3g7mYsVnKRSiQMBANtCv5q1bxsbHRW4YOGW2XPXt21dv1evlvSvAgK1GJIGqFUQNgAAVCGeNoWvu6jKiiz4e21eYUGev5eiXh1nZUHJprUBJUVeRXl+MQ3EUtO0QiIx0WoefJtiO8GXP/ecMm7tjk0p9CRzsous41FWpqPZAP3e++o7bWIb+5JHpSgsHfvs8o7dIxRFpbu3XnKUiF//oB2pehHR7lM+7Tjtk93zfzlCT74Bcl9/p8IC9aWLufb2wk+mdeOCAW8/2duf0N12jh/6L40f/ALkNCdIPH3j2edjm7QMqMwdRdf3HPt6i3k/Hx43ZHnbTiE3rpfQ0Xb/YKfMK0Wk0rx8mZmIPnlzMx21//rXXhUubdEuaPaPwl+/3R+/O7VBnG9pmW7XphSVinlpS4or8QKzXnuv3aWk3G8/3Hlo7xUff/nB3WnGSoz4X79W/MYLaypspMnNh992feBT90QOGwAAwGbQj1UKGifctXFCUUkxjRMMbJwgFJiaJcilLk7SEBonlM90RJeOEnsCALWPl6fLW28O2bjp8P4DZ5OSM0Y9183Hx41A7bNl69FOHRuJxZhACWoRhA0AAFWIr96tyZdfenPpDVWJfZOQod8MSb+mvLH8rOulRGeByE1gV+IoFTmawgZtpUd06Yj53+tGLJpzfOemlIJ89YnDmXRjw6Z+I8c1rsxUQvfxxoftb15X7NtxuaigtOeAuiNeiqPj/uSp6Dc0JiLaY+lfJw/tuZKVUUxPQhG/a+/IF19tzv0Sn9O9X1T9Rt4r/jlz+ti1fdsvR9Tx+PSHZ7r0iqz8HY2Z1DSqjseKRWfWrTjn5uE47o0WRoNx3swjlb+F/sPqH9yVlnDquk5nKFXr7G/vR02P9tMfu3//8a6TR67RU0i4a4dnwulVxvRfcuZk1kjSuDJ3QbOBOf8OWTTnBI0ZThzOiKrn+e6XnZ/tsuD+11IptccPZVTYaG7Ccf+n7okcNjys1z+bPrB7p/bN4wgAADx1TJxQoipSlJgbJ1iWKdAtBgOT9IuEQrY6gQkP3FzkoUG+zlyxAludIHFAnAAAdyEUCPr1aV2/Xsg/i7fN+GVlj+7N27dtiLnRapXde07t2HWiYcNwby9XAlBr8Iw1fCZmevx6vV6r1ZaVlb3ebR/d8tnCzp7+jgQAwNqMeoUw/33FOa8TX6xxaBkR+3I3e7tzhdeCjr291F2hFvB4ZQY9f9Cghv/7mFQDKxae+fnrfd/81qtt51ACAE8FwgaAqjbv8+Mn9mS1GeDUbqC3hGVvby8S0dFjIY9FwKbRb4vFJXerTmCXxSWmOEEsYuMEmdTcjZmb+IirUZCgxasFI0un09Hv4CtSjo8/tLy+u++uQW8SALgHtbps+YrdiefSQkJ8Rg7v4uQkJVALKBTqz778u3WrmAH92hKoHUZvW7ApLfG1wObjwlvU5o+dqGwAAKgq/NLDRiKQxsoafNlIFt5cxDtr4IflJzu6lGpo0kC/p+XryqJiMcgIUHtFBAc4y2UEAAAeFRMnKFSFipKiIqYJM9c4wRwt0Iu4X9eJxSIuRaARgoebc0SIv6kPM7t0sEecAABVxcHBbszz3Y+fTFqz5sD3PywbNqRT/ZhK/brrwsX0OtGBBGommcxh0vh+gUGeBKCWQdgAAFA1jKU85S5iKDEar7sEKYn+qN6xJ5H192qQVCpfrM3LKxIQ75HjAp7pTQCgtnp19FACAAD3pS7VcMmBuV8CXSpKVAaD4UZOPo0TuN0s4wRPN+fI8jiBSxQQJwCAdTWJiwoL8V20dPuCf7bGNYwYMKCdg734Pvuv/G9falpWdFQgavBqrrCwR2+mCFBzIWwAAKgaPHuD+yfMbHXEwNelGwSePAEzdb59eIRji1ZZ2zY59e5bd8JrBAAAAKB2U5eWVZjgyLJAQaPVcbvRLKG8HEHq4+kqlzna24m5LMFJJr3/sB0AgNW5uMhenTRg1+6T27Yfv5Sa9fxz3YKDve+18+Ej5+gyKTmd5g0EahSakdNXuWvnxugLDbUTwgYAgCrDZxoG8ggxiqNu/R6Fz/d65Q1hm/aujZvyRdXow8ezz8fSEwGAp2jL3vjosJBgfx8CAGDT7hEnMImCOU7g83lyqUWc4OXmVF6XQJdyqQQ9NgCgpqN/j3Xu1JjmB/8s3v7bH6s7tG/UvVszgYBfYbfPvvybW9l/4CzChhpnzZr9CYmpbVrXR9gAtRPCBgCAp03k6urdsTMBgFpv8554B3t7hA0AYANU6jJzRULRbVMelRQWKbU6U5zAVCeU92H29Xa36MYslTFxAgEAsHl+fh5vvzVk3fr43XtOXbh4dfSoZzzcnc2Xzp63XqFQc+tJyRk3s/O9PF0J1BBKpfr8xfS+fVvTpJwA1EoIGwAAAAAAAOABVOrSQosmzLf6KDDrpjhBwOfLb0125Ojn7V6eJdCNUpkj4gQAAIZIKBw0oF29usHLlu/68acVvXq1bNMqhrsoJSXTcs/9BxIHD2xHoIZwdHR493/DHCUOBKC2QtgAAAAAYB09OrQK8kNZAwBUF0pVaYVpjkzrCmap0+npPgIBn+2dwE5wJHMM8PVkqhOYSgUmUZAiTgAAqLToqMCpbw9bsmzHmrX7ExNTnxvR5ZvvllTY5+TJpJ7dm0kk9gRqCCQNUMshbAAAAACwju7tWxEAgKeoRKVmpzZSmpYWEx/RXEGnN8cJploEugz087TsnUDHUBAnAAA8KY6O9uNe6n34yLl1Gw59/tVCo8FYYQeNVnf4yPlOHeMIVG95ecU0N3puRFdXFxkBqMUQNgA8YUajkUT7V4UAABAASURBVABArYcmlgAA8PTRz6FKGifcrQkzs1SU6PUGuptQIHAqzxLoMsjfu7w6gVlK8ZNMAICnq0Xzeleu3jx+Iumul8YfSmzfvqGAzydQja1euz+/QCGR2BGA2g1hA8ATYBkwIGwAgAoQPMC9/LpgedtmcbF1IggAQOXQT5olShWXHNxZo0BXTHGCUMBNc0SXLk7SkADv26sTMB0HAED1cq+kgSosUp5NSG0UG06guiouVqVnZA/o18beTkwAajeEDQCPhYsWzEukDgBgjhZ4rDu3A5ilXMmoH42kAQBuQz9CKpSqO5swc8tiGicYmDhBJBSy1QlMeODqLAsJ9DFNfMRWJ0gcECcAANQYn3359/132H/gLMKG6kwul7wzFX2hARgIGwAenTlj2LvmiqKwzEiMxCJ7AIDaiQsV6LLzkBCxnZDP1jvTs/RvBuQNAABAuDihRHWrCbO5OoFZMisGds5uGic4Ozky7ROcpG4u8rAgX/PERzRgkDhgogYAAFuwYNFWhUJ9/33S029evXojKMibQPWjVpc6ONgjaQDgIGwAeCx09NBgMOxZk5adqSQAABZa9vQRihxoCMnn0cSBj6QB7jR5zFB3FxcCADaHfkQsNsUJtzVhNlUnlJjiBLFIyOUHNDxwd3UKD/bjKhW4pYM94gQAANuXkJBamd32HziLsKEaunw5a96fG19/bZC3lysBAIQNAI/MWM5A/0MpAwDcQafT6nRCgUBIBITHVDWguAEqCg8KIABQM9G04M7qhEKFsohZlhQrVNznQ7FYxNQisNUJHm7OEaH+XB8FNlGgcQJmdgYAqNXe/2heJfc8m5hK/6Gh/5oQqDYMBsPK1Xvd3eVenvj9EIAJwgaAx8KmDQbzWZ8gqUQqunO3gtzS/JtMXaRULvYKcCQAUDMV5ZflXlfRFYlM5BN4lw/6NHtMO1/IrWu1Gq2O+XeWiRl4fCQNAAA1C40TikuUlv0SbkULTHWCKU6wY+IEUy2Cl7tLFI0TLFoxo1EkAADcy48//6vRaCu5M/1X6dChcz26NydQbajVZXK5pE/PVviiB2CGsAHgsRgJM42SubKhz5iIOo3d79xt+4q0Tf9coisRDVye/18DAgA104ENGavmXKQrwVHO4z5ueOcOpSrde8N2c+tanUanEzEzKBkEPL6BK24gABZe/2z6wO6d2jePIwBgDfRDXJHi1uxGhbd1UChRMHECs5udnchci+Dt4RoVHsg1YWbqFeRSeikBAIDqp/rPQPDqywOUylKVqkxFl2q6wq7Tk7qUjmLTFaVpe5lez/zGMf7w+U4dG4nF+HenupBI7CeO60vQudMa8OW62kLYAPDouLIGg9FAAADuoNXSsEEs4AsEAqEAnz4BAKzBQP+z05ZoSy5dvaHRGco0eqW6jKYIxSUqmi4olKY4wd5ObK5F8PF0qxMeaK5OcJFLMawDAFCDmId9q//4r1AgoP/Q0NMD9ywr09IoQq3WiERCjGtXE/QVoWEDAWtD6lDdIGwAeHSmf+PZzg0EAOB2ehbT1oWdbA1/UcCdIoIDnOUyAgCPgf5FW1yiLFKUFJcwRQnFihJ2XcmWJigVBpW4BTmvIJf3CmVSiZPM0cVJRuOEelEhzLqzjOumIBbhaxEAQI3Hfd42L5mVmhM83J9QwJPLHOhJr9MRqAaSU679u2L3xPF93N2dCDwtXK7ATFPMLjmYr7i6wadqgMfCfYLB32sAcCeDQW9kG8gbEUnCPbw6eigBgAdh4wSmWUKxkpnyqKhEyeYKJcVstFCiUnO7OdjbOUmlcpmjXCb18XSPDgumK/tXZiYdKWjR3a3jIF8Jy97eXiQSCYVC7gsqAQAAG0I/desuJivf+5hdJwBVgb7NRHnFo4V8u5NbFASeNvr5TTL/d75cxmPmLOYjb6huEDYAPC4MIwLAveDvBwCAytDp9TQ5MFckMNUJJaYsgS5L1KY4QeLAxQlMouDn5Vk3XCqXOjrRs1JmyiOhUHDnLZ9cpTCWKgU8PgEAAJtmLmgwqNT65EsEoCq5sktDzk0C1qBTlwokEr6AMAkD8oZqBmEDwBOAv9EA4E6WNQ2IHOCuLl3NcHdxoYOkBMDW6XR6rhahSMnWKJRPfMQlCkp1KbebxMGeDQ+Y6gR/b095RCg9y9Ur0JW7xgkAAAAcbt4kg8HUVVEcGipwdSUAYCu0Wdd1Wdfoil6rM2p13KA2n4kb+BiXqz4QNgAAAABYxy9/Lx/YvVP75nEEoObj4oS7VicUlShV5XGCIxsnyNjwIMDH2ymSDRKkbI2CXCoUIE4AAIBHxJQ1GG71aXAZO1batRsBAFtR8Of8/FmzCNMyvUyk1ZmmxOQjZqheEDYAAAAAAMCDaXW6omIlGyHc1oSZ7aZQolKXcbtJHRzkclN4EOjrzVQqMNUJjtz0R4gTAACgKpirivXllQ0AYKv0Wj1Pp2M6Ngj4fKMAcyhVKwgbAAAAAKyjR4dWQX4+BKDa0Gh1XEVCEVeRwGUJ5dGCurQ8TpA4cMmBk1Qa6OfjFC11kjnKpaalQIAGCQAA8FRxc5bSsUYjTRowfymArdNptTRs0AsEAoMQUxZXNwgbAAAAAKyje/tWBODp0mi0NEiwrE4o5moU2OoEdamG203mKJGb8gNpsL+vE1epUN6cWcBHnAAAANWOZcs0ALBher1BoDdw4SL+1Fc3CBsAAAAAAGxHGRMnML2XmVDBHCeURwulZUycwOMRqUTCzG7EJgohAX5O5ZUKdCmTIk4AAICaSq/XEwCwaQaaNjAdWghihmoIYQMAAACAdfy6YHnbZnGxdSIIwMMoLGazBKYWQVmiVNGvWtl5+eaGzDRs4HZjqxNMcUJooL9lnOAslxEAAABbhKnbAWoDxAzVFsIGAAAAAOtIuZJRPxpJA9xFYbGi2DTZkbllgqmPgkKpqrCzTCqJiQwPDw5kJj5ydGSnPJI6y6UEAACgNkLYAGDr2EyRyxuQOlQ3CBsAoFY4fCD9wze2mc8KhXwnF3u5k72zq0OnZ0J79Iuq/E1dSsqd+NwaujL0+QbjXmt2r90mjVyTcjHXw8tx6cbh9Oz+nWmfvbOTrrzxXuveg+qQSvjth0Orl56jKwv+G+IXKCcAAGAr9AaDgpnd6O5xQolKZfmlicfj0TjBSSZ1dpIF+fkwlQoyqZOjo1wudZJK6UX4CScAAAAAAFQHCBsAoDbS6Qx5OSp6ouunjl67fk3x4stNCADA0zV5zFB3FxcCtojGCcVscsDECVz75RKugwKTLlSoTuDzeTJHRxonuMhlwX4+zGRHMinXnJnpoOCIOAEAAAAAAGoAhA0AULvUi/Vq2tKPW0++kBu/N52uLP3rdNdeEQFBTqTKyJ3tGzVj7tfVw5EAALDCgwII1Fh6vcFUi2BuxVzeNYGtTlBb7izg82VSpoOCq5NTsL+vk4wNEtgpj2RSKRsnEAAAAAAAgBoNYQMA1C6Rdd1Hjo0zn/3wja2HD2QYjeTYwYwqDRtiG/vQEwEAgJpDp9eXVyewSwXTkJmrUSimCYP6zjiBCQ/cnJ1CA/zKWzEzoYJM5iiTIE4AAAAAAAAbh7ABAGq1Fm0DadhAV7JvlNDljSzFyL7L6UrfZ+u89k5rbp8lf57+8/fjdGX6H70aNrktMLiQkP3vooRTx7JcXR06PhM6alzcve7ozp4NZaX6/5Yl7t+VlpWpEAn5NOpo2jqg/9C6Dg6iCtc1EuOm1Rd3bb18NbWwSUv/YaMbBIVi3hUAW/D6Z9MHdu/UvnkcASuhcYJpgqPy3glsmUKJgl1XqkstdxYI+HIpM8GRu4tzWKAfEyQwcQLTQYFulyJOAAAAAACA2g1hAwDUaoWFpoEkkd1D/3147FDmqiWJOp2BrpcUly2YfVKp0Ex8q0VlrmswGD/7346j8RnmLQX56rOnblxIuPn5D90q7PzNB7uTLuRy69s3puzbmfrZtK40dSAAAPAgOp2eneCIiRPKZzpiyhS4Dgqq2+MEoUDAVSe4u7qEBQc4SR25xgkytomCVOJAAAAAAAAA4B4QNgBALaXV6I/GZ/635Bx3tl6sJ3lIqSn5sY19+g+pm3VN8e+Cs0VFpauWJj7TNzIk3PWB1008fZNLGqZ83LZV+6Dr1xR//X7i+OHMs6duJpy6Ub+Rt+XOmRnFE99s7hvgtG976o7Nl8pK9Tu3XEbYAGADIoIDnOUyAo+HxgmFxaaKBMsmzFwHBZW6zHJnGidw7Zc93Vzo839HdQLiBAAAAAAAgEeEsAEAapfVS8/RU4WNjVv4N2v10G1avXyk38zsLrYT0HVff/ln/9thNJJNa5NeebvlA69bVGCa6TvtUkFUXQ96+ui7ToV5pX6B8jt3HjOh8YDh9ehKo6Y+NGygK7k5KgIANd+ro4cSqASNVsdVJJhKE9hQobi8XkFdenucIBQ4scmBl7tbZGgQN/GRjClQYMoUHCX2BAAAAAAAAKoAwgYAqO0axPl8+FVHPv/eM20b7765aUt/Lmng1rmVzCtFpBLqx3k7OTsUFapXLUmkJ5ox0Fto2MTPx19255HENPLiVhwcRHIn++Ki0jK1lgAA2BAaJzC9E5Qlpg4KihIFu+TKFNSlGsudRUIh137Z29MtKiyILUqQcvUKTjRNcECcAAAAAAAAYAUIGwCgdqkX69W0pR+3LpGI69T3pKc7dzMabq1rtIa73pRMbmdet3cQcjFAfp6aVIKzi8OXP3X94cv9Vy4X0LPX0ouvpZ9fs/x83fqeX/zY1cnltnk8HCS3WkYLhXzCdDQ1EACo+S5dzXB3cXGWS0ktoNFoC83THLFlCgouS2CrE0rLbosTxCJTnODr5VEnPETu6CiXM8UKTnTJzHVkRwAAAAAAAKCaQdgAALVLZF33kWPj7nUpj2eqKjAYbo3ml96jjKCw4FZb0dJSHU0a6IqLa2Xn+6Yhx5ylA48fyjxx5NqhfelZmcV04/mE7MV/nnn57du6TPMIjwCALfrl7+UDu3dq3zyO2ISyMi0THrDVCaYsgZ3sqIjtnUAvtdxZLBYx4YFU6uftUUcWQle4JszcDEgO9ogTAAAAAAAAahiEDQAAt9g7mP5WzLNoisAVH9zp6MH0UrWOu8qx+Exuo49fpX6hfO7MzTPHr19KyXv7w7bNWgdMeqtFakr+m+M2KEs0KRdyCQBAtVRapimyqE4oLs8SuC1lmtviBDsaJ7DVCf4+XvVkYTK2d4LctJQ62IsJAAAAAAAA2BCEDQAAtzg527u4OhTkq08dz9qw6oJ/kPPRgxnHD2fedee8XPW7kzcPHBaTna1cOv80t7FT9/DK3FFKUt6fs44TZr4m4/AXGnp4OSacvsmVUIRFuxEAqB16dGgV5OdDqhN1qaa4pKTIsgkzDRK4bgoKpaZCnGAncmIaL0sDfLxiIsvjBKZxAtNBwd4OcQIAAAAAAEAtgrABAOA27buFrll2rqxUP+Obg9yWRs1zGZSRAAAQAElEQVT8Th29dueezVoFHI3PSDx907xl5EuN6jfyJpXQe0D0vu2pZ0/d2L/rCj2Zt7u5O4x6qSEBgNqhe/tW5KlTl5YVlbCdEhQlCrZfQvlMR0y0oNHqLHemgQFXixDo6yMvr0twkjnK2YzBTiwiAAAAAAAAACyEDQAAt5nwWjNXF4fDB9IvJGb7Bzo9Pz5OKrO7a9jQtXdE/6F1N61JOnvyRp36nn0HRzdvE1jJexGK+J9833neb8e3b0jR6QwSR7GPn6x+I69hz8dW6A4NAPCwVOqy8giBa5xgUZ1QrNTqbosTHOzFckepk1wa7HcrTuCqE2ioIEacAAAAAAAAAJWDsAEAaoUWbQJ3HB9bmT1FYsGIlxqOuL28wPK64VHulmebtQ646+3MWtTf8mzbziEVDoCGCm9/2JaeyD288nZLeqqw8d+tIwgA2Iote+Ojw0KC/R96JiWVupSrRbitCbNp4qM74wQ7LkII8fe7NdMR202BrohF+DQIAAAAAFXlxoULfzw7uMJGibOzZ2SkZ1h4TI8egXFxpHKyziXOGTq09Ysvdn3rbfKopndoL/fyHr98OV3fP3fOzp9/Hj1vfkiLFnfdef1nn51Y8e8bW7Y6+/sTAKgEfL0EAAAAsI7Ne+Id7O3vGjYoVaXcZEds1wQ2SOCmPGJbMet0esudJQ52XHVCSICfU4XqBLmjSIjPewAAAABgTY5ubl4RkeazGrUq88yZK0ePHl265D5j/QBQ4+DLJwAAAIAVlKjUdHkzN//IqcRipZKNE0xlCjRX0OkrxAn2TlJHmh+EBvpxFQlOtzooSIVCAQEAAAAAqK4CYmOHzfzFcotGqdzx84yjS5bsnvX70wwbpuzZSwCgyiBsAAAAAHjyjEaiVKtNTZjLqxOKFEp2hVnq9Qa614Fjpw/ymP0dHeyZlgkyx7CgAFOQIJc6OTJbECcAAAAAgI0ROzr2eO/9pD170k+cUBUWSpydCQDUfAgbAAAAAB4FjRNKVKpiLj9g2i+zTZhLlFxzZrrCxgm3SB0caHJAEwVPd9cK1Ql0u1CAOAEAAAAAahEejyf38irKylIXFZnDhtT4+F2//pKfkWHQG9yDgzq++mpYq9YVrnhk8aJjy5aV5OWHNGva+Nlnw1u3MV/0ecPYwLi4MX/+Zd5ydsP6/959t9/nXzQaOJDc3rPhTmfXrz/536rrFy8GNW7c4rmRBAAeEsIGAAAAgLujcYJCpVLcqkiw6J2gUCponGC4PU6QOHDVCd4ebnKp1ImtTpA7skupVCDgEwAAAAAAYKkKCm5cuCCyt3cpb79Mg4HV770ncXGJ6tBBLJEk7923aMKEQd9/H9Ojp/laF3ftyr96tW63Z8K9POk63aHza6+1HT+BPLbN33x9ZPFi99DQuIEDC69dWzhurFtwMAGAh4GwAQAAAGovJk5QqopN/RLYuoRiUxPmYvaswWC03F/mKJGxtQg+Hu6mJswyRyZXYGsUHjZOeP2z6QO7d2rfPI4AAAAAANQmNGZY/9mn2tLSjq+8wmdrfFWFhVu++84jPPzFvxfYOznRLR1ffmXxKy9v+f77iDZt7WQy7op5V64Mn/lLVKdOdL3d+Al/jX5+58yZdZ/p7hYURB5DdkoKTRr8GzR4fu48saMj3XJm7drVH7xPAOBhIGwAAAAAW2Y0GmmcYFGRwJYpcNGCQqlQ3hYn8HhEKpFwbRJ8vTy4CY6YJVudQGMGAR/VCQAAAAAAD+firl2fxtS7c3uLUaPajhvPrZ9es0ZVUNDz/fe5pIGiK+0mTFg8adKZDeubDR/BbQxt2YpLGiiJs3PrMS+s+ejD89u2mm/n0SRs2kSX7SZM5JIGKrZfv6PLll5LSCAAUGkIGwAAAKBmU5dqiktKaKJAc4XsvPxixa26BK5MocL+MkdTnODn5VkhTnCWywgAAAAAADxRjm5uXhGR3HrG6VPa0tLAuLhB337n5Otr3if3Shpdpp86lXf1qnmjuqiIsNUM5i3+DRpY3rIfe/b6hYvk8dy4eIEufevdloj41otB2ADwUBA2AAAAQHWnUpcVK0u45EBhUaDATXyk0Wgtd+bxeOY4wd/byxQnSE2hgszRkc/nkerh50+mEAAAAAAAWxcQGzts5i/cetH16+s++eRy/MGDf/3V4/336ad3brsiO5sujy5ZcufVC65dM6/LPNwtL5K6u9GlQaclj6dMyfxEydHV1XKjzNODAMDDQNgAAABQjZSVae3sRKT2KVGpaWxQzE5wZC5K4LIEulGr01nubG8n5sKDYD8fGdsswYnrneAopc8eXScAAAAAAFAtOfn4DJs5c95zI44uXeIeGmKeH0nm6UmXb2zd5uznd5+rl5WUWJ5VZOcwt1leIWGOLsy06lJSCfZsT4iS3FzuMDilxcUEAB4GwgYAAIDq4tLVjFWbd70zcTSxOUYjjRNUTJZQcnvvhBLTUq83WO4vcbCjyQGNE0IC/LgsgWvFzGYMUrHIRj7A0Ffc3cXFWY50BAAAAABqEZG9fb/PPp8zbOiuX36J7thJ7u1NN7r6B9Dl1RMnLMOGwmvXzqxf5xcTE96mLbclLz3d8qayzp0zX5cSiMVatdpyh5spyaQSvKKik/fuvZaQEN25s3lj9qVLBAAeBsIGAAAA6zMYjDsOHtm0+yCfV11m+HlYXB/mO/slcLmCokSlN9wWJzg62MvZCY7C3VydzNUJ5ZMdCYUCUgv88vfygd07tW8eRwAAAAAAahPfmJjmI0ceWbRo3SefjJw9m26J6dFj35zZO3+e4R8b6xYURJjJkXTbfph+ftu25+fOM1+Rnm02dJgP21zBoNcfX/GvvVxet1s37lLP8PAbFy8W37wp9/KiZ3MuXTq9dm1ljqdO507758ze88esoCZNHNgO1QmbNl46cIAAwMNA2AAAAGBldER+wcr1l65m0nW90UiqK5qIMJMa3SpNYKY8Kio/S+ME4+0HL5U4cHGCj6e7XEqDBKYDs9zRkdsoFNSKOAEAAAAAAO6q8+TXLuzYcenggTNr18b26+fs59f7o4/XffrJ3OHDozt1dPH3T9m/P/PMGZpJhLZsab4W/dLxz4TxzUaM8IqIPPbvvzRa6PfFF+a5jxr06kWv8kuvnvW6dy8tLr508GB0p86Jmzc98GB868V0mjx51y+/zBk2jN570fXrNNVwDQzMv72QAgDuD2EDAACANV26mvH3yvV0pJ5UA3q9galFuL00gZ3piEkUSlQqyzSBxyNSRwmTIsgc/bw9TX2YZUycQEMFmdRRwOcTuK8eHVoF+fkQAAAAAIDaR+zo2P1/7/z71ptbp30f3qaNo5tbgz59AmJjDy9edPXECZpDeEdHD542LaZHT8trdXrl1YJrmWfWb9ColBFt2074d4VHWJj50qbDR5SWlBxasCBx8+agxk1oDkEzicqEDVS7CRN96tQ9vGjRiZUrZe7unV57zWgw7P71VwIAlYawAaCGee2FdecTss1nHaViZxd7mZNdcKjr8Bdi/QLk5ElLu5SfebWobecQUpV2b0v96v1ddOXtj9r26BdVVKAe1HUxPdulR/i7X3QgNsEmH5RV5OWqhnZfQle69op457P2pMaiA/fbDxzetPug8SlWM+j0+vIIgQ0V6ElZHiooSkpUt01vyuPxZFKJk1Tq7CQP8vXhuibIy2c6kjk68vk1ddKnaqJ7+1YEAAAAAMB2edep82niuXtdWrdbtwqXugQG9njv/bvu7Fsvxrxzj/fuugvzFabd+An0ZLnR8i6m7NlrXm87bjw9We4Z0a4dPVluaT9xEgGASkPYAFCzKUs09EQyyMXEnONHMn+e18fL54k1GlUqNL9OP7R9Y8rQ5xtUddgAUNvQwf0la7dcuJRGnjSNVmfuwHyrTME05ZFSpS613FnA59M4gaYIbs5OIf6+zDRHUke2WIFJFGSOEl6N7SEBAAAAAAAAAE8TwgaAmmr4mFg7e2bG87JS/bYNyXm56tybyr//OPEEf+idmVFMk4ZK7qxSaZPP59KVkHAXJ2d78niEQkGjZn50JSDEidgKm3lQCadu6PVGDy/HqqikqSUec+qkMo22yBwkKExFCeZcQV2qsdxZIOBzvZc93FzDgwPk5dMc0URBRuMEiQRpghVt2RsfHRYS7I+ZlAAAAAAAAKDGQ9gAUFMNfi7GycWBW2/dIfjVMWvpSvy+q8RKsjKKpkzcSFe+nNGtRZtA8ngcZeJpv/cgtsVmHtSnU3YUFZUOfb7BuNeaEXhIlZk6afmG7X27tDd1SmAjBAUbJ5jOlpSUlWkt96c5FlOIIHX09nCLCg1iJjtiZzqSsRmDVOJAoLravCfewd4eYQMAAAAAAADYAIQNALYgOsbD3csx96ZSqdCUFJdJ5Xbc9qPxGds3pJw/m63T6WMaerfrEtq+y22zIR3YdWX18nOZ6UVqlc4vQF6/kfegETHcREwrFyf88dMRbrflC8/S0xvvte49qA55QnZuvvTvPwnXrynq1vfsM7jizd61vcGNLMXKJYkJJ29kZRZ7eEmDw5zjmvr2HBBtnjWeDt7++duxA7uvFBSUNmri8+yoBikX83757iC9aNG6od6+stVLz/32wyF6duaffef/diz5fK6Ht3T6Hz1c3SSJp2+uX3Uh+XxOzg1lSKRrcKhLh64hjVv4c7c8/7fjS/86LRTy/906Yua38efO3iwp1gSHu4wa2yiyrvsfPx6hW1RKXWwTb/oU0aO660O+80G9OXZDwukbTVv6j53c9PcfDl9OyReLBOFRbq9MaalUaub9eiwtJV8iFTVq4jt0dKyPn4y7HZVKu2bZOfriXkktdHAQhkW4RtXzGDgshoYZ5vtKTcn/ddqhyyl5Pr7yVu0DR7zQcETvZfl5qh79ot7+qC23z+XkPHqnGVeKysp09Mmh740RLzYkTxo9klk/Hcm8WkifMb9ApwZx3gOH16N3Z95BpzVs25C8e3taysVcL28pfT/06B8VWcfd8kboof5GH86lfH9/eftuoZ26hd15R4qispnfHbx4LqcgV01f1phGXi+/3cLBQUSqE6WqdNGaTQ+cOunQybPxJ85YbhEJhXKmWYKjr5dHnfAQNk5wlLFLuVTqKHncWiIAAAAAAAAAgMeEsAHAFpSW6mjMwK2LxKY/199/uo+O4Zr32bsjjZ42NPP7bHoXiYQZgV0y//Sfs46bd6BDvfR0eH/6zL/6OLtU7U+h6YHRw+PWjx/OpKeIaPf7X6WwQP2/lzfTmIE7m55WQE/7dqSlXsp/7Z3W3Mafvzmw4b+L3Pr+XVfocLw5Lajgqw923bxeQlcc7AU0aUg4dWPqy5voqDd36YWEbHravDbpg687dewWar6WXm+Y/MK6a+nF5t0+/9/OgBBn+rxxW+jxxO+5+vd/z1oOpj9QxtWiN8ZuUKtMv1U/Gq+6OaUkN0fJvaYF+Wp6jwmnb85dNpDGKjRQ+fr9XYcPSslfXwAAEABJREFUZHA702wp56aSnqWP94/FA7jc5WpqwZvjN3BXv5SUS0/nmMDJYHmnZ09e/+CNbeY7paP59JSeVvhkO1efPHrto7e2lZXqubPcwezdfnnmX/24TIse5P9e3Zx0Lsf8cOhh0NRn8HP1J77Z3Hxsb03YyD2cpAu59LR7a2qFO6LP0htj15tfmoyrhfREw6Qf5/RylIpJ9ZCakbl03bb8wuIH7knTg04tmsjYJsxMxuAolTjYEbBFk8cMdXdxIQAAAAAAAAA1H8IGgBrv+jXFgj9OcKPGdet7co0cdm6+xCUNdCR91Pg4qUy88p+zdJT21NFrdOdJb7WgQ89L/jxNd+g/tO6zIxvQQeoVixL+W5pIx7h3bL48eERMu86hDg6in74+QPfp3CO8R78o/8C7dBr47H87SkqYuy5Tm4atF/xxctWSc9z61zO6icSCCldRlmjmzjxGmLlf+AOHx8Q09N6/K+2BzSFWLknkkoZnR9Zv2MTn+rWSv2efoGPTB3df4cIGOvTPJQ1uHpKhoxq4uEtWL02kQ/93vTWaNAwaERMY7Cy2Y/4anDPzKE0aHCSil15t6uMrvZCYu2jeSbo9fu9Vy7CBDvQL+PzZSwa4e0h++f7Qnu2ppWW69CsFX87oRp/5fxcmLFtwhj6xB3ZfoWPlpNJuZCnadwkZ/3pzegx0aD79SiFNCwKCnH+c3Usmt5/x9QGamtAtKRfzouq6HzuUwSUNrdoHdu8brSguXbfyAh2sT03Jp1FBcBgzajl35lFuaJ4efMdnws8n3vxvSaKmTG++R3pH9Pjpe8bF1aHf0Lr0vnZsTDm0P33H5kuduoc1ax1w50H+M/fk2VM3uXWlkrnxfTvTki/mcVteerlJdIxHhavQjOHnbw7SpVDEHzoqNjjcZdPqi6eOZeXlqtetOM9NwTTv16Nc0kCfwAHDY4qLyhbOPllUqF65OCEm1qtNp2B60eyfTQ+nXZeQLj0iLp7LppdWuK+Fs09wSQN9Pzds7Hv65PU1y87RlGLZ32foa0qqh/PJqQplpZo0CPi8Tq2ry2FDlQoPCiAAAAAAAAAANgFhA0BNxU3IY4nHI2NebsKt//tPArfl65ndwqOYooGmLfxeGrYqL1u1akni0NEN6GgmHSgnTFZRQkfe68Uyc8480yciKNSFZgB0u6e3Y3h5tQEdW6fj+3c9jHNnsvPzbhs/Nf/MnzIY7nKV3VsvF+Sr6cqwMQ3HTIwj7Lh5UUEpHVIn9zZ8TGzjZn43ryu6943itlxIzKaZCh25phkAfaR0zJ3b/u7nHRqxExk1bxMwZsCKCofHad0hiCYu5rOffNv5UkoeTVyatQpgrxi4ed1F+lwVFZZWuOKzo+qHRbrRlZbtAmnYQFdatAnkelR07xdJwwbChgfkIb34SlPul/6xjb1p2EBX+g2py91R207B3DNDb5aGDY2a+P66oB99kmkCxFWoaDQGbryeO1o65s6lEY2a+X3wdSfCPr1SqXjeL8fMd0d3SLuUT1fGTGzca2A084S0D3ph8AoaXK1dceGuYQNNMmhSZbmF7kxP3Lpi5F3CFZohXctgAoBR4xo992IjutKmQ9D3n+0TiwXuHo70LE22Nq9jIjH62L/9rQf3cCKj3Sa/sI6u/DPvFA0brqYVnjxyjX1mfD7+tjP3cOzthX/+fqsohz7w9auYnKlLj/BXp7Zi7qhTsLK4bPumS2uWn6fPbTVpgNy7c7uOrZrvOXz84PHTZRrtffZ85MbRAAAAAAAAAADWgrABwEbY2wlfe7811y0g56bycjLzk/PGzf25pIGSyu169I3mfrB/JbWQ7klH5E8dyzpyIJ2e5E72jZv70vFcbx+ZUFa1085wA9CEGaa/Nagd18Lv/mGDo6OYHrBWo7+YmHP8SOaJQ9fOJ5h+aF9WpqOjz9fSi+i6UMRvVN4ygQ5eN2rmSwOJO2+tQaPbshN3L0d6UpZo6Lg2HYg/c+I6TRrodg2bx1jyCzCVdzg4mp6lkAhX0905mtoDqJQ68jBouuPrL+fW7ct7DISEu5TfkflmmV/3i8SC6HoeUXU90tMKzpy8cexgxukT10n580CXGemF3NmmLf3Md9GqXaBl2JBxxbTPxjUX9+ww9Q8oVTNXp3EOeUIyrhRxK/R9yK3Qg//gq47mHU4fu85NXdWrfzSXNFB16nvSZOv08etXLudryvTmd0tzi3dL4xZ+lmFD5lXTHV04lz315c3ceu5NJV2q1dq8XCWXbVQHcqmkX9f2XVo333HwyH0iB/1dYzqwRb8uWN62WVxsnQgCAAAAAAAAUMMhbACoqYaPieVmTOLxeYHBLg0b+8icTLO6lyjKuBUPr9vGWL18TGdvsj+9//CbTtM+3cv9Cr64qHT3tlR6+mfeqU+/70IHfEnl/Lt1BLdyKSl34nNr6MqXM7pxv/S/l8ICU7mAs+utrraurg/oEqEoKvv524Px+65y0wHRAXqZ3L6wgKmQ4LM/XM/JZgaXPb2kltdycr5741z325+ZtEv5M7+NTzh9gzvrKBPT8Ka0TMe/4yfx4vJZofh80xYHe9MoueBWn2ojeRh0CN58P+Zm1w6SijfLMRiMC+ecWrfiPH3JuC1unhJuEi3uaLmYhJI73Zrl3+n2Jhy5OUpuJfl8Lrkd18riTh983Ymrk6AGdV5UVFQ69PkG3FRI95KXazoS6T3iK6XSNNTu7iWx3O7Bvoh6vZG+pkVsEQzl7HLrpXRzv+3l4156wlZ1mNs2mOVmq6pP2MBxlNhzkcPeIyf2HT2hLtUQqK1SrmTUj0bSAAAAAAAAALYAYQNATTX4uRine7Rxdi4fuM+5qbTcXpBnGrfl2hfTgfgvZzyTfCH30L70E0cyLyRk00HyvBzVzO/iZy3qT6qMS/nhKUtujbFybQDuY9pne+P3pdOVrr0i2nUJbtDQZ9ZPR7asS6Jb+AJmkN3FxZ4+XvMwOqcg7+7T0QgEfPO6Wq1999XNeblqBwfRgOH1mrTwrxPjMXboqmsZxdwtW+LxK27h8x93jp673gKff/edVy5O4MpT6jf07jEgqlET35NHr037jOm2zR2tOV8pLiozXys/97bnwaU85vlxTu8Gcd6kari5S8z3bm74QcMANw+JvQPzr485P8i9edvhFbIBA82TvHykzm6mfSzrRZQlZZb7m/uZvzipyYiXGpIagkYOPTu27tiyyYFjp3YfOq5UlxIAAAAAAAAAgBqLTwDA5tDRfG5sl4sQuI1FBWpzE+bQCFc6kr5ySeIPX+wvVWtHT4ib+WffxeuHc40ZUi7mlpUy1QPm8e6H/KX+A/iUTxlk2d3hQkLOfa5iMBiPxmcSdoT9nc/at2wb5CgTFxffNjgbEMLMO6Qp0586lsVtUSo0p45dv+sNCkW3xvdTLuTSpIGu0KThxZeb0MF3gZCvKK6mPzY/cYR5dEIR/6uZz3TrFeHh5agovm3kPTDUmVs5duhWi4VDe9Mt9/H0NtV/mJ8rndbwzUd7/pl78mT5lsfn42+6l6OHMrkV+kb69H87erf9e/IL6+h6VF3THF8bV19UlEcj9B2bcJIpMQkJd6V5g9/d3i3ny9/VHG9f0x2dPHbrIf/1+4k5Px/dtjFFp6vWUxI52Nt1bdvikzcm9O7UxtHBnkAt8/MnU9o3jyMAAAAAAAAANR8qGwBsU4/+UXNnHqXjuW9P3Nh3UB0PL+myBWe4tsw9+kU5OdvnZiv/+PEwPZt8IXfc5KbR9TySz+fcyGKm0AmLdOMmaLKzN/0VkXD6xqbVF109JPefH6mSWrUPnP+bXUlx2V9/nPD2lUdEuW3ffGn7xuT7XIXH44lEAjpqfOO6Ij9P5eomOX82++hBU48Hup2OSnfuEca1Z/j24z3DxzSUSEWrl57j5lm6P7vyeZBSk/NoViG2E6xYlMBNUlQNx6m5l4ZmAzQjiW3sQ1/TdStMnbG5ow0Mdo5p6JV4+uapo9e++mB3+y6h58/e/G9ZouWNNGsdIJUzL8GieSdVSk3z1gH7dqZxz95zLzaKK2968Zhatw/+2+tk7k3lykUJPMKLjHbbvimFa0wdHunK4zEVNi3bBh7an37zRsnYYauGjGxAV9atOM89kAHD6tJlQLALTZjoO5AeXr0Gnu27hp47e3PhnJOWd0Rvp0Gcz9mT108fv/7xW9u694vOzVEu/vMUYZpzeNNIhlR7dmIRjRzaNW988MSZXfFH0SAaAAAAAAAAAGochA0AtunZkfUz04s2r0mio+crl9waaK4X6/XylBaETRSGPt9g+cKzl5Pz3p28xbwDHQJ+hd2B8vaROUhEapX2QkI2PY0aF3efsCE8yn3H8bGkEtzcJa+/0+q7T/fmZaumTNzIbfT1l2dlFt/rKvSo6CjzlnVJOTeVz/f9t06sV8Kp6/YOohIt83N4ejt+gfKmLQM6dQ/bteVyXo7q12nxhJ1dh2s1zN7CPSc7Cg13CQxxSU8rOHwgY9SA5b6+cjq0LXeyp3lDzg0lqWZatw+K33OVrrw9YSMNFa5fU5SxTSwo+sC5lXGTm73/xlalQrN762V6olvadQnZxzaC5qaBos/Me5+3//qjPXSfVUsSV5W/Q0LCXQc9V++Bx7Bq50hSCTInu6kftf3qgz30mVz612nz9uAwl9ETG3Prb3/c9uO3t9PoiB78rJ8Om/fpP7Rut96RhH3pX3u31buvbaGv8o9fHaAnutHJyd5RJqYHb97/rQ/bfPz2Dvoixu9L56bbImzfi/t3lahuaOTQqWWTtk0b7j92eseBI13aNCdg6y5dzXB3cXGWSwkAAAAAAABADYdplABsE5/Pe/vDttP/6NW5R7i3r0ziKA6NcB3xYsMfZvdycDD9kP+lV5uOndyUm+9eKOIHBDl16Br664L+DeJ8uB3EdoLpf/SkMYCdvYBupGPE5Anp+EzYr3/37dgt1MXVoXEL/wlvNH//q473v8qkt5q37hBEV0rLdGkp+c+Pi/vku87cRcfYWXroqPR7X3Skj4gOwdObpQ98xvzegSGmOYW4JgF3JRILPv2+E01fCJtbFBeXff5jt8EjYujZmzdKaBhDqpNn+kTS1EfAtmdIuZjbpIX/vOUDuW7Sx8tnK6KR0oy5vWn04uomqVvf8+W3WrwypSV3kX15tUrzNoG/L+hPx/Qj67oLhcy/BV16hH//ew+aspAnh76481cMorFWnfqe9CDpkzxybNzPf/Yxd1mgKzPm9Xnnsw7NWjHFFvSFq9vA88NvOr06tZX5RmgEMmfxgEEjYnz8ZPRo6dv4p/m9ZTI7yzvyD3T65e8+z73YqFFTX/pup1ui6rjTd2/lW51XHyKhkEYOSBpqiV/+Xn7mQjIBAAAAAAAAqPlQ2QBQw8z8q2/ld27YxIdrw3BXNJAYNjqWnu5zC1F1PRauGUKqQHiU+wdfd7LcYlkY4eTiUKFOwlEq/mx61wo3YrnPyaPXVCXaFm0CB2x2nKYAABAASURBVI+oT7MTbqNaqSVslEKvTtiuDPRE7hAY4jJ7yQDLLa3aBVq2Gn7plSb0ZLkDvaMKR3jnMVdw5w4/zetdYZ9xrzWr8GP8tp1DKlxr9IQ4erLcsn7faPN6qVq3fdOlwGCniW82p2EDtzHjahG34ux8K0vwC5RbjulXEZof3L+8gL4Pu/YKp6f77EOfuklvtaAn85ZF64ZW2MfRUfzCy40JAAAAAABAFdOVlU3v2KG0uLj3xx83GTL0gfsX37jxY5fOjQYO7Pf5F4+2A3Xqv//ObFiflZgYGBc38o/Z5OGtnDo1cfOmdw/G2zs5kSqWfvLkn8+Paj/p5Y6vvEJsxfrPPjux4t83tmx19vcnVePshvX/vftu/y+/ati/P3lansLjgtoDYQMA2IjkC7nzfjlGV6JjPJ4fFye2E15LL+LaKUfX8+B+vF8biO0Ec2ceVSmZKYbGMt04PLUa/fZNpt7g4XXcCABUGxHBAc5yGQEAAACAGuXCju00aZA4O59es6YyYcPjS9m/b+3HHwlEIp+6dd1DQggAQLWEsAEAbETbTiFL/zqjLNFcTMx5//Wtlhc992IjUmvw+bxufSLWLDtH17n0xaxerFfTlgEEAKqNV0c/ja+mAAAAAPBkJWza5ODk1KBv38MLF95MSvKKiiJVLOsc8xVvwNdfx/ToSQAAqiv0bAAAG+EXIP/+9x6NmvmZt9jZC+jZD77u1LRV7aoEnPh68zGTGkvlt7oaePvK+gyq8+m0Lvfukw0AAAAAAAAPpszPv3TwYGjLVlHt2tOzJ1f/R6qeQaenS2dfPwIAUI2hsgEAbEdUXY9pv/cgtZ5QxB/5UiN6IgBQvW3ZGx8dFhLs70MAAAAAoIZI2LDBoNNFtG4d3Ly53MsrYePGrm++JbSzs9yn6Pr1A/PnpxzYLxAK63Tu0rBfvwo38sAdzEqLir5tbWq2N++5EXT54oKFgY0bG43Go4sXn1q7piAjw87R0Ssyssf777sGBHJ7HlqwYOu078f89feOGT9lX7rkFhQ8dvHiCrd85ejRfyaMd/b1HT3/T7m3t6qgYN+c2amHD9MblHl4eEZEdJr8Gl2SJ6QwM3PrD9Ozzp1TFxW5+PnF9OjRdtx4yx00KtXOn2dcjo+nTw59Yulj7PHue2KJqRPhv2+9mXnmzKDvp+2c+fPN5GRHZ+eI9u3bvPiSzNOT28Gg1x/+55/z27fRx0ufENfAwFbPj47q1Ik8hrPr15/8b9X1ixeDGjdu8dzIO3dIjY/f9esv+RkZBr3BPTio46uvhrVqbblDdkoKvYXMs2dvXLxIHxQ9qnbjxtOHZt6BPqj4BQvSjhz2CAtr0Lu3+fHex8E//zy7cUNBZiZ9mN5RUb0++NDca+HGhQt/PDu43+dfSN3d6f1eOXbMQS4Pad7imf/9z/KW7/+4biYlHfhzfuaZs8r8PGc/v4DYhl3efMPByZkAVAIqGwAAAACsY/Oe+KvXrhMAAAAAqDno+D6NFup268bj8ep1707H6C/s2G65Q25q6uwhzx5bttSvXkxEu3bnt21d+trkh9rBktDeng5hh7RoQdcbPzuErjv5MD9VWfPB+5u//YbZOHhwQKO4y4cOzRs+nI41W153y3ff5l254hkW5uLvJxCJLC+6lphA79ScNOi12kUTJ9LBeqHYrvGQIY5ubhd37fpz9GhlXh55EuiBzXp2cMq+fXTkusmzz9ItO3/+ec2HH5h30CiVNEo5snixs69fsxEjnHx8T/3335+jn6fbzfuUKZVLJ0+We3oN/OrrpsOGn167du6I4UVZWdylNFzZNn2aMr+gYd9+PnXrXktgHuClgwfIo9r8zdf/vfduSV5e3MCBNBNaOG7slWNHLXc4u2E9TWvooH9Uhw6xfXrTu140YULi5k3mHehD+GPwIHqcNLxpMnQoHfe/dODA6g8+0KrV3A7ntmyeP/I5erMxPXq6BQXtmDFj7x9/3P+oNn7xxfYff6CvV9ygQaEtWqSfPj1n+LCcy5ct9zm6bOnGr78KaNio5/vv05fyxMoVaz78sJKPqyA9/a8Xxpzfto3mIo0GDtRrNPTqS197jQBUDiobAAAAAAAAAAAAHuxmUhI91enSRezoSM/We6b7oQULTq9dV79Xb/M+e2bNognE4GnTuP4KHSe9vGDsWMsbeeAOlmiw0X7iJMOvv6YdPtyof3//2FjCDnOfWbcutm/ffp9/wRcyg3uZZ878/eILG778YuziJebrGvT6t3ftrlB1QdEEYvGkSRJnl1Gz59CkgW6hw81Z5xLbTZjYabIp9jgwb96OGT9d3LmTZg93PTB1UaHRSCTOD/7BOx2wXv3hBwat9qWF//jUq8dt+e+9906vWVOv2zM0bqFbtk6fnp2S0vvjj80Nt+P/+mvbD9P3zp7d9a23uC1lJSWx/foN+Opr7ix9KuhI/b65c/t88om2tPTo4sXBTZuO/vMvHjt9cMbp0/TSs+vXh7duc9ejKlMo9Hr9vY6fHgxNPvwbNHh+7jzutT6zdu3qD94376AqLNzy3Xce4eEv/r3A3smJbun48iuLX3l5y/ffR7RpayeTaVSqzd996xoUNG7JUjuplLsWzQkO/vnnlePHItq2o08CfdR0zxcX/sM1/W75/Oj5o0aSe7ty9Oix5cvok8C87gIBd5w0kqFHMmrOHPNu9PV9dd167pWN7tSZpjg00FIXFTk4OT3wcZ1as6a0uPj5OXNDWzH1NMZ33l366ivJe/fShMw9NPSuR0WfCj6fby+XEwBUNgAAAABYy+QxQ2PrRBIAAAAAqCHObtxAmIzhGe4sHbR18Q+4HH+wMDOT26JRKi/s2O5Xv765kzMdTe4waZL5Fh64Q2WcWLFCLJE8M/V/XNJA2JH3xs8+SyMHmkmYd4vt3efOpKE4O/ufCePtHKWj580zT7/DKbyWSfMJbr3p0KGvrt/QaODAex3Dzz16fN+mNakEOrZOE5pmI0ZwSQMlEIu7v/OOQCSKX7iAntWVlZ1cuYI+meakgWr1wgs+deseWbyIXmre2H7CBPN6QMOGIc2bn9u6hTtmo9FIR71Li4vMl05Y/m+fTz+711HR/IMeP33t7nppwiamQIGmL9yIPEWH+OmrZt6BJiU0MWo3fjyXNFB0pd2ECSU5OWc2rCfsAfX+6KOe775nThooz3BmWiplXj5dph07WnzjRuPBg7mkgbk0IqIxW/ZxL4cW/UOXXd98i0sauKs0eXYIfRQ3k5PNu9GnhUsaKJGDg39sQ/ZO8yrzuDj5GencCk1uen/8yZvbtruVH2QFWYmJ9GlcOvlVAsBCZQMAAACAdYQHBRAAAAAAqCHooPbZDRvoKH90p87mjQ169977x6yTq1dzNQF0zFev1frF3DZ661s+yF6ZHSrjZkqKe0ioxMXFcmNAbOyRRYvo7XNzLlEut2cJnGWvTS68ds2nbj25z63OYUGNm7gFB9NHdy0xMapjx/CWrYKbNXO/x/jyw8pNTWMPr6HlRpmnJ73HrHPn2B1SaVTg37BhhSv6N4i9fv58zqVLXEpBB75dyptScNyCQ9KOHKFXp2PuDfr0Obt+/S+9e0d16BDaokVku/Y+D/msWrpxkZmQqsLr4lsv5lpCgulBXWEeVPqpU3lXr5p3UBcxUUfelSt0SUfzG/TuQ5jm3rqM06dTDx++euI493j1Gg1hp5ZibrNu3dvu4vazFdBHSm/2xMoVt21kjyQvLc0r0vQzJqm7h+UOYokDc6dabWUeFw3SDi1csOGLL2gsEda6dUSbtj73PSSAChA2AAAAAAAAAAAAPEDakcOK7Gy68mXjuAoXnVm/ruMrr/D4/DJlCT3r6HpbDODo7m4uQXjgDg9UVlJSWlzs6OZaYbvUzZ0uFbm55i1Ce/s7r154/TodXM46l3j4n39ajRlj2vP/7N0HQFNX38fxk8meooKAgHujuDfirlarHVprq112777drbV72D4ddtnWaqt1tdVWW/dW3AMXKiooOFBARDYZ77m5MeJGRSXw/bx58t6c3NzcBKL1/PI/fxeX+8dPmD/6023//hv7yy/y4uLl1eSWPj1feun82gjVK7GrRcmcTD0qrz0qVTr/hI8lJBTm5malpio3/c/bIUAZyT7dN0LmE+oSSQ6utqIB+W7I6/6j3vGtFrx20sTNM2bIi3w/a7Zt2/fNt3yqVbvgWQ3+8itxcQW2XhEe/me9yV5Vzkziq78J637//fzHnjh0SN3Yu2rloi+/OrJTCRh0BoNMdGSEs2fpUvXe/GzlKdz9zn6KylXExZ1QOlGbl4wZc4knFafThXNYLZaSvK6qdesOHz9+7kcfHdi4UV4Wf/WVfNs7PvRQqyH3iAup1qjR29t3COA0wgYAAICbY8yEqR1bRUXWry0AAABQ5qlL0LQcfLc6Ce6wc8GC1N27965cWbtTJ1cvZeX67LSz+iqbCgosJpO6fdkdLsvF09Po4aEuxVNcdroSM1y2icLtH30cEhn5zW39l373bcOePX1O1zd4BgQM/OjjW0e+fWxvwpGdO9dMnLh+6hStXtf71dfEtfGyfdH+/F7T8oRlkmF0d/esrMQk2Rnn7WB7l9xOvyI5v2+1WovnDVm2GEPdQWc0xjz1VOdHH804cCAtMXHTjL8Sli///cknHvtrhrhyrl5ethNIk1PtjkE11bC/KNv4s/Pm+wYHX/AI8hymPP20PE7nRx8LrFevRuvWMr/ZMnOmI2xwsz1FztmvOv/UKXFxfqGhwmp96t//xNW67OuSghs1fnDiJPnzSktKSt68acVPP/33wQcyGWpwevUw4BLo2QAAAHBzJCQlZ2adEgAAACjzCnNyds6f7+Hv3/vVV+X0cfFLm3uUpr6bZ84UyqL8tbR6/aHt24s/Vs7dO7Yvu0NJVI6ISEvcn5NxVt6QHBcnLrcOj1SzbVsZMEQ/9rh8Rf++9646KGfA//i//0s/cMDg5hbcuEmLQYOH/TxORhp7V60S18w/NNR2eluKD8rkID0pKdS2dJJ/iG2HTZvOeeDBzZtkGiHfMfWmTBoO7zjzvlktlsM7dnhUqlQpLOz4vn1/v/lG/IIFOoOhcq1a9bt3HzLmG5mppO7Zc/LwYXHlqtatJ68diwupju3de+ZF2c75wMaNxXfIPHRo2fff7V25Qm7vXrJEZkjRjz/e5ckn63fr5mKb5c88rNQfWOX/CRFYX3mKlHOfIkFcnH/16vJndPLIkeKDSevXyyeV74Aojde1esKEP196SdgqUcKaN+/w0MMDP/hQ3ty7OlYAJUDYAAAAAAAAAFxK/KJFhbm5DXv1cvTmdWjYs6fR3X3XooW5J07ICfo6nTvLOfFNf/6p3ltw6tT8z0Y7dr7sDiXRdMAAeTLzR3/q6OecsnXrhqlTfUNCwlq2LMkR2tx7b1CDBnuWLYtfuFDetFgs2+f85zglYVvi35Sf71stWFyzGu3aybxh3e+/OzJnO+4pAAAQAElEQVQVi8k079NP5VOorbZdfXwa9b5FBjAbp01zPErpP7F7t5yml++tY3DxV1+rDQ+kNb/9lpaY2GzAQBneyJnxzTNmxP46QV0sSNgabMi3SE7xu/v7iytXv2uMvF76/XdqGwah1LX8u3flSscOjXr3lie26MsvHD0b5IuSP8clY8ZodcpCMnqjUV4X5eU7HpKbmbnpr7+ULasSNlSPau5VpcqmP/6QL1Pd4fjevat++eUSZ9W0X395PfPNNwqys9WRnPT02e+Mko/yqlxZlMbryjqWKkcSli93jBTkKisv+V1kNSrgHCyjBAAAcHN8OfJFAQAAAGcgZ2CFkiv0Ov8umR/U69p166xZW2bObHf//b1eejl1955/Rr6VsGK5b3DwnqVLrbbJZYfL7nBZLe4adGjbNvl0qQkJNdq0OXnk6O4li+Xc9x0ff3J+FnJBcrdb3xr5492D53z0Yc22bet06hTatOmqcT9npx33r15dTtlvnjlTTuLHPPWkuGYGV9fb3nt/2gvP/3zv0HoxXb2rVtm3erWcYW/St2/zO+9S9+n18svpB5JmvTNKhjpV69Y9Eh+/f3WsjEN6v/Jq8UMd3LRx7OBBNdu3l/PyCStWyD07PPCAsC0e1XbYsNUTJkx46MGIVq3kiHyKYwkJvV991XChxhWXVa1ho5innlr89ddjBw+uF9Pl5JEjO+fPl+9MxsGD6g7yB9f3zbf+eVu+h3fLHfxCQuT5pMTFtR46tEbbtnKHWh07Gr7437xPP9m9bGn1ZlGmgvztc+fK/EOcXitJnlj/d96Z+uyz44YPa9C9u85g3DF3jnwh5yxqVJzMug5u2SxjmB/uvKNOly4u7h6bZ/yVnZZ2x6ejXb29S+V1tRl6r8ycpr/4QvM773T18pKnun7KlErh4S0GDRZACVDZAAAAAAAAAFxUTkbGvlWrvKtWrR4VdcEdIm+9VV5v/GO6sE1DPzx5spz7lpPdm/76yzsw8L6xPxbf+bI7XJZGo5HT93d/PcY/tHrcP/8cS9jTcvDgx/6aERIZWfKDVGvUqOXgu7OOHl3y7TcyV5AT1nVjYuTRlowZI2f863TqPGLK1ODGTURpqN68+eMz/5YT2SdSkjfPmOFVufKdoz8b+NHHjgYMngEBD0+eIqMFi8Wy8Y8/CnNzZCTz4G8T3f3O6qQ99IexoU2bbZ09+9Tx4zFPP/3AhF8dk+xdn35GvqUHN26U5y/fVa/KVe7+6uvWthWurk6nRx6959vv/ENDN9qKD+TTRfbrV3yHJrfe+sSMmZG39j26a1fs+PE6g+GOTz91pCOVwsLkWypfV9K6dct/+D5h5UqZKDz8+2S9i8uB0wtG1erQUb7qup07716yZM/SJbU7drzl9dcvfVby+Pf9+FO1Ro23z5mz6a8/5Q9R/pga9OghSul1+QQFDfnmW7/QUJncrPjxR5lptRs2XP4g3Hx8BFACmivNTssaef5ms7moqKigoOCZHkqNz6hfu1YJ8RDAdab+7pnNpsLCgk8eW5d2OE8OjhjZrH7zgPN3XjA98b/flCXwmnWoet9LpfNXdTn26D0z9+5OC6zmNfGfQeKaLV+YWLWaV90GAcLJLZm///3XFjtuzlh0r5ePi7pdkG/u32WCqcheLvrsq+373l5flDErFiWOenmRuOTppaflDur1u9zo3qf2y6M6n7/DyRN5t3efJDe69a71yrvR4oZbOTv5z7G75EaDFpUffqvp+Tvk55peHbxE3X7s8zDfSp6uru5uru4Gg1GvN+h0uuLdzIC9B5ID/Px8vT0FgOvjp3c2bFx6uMMAn04DA91tXF1dDQaDXq/X2AgAV8JqYzKZ5L/BpydsGLF6auOAaotvf04AN5X6m2mR/z4vMuVv3GIa8YQcrPrBB57dr2AGFmXctOef2zl//iurYl2Z9a6oToz7OeO77+TGqV9+MlQJUP6p7eaqNxr0Bn1Z+Lf2sPkT/kvc/nT11g/XalOR/7OTygYA5daB/SeeH/HvO68sOpGRK8qdzevPNLnatvmII2kA4ES+Hj81Ln6PAAAAAADA+dGzAUC5tX51ytZNR0q4c25u0Z6daXIjopafj+/VLOl4g23dcrRTtwj79uajoszz9nVt1krpLeZf+eqLz/R6nXqQ0Ai+zAIAAAAAAFCGEDYAgOJw8skXH1X6fb33RY82HaqLMszXzy3zRN62TWcChh1xqY5xUVZFNg+SF3FtPLyMn37bWwDlRe3wUF9vLwEAAAAAgPMjbACcT3pa7sQfN23bkno05ZRvJbfqEb4xPWt2u6VW8X32J2R897+1KQcys7MKg6v7NIkKHHh3w8Bq9imt27tOPHkyv9+d9QMqe/w9bYfFIvrfVX/oQ0qfqyXz9k3/beuhlFMuLvpqoV73PNCsZbuQ4ke+xA6OBfefeKFtg8iqM6ds37T+sFaraRIV9OSLbYs3GPhryvYVixMPp5wy6LWhYT4t24feNqiBm5vhnFeam1s0bcLWNSuT8/OK2naqPvTBZnKuufgO62KTF8xO2Ln1mMlkbtQ0sFO3Gp1Pf9n/rRcXxC49oG6/8ex8ef3z9DvCInzFNZsxecc3n62WG1+N6/fzN+v37EyrHOg5+vve/pXct29JnfVn/J6dx48fzYmo4x9ewy+6e0TzNsr78+vYTfIiN36ffXeVQOWr/f/8Ef/VR6vkxmPPtbn9nkZy49jRnCF9Jys/oCGNHnu+zTnP61jfr3GzqisWJ+3bk37qZIF8V+X7uWOrEjY0jgpcsSjRtueZpQDlbt9+tiY56WRBgUn+Asj3Z8gDZzoNXPA3oW6DKq8+PVfe+/nYPutWp6xafOD40eyqwV5de9UcNCzy1x82rVyalHYsp27Dyp1iwot3Xzh6+NQfv2+XKcjhlKzKVT3Da/pGtax2y4B68ndAXKRngzy9bz5dvW9vRkiId+ceNWJ61BSXdH7Phq8+XvXP9HgfH9cpc+7+a8qOtSuTE+LTqtfwvXNo4+juNQRQtj05rBQ60wAAAADl3l2f/08AKPMIGwAnk5Ge++Swv4+n5qg35fSuvKxblXwiI0/OrqqDm9YdevP5+XIOWr25d3eavCxbsO+rX/pXDTrThlROy6YeyVa3w2tWktdypvj7z9eoIznZhfK55KTzC2927N2/rjp42R1UC+YkfPv5akf7+UVz9qYfzxn9fR+5bbFYR720UIYEjp3lmW/dfDR+W+o7n53VvCs7u/DxoTNTDp5Ub06fuG3Jgv3fTOhfKcBdHfnk7eXzZ59Z63zZwkR5md0qeNTobu7u5+YW18P7ry9W30A3V51MGrZtPvp/j//n6J0Qv+2YvMz5e/frH8R06VGjVbtQNWzYtC6lVz/l7dq+xV6asGNb6u1CCRs2rk1RR1p3CL3E8zaMVMIGZf91h+R8+o6tR9UnVcZtYYPD1k1HXn92fl5ukXpTzuzLy8HEzHNaK5//m6D68qPYA/tPqNtyY9y3G9auSlarKJQXsvaQvLi6GdSgK/NE3kuPz5Exg3rvwcQT8rJ8YeL+vRlPv9z+gi9Enszzj/ybc6pQbu+OT5OXJfP2i6tSkG96/L6/E/dmqDd37zj+3quLvb1doloHCwAAAAAAAFx/hA2Ak5k7c49MGjw8jR993at6Dd8dW1K/+Wz1oYNZ//6165YBdT08jDJj+PLDVfJab9AOujcyvJbffzN2bV5/OD0t75/pOx9+upXjUHJ+uXq47+D7IxN2pbVqF3Lk0Klfvl0vx2vWqXTLgHoGvebv6fFyOvj7L9bKuW85mX7ZHRxH3rMz7bHn2nTvWyvtWO6Hby6VU8BbNhyR09DVQry3b0lVk4YX3+rYrnOY7ZgbN6xJ2bo5VU7WN24W6DhIdlZBlaoecjc3d+Ofk7bt3HYsLTVHxipqsCEDDDVpkM9774goTy/jH79tlbPVm9cdmvD9xseebzP8keaVq3j8PW2n3OfBJ1vWb1SlaqDn+e+nTD6ys5W5+II8+4z8hO83/fn7DnX7gy96GIy6i/0s5Bt4+5BG8j00uih/lo79ap2c9HdzN8inC6rmGb89beJPSroQu+yADBvqNqxcKcBN/hS2rD+ihg2b19k7PDsWRJLvkrx29zBGNq8mLq5qkJd8LalHs+U7JsOGrZuU2X8PL2ONmn7Fd5Mn8/Unq2XS4Ofv1n9Qg9Aw34X/JqxecXDhnL0xvWq2ah96sd+EuI32Rheph06990WPxk0D//kj/ucxyo9eJg0PPN7i1tvry9+od15RyhSWL05UwwYZRKlJgwy9mrYIOnIoe/wPG+UPcdWSpIuFDT98uU5NGjp1i+jWu/auHcf+mLRNXJX8ApNOp/1+0m1Bwd6z/9r141fr5OCiufsIG1DGzV0WW69mRHjIta4wBgAAAADATUfYADiZE5nKovxFReb9CRlVq3nKKeMatfz1Rq2vn5u6w4rFiYeSlTnfex9uds8DzeRGh+iwT0YtNxp1Aec15n35nc51G1Tu0ae23J45dYdaDPH6B13k1LPcaNI8aPjA6XI6eN6shLuHR152B8dhQ6r7qOsCefu4dowJV79vfvTwKRk2nDzdVCBx7wn51PLy5scxmen5wdW9z3+xL73dqVbdALnh6qp73bYUUtoxe0nHtN+UWWmNRnzwVQ91n5Ztgh8c/Gf6sdw/f98+aFiTGrX9g4Lty0ZF1PKT098XfD93xB3LSM8tPiIn3B3bFou4hPbRYcUXOxr5Ude9CelaraZVO2Uev3WH6nP+2SXP52RmvnqqreTIzN3rVx+SNw8kZp7IsL8VckPelG/pBttdbTqG6nQacUkylUmds1dNBbZtVq4jZU5z+kFWW1HJmpXJ6js//NHmfQbWU064c9j9d0yXAY9MiYqHDeLs3wSHTt1rqO0ruveupYYNMtoZNCxSnp6MB6oGecqUIvWwvSRC/gI0bxWceuSUGqVI8duPKUUtaXnydDTnvSD5kjetVV5vZPOgtz7qKjfada7u6qof9+0GcVUGDmmo/iYMHNxw3DfrzWarPBkBlG1zlsa6uboSNgAAAAAAygHCBsDJtO1QfcbkHYUF5v99sPJ/H4h6jSpHtQpu07G6I2xITrKvO9S8tb2VgsGoe/39LucfytVFL+eXHTeTD9gf+PUnqx2DclpZTtoeP5pdkh0cwmqcaY3g6WnvspCfpwQVjaMCfXzdTmbmyUhAXmTG0LJtSNMWwUEhXurK/mce6O2izh1L/qeXTsrPM8nr46k5+/akq6/RsY/cv3e/emoxQdL+zOKVFtdJk2ZnzQ8GVPWQl5zsQjmHLif6ZRIgkwY5XlhgUneQIYQMG+Rrlye/e8dxYUtl5HXKwZM741LlSztpS5Jatg297FM3bBq4cM7epH0nZISjNmyQI+fsk5yUqW78O3PX0oX25ZXUN/CcWfhzfhMcQkLtCZCbh31ZqvBafo4gxMP2k83NKbTf9DA2a1mtqNC8a/vxDWtTNq4+H4NMnQAAEABJREFUtHObfcGlggKTTBHOObgaiYmz14xq3ib4qsMGR0MO+Qvv4emSdTI/L88kAAAAAAAAcEMQNgBOJqp18P+N7PTjV+szbSUCcmJXXn4ft6XPgLrPvd5R2Lo0q3t6nt1L+XzBYT7FbzqKBjavO3TOnmnHc0qyg0PxVs86g30ZIvXr9jIUee9/3T97b4WcKJc3Dx3MOnRw58ypOxs0rvLu5919TkcmQpm8PnMQvV6rbphNSq1B9qkC9WblqmfValQNst9MPVzSr7RPmzdE3di7O+3Re2bKjfe+6KF+nf+yAs5+9sS9GV99FLvtdCcGDy+jnMTPLzBpT3+rX8Yq8oWYTJbNG47s262EJTJ6kQmLEjZsO5Z5wl4A0a7zhZ/d0QNDbjWKrKJuTv5li9qwoXHTwPz8ouL7O34oe3amnXMoR4cG1Tm/CQ56o/1t15zOgYo3w9BqtcXP6tTJgi8/WhW7/IBMwoTtR+bl7ar+lmo1FyjUOHm6sMPXz9UxWCnAQ1wtN/dzf2GsZ94yoIzqHd0uLJiyBgAAAABAeUDYADifnrfW6dg1YuXixE1rD29ad1hdBejfGbtbtA3tGBPu6J+ckZarfnFe2Ob0K1V2d3U76yOvP3utHnWiX2/Qzol94EKTw5ffwUGjvdTd9RtXGTt54IbVKRvXHlq9/KC60L+cbZ80Lu7xF86sSqS5+HP4+tszCUejbNWJdPv8dWA1L3H96XRax3ZeXtErT85JT8uTQcuAuxu2aBNSv1Hlhwb9eSg5S3v6fZbvf1Sr4HWxyXHrD++1VWY0bibDBo382W3fkppqqw5p2qKah6fxsk8dUcvfz9/tREbevNkJwjbPXqd+wNbNR4rv4+dvn8T/fGzfJlGBlzia/iKrNmnP+zle4if76ahlscsPyo3ufWp36hbepGnQd/9bO/ef3cpxLnR830r208vNOVN/kJNdIK6WTqsVgLPp1bmdAAAAAACgXCBsAJzMkvn7k/aeyMktfPLFtj361jGbrYvm7v1k5DJ51574NBk2BIXY2yCvW53SJEr5wqzVKt5+aWHi3gw5y//VuH6OOXyd/qzJ2cAg5YGmIsvmDYejWioNivftSf9j0vYatf1btg0Jr+l32R1ECeyIS43bcGRvQvoLb3Rs1T70sefb7E/IeO7h2TnZhQnxaaJk5Dy7zFFSDp7cuDYlftsx+brk4MkTeQv+TVB3kKckin2h/jp9w11vODOHLk9eJg1yQyYNDzzeQij9HqynsgrPeUirdiEybFi/JkUtR2jSLFCvVyo/kg9kph5VqjGKryl0aQ0jq65ckqQeR74DMgQ6Z4cqpxtib15/WA0b5M6fvrM8pLp3w6aB6k9Qdc5vwlWQL3ZdbIqwFVi8PKqzOpiVlX+JhwSH2NdoKt4kQ2ZOAgAAAAAAAE6IsAFwMquWJC1dsF9ueHoYe99WNzencNfp+dnadSsJpQlw+Piqm9JSc/6YuE0jNHXqVVrwX4LaKLhWHf9LVCR06VFjzt/K99DfeXnR0Aebyvn6iT9u3rpZWRSoRi0/mSVcdgdRAgm708d9pyzKb7VY776/aeWqHtu2pObnKev/1KxXSZSYfO0/frVOhggvPPpvv9vrV67qOWVCnNpyuXf/uj6+yrfmXU73CVix6EDS3szO3SOqhXiL68PF1b6Gz/496YUFZqOLbvrEbVknldl2k+lMm+lWMksYvVpNCIKre6sVGGE1/A7sP6GuPtSy3ZWFDep2o8iq5+8gsxxPb5fsrIKJP22Svyet24cuX5S4aM5eedc9DzQrHjZcO41GYzDo5Cs9euRURnqufyX3nVuPrVuVrN4rx/Xn5Rmh4X4ymdi25ag8pYZNqnTuXmPH1tRfx24SQEUyZsLUjq2iIuvXFgAAAAAAODnCBsDJPPx0q7iNR+Ss+sSfN8uLY7xZq+COXSPkhpePy/+92fH915fKme7Jv2xx7CDDgGGPNr/EkaNaBz/wWAuZBMjp6e//t9Yx3qVnzeZtQkqyQ0n0HVBv+YL9MqJYsThJXhzjlQLc7n2wqSixO4c2Tjl4cs7M3XKO/o/ftzvG5RT84y/a12IKDbd3DJ4/e4+8rtuo8iXChlp1AxZueEhcLRm3VI/wO5h4Ys3K5HsHTK1WzVtOo3v7uMqfwvGjZ9Z6kicgfxBqvwpHf+nIqEAZNignHObj6HJ8WcUDhkZNLxA2+Pq5vfpO5w/eXJpzqlBtx62OR9Tyv/2ehqJUyRBLpgVz/9l9PDXnvn7T6kdW3bb5iKubIbtIWRYp/ViuTFbOf8jTr7R75em58t7P318pL3LQx8fVw8soT1gAFUNCUnLjeiQNAAAAAIDygBWuASdTNcjzozG9HJP7ckJZTjQ/+lzrdz/r7qhakPf+PP32Qfc1qd+4ipu7oWadSkMfivpy3K2+xdovX9CQB5t+PKZXt961Qm0dg11cdfc+HOVYFackO1yW3qAd+UnX3rfVVb/q7u5hlKd326AG30y4zedyp1ecVqt54Y2Oo7/v07V3rcBqXvI4NWr7D3mg6Wc/9HG0p24SFfh/Izt5eBp9fN1ad6ju4+MirhuDUff2JzHytQjb3HpWVsE7n/e4Y0gjeTP1aPY+W4cGVavTtQuNm9kTgsZR9tShTccSNaZW1a4foL5SnU7TsMmFWzLIV/3thNvk21unQYD6hsuf3Sff9pYpiChtjz3fun10mNzILzAlJmTc93DUyI+7qnetX51ywYfI2GPspAG3D2kUFOwlz1D++P73c18vr+v4YwIAAAAAAMB1orlOS5nfMPL8zWZzUVFRQUHBMz2Wy5FRv3atEuIhgOtM/d0zm02FhQWfPLYu7bCygM+Ikc3qNw84f+cF0xP/+01ZvqZZh6r3vdREAHBOK2cn/zl2l9xo0KLyw29doBYnP9f06uAl6vZjn4f5VvJ0dXV3c3U3GIx6vUEno6FLd1cHAJSqn97ZsHHp4Q4DfDoNDHS3cXV1NRgMer1eYyMAXAmrjclkkv8Gn56wYcTqqY0Dqi2+/TkB3FTqb6ZF/vu8yJS/cYtpxBNysOoHH3h27yEqjLUTJ8756MPBX31dLyZGlFUF2dmbZ8xoc++9ohw5cfBg8ta4Jn1vFbjOToz7OeO77+TGqV9+MlQJUP6p7eaqNxr0Bn1Z+Lf2sPkT/kvc/nT11g/XalOR/7OTygYAAAAAAAAA19f4Bx5YN/l3UY6cOnbsmwG3Ja5bJwDY0LMBAAAAAAAAwPVVkH1KlC/mwkJTQYEAcBqVDQAAADfHM6NGL1u7SQAAAAAA4PyobAAAAAAAAACcn9W64PPPdy1amHPiRGjTpvW7dou6/fZid1rXTZq0+e+ZJ5KTXTw8qtap0/u11/xDq6v3Ho2P//7OO/q/865nQMCmv/5MWr/ezds7onWbni+9ZHR3dxxkf2zs4jFfZyQnW8yWgPCwLk8+WbNde8e9qbt3rxz3c0rc1pyMdN/g4NDIpt2ee9bNxzdt//4x/exdDd5u1LDZwIHyiYqfeMLy5ZMef6zr0093HPGIOrJz/vxpzz9Xt0uXu78eo46cPHLkf927tRs+vMeL/zfl6afSkpK6P/f8/NGfyhfboEePfm+Pkvskrlmz7IfvjyUkyG3/6tWjH3+8VoeOjmf5pEP72p07d3zwoVXjf9m/Zo25qKhagwa9X37Fr3p1xz7JmzfH/jrhwIYNfiEhjXr1rhvT5avevbs+80zHh0ec82ZvnDZt1jvKk27+6y95ue2995vedts7TSOrR0UNH/eLY7ets2f99cor8vXKVy1vnn/mrQYNvuw7f7E3VgBlDJUNAAAAN0ft8FBfby8BAAAAlIaFX36xdtLEqnXr1e/WLXHt2n9GvrVh6hTHvTNff23ORx/KjeZ33BHaLGrf6tU/3X23zBiKH2HdlMn/fvB+aNNmt7z2mkelShv/mD7zjTcc98p5898eGXEiJaVudHTkrX1zMk5MfOSR7XP+U+89cfDgL/cPlyGBnOWXE+vmwkL58MlPPy3vcvfzk7GEu6+vvMiNutFdzjnzGm3a6F1cEtetd4wc2LRRud64yWqxqCP7YmPlde3T4UFhTs6sUW/Le32CggLCI+TIpj//nPDQgxkHDzbs1VteTh49OvHRR2UMUPyJUuLifhk+zN3Xr/crr0a0arVn2bJfR4woyM5W79327+xx990rk4YGPXrKMGb52B+mPf+8uIighg3aDhsmN6o1bCRfVGDduqJkzj/zS7/zl3hjgbKGygYAAICb48lhgwQAAABQSvKzsh6fOVMtVmja/7Zfht0XN3t2i0GDhS0niPvnn8h+/fq/865Wr8wHymn38Q/cP/u9dx+adKZpc3pS0pP/zPIODJTb9WK6/nTPkJ3z5+WdPOnm45ObmTn3448r16r1wPgJrj4+cocujz8x6YnH537yiQwAXLy8Ns+cKU/gvrE/1mjXTt5rffmVyU8+IWfz0/bvD6hRo/Ojj8kTkONy4/wz1xmNMm/Yu2pVUV6ewc1NKDHDRvmk8qlT9+wJrFdPjsj4xNXbO6xlS/UhWampxSsk0g8cmPPhB4H169/7w1gPf3/liR55ZMLDD835+KPaHTt6Vq7seIGDv/yqXteuthcYozcaN8+YkbRuXd2YGFNBwfzPPpNP+uBvEyuFh8sd2g2/f9y9Qy/2bsuMwd3Hd/WECVXr1rngi7qYc85czXsu8c5f+o0VQFlCZQMAAAAAAADg9KIG3u5YFimseXP/6tUzDx1Sb26cPt3o7t7z/15SkwYpJDKy+Z13ysghcc0axxEiWrdW57slOekfEtlUbuSkp8vrLTNn5p440WnECDVpkORGp0ceyT5+PG72LMcRMpIPqhsajabvWyOfm7+gUkRECc5d1Grf3mIyHdystDSTk+xyCj7q9jvkdvKWzcK2BtS+1bE127XX6nSOhzS37aDa8vffRfn5MU8+pSYNkgwYZBxSmJOzYfo0x25GDw81aXC8XnmdnZYmr/euXHnq2DGZzahJgxQQEdHy7iHiOih+5o4zudg7r7rqNxa4kQgbAAAAbo65y2KTUo4IAAAAoDRUrVOn+E3PgADHAkGpCQkBETXc/fyK7xAaGanctWdPsYdULr6D0V0pMjAXFcnrtKREeX1w8+Zl33/nuKhLG6UnJcnrhj17GlxdZ7/77i/D7ls+9ocjO3d6V63qU62anBwXJVCrQwd5ra6ktH/1aqEs93S7q7e3fEa5fWjbNhl1yECi+EP8QkMd2+m20wtt2rT4DtWbNTvnBcpTOvsFeigv0KS8wMM7dsjrkMaNi+8Q2jRSXAfFz1x1iXf+Gt9Y4EZiGSUAAICbY87SWDdX1/CQIAEAAABcM53ReNZtjUZteCAjh/ysLI9K/ufs71kpQF6fsn2vX6XOcZ9DPcipY8fk9brffz9/hxO2+omqdesOHz9+7kcfHdi4UV4Wf/WVV5UqHR96qNWQe0QJ+FcPC6hRI2ndWmFbQ8k7ME9hvkYAABAASURBVFCOVI+K2m8rvEhco8QPdaOjiz/E4OLi2M46elSr17udrrpQeVSqJE4XLthfoJu7uMALtMrrgtwc20POepfUt6jUFT9z+4ld/J2/xjcWuJEIGwAAAAAAAIByy8XT0+jhkZOecc54droyC+/u61uSg8gJbnn97Lz5vsHBF9snuFHjBydOyklPT0tKSt68acVPP/33wQdyvr5Bz56iBGp16LBu0qT8kycPbNqoLnAU3qLlnqVLMw4e2L92bUhk5DmVGcV5BgRYTCa1yYFjUF2GyK2EL9BWW5B7IrP4YG5GhrgS51cbFOXli2t2jW8scMOwjBIAAMDN0Tu6XVgwZQ0AAAC47ipHRKQl7s85e+o8OS5OXldr0KAkR/APUVb+ObBxY/HBzEOHln3/3d6VK+T26gkT/nzpJWGrJwhr3rzDQw8P/OBDeXPv6lh158su+6O0bTCb4xctSt29O6xZlBwJa9FcXu9esjRp3bratnWWLkZdmCh5y5big+oSTEH1S/YCbUc4vGN78cFD27dd6jHnvSKd0ViUl1d8JDVhj7g2l31jgbKDsAEAAODm6NW5HWsoAQAA4AZoOmBAYW7u/NGfytl8dSRl69YNU6f6hoSEtWxZkiM06t3b6O6+6Msv0g8cUEcsJtP8z0YvGTNGq1OWTsk6lrrtv38Tli93PERdmMivWjX1ppyIL8zLs1qtF3uK8BYtjR4eq8b/IrerN1diBpkTuHr7rPplnHxUrY4dxSVeYL/+Wp1u8Ziv807aSxNksrL0u29lwtGge3dRAhFt2rj5+KybPDkzJUUdkVHK2gstG+WgMxjE2bULVWrVSt2zJys1Vb15fO/eLX//La7NZd9YoOxgGSUAAAAAAACgPGtx16BD27ZtmTkzNSGhRps2J48c3b1ksQwP7vj4EzlHX5Ij+AYH933zrX/eHvnj3XfXi+niFxKSsGJFSlxc66FDa7RtK3doM/TeTX/+Of3FF5rfeaerl1f+qVPrp0ypFB7eYtBg9Qg+QUHHEhLG3XdvjTZtuzzxxPlPoXdxiWjVaveSJR6VKgVERMgReW7hLZrvWrzYs3Llag0bXeL0qtat2/u11+Z+9NF3AwfW69rVYjLvXrok+/hxec7n9M2+GJk09Py/l2a+8frYuwfLI8gEZef8eV5VqmSnpalpyvncfX1dvLx2LV7060MPtRw0qH737k369JHvydd9bmnYq1d+VtbeVavqxXTdPuc/cQ0u+8YCZQeVDQDglBL3ZqxYlCgAOLMxE6bGxScIAAAA4DrTaDS3vff+3V+P8Q+tHvfPP8cS9rQcPPixv2aEREaW/CBNbr31iRkzI2/te3TXrtjx43UGwx2fftr7lVfVe2WWMOSbb/1CQ1dPmLDixx9lttFu2PAHf5voaKLQ9elnvAMD5Xha4kX/MVurfXt5HdGqtWMkrHkLeV27Q4fLrsLUctDgR6ZNr9Wx475Vq/YsWxrRuvXDU6Y0v+suUWJNb7vt9k8+kS9kx7x5qXt2d3v2uS6PK6GInOK/4P46o7H3y6/IROTQ9m2Zhw8r53D3kJinn5apyfY5c4ryC/q/+26nESPEtbnsGwuUHVQ2AICTyTlVOGb06gX/Jgy6r0nHrhECgNNKSEpuXK+2AAAAAK5N66FD5eWcwQcm/HrOSN0uXeTlgkcIrF//7e07zhns+X8vyUvxEb/q1Xu/+pq4iLDmzR/786+L3RtYr97zCxeJS2o5+G55KT7SdtgweTlnt8FffX3Bh1epXbvf26PERby0ctU5I/ViYhyvOj8rKzfzRMOevRrf0sexw8Zp08Tpdg4XJPMJeXHclIlIpxGPyEvxfYq/seefeUne+Uu/sUDZQWUDADiZlOQsmTQIAAAAAABQSnJPZn51yy3TX3zBMVKYm7tpxl96F5fgJk0EgBKgsgEAAODmeGr4oAA/PwEAAADgZvMLDglr0SJ+wYJvbutfs1277ONpiWvX5GRkdH3mGaO7uwBQAoQNAJzeisVJ0yduPXTwlMlsrlnLv2X70P53NXB3Nzh2OHkib/aMXWtWJCftO1Gjtn+TZoG3DW5YKcD+3wrrY1NefXqu3Ph8bJ91q1NWLT5w/Gh21WCvrr1qDhoW+esPm1YuTUo7llO3YeVOMeF9b6+vPurnbzZM/mWLXq+dNm/IVx/F7tiamp1VGF7L796HmtVpEPD952vlSG6OKbJFoHxIVMtqjpM5dbLgq49X7dpx/ERaXuVAz0bNqj7+Qhs3N/vZyrv+mR7v4+M6Zc7df03ZsXZlckJ8WvUavncObRzdvYbc4Y9J277/31p156m/bpWXZ19tL5+iIN/815TtKxYnHk45ZdBrQ8N85Ptw26AGjiMDKINqhYUKAAAAAGWARqsd/OWXaydN2hcbu+nPPwtzcvxCq8c8+dQVdX0AKjjCBgDObfL4uJ/HrHfc3Lr5qLxsWnvow697ySRAjuzafvyN5+ZnnshTd9gRlyovf0+Pf+619l161ix+qC8/ij2w/4S6LTfGfbth7apkubM6Io8pL65uhm631HI8xGy2PHX/P4cOZqk347cde+elRaERvgm70tSR5QsTY5ceGP/XnYHVlHZSJzLynn1olmP/5AOZ8rJnZ5rMOTw8jY7DFuSbHr/v78S9GerN3TuOv/fqYm9vl6jWwRd8EywW66iXFq6LTXaMyCeS70P8ttR3PushAAAAAADA5bj5+EY//kS0rSk0gKtAzwYATixp34nx322QGwFVPZ78v3bPvto+NMxX3ty8/vCGNSlyw1Rk+fz9FWrS0K13rVGjuw95oKnczs0p/N8Hq1KPZBc/WuqhU+990ePvpfc9+GRLdUQmDQ883mLGonvf+qirOrJ8cWLxh1itQqfV/vD7gD8X3KNWHuQXmA4mnZDH+WvR0MHDIpVzMFlWLklS9//1h41q0nDboAZvf9LttsEN5fa+PelTxscVP6w8iE6n/X7SbfJkHn66lTq4aO4+ed2pa43nXuugjnTtXWv0933adAzbviVVTRpefKujfN5vfu3fok2IUKKX1G2bjwoAZdUzo0YvW7tJAAAAAADg/KhsAODEZk7dYTZb5cZr70Y3iQqSG02aB/00Zr2/v5vVqozHLjuwP0GpD+jYNeKVd6PlRvvoMHcPw09fr5d5w/RJ2558sa3jaJ2612jTobrc6N67llot4V/JfdCwSJ1O06lbRNUgTxlOpB7OPucc7ry3cc06leRG207Vly7YLzfkQdTj9OpfZ8oEJUU4eviUvD6ZmT/rz13CFnvIaERudIgJz8kqWPDf3plTdz7wREuN5sxhBw5pWKtugLIxuOG4b9bLl5l6RDlIlUCPWvUC1H0CKrs3baG86vht9vKLxL0n6jaoLC9vfhyTmZ4fXN1bAAAAAAAAANcfYQMAJ3Yw6aS8dnM3qEmDVD3c953R3R07bFp3SN0YMKihY3DAoEa/fLtBTt8f2Hei+NFCQu1T824e9j4H4bX8ZNKgbqvLHMmI4pxzCA71Of0o+zpIEbX91Q3308fJzTHJ65QDJ9Wb8TuO/d/jc9TttNQceZ2XV5SelhNQ2cNx2LAIX3XDYNR5eLpknczPyzOJi2gcFejj63YyM+/P37fLi8wYWrYNadoiOCjES6vVCABlVe3wUF9vLwEAAAAAgPMjbADgxNKPKzP13j4uF9shJ9ueDVQJPDOP7+Kqq1zV8+jhU2rBgYPeaF9ZTnN6gr54l2mtVrnXVi9xFqNRd3oH+4ibq/1RutPHUcssjh/LUW8eOpjlaNvgkHYst3jY4FbsqdXmE9bzn/s0Xz+39/7X/bP3ViTZ4hPb8XfOnLqzQeMq737e3cfPTQAok54cNkgAAAAAAFAuEDYAcGKVKnscSs5KP55rNlsdJQiJezNCw33VCXofP1d18NjRHLVFs7C1U06zpRSBwWetMnR+EYCmBGUB5+9zsWIC39OT/g881mLIg03FJem0V9ZTp37jKmMnD9ywOmXj2kOrlx88nKKEGTu3HZs0Lu7xF9oIAAAAAAAA4HqiQTQAJxYUrOQHJpNl49oUdSQtNefhwX/17Tj+hy/Wypt1GlRWx/+avF3t7iD9M22nqcgiNyJq+okbKLCap7qxaf0hx+Av324c++W6+f8myFdRssOcKaFwlDrsiEv9/ect7722uGFk1ceeb/PrzLtk8KCu+5QQnyYAlFV7DyRnZmULAAAAAACcH5UNAJxY7/51583aIzc+f3/loKFNPLyNf07aLm/KLKFWXaVpc/vOYZUC3NLT8lYuSXpq2Mx+dzWIXXogdvlBeZebm6HvwLriBgqs5tUkKmjrpiNbNhx56/n5vfrXSzueM2ncZnlXk2aBPfrULuFxXFztf3Rv23L0vxm7/Cu7Hz2cPe67DXLEarHefX/TylU9tm1Jzc8rkiM161USAMqqr8dPHdgrpnPrKAEAAAAAgJMjbADgxBo1rfrQUy1/HrM+LTXnm89WO8Y7dYuI7lFT2Lo6v/Vxt3deXZR+LHfPrvTR76xQd9AbtM+93qF6xA2tbJCef6PDWy8sPJh4QgYeauYhbO0ZHn66VckPEhjkJR+Sl1sUv+2YvNz7cNQ9DzRdvmD/1s1HVyxOkhfHnjJoufdy6zUBAAAAAAAA146wAYBzGzwsslnL4Fl/xMdvP3YiPS+8hm/PfnW696ntaJzQMLLqT5Nvnz1j19qVB/ftzvD2calW3eeRZ1rWqhsgbriQ6j5fj7912oRtO7el7t6ZlptTWLd+wNOvtq97ermnkjC66EZ/f8v7ry1JT8up26BKeE0/mZ2M/KTrT99sWDBbWY7J3cMYFOzVuFnVwfdF0h0aKMt6R7cLCw4SAAAAAAA4P8IGAE6vboOAum91vMQOXj4udw+PlJcL3tuyXcjCDQ8VH3F3N5wzIn0/6bbiNx98ooW8FB9p06H6OY+SE/3nH8fDw3j/483FRTz9cnt5OWdw2rwh54zIcOLXmXed81wvvNFRXgQA59GrczsBAAAAAEC5QNgAAAAAAAAAAACuiVYAAADgZhgzYWpcfIIAAAAAAMD5ETYAAADcHAlJyZlZpwQAAAAAAM6PZZQAAAAAAAAAAMA1IWwAAAC4OZ4aPijAz08AAAAAAOD8CBsAAABujlphoQIAAAAAgHKBsAEAAAAAAAAAAFwTGkQDAADcHM+MGr1s7SYBAAAAAIDzo7IBAAAAAAAA5Yrp2PGixEQBoLwwnzhh37Ja5ZVGoxEoewgbAAAAAAAAUB5YrRZ1I/2L/8mLAFAeOZIGIoeyhrABAADg5vhy5IsCAAAApUer1ZoFgPJMa6MhaSiTCBsAAAAAAADg9OTMo6ZaNfHCsyapqMhcZDKbLUqxg8UiADgzjUqr1el1Gk8PuaFcThMoMwgbAAAAbo69B5ID/Px8vT0FAAAArpZ9qlFeazT6ygHm/n3NBQWioMhSWGQ2mSxms9VGAHBatqDBVtBg0BtcjDJykISG4oYyh7C4Du93AAAQAElEQVQBAADg5vh6/NSBvWI6t44SAAAAuDbqXKRFq5GzkAaLQSjTkEJu28IGQdgAOC81UVAqGbRavUGvXPR6rU4r8wYNeUMZQ9gAAMB1xH/3AAAAADeAupiKMvuol9mCLXvQaZWkwUJZA1Ae2NZNkgmiUtQg8wZlPSWtVvAv7jKGsAEoBY7/cBk7avOl99y8MnXzygUCgJPbueH4c/34LONa9Y5uFxYcJAAAAFAalNIGq1VORapJg85skdQ1lJiPBJya9XT1kkarkWGD/IDLZNHWuEHLN/zKFMIGAACuE+W/e+xb/NcPLqRX53YCAAAA18zx39tK/1jblKRVp7UlDYKkASgfTucN9k7R6qpK6l38i7vsIGwArp6mGAEAZ7MlDXzPAgAAALhB1BlImS5oNVah1Wityn+Qs4YSUG6cmYHT2L/bx6RcWUPYAFwr+cfb8183KyjMz8/PKywqKCoqNJtMFtuqkAIVz9Hj6R5url6eHgIVkv0LFlqd0WA0Gl2U6k6NVpBK4iLmLoutVzMiPISVlAAAAK7VmeIGzZmAgX+YA+VM8U+6oKah7CFsAK6NnFhUqjRtzWkMRlt5psai08sNi8Ui+BOv4snNL3R3c3dxcRWogKxnwgb5J4Jer1y0p/MGAZxnztJYN1dXwgYAAIDScs7MIxORQHnFp7tsImwArp7ti8rKxKJep7folVIGOaDX6y028j6+Q1EBZecUVPLTubm6C1Q8yleo5LVQ2lXJAFKvBA4GW+MqrUZQ2QAAAADcIPy3NwDcFIQNwDVRloMUVq1WJ6cU5X/NyPlFpQOVvChBA0lDRZSVUyA0ejc3llGqoJR/1ViFvd5J5g06vbxWihtO960Cintq+KAAPz8BAAAAAIDzI2wArpLjixLKAil6vca2eIpS4kDSULFl5eTLXwRXKhsqMEfNkxI52Moa5BY9G3BBtcJCBQAAAAAA5QJhA3BN1PXZhUVodMqG9TSBCsliteblF+l0BhcjPRsqNM0ZWvVPCVpXAQAAAACA8o2wAbh6yvrstj4N6gIpVqtWjRkIGyosk9mUX2hSmgPrDQIVmCNaKJ4xkDTgfM+MGj2wV0zn1lECAAAAAAAnR9gAXJPis4dq9iBQgRWZzGazRass068TqPAcfz4QMwAAAAAAgHKPsAEoBcWnFMkbKjKzrT+4Tqdlchn8DgAAAAAAgAqFsAEoZcwwVmS2qEmj1+v4NQBQEl+OfFEAAAAAAFAuEDYAQKkxmy3yWq9lDSUAAAAAAABULFoBACglZrNZXut0/NEKoET2HkjOzMoWAAAAAAA4P2bEAKDUmC1KZYNWyx+tAErk6/FT4+L3CAAAAAAAnB/LKAFAqTHZKxtYRgkAAAAAAAAVC2EDAJQai71nA5UNAEqkd3S7sOAgAQAAAACA8yNsAIBSY6ayAcCV6NW5nQAAAAAAoFwgbACAUmO2WuW1lgbRAAAAAAAAqGCYEQOAUqNWNtAgGkAJzV0Wm5RyRAAAAAAA4PyYEQOAUmOxKJUNOg1/tAIokTlLYw8cImwAAAAAAJQHLKMEAKXGYlEaRFPZAAAAAAAAgIqGsAEASo0aNuh0GgEAJfDU8EEBfn4CAAAAAADnR9gAAKXGYqWyAcAVqBUWKgAAAAAAKBcIGwCg1JjNStigIWwAAAAAAABABcOMGACUGvsySjSIBlAyYyZMjYtPEAAAAAAAOD9mxACg1Jzu2cAfrQBKJCEpOTPrlAAAAAAAwPmxjBIAlBp1GSV6NgAAAAAAAKCiIWwAgFKjNojWETYAKJkvR74oAAAAAAAoFwgbAKDUmC1WwTJKAAAAAAAAqHiYEQOAUmOxWDQaAQAltPdAcmZWtgAAAAAAwPkRNgBAqTFbLDRsAFByX4+fGhe/RwAAAAAA4PxYRgkASo3VbKFhAwAAAAAAACogwgYAKDUWK5UNAK5A7fBQX28vAQAAAACA8yNsAIBSY7ZQ2QDgCjw5bJAAAMCZWa2iyGIWAABUbFb5N6IQmtNERUXYAAClxmymsgEAAADlXPE5lO3ph6v9+IoAAAA2xfOGCpg6MCkGAKVG5tgVOb4GcKXmLotNSjkiAABwNhX8a5sAAFyQ5myi4qGyAQBKDWEDgCsyZ2msm6treEiQAADAqcj/6O0Z0mBtr2fz8/MLCgoKbSwWi7qIBAAAFYr8a1Gn0xkMhkruXnq9XqvVEjYAAK6VVfkLRgAAAADlmDqB4mF0CfH0KzAUFBiVsMFkMpnNZquNAACgwlD/WlTDBklvI29WzLyBsAEASo3tX1akDQBK6qnhgwL8/AQAAM5DnTrR2sgpFTVakNsyaVArGwgbAAAViuNvRjVmMBqNanFDxaxvIGwAgNJEZQOAkqsVFioAAHAecsZEXThU/QqnmivIbTmrYrEhaQAAVECOGF5/WvHKhgqVNxA2AECpsf3TirQBAAAA5ZycT1E31NTBUdYgAACokNS8Qf6dqF6rG6LiIWwAgFKjUb7nJQCghMZMmNqxVVRk/doCAAAn4fh6pjqHIq9lzKDX61lACQBQkWlOU1dPcqyhxDJKAICrZK1gxXEArlFCUnLjeiQNAAAn4/gvXnUlJTmfUjxmIHIAAFQoxSeCigcMFXOCiLABAEoN/7ICAABAReCYQFG7OAgAAGBT/K9IUfEQNgBAqVHb5QkAKJkvR74oAABwTvx3LwAA56vgfz8SNgBAaeLfXAAAAKhQSB0AAICKsAEASo1S2SD4txYAAAAAAAAqHK0AAJQSVqsFcEWeGTV62dpNAgAAAAAA50dlAwCUHiobAAAAAAAAUCERNgBAqbFaBVkDgJKrHR7q6+0lAAAAAABwfoQNAFBq6NkA4Io8OWyQAAAAAACgXCBsAIBSoxQ2aAkbAAAAAAAAUOHQIBoAShNRA4CSm7ssNinliAAAAAAAwPkRNgBAabIKACipOUtjDxwibAAAAAAAlAcsowQAAAAAAAAAAK4JYQMAlBqNRl5YSAlASfWObhcWHCQAAAAAAHB+hA0AUJqsFosAgJLp1bmdAAAAAACgXCBsAIBSoxEaK00bAAAAAAAAUPHQIBoASo1GI6y0iAZQYmMmTI2LTxAAAAAAADg/wgYAKD22tAEASighKTkz65QAAAAAAMD5sYwSAJQajaCyAQAAAAAAABURYQMAlBqNRiMAoMS+HPmiAAAAAACgXCBsAIDSRGUDAAAAAAAAKiDCBgAoNRqNxkrWAAAAAAAAgIqHBtEAULpIGwCU1DOjRi9bu0kAAAAAAOD8qGwAgFJDZQMAAAAAAAAqJsIGACg1tIcGcEVqh4f6ensJAAAAAACcH2EDAJQaq1LZQGkDgJJ6ctggAQAAAABAuUDYAAClRiPzBrIGAAAAAAAAVDw0iAaA0kXaAKCk9h5IzszKFgAAAAAAOD/CBgAoNTSIBnBFvh4/NS5+jwAAAAAAwPmxjBIAlBqtRmOxWgQAAAAAAABQwRA2AECp0Wq1VgulDQBKqnd0u7DgIAEAAAAAgPMjbACAUqPVaswWKhsAlFSvzu0EAAAAAADlAmEDAJQanVZrIWwAAAAAAABAxUODaAAoNVoNYQOAKzBmwtS4+AQBAAAAAIDzI2wAgFKj0WlZRglAySUkJWdmnRIAAAAAADg/llECgFLDMkoAAAAAAAComAgbAKDUaDUaq1UAQAk9NXxQgJ+fAAAAAADA+RE2AECp0eqUtelMZrNepxMAcDm1wkIFAAAAAADlAj0bAKDU6LTKH6oWMyspAQAAAAAAoGIhbACAUqPVKH+omi0spQSgRJ4ZNXrZ2k0CAAAAAADnxzJKAFBqNFqNvKZHNAAAAAAAACoawgYAKDVa2zJKZithA4ASqR0e6uvtJQAAAAAAcH6EDQBQatSeDVYqGwCUzJPDBgkAAAAAAMoFwgYAKDX2BtGEDQAAAAAAAKhgCBsA4IolJCXvTNhvNptNJrPJYruWzOaTWdlWq/hxykwhrMqgbQf5/4osyt3PPXBPaLWqAgBO23sgOcDPz9fbUwAAAAAA4OQIGwDgigVVCfhl2t85efnn36XRiENHj50/3jKyIUkDgHN8PX7qwF4xnVtHCQAAAAAAnJxWAACukKe7W//u0SXf38XF0L97ZwEAAAAAAACUU4QNAHA1WjdrVLN6SAl37tGhjZeHuwCAs/WObhcWHCQAAAAAAHB+hA0AcJUG9+vpYjRcdjc/H6/oNi0EAJynV+d24SGEDQAAAACA8oCwAQCuUpVKfrd06XDZ3Qb2itHrdQIAAAAAAAAovwgbAODqdWoVFRxY5RI71KsZ3qRebQEAFzJmwtS4+AQBAAAAAIDzI2wAgKun1WqG9Oul0WgueK8cv61nFwEAF5GQlJyZdUoAAAAAAOD8CBsA4JqEBFXp1KrZBe+S40GVKwkAAAAAAACgvCNsAIBr1adLx8qVfM8Z9HR3K0lHBwAV2VPDB0XWryMAAAAAAHB+hA0AcK1cXAyDb+11zqBMGlxdjAIALq5WWKivt6cAAAAAAMD5ETYAQCmoFRbSMrKh42ZYSFDbqCYCAAAAAAAAqBgIGwCgdNzWI9rDzVXdHtgzRqvVCAC4pGdGjV62dpMAAAAAAMD5ETYAQOnwdHe7/ZZuciOqYd3wkCABAAAAAAAAVBh6AQAoJc0b1du2K6Ff984CAAAAAAAAqEgIGwCgNA2/41YBACXz5cgXBQAAAAAA5QJhA1AeWK1WAeAiNBr6ZwAAAAAAAFxfhA2AE3NkDOpG8WugglMDhnNiBlIHlDV7DyQH+Pn5ensKAAAAAACcHGED4Kwc0ULWMcuJw2arcpuwAbCTuYK7jzYgXKtRNu3kp4O8AWXK1+OnDuwV07l1lAAAAAAAwMkRNgBOyZE0mM2WaW9kpydbBICzafXWB8e6egXoNFqtVvmflrwBAAAAAADgOtEKAM5JzplaLJa4/wpIGoALspg0y8YXmExFZpPJYjHLzwt1Pyhreke3CwsOEgAAAAAAOD8qGwDnY7WRM6f5OeaVEwvUwdb9XfWufF8bsNv4X37+Keue5aJx76LAWmar1aC3/Y2n1SopO8UNKCN6dW4nAAAAAAAoFwgbAKekdmhYNakgL0u5Wb+DMXqYuwBwmru3ZsGPuXJj+c+WAe+ahBowKOso0bwBAAAAAACg9LGMEuBkrKelp5g2zyqSIzqDiBlO0gCcpWkPV79A5e+443u1u5dZlMWUzCaLmcWUULbMXRablHJEAAAAAADg/AgbAGfi6AttsZiX/VRgtShfzW59m5unP59l4Cxaneg+wkPdXjdFl59XVCTzBovZtgKZRU3sBHCzzVkae+AQYQMAAAAAoDxgghJwMmq3hoPbTPvXK32hPf01bQa4CQDniWhqqBllkBt5mbot/2jUTtFms5mYAQAAAAAAoNQRNgBOw9EX2myyLPquUB3sfI+7wVUAuKCYBz00tr/ots02nkozKSspWcy2C8UNKBOeGj4osn4dAQAAAACATvbUKAAAEABJREFU8yNsAJyJ2hc6bm5hRrIySVo1Qteoi4sAcBH+Qdqo3kocZzFp1k3RF5mKTEreIKMGOjegTKgVFurr7SkAAAAAAHB+hA2Ac3D0hc7LNq2aWKQOOpakB3Ax7Qe5uXoq3U0SVxuP7bN3iraermwgcgAAAAAAACgVhA2A01DWULJaVk8uKshWbtZrbwyuqxcALsnNU9NhkL2vSewEg6lIKW4wW8yO4gbyBtxEz4wavWztJgEAAAAAgPMjbACcgKNbQ3qKafM/SlmDziC63u8uAJRAs16ufoHK33fp+/UJK4XaKdpitnduEAAAAAAAALhmhA1AWef48rWMG5b9VGC1KAvCtOrv5unP5xcoEa1OdH3AvubYhmnGgjylU7TZYrZFeHSKBgAAAAAAKAVMVgJOQC1rOLjNlLhBmRJ189a0HegmAJRYzRaGiKYGuZGXqYv7R1NkK24wm83EDLi5vhz5YufWUQIAAAAAAOdH2ACUaY4FlMwmy6LvCtXB6PvcDa4CwBXp9rCHxvaX3rZ/XU6lKcUN8oNlu1DcAAAAAAAAcK0IG4CyzjYJao2bW5iRrEyGVo3QNYlxEQCukH+QtlkP5bNjMWnWTdEXmZRO0bZ1lOjcgJtm74HkzKxsAQAAAACA8yNsAMou62l52aZVE4vUwe4jPASAq9JhiLuLm9L1JHG18dg+i9Ip2myynq5sIHLAjff1+Klx8XsEAAAAAADOj7ABKNOUNZSslthJhQW2b77WbWsMrqsXAK6Km6em/WB7v5PYCQZTkVLcYLaYHcUN5A0AAAAAAABXh7ABKKMc3RrSU0xbZpvkiM4gugxzFwCuQfNbXP0Clb/70vfrE1YKk61TtMVs79wggBurdnior7eXAAAAAADA+RE2AGWR40vWMm5Y9lOB1aIs/NLyVlefKnxmgWui1YmYB+xrkW2YZizIUzpFmy1mW7RHp2jcaE8OGxRZv7YAAAAAAMD5MXEJlFFqWcPBbabEDcrUp5u3pt0dlDUApaBWC0NoQ2U5srxMXdw/miJbcYPZbCZmAAAAAAAAuGqEDUCZ41hAyWyyLPquUB3sfK+7wVUAKBU9HvbQ2P4C3Pavy6k0pbhBfuBsF4obcEPNXRablHJEAAAAAADg/AgbgLLINtlpjZtbmJGsTHpWjdA1iXERAEpJQHVd0x7KZ8pi0qyboi8yKZ2ibeso0bkBN9ScpbEHDhE2AAAAAADKA8IGoGyxnpaXbVo1sUgd7D7CQ6MRAEpRxyHuLm7K5ypxtfHYPovSKdpssp6ubCByAAAAAAAAuCKEDUCZo6yhZLXETiosyFZu1mlrDK6rFwBKlZunpt0gN3U7doLBVKQUN5gtZkdxA3kDboCnhg+KrF9HAAAAAADg/AgbgDLE0a0hPcW0ZbZJjmh1ImYYfaGB66L5La5+gcrfg+n79QkrhcnWKdpitnduEMD1Vyss1NfbUwAAAAAA4PwIG4CywvFlahk3LP+p0GpRFnhp2c/VpwqfU+C60OlFl+Ee6vaGacaCPKVTtNlitkV+dIoGAAAAAAC4AkxiAmWIWtZwcJtp/waLvOnmrWl/J2UNwHVUu5UhtKGyTFlepi5ulrbIVtxgNpuJGXBjjJkwNS4+QQAAAAAA4PwIG4AywbGAktlkWfRdoTrY+R53g6sAcF31eNhe3LBttvFUmlLcID+ItgvFDbjuEpKSM7NOCQAAAAAAnB9hA1BW2CY1rVvmFGYkK5OblUJ0Tbq5CADXWUB1XdMeymfNYtKsm6IvMimdom3rKNG5AQAAAAAAoKQIG4Cbz3paXrYpdlKROthzhIdGIwDcAJ2Guru4KZ+3xNXGY/ssSqdos8l6urKByAHXz5cjX+zcOkoAAAAAAOD8CBuAMkFZQ8lqiZ1UWJCt3Kzd2hjaSC8A3BBunpq2d7qp27ETDKYipbjBbDE7ihvIGwAAAAAAAC6NsAG4yRzdGtJTTFtmm+SIVie63k9faOCGatHX1buy8ndi+n59wkphsnWKtpjtnRsEcH3sPZCcmZUtAAAAAABwfoQNwM3k+NK0jBuW/1RotSgLubTs6+pThc8mcEPp9KLbA/aQb8M0Y0Ge0inabDHbokA6ReN6+Xr81Lj4PQIAAAAAAOfHhCZwk6llDQe3mfZvsMibbt5nlnMBcCMpy5c1VJYvy8vUxc3SFtmKG8xmMzEDAAAAAADAZRE2ADeNYwEls8my6LtCdbDTEHcXdxpDAzdHj4c91I3t/xpOpSnFDfIDartQ3IDronZ4qK+3lwAAAAAAwPkRNgA3k23y0rplTmFGsjKJWSlEF9ndRQC4SQKq65p0Uz6D5iLtuin6IpPSKdq2jhKdG3BdPDlsUGT92gIAAAAAAOdH2ADcHNbT8rJNsZOK1MGeIzw0VDUAN1XnIe4Go7KRuNp4bJ9F6RRtNllPVzYQOQAAAAAAAFwQYQNw0yhrKFktsZMKC7KVm7VaGUIb6QWAm8rdV9N+kL1TdOwEg6lIKW4wW8yO4gbyBpSiuctik1KOCAAAAAAAnB9hA3ATOLo1pKeYtsw2yxGtTnR7wEMAKANa3OrqXVn5+zF9vz5hpTDZOkVbzPbODQIoPXOWxh44RNgAAAAAACgPCBuAG83x5WgZNyz/qdBqUQZb9HH1qcLnESgTdHoRM9xe3LBhmrEgT+kUbbaYbREhnaIBAAAAAAAugMlN4CZQyxoObjPt36BEDa6emnZ3uQkAZUbdtsZqdZRlzfIydXGztEW24gaz2UzMgNLVO7pdWHCQAAAAAADA+RE2ADeUYwEls8my6LtCdbDTEHcXdxpDA2VLjxH2lc22/2s4laYUN8gPru1CcQNKTa/O7cJDCBsAAAAAAOUBYQNwo9kmKa1b5hRmJCuTlZVCdE17uggAZUzVGrrGMcpn01ykXTdFX2RSOkXb1lGicwMAAAAAAMC5CBuAG8d6Wl62KXZSkTrYc4SHhqoGoEyKHupuMCobiauNx/ZZlE7RZpP1dGUDkQOu3ZgJU+PiEwQAAAAAAM6PsAG4oZQ1lKyWVRMLC7KVm7VaGEIb6QWAMsndV9PuTns/ldgJBlORUtxgtpgdxQ3kDbhGCUnJmVmnBAAAAAAAzo+wAbhBHN0a0lNMcf+a5YhWJ7rc7yEAlGEtbnXzrqz8XZm+X5+wUphsnaItZnvnBgEAAAAAAAAbwgbgRnB8CVrGDct/KrRalMHmt7j6B/EZBMo0vVF0uc9d3d4wzViQp3SKNlvMtuiQTtG4Vl+OfLFz6ygBAAAAAIDzY6ITuEHUsoaD20z7NyhRg6unpv0gNwGgzKvX3litjrLcWV6mLm6WtshW3GA2m4kZAAAAAAAAHAgbgOvOsYCS2WRZ9F2hOtjxbncXdxpDA86hxwj7imfb/zWcSlOKG+QH2nahuAEAAAAAAEBB2ADcCLbJSOuWOYUZycqkZKUQXdMeLgKAk6haQ9e4i/KZNRdp103RF5mUTtG2dZTo3IBr8syo0cvWbhIAAAAAADg/wgbg+rKelpdtip1UpA72HOGh1QkATiT6XneDUdlIXG08ts+idIo2m6ynKxuIHAAAAAAAQAVH2ABcd8oaSlbLqomFBdnKzZrNDaGN9AKAU3H31bS9w95nJXaCwVSkFDeYLWZHcQN5A65C7fBQX28vAQAAAACA8yNsAK4jR7eG9BRT3L9mOaLRipgHPAQAJ9Syn5unv9JqJX2/PmGVMNk6RVvM9s4NArhyTw4bFFm/tgAAAAAAwPkRNgDXi+PLzjJuWPZTodWiDDbv7eofxOcOcEp6o4gZbg8LN0w1FuQpnaLNFrMtUqRTNAAAAAAAqNCY9ASuI7Ws4eA2U+IGJWpw9dR0uNtNAHBa9TsYq9VRlkHLy9TFzdIW2YobzGYzMQOuztxlsUkpRwQAAAAAAM6PsAG4LhwLKJlNlkXfFaqDHQa7ubhrBABn1mOEvbhh+7+GU2lKcYP8oNsuFDfgis1ZGnvgEGEDAAAAAKA8IGwArhfbpKN1y38FGcnK5KNfoLZZT1dR8Yy8/+teYQ87Lv3rPvFQ9BuvDPls7uQVRYWm4nvOmrBE7rB6/paLHeqr136TOxxNTrvYDkcOHF88Y43j5l3Nnnv61vfFjXLZ8y9dfWs9+vLdn13dvaXi4a5vPtj5dVHxVK2ha9jZKDfMRdp1U/RFJqVTtG0dJTo3AAAAAACAiouwASh91tPysk2xv9vn07uP8NDqRIXVoHnNZh3qy0utJmEmk3nb2oQvXvn1sR5vZxw7KUpJeurJR3qMjFu9WwDXWfS97gYlbhCJq43H9lmUTtFmk/V0ZQORA0qud3S7sOAgAQAAAACA89MLANeBsoaS1bJqYmFBtnKzRpQhoqlBVGBPf3hveN1gx83srLzRz/60ZtHWj5/56ePJL6iDtw7rIi/iahUVFhXmF4mb5xrPH07E01/beoDbyql5cjt2gqH/20U6nV6r02m0Wo1VI8k/AeS1AC6nV+d2AgAAAACAcoHKBqCUObo1pKeY4v41yxGNVnR90EOgGE9vt9e+fbRWo+pxsbuWz14vAGcjwwZPfyVOSN+vT1glTLZO0RazvXODAAAAAAAAqGCobABKkzrJqMYNy34qtFqUwaherv5BBHvnMroabh/R8+Onf1z536ZOfVsKW8+Db976feSPT7Tt0VTdZ9Ffa+ZNXblvx8HGrWr3f6DbJY7236TlX732m9yQ+8vLC6Pv736n/fvC++NTvh35e+LOlMrV/Bu3rnPHiJ5VQys5HpianP7Nm5OSEg6dysgJrF45un+rQY/3vuBTZKZl3dP6pUatajtKMVSvDf3f9nV7Jq37bOnfa4uf/8n07Clj/t28Kv7IgeOVAn3C6gQPe/E2R3lHn5qPNmpZ6+MpLzqOs3jGmk+e/fnZT4b1GtRBHUnafWjelJW7tuzftzO5cqBftYgqgx+/pWGr2uLKFRWa5vy+XJ5M/Kb9MgqrGlKpYcvaI968S/32/cxfFn3/9pQfl7y3afn21fO37IlLqhJcqevtbe98pKfjCPm5hTPHLVw5Z+PxIydaxzQZ/GQfUbHpjaLLfR6zvlBqlzZMNUa0KtTrTFqdTqvVWiwaeS3HKW7AZY2ZMLVjq6jI+lfzuQYAAAAAoExhAhQoZWpZw8FtpsQNStTg6qlpP9hN4EJadmksr3fF7b/gvd+NnPLpcz+fSDvZa3BHnUH36j2fb714P4ZajaoPfKi73KjTJPy+5/vXaBCqjqcdPfHy3aOz0rN73NneYNTP+nXJK/d85lhtSc7mP9XvvY0rdtZuHN53aLSLq+GXj//6duTkCz6Fb4B3y84N5TmcOJ7lGJTbm1fGt+4a6eXrXnxnU5H5zeFfzBi30OhiuOWeTr6VvOUk/v/d+YlMLETJzJ268one7yz4Y5V/FZ8+93T29HFfv2T76BfGyUl/cYVOncx94faP5OtKP3qi64A2TdrUPZKcNuPnhbN+XVp8t4+e/GH5vxuj+1SbMaoAABAASURBVLce9n+35eXk//zBH3+PX6TeVVhgennwp+M/neHm6dr9jnbJ+448O+CDrIxsUbE16GSsVkfJ7PMydXGztEW24gaz2UxlA0ouISk5M+uUAAAAAADA+VHZAJQaxwJKZpNl0Xf2GeH2g9zcPPl284V5ersZXQ3pRzLPv+vAnsNyprt+sxrvT3re3cNFjiz4Y/VnL4y72KHqRIZ7+3v+9dOCiPohQ57p6xjPOHZShhAj3rxLbpvNlrcfGLN+6ba41bvUnOO7kZPzc/LH/PtGRL0QedNiscqRf8Yvju7XqkHzmuc/S6d+rdYs2rr0n3UDHrSXWaz4b6P8oXe+teU5e8pMYs/WA0Oe7nvfC/3VkWnfzRn30V+x87bI7EFcTl5uwdhRU6pFVPny79fdPV3VwZ8++OOPH+ZtW7tbPfmSmzV+sTyZp94f2mdoZ3XkZHr2fe1eXvrP2n7FmkwYDPpPpryo0ykhdIvoxg9Fv7H4rzX9h3eVN+dNWbE7Lkk+XB5E2H7V//fShPnTVnl6u4uKrccIj/EvKk3Ot/9rqNclX1/VpNPpLBatRkNxAwAAAAAAqFiobABKk5I2COuW/woykpWvNvsFaqN6uQpcnLefp8wAzv+2/uKZa+X14Kf7qEmD1P2OtvWaRogrZHTRD32un7otp9E79W0hN46lZMjr3VuS4lbv7nFXBzVpkLRazf2v3C43Zo5bdMGjdegV5ebusnLORsfIqjkbZWTSpnvTC+5/NDlNvjp1u8/Q6B8Xv9tzUHtRAvLX6Mn3hz729t2OpEFSl2DKTLviL0G3iG70yMhB3e8404fWp5Jn5Wp+J88+VPtbmqtJgxQcXiWkZtX0YyfVm0tnr5ex0H0v3KbelBPoD75yhxwRFV7VGroGnYxyw1ykXTdFX2QqMsmwUenbQOcGlMiXI1/s3DpKAAAAAADg/KhsAEqH9bS8bFPs7yZ1sOsDHlqdwCXkZefLmWtXd+M54/t3JMvrOo3Diw/WbhK+a0uiuBIhNQKLz9f7BnjL69ycfHmdvO+IvE47cuL3L2cXf4gMD1L2H73g0eT0evveUQv/XH3sUEaVYP8Tx7NkXNHr7o56w7k/5kataofUqLp4xpo9cYltuzVt1qlBZNu6oTUDRcnIiCVmQBu5YTaZd27Ytzk2fvvahIStScLWfUFcoTqR4fIibHUem1bs3Lhs++64xMNJxwOC/IrvVqmKT/Gbbu6uWSdy1O2d6/fKqMPH39Nxr4wrqoVVKSooEhVel/vcd68uNBeJxNXGY73yguoU6bRK5warRqvmDRQ3AAAAAACAioCwASg1yhpKVsuqiYUFtqXsI5oaarbgq9+XcjIjO+dUXvVaQefflZuTJ5QZba/ig/5nz4aXhN5w1p9y6rSvVShTwBnHlOWb1iyMk5dzHmVOOnaxA3a+taUMG5bOWnfXo72W/K2UX3Tu2/L83WQs8em0l358f/qSmWunj50nLx5ebl1uaz3ijbtKWBCwYemOCaNnJGw7YHsVusat68i4Ys2ireLK5ecW/vj+tCUz1uTmFMibQWGVG7WsnXMq/5zd3DzOrcJR58oL8grlhm+A1zn3+lf1ST2YJio8T39tm4Fuq6Yqv7GxEwz93y7S6fRanU6j1Wqs8jdOI9898gYAAAAAAFDuETYApcDRrSE9xRT3r1mOaLSi28MeApekzvKrX7o/h6eX0gzgxPGsSlXPBAw5Wbmi9PhX8ZXXL3z2QPc72pb8UVGdGspTWvXfRhk2rJq7qXI1v6bt611wT7/K3i998eDTH9ybtOfQvm0HZ/yycPZvS3U63WOjBgsl9jh3fzmn79hO3nf0nUe+kfnEkGf61mxQXT6F3F4wPfbqwobv3p48b+rK9r2jGjSvGdm2Xq1G1eXgg51fLyhZXYKLm1EGJBmnl1RyyM3KE7BpM8AtbkF+doY1fb8+YVVRvc624gaNVqPEWxqSBlzCM6NGD+wVw0pKAAAAAIBygJ4NwLVSv/2txg3Lfiq02pbob9bDxT+Iz9elmIrMf/04X27ISfDz741ooPRR2L1lf/HBAwmHL3FAObErrkS18CryeseGhOKDFot16jf//Ttx2cUepTR+6NNyd1zS9rUJO9bvje7b6oJTyTIV+OipH1MSU13djfWaRvS5t/PHv7/g7uGycfl2dQejUV88XZASdx868/AFcYX5RUOf7Xff8/3b92omkwY5mJqSLk7/vpWc3H/5rPUBQX5vfPfo7Q/3UJMG+dTHj2SU/FAyEDpy4JjMfhwj8giHElMFbPRGEX2vPVzcMNVYkGcym01mi9kWQVrUMFIAAAAAAACUa0yGAqVALWtI3GRK3KBEDS5umg5D3AUuLjsr7/tRUw7sOVynSXjrrpHn79CuRzN5PenLWacy7dUMS/5et37J9kscU29USrXOmcG/hLpNI2o3Dps7ecXqBVscgzPHLfzlkxnpthWWLqZz/1byeux70xzb57OaLUv/WTdvykrHiAxXCvKLqoYGqDfD6gbvj09OO3JCvSnfioXTVzl2NrjYXkv+mddyMiN73rQVtkOLKyKzEIOrQf6CFhWcafYw85dFhfJmiWfA5Y9D7j/uoz/kzLmw/cKPfX/aqZOlWWji7Bp2NlaNUFp35GXq4mZpi+TP2yQjBzMxAy6tdnior7eXAAAAAADA+bGMEnBNHAsomU2WRd8VqIPtB7u5ebJwylm+evU3Fzd7F+jCgqLdWxLlZGxweJVXvh6h1V7gvaoTGX7fC/1//ezvp/u917Z702OHM1b+t1Huf+ji3RS8/Tw8vNxi52169Z7P+w6NvmDBRHE6nfbZj4e9/dDXox76pk33pjUbhh7anyoTgoatat/xSK9LPLBe04iQmoF7tiaF1gpUCwXO1yqmcYPmNad/P/fE8ZPVwqrIOfr5f6zUGXT3Pt9f3aFL/9bxm/Y/GP1Gp74tsrNyNy7b3q5nlHx29d4W0Y1cXI1j3522dmFcw5a1C/MLl81en5etdFnIPnXFU/ztejaTmcrwjq+27hZZOdBPnvmahXFePu4yLZAndsH3/xz9h8dsWrFjwR+rU/alNmpZe+fmfQlbk87pL43uIzwmvqoUf2z/11CvS76+qkmn01ksWpn3aLVKtM96Sjjfk8MGCQAAAAAAygUqG4BrZVshxbrlv4KTR5WbfoHa5re4Cpxt58Z9m1fGq5ddm/bXaRJ+73P9vv73zWrhlS/2kCFP933nl6erhVeZO3l5UnzKsBdv6zrwUs0VDEb9oyMHy+ldmWQcTSlR42IZMPyw4B15JtlZOTN+nH9w75H7Xxrw4W/PuXu4XPqBXfopBQ1dB1z0fHR6ncxRZIax8M/Vv37+t4xAWsdEfvXP6zKoUHe4dVgX+YqMboZls9bJ9OW5T+8f/OQtjoeHRFR95ZsRfpW941bv/v2r2euXbO/Qq/n//n7d6KLfsS5BXKGHX7+z860tM46dnPP78qnfzjGbza99M6L3kM6F+UW7Nu8vyRHkyxk17unH3xkif9lnT1yal1PwxvePh9YMFCgmuK6+fgclUTMXaddN0ReZikwyhFTWUbJQ3wAAAAAAAMo9jbPPgMjzlxNnRUVFBQUFz/RYLkdG/dq1SgiNeXEjOMoacrOLfnowryBbGbz9Na9aLQwCQMWTnWH5/rFMs63x9q2j8oLqGFyMrgaDUafTa7VamkXjfHsPJAf4+fl6ewoA18dP72zYuPRwhwE+nQYGutu4uso/mQ16vZ4/lgEAAIDSRWUDcE2UsMFqWfVboZo0hDbUkzQAFZanv7b1bW7qduwEg6lIKW4wW8yO4gZKHHCOr8dPjYvfIwAAAAAAcH6EDcBVcpQ1pKeY4v4zyxGNVvR4mKoaoEJrM8DN01/5nmz6fn3CKmGydYq2mM3KckokDQAAAAAAoPwibACuhuNLyjJuWPZTodWiDDbt4RJQXScAVGAGV9H5Hnd1e8NUY0GeyWwrbrBFkxY1pBTAab2j24UFBwkAAAAAAJwfYQNwldSyhsRNpsQNStTg4qbpOMRdAKjwGnVxqRqh5I55mbq4WdoiW3GD2WwmZsD5enVuFx5C2AAAAAAAKA8IG4Ar5lhAyWyyLPquQB1sN8jNzZMegwAU3UfYV1Tb/q/hVJpS3CD/wLBdKG4AAAAAAADlE2EDcJWswrrlv4KTR5Vtv0Bt81tcBQDYBNfV12tnlBvmIu26Kfoik9Ip2raOEp0bcJYxE6bGxScIAAAAAACcH2EDcGUcZQ352ebY303qYJfhHjq9AACH6PvcdQZlI3G1MXWvWWkTbTFbT1c2EDlAlZCUnJl1SgAAAAAA4PwIG4CrIScK1/1RVJCtbAfX1dduZRAAUIxPFW3r29zU7fVTDCZbm2h1GSUBAAAAAABQ7hA2AFfM9p1ka0gj+83jB025mcweAjjX/k2F6kbl2kVK2wazWVlGSVDWgDOeGj4osn4dAQAAAACA8yNsAK6K1RrSWIRFKTOGhXlixZRcAQDFbF9aeHSfWW64eJvq9cix2AirmjUQNsCuVlior7enAAAAAADA+RE2AFfMMVHY5l6LxvYZ2jK/IO2gWQCATVG+WPpbjrrd8NYTGp1ZrYiiWwMAAAAAACivCBuAq+cbKBp0L1K3543NEQBgs2ZGXs4JJVTwqpYf3CJbYyOA8zwzavSytZsEAAAAAADOj7ABuGLKpKHtotVqmw4sMnooU4opO00J64oEgAovO8O6dmaeut144DGdVqdVaeT/aQkeAAAAAABAuUTYAFwx20yhRp03dPXQRQ7IV8cX/pxjNgkAFdzi8TlmW/IY1PSkf0SRTqFXIgedzpE3CMCmdnior7eXAAAAAADA+RE2AFdDYytrkHOHep2+fozFO0gJGbKOWzbMzhdO7tihjP+9NGFIyxfva//y6gVbxLWxWKzzpqw8cTxLlKrc7PwZ4xY6br732Pe9wh4+dbKct+lePGONfJkLpseK62D7+r3y4L/97x9xAx1NTvvfyxMeinmzf90nHuryxhev/FoOfoiH95jiVxbKDY3OUr9vuk4vGZSwQa9XSxxkVCmA054cNiiyfm0BAAAAAIDzI2wArozGQVkVRU4h6g1Gfauh9iVTYqfn5mU7d/fXj54eO2/qSjkpGhxetVJVP3FtfnxvmpxNLsgvFKXq5cGjZ09YIuDMjhw4/tSt78ksytvPo999XSoF+s2dvOKZfu+dTDslnNm8H+ztW2pEp7v7WZWQQW8w2PIG+QcGyygBAAAAAIDySi8AXDkla9DImUOd1ao36/QhjUzBkYWH4oyFeWL5xNyej3oI52S1Wndu2BdWp9oPC0aJ0pCbfV1KPXJP5Qk4uZ8+/OPUiZxBj/e+/+WB6siSv9d9/PSP3749+dUxI4Rz2r6k4FiiWW4YvYpqds3U611k0mC/qCspaexrKJE3QLX3QHKAn5+vt6cAAAAAAMDJUdkAXLEzhQ3Koig6dSax5d2FGq1S07BlfkEwg6OCAAAQAElEQVTaQbNwThazRV4HhgQI4HqyWKxb1+z28vO459l+jsEu/VuF1a62cdl24ZyK8sXSifZloOrectzFVac3SEZlGSW9XqfTO8oaSBrg8PX4qXHxewQAAAAAAM6Pygbg6skZQ51OZ7HqDRaDXzVTna75uxe4yfF5Y3Puec9bOJtp380Z99FfcmPt4q29wh5uEd3wvQnPyptJuw/Nm7Jy15b9+3YmVw70qxZRZfDjtzRsZV9k/GR69pQx/25eFX/kwPFKgT5hdYKHvXhbeN1gedfQNi+lHTkhN4Z3eDU4vMrPy95XHzL9+3lLZq45evC4m5dbjXqhT7w3JDDUHm/8+eP8H9+b/smU//vlkz8P7D4UXCPwfzNelVO1jpNM3nv04a5vqtvyJHsO6vDcJ8PUm7lZeV+98mv85v1Wi6VJm7q97u4U2bau44En0079/evi+I37dm9JdPdyCwqr3G1A256DO6j3vvfY93u3Hfj63zenfTtny6r4Q/uPhtcLGfpsv6hODc5/o7Kz8gY1e65p+3rv//qsOnIqM/fOyGe8fNynbvlCWZPf5v5Or/n4eX7x92tyOy+3YPzHMzau2HH8UEblID/57j369mA3d5dLv+r4Tfv/+nH+ltW7qtcKirmtjZuHS/HTuMQ7f0FFhaY5vy+X+8vDyreoakilhi1rj3jzrotNfB9NTvvx/ekJ25KyT+RUDa0c3a/loCducdx7V7PnWsc0vuuxW/4YO2/zqp2mQnPtRmHyRck31rFPQV7hd6OmbF+759jhDPmb06h1ncfevtvV3SjvMpvMT713j9wwupz115Cnr3vK/qMyinC8jU5kzYy8nBNK4ugTmhfaMkevd1WTSINa1qA7U9YAAAAAAABQ/lDZAFwNR3GDvNIpyykpy7I3G1BkcFcqA1J2mhLWFQln07B5raG2r5mH1gq87/n+0f1ay+25U1c+0fudBX+s8q/i0+eezp4+7uuXbB/9wrj8XKUNg6nI/ObwL2aMW2h0MdxyTyffSt6r52/5vzs/yUxTOkIPeLBbnSbhcmPgQ91vHR6jPsuYNyb9/OEfRUWmnoM7Nmtff+fGvc/0e/9gwpHiZ/L9O1NSElPl7HnV0IDiSYPk7ecpz83b31Ne5EabbpGOu94Y/sXWtXtad21Sq2HYkr/XvXbP5/vjU9S79sQljegxUgYJcrvPkM7VawfJ1OGr137bu/2g4+E5WbnP9HsvPTVz8JN9+t4Xs29H8pv3fyUfeP4b5ent1qRNne1rEwoLTOpIXGy8vD51MtdxQHn+MgNoHt1IbufmFDzb/4O/xy8KDK1067AulYP9501d+eIdH8vxS7zq5bPXPz/wo61rdkff2io4ouovH//5+1ezHTtf+p0/nzy3F27/6NuRk9OPnug6oI0MY44kp834eeGsX5decH/58uXPff2SbQ2iat1yT2c58ssnMz574Zfi+8jQ4sW7PpE/kcdG3t20XT2ZUb029HPHwlkyafi/uz6dO3mFXxWffsNiQmsGylf98uBPC/OVj4bBqO/Ut6W8FD/gllW7dqzf27xTQ2dMGrIzrGtn2lf3anh7qu50qwa1O7RWq1OroShrwDl6R7cLCw4SAAAAAAA4PyobgKun5g1WodNalMWU3D1NTQfmr5/oLu9a+HNOjShfnVN9whq2ql0vqsbEL/6pVr3KkGf6Ctv38ceOmlItosqXf7/u7umq7vbTB3/88cO8bWt3t+zSeOvq3Xu2HhjydN/7Xuiv3quWR8TO2yJnwG9/uIdMEfZsTeo3PEatXYhbvXv2b0u739H22U+G63RK2Hlgz2E5Cf7Du1MdVQLCtprTpLWjz/nOu8qnkqc8t0V/rZbb6kk6+AZ4fzXrDbVcYMqY/8Z/OmPp3+tq1A8RykT5X9mZOd/OHRlWp5q6s5wZH3n/18tnb6jVqLo6Iqfju93R7pG3Bsnt9r2aycnxz178Zdms9XUiw88/jWYdG2xeGb9zw96m7evJm9vXJXj5eZw6kRO/aW+dJmHKK125S1636KyEDT+9P02+zKfeH9pnaGf14dN/mPfzB39M/mr2g6/efsFXXVRo+vH96R5erqP/eFmeiRyRb+ZzAz507Hzpd/78E541frHcv/g5nEzPvq/dy0v/WdtvWJdzdpbP/tkL42Se8dkfL9durLycYf9n+vTZnxf8EduxT4tWMY3V3VL2p7419vF2PZvJ7bY9muqN+vnTVsWt3tW2e1M5In9J5I/+mQ/v7T3Efj7yzfzwybEyIBn0eO/zz3DHuoR3Hh4jf80eev1O4YQWj88x2xLGoGaZfiEmg62sodgaSjo1aRDA2Xp1bicAAAAAACgXqGwArpKjy6vWVtygV+IGQ70Ys3eQ8m33rOOWDbOvS2/kG8lqFU++P/Sxt+92JA2SulBPZtopx8jR5DSzrdmD1Gdo9I+L3+05qP0FDzjj54Xy+oFX7lCTBknO/t9yT/TGZTsSd6U4dosZ2OaCScOl3f1EH8fCRNH9W8nr44fT1ZsDHuz+zMf3OZIGKaKOEkKczDhV/Aid+7VybDdtX19en7hIoYCaImyxFTRIW9fuadejmbe/584N+9SRTat2ypv1mkUU5hfN+X1F/WY1HLP80p2P9JQhx9+/LHTURpzzquNidx8/fKLX3Z3UpEHY3qg+Qzqfcxolf+dbRDd6ZOSg7necmdaUsU3lan4n006dv7NMMvbHp9w6rIuaNAhbIcIjIwfLafO/fprv2M3dw0VNGlRN2ym5y4lj9nfsr58WhNWu5kgapM63tmzQouafP84//xm3r9/71gNfyw/SuxOerV7b+b7lfXiPKX6lUuuj0Vnq98lQShpsSYNS32DrC62hLzQAAAAAACjvqGwArt6ZvEHOnVsstulFU6t78xZ+4iXHY6fnNo52cfd14rlFOZscM6CNsK2wL6fRN8fGb1+bkLA1Sdi+/C6vG7WqHVKj6uIZa/bEJbbt1rRZpwaRbes65sfPl7LviDzmnN+XnzW4/6jtrtSIeiHqSFBoZXHlajQIcWz7BSg9M/JOL+nj+DK+nEPfsip+a+yu+C2JjlfhUKmKr2Pb1dYgwXT2Dmeeq35IlRD/bWuVtq4n07P370zuf3/XkxnZ6oh8u+JWxbfrGSV/N5L3HbVarfWiapxzhPpRNfduP3hgzyHHhH7xV71vp7Ick1ok4VCr2M0rfefrRIarJRoZx05uWrFz47Ltu+MSDycdDwjyO3/nZNtPpEHzmsUHK1X1CakRmLD1wJmRsx/r5qEkUqYi5R07lpKRcyqvakil37+cXXwfGb1kZWTLhMMnwMsxaCoyf/jE9wX5hR///kLDFjWFE5r3Q466USsmw93PqiYN9jWU9HotZQ24uLnLYuvVjAgPYSUlAAAAAIDTI2wArpW9uEGns1rl5KIhpKE5OLLgUJxLYZ5YPjm312MewpltWLpjwugZCduUKWY5cdq4dR05qb1m0Vb1XqOr4dNpL/34/vQlM9dOHztPXjy83Lrc1nrEG3fJu84/2pEDx81my6+f/33+XUeT0xzbRjeDuHI6w5k/0NSJXavVfvNQ0rEf3p6yful2q22oTpPwNt0i501dec4RXM/uwCxZHIc4T4vOjeb8viIvtyButVLfIGf/5TT6mgVbZLogJ9Ozs/Kad24ox48fVVpk+1U+t2G4GoecOH6mcqL4q849paz+7+PvVfwh/pV9zux8he98fm7hj+9PWzJjjdooIiiscqOWtXNOXbj4Jv2wcs6+Aeedc2XvpN2H5EtWK0jc3F3Pf6z6jqWlKkeQ0Y6jbUZxh5OPFw8btq7enZ568o4RPRxdx53L9iUFxxLNcsPoVRTR5YRe76LGDHq1L7T2TF9o8gacb87SWDdXV8IGAAAAAEA5QNgAXBN19lDp3GDVabVKcYPZYm55d+HhbUarRRO3oKBFH9eA6jrhnOS8+TuPfCNnsYc807dmg+pN29eT2wumxzrCBmGbgH7piwef/uDepD2H9m07OOOXhbN/Wyqjl8dGDT7/gHKOW1jFT0vfEzeQ2WQe+cDXR5KO9R8eU712tRbRjaoE+8ts4/yw4YrIsOG/ScvjVu/evn5v1ZBKweFVmrSpK8d3bNh7/HCGTqdtbltqyf+8UEGlLtDk5XfhLMrDx12ct4hTdnZe8ZtX9M5/9/Zk+Xrb945q0LxmZNt6aqeKBzu/XlBwgU7mvlWUcz6/17R8FUYXvWOtqksIqKoUPfQc3OG5j4dddufUFCVnamR795xOUb5YOjFX3a7X57iLq05/OmmwtWpQyho0pwkAAAAAAIDyi54NQOmQM4lyntc20Wjwq6atE2OfF543Nkc4rTUL4grzi4Y+2+++5/u379VMJg1CmRpWGiGoJQIydfjoqR9TElNd3Y31mkb0ubfzx7+/4O7hsnH5dvshzp5frRZWRe587FBG8cGtq/f8/uXsgwlHRIld0bztnm0HUvYd7Xxry0ffHnzLPZ1k0iAHjx60FVJcvHDhsqI6NtTpddvX7I5btathS+Ur+XUiwzy93bav3bNx6fbGberIbTkYFF5FXu/csPech+9YnyAn7tUGGOerWT9UXu+2rfXkcHD3Icf25d/5YuQPa/ms9QFBfm989+jtD/dQk4aCvMLjRzKsF3oHqqnnvHFf8cH01JMp+4/Wb15LlECVEH8XV2P8hn0Wy1nHX/DHavmzLt6pQmrZpfHHU15sWLIjlzVrZuTlnFBeo09oXkiLHNsfALaGDWpZg0waBDEDLuWp4YMi69cRAAAAAAA4P8IG4Fqp31m2rcmudIpWAge9odlAk8Fd6dybstOUsLZQOCeDrV9xQf6Z8z+ZkT1v2gplyzaHbDVblv6zbt6UMyUCpiJzQX5R1dAA+xFsSxvJeW31Zjdbg+LP/++X3NPdFDLTsr56/bc/fpjrX9VXlJjOoMvLLbCWLCowGpVlheT+jhGz2TLz5wXidGRydeQsf2S7umsXbz2QcLixbf0f+WvQuE3dDct27NqS2CLa3iXCy8c9ul+r3XFJ/00606li5i+L9sendOjd/GJVAo1a1a5U1Wfu5BWOZYgO7Dk8/fu5jh0u+84XJ0/M4GqwWixFxWb55Tkok/4XegeiOjSoFl551oQle7cfVEfMJvPYd6fKp+jUp4UomZ6DOxzce+Sn96c73uT4zfu/eHlC3Opd53T/lilIZNu6Xr7uwtlkZ1jXzrTHig1vT1U/+/ZWDUrSoLf9waClrAGXUCss1NfbUwAAAAAA4PxYRgkoHWreYBU6rUUpb3D3NDUdmLd+orJIzsJxuTWaG3VO+GlrEd3IxdU49t1paxfGNWxZuzC/cNns9WrX5exTytIxrWIaN2heU06Cnzh+slpYFYvFOv+PlTIJuPf5/uoR1DKCDx7/IbhG1bfGPt6pb4udG/bKae4n+7zTumukm6fr/GmrThw7+eqYEWodQAlVDa4kJ99fuOPjZh0a3Ptcv0vvHFanWljtP+QyJQAAEABJREFUaqvnb3mk+8hW0Y3ltPv6JdsO7DkkJ4SzT+aJayCf/ecP/pAbamWDsIUE8omEsshSQ8duj7w1KGX/0a9e+y12/qaIeqH7dhzctGJnrUbVH3lr8MWO7OJmfPbj4e89+t3/3flJh1ua64265bM3+Ph7ZWfZT/iy7/w52vVsJqOL4R1fbd0tsnKg356tSWsWxskg5NTJXPlYOR9+zrO/8On97z3+/fO3f9SuR7OAQF95wjL2iBnQ5pZ7OomSGf5/A/btTP7rpwXxm/Y1aVO3sKDo34lLffw9n3xv6Dl7/vr5379/OfuBV2+/69FewqksHp9jti1DFdQs0y/EZNC7qq2h7X2htVr6QgMAAAAAgIqDygagFDi6v2ptxQ16JW4w1IuxeAcpXyTPOm7ZMDtfOKGQiKqvfDPCr7J33Ordv381e/2S7R16Nf/f368bXfQ71iXIHeRLfeXrEW26N13452o5ZRw7b1PrmMiv/nm9XtMI9Qh9hkY3aFHzQMLhg3sO5+cq9Q2Pvj34w0nP12kSsWzW+nlTV9ZpEv7VrDfkfPqVnJcY/tKAytX8dm9JSt579LI7y4nf1797VE7uK8UBY+f9O2lZcETV0dNfrhMZvntroqPq4iq0jFa6MvgGeFevbW/u2riVshxKYGhA8fWR5Bv45T+vyxduMVvnTl6el5Mv44fP/3zFp9Klvs7cskujL/95TWYDaxZsWbtwa8voxo+NGuK497Lv/Dkefv3Ozre2zDh2cs7vy6d+O8dsNr/2zYjeQzoX5hft2rz//P0btqr9/fxRt93f7ejB4/Omr6oU6PvaN4+89MWDJZ86d/d0HT3t/5758F4vH4/Zvy1dv3hb9zvbf/PfW6G1AkW5cHiPKX6l8sujM1jq98mwr55kMCr1Dba+0Br6QqMEnhk1etnaTQIAAAAAAOenuZZVRMoCef5y1qyoqKigoOCZHsoqJaN+7VolxEMAN5z8bbRYLGaL2SR/I02F+fl5B7cWLfzUS95ldBOPfOPn7sucI1BO/PLCyWOJZrlRq9vxer2zXFzdXF2Ui9HF1SjjOJlxyeRRqyT6hA24BBk2DOwV07l1lABwffz0zoaNSw93GODTaWCgu42rq6tBSYj1LHMHAAAAlC4qG4DSZC9uUNZrVxrFhjTSVotUahoK88TyybkCQLmwfUmBmjQYvYpqxGQ6WjXo1b7QMmagrAEAAAAAAFQwhA1AqXF0itYq32jWqTOPbYYWabRK/VDcgoK0g2YBwMkV5YulE+3ZYf1b01xc7R92tVWDjBpl3qg5TQCX9OXIFylrAAAAAACUD4QNQOmTM4w6pbpBKW7wqaqr283esGHe2BwBwMmt/isv54SSIPqE5gVHZds+6AZ7cYNOhg06jSBmAAAAAAAAFQ5hA1CaHMUNGlunaCVw0Bua3lZkcLfIe1N2mhLWXn07YgA3XXaGdd3feep2w9tT1c+4uoaSsnyaTq9WN1HWgBLaeyA5MytbAAAAAADg/AgbgNJnX0xJp8QNcgrS3dPQ7A57ccPCcblmkwDgpBaPzzEXKRvVojL9QkxqzGAwGNU1lGyrqGmJGVByX4+fGhe/RwAAAAAA4PwIG4BS5ugKq9Vo9coK7spUZN1os3eQEjJkHbdsmJUvADihw3tM8SuV4iSdwVLvlgz76kkGo872SZfpooa+0AAAAAAAoKIibABKn6M3rEarta+yYjC0GmpfeiX2j9zcTKsA4Gzm/WBvu1IjOt3dz6omDYbTraGVYibKGnCFeke3CwsOEgAAAAAAOD/CBuB6UYsbJL1OaSAb0kgb0rRAjhfmieWTcwUAp7J9ScGxRLPcMHoVRXTJdLRq0Kt9obU6LWUNuHK9OrcLDyFsAAAAAACUB4QNwHXh6BStlVOQWp06I9nqnkKNVqlpiFtQkHbQLAA4iaJ8sXSiPSOsf+txF1f7h1qtadDplLIGR0WTAAAAAAAAqHgIG4DrSJ151OlsfaL1Bp+qunrd7Q0b5o3NEQCcxOq/8nJOKEmhT2hecFSO7QNtsBc36GTYoNMIYgZcjbnLYpNSjggAAAAAAJwfYQNwvagzj7Y13LU6rU5t3hDZv8jFyyLHU3aaEtYWCgBlXnaGdd3f9p4rDW9PtTdiUcsalKRBr1YxUdaAqzBnaeyBQ4QNAAAAAIDygLABuL7siynpdLZW0QZ3T0PkAPus5cJxuWaTAFDGLR6fYy5SNoKiMv1CTGrMYDAY7X2htVr6QgMAAAAAABA2ANeRo1usVqO0iVYuBkPdaIt3kBIyZB23bJiVLwCUYYf3mOJXKkVIOoOlfp80++pJtqRB7QutoS80rsFTwwdF1q8jAAAAAABwfoQNwPXl6Bmr0Wrtq68YDK2G2osbYv/Izc20CgBl1bwf7O1VanRJc/fVqEmDQV1ASa/0haasAdeiVlior7enAAAAAADA+RE2ADeCWtwgyelJOU0Z0kgb3LRAjhfmieWTcwWAMmn7koJjiWa5YfQqiog+6WjV4Chr0FLWAAAAAAAAYEPYAFx3pwsblNYN8qLOVLa+p1CjVWoa4hYUpB00CwBlTFG+WDzBngXWv/W4i6v9w6u2atDplLIGR+WSAK7KmAlT4+ITBAAAAAAAzo+wAbhB1BlJnc7WJ1pv8Kmqq9fD3rBh3tgcAaCMWf1XXl6Wkgj6hOYFR+XYPrgGe3GDToYNOo0gZsC1SkhKzsw6JQAAAAAAcH6EDcCNoM5I2tZ21+q0OrV5Q2S/IhcvixxP2WlKWFsoAJQZ2RnWdX/be6s0vD3V3nBFLWtQkga9Wq1EWQMAAAAAAICKsAG4ceyLKel0tlbRBndPQ+QA+2zmwnG5ZpMAUEYs/DnHXKRsBLc46RdiUmMGg8GorqFkWxWNvtAoBV+OfLFz6ygBAAAAAIDzI2wAbhBHF1mtRmkTrVwMhrrRFu8gJWTIOm5Z/0++AFAGHN5j2r1aKTbSGSx1ex+3r55kSxrUvtAa+kIDAAAAAACcjbABuHEcvWQ1Wq19VRaDofVQe8YQOy03N9MqANxUVquY94O9jUqNLmnuvho1aTCoCyjplb7QlDWgtOw9kJyZlS0AAAAAAHB+hA3AjaYWN0hy2lJOXwY30gQ3LZDjRYVi6cRcAeCm2rq44FiiWW64+BRGRJ90tGpwlDVoKWtA6fl6/NS4+D0CAAAAAADnR9gA3FCnCxuU1g3yos5gthpSqNEqNQ3bFhek2mY5AdwURfli2W/2zK9en+MurvYPqXIxKJUNWp3OUaEkAAAAAAAAcBphA3BzyJlKnc7WJ1pv8A3U1etuX0xp/vc5AsBNsmp6bl6Wkvx5h+YGR+WqGYNa3KAsfiaTBkHMgNJUOzzU19tLAAAAAADg/AgbgBvNUdwgr3Randq8oWl/k4uXRd57OMG0a1WhAHDDFe/T3mjgMXtjFVtZg87W1F2tSqKsAaXoyWGDIuvXFgAAAAAAOD/CBuDmsC+mpNPZWkUb3Dz1kQPss5xLfs01ETcAN9yiX3IttmXMgluc9As1qTGDwWBUwga93rb6GX2hAQAAAAAALoywAbgJHN1ltRqlTbRyMRjqRpu9g0zC/vXqPAHgBkreYdqzRkn5dAZL3d7H7asn2ZIGtS+0hr7QuA7mLotNSjkiAAAAAABwfoQNwM3h6DGr0Wrtq7UYDK2H2osbVv+Rl5tpFQBuCKtVzPvB3i6lRpc0d1+NmjQYbAsoKWUNOh1lDbge5iyNPXCIsAEAAAAAUB4QNgA3k1rcIMnpTDmtGdxIUy1SyRuKCsXS33IFgBti68KC9BRlBSUX76KI6JOOVg2OsgYtZQ0AAAAAAACXRNgA3DSOTtFaOZWp1akzm63vKdJolZqGbUsKUhPNAsB1VpBnXTbJnu3V63vcxdX+YVRbNeh0SlmDoxJJAKXqqeGDIuvXEQAAAAAAOD/CBuDmkzOYOp2tT7Te4Buoq9vNvpjS/O9zBIDrLHZ6Xl6WkvB5h+YGR+XYPogGe3GDToYNOo0gZsD1Uiss1NfbUwAAAAAA4PwIG4CbyVHcIK90Wp3avKHZbSaDu0XeezjBFL+yUAC4brKOWzbMssd7jQYeszdQUcsalKRBr1YfUdYAAAAAAABwaYQNwM1nX0xJp7O1ija4eeqbDsxT71r0S46JuAG4bhaOy7XYlisLisr0CzWpMYPBYFTXULKtckZfaFxHYyZMjYtPEAAAAAAAOD/CBuAmc3Sd1WqUNtHKxWCoF2PxDjLJ8ZwT1nV/5wkA10HyDlPCWiXN0xks9fuk2VdPsiUNal9oDX2hcZ0lJCVnZp0SAAAAAAA4P8IG4OZz9J7VaLX2VVwMhtZD7Uu7rPkzLzfTKgCUKqtVzPvB3hYlIjrN3VejJg0GdQElvdIXmrIGAAAAAACAEiJsAMoKtbhBktOccrozuJEmOLJAjhcViiW/0ikaKGVxCwrSU5QVlFy8i2p0Oelo1eAoa9BS1oDr78uRL3ZuHSUAAAAAAHB+hA1AmeDoFK2VU5xanTrj2fLuIo1WqWnYvrQwNdEsAJSSgjzr8t9z1e16fY+7uNo/dGqrBp1OKWtwVBwJAAAAAAAAXA5hA1C2yJlNnc7WJ1pv8KumrdPVvpjS/O8pbgBKTey0vLwsJcnzDs0NjsqxfeAM9uIGnQwbdBpBzIAbYe+B5MysbAEAAAAAgPMjbADKCkdxg7zSaXVq84aoASaDu0XeezjBFL+yUAC4ZlnHLRtm22O8RgOP2RulqGUNStKgV6uMKGvADfD1+Klx8XsEAAAAAADOj7ABKFvsiynpdLZW0QY3T33TgfZZ0UW/5JiIG4BrtuDnHIttWbJqUZl+oSY1ZjAYjOoaSrbVzOgLDQAAAAAAcGUIG4AyxNGNVmsrbtArcYOhXozZO8gkx3NOWNfNzBMArkHyDtPedUVyQ2ew1O2dZl89yZY0qH2hNfSFxg1UOzzU19tLAAAAAADg/AgbgLLF0ZNWKW6wdYqWWt9rL25Y81dedoZVALgqVquY94O9/UlEdJqHv0ZNGgzqAkp6ve1zR1kDbpwnhw2KrF9bAAAAAADg/AgbgLLIXtxgm/6U06DBDTXBkcoKSkWFYulvdIoGrlLc/IL0FGUFJRfvohpdTjpaNTjKGrSUNQAAAAAAAFwVwgagzHF0itZq7cUN8tLy7kKNVqlp2LGsMDXRLABcoYI867JJuep2vb7HXVztHy61VYOM9mS+5ygtEsANMXdZbFLKEQEAAAAAgPMjbADKLjnjqdPZ+kTrDX7VtHVi7Ispzf+e4gbgisVOzcvPVhI779Dc4Kgc2wfLYC9u0MmwQacRxAy40eYsjT1wiLABAAAAAFAeEDYAZZGjuEFj6xStBA56Q9RAk8HdIu89nGDaubxQACixjCOWDf/a47pGA4+pnyl1DSVluTKdXq0moqwBAAAAAADg6hA2AGWXfTElnRI3yClRN0995AD7bOniCTkm4gagxJaMz7HYlh+rFpXpF3L4rpgAABAASURBVGpSYwaDwaiuoWRbtYy+0LgJeke3CwsOEgAAAAAAOD/CBqCMcnSp1dqKG/RK3GCoH2PxDjLJ8ZwT1rUz8gSAEkjeYdq7vkhu6AyWur3T7Ksn2ZIGtS+0hr7QuEl6dW4XHkLYAAAAAAAoDwgbgLLL0atWKW6wdYqWs6Ot77UXN6z+Ky87wyoAXJLFLOb9YG9zUiM63cNfoyYNBnUBJb3e9vmirAEAAAAAAOCaEDYAZZ29uME2LSqnR4Mbaqo1LpDj5iKx5Fc6RQOXEbegID1FWUHJxbsookumo1WDo6xBS1kDbp4xE6bGxScIAAAAAACcH2EDUKY5OkVrtfbiBnlpdU+R0Cg1DTuXFx7eYxIALqIgz7r891x1u17fNBdX+4dIbdUgIzyZ4zlKiARwwyUkJWdmnRIAAAAAADg/wgbAOciZUJ3O1idab/Crpq0TY19MybE+DIDzrZqSl5+tJHPeobnBUdm2D5DBXtygk2GDTiOIGQAAAAAAAEoBYQNQ1jmKGzS2TtFK4KA3NL/dZHC3yHuPJZp3LCsUAM6TccSy8T97LNdo4DH1s6OuoaQsS6bTq1VDlDXgJvpy5IudW0cJAAAAAACcH2ED4BzsiynplLhBTpW6eeojb8tT71rya46JuAE4z5JxORalWYMIapbpF2pSYwalzbptDSXb6mT0hQYAAAAAACgdhA2AE3B0r9Xaihv0StxgqN/V6llZadiQc8K6ZkaeAFBM8g7T3o1FckNnsNS7Jc2+epLBqKR1tr7QGvpCAwAAAAAAlB69AOAMzuQNOp3WYlGmTY2mVvfmL/7cU46vnZFXrY4cY84UsFvwo72dSY3odA9/jZo0GE63hlY+R5Q1oAx4ZtTogb1iWEkJAAAAAFAOEDYAzsRe3KDTWa1Ko9vqkeZqjQsOb3MxFYrp754SAM7m4l1Uu2emXu+ixgx6tS+0VqelrAEAAAAAAKBUsYwS4DQcnaK1cqpUq1NnTlveXSQAXES9vmk6nVIHpLZqkFvypszrNKcJ4KaqHR7q6+0lAAAAAABwflQ2AM5HzpDqdDqLVW+wGCqFmpsOyE3ZprNaLVYbuYN6zUSqsL0VZrNFr9cJlCPyF9xsNts+CNoL3WtVf/nd/czVW+YbjS5q0mA0GJUe6zJpEMQMKCueHDZIAAAAAABQLhA2AM5EnSHVarVyOlWn1Vl0ejmF2vS2gvq9s4tMhaaiIrPZZLFYrMIqYHPkWJpOq60S4C9QvhSZTOkZJ+W1n4+Xp4f7OfeqC44pBUAGF6PBRa1sUFtDq9VBlDUAAAAAAACULsIGwPmoiylZhU5vNTiqGWyLK+nMZrNa4iAgRFZ2zoms3LoR1V1d3ATKF1cX4enhdSwtI+VomodbblhIoMwTHPeqS47plHjBoCYNathAX2iUNXOXxdarGREeEiQAAAAAAHByhA2Ak5HzpOoqMVqNVuh0VmFQB2XSYNIbLBazxWIRp1dSquDidu03GFwq+VcSKKfCQtwD/Ctt3bV3/dbdtSPCqlerqo47upso7aCVwMFW1qDX0xcaZc2cpbFurq6EDQAAAACAcoCwAXA+jsWUhPoZtiojZjmXajZbTnduIGw4ejw9+Uhatw6tXV3dBcov+fPt0s5/x579G7btSkw52r5FpJeHh72busbWo0FrWz9Jq3MsoCQAAAAAAABQ2ggbAGelfndbbugNtsXpZcxgUZyJGSr2nOqmHat9vL0jqocKVAAtIhvXCAubs3TV9P+WtItqEtmgrtb2ATn9P+Uj4ujTQN6AsqN3dLuwYMoaAAAAAADlAWED4JTOLKYk8waL0Og0WmEV1DSclnwkNSHp0JD+vYwGF4GKIbBy5ftu77dqw5b5K9dt25N4e+8Yfx8fW7CgUT8pJA0og3p1bicAAAAAACgXCBsAZ3VW3nC6SQNJg2rR6g2V/Pzq1awhUJHIv9Ji2rVuWKfW5H/mfTluSo9ObTu2jJIpgzidMZA0AAAAAAAAXCeEDYATKz5zWny7gkcOKUdSd+1NeuDOfmoMg4omqErlZx+8Z+HKtbMXrYyLTxjSv1dlfz9iBpRNYyZM7dgqKrJ+bQEAAAAAgJMjbACc3vmzqGrRg6io5iyLreLv36huLeaXKyal3Me2Ok1k/Trj/5j1yfe/9onpEN2mOb8PKIMSkpIb1yNpAAAAAACUB4QNQPlUYedVjx5P25mQeD9lDVBKHAJeemTY/BVr/lm4bPOOXfcO7FPZ308AAAAAAADgOmAyDkC58u/iVQF+vqxJApVOp+0d3e7Fh+8tKCz66Lvxi2PX09cEZcpTwwdF1q8jAAAAAABwfoQNAMqPo8fTtu5K6N2lPQvmoLjgwCovPTIspm3LWYuW/+/nSalpGQIoG2qFhfp6ewoAAAAAAJwfYQOA8mPe8jUBfr5RjeoJ4Gw6nbZPTAe1xOGTHyYsWrmOEgcAAAAAAIBSRNgAoJw4nnFi8/ZdPTq20VLWgItQSxy6tGkxa/GK0T9OpMQBN90zo0YvW7tJAAAAAADg/AgbAJQT85av9vH2ahHZQAAXp9Np+3bt+MJD9xQWFn7y/YSFK9dS4gAAAAAAAHDtCBsAlAcnTmZtiNvZs1MbnZY/1nB5odUCX35seHSb5rMXr6TEATdR7fBQX28vAQAAAACA82NWDkB5MHfZai9Pj1ZNGwmgZPQ63a3dOqklDh9/P37BijVmi0UAN9aTwwZF1q8tAAAAAABwfoQNAJzeyVPZ67Zs796xjZw+FsCVUEscOrdu/u+SVaPH/nbkWJoAAAAAAADAlSNsAOD05i9f4+bq2q55EwFcOZlR9e/e+dkHhhQWFn069td5y1dT4oAbZu+B5MysbAEAAAAAgPMjbADg3E6eyl69aWu3jq0pa8C1CA8JeuXx4Z1bRc1ZSokDbpyvx0+Ni98jAAAAAABwfoQNAJzb4tj1ri4uHVpECuDaGPT6/j2in33gHqXE4Ydf5y6LNZspcQAAAAAAACgRwgYATiw7N3fVhrgu7VoYDQYBlAa1xKFjq2YybPjkhwmHjh4TwHXTO7pdWHCQAAAAAADA+RE2AHBii1at1+t0nVo1E0DpMej1A3p2UUscRv/4239LVlHigOukV+d2Mt8SAAAAAAA4P8IGAM4qNz9/5fot0W2buxiNAihtcgr41Sce6Niy2bzlqylxAAAAAAAAuDTCBgDOaknsBnndqXWUAK4Po0E/sFfMM/ffrZY4zF68khIHlK6vx0/ZtmuvAAAAAADA+RE2AHBKBYWFS9ds7Nw6yt3VVQDXU43qwa8+8UD7Fk0XrFjzyQ8Tkg8fFUAp2XsgJScvTwAAAAAA4PwIGwA4JZk0WK3WmPYtBXD9GQ36O3p3VUscPv950r+UOKA05BcUymudlv8YAwAAAACUB/z7FoDzKSgsXBK7oUOrZpQ14EaqUT34lcfvb988cv6KNZ/99NuRY2kCuAauLsYnhw2qWytCAAAAAADg/AgbADifNZu35xUUxLSjrAE3movRcMct3eQE8ans3E/H/rpg5Vqr1SqAq1U7PNTbw10AAAAAAOD8CBsAOJ9laze2aNKAGTrcLHKC+PUnH4xqVG/2ohWjf5x4POOEAAAAAAAAqNgIGwA4mV37DqSfONmxZTMB3DyuLsaht93yyJCBJ05mffzdBFsTEQFckUNHjz8zavS+g4cEAAAAAADOj7ABgJNZuX5zcGCV8JAgAdxsDWrXeP3JB+rWCJsxb8mXv/wugwcBlFh+odIgWgZXAgAAAAAA50fYAMCZyMnc7bv3dm4VJYCywcPN7eG7B9w3sE9qWsaH3/2yetNWAZSMTqPx9vJwNRI2AAAAAADKA70AAOexbvM2fz+f5o3rCaAsad64fp0a1afOmv/PwmU79uwbdGsPLw8PAVxSeGi1d59/TAAAAAAAUC4QNgDln7uc89SI8mFA3/byIsqw3BwhWLu/AnBxFbqz/wp19/R4+qEBoswzm0VBngAAAAAAAChdLKMEAABwE6SfOJl48LAAAAAAAKBcIGwAAAC4CZav2zTx7/8EAAAAAADlAssoAQAA3ATZObleHu4CAAAAAIBygbABAADgJqgZFlK5kp8AAAAAAKBcIGwAAAC4Cdo1jxQAAAAAAJQX9GwAKoQ777xTo9FkZmZebIdvv/1W7vD333+LEtiyZYvc+YUXXhA3lYuLS9euXR039+/fP2nSJMfNoKCgVq1alfBQH374oXxFixcvvorHAiV3c3+1GjRoUKdOHQEAAAAAAHAdEDYAKA+OHDnSqFGjJUuWCABwBgWFReP/mHXo6DEBAAAAAEC5wDJKABSP2winVVBQkJeXV3xExg/ial3LY4FL4FcLDplZpzbv2N2mWWMBAAAAAEC5QNgAAABwo53IOiWv/Xy8BQAAAAAA5QLLKAEVyMmTJ++6667Q0NDg4OB77rln6dKljrvO79nw22+/RUdH+/n53XLLLbNmzZowYYLcYeXKlcUPOHny5KZNm3p7e3fs2HHUqFG5ubkXe+qvvvpKPnzXrl0ffvhhhw4dgoKC7r777jVr1si75JG7du3q4+PTrVu3rVu3Oh5iNBpjYmKKH2TSpEnyIOPGjTvn4GPHjo2IiJAbP//8s9xBHlCcvTi++uyLFy8eMGBASEhIlSpV5LNv3LjxYmd7/sL6n376qfpK5cP79OmTlJTkuOvzzz+XB1+2bFm7du3kDqtWrRCoGK7it/qcXy35ievVq5f8haxcuXKLFi3kcSwWSwnvFZf8tZTk5/GDDz5o3rx51apVH3jggX379gmUJcFVKz85bFDVAH8BAAAAAEC5QNgAVCC9e/eWc+J9+/aNior6/fffu3fvXnwatLgnnnjivvvuO3bs2IMPPujh4dGvXz85r3rOPv/999+QIUP8/f3lPgcOHHj77bcffvjhS5/AwIEDZW4h93/mmWfkRKqMMZ577jmZEAwfPlxubNiwQZ5SWlqauELy5Tz//PNyo2XLlu+8805kZOQFd5PzrUeOHPnUJj4+XmYD8iWU5Pjy3XjppZcKCwsfeughOYO8atUqOV8sj1B8n2effXbPnj0NGzZ0d3cXqEiu+rf6zz//vO2229atWyd/qeRH7ODBg6+99tqbb75ZknvF5X4tCwoKunTp8vrrr3t5eckzkYlImzZtruLDhevHy8O9dnioAAAAAACgvGAZJaACqVKlyvr162V4ILc/+OADORE5efLkJk2anLNbXFzct99+2759+7lz53p6esqRadOmDRo06Jzd5PSlnFqV06ByWx6qadOm06dP//777+Xk5sVOwM3NTaYdBoNBbmdlZX344YfyKWTgoY4EBgY+9thjs2fPlnOj4kq0aNEiICDg888/l6+l+GzsOf6fvbsAjOJYwDi+Z3FXQgRPAgQJBHd3t0LtUaGlrrTU3Sg1WtpS2lJKS6FQoLi7BQ3uxEPc/eTN3YbjGiTBI/9f9+2bm93bk9wdd/PtzIjHIm5gP2unAAAQAElEQVTd2tpalEUzbsOGDUVbbd++fZXKa8WumzZtEs/Ggw8+KJqPVSqVqDl69GjHjh1FO7K48+bddDpdXFycOHheriQZJFQfN/yqnjZtmru7+8mTJ8VaXExPTxcv4NmzZ3/44Ydlbi3zZSnqRVDx+OOPf//99+KiwWAQmcQvv/zi4uIiAQAAAAAA3Ab0bACqEREJyEmDMG7cOLGOjo6+fDd5GKJ33nlHThqE0aNHd+3atdRuXbp0kZMGQbT1i1b74uLimJgY6epGjRolt8AKoaGhYi2OYK5p0sQ4UWpUVJR0e7zwwgty0iA4OztPmDBBtM/u3r372tf66quvxPrTTz+Vm3SFxo0bizbc1atXHz582LzbfffdZz44qpWbeVVnZ2fHxsbKZVdX1/Xr1+/fv788W8t8Wf71118iBfnggw/krQqFQuwsaiRUGN/8+teKjdslAAAAAACqCno2ANWI5fhC3t7ekqk18/Ld5AbNDh06WFa2b9/eco4HoVSXCC8vr6sd0Kx27drmspWVlWQ679tcIzfWFxUVSbdH/fr1LS8GBQWJ9cGDB9u1a3eNa504ccLR0XHGjBmWlSdPnpTXclOyULduXQnV0g2/qkVAtXnz5latWg0YMKBnz55DhgwJDAws59YyX5bbt28PCQmRe0XIRCIo3gIFBQUSKob4pKQGdQIkAAAAAACqCsIGoBqRW0JlCoVCMg2ucvluWVlZoh2z1EnQlu2nMvO522Ue0OzyE6vN52XfAXIcYiaPJ5ORkXHta509e1ar1b711luXbzp//ry5zDnj1dYNv6ofeeQRcV3x0lps8tRTT7Vs2XLq1KldunQpc+u1X5b5+fl6vb7UC14yTU9t+aLFXZRfUGRna+vF7NAAAAAAgCqEsAFAaTVr1jxw4EBubq55zCUhOTlZurPk9MJSXl6edBMSExODg4PNF+UBatzcymjsq1evnkhQ5HPGgVvr3nvvHTduXFRUlHiBrVy58uuvv+7fv/+JEyf8/f2vvbXMl6UIKi5cuFCqMjMzU0LFYGtj9dYzj0oAAAAAAFQhzNkAoDTRjinW4eHhlpWlLt4BxsmW/5suWM6RUMrlycTl9u7da3lRfkRt27a99rXq169/6tSpUnNRbN68+f333z9+/LgE3JCioqKnnnrqgw8+EC/d2rVr9+nT56uvvnrxxRfFa37Tpk3X3iqV42XZqlWrM2fOiIDNvDU/P19cRQIAAAAAALg9CBsAlDZs2DCxfvvtt81t/f/+++/q1aulOyskJCQiIiIuLk6+eOzYsVmzZl1tZ3mEqGt3fRDNteaj7d69e/bs2R06dLCcx+KKHnzwQbEeP368eTqKpKSkxx9/fMqUKTVr1pSAGyJesSLu+uKLL8yvSSEnJ0cyTQJx7a1SOV6WQ4cOLSgoeOWVV/R6vWQa30xkFenp6RIqhqMnz56NjpUAAAAAAKhCGEYJQGldu3Z96KGHfvnll7CwsH79+sXGxi5evLhJkyaHDx8uNU/DbTVu3LidO3cGBgaOHj06IyNj1apVIgWZO3fuFXd2d3d3dnZetGhRr169Jk6cOHz48Mv3SUtLa9Wq1ahRo0RhwYIFjo6OX3/9dZl3Q+z/7LPPij1btGgxaNAgcS3xzFy4cOGvv/4StygBN+qNN94YMmRI586dH3jgAaVSeerUqTlz5ojXW6dOncrcWubL8umnn16zZs1vv/128uRJcRXxVtq7d6+fn5+EimHt9t0uTo71AviLAAAAAACqDno2ALiCmTNnvvLKKwqFQhQKCgrWrVvXs2dP6eKkynfGk08++cEHH9ja2or20/z8fNGW+tprr11tZysrK9Hwqlarw8PDIyMjr7jPN998M2HChE2bNm3YsGH8+PF79uxp2bKlVA5fffWVeAZEUCHuyc8//ywK4rojRoyQgJswePBg8f7Kzc195513vvzyy9TU1G+//fbPP/8sz1aprJeleC8sW7ZMXMVgMHz//fc5OTkLFy60nLMEd1d8YrKvt6cEAAAAAEAVohDNEFJlJu6/TqcrLi4uLCx8tvcWUfPu7B5efvYSgIvsxBui7BkNLomNjVUqlaXGCLr//vvnz5+fmZlpY2MjVTYiZnj22WcXL148ZMgQ6TbLyxUfTBKqPGsbSVU5OwfqdFJhvoS7KzziWICvdw0PdwnAbTbzvb37NsV3HObceXgNOxPxTUaj0YhQVmEiAQAAALhF6NkAoLQ1a9b4+vpOmzbNXHPmzBnRUt+hQ4fKmDQAQEXTulkjkgYAAAAAQBXDnA0ASuvdu7e3t/czzzyzcOHC1q1bHz16dOPGjcXFxW+//bYEAAAAAAAAAJehZwOA0vz8/DZt2jRx4sS0tLRp06atWLEiNDR0/fr1Xbp0kQAAN+e72fOXbdgmAQAAAABQtdCzAcAVBAcHT58+XaoqnjGRAKACiIyND65fRwIAAAAAoGohbAAAALhDklLSi4q1ATVrSAAAAAAAVC2EDQAAAHeIl4frp68+o1QyjiUAAAAAoKohbAAAALhzbKytJAAAAAAAqhzCBqDqKy6WFJXwJNrI2PjsnLwmwfWlysUgoTrQaivinzopJS06/oK1lVX9Wv62ttZX3EevlXAX7T18vFnDBho1X8AAAAAAAFUNv3WBqq+4SKqM1m89KFpOg2pXtrAB1YNOa1wqGhcHt2J3xc/zlySnpQ/t1bVT61AJFUlSSvrv/yxXjhjYIiRYAgAAAACgamHIYAAVVFFRsbWVRgJwPTzdXV+e8EDXtmELV62f/vvfWTm5EiqM05HRYl2/tr8EAAAAAECVQ9gAoIIqLCqyImwArp9KpRzUo9Oz48deSE79ZPqso6fOSagY/Gt6d2vfysnBXgIAAAAAoMohbABQQRUVF1tbMY0qcIPq+PtOfuKhRg3qzJj7z4KV64u1zNVw9wXUrDG0VxcJAAAAAICqiLABQAVVWFRspaFnA3DjbG2s7hvW/6HRg8MPHv3sh9/iLiRJAAAAAAAAtwdhA4AKqrCoiDkbgJvXrGHga0+Od7S3/2LmH5t27ZNwl6zavOOX+UskAAAAAACqKMIGABVUET0bgFvExcnx6f/d0797x3/XbWbW6Lvl0IkzuXn5EgAAAAAAVRRhA4AKqlirZYJo4FZRKKQe7Vu9+Mj9GZnZH0//9fCJMxLuIJGeJqelN25QTwIAAAAAoIoibABQQSmVCoPBIAG4dXxreL78+AOtmjaaOW/x/GVrmTX6jhHR6UcvP9m2RVMJAAAAAIAqSi0BQIWkVCh1Or0E4JbSqNXD+3Zv1KDurAVLT0dGPzR6iI+Xh4TbTzzzYpEAAAAAAKii6NkAoIJSKBV6ejYAt0dwvdqTnxhvb2f3+U+/bw0/IOE223/khAQAAAAAQJVG2ACgglIplXo9PRuA28XZ0eHZ8ff07NBm4ar1P/65MC+/QMLtceJs5G8Ll52NjpMAAAAAAKi6CBsAVFAKhZKeDcBtpVAo+nVt/8z/7olNSPp4+q/nomMl3AaHT5yxt7Wp6+8rAQAAAABQdRE2AKigVCqFgZ4NwO1XN8Bv8hPjfbw8vpn117IN2/R6Qr5bLLhe7Z4d2ygUEgAAAAAAVRgTFQKooIwTRBM2AHeEna3NE/eP2rBz77L1W06di3pw5EB3F2cJt0iT4PoSAAAAAABVHWEDgLtJq9Wt3bZbq9XqDQa9XqwMOp1eLmfl5J44Gzl74TJRIaqMK8mg1xn3qVnDa2ivLhKAW6p7u7CgOgEz/1r8yfRZ44b0DW0cJAEAAAAAAJQPYQOAu0mtVuUXFGzevf+KWwsKi5JT0y+vH9i9kwTgNvCt4fXqE//7c8mqWQuWHj97fmTfHlZWmmtf5Zf5S/p0bieuKOFKpv/+d7NGgR1aNpMAAAAAAKjSmLMBwF02oFsnFyeH8u/fqlnjAN8aEoDbw9rKavyowWMH9zlw5MQnP8yKu5B07f0jjp/etjdCwpVkZuecPBelVqokAAAAAACqOsIGAHeZtbVmRL8e5d95aO+uEoDbrG1ok5cmPKBRq6fOnLNx596r7fbyx1+L9d5DR3Py8iVcJi4hyd7WpmnDBhIAAAAAAFUdYQOAu69pcIMmQeWaQLV/144OdrYSgNvP28Pt5QkPtGkWsnjNpum//52Tl1dqh0++n1VUVCwKRcXavYeOSbhMo8C6H016ytbGWgIAAAAAoKojbABQIYzs38O6rKHhvd3dOrduIQG4U9Rq1ZhBvR8eM+R8TPwn02edPh9t3vTPqg0JSSnmizv3HTIYJAAAAAAAUG0RNgCoEFycHPt363jtfUb076FUKiQAd1bT4AavPvE/ZyfHb2fPX7J2s06vF5Wl5nW/kJJ64ux5CRZiE5L2Hj4uAQAAAABQPaglAKgYOrdusefQUdE8d8WtLRoHBdWtJQG4G9xdnF945N5l67du2LHn1PnolLT0y/fZtGtfw/p1JFy0YUd4QnJqWJOGEgAAAAAA1QA9GwBUFEql4p5BfRSKK/RdsLbWDO7VVQJw96iUyiG9uky8b2RCYnJBYdHlO5w4G5memS3BpKhYe+jEmXLORgMAAAAAQBVA2ACgAvH38e7cOvTy+t4d27o6O0oA7rbYhER5GKUr2rrngAQTK4164v0jWzdrLAEAAAAAUD0QNgCoWAZ06+Tl7mpZ4+3u1rVtmASgAlixafs1tu7af6ioqFiCSb0APw83FwkAAAAAgOqBsAFAxWJtrRkzqLdlzbC+3dRqlQTgbnvvm590Ov01dsjNLzhw9KQEScrKyZMAAAAAAKhOCBsAVDj1a/m3ujj2SJOg+kw5C1QEvy1YmpqeWeZu2/dHSNVeVGzCm1OnR8ddkAAAAAAAqDYIGwBUREN7d7W3tVGrVCP69ZAAVAD7y9dlQbSzR8bES9Xb4ZNnrDTqmjU8JQAAAAAAqg21BAAVj4Od7ZBeXdMys5gXGqgIXv746/LvvHn3vtr+NaVqTK1WNWsYKOJSCQAAAACAaoOwAbhxBoNBwm3TurlxJCWe5DtAoVBIwNUdOHoyLKRhXn5Bbn5+bn5BXn6+KBcVa6+6/7FTw3PzHO3tpOqqb5f2EgAAAAAA1QxhA1CGazR20w6OKo8c4oZVpc+H5o0CxVKqUqvT5eVdih/y8wryCuSLheJiVEx846B6ElCx8REHAAAAALcQYQNwBZathJeXS7UhEjmg8irV0CZfvFrrG61y5VTqg6KqfkQoFQoHe1uxXG0HvV4vVUurNu8IrFOrboCvhIrq8k8zPt8AAAAA4OYRNgCXlGocNK+NBYWUmJ8ZmZ2SXpibrS3M0xZmFxfkagtJGlBJKRVKO5WVo5WNvdraQW3tZm1fz9FLrI3bjK1uCsvg4YqZBC536UMjM0Ov00mmBneDqYInrZooLCzeu3W7fVG+v72VhApM5eCosLJWXMSbFAAAAABuHmED8J+MoSRaEGXJsCf5/N6U88cy4k9lJ53JSswqLpCAKs3dGDl4sJq66wAAEABJREFUNnDwauzq28I9INStVknuIJlb5EgdyiB/hqSMG6pPSpRQLU0Q//v313QJFZr96+/ZDByqUCgFyfRpRt4AAAAAADeJsAHVmmUPBuMJyAbDxgsn1sUd3ZVy7lB6rARUM6mFuWIJT4mUIo0XrVXqJi6+rd3r9PFt3MajrrFJTrTMif/+mzrQPCczf57IHyYSgApMp9MWa4tVSpVBUom1xEcZAAAAANw0wgZUU5ZDJOkN+h1JZ/6J2rc8JiKlMFcCYFKo0+5NjRLL9FObfGydB/s3GxYQ2tw1QKQOCrFI/+nrQDuddKl3VMlcBVZ16zr07SsBqDB0KSmZ8+eLglZbrCguktQa8dmllxQqlUoCAAAAANwcwgZUO/+JGfT6+efDPz+6+nxOyhV3tlKpG3vW9HFw9nZwqmHvVMPB2cnaxk5j7aCxsreycbCyloBKK6swP7e4SCx5RYWZhfnx2RmJuVmJOVnxORmHk+JK7ZyQn/njqS1iaezs83zDXgP8msqRQ6mODkQO8geLZPqc0dSu7Tr+IQlAhVF06lRJ2KDTKkTeoDAOpCQWxlACAAAAgJtH2IBqpFTMMOfczi+Oro7JvcLA2l1qBYZ6BzT38Q/x9JWAKsrJ2lYsV9u6PyHqYGLMgQsxO2PPWtYfzUx4ZNfsQEevF4J7Dq4VqlKqiBzMTFO+GHR6nQSgYtNptVJxkfjsUqvU4juBQaGUvyQQOQAAAADADSNsQLVgGTMImy+ceHHPvMic1FK7tfCp1b9Bk951GtlprCSgehNvB7GIQmZh3qozR5edPnQ8JcG89VR20uN7/vzq5PovWo5u7h4gIgelSqUwmHIH0zyrUrVtszPGDUzYAFR0ehEK6rQiGhRUIm/gbQsAAAAAN42wAVWf5aytCfmZr+9f+G/0wVL7jGzY8v6m7XwdXSQA/+VsbTemcSuxnE1Pnh2xY/mZw+ZNJ7IS+2+cNrZW2BtNBrjZOKpUKvFGk/MGOXKobnmDwYIEoAITMYNBpzP2aZB4wwIAAADArUHYgCrO3PBXpNNOP75+6rE1edoi81aVQjk4sNkjLTp52ztJAK6pnqvnu12HjG/e8cd9m9aeP26unxu1d1XC0cmN+42t01qj0hgklWkyB2X1zBsk08eO8bFLACouokEAAAAAuOUIG1BlWQ6dFJ+Xfv+Wnw6mxVju0KtOw6dadfd1cpUAlFttF/ePe4wYn5Y4deeafQlRcmV6Uf6kA/+siD/yXdhYVxsHtVpt7uIg71B9IgcaLoFKQZ5hRWKCBgAAAAC4dZQSUBVZDp20/cKpris/tUwaRGvpjwPuFw2mJA3AjQl08xZvok+6D/dxcDZXbko81W/jN0fTYou1xTqdVm/Qm88arm5N8MZGTAAVHukgAAAAANxChA2ogiyThp2JZ4Zu/Da1MFfepJAUDzRr/9fwx1qaZr4FcDN61m00f+TjgwObmWui89IHbfluS/wJrVYkDsU6vU68Datn3gAAAAAAAFCtEDagqrFMGhZE7hm26Vv9xSZON1v76f3vfaZVd7WSVz5wa9iqNW91HvRR9+EOVtZyTYFOe9+uXxdF7Rd5g06r1ZM3AAAAAAAAVAPM2YAqRW7K1Jt8cnj51KNrzJva+Nb9oNtQVxs7CcCt1rtuo6Zefq9uWHgkKU5c1BkMT++fH5+fMTGwq0HSyP/SVOcpowEAAAAAAKo8zu9G1WGZNDyxc7Zl0jCuSZvv+o0jaQBunxoOTrMGj+9bL8Rc8/HxNW8f+re4uKhYW0z/BgAAAAAAgKqNng2oIiyThgnbZy2KOWDe9FSr7v9r1l4CcPu9322IrVqz6GTJG/DX87usFKrXmvQXZbmDA/0bAAAAAAAAqiR6NqAqsEwaJu9dYE4aFJLimdY9SBqAO0a86V7vNGBiyy7mmh/Pbf/l9Dattpj+DQAAAAAAAFUYPRtQ6VnOCD3t+LqZZ7aaN33YfVjvuo0kAHfWw6GdHKxspuxcLV9899hKJ43NyNphCoWC+RsAAAAAAACqJHo2oHKzTBrWxB15L2KpedPkDv1IGoC7ZUzjVg8172C+OOnQ4gMpkVptsVantezfAAAAAAAAgKqBsAGVnpw0RGUnP7rjN3PlYy26jGjYUgJw9zwR1m1IYHO5rDMYJuz9MyknQ1tcrNPp9AYGUwIAAAAAAKhSCBtQiRkuKtAW3b91Zp6uSK4f3rDFoy06SQDuttc7DehcK1AuJxXmTtw3t0hbqNUW63U6eZIVibwBAAAAAACgSiBsQGV1aQAlg/7pXX8cy0yQ65t6+03u0E8CUAEoFYqPuw+r6+IpX9yTHvPFifUibND9dzAl8gYAAAAAAIDKjrABlZg8gNKKmIhFMQfkGmdr2yk9RyokppwFKgprlWZKr5FWKnlmaGn62W37UyOLTZM3mN7BTN4AAAAAAABQFagloBKSR08SzZR5xYWv7ltorv+kxwh3WwepwtNqC05ELk9OO26QrruZVa8zFBQYWjYe5ePF9NeoHGo5u09q3/eDrcvki68e+ndZ54lKQaGUFAqFQWFcGYz/JwEAAAAAAKByImxAZWVMGyTDx4eXJ+RnyjXDg1u0qllbqgzyClJPR67S6gptNQ62Gie1Uq036DPyE7X6ovJcPTu78MBRtZd7A5VKIwGVwdCg5ivPHNmXECnKp3NTfj27Y0KDziJsMOYMxsBBQdIAAAAAAABQqTGMEiof87zQR9PjZpzeIlc6W9s+1aqbVEkYJL1er3Wydvd3beTlGOBo415mS6u12t7LobZaaUwXxM46g07kExJQebzZaYBGWZJwf3N2S3xuerG2WKfXmQdTYjwlAAAAAACAyoueDaiUTGMo6d45sFh/sXXyuba9nKxtpUrFydZDISky85OTcqJ0eq109SGVbNQOw5q87OscFJV+eNHhzyXpyh0g0jKz+jz8yLVvdMZ774Y2ajj6uRfPx8Z4urmtmPGDdNt8+tPMBavXiMK8L7+o6+8n3YTElJQ/ly07fu786ahoJ3v7RvXrdWkV1qdjx9t0OvzOgxF/r1q17+gxaytN4/r133ziCfmJ7dm+3ccvPC9VAKu2bn3z62mi8NrjE4b17ClVBn5Org+Hdvxh3yZRztMVf3lq/SfNhqmUKmP/BqWSYZRway1+4/WDixc/NPv3gBYt5JrI8HDxSqsVFibdTunR0TGHIpoOHCQBAAAAAFDN0LMBlYx5toaDqdGbEk/JlU28fAc1aCpVNmqlVUFxTrIxaSi+RtKgUdn0CZoQ6Nna3srZzznYw/6mWu0rozXbd4x+/sU/l604cOx4Tm5ufFLSuh07RVP7vS9Nir2QKN1qp6Min/3wo6179+Xl56dnZhUXayXcIg82a+fr5CqXF8Ufic9N12qLRXCo1+nMPZYk4DY4vm7drIfGp8fGSrdTdlLSd8OGng8PlwAAAAAAqH7o2YDKR44bvji2xlwzqX1fqXLKLcrUGpOGq1Ip1B1qj2pWs+TU9Yz8xKyClKvtbGtj/cioEeaLf69anZmdIwrjhw9TqUqSRW8PD+lO8ffxadHIOIu1jbW1dKPCDx1+/cuv5HJYSOOgOnWi4uO27TsgGVOBqPemT5/x3rvSLRV+6Ijc5N23U6eB3bp4ubmr1Ur5gdT1q3ZJz62lUaqeDuv26oZ/RFkvGb4/u/XdkIEq8fwqVQqlXp4pWgJug8KcHOn20xUVaQsLJQAAAAAAqiXCBlQm5m4Nx9LjV8UflSvDatZq6OEjVUIiNsgpTL/2PnXcQ1sHDJJbYIu0BUuPfZNXnHm1nW2trR8bM8Z8ce2OnXLY8PDIEdZWVtIdN27gALFIN0Gn133+yyy5/OyDD9w3aKBcPnL69BPvvp9fUHDg2PH9x47JScCtkpufJxeG9ephPvKP770j4VboUbdhwD636Mw0UV4Qf+jp+l181BqdUqVUKg0KpRzzEDkAAAAAAABUOoQNqGTkuGHmxXmhhfHNOkqVU1pevGhWdbR206isM/KT9AZdqR2cbbx6NXjIVuMoyvnF2cuOfZOSGy3dUnn5+b8uWrw5fG9BUUHXVq0fGT3Cyd7BvDUzO/ujH2eIlv30zGwvd7fmDYNfeeRhWxsb8w7rduycu3x5dMIF0e7v6+3dsnGjewcP8vXykrdePmdDclraD3/NP3jieEJSiouTY10/v36dOw7o2vVqd+/IqTPnY2NEoWlQoDlpEEIaNHhg6JAte/a2ahLi7Ohork/LzFq4evXmPXsj42Lr+Qe0aNxIpB2ebm7mHUY++1xUXHyXVmGvTnh01qLF4YcOXUhJDapT++WHHwqsXVur07UbM9a882NvvSPW0958Q2wqNWfDS59+Jm6llm/N5x544Jvff49LTG4Z0mjKyy91HHef2DphzBhfb89Z/yyJT7og7l7LxiGTH3t0c3j4nH+XiTtWy9e3bbNmD48Ybmd7aZaRlVu3/rZoSVxiorWVxte7xqOjRnZs2cLyqVixebNxh6SkJoENRvWtrF15BIWkeKBZ+w+2LBNlrUH/Z9SeZ4O6q9RqlV6vVDGGEm6Lf1595dAy40tu8Ruvi+W5VatdTL2Uzu3YseHbaWkxMXqd3qN2rW5PPVWvfQfztT5u1zakbz8nb6/wuXOVKlXXxye2HD1aV1S0b8Hf53btiomIENG3S03fgJYt+rw8SSRk++bPX2rqaHXgn3/EMvSDD5sPHSouZsTFLf/wg6QzZ/IzMlz9/Jr079/xkUclAAAAAACqHMIGVBrmId0LtcULo/fLlcHuNdr41pEqLR/Hur2DHrOzctwTs2xfzAqDxcwN9lbOI5tN9nKsLcpaffHemBUnk3dLt1Rufv49L76UkJQsXxSxwept2+ZM+VRunU/NyBg/+bWE5JJRm0Q7uFiOnzn780cfONjZiZqf5i+YMX+++WjnYmLEsmXv3tmffuLm7Hz5zaWkp98/6VVxWPmiCB7EsvvQoZSMzAeHDrniPTwTFSUXBvfoXmrTIyNHiMWy5sjpU8988El2bslgKcfOnhXL36tWvz7xsX6dOlnueSoqatRzL+Tk5soXDx4/MfGdd+d/9aVlblEeqRmZr06dWlhkHAjLv0YNc/3qbVtFpCGXk1LTVm7ZEhkXd/zs2ZJbPx8plvSsrLeemCjX/L7k329+nyOXCwoLM7PPPP/xJ5YzPy/ZsOGD6SVTee89clQsdf39pUprYP2mP+7dnJyXLcpLEo8+Wb+zWqvVq9QGvUovKVQqFZNF49YK7t5DW1R0bM2aRr17ewcG2pje6YeWLV00ebKdq2tQ165WdnanNm+Z89hjIz77LKRff/MV4w4f2vf3iZqNQ/Iy0ms0DC7IzJw9YUL80SOipunAgZkJF87v3iUuuvn7tx47zqdxo3YPPrjzt9/E1qBuXWsEBYkjJJ0+PWv8/wpycoK6dRNJQ9Teveu++iorKan/a69LAAAAAABULYQNqEyMnRoM+mUxEfm6knkORjYOkyqzOgYtGXQAABAASURBVG6htd2aiEJTnx4nknbmFKbJ9Sqlplv9B/2cgyXTo45KO7Tl3J+6a87ucAPy8vO93Fxff/wxO1ub35csPXHuXFpm5rb9++U27ul//iUnDcN792oVErL36JGFq9eei439ecHCZx+4X6vT/frPInnrA0OHqJTK2YuXiJb9lPSM5Zs23z9k8OU3t2jtepE02FhbT3/7TdFWvu/osc9//lncxMI1a0b26W1vcZq/2cnIkrDBx8Pz2o+lWKt999vpctLQs327Xu3bHz1zRtylwqKiD7//sVlQcE2vS0cQ+UrvDh0mjr3H1sb6859/WbdzV1ZO7ta9+4b06D79nbeWbdy0YrOx68yL4/9Xr1ZAYK1aOv2Vz7gXcYWtjc1zD47NycvtFHbppSiShsfuGSMe1LEzZ174+DOdXieShq6tW7308EPJaamvfP6FSCDW7dj5xuOPKZXK2AuJ0+f+JZkmhBBPplqtmrdi5fnYuC9nze7UsqWHq2tOXt43s38XO4id7+nft1lww/U7d63Zvl2qtNRK5bDg0Bn7jU9ybH7mgbToVl711HqdUqdTmEZSImnArSUyhqK8PBE2BHbuIvc2yMvIWPXpp5716z806zcbUzja7Ykn/3jyiVWffdagYyfri7njhRMnzB0UhM0/fC+ihYFvvRU2umTAurz09C979Ty8YoUIG0TGYOfsIsIG76DALo+XRIkrPv6oKD//sfl/i5BDXDTo9Ss++ij8zz+b9B/g37y5BAAAAABAFULYgMpEnrHh76i98kXRwN27zq0crP/OyyxI0uqL1UqNh72/q423OWxo5tMjxLuzXI7JOL7oyOdafZF0G7z/3LPBdYxdQ2ysrF/89DNRSExJFev0rKx/N2yQTA33kyc8KhdEi/za7Tvmr1z9zP33iXKx1hh+xCUmJqakNAsOmvTIw0N79hApglqluuJtpWUa+zSIVODU+UgfT8/OYS2DatfSaDRX7AYhk8dQElydy+hzsHF3eKSpM0GXVmHySEfd27ZxsLOb/udckTfMXrL41Uf/M27Jk/eOk+OHYb16ibBBFOKTkkQbt4hV9h8tmQ4kqE6d0EYNTfc862q3++iokfdeHN9J3JBc8HRzk3tdtA8NrentGZNwwbjn6FHe7u5iaR7cUEQF+QUF4kl2d3GZu3y5VqsVO3zy0ot1/HxFoWXjkFHPPid2+HfDxodGDF+1dZt4tkX9g0OHPDFurPzQMrKzwg8dliqtvvVC5LBBWJxwpIV7LZ1Wq1KpjXmiQUnYgNvt4OLFIifo/9prNhc/f0Sh82OP/TFxYsSypSI5kCut7O2bDb4UnTbo1Mna3qH5kKHmGjtXV6caNXJTU694K3FHDkeGh7cac4+cNAgKpbLX88/v+WvurjlzCBsAAAAAAFUMYQMqB/MYSkl5WRsTT8mVHf3r22nuwrzHt1BSTlRmfpK7va+N2r6Oe/OYzOOiMsClcc/Ah6019pJxXoeE1Sd/zC3KkG4DO1tbOWkQvNxLJjbILywQ66j4klGAjp4+LU9dICSaGtSKiouS09O93NyaBQdHnDixO+KQWOxtbds0a9qqSZManh6Wsz5Y6tyq1YLVa3Q63Sc/zRRLYJ3abZs169Kq1TXCBnm8JiEjK1u6pl0REXJhnMXUDuMGDvh+7l/iZXMmKsZyZxtra3NHBycH+4sPvFC6fmEhjS+vrFXz0ozl8hQXSqWyXkDJwEf2Fx9Ubn6+CBvMAy59MuMn87VEa7u42wnJxhGuouMT5MrOrVqadxBPXaUOGwKc3YLda5xINcYwq5JPvq7tpdFY6XU6vXGmaAPTRON2S4k8L9bRBw6kXhyrTcjPzBTr1MhIc42bv7+IB8wXazYOEYso5CQnn92588y2bXGHD6XFxDh5e1/5Vs4ZbyUrKXHzD99b1ts4OaWa7gAAAAAAAFUJYQMqDXlq6LUJR80TG/SpFyJVcun5Cam5sSJsEO2qjbw7bT03z82u5rAmk2w1xvZ6nV677dy8+KxT0u1hOXKRWl3SHUG090rG/g0lUzUkJKeYp20wS0pNFWHDlEkvvfXNtF0Hja38ot18w67dYvlx3vwvXp3U5OJpvJbaNW/2xsTHv549Rx7sSJ66YPbiJYO6dX3rySeueA8DRKv9PmMhOS2t1KaDJ07sOnhwYNdufjWMzXy5eXlyvbe7u3kfaysrD1dXcd2E5KQyH7jcwH29vCxuzszKIgNTKowtlSLeUClLbkilVFjeYmJqydO7/9ixUseRH7V5lgtXp0upjLuri1TJ9anXWA4bsrWF+9KjO2oCdWqd2vikME00brvsJONnQviff16+KT0uzlxWW1tbbirOz189Zcqh5cuKTDO+uPoH1GrZsvDi7C9Xu5WTGzeKpdSmNFN/JgAAAAAAqhLCBlQO5p4Nu5PPyTUKSdHRv75UyWn1RWdT9wd6tRFlL4daddyahfkPcLbxEBf1Bt228/MOJayX7gY3l5K27AmjRz86euQV93F1cpr2xuvHz57dFB6+8+AheQLkjKysD77/cd6XU694lSE9uvdq327tzp0iothz+HBmtjF1WLpxU/vQ5j3bt798/wCfki4CG3eH9+/SxXLT8k2bF69b//OCf15//LGhPXu4ODnJ9Ympqb4XzzLW6/VpGcZTlX3/e96x0uJU5Zt0xTGjLj+88uon6bs5u0TGxYsoYue8P694Lr+Ha0nGIBIdc2VObp5UyXXwb/B1eMnLOzwtup1HPb1ORF06lV5lUDCSEm4vRy8vsX5u9RoXX9/yX2vFxx8d+Oefhr16BTQPrd2qlU8j4zh+3/Tvp71Kvyj5VoZ9+FGzIUMkAAAAAACqulvW4gbcPvIJ4Kb5GvS7U0uGnghy967sYyjJTiTtlAsKhXJ401eCvNopTOfCH0nYvPnsnzrD3Tn7taZnyShDuw5FmCu//ePPL2fNEtmAVqeLTkj4fcm/b0/7Nq+gYOLYsbM//fjf76c3DQ4Su52LiTHPXmBp1dat4gjfzJkzpHv3j194fvXPP735RMkcqsfPnbvi3ejetq2LaabWTeF7fpw3T9yuXL/3yBGRNIiCSqXq3Mo4M3Pj+iXJ05x/l4oGa7n814qVcrl+QIB0e2jUNxvZ1vA0ZkvifoYfLhkW6VRk5Otffv3b4iVno6PFRb8aJYnLsTNnzdc6fOq0VMnVdfVwti7pYrI/M06v1+mNE8DrDRYk4BYpFV+5+RmHNYvat8+yMiMubvMP35/ZtvWKRxAvyKOrVjl5e4/+4st2Dz4oJw3FBQVZiYmXXqulbsX0yRN1YP9/jqPXb/1pxt758yQAAAAAAKoWwgZUDqZ2R0NqQXZkbslwOqE+taQqIasw+WzKAblsb+Usj7oTn3V6y7m5Bkkv3SW+3t5NAhuIwqETJ5/98OMNu3bPW7nqt0WL/1y24p81a9UqVUFh4Te/z1mxecunP83cvv9AVk7O0dOnE5KMcwzU9fOztrpCDrRhd7g4wsLVa7/7c258UvL52NjDp0pGiAqqU/eKd8PVyWnyYxPk8sy/Fw6e+KS4uWc+/GjiO+/JlY/fM0ae8qF72zZyLLF17757X3pFRBHibn856zfJNKjRyD69pYqqb6dOcmHSlKmzF/+7K+LQxz/+tGb79m/n/CFPktG1dSs707hP0+fO3XPkSFZuzl/LV4jkRqr8Wlx8F0dkJxRptcY5G4yRop6YAbecykoj1sWmOWmEkH79rOzs1n/9lXnOBr1Wu2bq5xu//VapunKCKOIKtZWVeHHqLMLU3XN+t+zWoNKYbiW/5FZ8mzTxadR4/4IFJzdsMO+z6/ff13/9dbbp0xIAAAAAgKqEYZRQeRgM+9OizZdCvf2lqmJH1IJ6HqHmiwXFuatP/JiaFyvdVW89+eQLn3wSk3Bhx4EDYpErra00L4x/UBQCa9ceN2jAn0uXn4+Ne+6jjy2vOOnRh694wOceeGCfaCvPyZ31zyKxmOtDGzXs1b7dVe6FMUX48PlnP/phRm5+fnJa2oLVa8ybBnfv/r9hQ+Wyg53dlFdenjTl8/TMrLPR0R/+8KNcr1KqXp84oa5/xX21tGvebMLo0TPmz8/Lz582Z465vke7tu1Dja8KTze3Vyc88u606eKhPXExZfH2cE9MSZUquRY1/DdGnhCFIr3uTG5yE2sbY9Zg0DNtA245Z5+aYr3lxx+Pr1038O233PwDBr751r/vvP3T2LHB3bu5+vmd3ro1NiKizX331W131Y+j4J49RXLwVd8+QV26OtXwjj969OTGjTZOzvmZmeKlq1Aq7VxcrB0dT2xYP/uRR1qNGdOwV68h777759NPzX3m6aDu3WsEBadGRh5ZuSKgZcsO48dLAAAAAABULYQNqATkAVVEI+S5nEunggZ51JCqinOp+zPzk51tjSMXaXVFS45+EZ1xVLrbavvW/P2zT3/9Z9HB4ydOnDtXWFRUP6DWm08+3qhePXmHZ++/38XR6fclS7Nzc0Sbvmj+Dqpb58GhQ8wjGpVS08vz+3fe/mLWbBE5iIuO9g7+PjV6tG07ql+faw/Q37tDB3HMP5YuE3fjbEysXw3vsMaNBvfoUe+/EULz4OC/v/py4Zq1m/fsPRMV7eRgL47/wvj/BdepI1Vsj44e2bhBvaUbNx07czY+KUmtVj8wZNCjo0ebd+jXqVMdP79fF/6z98iRBrXriHyiZeNG4ye/LlVyQe6X3sWRuWmNXXzF21wy9mIyYtoG3EL+zZu3HjsufO6f4qWVnZgkwoamgwb5N2u26485Ufv2HV+3rkZw8MgpU0L69b/GQfq8+FJRbp5IC/Yt+FtjY1MrLGzU558nHD+x7eeZsYcOiZtQWVn1e+XVFR99GHfkcANTp6UaDRs+uXjJrt9nn9u1a+fs39z8/Xs8+2y7Bx4sNfU0AAAAAABVgKKyj1ZhHNBApysuLi4sLHy29xZR8+7sHl5+9hKqCjlpEH9lrbb45b3z50SGS6bpdsMfrsQtrZk5Met2vKW3mI+hf/CTLf37i0hlT8zS9adnafVF17h6Tk6Rh2vjvp1f0ahprkIllpyX3e/Pr+XyEwFtn6jfycbGztrKxsrKWqVSK02kysP8SVVcXJQzsr+UkmLfvXuNTz+TAFQYRadOxdw7ThTyHpuo7NPf1sZO/thRqzUqlUphIqFqmfne3n2b4jsOc+48vIadiY2NjUajEdE+f3EAAADg1qJnAyoJhbEh73xuybgxAc5uUtWyPfLvjIKkIl3+0Qtbrp00AFWGp52jRqku1htTt+j8dL2+ZMIGcwpO/wYAAAAAAIDKgrABlYChpPXRcC67ZBglf6fKHTYY9AadzmA5MH16XuK2c/PLc13RGFtYqKUFFlVDXRf3k2mJohBdkGlKGkxzNljkDQAAAAAAAKgUCBtQSZiGcb9QkC1f8q/kPRvUanuNqkZy2pkbaFA1NcKqvD0C1SqNBFRy4r0shw3JRTmmmVn0crLIHNGmIZuiAAAQAElEQVQAAAAAAACVC2EDKgH5NOe84iJz+6O7TeWelsPezq1v59eKtQUK6YY6KCgkGxsnhaIyDWcPXJGrbcl7OVdbfLELU0m3BsZQAgAAAAAAqEQIG1Bp5GgLzGUbdeU+qV9kDLY2TraSkwRUb9bqkn+G8vVagwWJYZQAAAAAAAAqFcIGVA6i8TFHW2i+aKXmpQtUBdaqkvdysUGn0+tNw4QZ6M4AAAAAAABQ6TAMCyo68zyxuRZhg7mBEkClZmMx9Ui2rsBgng8eAAAAAAAAlQottqjQ/tPmaFHUG/QSgMrPshODsWfDRUQOAAAAAAAAlQthAyoBudnRXmNtrskvLpYAVH552iJz2V5tdWnOBgAAAAAAAFQqhA2oNGwthk7K1xI2AFVBnjk4NEgahUoCAAAAAABA5UTYgErDTmllLudbnA0NoPLKLy55L9sxEQsAAAAAAEBlRuMOKg3LYZTyigkbgKogr7hk4nc7i5miAQAAAAAAUOkoJaDCU1zkbm0n16Tl5UoAKr/k/By54K4xvrvNb3YJAAAAAAAAlQo9G1ChiTbHS1PFGqQAO7fUwjxRjMpMk26pT3+auWD1mmvs0KpJyPS331q7Y+drX3wpLr72+IRhPXtKd5D5Hs778ou6/n7lvFaxtviPpcvvGdDPxspaQlmS09L6T3hcFPp07PjBc89cvkNaZlafhx8RhZ7t2338wvPm+jXbd/h6ezWuX1+qhMp81LdV9MX3sp+1k2XGQORgduH48R9GjSxVaefi4hUY6FWvfki/fgEtWkjlpi0s3PLjj6e2bsmIi2sz7t7UqKgjK1e8un2HjbOzdKd8O3iQXqt9ZsVKUd7z19zlH3xwzzfTgrt3l3CZzISETd9PP711q0qj6f/q5KDq+iwZ9PoDixYFduni4OEhAQAAAAAqKsIGVHTmBkdRCLBxOSDFSsawIVVCWTaF75n6y68XUlJG9+0j4fY4GxPz4fc/HD51+vNXJkm4TnnFRWn5Jb2Ualo5ikBRIdGz4crs3d29GwSaLxbl58VGRESGh4fP/fPBmT/Xadu2nMfZNH36tp9n2jg51QgOdqlZU4QNEiqwBZNejjlwwMnb2z2glqOXl1Rdrf58yq7Zs59btVoCAAAAAFRghA2oHOTGx9oOJac05hYXijZKN1t76RZpFxrq4uQol8/FxG7YtVsUmgYHtW4SIlfW9PKW7ip/H58WjRqJgo11efsoLFm/TiQNEm4dtVop/xXq+pV0Ltm+74BIGiTckMjMS69PPxtnpVJpeqsrDBJK82/W7J5vplnWFOXmrvv6q/A//9z4/fTyhw3xR4+K9VP/LpXPEA8dPnzklCnS3dPqnrFikXAlBoNBJA1eDRo8sWixVL0V5uRIAAAAAIAKj7ABlYN8snMtezdzzYmUhPb+t2zUms5hLcUil1dt3SqHDc2Dgx4bM0aqGMYNHCAWCXeVk73Dj++9I+EWOZFywVz2t3VWWJDo3FAWK3v7fpNfO7lpU/S+fXkZGXYuLuW5ll6v09jYMBZNpWDQ6cTapWZNCQAAAACAyoCwAZWA3K1BrJu4+por912IvoVhww0IP3R43sqV+48ea9yg/qi+fbu0CjNv0uv10+b8sXnPngvJqS5OjnX9/SY98nCAj8/VDjX5iy/X7djp6eb2+2efzFq0ODziUHxycmCd2q8/9ph5eoYrztlwOiry859nRcXHZ+fm+Xp7h4U0unfQQFEQmzrde39BYaG8W5f7H3Rzdl79809LNmz4YPoPoub9Z5/u26mTvPWJd9/bc/iIKOxZMF+sT5w/f//Lr4jCGxMf33UwYtv+/Y729q8++kjnVmHX+7iEk+cjP5s5U9zDwqLimp6evTp2eGTkCMsdlm7ctHLLlnMxsbn5+UF16gTXrTOyT5/aviWNay99+tnmPXtr+dZ87oEHvvn997jE5JYhjb55/bWRzz4XFRcvnvNXJzxqfMYOHbqQkhpUp/bLDz8UWLt2+W9d7PDJjJ/OxsT4enn36dShX6eO0jWVmrPh+Y8/3rbvgPmumv86hUVFfyxdJv6mcUlJapUywKdmp7CWYwf0t7WxufyYP/z1188L/hGFf7+f7uNpbAKet3LV5z//IgrPPnD/fYMHiUJCcsrgiU+Iwuh+fcVjlIyzcWj/3bBhzbYd4u/l7e7WNChoRO9eDevVMx/2ak9deR71dd3/m3EgIdpcDrL3MMcMTBNdTuIpcvL2zoyPz8/MNIcN53bs2PDttLSYGL1O71G7VrennqrXvoOoP7Fhw1/PPC3v805IY6Va/dbBiAUvv2yes0GeHGLIe++LKGL/Pwsj9+yxdXKq06Ztn0mTrOzszDd6teNfTXF+/q7fZx9bty7rwoUGXbp0njDBcuvlczYknT4tbj1WvKlPnBCPzi0goPOjEwJatjRfJebAgR2zf4vau9fVzy+kb7+g7t2+6devx7PPdnrUeOSP27UVlU7eXuFz5ypVqq6PT2w5erSoP7ZmzYkN6y+cPJkRHy+a7z3r1e87aZI8MJH8wId+8KFCqTy8Ynn8kSM1G4c0HTSw6cBB0fv37/htVuSevW7+/h0feqhRnxsfku5qd2z7L78cWr4sPTbW2t6+RlDQgNffcDF1nFo95bOdv/0mCqc2bxZ/r/odOt7344938tFd7Y5d0WcdO9Tv2DEgNHTP/PnpMTHutes06d+/zbhxKisr8z4ZsbGrp34ef/SoeLm6+vqG9Osn/8lkeenpW2b8eG7XLnF1R09PrwYNuj/9jFiLTV/06J6VmCgKX/XtI14P8mwfAAAAAIAKiLABlYSpCbK+vaeHlX1KkXGQ9wMXoqW7Z/6K1WeiS8Y63x1xSCyPjh45wdToI7z46Wfb9u2Xy8lpaWK5f9Kr37/zViOLtuDLidb2sS++lJ6ZJV88dOLkQ6+9PuuTj80t76Xsijj0/MefaLVa+eL52BixrN2+47dPP6np5SndtB/nzRf3XDI1PYcEBt7A49p39OizH34kGvrli+diY3/8a97Z6Gjz1Mq//rNo+p9zzftHnDghliXrN8yZ8mkti5N5UzMyX506VT6Of40a5vpTUVGjnnshJ7dk0P+Dx09MfOfd+V996W5qdS3z1k9FRj765lv5BQWiLP6aZ/6IWrllq3TTRCTzwiefiizKXHPk9GmxHDp58qvXJl++f8eWLeSwYXdExNCePYwP5Ngx8xMihw27Ig7KNZ3CjJlWVm7OxLffPRVZ8go8HxsnFvG83TOg/4vj/2d58MufujIf9fXe/5sRHh8pF4Js3e1V1grRGqpUyoGDxFBK5SDaZ0VTssbGxvViK/ChZUsXTZ5s5+oa1LWrSAhObd4y57HHRnz2WUi//h61a4tg4OCSfzMT4rs8/rh4sq94zPC/5uZnZbW+Z2yjXr1Ei/a+BX+Li6O/+KLM41/xaNrCwlnj/xd35EitsLDmQ4dG7ds3c+xY8WFu4+h4xf0P/PPP0nffsbK3r9O6tV+zZjH795/Zti01MuqJRYs0trZih8PLl/3z6qu2Li6NevfRa4tF83TEsqWlDhJ3+NC+v0+IJvW8jPQaDYNFzZI33ziwaJFzzZr123fwDQkRQcXRVcYG61Gff26+1rZffhb3NmzUqCb9B2yc/p24FdF2f3LjRvFUBHbusm3mT/NffOF/rr/Wbt1aulGX37Hl77+/Z95fHnXrthgxIj8j48TGjTPG3jN+1m+e9erVa99etPJvmj5dbBUN9y41fe/ko7vGHbvao4s+cODIypUdHnrYv1mz83vC13w+5fTWLQ/8NFN+pYkX6q8PjdcVFQV37yHCkrM7dqz/+uvUqCiRgoituuLiOY8/Hn/UGISI+CTu0CGRjUXu3ff00qX27u7tHnjw8IoVYmu7Bx908aGfBwAAAABUXIQNqAQsR1Zp7Raw4sJxUXk0Kb5QV2yt0kh3g2ilHdO/X6smTY6fPfvzgoWiZvG6DXLYsGLzZrlFvn1o6ICunaPi4ucuX5mdm/PpjJm/ffrxNY6Zl5/vYGcr2nMbN6i/YvOWL2f9JuKHb+fMueLMwyIA+PD7H0TSoFKq7hsyqH6A/8I1a0Vre0Z29ryVK55/8MGvX5887fc/RBux2PmLya842l/3/BYiS2jTtGn/Lp3iEpPcnJ2u93EVa7Ufz/hJNHM7OdiL56q2r++yTZt3Hji4bsfOfp07dw5rmZ6V9fOCBWLPWr41/zdsmI2V1dodOzbs2l1QWChyFMuwQcQJtjY2zz04NicvV25tlyUkJffu0GHi2Htsbaw///mXdTt3ZeXkbt27TzTZl3nrxqfl19/kNveurVuJyqNnzvyxdJl0PZ4YN9bTzWPR2rWiLO5Gk6BAHy/PgydOyC31rz/+WNc2reOTkqb9PmfvkaMHjp84cOx4aKOGpQ7SuH4DF0dH8YfbfeiQHDaEHy5p6N9/MXUIjzDWWFtZtWrSWBS+/m2OnDQE161776ABmdk5P8ybL56lv5avaBYU1LN9u2s8dWU+6uu9/zcsLis9Nb9kHPZQRx+FKWowrhRKujWUh2i9Fe3yxQUF3Z58UqlSiZq8jIxVn37qWb/+Q7N+s3F2FjXdnnjyjyefWPXZZw06dhINx10en3g+PDwnOUkUrnbY1MjIp/5d6mSKpkS78Mx7xx1bszo/M9PW2fnax7e+Un5wYNE/ImkIGz1m4FtvSaZJCP59603RMn7FsKEoL2/lp5+41ar16J9zrR0c5Mq1X0zd/ssvkXv3NOjUWTSXr5k6VdyTh3+f427qw9T+f+N/uf++0s/MiROiCVtkG/LFyPBwcYtNBgwY/smn8utK3A1xLdEiP/idd8w3lBEXJx64i6+xTd/ezVW0fe+eM+fJJUvcAmpJpjkzvhs6JGLpv1cLGwqzs3U63bUHs7r8jokG/WZDhgx57335L5h0+vQvDz4gnuT7Z8yo36Fj3TZtRdjg5u9v+fe6A4/u2nfsao9O3ITYP3T4cFEO7NrV3tVt3VdfHl6xvOnAQSJjWPTG6/ri4odn/+7T2PghJmr+mTz54OLFjXv3adC5c+SecJEldH7s8e5Pl3S+2TZzprj6ifXrRfYgMoaks2fEDm3GjrtG7woAAAAAwF1H2IBKwiCJqEG0RbZ1ryOHDTqDfmfMua61g6S7oUursJceGi8Xdhw4KCIH0TSv0+tE0//vS4xNt55ublNfnaQ2NdO4uTh/MmPmsbNnI06cbBZ8rTv8zP33dWgRKplmaDh88tS6nTs379mbmJLifdkA6+t27JAnf3545PBHR48ShR7t2r759TSNWuPl5i4utmjUyMWppJmpZaNGdqaTgq+LaKb/YvIkK03JIBjX+7i27NkrAglReGLs2BF9eotCtzZthj75VFJq2vyVK0Vzv2hh/+3TT06eO9egdq0GtWqLHer6+8mzZWRmZ5U62qOjRt47aODld/LJe8fJ3TiG9eolwgZREI3j5bn1czGx+0wz5TYNCpwy6WVRVLK18QAAEABJREFU6N62jWiX//GveVK5ibvt510yc3i9gIBWIcbpxFMzMuWa01FRIYH1G9WrJ+KilPT0WlcZeF20D3Zo2WL5ps0iYpFM85OLyETeJAriYh0/312HjJs6tWwhXmBJaWliZ8n0t/jx3bflv2yj+vUeeu0NUfhp/t+WYUOpp648j/p67/8N2xZzxlxuKcIGZQlz0kDkYOnEhg3vhDS+vL7t/febx6IRTbd56en9X3tNTgIEUej82GN/TJwYsWxp67HjpHKo06aN08X+QxpbW79mzRNPncpNTRVN/Ddw/MMrV6qtrbs/84x8UfxBe73w4uEVK6582wbDwDffdHBzNzeRC171jQPp5KYae1md2bYtOylJNEm7XxwtzaNOnVZjx23+frrlYazs7ZsNHmy+KFrYB7/7XkBoqPnlJAoiMok5eDA/I8N8W3Vat5bb4gWfhsZ54H0aNZLb4o03VK+eSqPJSEiQrkI0pouWcdEWf41BpUrdsZ1zfhfrXs+/IDfoGx9sgwZho0Zv+3mmeM69Tf3JyjzI7Xh0N3bHXP38zRGI0Oa++zb/8L34W4uwQWRFiSdPdnjoITlpEFRWVn1feeXEhvU7Zv8mwga5MiMuVq/TyTfaasyY4B49RNAiAQAAAAAqD8IGVHSWzY5KhbJXjeC3jpY0VK0+d/RuhQ3NGzUylz3dXI+fNRYKC4tEy29UvLGNO7+g4Ml335d3yM3PlwvxyUnXDhtCLBpxGjeoL8IGUTgfF3952HDe1JIutAttLhdEzPDJiy9I189guPKANc2Cg81Jg3C9jysyLk4uLFyzds32HXJZnkYiITlZMv1N6/n7i0WkJmt37Nywc9feI0cu7lZU6mhhV2pmtbG2Ng8YJaIRuZBvuokyb11+ONLFgYlk7UObX1fYcEUtGzdysLfPyc2dv3KVWHw8PdqFhrZu0sS/Rg3lVQau6dgiVOQH4ionz0ceOX1K1PiYHldCUvLBE8fzCwvkoaI6mIat33PokIi1RGFYz57mDKlJYGDT4KBDJ06ej4srKi6y/MNZPnXledQ3cP9vzKqzJX9ujULZ0qmmyFHkbg2WeQPM7N3dvRuUfD7EHDxQXFAQ0KLFiE8+dbYIgVIiz0um0WxSo6LMlfmZxvQoNTJSKh8Hj/8MwmZlZ3yN6YqLb+z4Mfv3i3Zqy/P97Vxd3QICtBdnlPnPbdnbi4ZpUdBrtaKt/NyuXVH79sab4jFdkfEzQS77NWlieS3/5s1KHUe0UFsOEiUa2VuMME7WUpSbez48/OzOHTEHIxJPnhA12qJLHzXmcYoElVpteiouffCKF6TaxkZ+Hm5YqTuWcu6ceMj7FvxtuY/8JKeeP3+1Nv078Ohu8I4FBFjeMY2NjYufX8Lx46YDGq/r36y55f6OXl4iNJL/prVahonyoWXL4o4cCerWrX679rVbtxZJkgQAAAAAqFQIG1A5yEOsCN42zi1d/PZlxIrKLVGnCrTFNuq7MJKSnY21uay+eO6nVqdLSU8v1hrba3Ly8sxj4JglmU7OveZhL03Aa29X0o4sjnn5nuZDOdhd9/hIgt4iYCi6OOtDKZ5ububyDTyuxIuVpy3aJUs2mfpkSKb+Gd/8PichueSii5OTXLi8odnL3f3ym7C36K6hVpf8FeTspMxbT88qOX/f1dnJvMn9mkOglJObs/M3r09+59vvouONpwmLR/fPmrViCa5b9+vXX3OzuDkzkSKI17Zerw8/dEjkDZKpY4pocV+atCnixEnzNB5dW7eSjH+CkozHy8PN8iA+Hp6HpJPi4V9ISbWctdvyqSvPo76B+38DEnMyDyeVBEJdnANs1dYXOzYopYtzREuw4N+s2T3fTJPLmQkJ/7799tkd27f/+mu/114zP1fZpm494X/+efnV0y/Gb2WysrtCLyiDXn8DxxeJiHhB2ruVfvM6enqlx8ZIV3Jm+7b1X3+TcMzYAK3SaEQbtGh0PrVpk7y1MM+Yutm7/+eV7+BeOotVW1uXqtn52287f5+ddeGCKNs4OdduFSaetPijR/5zLZvS1zKf118e93z9TZn7lLpj6cZJtnUbv/328j2v8fe6A4/uxu6YvZtrqRobR0c5hcpMNN43+8s+xsXfLun06aK8PCs7u/Gzflvz+ZTDy5fv+PVXsVg7OjbtP6DPpEmXP14AAAAAQIVF2IDKQZ6wQTJFDoN8QuSwoVCn3Rh1sl+9EOmOu1pLqGguVylVOr0uLKTx9++8LV2nC8nJrhcb3M0t8l5ubpfv6XWxuS01I908g3RUfLxoWba9etOMcd5dE73+UthQYBrB/3Jqi6aoG3hc7i4lD+TH995pYdERxOzQyVOTv/hKfiz39O/fpllTW2ub4U8bh1tRXXYGvfpK7WLXONG+zFt3cy5pYc+72D9DMkUp0q3QJDDw76++3Lb/wK6IiC179iSmpIrKE+fOzfz770mPPHz5/uJPJp7Y8EOH9xw5cupi2KBSKpZuNIYN8tWbNwx2sLOTLHKCpJT/ZDxpmRmS6Tmp6eVlWW/51JXzUV/v/b8BK89cagnt5VbflDKojJ0blKY5GySShmtx9vG555tvZt47Lnzunx5165jHL3I0/emfW73GPGDOrXW9x9fY2IiW4pzUlFL1BZeNkyZLOX/+r2eeES3UXR6fWCM4uG6bNqLF+eDixeawwdHU6yIvPcPyWnlpZYS44girp3zm06hRqzFj/Jo0DWjZUsQYS956s1Rz/J3n6u8v0tGnl6+QbsLteHQ3dsdyLkudRSpmb/r3S/7D5aamXnaVFPEKsTJ9sjl4eAz/5NNBb7+TdOZ0wrFju+bM2TPvL6Va1W/yaxIAAAAAoJK4lWNiALeVcc4G43/KATVDzC2RC47tkyoS0bDr5W48u/PEufPpWSUNass3bfrwhx/nr1yVmpFx7avLsw7I1l8s+9bwvnxP81QB2/cfkAsGg+HFTz/rfO/99738inx2v2i9Ldl08VrmDhnJF5vn8gsLYy4kSld8LGrVzTyuGp4lg7HsjoiQC8Va7eSpX/7w17zdphkIzPWvPfbY/UMGB9aunZWbI12FRn19yWiZtx7gUzIq/bEz58zXOnTypHSdlKqST1HzaFQHT5z4af6CVz6f2qJRw0kPP7Tsh+//nPqZjSkBOnb23NWO06FFC8k0EbT8ZLZs3CjMNFZMXGKiOKBknLChZOCjxvXry4V/1q7NzM6Wy4dPnTp43Hjna/v6lgpmLJ+68jzqG7v/10VvMCw8uV8uO6is2rn4G5MGY9agMg+jJOGaRDv+kHffE4UN06bJp7QLbn7GAe6j9v3nUzEjLm7zD9+f2bZVumk3cHzfkJC06OiclEt5Q3FBQWpU9BV3Prlxo7awsOsTT3R76qmGPXvKM05nxBtPpTeYPsbkEfxLNaPHHTksXdOxdcYp3Id//EmnRyfUadtWtMWbDmscUuxqg8jdGW4BAalRUZn/nQcics8e8Xwmnz1bzoPcjkd3Y3cs6fSpYovoOiM2Njsx0b+5cRYi+Q8XE3HQcv/spKTUyEj/5saxlUSetODll8WNamxtfZs0DRtzz4M//2Jlb39m+3Z5Zz4TAAAAAKBSIGxApSGPpCTaI12t7Tu4lQzlHJEYczQ5XqpI+nTqJJnOFn/49TeWbtwkMoMvZv22eN36b36foyprUI4/ly0XLfhb9uwVTb2RplkZWjZu7PvfE9Vl3dq0djPN0frn0uXT5sxZu2Pn8x9/Ik+JHFSnjtwuY6UpGWBq4eq1X882TvgZcHF494Vr1og7tivikLih/Kv0bLjJx9WpZUt5RoFfFi6a8vMvOw9GfDzjp3U7d/68YOGew8a2QmurkuRDnqVAq9PN/HuBXCPK0s0p89br+Pk1bmCceHbN9u3i2RCPa+u+fT/+NV+6TrZWJbMjiCdEHDwm4cKJs+dmzJ+/KXzP29O+PX72rAgP9h89XmgaPD24bu1r3GGxlidj8PH08PX29nZ3l7MBnenZ6Niyhbyn2CRP1JGSnj7y2efn/Lv0s5k/P/LGW/I4V+MGDbjGvS3Po76x+39d1p4/npBdMqBTN+daapXamDSYejaIlcKChKurGRLS5r77CrKy/n27pLNRSL9+VnZ267/+yjyngl6rXTP1843ffqtU3YKOjDdw/ODuPUR+sPbLL+SBmETz9+opUwouDudVitr0birOv/SJlCdefv/8I5muKVaiMd3W2Tl87lzRkC3vIKKO3Vca1ulKh73Umyd6377zu3aZD3u3NB88RKwXv/lGYU5JzpqbmrrsvXe3//qro6dnOQ9yOx7djd0xESltnTFDLhtfGF9MFX/uFsOHiYt127cXeUP4n38mXByFT+wgXgm64uLGffoYL+r1R1au2L9wofloYpO2oMA81YTKNF5ikcXDBAAAAABUQAyjhErg0hzRpuljRdPkvbXCtqWdl7f+fHDbF71GSxXGQyOGn4mK3LbvgGh3fu+76eb6p++/z8V0ou41eLq6vPPtpau4u7i8OuHRK+7p7Oj49lNPvPbFV7n5+bMX/2uuD6jp8+S9Y+VyXeNpyMYppkUaIdZP3juufkBAXT+/c7GxiSmpr079QjIOWKRqEtjg8KnT0q1+XCILef+Zp9/4+hsRZshTDcv1tXxr3jfYOAdsp7CWP/w1TzSRz/x7oXEOZ4MhLilZrVZrtdoyJ7coU5m3Ll5Nb0yc8MS776dnZn0yY6ZYJOMEGHa2NjblTF9kdfz95MKqrcYzu0MCG4zo03v1tu1HTp8WoZFYzHuKZ2nC6DFXO46/Tw3xt5OnSQi9OO5Ti8aNoxOMJ63X9PKqe/GGhHeeevK5jz4RSUBGVpYcI8mG9+41pHt36erK86hv7P5fl18OXDoLfoRXI2PCoFKL97Xcs0FBz4Zy6/H0M8fXrTuzfVvEkiXNhgxx8fUd+OZb/77z9k9jxwZ37+bq53d669bYiAiRSdRt1066aTdw/Db33nt2xw5x91LPnw9o2VLsHH/0qJO39xV3rt+pk+arL1dP+ezk5k0BoS20hQVHVq0qMg3zVWDqxCOShj4vT1r8xuszxt4T3KOHSDiOrVnt6OUlmrmvkaYEde12bM2aXx58oEHnzjWCgjIvXDi0dKmNk5PIaQou9g26Kxr37Rt98MDuOXN+HDUysFs3azv7A4v+EY9l5JTPbZzKOznK7Xh0N3bHNDY2W2b8GHv4sE/D4HO7dolcoemgQfU7dpI3Df3gw/kvvvDz/feJ/MnJ2+vszp2JJ082HTiw5SjjP9+BnTv7N2++/Zefc1KS3QICRDR1YPFipVrd/emn5IM7m+ah+fvll9xr1SrP9BgAAAAAgLuCng2oNEznOZtaIlWqHt7B9WxLJi3YEnUqMiNVqjBsra2/nDz55Ycf6tAiVG6Fd3Fyev/Zp8f061vmdb98bbI8CbCPp8c9A/rP+3KqeT6Gy7UPDV047etxgwYE1aljbaURKcL44cNmf/qJ3ONBGCHvzREAABAASURBVD9i2Kh+fcXT5uXu1qNd26KiIqVS+e1bb4zo08vPNDRTi0aNfv34g9BGDaVyuIHH1blV2O+ffSJawBvUqiXPr9Czfbsf331HvnodP98PnnvG0d5BlEUju6eb+x9TPm0eHCSZxj4qvsq01eV37VsX6gfU+uuLL0b36yueH7HPA0OH/PLRh/K8COUnnsM3Jj5uY23tYG/fpllTF0cnjVo99dVXBnTtIt+otZWVeKTibsyZ8um1Z1fu2CK05JiNS8KGlhcLXVq1stxT/Ilnffzh20892bppEztbWycH+4b16oknc/JVoilLZT7qG77/5bQz9tzZ9GS53M7Rt4G9h2XSYBxDiQkbys3K3r7vpFdEQTTQywPii+bdJxctbjZo4IUTJ3bMmqXSaEZOmdLv1cnSLXK9xxftxeOmT+//+usGg2HvvHkiORjz5VcedepecWfRjiyasx08PCLDw7f8+MPpbdsa9er16J9z1dbWUftLxt1qPnToiM8+E03PR1evTjx1sudzz3d74knJNBfx1e5Ds8GDuz31lF6nO7527abvvks+e7brxInDPvxIumxIqDtPPHUP/DSzZkiTIytX7v9nYc2QkAl/zWvUu3f5j3CbHt0N3DHPevXHfTfd2t5u34KFVnZ2Il0Y/vEn5q0ianpi8ZK2992fHhtzYNEiR0/PUZ9PHf7Jp3KyKF4n4k8f1L17xL//bvz22+Pr1wd27iJu0bdJU/nqrcaM8Q8NTT5zRix3d/ArAAAAAMA1KCr7bzZx/3U6XXFxcWFh4bO9t4iad2f38PKzl1C1GEz0etGioi0uLiosKlgWG/FsxCJ5a6eABl/2vjXnXN8Vk7/4ct0OYxeE1T/PvCXtuUDFZJAMYxf+dCY9Sb74U+DAEOeatrZ21ta2tjZ2GitrjcbKOJhS5ezcIP97pBUfUcVFOSP7Sykp9t271/j0Mwm3SEFWVl5Guouvn9Ji6LZ98+cvfe/dB2f+XKdtWwl3yWcdO4i/y4R586QKr+jUqZh7jXOq5z02Udmnv/jksbGxs7ayUas1qovDuEmoWma+t3ffpviOw5w7D69hZ2JjY6PRiGxdzV8cAAAAuLXo2YDK4dIg7kp5Kll1nxoNzZ0btkaf3hZd9kBAAO6uhcf3m5OGUBsvb61NZk5ebl6hwWDssmQcQ0mi3QdXlZeZ8U3//n+/9KK5pigvb/+if9TW1r5Nm0oAAAAAAOCuYs4GVCbGrME0b4NKqVKrNK8H937owF/ypo93rFzkW8dKxUsaqKCyCvO/3bNRLos8YYx9YEJyam5+kVhy8ouUCpWDg4Ozo6OHm6u7q4uXWLu5ONjZSsBFrr5+tcLCjq9d+93QIfXat89JTjm/e1duWlqPZ5+1us4B0AAAAAAAwC1HyywqDfM00UpT5wa1St3es25P9/rrUs+I+sScrFkROya06CwBqJC+3r0+p6hkGurh7kEdAhqoNdZanSG/UJudk5+alZOSmnk6KmbPoePmq9jZWnu4unq4uXi4unia4gdPNxcnBwbKq6bEp/89X3+9+48/zu7YsX/hwqLcXFf/gO5PPd1y9GgJAAAAAADcbYQNqGTkoZRUSpVepVarNW807LN1R2Sh3jiZ8M8Ht3WpHRjkVkOqbD5+4XmxSEDVtTP23JJTB+Wyq8rmkZotxfvXxlqwtbG2tbaWB0xXiySxWKtLzchMSUtPTstITctISc+IjI0/cPSkeYYhKyuNyB6Mi8ge3F1NOYSLi5MTwy9VB7bOLl2feLKraVJoVByTtm2XAAAAAADVHmEDKhm5Z4PBUDJzg4+9y1O12089Z5wbXKfXv7T277+GT7DXWEsAKozE3KzJG/4xX3yqZpijxkZtnJzTuIjc0Dhhg6pkXmhrK01NLw+xWB5Bp9OnppsSiPSM1PSM5LT0C8kpR0+fFfXyDmqVyt3F2cPd2AFCziE8XF3dXJ3EQSUAAAAAAADcfoQNqExEQ6TBYDB3blCr1Hq15n+1265LOR2RlSB2SMjOfGvTkqm9GFIDqCi0phTQPIBSZyf/Xh715ZhBbQwcNOKNLJJDhXStjgkiifDycBWLZaX4NEjLyEpJN/Z+KOkGkZZ++nx0UbFW3kGEF67OTsYOEBfHYvJwd/V0dVGrVRIAAAAAAABuKcIGVDLyzA3Gzg2i+dGgVul11hqrL0OGDN39a5auUGzaHHXqj8O77m3SVgJQAXwTvu54SoJcrqlxeK1WJ5VKhAxWVmqri0MnqeSpWEw54nWMhSR2dnd1FkuQVMuyPjM7x5hApBo7QJi6QWTsizuWX1Bk3sHFycHTNA21p0gg3FzltbWVRgIAAAAAAMCNImxApWTs2mDq3KBRa/Q6nY+969TGgyYcWmiQjKO6fx2+vo6LR3v/+hKAu+rfUxF/HgmXy2pJ+WGdbg4aG5E0iMXYrUFjpVIbuzUob+lgR86ODmKpF+BnWZmTl5+Sdil+EGnE0VNns3PzzDs42tsZez/IHSDcjB0gxNrezkYCAAAAAABAORA2oPK51LnBINoo9aLJUm/Qt/Oo+1hA6x+id4tNeoPhpXULZgy8P8TTVwJwl2yJPv3+lmXmiy/6tqln7y5nDCV5gzFqkHs2KK63W8P1crCzFUttPx/LysLCYhE/GLtByPNRp2ecPh+9J+KYeQdbG2vjKExyNwh5FCY3FycHewkAAAAAAAD/RdiASkxpmiVab1CrDXorje6Jeh1P56asTz0rNhXptE+tnDtr8PjaLu4SgDsuIjF20roFcmcjYaR7UH/PQLVKY2VlrVGX9GxQqdSK6x896Rayttb4+XiJxbJSq9UlG0dhMk1GnZaRnJ4eFZdw8NhJvb7ksVhZaYy9H0zTUMtDMImyq7OTBAAAAAAAUI0RNqBSMjdNKo3TRBuME8XqRUugfkrjwY8enLcvK15syikqeGjpr1/1vqept58E4A7alxD1zOq5Wr1OvtjZyf8J31b/6dMgkgZ5ACWFUn4736284XLifvl4uovFslKn16elZ6Wkp6ekyfNRpyempB47fU6rK3mM4sF4uDp7uosQwtnNxbGuTs8k1AAAAAAAoFohbEBlZTmYknGqaLUxbLDR66c1GXr/gbln89LF1qzCgseWz/l+wL3Nvf0lAHfEpsiTr2xYKFrn5YvN7b3eCuhsrbE2TgptZW1cRN6g1sgDKCnvas+G8hN3VAQJYrGsNBikjKwseQaI5NT01LSMtMzMmPgEEaHULCxirCUAAAAAAFCtEDagcjPOFC3yBkmlNmgMJs4Gxx+ajHjs0IJz+Rlih2K99pGlv33Wc2T32sESgNvsnxP7P9q2wnyxoa37x3W621iZkgaNtXkMJZVF0iBVWuK+uzo7iSWwToBkzB4MOp1Oqy3OyMrULvtdypMAAAAAAACqD6UEVFrm0VeUCuPkDcYxWkynTvvYu81uPraN86XRk15Zt3DG/i16g0ECcHuIYO/j7Sssk4ZQe++v6vV20Ngah06S+zSYUgdj0qC6lDRU6rzhiuxtbcXjkwAAAAAAAKoTWkNQuckDsCiNVGqVWh4UXjRoutg6TG8yfFSNEHk3g2QQYcPjK+ak5XOyMXDrJeRk/m/JrwuP7zfX9HCu9XndnnYaG/F+tLa2sbaykbs1qEzv1Ao4VQMAAAAAAABuBmEDKj1z3iBWamP3BnlceNG4aT25fvdX63Q277k/IWrsPzMiEmMlALfO5qhT4p11MjXRXDPaPfiNgE7WpnGTRNKg0ZT0aRDvT7UpaagsUzUAAAAAAACgnJizAVWEaLVUqVTSf1/TCkkxxi80V1s0PXa3zjSGUmp+zqPLfhvRsOXEll2crG0lADchLT936s41q88dNddYKZSTarbt4V5Po9YYAwZjxiDnDcapGirXpNAAAAAAAAAoP8IGVAWi1dJgMMj9GySLl7WxNVOheKh2m1Dnmq+cWpVcZBxDSW8w/H1s79pzR59q1WNIUDOxhwTgOmn1+j8O75p5YFu+tshc6Wfl+FHtrgG2rmpT0iDPCC33aSiVNEgAAAAAAACoWggbUEXIeYMcNkgXX9nms6dD3QL+bDrmzVNrd2WVjKGUUZD/wdZlfx0Jn9Cic7c6QUQOQDmJmGHZmUO/HNgWn51hWd/bufYLfm1tNaZoQS2PZnZx9CS1plTSQN4AAAAAAABQxRA2oOow5w0KS1JJy6aXQjmt8ZBlicemRe9M0xbIVzmTnjRp/YIGbt6PtujUrTaRA3AtImZYfubwLwe3xWWlW9Z7qe1e8m3TytlPnjRFXuSeDaaYgaQBAAAAAACg6iNsQJVy+XhK5rBBaTLYJ6SLa50fY8PnXzhiuNjgeTotcdK6BV72jp0DArvUCgqrWUujVEkATAq0xTtjz22NPrUl+nRGQZ7lJiuFcpxn43s8GttaWatUais5ZtBcHDdJJA1qjcpiRmiJpAEAAAAAAKCKImxAVVMqb5Autm8amzvFSqF0ValerNt5lFfj3+IPLE09Zb5iUm72guP7xGKj1rTzq9fBv36XWoGuNnYSUC0l5mZtjT69Leb0tugzl2/VKJSD3Rrc49nYw8peYwoVxGLu1mAaSUkj4gelSkXSAAAAAAAAUB0QNqAKMjdoGps4DQrxMpezB+P/VCpVsWj+VNVVeb9p3+NRv7DZ8QcXJB+zvHqBtnhj5AmxfLBVauzp29avjo+jSw17J297Jx8HZxFFSECVk68tisvOSMzJEhlDbFb6jpizZ9KTrrinrUI9wiNohEewi8ZOrRL/qY0xw8WkQY4cRMxgOXSSefYUAAAAAAAAVFWEDaiyzI2bIlpQSPL0DSX9G0yZg1osvir1y3U7T/ALW5NyekXq6WN5KaUOcjQ5TiylKl1s7BysrO01VvZWNhJQORkMhtyigpziorziwoyC/PJcJdTeu49L3S7OtWxFnKA0BgqmqKGkT4NckGvEG0y8y8wdjKpV0lDSh0NSGCRJl5aWv2unBKDCKI6Pt7xIDgoAAAAAtxBhA6oyy5Fb5HOrRdJgbAY1NZNqi9XFpsjBXa0ZVbPZ8BohUXlpK1NO78yKOZ2ffo3DZhTklRq5HqjCgmzcOjn793Kp62VlX/L+kTs0XEwazAVjfwaliqGTzAoOHox/+mkJQIVknNXJIAEAAAAAbhXCBlRx8hQOot1TnshBxA16vbEhVK8zxgwqrVqn0xQXF4t2Up1OW0/t/YS9xwRdq3xt0ZGcxCO5ScfzUs7mpyUWEy2gGqmpsa9n49rI3qOhrWdTe6+S2dUVxh5B8uBIxqBBDhjkfgzqkkGTBMXFmKE6Jw3yx44EoAKTP9gkBnkDAAAAgFuHsAFVn2U7gqkx1NgcajCdfy3+pxOxg0gatFqtTivyBrEWsYOV3rqdtV0bt1p6nU40Ghboi89kp57NSY3Jz8jWFxVJ+iKlvlDSF+i1+v82KdJmgdtEp9Mb268Vkupij4EbJreDizY2W6XaTqURa7G4qG18rZ0CrJ3HekZlAAAQAElEQVTr2rhIF2dZUCrkLgpK1cX3izlpkGdlkLsyGCeCNg1OppAU1bxDg3mCCqvX3inKzS4qKtRqi8WnikGvFx810sUnH5Z0euOzoxfPkd5gLJuYt8qvQ+MLUA6yTK9CPmlxY+S3Z0n3rPoNTAVjTyzmlQEAAACAW4KwAdVFqVmjDXIrqkKpMrYCqo3/iaBBZAvGyEG0d+nkdVFxcXJaelp6hrKwsLHGpYO7n7Ojg0atkpt9JZoOcQcVFhVnZGaJtUajdnFytLWxlm4F8xwDJc1t5pjBFMuZmnblaU6MSYM8Bpl5XTIFdMn/Lk3PUK2b7eTnLbSlsrBAVVyoKypUaIvFJ4pk0PNxcUUq0/IfBqlYqxUfv8XF2kKtcV0kLmi15udPvDxNc5GrrTSakrXpogRck8H44lFKIrpSa1Qaq4ufY8RXAAAAAHBr8Msc1Yi5NUEe5EQOHPSiBVC0nOr1epXaGDAYswcROGhj4y9ExsUnpqSKdggfL/f6tX1cnZ0MpuZCI9FkYWr3ovUQd4yNta2zo1NWTm58YvL52EQ7Wxu/Gl4OdrbSzZEDBuli3nBxECRlyeBJiks9G+SRlMxlYz8hscOls/mrfcwglcxEb3xylCqNWiM+IMRFkcyIj5WSTw6UzxVf1oVFRfkFhQWFRQWFhfkFRdm5opyl1196Vm1srGysre1tbcTaxtpKXkuABTkNNI8FJ1Zy5xnLzzEAAAAAwI0hbEC1c3nkYDC2PIgcQbSd6pPS0g4dO3Xi7HnRmCUyhibBwXX8fTQqlcgWjGN8GAym8T1KGg0N5A2442xs7Lw8PBOSUs5Exew7csrd1SWwToCTg710/SzfCxejAmWpAZRKpno2/e/iYDZyIKGUCxK9Gf5LflpEC2ZJ2Rg16ORPDz4rbpJ48Ts7la4UCURObn5uXn5OXl5ufn52rggj9Ln5KaJS3sHB3tbe1tbezs7BzsZYsLd1tL+R9wuqAPljSu6tVTIQnHFQOJUcmkoAAAAAgJtD2IBqqlTkkJdfsO/I8f1HjsUnpjg72jdrGNi8UaCbi5NkShfkpMFcNmcMlk2HNCPiTqoTEFDb3//0+ehDJ09Hxib616wR2ijQydGh/EewfAuY1/LoSZYjKclJg3kyBnMaYXkKMI10MnM7pvg0EK2Y8vMoWjP1pvkI+Ii4TWxt7FycXC6vF5/VObl5mdm52Tm5Wdk5mTm5sQnJWTm5Wr1e/J3s7WxFRCfeMsa1g7342HdycNCo+VJU9ckfcf+Z9N7UVUsCAAAAANw0flejWhPtf8dOndt98MixM+dEW0PjwLq9O7YPrFtLtEWYx0q6RDKvLsUM/2lApMUVd1azxg0bBQUePHpi3+Hjp87HBNer065FE8fy9HKwfNlahA3mpOE/gyOVukhXhrKY8oaSBk3LhBJ3mI2NnYe7x3+qDFJ2bl5GVlZ6ZnZ6plhnxV5IEReLirRio72tjbOzo6uTk6uzo4uTKDi6ODva2d7sSGWoaMwfcSUjxTFBNAAAAADcIoQNqKYupKTu3HdINNGKhif/mt7Dendr2aSRrU3J6N6Xj5JUkj2YShIDKKHCsNJIHcJatAhpvHXvwT0RRw4eP90yJLhTm5YO19NC+p/wQG50M1yqvDxaoFXuaszP1aUh2pQXPzqkkk8P3F1uLs5iKVWZnZefnp6ZlpGZkiHWWcfPRol1fkGB2GRtZeXm7OTu6izWxusaCyKScOBNUCmZ+2NJCsuPOAJUAAAAALglCBtQveTmFew9fGz3wSNxF5Ic7e1aNW3UOrSJj6d7qd1K2govtjtc3o+BmAEViqODpn/Xjh3Dmq/ZunvH/iPhEcfbt2zWo0NrK42m/Ae5fFgkAoYbYP70kAtyJZ8YFZyLo6NY6gT4WVbmFxSmpGWkZGSkpmekpGWei4nfc+i4iCXEJrVKKYIHdzcXD7F2cfFwc5YzDJWS0Xgqgcs/2fh8AwAAAIBbgrAB1YJOrz92+tzuA0fEWlJIjRvU69+1Q6MGdY1j0V/FFZsertYeQUsiKgIXJ6fRA3p1bRO2ctO29Tv2iFCtV6d2nVo1v9r+125fo/XthslPnWVgyZNZGdnb2Yqllp+PZWVRUXFyWkZyerpIIJJTM+IuJEccO52RnS2Z/sqmPhAuHq4u7m7OxrWri6ebq5WG71oVF+9NAAAAALiF+AGMKi4hOXXX/kN7Dx3Lycv3reE1pHfXsCaN7O1srusgZTZGWJ7CDNxd3p5u/xs1ODr+wv6jJ/9dt2nD9vA+Xdq1bh5S6pxrmthuN57hKsna2srPx0sslpVarS45PSMlNV2sU01RxIlzkWkZWfK/C04O9p5uLsZuECKHcHP1NK5d7Gyv758hAAAAAAAqPsIGVE35BYX7j57Ytf+waHJ1sLMNa9pINLb6entKtw0Ni6hQavn6iKVHu1YrNm3/e8W6DTv39OvasUXjYF6nwC2nVqt8PN1Ljcin0+tT0zONAzEZR2Ey5hCRMfGpGZk6nV5stbO19nB1FamDsfeDiB/cxdrVybEcs7sDAAAAAFBRETagSjEYpJPno8IPHI44cVo06DSsX3v86MHNGwZKQLUk2i7vGdS7V8c2y9Zvmb1w2bptuwd269g4qJ4E4DZTKZVe7q5isaw0GAzpmdnJaekigUhOM3aGOHLyTGp6RlGxVjLO966+OPiSsQ+EXHB1drrGiH8AAAAAAFQchA2oItIysnYdOBwecTQ9M8vT3aVvl/Ztmoc4OXCWKCC5uzo/OHJQz05t/123ecZfi/xreg/r071egK8E4M4yzuvg4iSWIKmWZX1mdo6cPRgHYkrPOBUZvWP/oYLCIskUWri6OHm4mTpAuLl6mLpBiLVapZIAAAAAAKhICBtQuRUVayOOnwo/eOTU+WgrK03zRoFtQ5vUC/CTAPyXr7fnxHtHRsbEL1i1/ptf5wbVrTW4Z5dSQ88DuCucHR3EUr/Wf/7xys7NS0kzdoBINQ3EFJ2QuP/Iidz8Anmri5OD58XeD/JM1CKQsLG2kgAAAAAAuEsIG1BZRcUm7Dp45MDR4/kFRXX8a44d3Ce0UbC1tUYCcHW1/Wu+9Oj9h0+cWb5x25QZs5sGNxjYo5O3h5sEoIJxtLcTi/gHzrJS/JNnnAGiZCCm9KSUtGOnz2Xl5MpbHWxt5X4P5lGY3N1cnOztJAAAAAAAbj/CBlQyOXn54QePiCUhOdXRwa5di2btWzTzdHeRAJRbk+D6IUH19xw6tmrz9o+n/xLWtNGAbh1dnZ0kABWbrY2Vf01vsVhWFhVrjfGDxUBMZ6NjM7KyDQbjVhHDG+MHeRQmN2NBhBAuTk5MFw8AAAAAuLUIG1A56PWGY6fP7TpwWKzFxUYN6g7s0VmsmTYTuDGinbF1s0YtQ4J37ItYvWXn/sMn2rVo2qdre06CBiodK43a19tTLJaVWp0uJV3EDxkpplGYktMyIo6fTMvIEv+eiq1qlcrdxdnd3TgVRMkoTMaCs0qllAAAAAAAuCGEDajoElPSRMaw59DR7Jy8Gh7uA3t0at08xMHOVgJw00TDYqfWoW2ah2zevW/9jvDdB4+Ii706trWztZYAVGYiThD/aIrFslKn16elZ6WahmCSB2I6cSYyNSNTJBOSaf5qV2dHuQ+Ep2kmamMO4epiZcUQhQAAAACAshE2oIIqKCzaf/SEaPqMjIm3sbZq0Ti4TWiT2n4+EoBbTbQk9urUtkNY6Nptu7aGH9i5P6Jbu1bd2obRwghUMSql0tPdRSzBUm1zpcEgZWRlJaeVdIBIScuIjI3fe/hYUVGxvIOjg11JAmEahcnYB8LNhdQfAAAAAFAKYQMqnLPRcbsPHj549GRhUXH9Wn73DunXvFEgjZ7A7WZnaz2kVxeRMazesnP15p1bdu3v0alN51aharVKAlB1KRSSq7OTWALrBFjWZ2bniOwhNc3YASI1PeNCUsqRk6fzC4rkrUwFAQAAAAAohbABFUVWTm74wSO7Dx5JSk13cXLs0qZlm+ZNPNycJQB3kJOj/agBPXt2bL184/Z/127etHNvn87t2oY2YSR3oLpxdnQQi0j9LStz8vKNM1Gb5oEwrTPORcdl5+bJW8UHhbuLs4e7a8lUEKY+ECKH4AMEAAAAAKoDwgbcZTq9/uips6aZn8+LxoimwQ1G9OsRVLeWgnMjgbvH1dnpvqH9enVss2LjtvnL167fEd63S4dWTRvyxgSqOQc7W7GUGtWwsKjYOASTKXswLekRx09nZmcbjHNRG3tOuDg5XRqCyTgrtbEzhDV9FgEAAACgaiFswF2TkJy6+8DhPRFHc/Ly/Wt6i4whrElDWxumpQUqCm8Pt/GjBsclJi9bv+WPxSvWb9vdr3uH5g0DJQCwIGID3xpeYrGs1Op0KekZqakZxhDCNBn1qcjo3QeP6PR6eQdHezsRObibxl8yd4MQlRIAAAAAoHIibMCdVlBYtO/I8V0HDkfHXXCwsw1r2qhti6Y+nu4SgArJ19vzsXEjImPil6zd/Ov8f/19vAd079iwfh0JAK5OrVLV8HAXi2WlXm9Iy8gyjr+Unm6aDSIjLiEx4tipYq1W3sHG2koOHozzQJREEa4uTo70qgIAAACAio+wAXeIwSCdjowOP3jk4LFTOr2uYYO6D48Z0jiwnkrJOM5AJVDbv+azD409cTZq+catP/yxsLafz7De3USlBADlplQqPNycTRMy1TJXim8Imdk5xgQi1TgWU6qpG8TJ85HmyahFbmGaCuLifNTycEyuzkwFAQAAAAAVCmEDbruMrJzdBw/vPngkNT2zhod7v24dWjVr7MQ4CUAlFFyvllgOnzyzYsO2L3/5M7he7UE9Ovv5eEkAcKNMkzo4iOWKk1GL4MEUPxjHYoqOO2GejFqhULg6O8rxQ8lM1G7GLhFWTAUBAAAAAHcJYQNuF61Od+j46V0HD586F2VjbRXauGGb5iGlppQEUBk1CaofElh/35HjqzZvnzJjdtPgBgN7dPL2cJMA4Na51mTUpmmoxVrkEMdOn8vIyjbvIE8F4eFm0Q3CzUUcRwIAAAAA3GaEDbj1YhOSRMaw7/DxvPyCwDoB9w7t36xhoJWGFxtQdSgUUliThmLZvi9i1eYdH333S6tmjQb16Ozs6CABwG1zjcmoU1IvdYM4HxMvvofo9QZ5B1sb41QQJd0gLkYRzo5MBQEAAAAAtxLtv7hl8vIL9xw6uvvg4bgLyW4uTl3atGjTvImrs6MEoOrq0LKZWLaEH1i1afvBo6f6dG7bq1NbCQDuoGtORl3SASI5NT0xOfXoqXPmyajVapWHi4u7u2k+ateS+aiNU0EwmxQAAAAA3BDCBtwCpyNjduyL2H/khPjd3rxR0JBeXYPq1pIAVBudW4c2bxz019LVyzZsC484On70kJpeHhIA3D3myaiD612qvDgZdbppNgjjWEwp6RlnI2MKCksmo1YoFG4uTiVzULu5eJoSCE83RgTJ7gAAEABJREFUVzpoAgAAAECZ+OGEm7L38PH128PjE5N9a3jeM6h3aONgG2srCUD142RvN+GeYeEHjy5ctf6Ln+aMG9K3RUiwBAAVicVk1P6W9cbJqFPTk9ONfSCMOUR6RsTxU6LSvIOjg52nq6scP3hcHJHJ3s5GAgAAAABcRNiAGxSTkPjnklUiZvB2dxs/enDzhoESgGqvdfPGDeoE/LF4xW8LlyWnpffp3E4CgAqvZDJq/5qWlYWFxcnGaahL5oEQ69Pno/ZEHDXvYGtj7eFa0vvBGD+4u5qmgnBgKggAAAAA1RNhA27Eio3bV2/Z6eRoP3Zwn7ahTSQAuMjV2fHJB0b/9Nci8UGhVqt7tG8lAUAlZG2t8fPxEkup+oSklLT0zMS0dHkUpqj4C/uPnjRvlaeC8PJwE1f096nRqEEdCQAAAACqhyoYNqydd8bOUSPhtjmZeSQhL9rJyqWpXeuEPapFe45JAPBfboYGDprUf9duPrc3x8PGWwKAqsZOI9n5SL4+NpLkI+Vp8wp0ufna3Hxdfl527vHUqEMnToudrJTWNe0DfO1qa5R8O7074s5myQWFibksAQAAALjVqkjYYPnjYdvyKAm3japusso/XZ9qn3zMY4M+UgKAq1F7aFrkHtbuL95bSypkNhcA1YQIFVyMi2OByi23wDU3Un/6fPoZfaybLspdwl2iVCoVFiQAAAAAt0HV6dkgfja07eetLdYKOhODwaDX6yXcOtnKtBSrdDudk6e9v7IVv9MAlKFIUSdedda+9QXfwno07gCoZkTI6iT+r6iwMFETpa2dau9f4F1cSykpJdwR5mhBJA3etWxUKpUcOUgAAAAAbg+FaJGXKjM5URABQ3FxcWFhYX5+vlgXFBSIiyJvEJsq+wOsODKy8xas3lc/wKtLqyB+pgEop4TkjBWbD7cMqd082F8CgGpJq9PtOHD25PkLPp7OA7s2k3BHyEmDyBg0Go2VlZWNibW1tSiLGnNfBwkAAADALVIVejbI5ysJ8m8JOV0QZblzA2HDrbJs0yFHe5u+nZvzowxA+dUNsG1UP+3IqbiwJvU0apUEANVSn07NtDrD2ejEo2cSwprUlXD7mcMGQQ4Y1Gq13L9BYtoGAAAA4DaoOnM2mMMGyTQqqyjIYYOEW+HYmdiE5Iy+nUMdHOwlALgeYU0bHDkde/zchXahgRIAVFf9u7X8ce6a3RFn27YItrZivug7wfwbQcQMlmEDSQMAAABwO1SRng3yWUsiWpB/UYgfEnoTwoZbZc+hM7Y2Vm1aBIufaBIAXI96te08XJ0OHjvfo0NzCQCqKzs7u54dmq/YuPf42fj2LRtKuP3MczbIeYM5aZDDBiIHAAAA4Naq9GGD+JEgZwyC+Akh/5yQYwbGULpV0jOz4xPTendu6ejgIAHA9evQqvGSNTvTMvN8a7hLAFBddWsfeuDouZPn4nt0bCHhjjAPuGqJmAEAAAC4HarUMEpy6mCwIOFWOB9zVqVS9ugYam1tLQHA9WsfFrJs3e6T52Lr1qopAUA11rZFQ/F5qFZrxJcrCbefuROD/HuBbg0AAADA7VNFhlEyF+SAwXKNmxcTnxzg6+3kSLcGADfIyVHt5+N5NipBra4iITcA3BgPd5dirTY+MbVOgI+EO8IyXSBpAAAAAG6fqtPoYx5PSeL3w60WHZ/k5uKkYrYGADfB3c3pbGQ8nyQAqjlPdxexTknPql/HT8Idx88EAAAA4PapUmeY8uPhNklOzawb4MPTC+BmiMxyf/bpoiKttbVGAoDqyt3VWay1Wh3frAAAAABUMYwVi7LlFxQ4OzGGEoCb4u7qJNap6ZkSAFRjTg52kilskAAAAACgamHsbJShoLDIYJCcHe0lALgJbi7GsKGgqFgCgGpPz9RiAAAAAKocwgaUQT7zzsqKYU8A3BQ3V0exLiwskgAAAAAAAFDlEDYAAO4EZ0fjaGyF9GwAAAAAAACoiggbAAB3joGRQwAAAAAAAKoi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tQFoUEAACAW0ih4AsWAAAAgKqGsAEAAAC4c0TQYDAYJAAAAACoWggbUAaF3LWBn8QAAAC3Bt0aAAAAAFRBhA0AgDtByZghAAAAAAAAVRdhA8ogNw/SrwHALUEvKQBgGCUAAAAAVRJhA8pkTBv4SQzgZpUkl3yYAKjuFAyjBAAAAKAqImwAANwJFyeAkQAAAAAAAFD1EDagDIyyDuDWKJlsnrQBQLXHMEoAAAAAqiLCBpRJHkZJAoCbIQeXfJYAgEJS8GEIAAAAoOohbAAA3AmKkunmaWEDAAAAAACogggbUIaLwyjRPgjg5jBlAwDIFCSvAAAAAKogwgaUQcEwSgBuhYsTRPNpAqC6YxglAAAAAFUSYQMA4E5Q0LMBAAAAAACg6iJsQFlKzkWmhRDATZK7SfFhAqC6M4avfBYCAAAAqHKuL2ygkag6Mv3RDSYSANw4PkwAwESh0Ov1fBiiUlNcnNgNAAAAMCsjbCj1K4gfRdWQ+Y/OXx/AzZA/QsSaDxMAkPhmhaqF7AEAAADSNcIGyyZmw8Vz20ttQnWg0+uNaxMJAG6UXq+T13yYAKjmFKbvV3wYojKyDBUUJnJB/EIkbwAAAMCVwwZzurDv0KnElHS9qbnZvInvkdWKztQ+ePjE+czsXAkAbpRWa/wwiTh2Li0jWwKAakyr1506G2P5BRuoLCx/DHYIa+zkaC8uKpVK8gYAAAAIiit2UzBc9N1vSw4fPyehGjNIBoXEzwYAN8tgOpmXlggAMH65MsjzRAOV2KSJo/18PFUqldLE3MtBAgAAQHV1rWGU9Cai7FvDw8PDVUK1pDfoDx8961fTy93NWQKAGyV/mAT4ebu58mECoFo7cvysp7urt5ebBFROh4+d0esNxcXFWq1W/GxUq9UkDQAAAJCuGDaYuzWIpEHu9xDWvFHnds0lVEviVfDy0WltWzRu16qJBAA3SqfXTzr6bRvxYRLGhwmAau2NT2Y0D2nQq0trCaicXvvw+8Ki4iITKysrefIGlUolAQAAoHoro2cDc0FDqTSeoMSwwgBukkqpFGu9jg8TANWd+HIlvmVLQCVXbCKPoSSfrEbPBgAAgGpOecVac88GCTDhFzGAmyfaIHR8mgCo9pSSgq/ZqALksEGn08nnqHGaGgAAAK7Vs4GvjJAplQpeCcBdlHghYU94eHZ2lvxOdPfw6Nipi729vVTZqJRK2tcAQME3K1QJWq1WZ2L+2UjnBgAAgGpOfY1t/AqCTKmgfRC4a1JTU6Z9/YWtrZ15KOSdO7ZFRUb+76FHrKyspEpFqVLq+JcFQLVn/GbFhyEqP70J56gBAADArIywgW+NkOSRhXklAHfJzu3b1GrNM8+9qNZo5Jrc3JwvPvskLTWlhk9N6Trt2L1/49ZdkVGx0bHxbq4uDerWGty/Z1iL2z5j83c//b5wyepWbdoa/ptcRscmPDvpvcys7IfuH3XfmCFiH7Hn25Of6dLBOG9qr8EPBAfVmzblbVF+8fWPD0Qc3bBszhWPv3jZmm9+mP3guOFiKbUpLiHx/kdfbBTc4NvPjcc5ey760WdeGzqw9zOPP1DqJmbPXTTrj4WfvT8pLLTp5Tdx5NipZya9Z1ljbWXl4eFas0aNsNCQAX272dnaSBVDn2H/Ky7Wmi+qlEoPd7caNTxDGgYO6Nu1hpendHuUem6vbcjYxz3dXWd++7EEVD/GPqOMKYfKj6QBAAAApagloCx09gfuHK1WmZWiTIxVJURKel1sdt6RVRvGNK7nEb7SvIuLJLVU5O3+Y+bo5kGSQqGtUdtQI0Dv7C6pNdc4cE5u3nc//r56w1ZRdndzrVs7IC7+wrZd+8TSu3vHl5+bIE/gfFspFP8ZpjwxKeWFVz80Jw1SZeDk5FDL31cuiwZ9kWTExUfs2R9x8PCxD996UVSK5/Pn2fMTE5Nr+ng3b9rokQfH2FgbO6AMHfd4VlaO5aFGDu2r1epFTDJ6WP/HHx4nV4596DnxtHw39d2GQfWkmyD+mo0aNpDL4jlPTEqNOHxcLOs2bf9p2kcO9nYSgLtHYTyNgz6jqPTEP+skDQAAALBE2ICyKRWEDcCdYCgsUK1YqN6zWZmaaNAZz0yvIUkv6iSHQ2nSoT2We46WpKLkaOnEblHWKJV69xraFp30o651OvknX/ywY/f+Zk0avvjUw36+NeTKvfsP/zTrrzUbtom3+OQXH5duM6Wk0OpK2tfS0zOff/XDtIwMy6RhxJA+YpFup3p1A67WPaI8mjYKeu+N5y1rzpyPmvzWlJ3hB8TSrnVofEJSv55denZrv333/i+//aVRUP3uXdqJ3d577blirXbfgSMLFq/8+N2XRY23p8c/S9e4uDht3bFXDhvOR8UWFBZJt4Kdvd3Xn75pWZOWnvHBZ98dPHx8zl+LHn/4Xuk2uK7ndsncHySgulIoGK0UVQEvYwAAAJRC2IByYM4G4I5QZKRJq5bqEuJ0FpU2kqS90s5WlvUXMhSRMYYhYxRW1lc8sggVRNIQHFjvi49es5y5MaxFExE/PP3yu2s3buvUPqxjuzDptrrYsyE7J/e5yR9cSEquRH0arqZ+nVrDB/f56bd5+w4eFmHD6GH9ROUrb03Zsz+iY9uW3Tq3lXdrGhIs1impaQqlomXzELlSJLni+Q/fE3HufEzdOv47du9r16r5qnVbpNvAzdXl0f+NefLFd/YdPCoBuKtMczZIAAAAAFDFEDagbMY5G/hNDNwBh/YrEuKkG5Obq1r0l37Mg1fcuHzNRrF+/qmHLJMGmUajnvjwuOcnfzh/0QoRNmzauvu9T6eNHTXo0QfHmPcpKCwaNvbxgADfH796X675Y/6SNRu2JSWl2tja1KvtL47s69BMSPMAABAASURBVOMtb/pzwdKZs+Z9/uHkH3/+Mzo2wcfHc8bXH8qbjOMt6PX5BQUvvfZRTGzC5UlDqTkbbofrmlegnLy9PMQ6OzvPXPPh2y9s3rr7069mzJ676PJpJCyplErxtG/eEW4KG/aPGz3kNoUNgjxbQ05uyf3sP/LhLh3aeHq4Ll6+TqVSPTh2qHhaRH34voiZs+aLKEin04s/68MPjmoT1tzyOMdPnv1r4dJDR04aJEPDwHoTH743wN84fUip51an189fuHzT1l3iZSBeJzVreI4ZMbBz+1byQUrN2WAwGP5etHLF2k1JSSli57q1/J97Yry5C878f1b88Mufs77/bNfeiG0795w5G+nu7tqvZ5dxowdLQCVk+mbFaRwAAAAAqprbPkI3qgClggmigTsh658FablFN7yk//WHoSD/ikc+cy7K0dGhQd1aV9zarElDZyfHI8dOZWRkdWzX0sbGevO2cMsdtu/cW1hU1KNLe/ni51/P/Hn231qtrk+vzqFNGx07eWbic2+ej4q1vMo338+KS0j09/URDdxqdUmwrVRKxVrdq29NOX0u6v57hlb2Pg1m4pGKdU0fL/Esiebyc+dj1CpVj67tA/x8Dh09KZWlc8fW4hnOzMw6HxnTukVT6baJTbhgvJ81vMw1x0+enjNviZeHm1qpDKxfR9SsXr/l1beniKShTavm4iFkZGVPfufzdRu3m6/y7/J1T730TsSRE23CmrVsHiIKjz/3xolTZy+/uW++/+2n3+ZlZGb37Nahfp1ap89EvvPR17v2HLzifXv/s+9EnCAK/ft0bRxU/+Dh4xOff/PUmfOW+7z10Vcbt+zs1a3D/+4bVZBfOHP2/PmLVkpAJaRUKJkgGgAAAEDVQ88GlM30k5jz74DbLuFcrDajQLphGQVB+QVqG9tS1QWFRXHxifXqBFzjqg3q1d574LBoNG/csEHXjm1Wrdty8vS5oAZ15a2btu5SKpU9uxrnHth38IhoT+/Wue1rLz0hzykt2tafevmdaT/89sXHr5sPqNPr//nzeytNyZzVF3tUKHbs3n/4mLH9PcCvpnSribu9P6L0GEFFRcXS7bRt1755C5eJQtvWoeLx/vLbAg8P10ceGJ2YnHIuMqY8gYoIGD6aMv3vJavCWjTVaMr+dzknN0+n1To7O0nXQ9wZ0fovCmEtL+UZ0bEJLz7zyIDeXeWLIvD4bsYc35re301918nRQdRkZedMeuOTb3/6XTw6B3u7uPgL3/w428PNdfqX77q7uYodIqPiJjz7+lfTZ/1wsdeLTLzqlq5c3zCo/refvy3/9cXf/dlJ769et6Vtq+al7ptIOMRrrGsn8aKaKHIaUSOirxcmfzj1m5k/fvOheTeNWv3t1HfkV127Vs0ffPzlNeu3yONWAZWLgtmwAAAAAFRFhA0oGz+JgTtMr1Dk1mlQ6FfL7uAe26wMxWU7iDdkoZ1DTqv2mqhzTlFnFdd8h54+azw93NPD7Rr7ODkZW5bTM7PEukfX9qLVfuOWnXLYIJq2d++NaN60kZuri7g4b+EKsX7i0fvkNl+hbh3/Qf26/71o5ZnzUfXrlHSe6NOjszlpkC7OISnasjMyMxsG1Tt+8uzX389qEhLk5eEu3TqJSSlikW6nQ6LF/JWSVnURY8TGJeTmGXuT9O3ZOcjUM+CNV578cMr0SW99WsPLc+zIQQ+MHXaNoxkMxk9XETC0axM6f+HyF599RCqHDz77NnzfoY/eealtWPOr7ZOXm2e+n3q9PiEhOS0jQ5T9/XxGDu5r3s3ayqpfz87miyvWbBZ/7qcfe0BOGgRReGDc8Dfe/2LV2i0jh/bdunOfONrYUQPlpEGoXcv3lecmSFeZJjQrO1vEFc5OjqLcpFHQ91++VyvA7/LdlixfL14tzzz2gJw0CCGNAvv17iriir37D4e1aCJXduvU1vyqEw/Ep4ZXWkamBFRCfLMCAAAAUCURNqBsSiU/iYE76oKz2/H+o5W+fipbp9YbltoUF5XaoUih3Na1v3W3Pumx0R2/+9hNW3SNo1lZWUnGZt/ca+yTkpou1s6myKFFs8Ye7m4bt+x+/OF7xcXtu/ZqdboeXdrJe4rmddFCvWTZWsurR0Ubp5qIjo43hw2WY/WYFWu1NX28Pn7j6fc+nbZ5W/hHn3//1SdvSLfOg+OGXz5BQlxC4v2PvijdIllZOYcvjowkGr5dXV38fH2GDuwpwhW5snmThn/Pnna1q7u6OIs2d/NFXx9vF2djQ3yfHh2TU9LatQoV5SaNg+xsbaSbo9PrD1uM4OTs7FS3tn+bsOYPjBtm2XnC28tdqbw0oGJUjPHveOjYqZi4BHOl/MqJjo0X67Pno8S6YXADy9sS6dTld8DG2qpLpzabt+4WT36bVs1FYNChTUtzX5lSIqNjfWt6u7j8p69Gk0aBImw4cz7aHDa4u7tY7mBrY52dnSMBlZCCORsAAAAAVEWEDSib8ScxYQNw++VkZRWZTj/PsHE4deKQ9ug+z9z8rOzsostmYihUqS8U5Kcv/1vv4tEkO1tdWLLDFd+qokVboVDI8wpcTXxCkljL/QzEzt06t/l70cojx06FNArcuGWXlUbT+eKMzYnJKSJ9nDNvyeUHSUg0HkSvN/j4+J46F5eRu1mn1WkFne5Cak7d+oF2dnbWVrZf/TjP2t61cdNmOr306vvfqdVqsUdgPf+Hxg2SKryObVu+98bz0o1q3bKZWMwXRwzpIxdatWgmFrn89advXvsgn7w7SSqLo6PDkrk/lLmbtSmIMktJM778lq/acPmeCReSJeM05MbJpd1cnaVyeO2FiT5enouXrVm/aYdYRKohkpiXnn1EnqfaLCc3r6Cg0NXVpdTVXU23kpaebq6xsSmdwRCEo5ISbwe+WQEAAACoeggbUDbjBNGcfwfcfg5OTtqiQlHwLipo5FlDFxLq8s8frrY2GhvrUnsW6fUNU5Iyxj2sPLTPVaN2si1pqFUqFFc4rL1daNNG+yOOhu+LsGzpNjt05ERKappPDS8vz5JBjXp17yjCho1bd9YK8N134EjH9mH2diVTQXh7ehgkw9xfvrrKgzD2hRL343RkvFgs652djXcyJy8/xzTukJXG+KCKtTqxqFWq/j07SLjbPNyMf6M/fv7Cx9vryju4GwfjSs/I8nR3K/NoGo16wvh7Hrp/ZHRsQnRM3LLVm/YfPDLpzU9n//i55W7i9Skyj/T0jFJXT083DpEkD8EEVDHGb1aEDQAAAACqHKUElEWlUpI1AHeSS3FhzeICDy9P36w09ZXefhqFIiAh2t3bq1ZetuPFYe6vYcQQ4zD9036cnZdfegLqouLir77/VRRGD+t3cRpnqX6dWv5+Plu27dkVfkCn1/focmmcnJo1vS+fGkEkGb/8/vf5qFj54oX4OAc7W6ncOrVtVsOr7MZr3G6+NWuI9cFDxy0rExKTxB93Z/gBUa7p4y3WJ06esdzh6+9/u/fhF5JSUi0rxYvhw8+nb9q6S61W163t37VT28/em9Sgbq3YuAsXkpIvu13vuPhEOV0wO3zslFgHNagjAVWOWq0y6PhqBQAAAKCqIWxA2ZQKpU6nkwDcKUql0mf+bzUfH+t64ojiSp0VRKVrQozfI6O8//lTKZV9emy71qG9u3cU7blPvPBWfMIFc73IDJ54/q3IqLjmTRoO7t/T8ip9undKTc+Y989yBwf7tq0uTUQszycs2pFzTCPqSMaBbjKmfvPz34tWeriXTBpsMBhCm9STyqe4uDghIU5CBdCzW3srjean3+ZFx5bM2aDV6ab9MHvOvCVqtfELQ7fObWysreYuWJZ2sSPCmfNRIlGwstaUmuvbzcVp/aYdcxcuN3eME4W8ggIbG2sX59KjMPXv3VWEXtNm/K67uPPR46dXrN7o7uYa2ixEAqochaTQcR4HAAAAgCqHYZRQNiaIBu4wkSU4KCQHXbGkumokrFarPcQOxu2K8hzz5ecmiPWaDdvue/QlT3c3d3fXtLSM5NQ08e4WucKTj91fKtXo0a39zNnzz0XGDOjdVdzWpfqu7Q8dPbl05fpHnpzctk2ova3tynWbMzOz33j5SUcHe/NuHm7OYc0a7o04XuYduxAfd/TwwU7twoIDy5tP4Dbx8fZ67snxX3z7y8Tn3mzXJrRmDa/dew6ePhc1qF8PeUoJb0+PZ5/4n8iWHn369Q5tW2Zn52zftU+8hD56u/QU3M7OTsMG9Vq0dO0zk95v0ayRqNmz/7CIux5/+F4RV5Taedig3sdOntmweee5yOiw0CaJicm790ZYW1u9/erTKiVnRaAKYoJoAAAAAFUSYQPKplAqdXT2Byo50Wj76guP9+zaYdGyNecjY8+ej/Jwc+vcodXoYf0bBtW/fH/RrNykUdDhYyd7dCs9m8LzT47v2K7F0pUbN23dpVAog+rXfuj+UYH1Sw93M7hvxzPnYzKycq5xrwL8ani72q5al/T+Z9/9Mv0TCXdb356dmzQKnPfPikNHju/Yta9Obf/JLzzeq3tH8w59enQOblDvr4XLw/dGFBQVtmje+KEHRgfWq335oSaMH2swKJYsX3vsxGk3F5eGQXXHvvZs5/atLt9TBF0irOrSoc2qdZtFHubk6DCof/cxIwaW6i0BVBkqpUKn5zQOAAAAAFXNFc5YFzV6vV6r1RYWFs74c8XJs7FD+nbu3K65hOrqm5l/u7k63TeijwTgdjrZp6c2JVm6CUHrNqldXaUK4/Dxs7P+Wn6NHZ55dHQtvxoSAFQnv85dVlSkfezBoRJQOb324feFRcVjB7YL8PW2M7G2ttZoNEoTCQAAANUV3wVRNqWCzv4AbkSThvVCgutebWvzkAYkDQCqIYVCYZDo2QAAAACgqmEYJZRNpVIaCBuA20/j6WEoLpJulEKlUmg0UgUzbECX0+diCouKS9VbW2sG9u4gAUD1o1QxQCUAAACAKoiwAWVTGHs2cP4dcNv5TZmqS0mVbpTK0Unl4CBVMC5Ojn27t1uyakup+p6dWrk6O0kAUP0Y+4waCBsAAAAAVDWEDSibUqFkGCXgDrDy8ZXEUuV0bNPsyImzZyPjzDWuzo6d24VKAFAtmb5ZcRoHAAAAgKqGORtQNqVS0vGTGMCNUioVowb1UKtU5poBvTqo1SoJAKol8anIaRwAAAAAqh7CBpRNoVQaCBsA3ARPD5funcLkcmDdgNAmgRIAVFdKvlkBAAAAqIoIG1A2lfhJLPGTGMBN6dEpzNPdRaFQDOnXWQKAakyhVDJnAwAAAICqhzkbUDalQqHT8ZMYwE1Rq1WjBnc/eORMDS83CQCqMeME0fRsAAAAAFDlEDbgkoXLNsVfSNaJn7/iP+NYwga96UJWdp5Op3v3859Fvc5wcatp7enp+sLjY1VKusgAKFu92n5ikQCgeli2Ztv56AS9wfiFyrgyyN+g9Dk5+UXFxe99/ovp+5Sh5FuV6TuWs6Pi+ZGJAAAQAElEQVTDy0/ea2WlkQAAAACgsiFswCXNGtffsefQ1bZmZedeXjm4TyeSBpSTwcBZnAD+Q6FQSEDV1SwkcNOOA1f75y8zO+fyyv4925M0AAAAAKikCBtwSf06fmHNGu6NOF7O/ZuHNAiqFyAB12RuZLFsbSF4AKotc8AgCvJHAZEDqir/ml4d2zTduiuinPs3qBcQ2iRQAgAAAIDKibAB/zG4b8djp8/n5RWUuadapRrYu4MEXJ1lzCCTSxKA6s2YLiguIXJAFdave/vDx85mZOWUuad4Cwzr11kCAAAAgEqLsAH/YW9nO6h3x3mL15W5Z/dOYa7OThJQFr1e/+Lk95KSkiUAuOjbqR84OjoolEpz5CABVZG1tWbYgK6/zl1W5p4d2zT19nSTAAAAAKDSYrR9lNY6tFH9OmXM4Orq7NijU5gEXJ18qrLBNO8lzYgAStHqtDqdTq8Xi16uodsTqqqQ4LphzRpeex97e9u+3dtJAAAAAFCZ0bMBVzBiYLep0/8U7UBX22FIv85qtUoCrklOGsRKjhoeGDuift3aV9xz07ZdGzZvb9I4eNTQARKASmvXnv0r1mwMblBv3OihV9whv6Dg46nfiUKxUZHaoFGpJZFIKk1dHCSgiipzmMp+3draWFtJAAAAAFCZETbgCrw8XLt3CluzafcVtwbVq9WkYT0JKA9T3iCfuVzL37dxoyvPe3ns5GmxdnZyvNoOACqF89ExYu3gaH+193JOTq5c0BYVarU2xuGTlMb/JKBKu/Ywlf6+3m1ahkgAAAAAUMnx8x5X1qNTmKeHy+X1apVqSL9OElAOJbNC65kUGkBpWqNinU4nf0TwKYEq7xrDVA7v30WppGcPAAAAgEqPsAFXplarRg7sfnl9p3bNmb0Q5WeQREOiXgKA/xJRg06rNfZ7Eh8SEkkDqoURA7upVaVHoQxr1jDAr4YEAAAAAJUfYQOuqn4dv1LzGbo6O/bs3EoCysdg4IRlAFdmTBpMw6xJfFCg2pCHqbSssbbWDOrdQQIAAACAKoGwAdcyuG9HOzsb88UBvToweyGuG82IAC5j7NBwMWmQgGqj1DCVPTu1cnCwkwAAAACgSiBswLXI8xnKZX9f79AmTN6LG6FQMBQ1gP+w7M1A3oDqw3KYSi9P187tQiUAAAAAqCoIG1AGeT5D0Vg8vH8XCQCAW0FOIIkZUA2Zh6kc0reTyB4kAAAAAKgq1BJQlhEDu+3Yc4jZCwEAAG7e4L4dlUpFcP3aEgAAAABUIYQNKJuXh+vQfnRrAAAAuAXs7WzHDO0pAQAAAEDVUonDBsZeQJXHVAcAUInwzQTAbcU3QwAAAFRwlS9suOJ8kvy8R5Vh/hkpCuYXNr8tAaDCuvybCV9LANwqV/wSyDdDAAAAVEyVKWyw/A0vk0sSULUYf0AqSkgXUwd+VQJARcM3EwB3gPGroGT+bqjgmyEAAAAqrMrXs0Gv1z/yxIuFhUUSUHW9+epz9erWUiiUgsT5awBQUckZw/0PPy0BwG0zdvTQPj27KBVK6eI3Q/IGAAAAVEBKqZKQzxMUSYNBLJwziKpOqy3WaXV6vc78gudlf9dFRcW8/d6nvfuPCgpp27JN93sffOyjT786c+a85T7ffDvDJ6Dxtu27pdtJpK2ffj6tV7+R4p5M+eLbMvcXd1XcK7m8e89+Uf78y++k67d3/0FxXculQcPW3XoOHf/o07/M+iM3L0+qzEo9MxOffElczMzMkm7aDzNmiUOtW79ZKt9No7IwfziLD2oJAG4n8Z1QW6zV6rTyN0O+FgIAAKBiqmTDKBl/0Rv08lk8Uz9+s3aA3xX3nPHr3NXrNg3q3/N/946SgApj/8EjH06ZVrOm97Qp711tn/GPv5iVnWP8PaktVhnUCo1CaeDktbvv9z/mv/Lae+IPUcPbKziwQUFh4d59ERs2bpv+wy9zZn3ftUsH6Q6a+uV306bPdHJyDGnc0M+3pnRneXt5BgbWk8vFxdpz5yJPnDq9avWGXbv3zfj+CwmoTszfTOSL07/80NvL44p7fvP9r5u37Ro9fOCYEYMkADDJycl98LEXROG3H79wcLC/4j4fff7tvgOHL30zVChUkqRQqSQAAACg4qlswygZTx+kZwOqvuLiouLiYlFQKhXiP8KGu+u32X+9+sb7oc2aTJ/2We3aAeb6ufP+mfzG+8+/9MamdUucnZ2kO+XgoSNivXXjMi9PD+mOa9cm7PvvPresOX7i1AMPP7V0+WqRvnTv1lGqEsRjLPUwgSsT30x0OgkAbiedTnvxm6HSNGmDkpGUAAAAUAFVmmGUJPP5gzoGK0DVpzUq1ouXu954ziwB2110+vS5dz+cIpr1f5n5jWXSIIwdM/y1V56/kJg0+4/50h2k0+ltbW3uStJwRQ2DAx96YKwobNuxSwKqE7lbg/iglgDgdjKOoFRcpBP0uksz0gMAAAAVTGULGyTjIgFVnU4nflMaf1CakwZ+Ut4tc+b+nZ9f8PZbk2p4e12+9Z4xw0Xk0KJ506tdPSY27v7/TWzVvlf94Fbdew+b9t1P17uDpVWrN/gENN6xM1zcJVHwr9tMVI57wDglg4inzLvFxV8QNc++8Jp0TV9P+1HsNn/BEsvKyMhoUfnG2x9L10MezclyhoNrP66gxm0mTX73i6++b9qic4vW3X7/Y7786MbePyEktGPj5h36DBj9zbcz9BZD4Yu3wMxffu/Vb2Rgo9Yt23S/73+Pi7tq3io2ibt99uz5n3+dM2rsQ2Kf7r2GTf/hl1L3c9nyNU89+4rYJM828fgTL4qs6IqPyHLOhrpBLUtNViEvP8yYJe9cVFT8y6w/xj/6tHg44v73HTjm7fc+LfWeFe1EL73ydljbHuLOi8K5c5HS1V3XqwJ3UcmEUgZOgwBwe5n6UImgQcecDQAAAKjIKtkwSkzDiGpCryuZHVri9+TdtnL1emtrq/59el5xq5OjwxdT3r/adY+fPDVyzPisrJw+vbvVCvDftWvvR59+dSEx+cP3XivnDqXUq1v75Reemr9wSVxcwvPPPK5U3tTgCaNGDv1kyjfLVqwZPXKIuXLBoqViPWxof+l6REbHiHWti/PolOdx7T9w6OixE82bhaSkpTduHCxigEcnPu/s7NStcwcbW9u16zd+/NnXuXn5kyc9K+8vspO/F/4b0rjhffeOjo9LWL5q3YChY+f9MVPUmI/5+FMv29vbjRk1tG/v7j/MnP3+R1PF3+7h8ffJW59/6c2/5v/j51eza+cOzZqF7Arfu2TZKlH/w/Sp1350zz39mIgKzBdFEvjt9J9FuiPuvGSKWMbc+2jEoSPNmoaMGD5I/Gm27dgtLtau5T/+wXHma7330edZWVkD+/cpLCz6d+nKhYuW/vrTtCvO9nG9rwrcXSUnQgDA7STSd2PYIJ+DYpAYOwkAAAAVU+ULGySgGjA1Xl3qI88r/25JT8+IiYlr3CjYxsZaun5vvPVxbm7emhV/NwwOlEwtBa+/9dEvs/4YOqRfq5ah5dmhlAYN6r7w3MTtO8OTkpJFQbo5NX28O7RvvXHTtoyMTBcXZ7lSNOjXq1enZWiz8h9n3frN3//4qyh069qxnA9cEEnDV198OGbkUPniBx994erqsm3jcjc3F3FR3KUefYYtWLhEDhsWLlom7tioEYNFtKNWG//l2rv/oGiRn/z6B0sX/2G+J1YazcJ5v6pM02Z279qpQ9cBC/9ZJocNO3aGi6Rh+NCB3379iTzCtXhbDRl+v8gbpnz2nuNVpuWUPfPUBMuLL7z8ZnFx8Vuvv9S2TZi4+POvf4ho4dOP3nrgvjHyDqmp6a3a91y8ZKVl2JCdlb1s0Z/ySFz/e2DMwKH3vvrG+zu3rLx8uO3rfVXg7uIUYwB3gumMKz5wAAAAUMFVpmGUZHzDRnVQkjUwaNjdlpKSJtYuLv+Z/Dk/v2D0uIctl7H3T7j8ugciDosG7nvGDJebjCXTpI6vT35eFH7+eU55drgDhg0ZoNVql69cK1/cdyAiOjp21PBB17jKzt17zQ986MgHGjfvcP/4J0QqI5ram4Q0ksr9uBzs7UcNH2x55Jyc3IQLF+SyCD/m//nz6hUL5Itz/vzb3s7u7TcmyUmDENai+f33jhGRw7btu81HGNC/l5w0CHXq1Kpfv05iUskoSf7+vlM/e++5px8zN+6LQmBgPVHISM+Qym3mL7/PnffPkIF9Jz42Xq7p3q3Te2+/OvpiaiK4u7vWrOmTnJpqecWH/nevec6PZk1DRg4fHBUVE75nf6njV4RXBQCgopG7MzBbAwAAACq4StazAagu+BlZMbi5uUrG/g2ZlpU6vW7rtv/MhGxuAbd05sx5sU5ISPziq+8t652cHM+Yxusvc4c7YMjgfq+/9eHS5avvHTtSXPx3qXFYoVEW7eaXS0xKFotc1mg0Pj7eDerXu//e0SOGDZQry/m4atXyF83o5ovi6jt37ek7cEzPHp07d2zXu1f3evXqmLceO36yfv26ohHf8oAtWzYTTf9iU8cObeQa7//OqyHyifS0kiDB38933D0jRCEnN3fHjvDNW3fu3Xfw6LEToqagoFAqHxFsvPP+lKZNGn8x9QNzZfNmIfJ4SuJp2bJ156ZN2/ZHHI6MjK7p4/2fe9viP51FQpuH/DX/nyNHj7dp3dKyviK8KgAAFY2cMTB6EgAAACo4wgYAuCrRui0arGNiYouKiq2sNHKlg719QvRR8z6deww6fz768uvKMw+vWbtRLKU2yTMbl7nDp59PW71mg7myWdOQLz+/6vwQN0Y8ln69eyxZtiopOcXdzXXpslWi4b5UK3kpQwf1+/67z6+xQ5mPS2ZrY2O5SaQdNjY2n02dtmr1BrG89uaHok3/7Tdfat+2dXZOblZWtqeHW6mjeXm4i3Vycoq5RvyxSu1jOXPvDzNmiXAiLt7YecLZ2al9u1YKhSLi0BGpfKKiYh578gVnZ8eff/zKztbWXJ+Xn//u+1P+WbRMxBiSKUQR+UFOdk6pq3t6uVte9HA3Xiwu1pbarZzPHgAAAAAAQEVD2AAA19K+feu16zaJlt+BA3pf1xVrmM6y//qLjyynX76uHZKSko+fOGW+6OnpfsXdLhvzX8rPy5fKbdjQAYuXrly5al29unUSLiS9/OLT0s0p83FdzYhhA4cPHRAbG3/m7PkNm7aJYOC+Bydu2bDMz9dHhCLJpiGtLCWlGMcpcnF1Ls/B5y1Y/O4HU5qENHrgvjEtQpu1ad1Co9G88PKb5QwbRJAw/pFnMjOz5/4+w8+vpuWmN976aO68fwb07xXWonmH9q3lsaTad+lfWFBguVv2f+OHpGRj7xA/35qlbuiGnz0AAAAAAIC7q/LN2QAAd9LD/7tXrKd88W1hYdHlW7Va7dUG4ald21+sSw3Kr9frv/l2xuw588qzw9TP3kuIPmpe5v0x84o3pFYbu1zk5V9q2j5mEVGUqVvX/vNBQAAAEABJREFUjp4e7mvXbxKLaH8f0K+XdHPKfFyXKyoqnvzGB19+/YNCofD39xV36f13Xn18wv/y8wt27tojdmhQv+6ZM+dSUv+TN+zbFyHWzZqESOWwfIVxXopvv/rkmacmdOzQRjxScTEmNk4qx1RA4s4/+cwrx0+eeuXlZzp1bGu5SVz336Wravp4//T9l+IOy0mDuNvx8QmlDnv+v/0SDh0+Jl18rizdwLMHAAAAAABQERA2AMC1dOnc/qH/3Xvq9Nle/UfMmj03MzNLrs/Kyv532er+g8fGxMQ5OTlcfsUWzZs2bdL4j7kLVq+5NB7OTz///vFnX8tzHpS5Qzk1qFdXrLds2VFyx7Jzpv/wS/mvLprdhwzuv2377o2btw0e2MfJyVG6OTfwuKysNAcjDv8487f4hERzZW5unmSca8F47v+YUUNz8/Le+2CKTqeTt+47EPHb73+JZKJd2zCpHKytrcQ6v+BSn4/d4fvkyaXLnIn908+nrVm7ccSwgU8/8UipTSIdsbax0usNllnUzF9+FxdLRRg/zvgt/eJM1MkpqSKiaNUytHGj4FIHvFWvCgAAAAAAgDuMYZQAoAzvvjXJy9N96lffT37jgzfe/lg0EOfl58kT+Qrt27X+csoVplJQqVRTP3v3fw8/9b9HnurTu1tI44bnzkYu+ndFm9YtJz42vjw7lNOQwX2n//jLoxOf796to0+NGqvWrBet1a6uLtd1BNE+fvr0ubdee0m6aTf2uJ57+nGx/7BRD4waMVipUJ47H7lw0bJBA/q0bWPMEh64f8z+iMPz/158/MTpzp3axcXGr1q7wcHBfvq0z8TNlede9e7ZbdnyNUNG3N+zR5dGwUHxCRcWLloqkhURGmVmZV3jijt2hn/z7QwRyfj5+ZaatLlmTe97Rg/v16enyAbaduzTq2dXnxreEYePimTC2dkpIzNTr9ebJ8EWodSwkQ8+8vB9BoPh+xmzXFycPv34LcVlY2DdqlcFAAAAAADAHUbYAABlUKvVzz792OhRw/6Y+/emTdujomNSUtNE67No3B87eoRoEb7aFUVL8cZ1/8746bdtO3b/OOO3WrX8J096dsIjD9rYWJdzh/JoEtJo1sxp73wwZcPGbS1Dmz0y/r6nn3y0Revu5T9CWIvmtWsH5GTndO3SQboVbuBxiadx6mfvffLZ11O/nC5a6lu2aPrR+6/ff+9oeatolP966ocD+vZc8M/SvxcsEVHK+AfHPfrwA9eey9qSyDBEc/+X3/ywfMXaFSvXtWoZ+sKzE4MC6z/48FO7w/e3DmtxtSsmXDDO2Fz8f/buAjBqZA3geNqtQXEpFEpxd3dpcShQtFhxPeA4HA5353B3d7dCcXe34sWlRQv1vm83sLe3Va5wr4X/7/Lykskkm82W3Zn5MpmAgCnT5hhtkjiTBBsGDejl89Fn87Zdy1euixPHqnixQrNnTrx29ca0mfPPXbgkL6RmXjB3yqKlK8dPnB4/Qfyqlcv/3qmtvE3lO109AAAAAACA/zuCDTHRiZNn6jRoIQtHD2zPmDH9t+yq5C1YNlWqlLu2RenR3o2btT9w8OjhfdsyZ86g/ACLl67qN2DEonnTqlT+hnZPIGayTWnTs1snmSLI83vndjIZpsSPZ92j228yhbdLpBlC27BmkVFKpYoOMhmmXDp3SL+8YsnfreRFCxd45nnNaPc3b96+ePGyWVMXCaso4ZOYROh9wxPx+7p17VToxMYN68qkhC/029Rr08pVJqNEo2/C7n90lMkoj/4dGV2ZWTMmyKTohq2WSQlfgvjx9Jn1ajlV+bNvN3W5Q7sWMslCmdLFwzxC6A/lX/xVAD+3ffuPbNvhdvv23Ru3PGxtU+bJmb1J4/qlShZVfrAazk3Onr948ezBFDbJDdN3u+1v27GbpYXF4gXT5TQ6duopEcebV05IEPHUmfPOdV3l36/6e2GfMV+RwvnXr14U5vE7d+2zYdP2zeuXFi1S0GjTmvWb/+jeX761enXvrPyzTGX0Ek2at5dgc3jfz9NnLRg5epJhStKkiVOnSpUlc4by5cs616iqAAAAAMB3wpgNMdHmrbvUR6CsXLNR+ZXc9Lhta5/TaHLff7hqDRdZkLiImu3Z85eymjXnD29iAH4Rs+Ys+vzZt6FLbQUAYpgPH3169R3StEWHNes2vfLyypM75/t376Vlv36jVj37DNaP4/JfOnL0ZLvfuusjDUpskCVzxtKliqlT2jRp7t17sH7jNomRLFy8Qs0wZdqcMuVrZM5epEHj1kuWrlYTKZgBAAAA+Cb0bIhxfH39Nm/dWbZ0iYeejzds3Na31+/m5uZK7NSiWSOZop4/jV1q9ZbtuQuWvvF+16dXF1nOljWLzFPZpnDbe8ChXClZ3ut+wDaljTp4LIDoqFXHNSAg4MKlKzWrV86WJbMCADFMz14Dt+5wK1umxJgRA9Ols1cTjx47NXb81BWr1oeEhEwcN0z5D509f7Flmy4W5uaGkYbQ3Zu+u28tUxlp2fwfu8t127J9d5eufUeMnlTH2UljZhYUFNy1c3vHcqXGjJ/af/CoKlXKp7BJTsEMAAAAwDehZ0OMs9f94Pv3H4oXK1SxQtkXL1+57Tmg/DKs48YtUbyITDbJkydIGF9dTpIkkYliUrVKxV273aVuLNnc9x+uVNFRCTWwKoBvlTBRggeej5o1dZkQ1hjXAPD/JUEFiTQUK1po1bK5+kiDkFb+DWsXFy1cYOXqDVJwUv4r12/catKsgyzEoj4NYTIxMXGuUbW8Y+nPn31PnzkfP5519z861q5VrVjpKkuXrxk1vL/62CgKZgAAAAC+CcGGGGfztp0yL+9QppaT9im6azdsMcrg5fVm0NAxjhVrZ8hasHiZqi3bdrlxyyO8o038a6atfc5mrTr5+wcoUSCHkoPXcG6SPkuBEmWrNWne/tTpc/qtOfOV7N5r4JlzF37r3CtvwbKSbfLU2XLk5y9e9ug9KH9hB6mjTvhrhv6ZBouXrpJX3+22X3+ER4+fuLboWLhExUzZCjtWqj1txjwlanLmyBrXOq6czKfPn48cPVHeobQCINqWLpxx/dKxsaMGSUuTAgAxzOq12udJjhz2p0mohmwLC/N+ff5QdDfdy3zwsLFS5JDghGGe4ydPS+KoMX+pq9Kw3rPP4FIOTmohR4o0UqjQZ549d7Fkll2keJM5e5HK1RsEBPyj7HTv3oOGTdoGBQaFjjR07NRT9n337r3yw4QuU0WfXerUMn/79bRNTU3PnHDv0e23vv2Hy3WIeF8KZgAAAABCI9gQs7z28t6z92Dhgvnt7e0yZ86QL28u932HpClfn0HqvU2ad5i3YJmllYVrkwbJkyaVamftes1fvfYKfbRlK9ZK03/FCuXmz54sdfJIX33Vmo0Vq9Rbs26zTYpkzZq6JEqQYP+Bo793/9OwKn7qzPmmzTokt0k2avgAOYexE6b16jfEpXGbZMmSDh7UO1WqlBLemDJtbpjHl0hGFacGBw8fz5snZ/NmDeNYWY0aO7n/oFFK1DhVrei294D7vsPFixW2to6r6G6mAwAAP6tr127ZJE+WI3vWMLcWLVIwZQobCTB4eb2pWaOKpGzb4WaYYcdOd5nXqqm9e0MiDXUaNF+xar0csHWLppkyppdiT70GLX19/Qx3GTRk7N37D7JmyWRvn9rwOZaPnzxzadr2w8ePsb1Pg6GHDz1lntbe7umzFwsXr/D59ClB/Hjt2jQPCQk5e/ZipLtTMAMAAABghDEbYpat23YFBgY6Va+krsrCxUtXV6/Z+MfvHdSU4yfOXLp8tVvXDr17dFFTps2cP2rMX7vd9knswfBQO3bu7fPnsHJlS86dOSkqkQapYQ4aMiZDhrQ7tqzW3+M8YtSkGbMXnDhxtrzjlxvW7t17MGvGBOca2np7yRJF8hdxWLtu8+RJI13qOSu6amfxMlXXbdza/Y+OoV9iwKDRPj6f9uxclz2b9mm/wcHBEmmQyq1zraoSX4n0DKtUKd+hU0/vN28rV3BQAADAT03CAzc9bhfIlyeCPHny5Hy+9+UDT8+C+fNmypR+5669o4b312g0sikoKEiKVTlzZJNJVmfOXihlqvFjhjRtXF/dd/O2XR079Zy3YGmXTm31BwwOCr5w+oClpYW6qvao8H7zpm2H7o8fP5W2eLvUtsr3NnT4+HjxjbuXvX7lrfwwfn7+i5asdN9/2DalTZ7cOT0fPZYi2S2Pu7VqVNmjeyxVoYL5Ij0IBTMAAAAARujZELNs2rxT+xTdWtXUVeea1WW+YvWGkH/eLObp+Vj/qKLmrg2P7N/eyKWOumqirRabHDp8vGOXXmXLlFg0b5qVlWVUXlpeYsyoQSOG/Gn4NJWsWTPJ/LX3390m4llbS0RBXU6UKGGG9OlkofrXFDMzsyyZMzx8+EhCJkbHv3DpyvETpxu61FEjDYqut37/ft1kYcGC5UrE56Zo3760I0jzwZatOytVclQAAMBP7er1GzJPlTplBHmkKCLzN95vZV67ZvXXXt6HDp9QNx0/cUZW1W4NYu78JVkzZ9JHGoRzjapFChWYPW+x4QHr1HHSRxoUXelI5q3adr17936xooXef/jYrdfA4OBg5buSMtKRoyeNpggekvkvLFqyqkHj1upUtYZL9jzFh44YL+n9+/WIE8cqa5ZMY0YM3Lhpe4PGbc6evTh9ytgSxYtEcDQKZgAAAADCRM+GGMTD4+7Z8xdLlypmkzyZmpI6VUqp7EkbvdQ5y5QuruieGJAxY/oNm7ZfvHytckWHsqVLlCheOFOm9PqDSK346bPnbTv8ERAQkDFD+ihGGhRdFKFubSdZkDjBmbMXjh4/deLU2cuXrkmKv5+/Pptd6lQSUdCvWliYJ0gg4QlrgxQLOYfAwCDDbOLOnfsyf/bsxaTJswzTZfc79x4YnUz6dPaJEibQr+bOlSO57pq0cG3ocfuubUobLy+vokULKQAA4CdlZaktw3jrAgnhef78haIb617mUowZP2n6th1ujg6llK+PVKrjrC3bPH78VOIEdnYao0LIZ19fOb7EJJIlTaKmpE1jF/pVHj58NGPq2GpVKjpWrn3y1NnpM+f/3rmd8v1sXr9UCnhGiWvWb/6je3/lO5Hik0zqshTbUqe2TWtv161rRwkYqInNmzWUKbzdKZgBAAAAiAqCDTHIpq3aoaElrmBrn9No09r1m9VggwQPNq5dPGzE+I2bd8ycvVAmaeqvXdtpyIDe+rjCi5evUtmmSJgo4YJFy+vWccqfN3fUXl85cPDomPFTL1/RBhjMzc2LFS1YokSRvbre9HpWcYyjF2ZmGiUK1JEn9uw9IJPRpgcPPI1SOrZvabg6bvRgdaFDuxbqQq6c2ZcunKEAAICfVNq09hqN5v79BxHkefDwkcxtU6bU5U9TpFCBXW7u40YPMjU13bXbvUTxIqlTaTc9e6GNSVy/cUum0Ad56K6xOzMAABAASURBVPlIH2yIE8cqdIZJ44epQYu/Joxwrus6ftIMh3KlpMFdiT1GjxjQolkj5d+iYAYAAAAgKgg2xBQhISEbN2+XJv4/urQ32jR91vyt292GD+mXOHEiWbVJnmz6lLHjxgy5eev2lSvX5y9avmTpajON2Yih/dT8km3dqoXXb3i07djtzwEjtm9eqT68ePO2Xbt3uU+cMNw6blw1p/qwIzV+cOfO/Vbtfk8QP373PzrmzJ6tVKliEsZYs36zUbDhX0uZwkbmUyaNalCvlgIAABAhKYeUK1ti3/4jh4+cUG+5MHLqzHlPz8eZM2dQIwrCuVbVPweO3H/gqBSoXnt59/n6XErbFClk3rhh3YnjhinfzqHcl5GrihYu8FuHVjNnL+zavf/u7WujMiYWAAAAAPw6GLMhpjh+4oxUmKtUcpS2fqOpRvXKAQEBEoqQbNL0/1vnXvfuPYgbJ06BfHmauzZcu3JhPGvrg4eP6Q+V1t4uQ4Z0TtUrVShf9uKlq/MXfhkR4cKFy1u27/Z89FifUx17MFEibQzDzX2/r69fj26/9ereuVrVClLDl8RHj54oXx9YHE3p0qWR+ekz5w0Tg4ODp06fu3T5GgUAAOCfWjVvKvPBQ8f6fPpktMnPz3/QkDGy0K51M3UYZ+FUvbJGo9m5e++efQdkQT+mlJ1dqjhxrM6eu2g03MLa9VsmTZ7lZ/C4yEj16fm7hDdu3PQYPW6yAgAAAAAwQLAhpti0ZYeiqySH3lS3dg2ZL1+xXuZBQcGbtu5ctWajfmtgYMBnX980dqlC7zhm5CCJQ0yYNOPJ0+eymiFdWu0Lbdqhbj1+4vSNWx7ZsmRWR4S2tNAOh/j5s69+d2/vt6t1L/Rdgg0SGsmTO+eKVevd9vz9GKV5C5aNHjflxctXCgBEW3BI0KN3J908+qy70nTNpYbrrrju8ej38M0xBUDs5OhQqkmjejc9bjvXbebp+ffdEo+fPKtdr9nlK9fKlS0pGfTpyZMlLe9Y5vips7t2uVep7Kh2CVU1cqnrcfvusJET9KWacxcu9eg96NiJ04YjQkfKwsJ8yqRREsmYM2+JFKUUAAAAAMBXPEYpRvD19du2w806btxKFcqF3lq6VLE0aVJLTfv8xcsVypcpXDD/9FkLpIE+XVr74JDgNes2m5ub9erROfSOqVOl7Na1w/BRE/v2H7Zs0cy6dWtMmjJr2sz5Z89fMjPTqJ0Mmjb5UkV3LFd6VJzJQ4aP2+N+sGiRAnJKW7ft+vDRRza9f/9BiTaplk8cN7RF684t2nSuXMkhV87s9+4+kMBJ0SIFjR4EDAD/QkDw51Oesy4+XR6iBOkTn3+4fOv1zgxJHcul729tkUwBENuMHTVI5itWrS9Wuoq9vZ1tyhTPX7x89OhJUFBQ08b1Bw3ope/WoKpRvbI6OpTRDRx9e3e9dv2mRAjOnbtUvHhhPz+/JctWJ02SeMyIgco3yp83d+ff2kyZNqdrj/773DapnUEBAAAAAPRsiBF27dknDfrVq1XUD/JsSGrR6rCEa9dtMTMzmzl9vDTWr9uwdfyk6bt276vgWHbnttUF8uUJ88jt2zbPnjWL+75Du932x7O23rBmsbyKp+ejI0dP2tgkHz9mSKsWTdScGTKkmz19gk3yZMdPnP5ryuz9+49Uq1px55ZVlpYWRs8++tckwHDAfWvPbp3evfswZ+4Sjzv3+vXuunr5PDkxBQCiwT/Q9/iDaReeLjGMNOjd9zpw8P7wTwFvFACxjUajmTB26LpVC52qVZJS0KXLV83MNM41q0rhR4oxau9MQ5LNOm5cmapUdDRMl5yb1i2RXRIlSrBk6Sr3/Ydd6tfes2t95swZlG/XvWvHHNmzPn78dOCQ0QoAAAAAQIeeDTFC7ZrVZIogQ99ev8ukLtultl08f3p4OS+dO2S4KlX0/Xs36VczZUo/f3a4jxiuVNFBJqPEB7cv6JevXTR+GsmubcbDLSyaN02/3KJZI5kMt0pVv0e332RSAPx4Bw4ebdysfcR5nnleU6Jh6vS5o8dNkXbAUiWLKv8/915dPHl3S9xwApchSsgD7yO34m/Pn8pVARALyTdMFL9krKws79w8E+YmExOTpo3ryxTm1g7tWshklLht84owM1tYmO9z+/uZlrNmTJBJXS5auIDh96rn3YtK+KZPGStTmJtc6jnLpF81LFMZvcSKJXOU8HXu2FomBQAAAAB+PIINAPDTSpgoQelSxfSr9x94Pn78NHeuHIkSJVD+H2563Hao4GyUuGzxrIl/zbh46erKpXMcypWSlGfPXxYo4pAgfrxb105FfMDAYP87L84fvb36+tNTn/xfZ0lnZW4Wdo+9wKDAi0+XpYyfO7l1djNTSwUAAAAAAADfFcEGAPhpFciXZ+3KBfrVfgNGLF66qnePzhXKl1X+H9LYpd6wZpEszF2w9I33uz69ushytqxZZJ7KNoXb3gNqsGGv+wHblDY+Pp8iPeDJO1v33f7LwvKdYhoQEKh4PvO3S2FhaWEcbwgJCXn7Iejjpyc7b3XLk7JJwdQtTE34+QMAAAAAAPieGLMBAPAfsY4bt0TxIjLZJE+eIGF8dTlJkkQmiknVKhV37XaXqIBkc99/uFJFR+Wfg76G9sn/w5ZLY+PEfRcvriZtKsuMdhZxrUyDg0NC55SjvvsQ6Osf/Mnf+8yj2U/efZ9xaAAAAAAAAKBHsAEAfmnSvj9/4bKKVetlyVGkYFHHpi06PHjg+U0ZDHl5vRk0dIxjxdoZshYsXqZqy7ZdbtzyiMJZKDlzZI1rHffU6XOfPn8+cvREeYfSke5y/PZG/6D3Vrp+DKamJvHjmdkmt4hjpVFCvcF3H4I+fAqOY6ndFBQSsPrsQP9AXwUAAAAAAADfD8EGAPilde3+58AhY2ShaZMGhQvmP3T4RHXnRlev3Yh6Br2AgIAmzTvMW7DM0srCtUmD5EmT7nbbX7te81evvaJyJk5VK7rtPeC+73DxYoWtreMqISER53/27q4+R1BQyOs3AZ99g4zyBAeHeL0NfPzCP46lqUyKdvCGkLtP73t631AAAAAAAADw/fDQagD4dW3YtH3dhq3169acNH64mZn2F+Hs+Yv1XFr26z9i2+YVUclg6PiJM5cuX+3WtUPvHl3UlGkz548a89dut30Se4j0ZKpUKd+hU0/vN28rV3BQoiBBnGSBgSF+ASFWFiaKifLxc/DTlwEJE5gmSWBubqYEBYf4fA5+8y7os1+IxlRJkVRO3yQkJOTN+8CAwBAfv7cKAAAAAAAAvh96NgDAr2v5ynXWceMOHtBbDSSIQgXyuTZxkYjC0WOnopIhNE/Px0FBX3oYNHdteGT/9kYudSI8CyVE0XZRKJg/r0aj2bJ1Z6VKjkoUFE1fXWMS7/WbgKAgCSeY2Ke0SGVj/tEn5O4jv5v3/W4/9H/6MlAiDXLi6VJbxour+ewX/NI74MXrAEUbqEiqAAAAAAAA4Psh2AAAv67rN25lypQhadLEhokFC+ZVN0Ulg6GiRQpmzJh+w6btZSvUGj5q4uEjJ+LGscqUKb0+UKGXPp199qyZ9au5c+VInjyZLLRwbVjH2ck2pU2CBPGLFi2kRChlooyVc7bxeht0x9PX+31gSEhIovgaS4uvw0oHKSa+GtP35sFByvPX/h4Pfe898nv2KjAwSElqnco+SXYFAAAAAAAA3w+PUQKAX9SHjz7v339IniyJUbpNMu1d/69evY40g1G6lZXlxrWLh40Yv3HzjpmzF8qUIH682rWdhgzoLZsMc3Zs39JwddzowepCh3Yt1IVcObMvXThDiUxW26Jmly0/+/l5PvU3CTSxehgvJMBSyfheMVGsLye1fBLPJ5u3X4IAn89/D/9gprFwLvCHxtRcAQAAAAAAwPdDzwYA+EXFj2cdz9r61Wtvo/SXuvGcEyVOGGmG0Me0SZ5s+pSxd26e2bF11ZiRA21SJF+ydPWI0ZOUHyNZfLu0SXKqyyGakCCLYKuH8eNeT2ziZ2oSoP2BC44XYJhfY2pWPGOtwhmqKQAAAAAAAPiuCDYAwK8rc6YMd+7ce+31j3DCuXOXZJ43d66oZDC01/3gb5173bv3IG6cOAXy5Wnu2nDtyoUSrjh4+JjyYySOm6JuoR7mGl23CRPFP7WPb/r3lo/ixzufXPNR23chKF6gPrOpiaZyrtaNig34kh8AAAAAAADfD8EGAPh1udR39vn0adiI8fohnc9duLRk2eo0aVIXL1YoKhkMBQUFb9q6c9WajfqUwMCAz76+aexSKT9MlpRFRtbd45C9SbpkuZMltEuYP0nynKkt38WJFxA3jrl5uSQuSU7bl9U0blN2wpj6B+oW6mlpFlcBAAAAAADA98aYDQDw62rm6nL+0pW16zbfuHm7TOniTx4/3b13f7x41jOnjdNoNFHJYKhC+TKFC+afPmvBi5ev0qW1Dw4JXrNus7m5Wa8enZUfKWm8VI2KDnj76dUn/7cmJqYWjlYLu3c1153ew0M3c2Qs4dKgr2WcOAoAAAAAAAB+GIINAPDrMjExmTJxZPUqFdZv3LZu/ZbEiRO1bN64betmqWxTRDGDITMzs5nTxw8YPHLdhq2ymiN71gqOZZu5NsieNYvyg2lMzZLGs02q2KqrFmZfft2srK2rNGlFpAEAAAAAAOBH4zFK4SpRtpqtfc4wp8bN2oe31+KlqyTDbrf9yg+zYdN2eYk16zerq/YZ89Vr2FKJhhMnz6jv6+7d+6G3rlqzUTZNnT43vN2XrVgbXoZHj57IprouUT09OYjkP3rslPJvGV2caOrYqacc7d279wrwUxg9YsAzz2sVypc1Sq9U0WHurEmXzx8+tG/r4AG9QgcSIsjwe+d2csxSJYuqq3apbRfPny4pMu1z2yiv+B9EGiJQtmZdW/v0ChD7Gf1E5i1YtmoNlyju+yMKJ2XK15CS0o87/n/Az88/Q9aCUoxRfmENGrfu3LWP8v9w45aH/NkMGT4uKlsNi7tG/xZy5isZ8b8Fw38shvueOnNelif8NUOJMi+vN/0GjJC//Gy5i7u26Lhg0fKAgAAFAAAAwFf0bIhE6VLFQidmz/b/bDv77jZv3ZU4caI3b96uXLNx4J89FACIzfw+++iXUxJpABCO4ydOf/7sW65MSeVX9e7d+7PnLo4eOVBBFHz46FOnQfP7DzzLlC5WqUK5I0dPDhg8+sixkxJiVwAAAADoEGyIxMqlc8zMvuEqtWjWSCYl9vD19du8dWfZ0iUeej7esHFb316/m5ubKwAQa717+UK/7OfjowA/o0vnDikxRqwr/KgOHTmePWuWNGlSK7+qEyfPSjmwZPGiSswjH80zz2vK9/C9/rFMmz7X4/bdtSsX6G9Fatex+7YdbucvXi6QL48CAAAAgMcoYa/7wffvPxQvVqhihbIvXr5y23NAAYDYLDg42MzCQhY0ZmamZhoFAMJy+PCJMmWKK7+MGZvwAAAQAElEQVQwCbfkzZPTLrWtgii4c+9+lswZDTs9O5QrJfPr128pAAAAAHQINvx7Fy9dtbXPuWrNxg6/9ciSo0iJstUkJfRjiw8fOeFUq3Gu/KWy5S4uC4cOHzc8SM58Jbt2//P27Xvdew0sXKJivkLlXFv+9vDhI8M8Z89fbNexe468JZ3rui5dvia88zl56qy8dI/egwwTQ0JCChRxKF+5Tnh7bd62U+blHcrUcqoqC2s3bFF+sBmzF8j5ZM5eRE6saYsOjx49CS+nXJzOXfssWbZa8mfKVrhy9Qaz5izy9//Hs3EjvTifP/v27DO4lINT+iwF5DOS6/zp82f91qCgIDlmDecm6vnUadAignDL8ROn7TPmK1muuhxTARBT2dinbz5ycrPhk1qMnpomW04F+BkZPoZ+/sJl6sBLCxYtr9+olZRJHCvWnjl7YXj7Pnv+snDJSvLDajhIUsS/zvLTOWXanErV6ufOX/qPHgMePPA03GpU+IlK2Sa07Tv2NGzaNmuuYvJj/efAkYYDJklhRt5jxar15K0VLOoop2d4Aurbl5ebOn1urTqucmU6duopxQPZtGb95noNW8peclmu3/hHi7C8wRu3PMqWLqFPkVJcpy698xd2kBNu3b6r0UBWcq3quLSQtyaTFOf2Hziq33T12g11vKh1G7Y2ad5eMjRu1n7Dpu2KblSAVu1+lxJgFSeXbdvd9Lu07dhN3oiU3JzrNcuas2jxMlUHDhnz/MVLw1d87eU9ftL0Bo1bq+9aiigrV28wetfhfehRLBNKsKGMwRWQa9Kmwx/ykcmfgWOl2obDcUkZTBKNyj9/TZktr7Jv/5Evuz9+4tqio+wuf1qy+7QZ8wwzy9vs3W/opMmz8hQoI6cReqiMwMBAlyZt5IDTZy1QIhvRITT5fGvXby6vIteh34ARcjL6TVEc4CTSD2Xh3KmH9m013OWO7o/ELnUqBQAAAIAOwYboWrBohZv7gaxZMkuzdc4cWY22SlVTas4PPR9VLO9Qr07NV15ejVzbbd62yzDPuQuX6zRonjRJ4uGD+5UsUdR936EGTdp8+Pjl0R9btu+uWbvp8ZOna9Womj59upFj/vpr6uwwz6RY0UJp0qTesWuv4VB1x46fljaFOrWrh7mL1GP37D1YuGB+e3u7zJkz5MubS17dqK77ffUdMHzEqEkBgQGNG9UtVbLYmTMXqtZ08fC4G17+U2cv9B80qkL5srOmjy9erNCwkRMaN2sXHBysbo304kitWK7tilXrbZIna92iaaaM6SU4VK9BS19fPzXDkOHj5ZjyudSvVytXrhznL1xq0abzgYNHQ5/JhUtXWrTuLFd47coFceJYKQBiKlONJmEym2R29jLXmPFcOPwqOnTutW3HnjrOTn16/f7hk8/wUROlGTp0Nm/vt42btnvj9Wbxgun6od0j/nX28/OXn84x46fGi2ftUr+2NHBXd27k7f0mgpOJuGwTmgQnpKn35YvXjRvWzZg+7dLla6Th+O3bd/qt0uwrC02bNJBCy6HDJ+QEpInf8AitO3Td636oUcPabVo13b13f9PmHQcNHbNq9UY54XZtm1++fM2lcRsvr7/P+fipM/JrXqJ4EXVVigpOzo2PnThd3rFM2TIljh49Kc3Tly5fVbdKK7806D984FnTqapMT54+k6CClCgMT2DGrAXjJk0vVqTQkIF9pA26c9c+8hFIc3+JYoUH9e/57v37dr91P37itD7/hw8fW7TpYpvCZupfY5o3dVm7bpNTrUaPHz9Vt0rkw6FCrWkz5suya1OXzJkznj13URrrr1y9bvii4X3oUSkTSmjh/v2HZUt/6dsh17NClTr79h8uXCCfa9MGkjJ63JSuPfqrW2vWqPzRx2eXm7vhq2/eujNZ0iTlymrDFRIbqOLU4OBhbVeJ5s0axrGyGjV2shThDPOfv3BZwiepU9tqzM1z5sxmuEmKdl269j185ESfnl06d2ytfKNnz17Ua9hK/iZdGtQ2tzCX6Ff9Rq31hb2oi/hD0ZOwjVwuiaVJdMehXCn5g1EAAAAA6DBmQyQaN2tvlFIgf96+vX7Xr3rcvrvfbVOmTGGMQSr1+cHDxmTLknnT+iUJEyaQlF7dO7m2+G3I0LGO5UoniB9PzSaV9oVzp1atUl6Wq1R2tLCwWL124/HjpytXcvD3Dxg+Ynz8+PE2r1umvkT7ds1qOjdRwtGgXq2Jf83cf+Co7KumbNm2y8TEpHYtpzDzb922KzAw0Kl6JXVVFqRyu3rNxj9+76B8ozXrtxw9fsoo0agXgtSxlyxdLSc5afxwjUb7bJObHrdr1XEdPHzsqmVzwzzs40dPJHMjF+1deBUrlEuaNMmoMX9t2rKzbm2nqFwcqQTKOxo/ZkjTxvXVFIn0dOzUc96CpV06tZVQhNTJixcvvGH1IrlKsvXMuQsSvdiwaZvaL15PPiPXFh0TJ0m8etnc1KlSKgAAxDAW5uYb1ixSf16lmFGyXPUNG7e3btnUMM+nz5+llfyBp6cUPPSRhkh/nVet2SAR92ZNXcaO0t4pLy2t3XsNkrJKggQJwjuZCMo2oTOv37ht7fot8is/f/ZkCwttgHDNuk1/9Bgwc86iP/v8sWHT9nUbttavW1NOTx1G6+z5i/VcWvbrP2Lb5hX6g1hZWm1ct1gdd0qiGtNmzDtw6KiU0NSU5MmS9u0/3H3/QYk9qPmPHDlRqGA+S0vtI9cePnwkW+3sUm3ZsCyFTXJJuX37XqXq9QYPHbt5w7J79x4MGDwqV87sq5bPlbZ12frH7+1dGrUZNGSMo0NpNb+ia7s/vH9bGjvtCBBJkySR6zxvwbJD7lvSp08rKQUL5C1Xoda6Ddv04Q05SbnmUyZ9aY4vWDCvlECmzpg3bvRgWR019q83b9+5u22QYqSaQQI2ri1/27bdLXeuHFH50CMtEx48fEzCLQUL5FN0Bbau3fsHBAbKFciTW9shrG+vrl269lm7bnON6pUrOJZxrll95Oi/JHohgQ119xs3PaQM3KaVq/rqAwaN9vH5tGfnuuzZsii64IFEGhYuXuFcq6rEh9Rdrl2/OXnSSJd6zl+OcMtD/0Z69R0iJbQe3X77F0VQ8eLlq/Ztmw8Z2FvRdVpt3rrTvv1HJLhS3rH0Nx0n4g9FT0JfalBHPtwJY4epZUgAAAAACj0bInXk6Emj6ZbHbcMMZcuUCDPSoOiqyl5eb7p0aatGGoQsdO3SXmpEGzb+3Qs7nrW1WhtXqZX/l69eKdp70E49efrctXED/UtIndO1abg9wevXqSnz7Tu/9NMPCAjYun23nGEq2xRh5t+0eadUkJxrVVNXpSYp8xWrN0g7gvKNpCoe+lqdOn3OMM/cBUtl3r9fd7Veqr6d5k1dDh46JlXWMA9rb2/nUt9Zv9qmZVOpGG/eskOJ2sWZO39J1syZ9JEG7XusUbVIoQKz5y1WV+WdvvV+p793UurDbjvWjh8zVF1Va49Pnz9v2Ky9tbX1+lULf+VhJAEAMVn1ahX1P6/SBio/ji9efumqaKJof86kVNCyTZebt25LGMAwph7pr/PmrbusrCz79Pxyp4X8OA7o111SIjiZCMo2oan3yw/s10ONNCjahnLn4UP6OupOcvnKddZx4w4e0FuNNIhCBfK5NnGRkIPhY6BqVK+kxhWEBAZkLm3k+pRsuhbwR19vUZdff2lq1z9ByG3vgcDAwE4dWukjB5kzZ5g8aVTLlk0k59oNWz9/9u3Ts4saaRCSrWf3Th99fAyfBVSyRBE10iBy59aeQN7cOdVIg8iSOaOczOMn/3g41R9d/r6jRUogcgSJB0hbuay2a9N84rih+kiD9i1k1S6/9vI2PEIEH3qkZcLDR0+ULFFUDbdIwOn6jVutmjdRIw1CPouhQ/rKOc/RFZlSp0opH+K+/Yf13VO279yj6Ho8KLren3KEhi511EiDMDU17d+vmywsWPB39xr5q1DPSqWWsmQ+ftL0las3SAm5Z7dOyr8i76LH133lgtRwqiILRlc7iiL4UPTKlS25bNHM7n909PR8XKla3fMXLysAAAAAdOjZEIlH9y7pK7dhSmufJrxNd+89kPnZsxfv33uoT3z77p1u098ptqn+EQmQGrWiqxMqui7tMs+dJ4dhhty5cyjhnUzaNEULF9jttl9qxdIov9f90Pv3H2rXCvsZSh4ed6WiXrpUMZvkydQUqUmWKF5EqosSJyhT+tuGTOzXu+vvndsZJT569KRIyUr61Tt3H0g9c/mKdYZ57tzTPu72zp37+gqqofTp7KW+ql+VN2VvZ3flqvayRHpxHj9++v7DRzs7zaTJswzzfPb19fZ+K9V1aTWoV6fG+o3bSjs6VSzvULpU0Qrly+mr2YquMULmrdp2ffzoiaSnok8DACCmSpHCxnBVihNvvN+qyyGK9uds1LjJDx54yg+x0U0Skf46nz5zXlq6kyRJpN+aNGni9GnT+vqH+5iaCMo2oV27fktOQNr39SnSAN2mlau6LI3gmTJlkFc03KVgwbzzFy6TTfr+GXYGdwNYqL0ZkifVp1jqBo0PCAhUV89duOTl9abc16ffXL+hjanky5vL8CVq6RqsFW2ZTXspChXMZ7i1cGHt3fqGt0rY2YU6AZukhu8ojpWl/gTUlHTp7A2PmSljhmPHT9++e09iDBUcy+jfvpTKjp04feGCtkXb39/fcJcIPvSIy4R+fv4nTp7RN6zfuXtP0XW/MDxayhQ2mTKkv3z5mrrqXLOanMnOXXvU3iEbNm23t7dTey3I34mie5aRUYkrQYL4d3SFYf0pGRbq1FKWRHru39eWinNmN34YadRlzJA+fjxr/WrypNqSrUSDlG8U8YeiT1Q/nQrly2bMmL5Tl979+o9w27FWAQAAAECwIfqsLMO9s++FbvCDhYtXhN7k+eixflmtgRtRhyVQbx9LliSJ4aYUX2MDYXKuVe3UmfN79x2q6VR52/bdcvBqVSuEmXPTVu3Q0FJvtLU3HkB17frN3xpsiApp4wgKCho/aXroTZ6PH4e5i/4uQr2ECRPcvf9AicLFefbihaKrpRuNCal66PlIDj5x3PA0aVLPX7Bs9dqNMklgqWyZ4mNGDLKz+3usPwlaSAPExUtX585f2rF9SwUAgJgndHEiOCTYcFV+hQsVyHf2/MX+g0YtXTjDMD2CX2dpqpZG4WTJjH+ObVIk83z0JOono3wt24T24cOH1Klsw9700UeayJOHfvVk2nb8V69e61PiWBoPp6TRhNt/9/DhE9LwnTPHl2EDfD7pShTJwi5fPXv6QooHiRIlNExMrp7ASy99SugCob7PQZhsU9oYPX5HfcDmu7fakbGl/X3Q0DH7DhxRW+SlHFKxQjmjUSKUyD70CMqE585flHBL2dIlv7zH59oia7LkxtdZUm7c8vD59En2rVmjyp8DR2zfuVeCDZcuX3348FH3Pzqq2dThvvbsPSCT0REMH/Q8ZAAAEABJREFUh/KOYxXGkFfyTgvmzyvhn6Ejxjk4lJKwk/Lt9H1iVOp1/fZuupF8KKHVqVVd4iuXr1yTP1TDaAcAAADwyyLY8AOpt5udPr4njd2/fPZOggTxZf7y9WvDxA8fPkawS60aVQcMHu3mts/RoZSb+4EaTlXCrLZJ3XXj5u3m5uaGvcVV02fN37rdbfiQfokTJ1K+q3Tp7OV1jx3cEfVdXr32Mkp58vSp2ugQ6cWxTaG9rbJxw7oTxw0L7/hSO+3do0u33zvcu//wzp37Em9w33+4WatO+/ds0ueZMXVcgfx5HCrUkvqkXE+71LYKAACxTcvmjYcP6evk3Hiv+8HtO/boR2yK9NfZysrSsFVd9eF9RKWRb2KbMuVz3f0BoUkDrhRjXr32Nkp/qSseJEqcUPlXTp4+W6JYYX2zcgobbYHN29tb2ppDZ05ukzQwMPDt23eG8YZX0TsBRde+L5fdsGn76bPnMk+cKJG8XLPWne7f92zdsmmWzBkcypWWssejR09CBxsiFkGZ8OSpc+nTp9X3JlFjJ69fGV9nSbG0tFBDGrJvlYqO23ftffPm7Y5d2idf1a75pZ9ESl2Jd8qkUQ3q1VK+Uf68udesmj9m3NT5C5eNHT9N/kSV/58IPhSJuu3euz9e3LgS9THcJZVtirt373/+/JlgAwAAAKAwZsMPlTat9glLUp0zTHz0+Im0We8/cDQqR8ilu+fu4sUrhok3b92OYBeJEFSp7Oh+4PDefYekXlS7ZrUwsx0/ccbT83GVSo7d/+hoNNWoXjkgIEBCEcr3lj5tmnv3Hjx+8uwfZ3LytFwQD4+7Ye5y8+ZteRf6ValpP332opCuz36kF8fOLlWcOFZnz100upVy7fot8op+fv7yot16Dtyxc68EXbJmyVS9WsUlC2cUKpDvxk2Px18f6yzKli4ulXy5Mh99fPoNGK4AABALlSlVXKPRjBk5UNpShwwfq3/ITKS/zvny5r7/8OFLg24E8tOs9jL8LtKmtfPyenPP4Hk7ombtpi5N2shC5kwZ7ty5ZzRWwblzlxTtoAi5lG/37t17KRsULVpQn2KvewTTpa/PC1INHja2tKOTlDrSpdU+V0d2Mdx65swFmecJ/8mWkZJG7YuXr+pXpaxy6co1afTPkCGtLNy5c19CBdLy7tqkgXqXw0PPx8o33q0fQZnw8NETxYr8fQXSp9OOLXHu/CXD3Z+/eHnn3n3D50dJuCIoKGj3nv273NwL5s+rfx5XunTaEu/pM+cNd5d3NHX63KXL1ygRKlKkgAQz+vTqkjpVygWLll8yuCb/vQg+FHNzs959howeO8Uwv1zVa9dv2iRPZhNht2MAAADg10Gw4QdyrllVqk9jxk3W158DAwOHjZwwftJ0qbFE5QhFixRMmcJmxcr1+gcB3fK4M2P2wkhet0a19+8/zJi5QKptpUsVCzPPJt0Yy07VK4feVLd2DZkvX7Fe+d7q19MO9dytZ3/96IKvXnv1+XPYrDmLUoZ1L6GiHUzy9dQZ89Rl7dUbNUHqgQ0b1FGidnEaudT1uH1Xrrl+yOtzFy716D3o2InTlpYWyZIlXb1249z5S/XRCKlC+/h8ShA/XtJQj29q16ZZ7lw53Pcd2qm7mw8AgNgob55cLZs3fvL0+fiJX56bFOmvc5VKjhKhHzl6kvpzKT+pQ0eMlyZ75d/y9fXz9n776fPnLydQR3s7/Khxk+WHXk3Zsn33mXMX1CGRXeo7+3z6NGzEeP0gvfJTvmTZ6jRpUhcvVkj5didOnpUTKFm8qD6lerVK8eNZSxFC35/yxk2Prdt2x7GKk8o2Rf26NSVIM3bCtDdvvgyHIJGPiX/NlJhN9aoVlWgYO36qv/+XcSzmLVgmAYaGLnXMzMzUESY+ff6kzynvXR3H+1ufDRRmmVA+OwkMlPk6ZIUoU7p4unT2C5esuHL1upoin8XQYeMCAgJqfh27QlSsUC5JkkQSP9DGQmpW1acXyJcnT+6cK1atd9vz92OU5B2NHjflxctXShTEs7YeNKC3/Gn16jvUaDTm/1h4H4qoVKHcjVse8renbpV/DgOHjJa/5LZtmikAAAAAdHiM0g+Uxi71mFGDevUdXK1Wo8qVHNOmsTtw8OjZ8xfbtHINLwZgJE4cq4njhrfp0LV2vWZSE7awsNi6fbe0g0u9MYK9KldySJAg/rXrNzt1aB3m84Kljr1th5sEQir9sye4Ss5NKvA3PW6fv3hZao/K91PTqfKZs67zFy6rVK2evHS8eNar12x88fL17OkT1GcihSZXYPLU2ecvXMqdM8fhoyekDlyvTg1Hh1JK1C5O395d5TrMmbfk3LlLxYsX9vPzkypi0iSJx4wYKFulwtyhXYvZcxfXb9S6ZPEiiu5GP6lGjhjaTw5udCZyJcePGVy1RsNBQ0dXqlgu4mHDAQCIsfr16eq2Z580pNZxri6xh0h/nVu3bHLoyPG167fcvfugaNGC585dvHj5qrTCK//WilXrBgwe3blj6/79ustqlcqOrVs2XbBoebWajaQQcv3GrYOHjqVPn7Z7V+2QAM1cXc5furJ23eYbN29Lm/iTx0+1T7OJZz1z2riIB0UIj7yXvHlyGj4UURriR48c1KP3wKpODapUrvD27dvtO/cEB4csnD9VtubInnXk0D8HDh1ToUod2Sqt8HvdDzx/8WrsqEHZs2VRokFa/Ks4NXAoV+qWx+19+4/IC8k1kfSsWTJlzZxpt9t+hwrOjo6lLS0tZKvkMTc3f/fh22I8YZYJDxw+JnOHMiX12bTFrQkj2nXsXrNO06qVyqe0TXHo8HH5IOrWdnJt0kCfzcLCvFqVistXrpNAi3Otv/tJyJEnjhvaonXnFm06yyvmypn93t0Hm7buLFqkYNQHu5K/w3UbyrrvO7Rw8cq2rV2V/5PwPhQxcnj/a9dv9e0/XP48cufKcfLk2QuXrtSuWe03BvQCAAAAvqJnw48lLeMH926pV6fmtWs3Z89dZG5hPnP6+G96HK00rO/YuqpihXJ73A9I5daxXCmp8Ua8i9RF1Vvt6tSuHmaGXXv2SYt89WoVrazCGN1aKpB1nJ1kYe26Lcr3Ju997coF+fPk2rJ116rVG/LmzbV7+xr9Y6NDk/r2skUzpU1h+ap1Mp88aeS0yWP0WyO9OPHjWW9at2T8mCGJEiVYsnSV+/7DLvVr79m1Xv+Q4j49f2/ftvmp0+fGT5q+au3GlDbJF8+fLk0eYZ6MtMi0aNboydPnd+7dVwAAiJ3iWVsPHNBLvYtc7fkX8a+zxNflt3jU8P6SecnS1R99Ps2fMyVjxvTK9yNh/uWLZ6dLm2b12o0PPR83d224ZcOyhAkTKLpiyZSJI5csmJ4+nf269Vtu3Lrdsnlj990bCxXIp/wrEmwoU7qEUaK0qrvv2ujoUGbfgcNHj51ydCi9a9vq/Hlzq1ubN2votnOtQ7nSBw8fc993sGSJoju3rjZshf93Vi6dU7hQ/g0btz1//qpPzy6bNyxToztSkJs7a5I0Z9/0uD1z9sJly9dmTJ928/plcj4XLl4xfLxkpMIsEx4+fLxI4QLq5dWTwMCBvVvatnKV67967aaUKZPPmTlp+pSxRgMmO+uexVS2TAl1mAc9CTAccN/as1und+8+zJm7xOPOvX69u65ePu+bBnweM3KQhD3GTZgWxf4QP0J4H4pIlCjh9q0r5XN//OTZytUbUtrazJ05SQr2pqbUpwAAAIAvTEJCdceWlODg4MDAQD8/v7krd966+7hWlTJliv/LGt33ImcVFBQUGBgQ4O/fpecgf/+AiaMHprO3CzPz3EWr3NwP1qhWoUWT+sovybmuq5+//65ta5TYLGe+kvZp7GL7uzB0/uLVkeOnpUqVYtr4cMesbtmhx/sPH9s2q5cpY3orqXNbxTG3sNBozDQaTeyqzar/ZuVfrfyb7T90/KvXXgN7/54vb84wM6/btGP1+q2lihfu1rmNgu/BPmO+IoXzr1+9SPmRTpw8M3fB0uMnztjYJFu9fH7qVCkjyHzqzHn5aurR7TdpjZLVJs3b7z9w9JnnNeUbffjos3rNxu943+u/PhOEtn33vkXL1hYqkKdfj05hZvj40ad5e+3N7H92a5socWL5ipMvOjNzczMzc/mWM2rWjOEMSybtf+8nKTP/GpnCJuxHt0+dtejQ0ZMN6ji51K2h4JfXtmO37Tv23LxywqjF/0f4OcqE/4H/8kPR038lLpkzKV44Q0yPmjD93IUrlcuXLFeqaJw4cS0srSwtrSSMZKr7zvx/fW3+OXKWn39AI6fi9qlTxNWxtLTUnpWOAgAAgF8VZcGfkLSaSaNew/q1FQD4YV57eTdv1Wm323671KlSp7K1DWfkle+unkvLRUtXKQCAyFAmBAAAAPBf4rnzP5U/B4685XHn1Olz9vZ29erVVADgh/HwuPPho0+LZo1Gjxig/Ic+fPyoAAAiRJkQAAAAwH+Png0/FbvUtmfOXqhQvsyyhTOt48ZVAOCHCQoKlnlqg0FWAQAxBGVCAAAAAP89gg0/ld86tPK8e3Hx/OlZsmRUYr9rF4/xiGEgPKfPnm/T4Y9c+UtVr9lozrwlDx542trnnDp9bnj5Z8xeUL5ynczZixQo4tC0RYdHj558awZDVWu4NGjcWhZGjp6kvu6p0+dkYfyk6YbZevcbKon37z+M4FC+vn5ZcxUrVrqKUXqn3/ukyZD3tZe3PuX27Xvq0WSShe69BqrpPp8+DRg8urSjU4asBUuWqy7pkmJ4qEgzGLp+45a8dNFSlTNlK+xQwblX3yFv3rxVAOD7mTfrr2ee137o2AA/WZnwP/AffCgAAADAT49gAwDEPhs3b3eu2+zkqbNO1Spny5Z5yvS5bTt2jyB/3wHDR4yaFBAY0LhR3VIli505c6FqTRcPj7tRz2CkccO6LrqHgDuUK9Wre+fChfIr/5aVlWX1qhUfPnx07sIlfeJHHx+3Pfvl4MmSJtEnJkmSWF4rSZJEMslCpQoOak6nmo0XLFqexi51q+ZNUqdKuWrNRrk4kq4/VMQZDMlp1K7ffNsOtwzp0zZqWNc/MGD5ynUt2/6uAAAAAAAAIEKM2QAAsYyfn/+IURMTJ064Zf2yjBnTS0rHdi1r1WsaXv7jJ04vWbq6Qb1ak8YP12g0knLT43atOq6Dh49dtWxuVDKE5tqkQbq09mvWbSpRvEjnjtouDqdOn1P+rTrOThIA2L5jT8H8edWU3W77fT59cq5VzTBb0qSJu//Rcf2mbbIsC2risBET5GzHjhrUrKmLmjJz9sLhoyZOmTqnf7/uUclgaPW6ze/ff1izYn6Z0sW1+4b0adaqk/u+Q7dv38ucOYMCAAAAAACAcNCzAQBimf0Hjjx7/rK5a0M10iAyZUrfsnnj8PLPXbBU5tKwrgYSRLYsmZs3dTl46NiNmx5RyfCjlSxRJE2a1Fu37QoJCVFTtm7fnZyuZ7gAAA9aSURBVCBB/GqVK0S8o6+v3/KV6yREoQ8kKLqHh+TOlWPewmUSlYk0Q5iHvf/gy3OfTExMxo4afOb4XrnCCgAAAAAAAMJHzwYAiGUuX70u8/x5cxsm6vsEhHbn7oN41tbLV6z7R+K9+9r5nfvZs2WJNIPyg0mbvnPNatNmzDt56mzxYoXfvn134ODRBvVqWVlZRrzjnbv3JD5RsKDxey9YIO+Vq9dvedw2NTWNOEOe3DkN02tUrzRn3uK+/Ydv3rqrbOni5R3LSFhCAQAAAAAAQGQINgBALPPxo3awgaTJkhgm2tgkCy//gweeQUFBRkM3qzwfP440w7PnL5s0a2+YOHH8MKNQR/TVq11Dgg3bd+6VYMPmrTsDAwNr16oe6V7Pnr2QebJkSY3Sk+tSXr7yCgkOjjiDUXqO7Fk3rF08eMhYCXvINHbCtJQpbLp0atOqRRMFAAAAAAAA4SPYAACxjBpX8PZ+a5jo5fUmvPzp0tmHhIQcO7jj32V49PiJ0cOUPn/+HEY+E5PQaZ8+fVKiJkuWjAXy5dm5a++Iof2279yTNm2akiWKRLpX8uTaS/H6tXHM4JUuJXHihBpTTcQZQh9T4ihbNy2XDHfv3j9z9oKEQPoPGpU8WbIaTpUVAAAAAAAAhIMxGwAglklnn0bmly5dNUy8cPFyePnTp01z796Dx0+eGSYeP3l60uRZHh53I82Qxi71M89rhlOJYmGEAczNtdHrz599DRNv3LytRJlzrWrPX7x033fo2PHTzjWrmYQVvVB0z1z6+62ls5f5mTMXjPKcPnPe0tIiW9bMkWYwSp8zb0mnLr0VXdeHYkULdenUdtrksbJ66MhxBQAAAAAAAOEj2AAAsUzpUsUSJ060eOmqR4+eqCmPHj9ZuHhlePnr13OWebee/T/onr+k6O7r7/PnsFlzFqVMaROVDFGRKWMGjUZz+vR5f/8ANWXdhq3Xb9xSoqxWzapmZmZjJ0yT5brOTvp0b++3799/0K9amJl/8vmkDiWdMGGC2jWrXbh0ZdmKtfoM8xcuk9etXrWSddy4kWYwOodnz19s3LLDff9hfcpHH+01SWOXSgEAAAAAAED4eIwSAMQyiRIlHDyw1x/d+1et6VKlUnlpoN++0y2Fjc3LV681ZprQ+Ws6VT5z1lVa2CtVq1epQrl48axXr9n44uXr2dMnJEgQPyoZoiJB/HjVq1TYusOteOnKVatUvHr1+uWr1ytXcnDbcyCKR7BJnqxc2ZLu+w4VKpAvc+YMauK16zcrVKlbuGD+rZuWqyl2drY3PW47121WunSxnt06DRnc5869B737Dd3lti9n9qzyooePnMidK8ewwX3V/JFmMNSmlevKVes7/NbDtWmD+PHivf/wQYI6GTOmb+7aUAEAAAAAAED46NkAxEjhPEAGULnUc54xbVwqW9tt23ffuOHxZ59u0uwu6QkTJAgz//AhfdeuXJA/T64tW3etWr0hb95cu7evcapeKeoZomL8uGH16tR49dp74+btKWySr1+zqFyZkt90BPUVaztXiyBP395dU6dKef7i5Tu37ym6EMWubavl/IOCgpatXPfJ5/PQQX22blyeNGliNX+kGQzZpbZdumhm2rRpZs9dPHXG3IsXr3Rs32rL+mUS4FEAAAAAAAAQvtjXs0H/tO579x76fAx76NE3b7Xjpnp5vbl23UMBYoyHuofe+Pv5R/CXKe2h2v8LUf6eA//0/v0HLy/vWk5V6tSqrk9UHxOULq29uup596LRXqVLFZMpgsNGmiF0/mee1wxTEsSPN23yGJn0KQXy5WnRrJG6XLRwAcP8K5bMCX3Mu3cfmJub16xRVZ+SM0c2o1eRlLMn9xmmaDSaNq1cZVLCEXEGozMpVrTQPreNCvDtbt+9//q1d5ib3r57J/NXr7womQDQ++z7ZaCjmx5341hZhZlHre9oTExNFJOQfw5cBAAAAMQ0sSzYoBav1Ud1z5i3NOLMx0+dk0kBYpjXXm8GjZwYcR5TUxNT+d/X+iQVSxjy9n5Tomy16tUqzp89WU3x+fRp9ZpNVlaW+fPnVmKtx0+erVm7yalqxWRJkyhALGGioy7/NX1+xJkPHDkhkwIA/zR64oyIM2i/Z75+21AsBAAAQIwVC8dsMDHJlCGdn79/cFBQiMQdgoPV2AMQq8mfsb4CKXGGOHGsTHQBB8NmLEBlb29XvFjhHTv3litfq2zZEq9evj5y7ORrL+9+vbuGHvE4VlizfvOqVRvu3Lvv7f22Y4eWChCryLd0poxpteWRYJkFUzIB8B2pYYaECRNoNBrdvSimdH0FAABAjBWbgg1qq6sUsrt0aO7n5+fv5xfg7x8Q4B+sQ8UesZ0uyqBlZmZubmGh0S2bfO3fQMgBevKHsWDO5AWLVxw+fGLlqg0ffXzSpk3Tu2cX1yYNlNgpnX2a8xev5M+be/KENrlz5VCAWOJrPNike+c2Uizx9fWVkklgYAAlEwDfxZeSobZgaKHRmH0pFqoTAAAAEPPEtscoKdrWWClqm5lp7x3U3gxuavqliwNVesR+2tiCRksqlRJyUG9hU7vNK4CBxIkT9ezWSR0U+idQtEjB0INMALGCWjLRfXdr2wMlRRalZCLFFAUAokdbDpRgg/b7xUL7LSMlQ1ONrnMDt6EAAAAgJoplPRsUtWuDLtog8QVTU5PAwKAQNexAsAGxnMmXzjvaSqQ20mBmJtPXWAP1SQCIcdSSiXxra0LM1HKItAQGBgWpT1KiZAIgOgxLhtraj7m2ZGiqiz9QMgQAAEDMFMt6Nmhv5AkJ0Wg0iq78rQmWMneQEhJClR4/gS+P45A/bO1ta6baYIO2eqmhPgkAMVYYJZMgSiYAvgN9yfDrYza1PRykaMhI0QAAAIixYk2wQV+Y1t7do3zp4RAcEmwWrH1MAfV5/By+VB1Nv9y1po00qCM3UJkEgBjGqGSi6B54opZMKJYA+F7Uzg1qyVB9aBslQwAAAMRYsW3MBl1hO0T+T/sIpeAQhTsH8bMx+Xobm3ojmwk3rwFADKYvmWjHazUNoWQC4PvSlwz1vRwoGQIAACDGimVjNmhHhP5avA7RLVCfx0/JKMZAfRIAYiDDkolGoyHMAOAHoWQIAACAWCH29WwIc5m6PX4OoauOVCYBICajZALghzIqClIyBAAAQEwWy4INqjAbZKnVI7aj9ggAsRQlEwA/AoVDAAAAxC6xMtgQJsriAAAg5qBkAgAAAAD4pfw8wQYAAAAAAAAAAPB/QbABAAD819QHDHHvPwAAAAAAPw2CDQD+Iw8fPTE3Nw9z08tXXjJ/9/7DteseCoBY68WLVzL/+MEnvH/Ln3191QUTU1N9pIGQAwAAAAAAPwGCDQB+LBMdWVi6akPEOa9cuymTAiCWu3n77qCREyPJFKKLMRBmAAAAAADgZ0GwAcCP8iXMYGKSzj51/Phxg4OCg0Pkv+CQEO0DVGTO7czAr0P/T97U1FS+FswtLExMTIk3AAAAAADw0yDYAODHkqbElk3r+/nLf9opMDAgKEjCDl9CDgB+HRJaMNUxN7eQYIOpxlSjMTXVhRwIPQIAAAAAENsRbADwo2gbFrVNiybSoKjRmJmbawMMkqAJCgrR3uVMsAH4tah9neQLwcxMvhDMZSbfB6a6LwkFAAAAAADEcgQbAPxIujuZdU2LweqqLIeEaKMOBBuAX43JF6YaM/lSkGCDmXw9SExSoWcDAAAAAACxH8EGAD+K2qyoMdWEaELMQsxNtVEH0yCJOoSEEGwAfkH6cVw02gcomen6PGl4jBIAAAAAAD8Hgg0AfghpOlTHgw3RxRtMzE1CgjUSbjA3J9IA/Lq+xhUk3qDt06D7z1SNNBBvAAAAAAAgViPYAOAHUseD1cUcZB5sqjEl0gD84ky+dnBQdN8PdGsAAAAAAODnQLABwI+i79zwZVm3QKQBgPJ3FweFbg0AAAAAAPwcCDYA+IEMGxANlwk5AL+m0EEFwgwAAAAAAPwcCDYA+OHCbF4k3gD8aogrAAAAAADwEyPYAOD/g2ZHAAAAAAAA4KdBsAEAAAAAAAAAAEQLwQYAAAAAAAAAABAtBBsAAAAAAAAAAEC0EGwAAAAAAAAAAADRQrABAAAAAAAAAABEC8EGAAAAAAAAAAAQLQQbAAAAAAAAAABAtBBsAAAAAAAAAAAA0UKwAQAAAAAAAAAARAvBBgAAAAAAAAAAEC0EGwAAAAAAAAAAQLQQbAAAAAAAAAAAANFCsAEAAAAAAAAAAEQLwQYAAAAAAAAAABAtBBsAAAAAAAAAAEC0EGwAAAAAAAAAAADRQrABAAAAAAAAAABEC8EGAAAAAAAAAAAQLQQbAAAAAAAAAABAtBBsAAAAAAAAAAAA0UKwAQAAAAAAAAAARAvBBgAAAAAAAAAAEC0EGwAAAAAA38bExEQBAAAADEQUbNAXHw8eO3/24nUFAAAAAPBr8w8IUBdMdBQAAABAJ0o9G959+CiTAgAAAACAopjqEG8AAACAXrjBBrXU6Fgib95s6fz9/QMCAgIDA4OCgoKDg0NCQiSDOgcAAAAA/PTUoIIaYzAzM0ucML5RvIGoAwAAwC/OJHTMIEQnUMdPx9fXV+ZqvEENNhBpAAAAAIBfhz7YoNFozM3NLXWsrKxkLqsSflADDwoAAAB+VZH0bJAiY7COpEiZUu3ZoNCtAQAAAAB+MWolUSqGUk8011FjDIQZAAAAoEQQbFDvWJGgghQf1VU10kCwAQAAAAB+QWqwQa0qqvEGjQ6RBgAAAChhBhv0JUW1EKlfUCMNhBkAAAAA4NdkGG9QMUw0AAAAVBE9RklKjfoFtZcDozUAAAAAwC/LxIDpVwwQDQAAACXMAaJVanrIPyk8QAkAAAAAflX6uIKeYaICAACAX5hJBMED/abQCwAAAACAX5A+qBB6AQAAAL8yk0jjBwQYAAAAAAChEWYAAACAnlmkOSg+AgAAAAAAAACACEQebAAAAAAAAAAAAIgAwQYAAAAAAAAAABAtBBsAAAAAAAAAAEC0EGwAAAAAAAAAAADRQrABAAAAAAAAAABEC8EGAAAAAAAAAAAQLQQbAAAAAAAAAABAtBBsAAAAAAAAAAAA0UKwAQAAAAAAAAAARAvBBgAAAAAAAAAAEC0EGwAAAAAAAAAAQLQQbAAAAAAAAAAAANFCsAEAAAAAAAAAAEQLwQYAAAAAAAAAABAtBBsAAAAAAAAAAEC0EGwAAAAAAAAAAADR8j8AAAD///pnfFcAAAAGSURBVAMACem9L5fjImcAAAAASUVORK5CYII="/>
</p:tagLst>
</file>

<file path=ppt/tags/tag13.xml><?xml version="1.0" encoding="utf-8"?>
<p:tagLst xmlns:a="http://schemas.openxmlformats.org/drawingml/2006/main" xmlns:r="http://schemas.openxmlformats.org/officeDocument/2006/relationships" xmlns:p="http://schemas.openxmlformats.org/presentationml/2006/main">
  <p:tag name="MCDIAGRAM" val="mcDiagram:25d9e851-f712-4f1d-accf-4ee7e2a76413:18c4c328-bef3-4d80-bebf-d9127c39fe43:0:1"/>
  <p:tag name="MC:BASE64" val="iVBORw0KGgoAAAANSUhEUgAADwAAAAL2CAIAAABzRfSuAAAQAElEQVR4nOzdBUBU2R4G8DM9MHR3KqKgoFiI2I2F3R1r99prre0aq2t3d3d3dwct3Q3T7wwXx1nCtYXH93v33T33f8+NuVyYQb45w1UqlQQAAAAAAAAAAAAAAAAAAAAAAAAAAACgOOASAAAAAAAAAAAAAAAAAAAAAAAAAAAAgGICAWgAAAAAAAAAAAAAAAAAAAAAAAAAAAAoNhCABgAAAAAAAAAAAAAAAAAAAAAAAAAAgGIDAWgAAAAAAAAAAAAAAAAAAAAAAAAAAAAoNhCABgAAAPhWSqWSAADABywWiwAAAAAAAAAAAAAAAAAAAPwwCEADAAAAfCUm94z0MwBAYZCEBgAAAAAAAAAAAAAAAACAHwEBaAAAAIAvpo4+50EAAEowJu7M0kCQgQYAAAAAAAAAAAAAAAAAgB8AAWgAAACAr6FUKrODHsZvH6teJAAAQAjfycuw4xwOh8Nms5kKMtAAAAAAAAAAAAAAAAAAAPB9IQANAAAA8GWYwZ4VCoVMnCGLD+XomrC1dRHuAwCgpLEhUgMriUTC4/E4OZB+BgAAAAAAAAAAAAAAAACA7w4BaAAAAICvwWSgacOgXi99384EAAAICZ7oQ382SiQSZpHNZjMD5CMGDQAAAAAAAAAAAAAAAAAA3xEC0AAAAABfjEk/y+VyAgAAGpgR8sViMYvF4nA49Eclm80mAAAAAAAAAAAAAAAAAAAA3xUC0AAAAABfjAlAMyNAA8B/uDWGvNtGlArC5hIWW9VQSP9zI2k6l1VuCLfuHwSKFRaLJZPLpVIpl8ulPySVOTD8MwAAAAAAAAAAAAAAAAAAfF8YiwsAAADgKymVSgIAn0a/Td5tIywOMXEnphVUk0Gp/L1kXjMVNk00K2yeTHb3HwLFk0wmY94lgp+TAAAAAAAAAAAAAAAAAADwIyAADQAAAPA1mGFNCRRzZw9sv3R0L4Efh8UiSjnRNiMCfVUMOj2KJL3N30tp21xef5/cvpVS8zcUhYxAMcSMkY8fkgAAAAAAAAAAAAAAAAAA8OMgAA0AAADwxZDq+79x7fThWxdOfn5/pUJx68KJB9fOf7rbyPb16UQbQS+fdvN1nTuyV54OyQlxtD79t07k+1k8cQjdZ2pSAimCuEJVDDrhFUkPVzUKxBEofFYrreoQKOaUHxAAAAAAAAAAAAAAAAAAAIAfg0sAAAAAAEqkiJDA4NfPSU4c2cDY9HM2CXj55J/pYzoNGks+j1O5CpZ2ji8e3E5JiNPXOMSt8yfo3Kdhc1JCsFgkK4lI05R6pZR6zoQt0FypZLGJlpmqJTSWNzyivNKDHXKEEAWB4kmpVLIIAAAAAAAAAAAAAAAAAADAD4QANAAAAACUUFeO72caty+catKhB/kxajVtvWfNklvnTzbp2FNdvHPpNIvN9m5QYgLQknSlJF1RfqzCbRgRmhJ24b+GqMaBXsVKCyGRjwgAAAAAAAAAAAAAAAAAAABAQRCABgAAAICSSKlQXDtzpGzFqiFvX9y+eDJPADopLmbDomlh716lpSSbWdm4eXl3GjTmya1ry6YOp2t3r1pEJ9rYdP4xTyD89IF8GrZSBaAvnlAHoJMT4gJePPasUUdH34D8LJlpqVuWzX758FZGapqZtU2D1p0b+HdhVj25ffXUns1hQW/FmZlWDk6N2nb1beLPrAp5+3JK3zZt+w6nF+HcgR0BL5+Mnb9aKpGsnDVu/rZjO1bMf/P0oUIu8/Jt0HPkFKG2qNDDZ0QpbP0UFacQrvZ/n6ssi8jFBAAAAAAAAAAAAAAAAAAAAKAQCEADAAAAQEn05PbVtOTEanWbGJqY3zx3LCEm0tjcilkVFRY8Y3CXrPQ0L9/6RmYWQa+e3bt6tl3f4VYOzrX92lw5cdC9co3S7p60J5v73y+njcwtaP/n928mxEYZm1nSCj0cnddo+POGf5aIs6b2bx8TEVqhmq+lncPTO9c3L56ZFB/Tvv8ouvbRrctBr595VKvF5fFunDu2ZvZENovt07iVevPrZ44ItbVbdOkf8PKxh3ft+1fOSSXiib38y1Wq2mvUVHolr506xBcIe4+ZVtgJKLk6ipprVennrHj2vd/ZSc+JUvFxLYsjb3CIiHKuvzybc7UPK/mVkgAAAAAAAAAAAAAAAAAAAAAUDAFoAAAAACiJrp46TOfV6zXV0TO4ee7Y9TPHWvUYSCtKpXLt3EnpKUlTV2wv41GZ6ZyRmqKtq0enOs3bqwLQVWo079Lv84/l07jF8/s3r58+0qrHb3TxzqXTAi1RFd8G5Gc5tHlVTETo2PmrPWvUITmjXy+fNvrotrU1G7eytHNq0aUfnZj8d4tu/X/v5ndq31bNAHRyfNySPWf1jEyq12+mLtZv1bHLkN9pgxZD3r26fuboJwLQCuuGRMuUNtiPZ3ECtudZyyJELk5UBaAzIjiXOhNpBtG2JOJIAgAAAAAAAAAAAAAAAAAAAFAQNgEAAAAAKGEyUlMeXDtftmJVHX3Dij51WGz27QsnmFVh716/e/6oRoPm6vQzJdLTJ9+get2mAi3RzfPHaTs+OiLw5dMqtRrwBELys1w8usfVswqTfqbo423g30mpVAa8eEIXjc2t1KNfW9k7W9g6RIQEam5evX4TPSOTPPu0dS6tbju5uouzMlIT40lhdJ1U88TnrICdcteBsgYHlGxB3j7ybM6VHkSSJm94WGFWgwAAAAAAAAAAAAAAAAAAAAAUAiNAAwAAAECJc+v8cblcVqV2I9oWCLXdvbyf3bsREx5qbmMfERpAi2U8vMj3wxMIq9ZueO304bCA10/vXieqMaFbFtZ5w4Kpz+7d/MTerB2cxy1cSz5bamJ8RmrK68f3uvm65lmVkpTANO5fOXf24I7w4HcyqYSwWFJxNr0+HE7uLwsm5tafPoSuviGdZ2ak589J51LKScxNzpXeSvuWCq9ZRBxPuEIiEavXs99uZCU8ZmXHyppdJFpmRCEhAAAAAAAAAAAAAAAAAAAAAIVAABoAAAAASpyrZw7TedWcADRV0afus3s3rpw80GHAaKbCYn3nT0rxbdr62unDty6cfPHgpp6hsXvlQkc47vv7LPJ9sVh0Vr6KT4tu/fOssbJTDcy8b93SI1tXV67VoFX334xMzQ9u/iczLTX/Hr4FO2Q/++0mRakuiirzVdFncd6xojkvV9C5vFQPIjQlcgk76YWCAAAAAAAAAAAAAAAAAAAAABQMAWgAAAAAKFkiQgKDXj6jjaH+tTTr188c7TBgtJW9M22/D377iT3IZTLyhcpWrGZsbnXlxIHUpISmHXqxvjlS/Pn0DI119A2zMjPKVaqef21ibMyRrat9GrUcNHUBU7lz6dT7wDfk+8qIUJTqrhr7mStULQqMFGUHE2n6xw4stlLbSunSk9BLE3eHZEUTAAAAAAAAAAAAAAAAAAAAgEIgAA0AAAAAJcu1U4fovG2fYWU8vNTFI9vWvLh/K/DlUydXd2sH56snD7fq/puBsSmzNiM1RaSnTxt6BkZ0/hX5YBaL5dOo+dFta2nbp1EL8nPVbtbmxK4Nty6c8K7vx1SSE+KYRxcXHU7nZlY2TF2cnRkb9Z6oQt5SDue7/bKgcOqgqLmKsHm5ywIjhdeMwjqzH80msgwCAAAAAAAAAAAAAAAAAAAAUAgEoAEAAACgBFEqlVdOHuRwuE079hJqi9T1hNioF/dv3bpw3Llchc6Dxi0a/9uUfm3qNm9PV2WkpV49dXDRjtMGJmamljZ0unPptL6xiVBLZGFr79vE/zMPXad5u6Pb1lo7ODuUcSM/zJJJQzncjy/y9QyMhs9a5t9r8O2Lp/6ZPubC4d2OLm4xke+f3L7625R53vX9nMq4GZqanTmwnc3hinT0Tu7ZlJGWQjcMfPm0bMVq5DthpQaRzCiiY/epTrIsEv+A82QeO+oiAQAAAAAAAAAAAAAAAAAAACgcAtAAAAAAUIK8D3yTlpxYpU4jzfQzVdm34Vr25JvnT3YdOtGzRp2pK7bvXv3X6X1bWCy2lZ1T58G/6xoY0m5sDmfItL/mj+l7Zt82Fovl17nf5x/azMquVDmPij71yI/07vkjzUVDUzM6pw929oaDW5bMevXkbsjbF6XdKjbr1NvS1pGu4gmEo+es3LlywdHta41MzL0b+DX07zp3VK+j29Z+zwB0/D3OqcZyv8tE21y1nB7GPdWYiOP/1UmpJHIxUYgJAAAAAAAAAAAAAAAAAAAAwCexlEolAQAAAIDPRl8+yWQyqVSa9vJqxuZBxq3G6vt2JgBQmC3GdEZ/61Ba+Mp9NxBdB5IawD3qzZKkfGIjuZhIE4hwYgKBYiV4oo/YxIXVboGOjo5IJBIKhTwej81ms1gsAgAAAAAAAAAAAAAAAAAA8J2wCQAAAAAAwA/Gor97RF/jnGlGMqM+awO8TxMAAAAAAAAAAAAAAAAAAAAKwSUAAAAAAAA/jDRVwOKImfF/lZkB5EQXpYGrPCWD9cmIsyyTEI6AAAAAAAAAAAAAAAAAAAAAAOSDADQAAAAAAPxA7OrTpZemEbkkdzn5BiE3FP+5GYfPaziPAAAAAAAAAAAAAAAAAAAAAOSDADQAAAAAAPxAnCoD6EQAAAAAAAAAAAAAAAAAAAAAvhMEoAEAAAAAAAAAAAAAAAAAAAAAAAAAAKDYQAAaAAAAAAAASi6lUkkAAAAAAACKJBaLRQAAAAAAAAAAoCAIQAMAAAAAAEDJog49I/0MAAAAAADFApLQAAAAAAAAAAB5IAANAAAAAAAAJQWTeFZq0KwDAAAAAAAUBUzcmaWB/s6CDDQAAAAAAAAAgCYEoAEAAAAAAKBEUKef45+tkKQGKRQKFovFzBGABgAAAACAooPJOrM5QtMqs9g51JFoAgAAAAAAAAAAORCABgAAAAAAgJJCqVTK5fLMqOvZ8Q8IAAAAAABAEcbiaOt7TOVyuZwcSD8DAAAAAAAAAGhCABoAAAAAAABKCqVSqcjB5uuVanWKAAAAAAAAFEnhV0ZkJbwUi8XM59WwchAMAg0AAAAAAAAA8AEC0AAAAAAAAFAiKHMoFAo6ZxEWmysiAAAAAAAARROLQ39zEYvFLBaLzWZzOBwCAAAAAAAAAAAaEIAGAAAAAACA/3/MqGnqADQBAAAoeZIzxUGJmW8jk9OyxHpa/Mbu1rpCflhS5pPo1OiULHFmlreTaRUnM4wsCgBQdEgkEg6Hw+Vyc9/JieGfAQAAAAAAAAA+QAAaAAAAAAAASgomAE0AAABKntfRKYGZyvcxSZlpmXVdLV3M9bT53McRyW9Tpe8jEiQSaXkbI2dTPQIAAEWJVCrl8/nKDwgAAAAAAAAAAHzAJgAAAAAAAAAlgzo0gOgAAEBRM3fiwMj3wQR+ALlC+SQy5VmqLDw2KS05vVNVx4p2xiIBLyVLcjc49l1gRFa2pJ6rdXNPe2NdIUYWBQAoOpg3cDIIAAAAAAAAAAD8GwLQAAAAnz6nqQAAEABJREFUAAAAULIg/QwAUNSkpybfuXbuytnDn79JVmb64Z3rwkMDP9EnJvJ9C2+7JbNGF7j4vRzetZ7uNv+0dfUCUgQolMpjT0IvvowICYmKjU2iT4IskhtyTkzPfBEaxTwtsnKqWVLp4Qev7wdHEgAAKAJYLBbewwkAAAAAAAAAUBguAQAAAAAAAAAAAPh1Lp85JJfLLp462LnvqM/c5Pi+zVtXL3DzrEKKBlvH0voGxpoVc0sbUgSExaecexZopm/AZqlyz2KZPCAmxdJAm1mblJFmqqdHG/eC4whLvvX6o+RMRZvK5So7EgAAKAqQewYAAAAAAAAAKAwC0AAAAAAAAAAAAPArXTh1gM6jI0KD3750dClHiqHOfUf61m9BfoA3zx+Vca9IvlxiRvbdiNTszLTbAQFejk62xqp8NkuSqZ0RQ4glbetrCSQysVgmFXB5SZniU08j9LWNzPV5pc0NCAAAAAAAAAAAAABA0YYANAAAAAAAAAAAAPwy74PfBbx6WqNO05uXT129cDRPAPrl47ubVs6JDAuWSCS2jqXqNvZv0aHP2iXTju3dRNeO7tuSzl3cPP9af5QUVSf2bz66b1NcdKShsZlH5RoDR88QCFUDMB/etX7D3zPn/LPn6YNbl04fTIiN2nr8vq6+4eUzBw/uXBcRGmjn5OLgVOb8iX2T5q71rtOEbpKRlrJm8bQnD25mpKaYW9v5tenerG2Pwo67+sozZyeHVCnHSEfn+fswQ5FIR5wsvbLlGldmPXq6aSm3ZxFJKZmSO+8CvBwdRUIhh80WCQSlzfXdbQwJAAAAAAAAAAAAAEDRxiYAAAAAAAAAAAAAv8j5E3vpvMeg8UYm5pdPH9ZcdePiiYlDOkS+D6nq27BuE/+MtJSHd67SeqVqtT0q+9BGo5adOvUZ2ahFJ1JUHd2zcfVff3A4XL+23c0srM8d2zP+t3YKhULdYcW88eGhAd0HjqVXQFff8Nr5o39NH5mWnNSgeQeZVHr+xD5HF7cqPvVoT7E4a1Sf5pdOH3Rwdm3curNCLlu1aMq2NQsLO/TTkNCNx89FRSfWdCkzq239BuUsmzrpKFNildkZVzYtPHHuys2A2MrOziyWMi4t4V10ZKYk3dfFrGVFOzaLRQAAAAAAAAAAAAAAijaMAA0AAAAAX0+pVJLig4UkBwAAAEARo1Aozp/YZ+fkYm3nVK1Wo1MHt716er9shcp0VWJc9PK5E0zMrReuOWBkasF0zkxPpY3KNeoFv3v55P6NJq26lC7nSYqABVOG0Ilp08eyes9l2oiJfL9pxewy7hVnr9gtEGjRypJZoy+e3H/u2J7GrToznfUMjMbNXMFm5w5UsWfzCn1D49V7LzH9xw3wD3j1VJydxeXx92z8Oyo89I9Fm6r41Cc5V2PB1CH7tqyo26SNjb1z/lMa2qDKhD3nHwUFV3ZysjE2KGNhQIijNHHQy7O7s9NS0s9uZHu0l2uZDK5fuVWlMnipDAAAAAAAAAAAAADFC0aABgAAAIB/UX4eRY7C6p9D/i+Kwqd/9/s8nzjnwtbmQQAAAADgx3tw61JqcqJPXT/arlpTleu9cu4os+rahRMZ6Skdeg5h0s8Um83W0TMgRZJPPb9OfUYyk1/bHkzx+oXjMpm0U+8RTJqZ6tJ3FJ0/f3RbvWHT1t3U6WfqffDbUmXKq/u7V6xG9xD5PoS2Tx3e7l6xOpN+JjlXo1mb7vSF65vnjwo+pdJ2Wwe2YbFk1ZxMnc30mGLFRi21Sqki41xxqvGTfc0dhUg/AwAAAAAAAAAAAEBxhBGgAQAAAEqcT6R786zSXMxpsz7d7d91llKWTRSqCDNLqVAq5Eq5nCgVRNWW0UWWks5kRJFTkctUu1bKaYmwWITFYbE4SjaLzeYq6SKbw2JzCJutmrPYdBWLy2Wx2EoWW5X74HAIV+tDaONfJ6ZOcmhGOnLaTDdlnqiH5iJ9LJ8OgiAmAgAAAPDtLp46QOc+dZvSuWflmgKB1o2LxweOnkFfa70PeUeLbh5VyU9x9ujuPZuXf7rPim2ntUS6Ba7yqdfMt36LPMXI8GA61xye2dzKlsPhxkaHqytmljaam5haWKenp6gX01NVbUMT0+TEeNp+/uh2C2+7PEdJSYonBaHX0MnMcM+Qdjz6gjlHpli6917g3kwbb06wrTyRL05NPL8t1dZc39yaAAAAAAAAAAAAAAAUKwhAAwAAAPzfyh90zhdoVrf/VWEaqrlSqRBnKLIzlJIMRZZqLs9MV4jTleJMWlfNVavoPJ1IMnOL2bRDJkupIL8Ci6/NEmqz+CKWgM612EIdIhCxBarFnLmIrSWifdhCEUego+pJK0IdFoevTkUzsWbNuWZO+j8T0khFAwAAAHy+9NTkW5dPW9k62Du70kUuj1+5Rt0bl04+vnetYtVaTB8W+yd9hF2jlp3oRL6rAl+Q0xfZmg+KRf71AtLV3evK2cP3blyo4lM/Miz42oXjZStUNjGzSklKoGvpZWnXY3CefWoGrPNTp5/lCsWxJ2HvE8Wepctdk2Q3TbxpJE9LDA+6vH5u/d+m6hibEwAAAAAAAAAAAACA4gMBaAAAAID/E58elVkz4qw5lyVFydMSFBmJ8rRERXqSLD2RthUZSYo0VUOZlUa+nGaCg8UVkA+DN38YxZlL56oxnlWLLGYxdxWLzrlEIVcq5TlzhWp8aEXOsNAK1RjSOaNHy4n8QwdVUcFSypUySe6DlWTSiZD4LztjLp+tY8zWNWYJ9Th6RmwRnQw5OsaqtrYhV9eYLdInSsJkm/MlpJWaFaSiAQAAAD7flXNH5HJZ5PuQPKMaXz13tGLVWjb2pWg7JOCVtZ1TYXuQSqWkCDO3tKXz6MgwC2t7phL1PkQhl1t+WMyv56DfgwNezhzb286pTERooLm17fCJC2hd39BYT98wKyu9glcN8uViUjJvhCWms1T/GqzF57f08W5i4X1/21/ijLTkqPfXti6p1XOMyMiUAAAAAAAAAAAAAAAUEwhAAwAAABRLBY7lnCfrzCzKs9NksaHSuDBZcoQ8OV6ek29WZiTJ0xKJNOs/D6QaL1lLmy3QYQtVQynnzHXYWrShyxJo/asuzGnT/jqG5BdRZKcrs1VDVqsmcXrOPCN3npX+oZ3Th2lnpyuy0ohMokiOohPdQ2EJGraeCUvbUJWN1jHk6Jlw9Ex5pvYcIxuukRUrJ+DMYrHypKLVuef8qWhEogEAAACoi6cO0Pnk+eu1RTrq4rzJv926fGbI+Lk+dZtsWTn30K613rWbsD8MY5yemqyjZ0AbegZGdB4a+LqcRxVSVFXzbbh97aJLpw95VvElOS8Lt61dSBvetRsXtgmPJyhXoYpHZR+Xch5Opd1sHEqzPwwX3aB5h4M71lw9d6RWw1ZMJSkh1tDY7D9PIyVLfDk0mactigkLpYtOpnqdqjlx2Gxhz1GX182TSyWxga8ub1zQYNBUgUiPAAAAAAAAAAAAAAAUBwhAAwAAABQDhcWdc9osddZZIc2WxobK4sNk8e8lCWHyhPe0QbJSC90vm8vRNVANdUwnXSOuam7I0THi6Bp/mBsS1k/6zPHvgi3UIUIdzhdupchOl6clyNNVw2B/nKfHy1JzF5WSTEVqPEmNl+ffmMPnGFtzjGy5xjYcYxueqR3XyI6jb8LKCTlrpqI1B5DOE4lGHhoAAABKoKjwkLcvHruW96peq5FmvZpvo/PH996/cbF67catu/Tfv3XlhMHtPSrXpKvCQwMiwoL+3nqatstX8qYvorauWZCQECsVZ9es17x0OQ9SxDiUKutbv8XFk/s5HI6BkenTBzfePH/kWr5S1ZoNC9tk96a/Xz69V6NOs4iwEDpZWNlVrVlfV1/1DsNOfUZcu3Bi4R/DTh3aUcrVPSo87MGtS6P+WKzOQxfoTXTK/egMwmEHvg6VKxTGOoIm7jacnFC1VRkPtwb+T0/toe34kLc3d66s0XmwQAcZaAAAAAAAAAAAAAAoBhCABgAAACii8o3rnDu6s/IDWUKYNDZUEhMsTwyXJbyXJ7xXpCUUuCuehRPP2JZv5sjRNeHoGXF0mKyzEVtkQCAnNk0nnqn9J/rIEiPkqjx0giw9QZ6eJI1XhcslcaGKjGR5bDCdJBqdWXwttqENx9iaqxol2ppnYiewKsPiC9UDRX8YJbqA6DPC0AAAAFBC3Lx0is5rNWiRp16jTtPzx/dePXe0eu3GPQdNMDGzPHlw+6Eda7R1dB2cXbsPHMd0s7J1/G3MrFWLpuzZuIwvELq6exXBADQ1ZsYyMyubW5dPxUZHGpmYN2rZqf/IaZ/o39S/a3howN7NfysUCqYi0tGfvXyns2t5LW2dZZtPrP7rj+ePbge+ee7qXsm/ywBrO+dP7O1OYOyVd9H0JaZEIqW/SvC5nM7VnA1FQmYtm8P1bNoxKznh3a3zdDHsyS2ZRFyn7+88oRYBAAAAAAAAAAAAACjaWJqjCQIAAADAf1Ilj2UyqVSa9vJqxuZBxq3G6vt2Jt9J/tCzOvEsz0yRRL2VRgVKot/KooNkscFEJs67PZvDM7LmmdryTO15xjlzUzuugQVBpvaHUWanS2JDpPFh0rj30rhQCW3EhymzM/L3ZBtZ8cxLcc2d6cSzKMUzsWGxOPQrw2azmTw08+HmGBkairXgiT5iExdWuwU6OjoikUgoFPJ4vA83+S/G/CylP73FYnHMlZ7KzBCXdlcJAABAESaTSu7fvDR7Qv/ajVqPnfE3+UKvIpP23w/2tDPmsNkPQuLo87Gfhx1dzNNNnJF2ZeOiqDePier1J9uxsm/1joOQgQYA+OXCLg7MjHuq8Nyrk4P+esXn8zkcDv6tAAAAAAAAAACAgRGgAQAAAH69f4/x/DH0LEsIywp+Igl+JAl9Kk8Mz7MVW1tPYFUmJ+VsyzN15Blb88wcCPxcLKGOwM6dTppFeWq8NOG9NDZUGhcmTQiVRAdL40IViZFiOr36ELjk8nn2FfkOHnzHigL7CqqEqFyRJwz98Sj46yYAAABAyZCcEBcZHlLOowptc3n8cp5VBQItDodDvlx8Wjadu1kbGmjxH4bElbUyzJ9+pgQi3Vq9Rx+eNVicka5UKoLuXdE2NPFq2YMAAAAAAAAAAAAAABRhCEADAAAA/DIaiWelOvcsjQsVBz/MDn4sDn6kTI3V7M81shJYl+FbuwosS/Oty6iGdoYiiaNnQiehY0V1RSnJkkS9E4e/Fke+lUS+kUQFKmViaeAdOmUQwuIJuTZuPFUS2lPgVJHFYrFZuWFoFgtjQgMAAACUIGuXTL924ZhbxWqlyrhHhAU/vnddoZA3btWFfLlS5nq3AmMPPQxRKIirlWGrivaF9RTq6NfpO/HKpgXZaSlcvtDY1pkAAAAAAAAAAAAAABRtCEADAAAA/AKa0WeFQilLCM94dV0S+kQc9ECZmaLuxhKKhA4eQrvyQocKQjt3llCHQOOHz7IAABAASURBVPHE4msJ7CvQSV0Rv38hfv8yO+y5JPyVJDpQGvyATpk5q7j2Hjz6RS9VVeDkxWapgtA5YeiP6WfEoAEAAAD+X/UdPoUnENy6cubFoztmlrbVazVq0b43MyD0l7I0EA1t4HbpVZSBNq+6szmH/anXkBYu7pVb9767f33tvr9buXoQAAAAAAAAAAAAAICiDQFoAAAAgJ9KHX1WKOikyHh+OePuIUnAHXUHjp6JlnMVrVJeQnsPnoUTgf9TAls3OunVaE/byuz07JCnWQH3MwPuSsJfyUKf0Cnr2naWvrlW5Vaiyi25ukZslioGzYwKzewBMWgAAACA/z/GZpajpi4eNZV8F9p8rp+H7Wd2dq5Wl04EAAAAAAAAAAAAAKA4QAAaAAAA4CfRjD7Ls9LSbu5Lv3tQkRLLrNUu66Nd1lerVGWemSOBEoYl1NFyrUEnI0IUWenZgaokdMbTi/KUmMwLa+nEr9BY26eT0MqFzWJzOKrRoNlsdu62iEEDAAAAAAAAAAAAAAAAAABACYMANAAAAMAPpxl9liZFpVzemvXwuFIqZnH4Op6NRe51tcv5sPjaBIAQtpaOtnsdOpm0/l0c9jzjxeWMJ+clT8/QiWPvKfLpquXqzWFzOByiHg0aGWgAAAAAAAAAAAAAAAAAAAAoURCABgAAAPixmPSzQkWZenNv8sm/WXIp38JZr3pb3cp+LKEOASiEwM6dTkZNh2YF3E29dTDj2aXUneMynKvot53G1zXksFU5aGYkaGSgAQAAAAAAAAAAAAAAAAAAoORAABoAAADgB1Knn+XirIQ9f2S9uMIWikzaTtKt2pIAfDatUlXpJI0Pi935hzjwXtKqXrod/hTaudP7i8tFBhoAAAAAAAAAAAAAAAAAAABKFjYBAAAAgB9JqVQqFMr4PdOyXlzhW7nYjduP9DN8HZ6JnfXwzQb1einT4lO3j8mOC5PKKDm9wRgEAAAAAAAAAAAAAAAAAAAAoARAABoAAADgR2EyqQqFMvX2gewXl7mGVpb9V3D0zQjANzBqNkzPpz0RZ6TvnyGRymRyFaSfAQAAAAAAAAAAAAAAAAAAoORAABoAAADgB1IqlXK5POvZedo28hvK0TUmAN/MuNU4tpauIvpNdnyENGcIaAwCDQAAAAAAAAAAAAAAAAAAACUHAtAAAAAAP5BSSRRKpTTyLW3zLUoRgO+BxebwzZ1oQxL2XCqVMxFopJ8BAAAAAAAAAAAAAAAAAACghEAAGgAAAOCHUH4glytITjA189U1AvA9yNMTs0Oe0IZMLpOq48/IPwMAAAAAAAAAAAAAAAAAAEDJgAA0AAAAwA+kjkHTdtLZteLQ5wTgm8VsHss0FAqF/EP8WX2nAQAAAAAAAAAAAAAAAAAAAPx/QwAaAAAA4EdhAqkKhYLFYqkWpeKo9UPT7h4lAF9LEhUQubI/M/wzUQWglQrVLabKQDMVZKABAAAAAAAAAAAAAAAAAADg/x4C0AAAAAA/UE4YlcW0DRsOUGSlxe2dEb64S+bLqwTgS8iTY+L2zQr/q2N20EMt1xpCp0okJ+7MDP9MEH0GAAAAAAAAAAAAAAAAAACAEoNLAAAAAOBHUpLcfKqeT3uRe52YHZMkkW+iN47iW5cxbNBfVL4uAfgkWcL7xLPr0h+coG0WT2DU+Df9Oj1ito5Td1Aqf1T6WXO3CFiXcMxI9vnbAAAAAAAAAAAAAAAAAAAAPx8C0AAAAAA/EpMS/BAW5FuXsR23P/Pl1eRLW7NDHsdsGcvRNxO51xa519Vy9iJsvDaDj2QJ79OfXcx4dlkc9owolRwdI72aHfV9OrG1dFSrP8SRf2j0WfkBvYkRgC7hWCqIQQMAAAAAAAAAAAAAAAAAQJGAkA0AAADAj6eZHGWxtN1q00kc9jztwfH0h6dTb+yjE0so0nbx1ipdVatUZZ6pPYESSZmdnhV4PyvgQebbW9KYYKao5VJd16upjlfzf3X9kdlTdfo55eoOhVTCjDCNAHRJxmSdtV1r8CxLs1WQfgYAAAAAAAAAAAAAAAAAgF8JAWgAAACAX0Ng504nE/8JmS+vpj86k/HyasbT83Siqzj6plqlqgrt3IX2Ffg2rgT+rykykrNDn2YFPcoOvC9+/1JdF9iX1/FooFOxKUfXmPx0SqVSLlcknV5FZGICkEPJ19Yxc+KoovAcNltVQQwaAAAAAAAAAAAAAAAAAAB+CQSgAQAAAH4x7XK16EQb2UEPMl5ez3p9QxIdmP7gBJ1okcUTCO0rCGzdhY4V+FYuXAMLAsWcUpIpjnwrDnueHfpcHPpMlhytXqUaCLxMDZFbLW0Xb7aOIfl1FDlYLJaSEL0a7VgcPoESLPPdbWl0kFQml0hlPC6HpcJG+hmgBMKnAQCo4XkQAAAAAAAAAAAAAODXQgAaAAAAoKgQOnnRiTQfIUuKyg56II54kx36TBLxNivgHp3IJVUftpauwNqVb1VGYF2ab+XKtyxFoMiTp8SKI99KIt+KI15LIt9J48M013KNbYW25QQ2rgIHD6GDB/nVlLmIXKFggm5GTYawtfUIlGCKvTOk0UEymVwikbIIi81WsNlsensg+wVQQjBPB0g/AxQIz4YAAAAAAAAAAAAAAL8EAtAAAAAAP8tnx4a4hpY6Xs3pxCyqgrPvX6jy0CFPaDs3D63ubGzLM6GTNc9INVctGtuweAICv4IsKUqaEC5LiJAmhkvj3tM5bSuy0jT7cPRNVEN625cXWJcV2LmxhTqk6FEqlQoFgm7wLzK5XCqTc7lypZKTk4NkIQMN8H9PHX3WgCQ0lGjMEx+dqT4Nga36PAQ8GwIAAAAAAAAAAAAA/BIIQAMAAAAUdXwrFzrp5rSVUrE44pU47Hl26HM6lyVFyRLe0ynrzb824eib8lRJaGs655rY8IxUDbZIn8D3IpNIEyOk8eGquHNiONOQJkbSev6+LL62wLac0M5dYOcutHXjGJiRb/cjw2dMwE2hUBAADTKZXCanFDmDgyP+CFBS0O/3xFR5/0XJufHnnAAofghACdelnrC1rxb9RmDnQAYaAAAAAAAAAAAAAODnQwAaAAAAoDhh8QRCB086MVlmZXb6h+itKoMro43497KUGHlKHJ2ygx7+e1shR8eIo2uomusYckTGqjmzKDLMaRsTNocAIYrMVHl6Ys6UpDH/2KAdCtyQraXLNbbh0cnEJieDrmpz9M1I8cvEsJgxPpHlATWFUoH0M0CJoh7+WSpTRsTJOGwi4LGZNQSgpJIplBKpMildJpFIuVwOl6t6SwDSzwAAAAAAAAAAAAAAPx8C0AAAAADFGEuow7dxpVOeujQ2OHdw4qRIaVyYKiEdG6KUZtNFOn1ih2wt3dw8tCoYrUpIs4UitkBED0TnbC1Vm820tfVIsaIUZyiyMxR0npUzz86d07o8M1meliTP+JBvTo3/nB1y9E14RjkRZxNbrrE1z0gVemaLDMjP8YNzNjkRV4xlCHl8HPMVGWiAEoL5QAC5XE7blcqIpg+wJgAl2/XH6XO3REqlMolUShfZbDaLpeBw8B5CAAAAAAAAAAAAAICfDQFoAAAAgJ/lJ2ZJeWaOdMpTlKclqKbUeFlqvDyNzmNz23SeFMX0UWSl0UkaF/o5R2HxhKowtFD0ISTNxKNFHC09wuGwWBzCZtOJxeYQFodF28yczWWxWaqhptkc+h/CyVlUrcqpcDhKhZwoFDlzuVKhIEo6yT8sKnPmGqsUMqVqzvRXKLLTNcLN6UzcOSf6nE6+HFvHkKtrwtEz5eoZ58xNOLqmXH06N+EaWZH/b0g+Qz65Y8Fi5FeAEoZ+68vlCgIAGuRyuUQiVb3M5agi0MxTJN45BgAAAAAAAAAAAADwMyEADQAAAFBScHSN6USsXApcq8hIzglGJ8hS4+R0SouXpcTL05MUkkylJEspyVZIVXOlVKzeRCnNltMp7bPGSy5S2EIdlkDI4mqxBVosnoCjrc/RM8nJOptw9Uw5tKFvwjWwIAAAACWbkoF3PgD8m0wul0pZPB5XoeDiQxEAAAAAAAAAAAAAAH4JBKABAAAAQIUtMuCLDIhlqf/sqZRkKiTZypxJFY+WinMWs5TSLFVDmq2ay6VENSSzUjUwMzN+s1KhGrNZIcuZK1RDODPjNyuUHwZ4VuSO68xifRgomq0aEzp3fGguYTHjSTNFLmGzVINGE81FLosvYHGFqlgzX8jmCVh8LTZfi8UT5ixqqRa1dAgAAAB8Hib/jBGgAfJQKFTfF3SuRPwZAAAAAAAAAAAAAOAXQQAaAAAA4Gf5f4lHsPjaHL42gV8LaRsAAPgpkO8EyE+hCj+zcxPQOVgsFgEAAAAAAAAAAAAAgJ8IAWgAAAAAAAAAACgUMtAA+eH7AgAAAAAAAAAAAADg10IAGgAAAAAAAAAAAOBzIf0MAAAAAAAAAAAAAPDLIQANAAAAAAAAAAAAAAAAAAAAAAAAAAAAxQYC0AAAAAAAAAAAAAAAAAAAAAAAAAAAAFBsIAANAAAAAAAAAAAAAAAAAAAAAAAAAAAAxQYC0AAAAAAAAAAAAAAAAAAAAAAAAAAAAFBsIAANAAAAAAAAAAAAAAAAAAAAAAAAAAAAxQYC0AAAAAAAAAAAAAAAAAAAAAAAAAAAAFBssAkAAAAAAEBxlhAb1c3XdeuyP8mvdu/yWXom104fIgAAAAAAAAAAAAAAAAAAAPDDYARoAAAAAAD4Ufo3qZyVkZ6/vuXycw7n5/0ysnLG2DdPH8xav1/P0Jh8lbMHth/ctGLo9MXulWuQb5AQG3Xh8K4OA0Z/ok92ZsbkPm2sHJzGzFtF/otSobh96RSfL/DybUAAAAAAAAAAAAAAAAAAAABKBgSgAQAAAADgB+ILtJzKuucpsuj/fqKsrIzs7EzyDWRSSUZqilKpJN9m/fypb58+/HQAmqJnm5meRj5DwMsn/0wf02nQWAIAAAAAAAAAAAAAAAAAAFBiIAANAAAAAAA/kKmV9ZTl28gvNXL28vTkpK8e/plq1qmPd30/Q1PzAtcGvXpmX9qVw+WR70GoLZq3+YiWSIcAAAAAAAAAAAAAAAAAAABAQRCABgAAAACAXyMzLXXLstkvH97KSE0zs7Zp0LpzA/8u6rWRoYFbl84OfPWExeZY2zt3HjzOpXwl9dqosODDW1Y9vn3FwMjEo3rtwg6RnZnRr7EXbegZmaw8cp02ti77M+DF4/7jZ29YOC303St9I5P6rTq06DaQ6Z8QE7ln9eInd68JhdruVbybdexj7VhqSr+2IW9e0LXzt52wdnCmjeDXz3euXBj06pmRmXkpN88H1y/4NmnVffhkZicpiQkLxw149+Ixjy+oXq9Jp9/G0gatT+rdOizgNW1083Wl8+Zd+uUfufnh9QuLJw6hjer1mg6dsYTZqkLVmnalyhzavDIuKsLKwbnjgFEe1WvRVfcun102dTht7F61iE60sen8Y55ASBsDBdD4AAAQAElEQVRvnz3YumxOREiglkjH0aVcr1FTTa1sCQAAAAAAAAAAAAAAAAAAwP8FNgEAAAAAAPjpJOKsqf3b3zhzxNapTN2W7eQy2ebFM/etW8KsDQt4Pam3/5tnDz2q165Wt0l0eOisIV2f3L7KrH1+/+akPv4Prp/3qOrr6ln18vF9hR2Fy+P59xpsbG6lWQx69XzWsO5Oru4DJ801MjXfs2bJ7QsnmVXzx/S7c+k03a17Fe/71y7Ex0TSYt0W7V09q6g3j4+OmDmka9Dr51XrNDIxt7p26pA4K8uvUz91h33rlkklEt8mrXT09M/s27Z3Te6Dqteyg5mVHYfDpadEJ7fK3vlP2NLOka7KUzx3cOf25fNq+7XpOXJKalL84gmDE2NjaN3KwZkWacO9cg1mn2yu6j2ub589nDuqb0JMVJ3mbV0rVH5659rE3q0Sch4LAAAUHUePny3r4Xv+0jXy66SmptFzmD5rIfmuftBuAQAAAAAAAAAAAAAA1DACNAAAAAAA/EARwQHMgMeMwX8srNGwBW0c2rwqJiJ07PzVnjXq0EWlQrF82uij29bWbNzK0s5p46Lp2rp6M1bvNrW0oWs7DRwzpX+79QumLD94VSGXb1o0g8vlzly7z9LOka6t0cBv1tBuBR6dy+O37Tv81eN7kWHBmvVBk+dX9KlLG+UqVRvSqub1s0er12+WnBAXGRpEz2fwNNVoyt2HZ3B5PNqo36pTcnzs68f3mG1P7N4olYhnrdvh6OpOF/euXUxPOyzwtZGZOdOhjl/b3mOnM+0p/dpePLq3y9DxLBargX+XB9cvpiTG01MihaCPna49tHnlvx4Fnzdz7V4TC2vaFunp/z11xK0Lx/0697V2cK7TvP2VEwfdq9Ro3iU3gU2vz8ZF03h8/vTVu8yt7Wnl2qlDa+ZM3Lt26aCpCwgAQImxbef+OfOXMW0TY6PSpZ38mjRo6+9Hvtbjpy+Gj5rco1v7fr27EgAAAAAAAAAAAAAAAPilEIAGAAAAAIAfSNfAqEHrTupFWycXpnHx6B5XzypM+plisdkN/DvdvXw64MUTuUwe8OKxf6/BTPqZ5KR+azZqcWjzyoSYyOA3L2IiQlv1+I1JP1MmltbkC9mVzs1k6xkam1nZxUW+zzlVQ6G29ssHdwJfPnUuV0GoLSpw24jgQJ5AyKSfqTIVKhOyNiIkwNO7NlMp5e6h7uzqUTnkzYvE2Kg8o1B/EZGOPpN+Vu28rGrnsZHhhXWm1yc86F3zLv2Y9DNVs0nr/RuWv3p8lwAAlDzNmzVwdLB/FxB0/dbdW7fvp6al9e7RiXyt1NQ0sVhCAAAAAAAAAAAAAAAA4FdDABoAAAAAAH4gPUOj/AMepybGZ6SmvH58T3NwaEZKUkJ48DuiGiJ6ZZ6BkFVrE+IjQgJpw82rOvlOdPT1E+OiaYPD4Q6bsXTjwmkzBneuWqdx6x6DbJxK5+9vbG758uFtqTibJxDSxYz0VDrXNzIucOd8gYDOs7OyyHeia2BA51npaYV1iH6vGuvawtZBXWGxWFZ2js/u3ZDLZfQxEgCAkqRhvdqNGtahjcjImOb+XY+dOPvVAWjPCm5nT+wxMzMhAAAAAAAAAAAAAAAA8Kvhj98AAAAAAPDTsVh0Vr6KT4tu/fOssbJzev30AW34de7rUd03z1pbZ5fbF0/RBpfHJz+AR/Vai/eeu3R07541i+9cPDVw8tyajVvn6ePiXvHaqUP71i3rMnR8dmbGmX1btUQiz+p1SNGgpP/LX1QqWWw2i7AIAEBJpasrYnPYPC6PWXz1+l2bjn1GDRtgbW25e9/h+w+erP1nkZeXx98r1j18/PTduyBzc7OKnuVHDR9oZqp6i8uiJas2bN5JG9OnjuvYriVtdOja37t6lTKlndds2PY+LLxUKacRQ/v7eFf59GncuHl32879Dx8/c3UpZWf38RMM9uw/On3Wwo1rlnhXr8xUaLc585dt3/SPV6UK8xeteBsQNHr4wD/nLqENSwvzVi2aVPbyWP7P+jdvA7W1tfyaNRw+uC+bzaYb0s6bt+0Z8lufK9duBAWH2VhbNmtcv3/fbszaAskVirkL/r545UZqalq1qpUm/z7C3NyUWSWTyecsWHb95p2EhCRbG6vmzRr2691VvSF9IAv/+uddYJCOjo6bq8vE8SPo4fLv//WbgE7dBlb0dF+/ejGHwzly7PSuPYcCgoIrlHdrUMe3S+c2BIoq+hKCQNHGYuEFHgAAAAAAAAAAAJRQCEADAAAAFEUKufzsgR1Pbl8JePmEL9SysnOs6FO3WcfepHhKiI26cHhXhwGjSTGUnZlx8djeit61Le2cNIuT+7SxcnAaM28VgS+nZ2iso2+YlZlRrlIBAznbOqrGXWazOQWuNTa3ovOwd69cylciPwCHw23g38Wjmu+ojg2PblubPwDt27T1s3s3T+7ZdO/quYy0FKVSMWjKAh19g8/cv0wqId+bXCZTt82sbOk8Luq9uqJUKCJCA0wtbNgcDgEAKHnkcvmzF6/3HzzG5/F/HzNEc9Wxk2e1tbT79OxU3r1sTZ+qcXEJe/YddnNz7dypzY2bdw8fPfXq9dsDuzdwOBzv6pWTU1IOHDqhufnOPQe1tbR6duuor6e7au3mIcMnfHqI6PWbdvy1dLWdrbV/y6ZJSckHD58kn+3mrXuhoe87dWjdpHG9PXsPL162Wk9P18e7yuQJIy9fubFm3VYtgWBg/x7q/o+fPu/fu1t6Rsbxk+eWrlgXFR0zfeq4wnZ+/MRZR0f7hvVqvQsMPnf+Slxs/K5tq5lVYyZMP3vusk+Nqg3q1aLXhJ5/QkLS+LFD6apHT54PGDxGpK3dzr9FQmLiqTOX7j96enjvZktLM82dZ6Rnjhr3h5m5yZKFs+iVpPufMGV2ubIuHdq2opf35NkLCEAXNerQs2b6GUnoIqXA0DOS0AAAAAAAAAAAAFDSIAANAAAAUOQkxcUsmzJcFX0WaFk5OGWkprx6dJfD4RbfAPT6+VPfPn1YTAPQZw9s37t2iWt5rzz17OzMzPQ0Al+rdrM2J3ZtuHXhhHd9P6aSnBBnYKwab9LasZRTufLnDm2v1czf0s6RWZuaGK9npIqUla2oGlzz8LbVHtVrmeaEfaViMflOXj++51K+EpvDMbG00TUwyspMz9+HxWY7linL4XDKVqxqX7qsXakyPL7gM/evq28ol8siQwOt7J3J96BnYETn7wPfqCtOruUNTExvXzzdps8w+nODVi4c3pUUF1t8f4AAAHyLEWOnMg0ul7No7jSvShU010bHxp0+utvYyKBxo7p00czMZP3qJUwf5ajBEyb/efTE2Ws37tSpVcPHuwqXy80TgBbw+bu2rLayMqdtfX3dYaMmnzxzoVf3jgWeSVhYxNLl6yp6ll/3zyKRjjatlHJ2XLJ8Lflsf86YWL2q6s0/nh7unboNpKe0eMEMutioQZ1L127SU9UMQP85bbyFhSqI3KpFk/5Dxu7Zf7RTB3/XMqUK3HMZl1JbNi6nD4e2Fy9bvW7jjmfPX5d3dz115uLZc5fpI2ISzxkD+/TsN2zbzv2d2re2sbH8c+4SoUCwbdNKO1vVe5Nq+lSnV2z5qg1zZk7U3Pmk6XPj4uN3blltYKBHF2/ff0jnM6b+7u5WhjaSk1MJFCVM0FmZQ6FQ0Bc+TJtAEcPEnemM9QFBBhoAAAAAAAAAAABKGASgAQAAAIqcbX/PDXj5xKdxq/7jZ3F5qiRKdmZGRjrSIUWIUFs0b/MRLZEOga/l32vw7Yun/pk+5sLh3Y4ubjGR75/cvvrblHlMHrrXiKkzhnSd0KNFRZ86JhZWwW9eBrx4snj3GWNzK7tSrrX92lw5cXByv7ae1WoZW1jdOHOEfA9KpXLZ1BHaOroVa9SOCA5MS06k34b5u92/cv7Q5tV+nXsnxcfQKfDVU4/qvubW9p9zCDcv75vnjq2c9XtF79rJifG9Rk3lcHnkG5ha2tDpzqXT+sYmQi2Rha29bxN//56DN/01Y8HY/i7uFd8Hvb1/9Ty9V/069yEAACXP8CH9KnqWj4yMunXn/shxf/hdbDB31mQeL/cfxPwa1zc2+tcQ/uqENIvFquXrffTE2dCw8MJ2rq+nx6SfqfJuZek8IiKaWfz7n/WJScm0oSMSjR01iDZ27z8sl8uHDe7LpJ8pCwtz8iUc7GyYhrGRIZ1bWVowi1wux7OC+527DwrcisPh9Oza4dat+w8fPi0sAE3rTPqZquhJr8COoJDQ8u6uJ06eo/Whg/syq0Qire5d2k2YMvvBoyepqWkvX70d0K87k36mWvo1WrVm8/2HjzX3vG3n/rPnLs+ZOdGldO4naTCnvXX7nrl/TqbnxqSioYhQp5+3nUnfdyVbvUi/HZCBLmqYL4qPO29MBx36rcRmf6wTAAAAAAAAAAAAgJIBAWgAAACAouXd80d3L5+2K+U6aMp8dVGoLaKTejElIW71nInBb15IJRJrB8e2fYZ7VK/FrJrUu3XlWg2MzawOb12VnBBnZe/Yof+oxNjoc4d3RYeFmFhYtuk9tHr9Zl/Rmbp/9dzhrasjggNEenqlynn0HDnV0FQV3MlITRnoV23s/NWvHt+7feFkakpSmfKVeo+ZZm5jzxwlLOA1bXTzdaXz5l36dRo0VirOPrBxxZ1Lp9NTk8pWrF6/VUf1Q/gcIW9e7PhnQXjwO7lcVq1OY8cy7ke2rVm2/yJdNbhVTQtruz9W7lR37t+kspOr+8Slmz/9KAo8pa3L/jy7fztd+8fADnTuXK7CjDV7H16/sHjiELpYvV7ToTOWMLt9++zB1mVzIkICtUQ6ji7leo2aygxO/OmL843XoVijt/TsDQe3LJn16sndkLcvSrtVbNapt6Vt7njPTuUqzFyzd/uKuS8e3NLS1inl5tmqx0CBUItZ2+/3P/UMTej1vHf1nI1T6TZ9hq2fP4V8M6kkm34JHt++euHwHjNr25bdB7TqPjB/N88ateg3zsndm8XZmUyFxWL1GTujbssO/3mIWs38n927Ts+c3sM6+ob+PYcYmX1Z+i0PNoczZNpf88f0PbNvGz0Nv879aLF+687aunrHdqw/vmsjvSHpTUVvSP2c0bUBAEoaZ0d7ZtTkNq39HB3sl6/c4F2tclv/3A8fsMwXQU5OTl27cduNW/fCwyMtzFQ/OVNTP+sDH/QN9Ok8LT33owPOnr8SGBRCVClnMyYAHRgYwuFwqlWpSH4APV0dqVRW2FprK0s6j4iKJp9BKMh591226tMVQt+Hm5ubirS11GvtckLYkVEx/JxPP1BnsknOs6GDve3V67dlMjlTef0m4MBh1ZjZr16/8//wlqLOHfyDgkIPHTn54tXbbp3btmvTQp1Hh6KAGfg5NVMemyTXFrK5HBb92uasQay2aKFfqbRMZVKaQiKR8nhKLpfLZiP9DAAAAAAAAAAAACUL/sAAAAAAULTccPO6zwAAEABJREFUuqCKiTTv0rewDukpSdN+65QYF121diORrv6dy6cXjhswfNayqnUaMx1O7NpkYGzSqvvAqLDg84d3L/p9IF+oXa9F+8Ztu104unvF9NEGxqaunlW+tPOlY/s2LJhqZGpep0W75IS4h9cuvnn6cM7GQ0x6mFo+fYyZpXWbPkPjYyKPbl2zeOLgeVuP07/B12vZ4eTuzQkxkS27D6DdXCp40fn2FfMvHN5VvmpNS9s6T25fe/Xo3ucHf189ujN3VB+FXF6pZn0zK+und67TczM2t/qcbT/xKAo8pQpVfSOCA148uF2neTtDEzMjU9WYhZZ2jv69Bh/avFK927fPHs4d1VeopV2neduUhIR7V85M7N1q/tbj6rMq7OJ8y3UoFtadvv+JtTr6BkOm/1XYWnuXspP/3lrgKhab3XHgaDqpK/QLRAo3Zfk2dbvHiCl00lw7Y81epsEXaLXrN4JO+ffQtu9wOjFtgVB78B8LmbZSqQwPfjd7eM+Dm1fUbdmhSp1G26+91tyww4DRdPp45izW0OmL6UQ+SXMnczYd1lzFEwjzHKKUm0f+6+xd348ZSxsAANTq1fVdvnLD/YdP1AHoPGHBiMjoXv2Gs9nspk3qe5R3e/nqzYpVG8lXOX5oW55Kalo6n8f9JfHE1DRVhltJvngE3/xj/jLDABc2HjAtcjhs+hCZh/nk2cseXdvTB75914GO7Vs5OznQoraWcPaMCQP6dFu0ZOXMOYsPHT25ZcMKLaGAQNGQE4BWTbQ9oYelV1kRgSIpKk7ab06wXCGX5Lz5gaXCYYbrJgAAAAAAAAAAAAAlAwLQAAAAAF8jadNgtnsj8gMkxETRubV9qcI67F23ND46YuSfyyvXbkgXG7fvPrlv253/LKjs24DN4dAKl8edtnKnnqExbevo6e1Zs6TjgFGN2nWji1b2TjMGdb52+pA6AP2ZnVMS4nb+M79sxWq/L1zDEwhJzhjMfwzssGvVInUS1MGl7Pi/1vEFqjECM1JTzh7YHvz6uVPZ8g38uzy4fjElMV6dH6VePrwtEGqP/2s9bSsVioy0VPJ5FHL5hoXT6Hz03H8q1ayv2nyI4vfufhKx+D+3/fSjKPCUPL1rhwW8fvHgdr0WHZzKVWD2Y2nnRB+LOgBNT2bjomk8Pn/66l3m1qpxna+dOrRmzsS9a5cOmrrg0xfnq6/DV1u0dn/v9o2MDfFx819PqVQ+uHreq1aDnKAJy8rO0crOKSE2igAAFCvJ5zca1OtB2CXon4aYsZz5PF5hHdZt2BYRGX3qyE57e9XAxvZ21l8dgM7P0sLs8ZPnQcGhTA44D27OqzixREJ+gGfPXxHVw7ElX8jayuLO3YfZYgkzLDQVHBxG57Y21tbWqneF0cul7qxQKOijs7O14XA4TDy6pk+1CeOGxcUnnrtwedacxZvX/63uTK/w8qVz/pixYN/BY1eu3mzSqC6BooF+7eRyeYEBdyiCFAqlWCxhs1kcOf3OU/0YQQYaAAAAAAAAAAAASg42AQAAAIAvJ351JevgdNVIenIZ+a7SkpPp3NDUrLAO104fcS5XgUk/E1VM2bl63Sbx0RFx0eFMRaSjzwSaKT1DEzo3sbBkFp3KlufxBfExH5Oan9n57uUzWRnp/r0GMblhyqGMm0v5Su9ePFbvysLGjgn45mzrTuexke8LexRmVrbi7MyzB7aTnNF8dfQNyOehDzP6fYhbZW8m/cxsLtDS/pxtP/0ovvqUgt+8CA96V69FByb9TNVs0trY3OrV47vqPoVdnK8+6Fd7/CJw3Jz1x87fksq+861bclw8snvplGG/d2u2ecnMlTPGDmnt+/bZg0ZtuxIAgGIl8djS9/PaZr+7T0qMk6fO0XnVKhUL6xAZFaMt0jI1M2EW370LonPZd3rGrOLlSefzFq3IzMpmKlKpVL3W0kL1kRqPn75gFmUy+bnzV8g3kEhydx4VFbttxz6RSKturRrkC9WpVUMskZw5e5FZTE1N27xtN92VT42q7uVcra0szpy7RE+VWbv3wLHwiKh6dWqqN7e2NGexWGamxoMG9r5z79Hxk+dpMS4hMSgkjOlQ1rU0nWdkZBIoApQfEQSgiwu5XC6lL+tlcoVCga8aAAAAAAAAAAAAlDQYARoAAADga8mlhEWSL20S2JTRKlWVfCdGOdHnzPQ0dS5ZU2JsjFScbWHrqFlkFuOiItQB3MJwOFyBlpb883I8mp3DQwLpfM6IXnn6CIQFJ4919AzpPCsjnRSi56gpq2aN37r0zzsXT/l17lupZj3yeaLfh9K5S/lK5Mt9+lF8wykFE9VXwUFdYUYFfnbvhrygfLzmxfnqg34LiUS659jVS7ee9u3Y2M3FgcAXqu3XNjkx/vLxfecPqkZPdyhdzqdxC98m/gQAoLiRxgRHrugj8mxk4j+WY2BB/h+du3glICiENl6/DTh3/koVL0+/pg0K61ynls+1G3fGjZ/u16zh1eu3L1y+xuNxn714Tb6Htv7Nd+8/cv3Gnfad+/n6VFMqlQcOH1evrVSpgpOD3aHDJ7SFQg8P930Hjj57/pJ8gwFDxtJHGhkVc+3G7eTk1KmTRpt9CHZ/vjb+fpu37Zk1b0loWDh9/XDp8vWgkLDfBvQwNlK9ZWtAv+7TZi4cPHy8p4f7u4Cg02cvGRro9+zeMf9+enRpf/DQiSXLV9erW/P8+StzFixr1KCOqYkx/eoI+PyKFcsTKEJYTAYaigWFQqnKPudg0usY/hkAAAAAAAAAAABKDgSgAQAAAL6JIiMlavUgkUcj4xYjuN8jOWRmrfp08ujwUM1A7UcFhxFUxR/6p25m54OmLjA0+dfQ1Dy+gHwVMyu7aat2Pb51ZfvyuYsnDq7bon3f32d9/uYczte8jv30o/jqU1KSAr4oqvABm80i//FF+cbr8C1i45Pn/rOnekXXzq3qGhvqEfhsXB6/bZ9hdCIAAP8XMh6fzXxx1bBhP/263Vl8LfL/hRl1WCTSsrezHTqoT8+uHT7RuWP7lnEJ8YeOnHr6/FXpUo47Nq28fvPu0uVrHj15XtHDnXwbPp+3df3yP+ctvvfgyZFjpz093Pv26vr3P+uZtUIBf/U/C+cuWLZu8w5Xl1K1ano7Ozmo134FnxpV9uw7TBvVqnp16djGq1IF8uUEfP6ubavpWR07eS4xMcnWxmri78N7dG3PrO3QtqWeru7GLbs2btmpo6NTr7bPxPEjTIwN8++Hx+NOmTCyz8BRa9Zvre3rXb9erSdPX2RkZFbyLN/7z85ODnYEioyPo0BDMSGXyxUKJZNcJwAAAAAAAAAAAAAlCQLQAAAAAN9BxpOzmS9VySGDOt0J+5teYlWp1ejotrWHt6zy9K6df62hmTmHy4uLDNcsRgQHkH+PQPzd2Tg4E9XQxQblKlUnX0UmleQv0sfoXtl7Uu/Wl47ta9t3uIGx6X/thphZ2dD5+8A3hXXgcjgSibjAVZ/zKAo7JZlcWvgpqTLrcVHv1RWlQhERGmBqYcPmcMhn0DxolyHjtUQ65Ge5/ej1wxeB/o29m9WtxuGwCQAAlEhKaXbiyRUpN/ebtB4jqtiY/F/o3qUdnQpbW9a19Ksn1/IUORzOiCH96aSuuJR26tOzE9OuVqWi5iZ7d6zT3FYo4OffYR76+roL507TrAwa0FPdtrWxWvn3/ALXjh87lE7quo21ZZ5j/TV/Op00K/17d5s6cTT5L3p6unl25V29smbFyNAgzzlratKoLp2+dLeVPDHkM8D3oQ49I/0MAAAAAAAAAAAAJRAiDgAAAADfB5Mcev9Xp6yAu+QbOLq6l6/iE/Di8fI/RkrF2UyRNvatWyqXy1gsllfNem+fPYiNDGNWhb59deviSQeXcsZmluSHqVy7kUBLdGDj31kZ6epickLcZ26uq29ITz4yNFBdoaedkZpCcgbTtXEsTRvZmRl0nhQXM65r03mj+shlBQeOLWwdLWwd7lw6/fjWlQI7GJtbhb57xeyNenTjkvqcP/0oCjslevJEFbl+Swrh5FrewMT09sXT9DEylQuHdyXFxVb2rU/+S/6DFpgU/6EkEumeY1cnLdj4NjiCAABACSZPjo7ZPC5yeR9pTDABAAAAAAAAAAAAAAAAKMIwAjQAAPwCioxkeUaSIjNF4OCpLkpjg+QpsbTBFhnwrVzV9bSbu2VJ0bTBt3IRVWymWReHPqP7EdiVN2g0SF2P3TpalhhJG3re7XWqtWWKSnFGxNJOquOmJ1oN36E+bubzC9Gr+zFt26nneebOTDs76EHk4tzh4mwnn+VZlmbaGY9OxmwYwrSdVnzMhcTtGJ92ay9t6FRuZdZrqboe9XfXrLc3aUPLpYbl8B3qesz6QRmPT9OGdvmGFgPXquth02vL4lWpVtMuc3Vr5A41l/X6etSK7kzbcug2LdeauZcxPTFkghfTNu+/RuTRiGmLgx9F/NWGaTsuec3iCZh29JoBmc/O0QbXxM5u+sfkaNLp5UnHF9MGR9/cfvZtdV3d36Dhb0atxqvrIeMr0itJG/p1ehu3+0NdD51cXZ4Sk+fkNa+Y9ZiDAseKTFsS+SZ8TpPcKzztEs/UgWnH7/0j9eo22mALdR0WPVXvPPnsqsSjC2iDb+tuM/7Yf17hsD9qyhJVUU7D5qMNmwz7ePLjPBRZqbRhNWKXsHTuGMD04dAHxbTtZl7nGlkz7ex3tyOXdWba9rPvcPTNmHbKpU2JB2eRQkhjgqNWD6JfDuOWo1k6RuSr9Bg5+a8Jg+9cOv3wxiVrB2ehtigxNiY2Mqy0m6dnjTqtuv92/9r5+aP712jol5qUePP8caVC0a7fCPIjGRibdhw4auvSP0d3auTpXZvPF7x6fJfN4czdfJTFYv3n5m5e3jfPHVs56/eK3rWTE+N7jZp6ZNvqFw9vV63TWCIW04dpbG5lbq369HOZVBITERYVFhz46plL+Ur5d0UP16b3kJUzxy36fWDlWg2sHUolJ8SFvHlB98B0qNXU/93zRytnjavZuJVEnLV9+TwWm/05j6KwUypXqRpdu3fd0qT4WKlEUq1uE6ey/xq2kMvj+/ccvOmvGQvG9ndxr/g+6O39q+e1RDp+nfv855XJf1AdfUPyeZ4rbCID07hpT/g8Ho/Lodhs1ud8OQoUEZ0wc+l236ruHfxq6elqE4C8lMKb68jNdWJrN1H/1erq+0XtpdFBtKFXs6NJ698/9FWK59ZkRmI3aj9Dv1bus5g8PSF0QmWmbTFgrXaFhkxb8+et3YxrXGMbpp354nL0qt60wTGwsP/zlvqg9OdwwoGZtKFVrrbl4M3qOn3Goc87tKHj1cKs99/qetBQR6ah3+A3naYj1fXQaY3kyarXGAYN+hq1yP0pqpRJgsfknqRJh6l6Pu2ZtjQq8P08f6ZtNXSjsHRun8yX16LX5D7TOcy+wtbJ/RZOu3MkbudUwjyjzb+hPmjSqVVJp1cR1dOxrcHsKf8AABAASURBVN3UExonPzLj6UXaEJaqbDVso7oeNrOZLEE16r9J2wl6tbowRVqhdaZtOXSdVulquScZHfR+bmumbd53iahC7tswJBFvwhfkPhC7qcfpKwGmnXpzX/yenGc0Ds9p8YP8J0lflTnMuaquJ55YnnxWNeQtz9zRdtIRjZMflfH0Am1ou9WyGLBCXQ9f1Eny/iVhbo/2k9X1kMm1FelJtGHkN9ygUT91PWikJ1EqVA+23SQ939zXEqqn6Um1mLbFgOXabrkfj5Ad+DDy715M237mBY5+7oD96feOxW7PPZb9n5c4usa59fvHY7dNYtqOf91ncfkfHtTfyWfX04bAobz1qI+vJSKWdhcHPyGqr4iX1bBN6nrs9knp946r6s6VrIZv/vhg57WRRKk+kIE+Uvp4maLmV8Rq2AZhqSr5T8Zu2mmuUe5TWMqVHQkHVQMA0wqtaxx0Mn1cOSdThe5HXY9c1jM76BFt6Fb3N+08Q10P/aO+PEX19h6jZkMNGg9gipr3tlmPeTpeH19X55EdcP/9vDaiCvV0vPwE5WoRAAAAAAAAAAAAAAAAgKIHAWgAACiYPDlKnpHMERlyDCyYilIqznp9jRYVGUk6VVpz9HJTJrKkyJSLG5i6cbs/1EnWwsJM6XcOxG4bSxssrsBx6Wv1EVMub0m9upU2tMrWthyyWV1PvblXHKIKdog8m/4rAH3vCD1Ezn54mmcuDn0qjVGNMqv1Id6qOnmFXPL++YeFgj8ZlvZRt1msjx+SoMwJ4gD8TJZ2TnM3HT66fe3LR3eDX7/Q0tExt7LtM266e+UadK29S9lZa/dv/Xv2uUM7pRKpjaNzh/4j3XJW/VCN2nbTMzQ+tmPt7QsnLWzsy3hUtrYvpfqG+ozEba1m/s/uXacbhrx5oaNv6N9zSEWfOmkpSbfOH9cW6Vav17Rtn6FMTNnUyrb7sIlblv6po6df2N5qNGzB5fGPbFv95M51en3cq3ibW9vLPowYXbdlh6zM9POHdm9Y+Iend53hM5cumTT0cx5FYadkbmPfc9TUzYtnHt6yiicQlnbzzBOApuq37qytq3dsx/rjuzZqiXQ8qtfqNWqqvrHpf16ZAg76tQnm70IqlREAAABKgdfAAAAAAAAAAAAAAAAAUHSxlIWEwAAA4P+JJOKVJDpQkZHE1tbTqdxKXU84MEv8/gVRDddXx6Dhb+q6eihf4zaT9evlDstHK7TOtK1/PyKwq8C0xWFPIxbk7tN67CH14Mqa4xBrDq6cfv9o7ObcQRY1B1GmJ5NySTXeoZaLt+Xwnep6/N5pksg3RDXMXmWjFmPV9cTD86SJ4RxtA2Hp6jpezdX11Kvb5GkJqv6lq2q55EZCldLslMubOTpGHJGh0KU6W6jL1Ok1YXZOCewrsPi5g54qstMkOVcmT12eniCNepfTZAk/jLZIVIP+BslTVcNXc3RNeBaliMaVV2Sm0AZbW59vXfZjPeqtIj1RVRcZ8q3KqOvikMf0VGmDZ+akHm+Y7oHuh2nTndBdqfszEXBV3dKF/WGwYc2TF2qkwOkjpY9Xdeo8oebY27LECFnCe1Wdyxc4Vsrfn2topR4qUnXQoPtEropIcgws1Hl31ckHP1TKJHlOXuOKEb6tm/rKKyWZ4tDcAZ7pydBTyr2SscHMvUfYHKFzlQJOUiAS2JX/zytMbz+lTDX2KNfYVj2is+bJ823KsbX08l9JzSumyEqVhL/MX5clRWVHB8b+050UhGtoadCgr141f/oqS6FQSGXybLEkcV4zIsmwn3ZWPQ4lfML5gztO7dv6164zn7/JlH5t05KTlu2/SEqMmC1jM55dyq47UuBeX0dbS1tLIODzuFwOi/Ufg0B3GzG/wLq1hXGPtg3cXBz+devOaURkYoeZl+jTB4ESLG7vjLS7RyRuzfllfIS6hrqO7vR24/G49GajzzjMMxf9yc8zsQue6CM2cWG1WyBKfCcUCvl8vtCyFM/QUn1bfnzmsipDnwSZtubPW4FDRfVnFygykiWRqvdKsbgC9WcIENXbtKKlcSEk36dG0Gcc+rxD8j0dZ7+7o3pDk1LJMbRS6lmIxeKYKz2VmSH2XiuU8pwnC0NL9Tu1VP0D7jEN+jSnHldYKckSh+W+mYpv7crW0v14kh+e6dTj+6pOMjWePqmpWiz6jPbx6VWWECFLisx9UA4V1HVJVADztEufK/k2Hx+UOOSZUpbz2sDEjmNgnnsyUrH6aZRvXUb9jPavk7QopR6OWvW0G6bxwubDFZanxDFXUvXCplTljyeZGMl8kAJh84ROGq8ZEsLpkyBhXkvYly/g5LXpV6T0x5MPe0EPTRscPTOemb26nh30mChU71qhz9HqwY9V9Xf36b9SqB6sqb36tQTR+IrwLUvTLzrTVmSlSSJy30r3ryuflkBfmH1+Xf2g2AIR37bcxwf1/pVCnE7yfUWkMcHytPj8dXrl6fXPc/L/vm0+fqUKPcnkGGnOh4GwOPSer1DAQbX06H4+nmT4a/rCj6jueVOeucPHkwl+opSrXpXlvcLqe9vcib4mCRrx8RCaBI4eZh2nc/SMVd82Ql2pVBYRJ+4yO7NKWdH0AdYEoGS7/jh97pZIf+/s9rW4OiL6GkxIX4TR12DsnE/iIMWZModMJpdIpGuOZey5LJs5wNqrrIhAkRQVJ+03J9irlHSUv1JHpE1vRfrKi748+z+4FQFALeziwMy4pwrPvTo5mN+wOBwOvs0BAAAAAAAAABgYARoAoKhTZKUpMpLkGUkCew91URzyOO3eYUV6olIuM++3Ul2P2zYu7c5+ooq2eFiPO6yuJ59fm35PtSh0rqIZgJbGBmUH3KENrkbEhOSEWnKPnhPjUBdZPAFbZMgRGbE4Hwdd5hpaGTbNDTSrh4UmOQkVqxG7PvSxVNe1XH1sxh9n69D9GGoe1LjtVDqRfEw6zCAFMWo9ocC6Xq0CYqn05DUT3mr04WgGWz/WhboF1jk6xpzSBQRYeeZOdMpf14zk/qtu6VJgXTOX/PFktPULPBny71Tux/6FnLxm0lpTTjLG+vP7C50qF1jXDE+rFXbFWHztAk+SZ+ZIJ/L5J1nIFdbMyWkq7OQLvpJaegXfBgYWAh2T/HV6mxk27GdQpzth4yXW14t+H3J46+rhs5YR+Fn4fJ5/Y+9mdatxOGwCUCiWQt9KaV2erS3UrArs3AvubVeRKxLxhUIO718f1PBFP2/ZIoPCfg6rP6FCE8+yNI+Uzl9n3rPE5LqkUunHk3csOP2pGUhVY/G1CqyrTrKgOkfPhE7561xjazrlr/MtS5GCCBzKF3AyPMEXnaTqabfAk9Q3VSe8/3WSRlaaqdmPdWMbzaS4WqEnb+dWYF0zVP2veulCnqYLvPJaugU/KF3jAt9uVFi90AdlW/BrDJ65I53y1wv8XijsK1LoSRqYq2Pun3NQzQT2v07G0aPAeoEno4kt0jduOVq3Wmvm4x3ot4xcLicAAAAAAAAAAAAAAAAARQ/SOQAAP5tSkinPSFZkJHP0zTi6ubEYZXZ64slltCjPSDJsNvzj4MoagyjbTb+iHoVXGhOYemVL/p2zhLmDMymy0zXrbKEOW2TA0Tbgmdhr1nWqthXYqeIRmqMkUhb9VrJ4Qo7IQD2oMMmJ4ToueZ3/oPRRGPqNLOhkdArNEOtgEFz4fyPyaGTcYgS3oEAefJEbZ48OnDzPpXwlAj9F9YqunVvVNTbEAM8AACWdbvXWxi1Hq8fYBgAAAAAAAAAAAAAAACjKEIAGAPhRst/dkSVFyjOShQ4emiPjBo/OHQnPpOMsPd9uTFtJlCkX1zNt3ert1AFotlBHvaEiK1Xd5hrbaJdvoAoo/3sQZYO6vXU8mxCNIZzVx6ITyUfHqzkpCN+mHAGAz8MW6Zt3n6dVqiqB76Ft3+EEfgozE4O+HRu7uTgQAAAo2XgWTqYdpxc2MjcAAAAAAAAAAAAAAABAEYQANADAF5CnJygykpUyCd/64ydiJx5ZkPHkjDwjSdu1plnvv9X1uJ0TpHEhtGHYZJhmAJotMlRkJNGGIjPlY1Goq1W2FhNo5n0Y5pnimthajzvMERnSOltLV10XlqpmUapa/jPkmthz/z3GMwD8QBwekUkN6vZG+vmX+3P9AQKfjc/n+Tf2blKnCo/7s38d2Lrsz7P7ty87cMnYzJL8H7l2+tCa2RNHzPq7Sp1GBACg+GDxtQwbDzSo14Ow8Q9EAAAAAAAAAAAAAAAAUJzg71sAAHnJk6MzX16RxoVKogMsBq5V15NOLEk6pco3c41t7GZc+9g/LU4aG5TTSNDcD8fAgiUU8YztBPblNetWQ7ey+NqqrLOOkWbdcsiW/CfD4gkF9h4EAIoeQdnabPdGWfsmszh4QQXFiaebc+/2jYwN9cgPplQobl86xecLvHwbkOIjOzPj4rG9Fb1rW9o5ka919sD2g5tWDJ2+2L1yDQIAUFRpu9UyaT+Za/h/9Y4UAAAAAAAAAAAAAAAAKCGQ1wGAEkQaG8zRNVGPoyyLD0s6tVwaFyKJDbIZd5hrbMvUs4MexO2cwLQVWalsrdyIGOdDXpmjZ6q5Wx2vFnwbN7pWc+RmymrErgJPg2/rTgCg+DPsvTLt5VUCUNyMHdCO/BQBL5/8M31Mp0FjSbFy9sD2vWuXuJb3It9AJpVkpKYolUoCAFCEWQxYQQAAAAAAAAAAAAAAAACKJwSgAeD/jTw5Sp6RzNEx4uibMxVFVmrEwtbS2GDathy8Watc7dy6JDPtzv7crdIS1AFonrmTtns9tsiQIzIgGtElUSU/bff6XGObPEfUKluLTgQAAAAgR7NOfbzr+xmamn/phkqFIuj1c+dyFQgAAAAAAAAAAAAAAAAAAAAUDgFoACiWlNJsaXSgJDaYLdTRdqujrodOqSFPjqINo+ZjDJoMZYpsLT0m/UzJUmLVnXlGNkatxnNEhmyRIc/MUV3nW5e1+G1D/oNydE0IAAAAfIYH184vmaR6It69ahGdaGPT+cc8gZBZ++7546W7hkUEBxqamjXr2Kt+687qDSNDA7cunR346gmLzbG2d+48eJxL+UoFHmLrsj8DXjzuP372hoXTQt+90jcyqd+qQ4tuA/9zVzuWzzu1d/PwWcuq1mlMckZrntS7dVpK8sLtJw9uXnF2/3Za/GNgBzp3Lldhxpq9hT3GJ7evnt675e3zx7ZOpS1s7NX1Kf3ahrx5QRvzt52wdnAWZ2fuWb349ZP7ESGBBsamZSp4dR40Vp2Npkc/tHnlzXPHU5OTnFzdBVparx7dW7DtmLG51eKJQx7dvPTPoau71yy+f+28ha39zDX76EFP7dkcFvRWnJlp5eDUqG1X3yb+zK7uXT67dt7E+VtPblz0B92Jtq5OuUre7fsN37L0z+A3z8VZmeWr+Pb7faa2rh4BAAAAAAAAAAAAAAAAAAAo5tgEAKAIk8YEZTw8kXpte9rt/Zr1mPWDw+d1j3W2AAAQAElEQVQ3j900LPX6Ts0618CCachSYjTrJh1mWgzaZPvHRV3v9uoiS6hj0PA33RodRR6N2Nr6BAAAAL4TSzvH2n5taMO9cg3/XoPpxOZ+fO/lurmTTS1sfJu2zs7K3PTXjIfXLzD1sIDXk3r7v3n20KN67Wp1m0SHh84a0vXJ7auFHSXo1fNZw7o7uboPnDTXyNR8z5olty+c/M9dtR8wgnbevnyuODuTLh7YsCIyNOi3yfN09A0qVPV186pOi3Wat6PnXMevXWGHPrptzcJxA+iGvk1bGZtZXD9zRL2qbov2rp5V1IsZqWkXjuzh8fkN23TmCwQ3zx2bO6q3Qi5n1m77e+6Rrat1DQx8m7SKeh/0+OZln0bNjc2tmLVKhWLaoM6GJmadBo5p3rkfrTy6dTno9TO3itWq1mkU+u7VmtkTb2gcOisjY1y3ZrR/rzFT6RWmqyb0bJEUF9NxwOg6fu0f3ri4ZPIwAgAAn+HV63dlPXzXrt9GSqr5i1bQKxAdHUvg/0VWVjYpztLS0if9MbdmvZa1G/rfuHWPAAAAAAAAAAAAAECJhxGgAaBIkCdHZ4c8VmQkKbLT9ev3V9fT7x9NOrWMNrjGNrrVP4aQuAaWdM7iCdhaOpr7Me06j8Vis0UGeUZr1qvVnQAAAMDPYmXvXKd5+ysnDrpXqdG8S788a/tPnF29XlPaaNtn6PC2dS8e3VupZn26uHHRdG1dvRmrd5ta2tDFTgPHTOnfbv2CKcsPFpqBHjR5fkWfurRRrlK1Ia1qXj97tHr9Zp/eFV+g1ff3WQvHDTiydbVXzQbHd67zbervUb0W7ebpXTss4PWLB7frtejgVK5CYQeNCQ/dt26pU1n3iUs2a4lUL0VsNq88sOFvZm39Vp2S42NfP87N5RiZmU9auqmMR2Xa7jpU+c/00bcvnnp86zJ9yKlJCRcO76LnP2beKrq2Xd9hI9rVD333SvNY1eo0ad9/pHqxRZd+dGIS0i269f+9m9+pfVt9GrdSd2jaoUe7fiNoo3q9ZoNaeGvr6E1dsU2gJaKV8JCAZ3evJ8RGGZtZEgAA+L+TkZF14PBx35rVHe1tCUA+k+ZuaN3Ep5a3B4vFIj/Stp3758xfxrRdSjuVK1umVYsm1atWIt9myoz5Z89drlfbx83N1cO9HK1ER8fuO3hs2OC+5CdSKBRnz18RCAR1a9cgX0Uskaxau+XqtVvhEVGlSzlOnTjatUwpAgAAAAAAAAAAAABfDiNAA8DPJkuKzHp7M/XadkVmirqYHfwwZv2guF2TEg7NUYoz1HWukRVLqMM1tuHomWnuxKDJEPvZtx2XvDbrsVizzrd04VmUypN+BgAAgCKltLsn09AzNLZxLBURGkTb4UHvAl48rt+yAxNZpkR6+jUbtUiKi02IiSxsV3alXdW7MrOyi4t8/zm78qheq0qdRid2bVo5a5yRqUWPEZPJlzh3aIdSqew4YDSTfqZMLD4VKWbSzxSLxWLi2tHhoXQemfPAXcpXZNbq6BvaOruEBwdqbtuwbRfNRWNzK/X40Fb2zha2DhEh/+pvbmPHNHh8gUjXgF4WJv2ccyBV8Cg+OpIAAMD/o117D85d8Hd6WgYBKEh6Rta67cdn/rUlIiqO/HieHu79enct71725eu3vfuPmDN/mUwmJ18rKir27LnLPbt1+OfveYMH9tLRVb28mTH7r60795Gf6+nzV6PG/RESGka+ilgiGTR8/Pad+8q6utT2rf7ixZt+v42ij44AAAAAAAAAAAAAwJfDCNAA8KPI0xOksSHSmEChQ0WeZWmmSBffz2rAtPnWZYVOXkyba2jF4mtxRIZskYE8I5kryE3q6Hp3oFP+ndP+BAAAAIo/vkCYGK/KfIQHv6PzQ5tX0ilPn5SEeHXq9xN09PUT46I/c1c9R0x5eudGTHjoHyt3qHPMnyk8KIDFYpWrVP0z+6enJB3euurJ7Wvx0ZEGJqr3dKWnJhNVbFp1JhmpaeqeGWkpBkYf38dFj5J/tOb7V86dPbiDPkaZVEJ7SMXZcrmMw/nv3+xEOnp0LpdJCQAAFOL5izdlXJx5PPxzGfzfehcUPnH2uqb1q7XxqyXg88gP07t7x0YN69CGRCKdPW/ptp37bW2tu3dpR75KWHgEyQlVk2Lu1OkLt27dnzNzon8r1YeWPOz4rGvPwYeOnhw8sBcBAAAAAAAAAAAAgC+Ev+gAwPchT4lRymVcI2t1JWyKj1Impg3jtn/ofwhA88ydWTwBW1ufIzJUSrPVnQUOno6LXxIAACiS7l89d2DD8ujwUDev6mMXrCGQo3+Tyk6u7hOXbibwXeR8Grtf574e1X3zrLF1diFf5DN2JZNJiVJJG1KJhHyhjPRUDpdHPu/j4+OiwmcO6cJmcbwbNC/t7hH85sXhLauYVSYW1gbGpldPH6rfqoOple3dy2eiwoL9ew3O80A07Vu39MjW1ZVrNWjV/TcjU/ODm//JTEslAAAlW2ho+D+rNz5/8TomLt7GxqphvVr9+3YT8Pl0VWpqWjXfZmv/WXT/4ePTZy8lJCZ6VfSYPH6knV3ur64vXr5Z/Peap89fWlmYe5R3u3j5WsvmTX4fM6TAAwWFhM1fuPzps5ccDtvZyXHk8AEVP8Qxjxw7vWvPoYCg4Arl3RrU8e3SuQ35PB269q9X29fS0mzt+m0xcXHOjo7Dh/aLjo7ds/9IUEiojZXloP49Gzeq+5/nMH/Ris3b9jA7pHOvShW2b/qHNnbsOnD63KVXb96JtLXLlHYeOqhPhfLlmF0xmwz5rc+VazeCgsNsrC2bNa5PLx2b/fHz4uiBRv0+7V1gkKW5Wfeu7Tu0baleFZ+QNHX6PHoBs8XiUs6OQwb28qlRlVlVo3ZzNzfX4YP7rdmw7ebNO3TDUcMHfvUlgu9OoVCcOHfr1v0XvTs1rVi+NPnB+HzeH5NHv3z9ZsWqjS39Guvr6756/a5Nxz6jhg2wtrbcve/w/QdP6Depl5fH3yvWPXz89N27IHNzs4qe5eltY2ZqTPcwZvz0k6cv0MaocX+MGkfWrVxU06cavdWfPX9Ni2U9VK/3BvTrTneY/+i0W2Jicv26vleu3YpPTCzl6PDbgJ51atVQd3j4+NnCv/6hN7mOjo6bq8vE8SPo9wKzKv9Ne/7StWEjJ9FVC/76h0608ejuBaGAr3nEt++CWrXr2a5N81nTxquL/QePffTk2dXzR/YdPGZibNSyeWOmXsmzvJOj/dnzlxGABgAAAAAAAAAAAPgKbAIA8CUU2WnSmH990nrc9nHBo1xDJ1dPOrVMs84ztadztsiQEKVm3XHJa/vZd2wmndYq40MAAKDIC3nzYunkYWkpSfVbd6rT/CvHbMvOzBjTqfFfEwaRn+Xsge2/Na/+/P5NAr+UXCb7zJ62jqr8DZvNKVepep6JJxCSL/Gfu1Iqlatm/a6lI6KV5dNGJ8ZE59mDTP6pYZKNzS1lUklkSCD5DIe3rEyKi524dFOnQWO8fBt4N2iuuXbQ1AVScdbYLk3H92j+99QRFX3qNu/St7BdJcbGHNm62qdRy5GzVzRu371KnUbW9k4EAKDEe/su8Pip885ODh3atkxMSPpn9aZ5C5drdhgzYfqNW/cGDejZt1fXO3cfjhg7RZnzHpjIyJgefYc9e/6qScO6lhbm+w8dz8jI7NW9Y4FHefM2sF3HPg8ePanl6924Ud2Q0LDuvYfeuHmXrjp3/sqEKbOlMlmHtq2UCsXJsxfIl9i4ddf6TTv69enatVPb4NCwgUPGzf9rRdXKFaeMHykSaY8c98f9B0/+8xx8vKvU9KlGG506tB42uK9/S9XgsvRhHjh8gl6TFs0auZV1uXbjTrfeQ96HR2oe/fHT5/17d5s8foSxkeHSFetmzv5Lc+3kGfNsrC38WzRLz8icNnPh5au5r6ySk1O79x5y49Zd72peLf0av38f0W/QmPMXr6o3DA4OHTNhWt1aNfr16ebfqtk3XiL4ERKTUv9atWfRyt0JiSnkB+NwOI0b1k1NTXvw+Km6eOzk2a3b93Xr1LZ3z041faqmp6Xv2XeYz+d37tRGIOAfPnpqwOAxcrmc9mxYv3ZLv0a00aRRXXp729qo3sDQ1r+Fk6O9gM+nFTpVr1KpsKNHREZLpNLxY4eNGNI/ISl50LDxR4+fZVY9evKcHiUyKrqdf4sqXh5Xrt9u26lvVJTqw0kKvGmdHOw6tlO9DaBWzerMcbkcTp7DuZR2qlSx/Jlzl7PFue+yi42Np9+n9PtIKODTHziVKlXgaGxF9xkeEUkAAAAAAAAAAAAA4MthBGgA+FwplzYmnV6hyEjiW5WxmXRaXad/UlVKxSyegJB/DVJo3m8lR9+MLdQlAABQnJ07tIPD5c1at9/Q1Jx8g+zszMz0NPKzyKSSjNQUJt4Ev4SegRGdvw9885n9rR1LOZUrf+7Q9lrN/C3tHJliamK8npEJ+UL/uasze7e+efpg6IwlZcpX+r17sxUzRk9dsZ2VM+Clrr5hzmm/dSnvVdj+y1Wsdv/Kua3L/hw9b6VAqE0rMkmhgen4mCi+QMvQ1IxZZC6IXCZnFkU6ehWq+lrZOzmWcbcv7WpsbkUKFxcdTudmVjbMojg7Mzbqfc7epBwOfrMDgJKrfj3fnVtXeVZwo+3hQ/u369hnz74jo4cP1NXVYTq4u7n+s2yelpD+0kpSUlK3bN/74uVbd7cyW3fszczM2r9rvVu5MnTV8pUbVq7Z/PZdoJlZAU89s+ct1dPX27F5pbWVBV0cMaR/5+6/Tf9z0bmTe2/ff0grM6b+TvdJcsLB5Evw+bwtG5YbGRrQtp6e7qIlq0YOHdClkz9ddHCwo0c5fvJsZS+PT59DTZ9qr98GXL9xp00rv/LursyeWSzWn9MnODk5MCPU7tl/dPqshfTijB318T1pf04bb2GhepJq1aJJ/yFjaZ9OHfxdy5TKfdTTJjRqWIc2Bg3s2aBJuwMHjzND5y5fvSEk9P2KZXPr16lJF7t0btOhS7+/lq6uW9uHSXZGREavX/WXekzobbv2f8slgh/n8fOA32eu9m/m27R+dTb7sz7d4utYmKt+lQh4F1Svdu6b4aNj404f3W1sZMCMcU6/79avXuJVqQJtK0cNnjD5z6Mnzl67cYfeck0a1eXyuHSxbu2aLZs3Yjbv2K7l5Ss3YuPj/3PsZCdH+2mTxzDtZk0atG7Xc8nyNXSfHA77z7lLhALBtk0r7WxVr8Fq+lSnx12+asOcmRML/L6mu2rdqhn9Nqlezat3j06FHbFta7/J0+adO3+lhV9Dunj46Cn6W0mHdi3j4xOlUpmBnp5mZ5GOKCMji04ikRYBAAAAAAAAAAAAgC+BP5MDQF7ylJj0e0eygx/SyX7OXXWdxeEqMpJoQxL5rySTkd8o45bjOPp5U3E8c2cCAADFX0zEe3Nr229MPwu1RfM2H9ES6ZCfpVmnPt71/Qo7qsFq1QAAEABJREFU7aBXz+xLu3K4PAI/jKmlDZ3uXDqtb2wi1BJZ2Nr7NvH/9Ca9RkydMaTrhB4tKvrUMbGwCn7zMuDFk8W7z3w6Fvylu4oJD92zdnHZitWq12tKe3YfPnnt3El71izpNEiVjClXqRqLxdq7bmlSfKxUIqlWt4lT2fJ5dl6vZYdzB3e8eHB7Ys/WHt6+SqXyyomDhZ2Jl0/9F/dv/T11pE+jFo9vXnlw/SKbwwl8lTv84eo5E0xyHl3wm+ehAa/tS5Xx8K5dWJrZqYyboanZmQPb2RyuSEfv5J5NGWmqIRsDXz6lD4cAAJRUbDabST9TWkJBtWpeQSFhYe8jmFgzZWdjxaSfKbdyqnBwRESku1uZgKAQkUhL3a1SRVXykhaZoZQ1BQSG3HvweNjgvkzymOQklf2aNVy+ckNUVKyVpaq4dfueuX9O5nA4BgZ65Evo6+kx6WfK2Ej1Phwrq9wXMO7lXLW1tSKjYv7zHCwtzQrcebmyLup2vTo+02ctDH0fXmBPeuY9u3a4dev+w4dP1QHoCuXLMQ16hi6lnYOCQ5nFI0dPeVWqwKSfSc4Qtk0b199/8HhEZAwTJKUVdfpZ9Yi+7RIVNQISGxsRcukmm8+juFwOh82mLx9YhPUDA8TfTlrI53KIJdLdhy9eu/O0Txe/0o7W5MfQ1RXlOQe/xvWNjQw0+zDpZ5KT3a/l6330xNnQsHDyXdEjtm7ZdP2mHcEhYRKx5OWrtwP6dWduWqqlX6NVazbff/iYfNtNS78xFy1ZdeLUOXUA2ruaV+lSjoFBIXRRkPOGBDV6A9F5RmbmVwSguSRNnPTm8i1l7q344V5U34p8LkfA5wmE9Jg8oYCvagt4Aj5fKFA1dETaBAAAAAAAAAAAAKA4QwAaoESTJ0dLYoOlscGi8vXVCWZpbEjC4blMWxL5hm+V+8dgrTI1TbvM45k78cwcNXfCNfpRfx4DAIAvlRQXs2HRtLB3r9JSks2sbNy8vDsNGsMXqP6Ufu7A9jMHtifEROkbmbh5Ve8xcjIzcu29y2dXzho3f9uxHSvmv3n6UCGXefk26DlyilBb9D7wzcRerZg9d/N1dS5XYcaavbQ9uFVNC2u7P1buVB+3f5PKTq7uE5dupu0rJw6eO7g9IjTIuWz5KrUaNW7f/eH1C4snDqGrqtdrOnTGEmaTlIS41XMmBr95IZVIrB0c2/YZ7lG9FrNqUu/WFarWtCtV5tDmlXFREVYOzh0HjFKvzePtswcHNq4IeP7Ews6+QlXf5p37ivT0p/RrG/LmBV07f9sJawfVG3KCXz/fuXJh0KtnRmbmpdw8H1y/4NukVffhkz/x8EnOCLt7Vi9+/eR+REiggbFpmQpenQeNLSxUnRATSTs/uXtNKNR2r+LdrGMfa8dSpARjczhDpv01f0zfM/u2sVgsv879/nMTp3IVZq7Zu33F3BcPbmlp69CvVKseAwXCrxkMr7BdKRWK5dNHK5XKfuNnMj1rNWtz68LJ4zvXla9ag37LmNvY9xw1dfPimYe3rOIJhKXdPPMHoLk8/rSVuzYumv766f3rpw+XcqvYvEvfQ5v+KfBMGvh3ToqPvXLqYOCrp9b2ztNX73py5+retUvfPnvoUr5Sm95D6X3++NYVdX8bp9LTV+1m7sA86PmMnrNy58oFR7evNTIx927g19C/69xRvY5uW4sANACUcEEhYWvWbnny7GV8QoKhgSpSmZpa8OdOGOakGNMzMuncysL85q172WIJM0Ays4mxkVH+rQIDg0nOENF0yrMqPiGxcwf/oKDQQ0dOvnj1tlvntu3atODxvs8/uHG5HG0tLZlc/p/nUFgAWiqV7d1/5Pip8wFBwcaGhnSHaamFfiKHtZUlnUdERRe4VigURMfG0UZsbHxGRpa9na3mWjtb1QcURERGMVlSyw8pbcaPu0RQXERGqu4ra40bw9Ii74vq5OTUtRu33bh1Lzw80sLMlBT+jfwtrHLOITIqJiPn54CDnY16FX3J6mBve/X6bZlM/i03rYDPb+HXaNvO/QmJySEhYcGh74cO7kty3rSgelBp6Zqd09IzSM57DMgPkJGZnZCUJpZIxGIp/Vknlkqzs2lbki2WiiXSrKxsPp9naKBjZKBvROeG+lbmxrZWpg52lgQAAAAAAAAAAACgOMAfGwBKEFliBIvL5+iZMovy9ITQKd5Mm6OtJ6rUnGnzrcqIPJvwzJ15Zo5cjXGdVdFncycCAABFVVRY8IzBXbLS07x86xuZWQS9enbv6tl2fYfzBVqn927dvnyOtYNzg9adg9++uHLiQOi7V7PW7Wex2XRDqUQ8sZd/uUpVe42a+uT21WunDvEFwt5jpukZGPn3Gnzh6F6ZVNK4bTcjU4v/PIc7F0+vmzfJxql0vZbtg1+/vHn+WOP23S3tHOl+Dm1eqe6WnpI07bdOiXHRVWs3Eunq37l8euG4AcNnLatapzHT4dzBnQItrWadeol09A9sWr54wuAley8YmeUNScRHR8wd2UdLR9e3aeuk+JjT+7a27DaA1uu2aH9LS/v143vqbjOHdGVzuFXrNEpOiKMPkMPl+XXKzeMW9vDpqozUtAtH9ji4lG3YpvOT29dunjsW8vbFvC3H2Dmf7Z7H/DH9YsLDqtVtwhPw71+7ULVOkxIegKZKuXmsO31fs9JjxBQ6aVY0k/SUvUvZyX9vJZ8h/66YgP5/7urP9QfyVMb/tV5zsYF/FzqRT9LRNxg+a6lmpW2fYR/bfYfTiWnTu6Xjb6PppF5r61ymeZf+TJve8+rbPisj/ei2tcd2rL11/kTdlh1Gzy0gUe3o6p7nQS3ccYppVKnTaPu115qrlu2/qLnYqF03OhEAgP8712/cGTR8fHn3cm39m5cu5Xj85LnwiKjP2dCjgtu+g8f+WbVxzMjfMjKyduw+YKCvV6tm9fw9WTnDqQ7o262Gd9U8q0qXdhIK+LNnTBjQp9uiJStnzll86OjJLRtWqMec/l4+fQ4FbiKWSIaNnPTo6fPWzZv27NYhWyKZPW8JKVxqmipsqqT/+ySlUllYkfVh3FnWv8dC1tYS/oRL9NOIiZmZtV7dGlwdkRZ9aAIBn8vlsJmRd4uw0xfvyqQFDAIt4PP8m/k2rV+dPoICv7jfxa27D+jc2vpjsjbP5YqIjO7Vbzi9jE2b1Pco7/by1ZsVqzaSHyAtJ3+sVN2zBd/JHA79Un7rTUt/HG3dse/IsdNhYe9NjI0aNahDPgzx/j48Is/56OnpMuNAfykZ0RUYetTxVuqItOkJC4V8Ho/7RbdiZmZWQlJacmpaQmJaQlLK9TvP3ga9l0pl9rYW5cs6VfUs4+SAUQ8AAAAAAAAAAACg6EIAGqBEiF7VO/PFZdowbDLMsHlu/oajY8wWGSilYqFDRbb2x5FmaNG83yoCAADFCv1T/dq5k9JTkqau2F7GozJTzEhN0dbVi4sK37VqYalyHpP+3syMBr1m9oRrpw9fPnGgbov2TM/6rTp2GfI7bVSv3yzk3avrZ472HjNN39i0bd/hD65fzM7MVKc5P+3Fw1t0PmDCHGbQXHo+dG5p50Q31wxA7123ND46YuSfyyvXVn0qdOP23Sf3bbvznwWVfRsw2WIunzdz7V4TC9Wf20V6+n9PHXHrwnG/zn3zHO7t80dSibhdp+HMKno4LZFOzsPplBwfqw5An9i9kXabtW6Ho6u76uhrFx/dtjYs8LU6UV3gw6eLtMOkpZuY69l1qPKf6aNvXzz1+NblSjXr5zmT5IS4yNAgzxp1Bk9bRBe7D8/g8ngE4L8EvXqmZ2jE3Or07nX1rHxsx9oCE/YAAFCYuQuX29vZblq3VMBXDeQcExt/4tT5z9mwhV+j23fvr9+048LFqympaQqFYu6fk/X1ddUd1PlIZ2cHonpPC7talYqF7c3e3mb50jl/zFiw7+CxK1dvNmlUl3xXn3MOlFQmVbfPnL187cad2TMmtGntx1SW/r3mE9s+e/6KzvMM7ZyfmZmJUMCPjPxXyjwoOJT8ezDd/H70JYKv4OleqnenpsZG+qSQaPt3ER0de/7CVRtrS88K7oX1WbdhW0Rk9KkjO+l9QlT3ofXnBKClYin5Qs9eqO5zeq8mp6SSnOC1ehX9IUDvZDtbG86HF2OF3bTSgqLkmlxKO1WvWunI8dP0sXfr3JbJN7PZbD093Rcv3mRli5ksNd0PPZ+qlTzJL6KtrUUnW+t/DSH/NuD9q4DQe49fHz9708hQr0YVdyShAQAAAAAAAAAAoGhiEwD4PyIJf5lyeVP8nqlJJ5dp1pUKBdMQR/xrXEDrsYccF7+0HL5Dy7UmAQCA4izs3et3zx/VaNBcnX4mOdFhOr9z6ZRcJm3dazCTfqba9BlK5+p8MFENSVta3XZydRdnZaQmxpMvZ2qp+rv4iV0bFDmf1a6jb1hgt2unjziXq8Cknykre+fqdZvER0fERYfnnrmOPhMJpUqV9aDz2Mjw/Psxs1QFdK6cOJCalPCJw0UEB/IEQib9TJWpoLpEESEB6g6fePjq68lisSr6qBIP0eGh+Q+ha2Ao1NZ++eBO4MundFGoLeLy+ATgk2RSydIpw8Z0arx44pDty+dO/63TwnEDjM2tKvkgEAYA8AUiI6PMzEyY9DMVEBBM5zKZ/D83ZLPZrmVKt2reuE+vLquXL7h8/lCdWjWYVcxArUyol3J2cqhUsfzO3YdCQt+rN09ITGYacQmJQSFhTLusq+pFRUZGJrM4bOSklm17aG711T59DpShgeqNzQGBwepKdHQMUY25a8UsRkRGZ2RmSmX/Cm5KJLn50aio2G079olEWnU/XITC0BdF9evVun334fvwSKby+k3AiVPnPMqXs7AwK3CTn3OJ4IsYGeqNGdRx7OBOTPr5x6E33uARE5RK5bDB/Xi8QgfjiIyK0RZpmZqZMIvv3gUR1Tfyp3LGBgb6YolEfWsVRiKVqrPdt+48OH/hagX3co4Odu7lXK2tLM6cu6T+cbH3wLHwiKh6dVT/RFbYTWuU840WqPGNVphWrZq9fRtIt2rburm6SH/I0HPetj33c0tWrd2cnpbR3K8RKUpcStm2alLzzwn9lv05rFHtys9fB/+xYNOUeesfPXtHAAAAAAAAAAAAAIoSjAANUIwppWJpTCDfppy6knb/SMr5tbTBM3UwbDZCXTeo11e3ejueqT3f0kVzD7QbAQCA/wsRoao4bxkPr/yrot+rsjtW9o7qiqmlDYfDjYuKKHBXujkx4syMdD0jE/KFGrXtFh4ceOPMkeA3L5t06FG/VUcON+9AyImxMVJxtoWto2aRWaSnZG5tn/d8ckIGWelp+Q9Xys2j06AxBzeuHNO5cd3m7Zt37adnaJy/m7G55cuHt+lBeQIhXcxIVw32pm9UQE+S7+GnpyQd3rrqye1r8dGRBiaqTE96anL+rej1HDZj6caF02YM7ly1TuPWPQbZOJUmAJ/E5WknWMEAABAASURBVPFHzPp777olT25dISyWhY1dgzZd/Dr10TUwIgAA8Nnq1fU9efrCnPnL3N3KHjh0/F2AKjf5/OVr35rVPr3hpcvXV63b0qdH59i4eDrRTXxqVLOzVcWFzcxM3N3KHD1xNik55e8lc4QC/oSxw3v0GdK6Xa+6dXwsLc1fvwl49OjpySO7LC3Nzp+/MmfBskYN6piaGJ+7eEXA51esWJ45REjY+4DAkHMXrvbv05V8s0+cA11bxcuTw+H8/c/6uLgEiUTSsH6dWr7eS5avnbtgWfcu7cPCI3bvPcxlc4KCQtPTMnR0Rcw+BwwZ69e0QWRUzLUbt5OTU6dOGm1m9t+vAPv17nr2/OVBw8Y3a1I/MTH55OnzMpl86KA+hfX/aZcIPgebzW5av1obv1oC/g/8xBL6zbV7/5GY6NjQ9xF8HvePyWNaNv9UzLdOLZ9rN+6MGz/dr1nDq9dvX7h8jcfjPnvx+hObVK9a6fDRU5OnzvGtWT0hMZF+gxQYsA4Pj+zVb0RlL48374IuX7lhZGgwecIIFovF5/MG9Os+bebCwcPHe3q40x8dp89eMjTQ79m9Iyn8prW2tnC0tz1x+oKxsZG2tradrXVhj6tpo7oLFi738vKwsjJXF4cM7H3n3kP6jfnmXSD9vnv85Hm1KhXr1S2ioxIYG+k3b1SDTgmJKbfuvzh48tqBE1fa+tWuWB6/6QAAAAAAAAAAAECRgAA0QLGUHXAnZvNIebLqYzodF79g8bWZusCmHMfAgm/uzDNz0OyvVbYWAQCAEoDFKuDzPfJ/mLVSVVKy2CzyvQmE2oOmzPfvOWj78rlbl/55+fj+6at3qUeeVh++oE1VRRbri0+peZf+dZt3OLJ19ck9my6fPDB1+TZb5zJ5+ri4V7x26tC+dcu6DB2fnZlxZt9WLZHIs3qd/9x5XFT4zCFd2CyOd4Pmpd09gt+8OLxlVWGdParXWrz33KWje/esWXzn4qmBk+fWbNyaAHySc7kKE5dsIgAA8A0m/j6Cy+EcOX7m0pUbnh5uy/76c+acv9au3zpoQM9Pb+jjU61hvdqbtu1OT8tgKhwOZ8bUcW39/Wh70dzpy1dtePDoqUQsFgr45d1dd21bs2DJP7fvPNDR1fEoX25gv55aWqr3VpUpU6p+vVpPnr7IyMis5Fm+95+dnRzsmB0uWTirRZvu+vq65Hv4xDlQdnbWUyeNnj5r4YpVG0UirQoV3OrXqfnX/Okbt+yau3CZk6PDrD9+19XTHfP7tF37DqvTxj41quzZd5g2qlX16tKxjVelCp9zJq5lSu3dsW7B4n927TkklkhcSjsN+a2PdzWvwvr/tEsE/6m0k02/rn7WlqbkB3v9JkBPT9etrItvzeqdOrR2sLf9dP+O7VvGJcQfOnLq6fNXpUs57ti08vrNu0uXr3n05HlFD/cCN2nZvPHN2/ePHj/z+OkLUxPjgX17FBjft7Iyt7Qw27Bpp5WleccOrfr17Mq8Z4Dq0Lalnq4u/R7ZuGWnjo5Ovdo+E8ePMDFWvR+ysJuW/pSYN3vKb0N/37R1N233Kzy4L+DzW7dsWqN6Zc0i/T49sHvjmnVb6M8roVDQp2fnoYP7qgewL7LUSei3Qe/Xbz+BGDQAAAAAAAAAAAAUEQhAAxR10rgQcdCD7JDHutXaChw8mSJHz5RJP1Pi9y+EzlWYtk7lVnQiAABQ8ljZO9P5++C3+VeZWanSBrGR4WZWuUGTmPBQhVxuYWNHvgqXw5FIxJ/oYGHrMHbBmjVzJl47dejB9Yve9f001xqamXO4vLjIcM1iRHAAsyH5ciI9/S5Dx9s6u9Ajnj+0q/fY6Xk6+DZt/ezezZN7Nt27ei4jLUWpVAyaskBH3+A/93x4y8qkuNhFO08zJ2Zh65gnAJ0ny83hcBv4d/Go5juqY8Oj29YiAA0AAPATmBgbzp8zVbOyeMEMpqGnp/vqyTXNVTV9qqkr2lrCubMmzSWTSM7bwwICQ/oOHLV63RYmAG1vb7No3jTNbV3LlNq4ekn+E6jkWZ5OpCAsFuFyOT7eVUkh9u5Yp7nYumVTOmlWrl088jnnwOjYriWdNCvNmtSnk2bl5pXjmov9e3ebOnF0/l2NHzuUTpqVzev/znsmawo+kzyHIN92ieB70RFpdWvboJa3x1e85/CLdO/Sjk6f6FDWtXSeb0ySEyweMaQ/ndQVl9JOfXp2YtoN6vrm34Q+kPmzp9CJfJJQIJw3e8q8Qro1aVSXTvnrn7hpK5Qvl/8mL9DvY4bkLxobGUwaP4JOpBhycbKdN2XA+Sv3V24+UtrReli/NlpCAQEAAAAAAAAAAAD4RdgEAIq29zPqxm4bm3pte3bAXXWRZ+Zk3Gay5ZAtdjOuqtPPAABQktmXcrV2cL568nByQpy6mJGaQueVfFR/0b9x5ihTVCqV+9YtpQ2vmg3IVzE2twp99yo7M3esxEc3LmVlpDNtevTI0ECm7VjGjc6zMzLybM5isbxq1nv77EFsZBhTCX376tbFkw4u5YzNLMkXevHgFtNwyDmc+kz+dUQ227FMWe/6fi269h//14aVR29Wqln/c3YeHxPFF2gZmuYOEfc+8A2dy2VyZlHP0Dj6fbBcLmMWXz++p5CrVplY2ugaGGVlphMAAAAowuiLoguXrzOflUFfnzjY2zo72XM4HPKdZGWLp/+5aNzoIdZWFgQKgkv0M82Z2Ld2Dc8fnX6G/3tsNrtR3arzpwxITkmbNHttRFQ8AQAAAAAAAAAAAPhFMAI0QFGR9epq5qur2YH3hY6VjNv9oa4L7MqLw54Jnbw4Buaa/fXr9SMAAAAfsNjszoPGLRr/25R+beo2b08rGWmpV08dXLTjtK1zmer1ml47fZjN4egbGb98cCfg5ZNSbp6VatYjX6VWU/93zx+tnDWuZuNWEnHW9uXz6NGZVXcvn9n295zKtRoYGpvRNofDLeNRwIeht+r+2/1r5+eP7l+joV9qUuLN88eVCkW7fl88Ctr7oLdzR/YuU8HLybX885wkdDmv6vm73b9y/tDm1X6deyfFx9Ap8NVTj+q+5tb2/7l/L5/6L+7f+nvqSJ9GLR7fvPLg+kV6DenmzFqPar5nD2yf0KPF8JlLbZxclk0doa2jW7FG7YjgwLTkRJ/G+EwGAACAIm3fwWPTZi50Ke1UvapXSmrajZt34xMS8wx7/C3u33/s61O9R9f2BAqBS/QzaWkJCcB3YmSoN+P3Put3nJgyb33/bs1rVHEnAAAAAAAAAAAAAD8dAtAAv4wsPpRr8jF6lXprX8ZD1QdoKiVZmt3M+6zgmtgRAACA/+JZo87UFdt3r/7r9L4tLBbbys6p8+DfdQ0M6apBfyw0sbC5d/VsQkyUgbFpnebtug+fSL5W3ZYdsjLTzx/avWHhH57edYbPXLpkUm5UyMGlbCWfuu+ePxJnZbqU92rRtb+VvXP+Pdi7lJ21dv/Wv2efO7RTKpHaODp36D/SrXIN8oWEWtq1/dq8fvLg/OFddqXK9P19Fn1o+bt51qhVuVaDk7s3i7MzmQqLxeozdgZ9IJ/efwP/zknxsVdOHQx89dTa3nn66l1P7lzdu3bp22cPXcpX6jBglEKpeHr7ekxEmLmNXf1WHR/fvnrh8B4za9uW3Qe06j6QAAAAQBHWukXThISkg4dPbN2xz8zMpFxZF7+mDVs2b0S+E9+a1ehEoHC4RADFF4/HHdSrlWspuzVbj70JfN+9XSMu97uNoA8AAAAAAAAAAADwOVjMB30CwE+T9eZG0ukV4pBHLK7AYeETdT3j8ansoAdCJy+hU2WOnikBAICiir58kslkUqk07eXVjM2DjFuN1fftXGA3hUIhlcmzxZLEec2IJMN+2lmOrjGBX4p+XcKD380e3pPH5y0/eJUUWzFbxmY8u5Rdd6TAvb6Otpa2lkDA53G5HFYO8g3+devOaURkYoeZl9jaegRKsLi9M9LuHs2u0V/g1VKkLRRpCentxuNx899vwRN9xCYurHYLdHR0RCKRUCjk8XhsNvsbb8vvQpmD/vQWi8UxV3oqM0Nc2hXjHwIAPwH9lpHL5VKpLCJO3GV2ZpWyoukDrAlAyXb9cfrcLZH+3tnta3F1RPQ1mJC+CKOvwYrIk923YJ4oZTK5RCJdcyxjz2XZzAHWXmVFBIqkqDhpvznBXqWko/yVOiJteisK6Qs0Hvfn34rBYVGLV+91srMc9VsHAgDfVdjFgZlxTxWee3VyqL7P+XwOh1Pcn3EAAAAAAAAAAL4XNgGAH0kaG5R254AiM0VdUcqk2e9uK6ViwmLJEiPUdZFnU+M2U+gc6WcAAIDvS6lU3r9yjnnjH/0zoZWdo5WdE5uNz0IBAIASbdHK3QmJKQQAAOAbONpZTh/X63VA2METeGsZAAAAAAAAAAAA/FSIfQD8KIr0xLBZDRQZSbTN7vuPqGIzpq7lXNm06wKhUyWeuTMBAACAH+/ikd2b/pphaefoVtk7MzX16b3r6SnJnQePIwAAACXY4+cBv89c7d/Mt2n96hwO3iEPAABfydhQf/RvHf9cstXOxryyRxkCAAAAAAAAAAAA8FPg71sA34cs4X3yudVpt/apK2wdIxZL9S3GM3dmcXnqOkuoo+vdHulnAACAn6a2X1v/3kOyszLOH9z5/MEth9LlBk6e69e5LwEAACjZxBLp7sMXJ81Z+zYwnAAAAHytMqVse3du+s/GQ+8jYgkAAAAAAAAAAADAT4ERoAG+g7idE9Ju7qENYenqut7t1XWTznME1mW4JvYEAAAAfh0uj9+2zzA6EQAAAMgnIip+5l+ba3t7dPZvoKOjRQAAAL5cvZqVwqPiFv6ze86k/ng2AQAAAAAAAAAAgJ8AI0ADfBlFdlrGo5NxuyZpFnlmjiRnpGeBdVnNusijEdLPAAAAAAAAUPRdufVk7IyVV24+ViqVBAAA4Mv1aN/YxFhv56HzBAAAAAAAAAAAAODHwwjQAF8g69XVqH96Mm2Dun14FqWYtp53RzqxRQYEAAAAAAAAoHhKz8hat/345ZuP+3X1s7Y0JQAAAF+obxe/8bPWNKpdxcHOggAAAAAAAAAAAAD8SAhAAxQqO/BexrPzOpX8BHYVmArfphyds4Q6QicvpUyi7onoMwAAAADA/xOxRCqVyMQSis6lEqlMLpfJ5Iocytz/5iK5i/Q/SoVcrlT9J2dBVcdIulAMvQsKnzh7XZN6VTr7NyAAAABfwtrStI6P56bdp2b83psAAAAAAAAAAAAA/EgIQAMULGSClyI9kTbYAm11AJqja2L7xwWemRMBAAAAAIDiLyMzK+R9dOj72PjEpMTk9MTk1KTkNDrRVdpaQj6fJ+Bzc+Y8HpfLVmHlTGwOW43FoQssFlPi5KzVWMUhAMUTvZ0JAADAl+vQsu7IKcufvQosX9aZAAAAAAAAAAAAAPwwCEADqEjCX8pT47TK1VZX+ObO2emJHAMLtpaaBBxJAAAQAElEQVS+Zk+knwEAAAAAirXg0Ihbr42jEo3i7y/JypbYWps62lmZGRu4ONsa6usZGeiYmhgSgBLg0ImrBdZdS9v16dzMysJEiSHMi79Xr9+16dhn1LABA/p1JwAAP4WerqhR3aonz99BABoAAAAAAAAAAAB+KASgoaRLv3Mg4dgieXI018jGbuY1dd2o+WiWQCSwK08AAAAAAOADFv1f8ZSQmHzt1oOrt+5nZYndzdielmHV2061tDAmAPCBkaFe17YNqlUqRwAAAL5Bw1peI6euiIiKt7Y0IQAAAAAAAAAAAAA/BgLQUOLI0xM4Ov9KOciTo+mcZ+GszE5nCXWYorB0dQIAAABQYmkM+pl0bg2LIyBQgonfv2QaLBYrT6NYCAoN33vo9PNX7ypXdO/UpmnZ0o4xV3oqM2OQfgZQ4/N5rRr7NKlfTcDnEQAAgG9jbKRfrVLZE+dvDejeggAAAAAAAAAAAAD8GAhAQ0mhlGSmXNqU8fScOPSJ1cjdwlLVmLq2e33zvv9ou9Vl8bUIAAAAAORgaQzzm3JtNwEghM1SxZ6LVfKZxCUk7Tpw4smz180a1R7ct5OOSFsqlYrFYgIAGqpWKtutbUMjQz0CAADwnTSpW23m4s0dW9XV19MhAAAAAAAAAAAAAD8AAtBQUrD42klnVynFGbSdHfxIHYBmiwxEFZsRAAAAAPiAGdyXzWbzfLpLJdlSmVwuV6j+r1QSKJHYLBaHw+ZaluHS/+QoFiNAX7/9cOueo3VrVl02b5KOSFuZgwCABksL4z6dmpV1sSfwDRQKxboN24+fOhcREWVpaVGrZvWRwwcI+Py4+AS/1t3s7az37ljH/Ng8fvL8uIkzRg0bMKBf99DQ8H9Wb3z+4nVMXLyNjVXDerX69+1Gt6LdUlPTqvk227Jh+aXL14+fPEefgt3cXKdPGbtpy+479x5ERce4lXWdOH6Eq4sz7Xz+0rVhIyd1bNcyLDzy6fOXxoaGXpU8Jo4bpqtbaOIwKCRs/sLlT5+9pD/UnZ0c6dlW9HBnVh05dnrXnkMBQcEVyrs1qOPbpXMbAgDwVUo5WZsaG1y/88yvoTcBAAAAAAAAAAAA+AEQgIb/Q4rMlMznFzKenGUJtM16LFbXDZsMZfO1tCs05BpaEQAAAAAoHBNy1a7ZNVssUWSL5VKZUiZXKhGBLonYbBZhsdk8Do/P43I5HA676Ief5XLF1j1Hnr98N2viMHMzYwIABenYql6zBtXpNzWBbzN52rzDR09VcC/XuWObV2/ebd625827wA2rF5uaGI8cOmDW3MW79x7u3NE/PiFp9rwlnhXc+vXpSrd6+y7w+Knz9evUrF2rxvGT5/5ZvSkhMWna5DHq3Q4dObFC+XITxg27duPOkWOn23Tso62t1b9X12yJZNfeQwMGjTl2cJu+vi7T+d79xz26d+zcwf/a9dv7Dh578erNvh3r+Hxe/rN98zawc/eBbA67ft1aOjra5y9c7d576JoVC3xqVD13/sqEKbPLlXXp0LbVq9dvT569gAA0AHwL32oV7jx6hQA0AAAAAAAAAAAA/CAIQMP/oZRLG5NO/U0bLJ6QdFtI2BymbtDwNwIAAAAAn8RisZRKJZ2z2Swuh83nqX5l4HI5crlCocAAuiURi6UKxHM5HD6fy+fxciLQqgw0KwcpelLTMhb/s5netDMnDRNpaxEAKESLxjUIfLNbdx4cPnpqYP8eI4f2Zyo7dx+aNXfxwcMn2/r7de7Y+tiJM0tXrGvcqO60GfMlUun82VPpD1XarX49351bV3lWcKPt4UP7t+vYZ8++I6OHD1SP3Ozu7rpmxQL6Q9evaYPU1NRLV25u27jCpbQTUY05Lf9r6eor1261bN6I6Tywf0+m3bB+LXNz0xWrNu47cLRr57b5T3j2vKV6+no7Nq+0trKgiyOG9O/c/bfpfy46d3Lv7fsPaWXG1N/d3crQRnJyKgEA+Abeld32H7+SnJJuoK9DAAAAAAAAAAAAAL43BKCh2FOKMzKeXxS51WUJc/8lXbt8/aRTfwvsPUQejZUyMYuvTQAAAADgs+XkWpUcNpuXk35m0waXq1AqKLqSQMmiZILO9H7gcFR3ApfLYQYIJ0VSckra1Dl/V/Io17uLPwEA+PEOHj6ura31W/+e6krH9i3nLlz29NnLtv5+9OfntKnj2nXq23fgqNdvAqZMGGlnZ810oz9ImfQzpSUUVKvmFRQSFvY+wq1cGaZoZ23F4eS+o9vIyJDOra0smcWKHuXpPDo6psBT6tW904pVGx88epo/AB0QGHLvweNhg/sy6WdKT0/Xr1nD5Ss3REXFWlmqilu375n752R6aAMDPQIlj+a7m+ZsjuRw8NqviFK/LZH1ASl6zM2MHO2tbt570axBNQIAAAAAAAAAAADwvSEADcWYIiMpZtPwrNfXadus5xKdKq2ZusCugv2ftzgGFgQAAAAAvooq8MphM43c7DPSzyUYM95zzsjPqhi0agDoIhmyUSqVS1dtLevihPQzAPw0AYEhmZlZFavWz1NPTExiGq4uzr26d9yweae3d+U8ieSgkLA1a7c8efYyPiHB0MCAVlJT08hnYEaJlsnlBa4VibTMTI0jI6PzrwoMDKbz5Ss30CnPqviExM4d/IOCQg8dOfni1dtundu2a9OCeSsUlDT0WV5Xm2VmoHpiVSpzPgEEnwFS9NAvkxaPGOqQnLemsZhXa6To8fYq9+j5OwSgAQAAAAAAAAAA4EfAnzGgGGOLDCXhr2iDJdRRZGdorkL6GQAAAOCrqcMTOVFXtir5kpN+RvalZMq5H5Ssjwgz/HMRDNnsPnhKLJH079meAAD8LPSHoZmZyYI5f+Spm5oYqdtSqZTOFTI5fT5Vj6B//cadQcPHl3cv19a/eelSjsdPnguPiCLfSWJSsoW5OSnobOl8QN9uNbyr5llVurSTUMCfPWPCgD7dFi1ZOXPO4kNHT27ZsEJLKCBQMqg+AUSpzHmiZ7WvxW9eVZmVlZ0tlkilMjm9eZUKAkUGi7Dol4nH4woEfDrnfAhBF8GXZ5UquOw+fEEilfHxhgoAAAAAAAAAAAD43vDPjlA8KDKSM19cTH9wnK2tb9Zzibpu0GQIR9tApyoGeAMAAAD4npjwBJODITkBCwIlmzpPo743SBHz+Nnr81duLZg+hsfF77kA8POUcnJ4+y7Io4KbUMAvsMOde4+27tjn36rZoSMnV6zaOHxIP6Y+d+FyezvbTeuWCviqDWNi40+cOk++hxcv38hkcgd7G3VF/RYmZ2cHOmdz2NWqVCxsc3t7m+VL5/wxY8G+g8euXL3ZpFFdAiUG8/zOZrO5XA6fz1MoFLTC43HlcgXeCFekMFFnLpfL5/HoV4rL4TKDQBdBFmZGRgZ6bwJCy5d1JgAAAAAAAAAAAADfFf4wDMVD0pl/Ui6uV7XYXJMOM9haekxdv05vAgAAUJQxOYGi+bdoKN5U99YPHeZNc89FNE8Bv0LRvBmkUtnqTXuG9e9qbGRAAAB+opbNGx87eW7R4pWTxg9nRneWSKRisVhXV4e2MzKzJv0x261cmVnTfjc00F+9bmvVKpWqV61EV0VGRlWsWIFJP1MBAcF0LpPJyVdhBpmmxBLJ8pUbaKNRTnDZ2MiQzoOCQ5m1zk4OlSqW37n7UKvmTRzsbZliQmIy88MzLiExLS3dycGOtsu6lladf0YmgRIm59M/VB8DwuNyiJDP5XJUwz8rFMg/FzFKdg76BeJxKQ718dM6ihi3Mg7PX4cgAA0AAAAAAAAAAADfHQLQUERlvrgkdPJSB511KvmlXFwvqthMt3p7dREAAKDoy/n7M4tt4qCIeC4Oe67tVpsAfA/ZQY/pXGFkz4QcflzWAdFnKBbOXLpRprSjZ3lXAgDwc9X0qdasSf0duw/ce/jYu6pXckrq7bsPGtStNWXiSLp2/sLlkZExSxf+yeFwRgztf/3W3XETZhzct8nU2KheXd+Tpy/Mmb/M3a3sgUPH3wUE0f7PX772rVmNfLm5i/5m9nD95t3AoJCWfo3q16lJF83MTNzdyhw9cTYpOeXvJXOEAv6EscN79BnSul2vunV8LC3NX78JePTo6ckjuywtzc6fvzJnwbJGDeqYmhifu3hFwOdXrFieQMnDZrO4XC59EUjvWzk3J/2sGkYcCeiihX6B2Cw2h8NWZZ9VczbzHowiyM3V8cT52wQAAAAAAAAAAADge0MAGoqcpJPL0m7tlSVFmnZbqFu9HVMUOHjaz73H0TUhAAAAxUdOclRJZxwHT0XE8+SrOxGAhu8i/cEJeUayQttQaWhDbzB2kf3Ea4CfQiyWHD99ecLIfgQA4FdYMGeqo4P96bMX9x86Vs61jF+TBkxu+MbNu/sOHuvQtmV5d9XbM/h83vzZU9t16jtu/PSNa5dO/H0El8M5cvzMpSs3PD3clv3158w5f61dv3XQgJ7ky9WtVeP6zbuRkVFeXp79endp3bKpetWiudOXr9rw4NFTiVgsFPDpyezatmbBkn9u33mgo6vjUb7cwH49tbSEtGeZMqXq16v15OmLjIzMSp7le//ZmRkNGkoO9UtKDofNvMjkcpUMZj2BIiH3o2BIzojdOb8LFOnfCCqUc1q56XB6RqaOSJsAAAAAAAAAAAAAfD8IQEORk3bngCwpkjay3t1WB6AppJ8BAKA4YsblFXh3lry6kh14P3bXH2adZxKAb5D56ga9kWgjo+ZgPocZ6+3jINBIQkMJdPridQc7azoRAIBfgT4bDx3Um0556j41qr56ck2z4uri/PzhZaZtYmw4f85UzbWLF8xgGnp6unk2/HP6BDqpF11KO+Xp4OvjvXDuNFIQe3ubRfP+tcq1TKmNq5fk71nJszydCJRszItJ5lUlm42Bn4s69et/zXlRoyPStrU2e/UurIonPqwDAAAAAAAAAAAAvicEoOEXy3p1NSvgjlGLceqKblV/aWywrncHLdeaBAAAoNiif3tWKpU5uQEWR6DN858p3Ts+/cGJrKCHJi1GiyrUIwBfSJYcnXji7/RHZ2g7rVpfYuvB/fBp1zkfeI14CpREquGfz1wZPfhrBkwFAACA/NS/yOCddcVIEf9ilXKwDgiOQAAaAAAAAAAAAAAAvi8EoOGXEYc+iV73mzw5mrb1anTmGtswdUO/UQQAAOD/AhMa4HA4XI6Cb2Ij7bJcfnYpCb4Vs3Uc387NqEE/7XK1CMBnkCVFJV3YmHbvKJHL5EL9lFqj2FauWjwen8fjcbncnA8pz8lAA5Q4124/0BFpl3VxIgAAAPCdIPoM35ezg/W1O08IAAAAAAAAAAAAwHeFADT8Mlwjayb9zNE3kyVHqQPQAAAA/0/YbBZbweJyOTw5V6Cjn9VsQvbLy7xH+yVhL6I3juKZl9Kv2UHkXoeja0wACpL15lbaw1PpD07QtpwrzCzXROzWgivSFwr4QgFPIFAloJlBoAlAXLFvzQAAEABJREFUiXT73pM6PlUIAAAAABRVpRytt+w9rVAo6S/IBAAA/sfeXQA2cf1xAH+5izd1d6HFizsUd4fhMNiwIRvM2QZjvrEhkz9jGzBgbLi7u7tbW6hQd48n/5dcG0KNQkupfD+7//3fvXu5XEKaXHLf/AIAAAAAAAAAZQQBaCgnepU868ouvVZj1W4U18NaOtj2miHyaSSt14kAAABURVzhNIZhWEYvFPD1er2hs14nZUA7XfgVwa1dJPZW0pbv6ST2aWRRv4O0djuBC4qYAtHJM+UPzmffPpZ977RemU171FKHnNo9VQGdWJFUJGDpw8kYgBaKhLn5Z/pYw8+UQzWUnpF1PyRs2oSRBACguuraKejejVMEAKAC83BzpG9UomMTPd2dCAAAAAAAAAAAAEAZQQAaykP68ZUpO+frVXJWZm8KQFO2fd4jAAAAVR3D8FiWITzDcRePxzPkoVlGVaOF2rupIjOJCTktCjtNwq8rwq8n7/6VtXSQ+DeXBDSnc76dG4FqQ6/Mlj+6Jg+9LH94SRX9gBjj8lqRpdy/i8q3ndY5gGVYsYDls4b0s0hI8Y3pZz7tQQVoqLYuXLlZw9fTztaaAAAAAEAF5uXhHBkdjwA0AAAAAAAAAAAAlCEEoKE88K2d9So5I7GStXpNJ89kJJYEAACgeuAq8hoC0JSAbwxA81iGEfA1ao1WxXfWNB2oaNQvJzmKH3GRH3VdlHg/69o+OtHhjIWt2KeB2Leh2LO+yKs+TyAiULWo48MUEbeU0ffoXBV1z9Svkdgp3Bur3BtrPBqxxsS8kGUNYWeWoXOhwFD12Rh+Zrj0M/cwQ/lnqIbOX77RunkjAgAAAAAVm7eHS0RUXNsWgQQAAAAAAAAAAACgjCAADWVPkxSZfnqNVduRAkcfrseicW/n8f+zaNKXAAAAVD+mDDTP2MoNQGtZtVorFPDVGkqrcfXVOHopGw+SK7KZqOuCx1cFCQ/42Yk5d07QiduO0L2W0MlP4ORFX2EF9h5CFz+eQEyg8tAkR6mTHqviw9VJEeqEcEXkHb0qx7RWx4pUDgEq1/oqt0Z6Ow+GZ8g9S435Zj7L8vmsodgzn6FzYxI6t58xPqw4BKCaUSiVIQ8j3p3yOgEAAACAis3b0/nClXsEAAAAAAAAAAAAoOwgAA1lLPa30fLgs7ShVysdhn5p6kf6GQAAqjMunMowtMEyOoZlWL5Oy2e1Wp1Oo+FrtFpDBto414qEWlkHjX87lV6vk2exSSFsYiiT9EiYEqaKfkAn882y1o5CRx++vbvAwVNg5yGw9xA4evJEFgReNXVSpCY5Wp0cpU6JUSdG0EV1fFi+MXpWqHYIUNn7aex8dHZ+Wlt3HuFxxZ4ZHo9vTDfTuWEyxp2Nsefcks90AJuXfiao/QzV1YOQcB8vdytLGQEAAACAis3b3XnD9qMEAAAAAAAAAAAAoOwgAA1ljLGwoXOha02xF37QEAAA4AlTUJXH0zOMntEZ6kBrdToBn6/V6uh/hvSzIQ9tmBt66CQSai2b6bybqnQ6hU6nl2cyKeFsSiSbFslPfcxPjyLpifL0RBJ6yfyKGJltbhjagc7d+cZsNGvlQOAl0KsV6sRIdXK0Jvmx2pB4Nsw1qbFEpy04WCNzUlt7aGw86aSz89JaujAMfRRQPD7DExpLPhsmhjXOGWOd59zEM11kjWNzL8AjpqrPSD9DtXU/5FGAnxcBAAAAgArPy8M5O0eRlp5pY21JAAAAAAAAAAAAAMoCAtBQKurE8Iwz6+wHfmrqsevznk2XSSKfRgQAAACeZgqq5sWgeaye1VGsXqdntXza0huSz4Y8tCEATeU1DP06sUhnbafzbqzR61WGlXpeejSbHstkxPAy4tmsRDYzXpCdoMtKVdIp8la+a2etnfnWTqyFNWtpx1o6sBZ2rJU9n7Zl9qzMjrGwJlAYTUqMNjNFm5VknKdqMhONjTRtZpImM0mvyC70UlqRpUbmpJU5ay2dtTIHvZWb1s5bzwpz08s8npBluHrPXIfhwfCktHNeBprNjTtz/Vzumc6JWZ6eAFRjD0LCunVqSwAAAACgwhMI+I4OtlGxiQhAAwAAAAAAAAAAQFlBABpekDYzKWnD59nX99O2RWBXcY3mXL/AxZ8AAABA0cxj0Hq9nmFYOtfpGD5L54YktGFuiDfruQx0bvpZx63VmTrpAJ3YV+foY1giRG24hGEMm5VAMuKZ9Fg2O4HNjGOzktmMGEan1qbH06mYHWOtnVhLLhJNJwfaZq0MbUZkwYjpJKNznkBMqgpddrpOmZ07ZaVpspK1mcnGcHOyId+cYcw3K3OeuR2N1MGQdbZ00sqcdJbOOpmz1tqFCMQ88iSyzPCIwLjE5Z0ZszYXceY6jXlonjH2zMsdkJt75pmXfCaIPgMQkpGZHRr2eNoEVIAGAAAAqBw8XB2iYpLq1/YjAAAAAAAAAAAAAGUBAWh4QTyBKOf+aUNDLDP8zjsAAAA8D/MAK1cQmjb0Blwe2hhnNgaaubkxFK3Piz7rTCHp3B5ugRjHSzx19h6G6tFEr9ETbgWRZ/DkqSQ7lclJYeWpjDyVl5PGKtKZ7CS+Io3bDW16Ap1Uz9pzRmrFiAxhaEZiyYgktM2jbS4kzfWLpIyFFY8V8BgBTyA0NPh8HiskLJ/HFxnapU5R6xVZeq1Gr1EZ5lqVXqM2TFo10ap1iiydItswKbMNbcM8hy7qldlaeqm8fr1aWfKr0/IlOqmdVmKrk9hopTY6Q8NOL7XVSW30Moe8ZDKPyzoLGJ7Q2MMlmA2deRlm8+gzyzJ5beP/EZIbgzYOZXhPtoncM0ChHoU/lkrEDva2BAAAAAAqAw83x+jYRAIAAAAAAAAAAABQRhCAhpLSq3IU4dclNdtwi4zY0q7vB4xIatl6GAEAAIAXki/Pyi0ay0IbikPTDi4MbYg2k6fy0Mas85MYdG5I2rjCWBs63yLRiYV6G/vcixO9ltucgaHBk6cyOakkJ43JTmbkaYw8hS4aJnkqX5WVb591ORl0IqW/7QIxjy/gsQJiSEgbJ1bIE9C5yJBp1moIl282zA3hZr1aTY9GyMuhY4U6ia1WaqcVW+ukdjqJMeUstdVLbbWWzjzyJOPMJZKNhZmfhJNzU8vGnie5Z0OsmWeq9JxvFRdxZvK2YohGP0lS5z4SkHsGKMajiKi6tWoQAAAAAKgkPFwdD5+8QgAAAAAAAAAAAADKCALQ8Gx6VU76sZVpR5frtRqf7y/yhBKu37rjGwQAAADKQqFJaGIMQ7MsY0oqk9wq0bkpZ1O/KRKdt2gWfdbpzAbkXia3YdykYYDYWW/jzPXo9ESr1z8Vj1bL9RolT6PUq+SMVsXTaohaThd5WhXRKOicp6GTkrYZQ48yd9FYj5nRa3k6LW3w9BqeTkO0GkajyL1pagWdyAvRMQLC8gkr1DN848TktQWGVXyhXiDSM0I9X0iEEkODLrICPSvmCcQ6Pm0LeQKRjhUS2haI9UIpj+QGjs2LLvONxZvNe3LjzmadphrPeTHoJ7nn3Eg0F3TOu7CpxzxUTe8MU5ln3tOlwQkAFOFxVKy/nxcBAAAAgErC3cUxMjqeAAAAAAAAAAAAAJQRBKDh2VTRD1J2LeDaOfdOWjTsQQAAAOClKRh7Nc9Dk9wMNI+rD53XQ57UdM5rGZLNhDyVeOZWmUWln45TPwlPm+LRxn5R3vU82QFjYJgbxtOZOvPm3C6Z77N5g2szWgXRctloOlfpNVxaWkM7DYFmhuXCzTxWYGgY4s4CYmgIjJcvPCic19Cb95jajDFqzOdyxiTfAH1REecnqWXyVOjZ1MOYrS5YyDlf3DnvGp/sLRLPAC8mJi6hQ9vmBAAAAAAqCXdXB6VSnZqWaWtjSQAAAAAAAAAAAABKDQFoeDaRb2Np/c58Wzfr9mMFrgEEAAAAykuhidh8eWjyJHyc2y4sFZ2/hnRhgWlTkzx1qbwl88g1eSrxzDMPRpv3kwLBaLO22HTBfAOKur1cUrlgP8kfJtY/WdSbr9KbDzOPPhNjJPrp1HJuLed85Z/N/j9/f+42n846F7zSQm8aADwX+owRE5fo6e5CAAAAAKCSEAj49nbWsQnJCEADAAAAAAAAAABAmUAAGvLTKTLTj61QRt52eWuZqdNlyt8EAAAAXrWC8VkuN2zeX1QqmjxVQJpwSeWnItHGNlc3Oq/zSRia5Ms6k3xVn3kFr4WY1YF+0kOeCjrn7S3vWQFovVnbrF//VKdpZYHMce699GQk4VaRApHoQiLOppFmKecnRaPNdzJfyrlgvhmJZ4AyEZeQROf2djYEAAAAACoPN2f7mLikujV9CAAAAAAAAAAAAECpIQANT1E8vBT3xwSdItPQDr0g9m9JAAAAoAIrNGJbMBVNCglG56aWyVPB6LzUMq/w3DMpUNE5N2BNCl9LCstAF90uJAZtHl9+upOQQhLhTw3IF3cuJqBcSBKaFFW8WV+wljOCzgDlLCY2wd3ViQAAAABApeLqbBcTn0wAAAAAAAAAAAAAygIC0PAUkUddwuMxYkvrTuOF7nUIAAAAVEKFpm+LCkaTwrLIBePR+dpmnXmpZV7+wc9a5D1zPCms6DUxqyH9zORx7qK+8AsWPriwiDMp+l4lAFDuYuIS3VwQgAYoP3i9A8gHfxQAL8bV2f7qzRACAAAAAAAAAAAAUBYQgK7udNlpqtgHpkrPPJGF86Q/RJ71GYkVAQAAgKqlqKAG119UPJoUlksutN88FV2S8SVcVUy+pNjoib7QMcXfCc+7CgBeiZi4BDdUgK60nvldF6iAuH+1K/ezB3+M1BpUd1ruq388HsPLRfA8BlBibi4Ouw+dJwAAAAAAAAAAAABlAQHo6kublZx28M+MU/8xYkuvr0/xBCKuX1KzDQEAAIDqpyQJ4HyptVJGPYoJPRevrCImiKoAVFLxicl1avoRqGxMPzIgz9SLZYYeLjtIe/CEXGFx/0ZCAc/dwfAvpdPp9HkIQPVjijtbSQljZMpAA0BJuDk7JKekK5UqkUhIAAAAAAAAAAAAAEoHAejqS37/TPrR5bShZwWq2AcirwYEAAAAoFhlG+/It7VCo1QIlABAQSmp6fZ2NgQqD1P0WafT3TxE9i0mY37Su/jrjdlBQ4iQG4bn/IqJ/rvYyti/3hXK5UqFUqVUqjUajSEITZCBhuqFZ/xGAH3eEgoFIpFQIOCzLALQAM/H1sZSJBLExif7eLkSAAAAAAAAAAAAgNJBALr6kjXrn3HyX2lgF+sOY3lCKQEAAAB4pZAdAYCS0Ov1KanpdjbWBCoJU/pZq9VeP0B2/mTo/PcD3ogfNG61dAzDY1k9y7IoBV0xGeOeDP0HEvD5OpGO9tBFrZZviD+jCDRUP1wAmv45CASGic2tAZ27igBACbi5OMbEJyEADQAAAAAAAAAAAKWHAHQ1knPzkCYj0ardKFOP2/ubCAAAAAAAQOWRnrmC4zkAABAASURBVJGl0+lQAbqyME8/X9un27Ugt9izMke/7lN2yDdKj9qMXs8SY6yWQga6QslLpROWZQQCvp4YinbThs7IUA8XoHrRc/WejX8RhvrPdM59f6NqPHHhWw1VSUV+TLo528XEpxAAAAAAAAAAAACAUkMAulpQRtxIXD9b9fgOTyCyaNCNtXIkAAAAAAAAL8HLDtykpKZJpRKhUECgwnsq/bxfz6Wf7d2ZdqOl+/6Xpcrhbf5cNPgrhUdtQ11hPp8+cnTIQFc0XAVo+o/C5xtSnnxWqxPodfQ/BCWhWjImnXnG72sYYtAsy1WArtxPWabnagJVUQV8fLo5O0RExxMAAAAAAAAAAACAUkMAulrgCcSqx3doQ+zfUqfMZgkC0AAAAKVifhZZm5Wsjg8jAABADPkpYzbsJUZtUlLT7W2tCVR45unn6wf0uxcYHhX27szoedZSa56dm/XaTzOUOWTLXPHgr+SedTTEkIHmIwNdARnr3bJcEprPZ3U6pJ+hWuPlYRhebvy50laANj1RmyFQ2XGPR9MjswK+pLq62J+/epcAAAAAAAAAAAAAlBoC0NWC0K2WXb+PxP7NxTWaEwAAAChTaUdW0okAAEAehquN+XLSNsmp6XYIQFd4+dLPu+bzaIcp/UxXOfuxo36wMmSg5WTbl9JBX+Z41jFcEBnoisYUnjP+WXNBSYYAVHum0HMVSD9nHTiSsWY9XUL8uWqgD0hJ106Wo4ZxGf0K+JLq7uIQG59MAAAAAAAAAAAAAEoNAeiqSK/POL0m+9Zh12mrTH02PaYRAAAAKDv0FLLAzoNt87pGo1Gr1VqtFgURAaA644I1LGXvTWemopikrKUgAF3hPTP9zHmSgc7Rb/1CYqwDbehHBrqiMf9XwL8IQD6V+o+CPs3StzDq+ATl1RsEqhDGv4ZIpebzWT7f8DWWClcB2tmevnuOT0hxdrIjAAAAAAAAAAAAAKWAAHRVo0mKjFs2VRVt+BnB7Ov7LRr1JAAAAFDWcn8F3sFL0vVthUKhVSg0KpXOmIEmAADVEvfESPh8VigUCAR8Pv8lZaBTUtPcXZ0JVFQlTD9zzOtAIwNdweEfAqBKMnyF09iQtm1rM2o0gUou69ChjO3b6BtTlVpNjD/KQZ+8WZYlFQndKxdnu8iYBASgAQAAAAAAAAAAoJQQgK5qGImVOjmSNiya9BH7NiYAAADwEuQGoPl8gUDAZbNoQ4sANABUY1zWmW8kEononGXZl5GYTEvPrFvbn0CF9FzpZw4y0AAAr4rOiD5j0zbf0UnSogWBSk754AGda7QalUrN8Bjjj3LwuFfnCvVi6unm9Dg6oXmj2gQAAAAAAAAAAACgFBCArmoYCxuHoV/ybd0kNVsTAAAAeGno+WN6OlkgEHANLv2szy2gBgBQHXEln7kMNH16NGZuyr4IdGZWtpXMgkDF8wLpZ455Bnrbl9Ih3+a4BRj6kYEGAHjZ6BMsvsNZ9dD3pmq1ls/XCgxvUStW+WeOl5tTeFQ8AQAAAAAAAAAAACgdBKArPUXoheTtP7pOW8lIrbkey5avEQAAAHhpuAwWwzDcIlcKmks/IwANANWW6bmRY0o/k7KWkZltiQB0xfPC6WfOkwx0jn7L55LXvpG7BRg2iAw0AMBLos9F8A6m6qFvTjUajU4nML1LrWivoV4ezqcu3iQAAAAAAAAAAAAApYMAdOWWsOrdrMs7aCNl1wKH4d8QAAAAKC/0FDKX7eNSWUg/AwBw2RrT06MJKVMZmVmWlghAVyylTD9znmSgs0leBlpNkIEGAHiJeHgLUyXpTMHnivrv6+nmGJ+QqtFo+fyKWKAaAAAAAAAAAAAAKgsEoCs3nUpO5wInP1nzgQQAAADKC4/H42JYpmwfogMAABxTDNo0L0PZOYZ3QKgAXaGUSfqZU3QG2pCOQgYaAKDM4WucVRSvgv/DOjrYioSCsMjYAD8PAgAAAAAAAAAAAPCiEICu3ByGzM3ybmjTYxoBAACA8mXKPb+kkB8AQGX3Mp4YM7Oy6dxCKiFQMZRh+plTdAbasBYZaAAAgOdRcV8xfbxdH4bHIAANAAAAAAAAAAAApYEAdCWTfmyF2K+pyLsht8i3c0f6GQAA4BVCBgsAoDxlZmVbWVrgubeCKPP0MwcZaAAAgCovwMf9UUQMAQAAAAAAAAAAACgFhkAloQy/HvV9r+Qt38SvnKFXKwkAAAAAAEA1k5mZbSmTEagAXlL6mcNloEUSnjKbt+VzSUyITqVSazRanZHp2gEAAKCSquHr/jA8mgAAAAAAAAAAAACUAgLQlUbOnWOqmPs8odS6/es8FqW7AQAAAACg2snMyraUSQm8ai81/cxBBhoAAKAKq+HjFp+YmiNXEAAAAAAAAAAAAIAXhQB0pWHb5z3rzhO9vjhG54RhCQAAAAAAQDWTkZltZYkK0K9YOaSfOchAAwAAVFV2NlZWMun9kEgCAAAAAAAAAAAA8KIQgK649Cq54tEV8x77wbNZaycCAAAAAABQLRkrQFsQeHXKLf3MQQYaAACgqqpfx+/WvTACAAAAAAAAAAAA8KIQgK6gVI/vPP6uR+zv4zSpMQQAAAAAAAAIyc6RW1hICLwi5unn28d0Lzv9zEEGGgAAoEoKrON3+8EjAgAAAAAAAAAAAPCiEICuiFSPb0f92FeT/Ji21YnhBAAAAAAAAAiRKxQSsZjAq5Av/bzte6Yc0s8cZKABAACqnsA6vrFxyYlJqQQAAAAAAAAAAADghfAJVDxCz/qSWm11KrnLhN9ZGxcCAAAAAAAAhMjlCqkEAehXoJD0s66c0s8cLgO99tMMZTbZ8rnktW/kbgFq2s83fqrBMAzdNx6vPPYEAAAAyoSNtWW9Wr6HTl4ZNbgreQnw/Sio+HD4CgAAAAAAAABQSghAV1DOE5cwEisCAAAAAAAAeeRypUQiIlC+Xnn6mYMMNAAAQBXTvWOzP/7ZMbRfR4GgzM5TmI5bCEDlgYNYAAAAAAAAAIAXgwB0haDNTEpYOdO273tiv2ZcD9LPAAAAAAAA+cgVCqlEQqAcVZD0MwcZaAAAgKqkcWBNqVh85uLtjm0bkVIzHbSYeWoVwCtnOlLlGXBzAxzEAgAAAAAAAAC8GASgXz35/VPxq97VZaWo/g71/u4CAQAAAAAAgMIYKkCLUQG6/FSo9DMHGWgAAIAqg2F43Ts223vkfOkD0KaDlv0X5JtO5Jh3AlRMfVqK+7cV078CxggHsQAAAAAAAAAALwAB6FdP8eiqLiuFtXJ0Hr+YAAAAAAAAQBHkCoVEIiZQLipg+pmDDDQAQHUQd+/en0OHdJk5M2jSZK7np3Zt3erVH/PXX+Q5FdwUVBxdgppu3n0iOPRxTX9PUjr0AECn08Wlau+EaQhAhdfQT6VW81mWoQexXB1oAgAAAAAAAAAAzwkB6FfPtvdMvU5j02kCY2FDAAAAAAAAoAhyhRIB6PJRYdPPHGSgAQAqIy6I3HLMmF6ffMr1yNPTlgwaRBvTtm2TWNtsm/3Z46tXJ65dJ7W1Ja9ORlzclc2bO739tnmnKjv76tatAUFB9j4+BMqORCJq2yLwn437v541gWUZUgrGALTh0IW2Pxzj2qaBjABUSNeDc75eHq3RaFVqtUDPp8euPJ6OZVkCAAAAAAAAAADPCQHoV0Mnz2AkVqZFu74fEAAAAAAAACiaXK6gc4lYROAlq+DpZw4y0AAAVcCur77OTEgY8+efEmtDYQhVdrYyJ4e8aru/+Tri6tV8AehL69cf+nmRV5PGBMra0H4dP/76j827Twwf0ImUAlcBWqczHMbwWSIS4DAAKig+Y3hwGgLQKjWP8FjWEIHmjsBx+AoAAAAAAAAA8FxKVVMBXoRen3ZgSeTn7dSJ4QQAAAAAAABKRq5Q0rmFVELgZaoU6WcOl4EWSXjKbN6WzyUxITqVSq3RaI3hJx3Juy0AAFAx3dqz++7BAw0HDPBvF8T1DF2wcNrWba+2/DOUPxtr2bQ3B+06cOZ+SGShA7hvwRVPb2Q6BgCo+LQ6QwDaeOSKg1YAAAAAAAAAgBeEAHR5i13yZsqu+TpFZtr+3wkAAAAAAACUjFyhEAoFKIr2UlWi9DMHGWgAgEoqMyFh7/ffWzo59f7kU2Ks/fxl/XpfN2r417ChpBQurV9HtzCvTeuFnTv9O3nyo3PnCo5JevSIXtexxYtNPXH37tGeU8uW0vbS4cODT5xQZmbSHjod+fVX2nlg/k+Hfl7EraWdK8aNNV32wbFjy0eP+r5F8196dN/0wQf0duXb5u19e1eOG0vboadPEShCo/r+vbu2+t/fW7Jz5AXXfr1o9cHjl0rwms7Dyz5UIjodPeTW0aNuHK8CAAAAAAAAALwwBKDLm8ijDp1bd57oOPoHAgAAAAAAACUjlyulEjGBl6bSpZ85yEADAFRG2+fMkaenD/j6a5GlJV1kBYJOb79t5+VFSuHQooV7vv1Wp9U2HjTIr1Wr+JDghNBQ8pyavvaag58fXySi+0Mn3xYtaGeNNm3827ajjWbDR9DOxgMGcoOvbdu27p23s5NTmgwZ4tGg4YPjx5aOGG7KQFM39+w5t3p1y1Gj27zxRg3jFqAowwd0tre1/nrhP0nJaflW5ciVqzce+PzHv8MjY4vfCFcHmgBUBrmln/MQAAAAAAAAAAB4fnwC5ctuwCxJ7XaSWm0JAAAAAAAAlJhcoZCIEYB+WSpp+pnDZaDXfpqhzCZbPpe89o3cLUBN+/nGzzwYhqG3C7XDAQAqjqtbtjw8e6Z+r97+7YK4HlYo7DBlasTlK0lhj8gLoRs8s2JFna5dh/w0n26N9igyMrh09XNpOmzYgxPHMxMT6f6YOv3btou//yD0zOkmgwe51avPdWYnJx9auKBGm7Yj//c/vkhEe2Lv3l0+etSR334d+O133JiM+PgZe/Za2NnV7dGDQLFYlpn1zqhfl2767PtlMycPrVfLJ9+A8Mi4z39c0bV9s2H9O0jwpTioErgINNfG8SoAAAAAAAAAwAtABejyoHh4yXwR6WcAAAAAAIDnpVCqRCIhgZegUqefOcXUgUZFPXj5eFV3AihTxmxfRlzcgQXzaSP69m21QkHKyJXNW+i863vvc+lnSmxl9VLThPcOH8pJSwuaOJFLP1Oudet6N20WdeOGaUz9nr0s7OwIlIyFVPzpzDGd2zWZ99uafUcuFBxAX9MPnbj04Vd/nLt8p6iN4HUfKh08aAEAAAAAAAAAXhgqQL9cupz0uD8nKh/fcv9oh9CtFgEAAAAAAIAXolAoxQhAvwRVIP3MKaoONDEUlWSJIXeHNCe8BDwRYaruU5NOTvQaAlCm7h0+bO3m1n7S5EOLFp5aurTzjBmkLCSFPbJycbH39iblJfGRoVj1qvFv5us3Lztt4+pC4HnQF+sRg7rU8HFfsmr7iXPXO7VtEtQqMN+Y9Izs31dsO3b62oTRvZ0dkS8HAAAAAAAmL8iKAAAQAElEQVQAAACovhCAfol02WlR8wdqkiJoWxlxEwFoAAAAAACAF6ZUoQJ02asy6WeOeQZ68xzx0B9yXP1yVyEDDQDw6uVVOR307XfezZvf3r//7D+rGg8caOvlRcoCY3yqLz/G15Qh8+fL7B3Mu00FoU1j4Hk1b1z7G+cJ85es/3fTgfXbjvCYQu7Gu8Hhs775q1+Ptv17tBHwcZoDAAAAAAAAAACgOmIIvDSMhY2kZmvW2tn9w22WrYcSAAAAAAAAeFEKpUpsniiCUqti6WcOl4EWSXiqHGbzHGnsI41KpdZo6E3U6o0IAAC8UoF9+vi0aMHj8frO/VyjVO7+9tviRj/9vF3M07iDr29adHROWhp51qYYgSEsq1EpSdG0KlUR/WpT29HP8CUbibU1vTnmk0fDhgRKzcPNcdFX0z6dObprh6b0dbzQMbR/256Ts775686DMAIAAAAAAAAAAADVDwLQL5fjqB88P9sv8mlEAAAAAAAAoBSUSlSALktVMv3MMWWglZnIQAMAVDhSW1uu4V4/sNnwEQ/Pnrm9b2/BYRb29nSe+OjRkx4Hh5TISJ1GU+hm63XvTudnV6409eh1OkVGRsFNWTk503nUjRumkbf378+3hxqlMiksrOBuJ4SGmnpqd+4itrI6/scfyqwsU2dWUhKBMsKybL1avqNf62ZrY1nsMIbh4TQHAAAAAAAAAABAdYTfhitjerVSFXNf5P2kzgdjYUMAAAAAAACgdAwBaCEC0GWjCqefOVwGeu2nGVwGesi3Oa5+uatYlqVzHq8q3EwAgMqu64wZdw8eOLhwYUBQe5FMZr7K0snJrV79m7t356Sljfj1N75IVKNNm/OrV/81bOhrP/7kFBCQb1P1eva6uH796b+XZ6ck27i7057Q06c9Gjbs8dHHBTfVcMCAW3v27P/px4B27WLv3r2w5j/zTfk2b3F9+/btc2YHBAVlJSX3nDWLFQi8mzdjWPbo4v9lJSXSD4Drdu3qVr9+l5kz93zzzeL+/QLat+cLhRFXrtAxkzdsxKtM+ZCIRYP7tO/esTnLMjqdjgAAAAAAAAAAAEA1g9IIZUmblRzz89CY/41RJzwiAAAAAAAAUHZUKjUqQJeJQtPPDl5slUk/c1AHGgCg4hNbW3d9972MuLgTf/5RcO2Q+T/V79U7ITRUo1DQxc7T3271+utajSY1KqrQrb3+19LW48Y9vnHj9PLlt/bssfPyajL4tUI31Wf2nKavDbl74MC+efNy0tMHffe9+XYa9O/foF+/qBs3ji1efO/I4ZzUVNpp5+lFL5WdnHzs998vrlubmZBAO5sPHzFs0c9Wzs639+59fP2GV+MmjQcOJHiJKRftWgYu/Gpary4tWRbnOAAAAAAAAAAAAKopHs75lRVddmrUT/01yYbP3x1H/2jZehgBAAAAAACAMvLXqo1ODnaD+nYlL4TLvKrVaqVSGX9inD4nvOaQk6T6KTr9bCWRVcFylfGPtIY60HK9yFI39Du5iy8rFAr4fJbiGRGA0lm1esOb4ycVtfazzz777rvvyCt1/vz5wYMHv/vuux9//DF5Xjo50WsIVDbKW3dE9euSYp/idDqdVqtTKlXpazYofv3dauAgx9mzCVRyaf/+m/zbr6qePfjT35JZSKUSsVgspK96DMNU6pe876bNvUeefAvOy8N5/Mje/r7u5mNMD+l/DmT9c1D7yTjXoEaWBKBCunIvZ+7SqN7NlKM7MzILifFPVVTon2rk0bdyEm/qGm2UGRn+pIVC7jiWAAAAAAAAAAAAIXwCZYSxsBV5NdCkJziPXWTRpA8BAAAAAACAsqNUqYRCAYFSqG7pZ5JXB9qQgc5kNs2WGDPQuatYlqVzxEeglJydnLp2zf1iRkREREhISPPmza2trbkeX19fUgGkpqYqjFVvoZpI/WuFNjXV6YevBF6eBKDy633xRD0Lm/3+9fW2tsP6d+oc1AQv3wAAAAAAAAAAAEBKEoBGieiScxq/WBl2VeTbBHcaAAAAAABUWy8pkqJSqUUiIYEXVQ3TzxxkoOGl6tWrZ68+/bn2N998M3fu3J9++qljx46kwmjVqtXDhw/d3NwIVCeKazcj+w2zm/ymzaQ3eEK8ekKlF5gYXScjyXbGVKd2jQleuAEAAAAAAAAAAMCIKbRXn0en0+mhWNqcDPNFoU9jPQAAAAAAAJT190KVSpUIEa4Xpa+u6WcOl4EWSXhcBjouTKtSqTUaemdoX8ZjFcBEo9FMnz7d39/f0tKyUaNGP/30k/nahISEfv36ubm52dratmvX7uDBg0Vt54MPPqADbt++3bFjR7qpWrVqzZ8/33zA2bNn27RpY2Vl5enpOWDAgPDwcK5/1qxZPB7P3d196dKlXM/q1atbt25NR3br1u3333+nPQsXLqRjTp06Zb7BwMDAevXqEajU1OqU35dG9hsmP3+RAFRmAr6hjAtfqcyc/0vUsLHKO/cIAAAAAAAAAAAAQKEVoE2nRbn0M8nLQxMoIOPQkpxzGxzf28JaOhAAAAAAAIBqjCujyzNiGIbO6RvJMqytq1KrhUIBgedXzdPPHNSBhldi5MiRmzdv7tGjx6BBgw4cODBr1qz4+PiFCxfSVSkpKUFBQeHh4cOGDbO1td20aRMdtm3btoEDBxa6qTNnznTp0mX06NFvv/32kiVLPv74Y19f3yFDhtBV586d69mzp6Wl5cSJE+n2N27ceOrUqRs3bnh6enbt2jU5Ofnvv//mNrJ169Zx48Y1adJk8uTJ165d27Bhw/Tp08eOHUu3tn79ero/3LA7d+7cvn37q6++IlD5aR5HxYyfJuvdw2HWe6wjPsCESslSJtVkpHNt5d37UcPGWo8cavfuNEYmIwAAAAAAAAAAAFCN5Q9Ac6dFdTrdJ3/ERcarkHsuxsCcX1qpdtHGru+/3SL9iAAAAAAAAFR79f2EH49yYFmWy0CTssuVqlRqoQAB6OeG9LMJMtBQzjZu3Lh58+b333+fSzx/8cUXHTt2/O2336ZOnerv708Xg4ODd+zY0b9/f7p2+vTpzZs3nzVrVr9+/bgHZEGrVq3q1asXbdDtuLq6rl27dsiQIfRP++2335ZIJKdOnfLz86Nr6ZjXX3+dbn/FihXdunUTCASmAPSxY8fofOnSpU2bNiXGEDadOzo69ujRg+7qL7/8IjA+zdK9ovNRo0YRqCqy9h7IOXnG7t1p1iOGEIYhAJWaXp++dmPWwSMOn7wv692DvBzrNmwTCoWvDerzzJE/Lli86t8Nxw5scXFxIhXP0RNnlvy5Miw8sk3LZv/75XsChPQZOMbCQrJxzTICAAAAAAAAAACVXOEVoHU6XUSc8nGixtkWZ5cLxyM6a20CbQSzTTYLZqg1OEsKAAAAAADVXUyS2s6Sp1ar6ftKPp9vykCXCVSAfgFIP+eDDDSUp7Vr14rF4q+//ppblMlkM2bMGDdu3KlTp/z9/f/555+goCAu/UzVqlVr+PDhy5cvj4iI4HLMBQUGBnINBweHmjVrhoWF0fZVo88++8x0qdGjR9MrPXnyZMEteHt70/nPP/9Mr50+5u3s7Lj+kSNH7jPi9mfHjh2NGzemO6mXpyuuX823EYGbK9/D3bQov3g53wBGLBY1qG9aVIdHqiMi9QqFTqGkc71CqVMorAb2ZZ1zk4LqR+GZ+w7m24hl354Cb69iBkiaN5G0aGZaTPl9af79dHezHNjXtJi5Y486Kvqp/RSJbCaOMy0qLl/LuXAp30asRw5l7Wy5tiY6JmP77nwDpG1aiRs34Nq6tLS0NRvzDRDXrS3t1N60mLbyP11OjvkA1sbaevRw02L2gcPK0Ef5NmL75hieVMq1lbfuZJ88k2+AZc9ughq5T2fapGR1WDgpQJeVlfTtT5lbdzrN+zr76AmrUUOJSEyg6tHr2dBQ3toNaqEgh89X8Vl6OGbZp6fQz4dbr01ITN+0Ld+FJE0aSlq3NC2m/rGcniEwH8B3drIa8qQ+fcE/KMpu+mRTW3Hpak6BJwerAX1Mzx6F/0E1bypu0dS0aPq71mVmkgLoQz3+w9kpP/8u6RTEd3CwNvtzLhM79xy0sJCWJAD9XNp06Ovi4rR1w4qCq2Z++PnBQ8fPHN9lZ2tTcO3iP1aoVKr3Z04x7+zaa+hfv8+vkfePW9Dde8HTZ3zi5uY8YujApk0bkjLyYjtTbq7fvDPjvdljxwyd+OZo8hLQ02dzvvyxRbNGA/v3IgAAAAAAAAAA8Eo9FYA2lX+mZ0Zpw8VOsP4bXwJF0KtWZh76vVOfDzsRAAAAAAAAIF1nhNC3k0qlknt3KRAIuEaZhErVKo0AFaCfB9LPhUIGGsqELj1dr1Tp5HLG2oG1dy50TGhoqIeHh4WFhaknICCAziMiImJiYjIzM7lFE39/fzoPDw8vKgBtzt7ePioqirsW05Y59DFcs2bNffv2aTQaPv+pj/6mTZt27969VatWXb169Z133pk4cSL3vDp06FC6av369f3796e7d/Hixe+++472a1LTY96Yku+qbadPNsUc9dnZBQcIfL299mwxLaav25j+7/p8Y6RtWpoC0Kqw8NQC8WVxg3qmAHShA8i0SaYAtF6hKDiArn0qAL19t/zpfDNjY20egJZfvlpwI7LuXZ4EoGPiCg5gpFJTAFqbnlFwgNWQgU8FoFf9p01MMh9A7y7zAHTWgSNZ+w/l24j1iCFsXgBacetOwWsRBdQwD0CrwiJIEZR37z8eNJIwjIzeOQhAV0k8Hhv6kIQ+VNNjp7w+cf26pgC0Jj6h4ENIP2GseQA65c+/iVptPkDUsP5TAeide+XnLuTbiN1b40nec4780pVC/iqbNjILQMcWHMCbPvlJAFqnezKAHtIU8eqsjo5R/bueEYnKNgD9KCzi+o3b9Ok0MTnF0d6OVAD3gx+GhDw0zxzfux8SHRN3++6DYjLHGzfvEIuE61b/5eRoT171zpSnjIxMpVJFXgK1WjP365+279zXolkjAgAAAAAAAAAAr1r+CtB6I50RPfdHoGg8ocSqz4cEAACgClAlEGFF/KlWAACoXIxvKIlSqeTxeCzLcgHcsmKoAI0AdIkh/VwMZKCrNn12tqHSsFxuCCgb6w2Lmz6JKKkjH6vDI+naoqoRq0IeJnz+Nb1s3hilLiPD6YevLAf0MQ14POBJXNX+o49sJk4sfE8KPAdyPQzDFPr0+GLfGClqU/TBXHBTUqn077///vTTTz/66KNp06atXLnyxIkTEolELBYPGTJk/fr1WVlZW7dupSOHDRtW5FVqNE/ahe2tXqN9aplhCJSzotOilLRd65yLVwhUUYZjMTs7nrsbyzIswxh/jsMQ9zcNYCwsxM2b5LuUwNPDfFHSrIle83QAOsD/qcXaAfkGGJh944Lv7lbwWhgrK7O2ZcEB5tXl6VOHaYDyxm29qogwq17Pd3QQ+j/7eyPPZduOfcZt6w8ePDZ65GukpXW7wwAAEABJREFUAggOCX38OObW7fuB9WtzPSdOnqPz+/dDBvTtUdSlIqNivL09yzb9/MI7U24aNah3cM8GJycHUtauXL3548LFt27fIwAAAAAAAAAAUDHwC3ZxAWgChcnYM1/WZQojtiQAAABVg1bOJqwk2VFa/+8JAABA6fB4PPp2Uq1WCwQC7ou1xthN2WRJVYbN8gmUANLPz4QMdIVlqKxsDCXr5QqdQsl3ceK7PKmvnPLL79wqvVKpM86FtQLs33vbNCBq+DjlrTv5tul37QxPJOLamdt2pf61It8ASfOmpgC0XqFQ3sy/Bb1ZJVQeW9J6AT4+PkePHlUoFGJxbp3d+/fv03mNGjXc3NwkEkl4eLj5eG5tvrLQJbkWYqwbbeqhz7337t3z9/dni9hVumrbtm2TJ09etmzZ7t27hw4dSjtHjx69atWqLVu27Ny5s0WLFlw5ar6ttduqP/NdXODmamrzpNKCA5in6wo7zHqfTqRoFl061rh7uTQDeGJx8QMot5V/FD/AdsoEOhUzQNy8SfHXIvD2euZu+JzYX/wA50U/0KmYAdajhtGpmAHC2jXpPZZ99ETBVfSvyXHuJ9KOQST3NwDxCXAVRF+/1C1b8Ke/JbaQSg3fbhDy+YYgtGmAwM/H/Z+lxW/E7e/fix9g/9G7xQ+wHNDH9L2RQtEH6jN3wzQgoms/TUxswQGCGr5OX80RN2lIjA9pUkbopnbu3t+6dbN7d4MPHDpuHoC+ev3Wn0v/uXbztp+3d9s2zd94fbiVVf4zBTM//PzI0VPL/ljYumVTUkYyMjIfP46hjUNHjj/JHJ86S+f3H4QUepHgkEcDhuRWxa7TMKhpkwb/rcz9Z123cfu6DVujY+KcHB1atmjy8Qdv04cKMVZxHjx8/HvvTHZ3d12/afvlKzeW/r4gqF3LF96ZoyfOLFv+b3DoI1sb68D6dT79eCYXxS70ipRq1edfzNux+Z9vvl90/vJVGyurFs2bTH/rzR8W/HbvXnB2dk67ti3mfvaBpaWMGH5LIer3P1fcvnM/PjHJw8OtW+f2kyaMEQmFdNWCn//4e9Va2vjy84+GD+nP7UlWZvbSFf8eOnJSo9F0CGqjUCosLCRF3WlDBvf95otZps5J0z68duPWycM76L005s3p9IExY/rE335fjmNFAAAAAAAAAICKAAHoktKr5Ml/v6V8cEpx97jTR3sIAABAFaBJF0TMJhk31IG7CQAAQFmg7yg1Go1Wq6XvK8u4ArRKLRSiAvSzIf1cQshAlzPN4yjl3fvatHQ66dLTtalptOHw0bsCPx9ugOpByONBI/Ndyv6jd23eHGNaTF26Mt8AvUJpvsgr7FlCr1SaAtA8sbiQAaonG2GsLCWtWzISMb0ITyJmxGI6F9V6EkpmbW3sZkyl22HEdIBE1KgJKULfvn337t27cePGsWPH0sW0tLRFixZZWlp2796dProGDhy4bt26sLAwX1/DI+/GjRtr165t1aqVh4cHeR7NmjXz8fHZvHnznDlz+Mbyq8uWLaObnTVrVsHB8fHxdDdq1apF240bN6bzzMxMblWnTp3odpYsWXLx4sWffvqJ6+SJhJIWzYrfgWcOgAqBZW3eGG03bRJ90BKAyo8+ku2mTqSPavOy02XlzNlLCYnJ06aMd3Z03L5zX2xsgqur4UsyMTHxk6YaAriD+vVKSEpevWbj+LH5X7bWrNty8NDxWR++XYbpZ+reg1A6t7O1OXzk5Pszp9A23cPrN+/Qnlt373PfOcx3ETs723emTdi4ZadGrR414jVnJ0fTHn4775fatfxHDht0937whk077t8PWbv6D9MWdu09KJVIx48bEVi/Tru2LV54Z7Zu3zP7i3keHm5DB/dLTEo+cvTU1Ws3N63721SOOt8VHTl+Oi09o+/g1/v27vb5J+9v3b6bbuHw0ZO+3p7vTJ8YEvJo7fotKanpf/+5iBiSyg937zvcpWO7Du3b7N576Pc/VyanpH4x+wO6qnWrZmnp6Vu2PTmDEx+fOG7ijIjIKDre29vzxKlz9J/S3s624E2rGeDXpHHggUPHZ3/ynlhkiFMnJCSdOXtx9IjXuIz43M/eHzFs4I5dhq+ylO07HQAAAAAAAAAAeDH5Px80nSgl8LT0nfOUD07RhkXrEQQAAEos9GHE4r/+/eWnOQQqGJ7ikSDiM5J+WeM7n/CtCQAAQFngvlKrNyJlR6PR0rlQgAD0MyD9/FyQgX5hmrh4XUamsKa/qSdj83blrTva9AxdWrrWmG+mDb/rZ00Dsg4cSV70v/zbGTfKFIDmSQqLJufkmC8yVlZ6jYYnEjISCU8sYsRiga+3+QCrIYMsOrbnVtE5F1OmlzINsH1rPJ1I0QTeXsWXPmVsbZ6qE8wTFTVy/PjxixYteuedd0JDQ5VK5c6dO+/fvz9nzhxHR0MKbdasWVu2bOnbt++IESMSExPXrVunVqu//PJL8pyEQuFnn302efLk/v37t27d+vbt2xs3bnRwcHj//UKKLm/dunXmzJmvvfaaq6srbYvF4rZt23Kr6GN+8ODBdIdpm+4SgSpE3LiB41dzhP5+BMqdJjpSvvWf5KPHWHtn60HDZB27MRaygsN02Vmqiyezdm3MfBQpbdrS7o0pAk9vAkWQdmjnOPcTvqsLeTl27tlPDwB6dO1oY2W5fee+3fsOTRo/mvbfuHUnJ0f+zrQJb7w+nBi+1pIhs7Qwv+CtW/fmL1rSv093bkAZCgl5SOdvjB2x6Nc/b995UL9ereMnz9Ce8W+OWrBoSVh4ZI28F1MTB3vbaW+9QYdlZ8tpg+uMjolb8POSZk0bLl2yUCI2vH59/tWPm7fupjdz8MDcit1xCYn7d663t7Pp0b3TC+9MUnLqgp//aNO6+e+/zuOSxHfvBY94/a2ff/vrh28+K+aKxo0ZNn3Km7TRo3vH9l0GWltb/r30Fwup4ZsbDx+FHz95Ni4uwcXFqUvnoLWr/2jUoB7tn/H2pCHDx2/YtOP9GW9ZWsratm7O5/PNA9CL/1wRERm18Mcve/fsQhenTBrbe8BoUoTXBvaZ/cW8Q4dP9OvTjS7Se4YeVw/LqyQ9cvggAgAAAAAAAAAAFQlDoGSser3LOnhZ9//Uot3rBAAASmzj1n17D55UKFUlv8j1W/f/Wbut+DGbtu13rxlE56RMTZ7xOd1swen02SJ/yJjuauM2A06fu/LMjcfEJiz49e8XvnjZYrKvCOK/4mVc1Inq6Ox6EAAAgDKiz0PKlEqtpnOBoOyL/FUl5unnuyd1277nIf38TFwGWiThcRnouDCtSqU2FjHXvoxHcmWheRyliYo270n5dUncu7OiR48P79T7Yd1mEZ37xL33VIHh7KMnMjZtyz54RH7xsupBiDYhUa9SaZNTTAMY2ZOUGE8oZJ0chbUCeAKhqZO1s7WbMdX+4/cc537i9MNXLj/Pc/3jF8v+vc2vxff8Ub/LJ33PHPY+vMtr92aPzf85fvGp+QDLAX1sJoy1Hj3c8rUBsj49Lbp0lLRtTV4RkUh07ty5vn37rlmzZsmSJXTxl19++eabb7i1DRs2vHjxopubG13177//1qlT58iRIz16vMiR+aRJkzZu3JicnDx//vyzZ8/279//0qVLTk5OBUfSKx04cOD58+dXr15N2wcPHuSqQXN69epF5+3atfP09CRQJTA21k7fznX/72+kn18JTWKCcvUiXnSodf/XhD6+Kcv+l7p2ZcFh9GWb9is2rxD41rTq2V9x91b893O0qSkECuC7OLsu+Zm+Ory89HNGRuahwydbtWpqY2MVFNSaz2cPHDrGrXJ3M1zp9p37UlLTaIMOeOqCmVkffPqlh4fbl3M/JmUtOOSRWCQcO2aolZXloaMnaM+pU+cb1K/bvm0r2r5990EJt3Pg0HH6Ad1bE17n0s/EkAYeR+eXr940jenTo4u9nU0pd+bQkROpaemTJ7zOpZ+punVqNmva6ObNO8VfkaeHO9cQCYW2Ntb2trZc+plq3LA+MXy2Fk/nDMNw6WeK3paWLZvSY7bIx9EF9zY9PXPLtj2tWzbl0s+UpaWM7jkpQp/e3ej17tl3iFuk/9z0sgH+vgQAAAAAAAAAACoknDwuKcbC1umD3YzEkgAAQInpdLotO/Zn58gPHT3Tr1enEl5qyOi3O7RrMW7UK6uq0rpFY5bPmvdYWhb5/K9SqZNT00kJwjGffrnwwuUbH86c8GIXLzM6FZN1SpC2Up98Ra9ltDX/R1gpAQAAKCMvKTCqVmsIAtDFypd+3vINT6/jIf1cEqgDrc/OTv75d01cvCYxURMdq01JJcYksdMPX5nGZO7cq4mNM78UN8yEtbVhbKxZOtnZMpaWhoatDY958sV7iy4dxQ0D6ZiiUmuMTPZUZeVK6HMj8x4HB4c1a9YUNb5hw4aHDh0iJbDQyLzn5MmT5otDjQq9bMeOHU3PzG2MSBG43POgQShvWUVYDu7v8MEMxtaGvDT3jx5dP+OdwfPmNejbj1Q/cffu/Tl0SJeZM4MmTS50gOrhA218LNPvTdsuPemfYfr6f9J3bLIdPZ6RPlU2WJuWknVkv/WAoVYjxtFXHJF/rcTF81URjyS2dgRMWNZm3Ci76ZN5Egl5mfYeOKpUqbp1ak/bUom4besWJ06di4yM9vJybxBY96P3py9ZurLvwDGvDer75rgRdmZ/X9/8sOjx4xipVJKWmi5xdSJl6n5waECAn0go7Nyx3f4DR9+aOPb02QtT33qzhp+3WCS8dy94QN8SfX/msfHbTd7eT77l4u7mQjcba/YS7+riTEq9M48eRdCRb0ycke+y5jWzn3lF+S8rM1RPV2s03OKj8Mi/lv5z49bdpORkWxvDP0RGRmbBSz0MC6d/fc2aNiIlQ29Xvz7d/127OTklLTw8Mizi8dvTKvfBCQAAAAAAAABA1YaTx8XRqxU8wZMfYEX6GQDgeR07eSEuIZk29uw/VvIA9Cv3129fF1/txtykN4b1693FxcmevJBSXvy56VT8lJWs4jRJvUUUaRrvr/USHwIAAFDh5VaA5uM9bOGQfi6lKp+B1kRFqx9HKR+E0oYqPFIdFm739luWg/ICi3x++tqN+S+SkGS+KO3QTpeewVhbsXa2rKWlIetsa20+wOm7L0ixWEcHOhGowI4cOcIwTFFBaqhEBF4e7v/9LW7SkFRjquzsZaNGOvj6Dv/lV/KKaLOzkx/FeTVuRoyvI9ZDx2Qe2Se/ctEi6KmPR+RXLzMWFnQt91ojadKcaLV6hYJAHnGjBrZTJpRPIfNdew7Qf4iuXdpzix2CWp84dW7H7v3vGFOw48eNGDKoz7IVa/5etXbbjj0rlv5aM8CP+4eLjIz6bdF37388d+GvfyyY9wUpOzqdLiTkYc8ehgLGPbp13L5z34pV6xRKVfeuHeiTdkBAjfsPQkq4qYLfVKQ9OnrUaPaFpeKPeUq4M9w26P3g4PDU575ayO8AABAASURBVF0ikbCEV1S802cuTJ0xK7B+3dcG9Q3w992991BUdGyhIzMzs4jhW5QCUmJ0m6vXbNqxa39k5GMHe7vuXTsSAAAAAAAAAACoqHDyuGg6bcqq6fqcdPupq3lClMYEAHgR23cfkllIWjZvdPDImaxsOW2br121Ztv6zbsjImOkElGtmjWmTRwZWL9W3WaGH7nef/iUe80g2ljz94KOQS1JBXD7bkiPgeM/eX+yp4frv+u2n79047/lC35evPLKdcPPd57Y959/DW9uZMHb1a5Nsz6vTbp+6z5dy92ud6a8TjfVf9iUghdfvW77qjVbo6LinJ0d2rZsMvfTt6USw7dxvvph8bUbd+d99eGcr3++eecBXTtyaN9pE0eRklMlCFJWMMpL+pQHRJlGhH46x8EEAACgMlCr1Ug/FwXp5zJRNTLQmrh4dXiEOuKxtEM7fl5hRfnFyzFvTMk3Uh3zJCfEE4lYJ0dGKuG7uPCdHfnubnwnR2GAv/l4x7mfEKi6tmzZsnv37lWrVi1atIirAw2Vmv3H7xEgRJmdrczKJq8Oa2XN4wtUYaESO8PXP7jXEWXwXfMANH35Vj18YFiX9ypDx/MEAsZY7BY4zgu+I+XiUVjE1Wu3aKN9l4Hm/bv2HnwnrwywlZXlB+9O8ff3/WT2txs375zz6bvckdjP879p0jhw3Jjhf69aO2Rwv1YtmpAyEhIaplCqagYY8t9tW7ewtbFevuK/+vVq+RgLOdPPnfYdPKrT6RizEHNR3Iw/whAVHevp4cb1REZGq9Uar7zFstoZPz8fumhjY92yeWPyEvww/3/eXp4rl/0iEhoS1fEJSXv2HS50pIuzoRp3SMhDUmL01tF/vh2798fFJYwZ+Rr/6d+IAwAAAAAAAACACuXZH4pVW6lr3lfcOaoMu6K4f5oAAMDzS8/I3LP/RI+uQb27dVCqVHsPHDdf+91Pf8z+apFWqx05tG9Qm2b3Hzy8HxImEok+nDmBnlqoGeBDG3Ty9nQnFcnWXQeXr9r05pjXpkwY0TGoxYghfdq1aWY+oNDbRftHDu3nX8Obnpjhble7VoYzYQUvvvK/LZ9+sZDPsuNGDXJzdf53/Y7hY2fSU0fc2ktXbw1/Y2b9ejUX/fCpi5MDva7d+46RElInCZPmM8qrJDWYaJVEkamuuZgIy6vyNAAAQOmoVBqBAAHoQiD9XIa4DLRIwuMy0HFhWpVKrdHQu1arNyIVkjo8MvWP5bGTZ4S16BjRuU/M+GmJX/2gvH3XNEDg5mo+Xli7pkW3zqKaT+WbfY7v89q71W3FEqcfvrJ7+y2rYYPFjRsQqDYOHDgQGxu7Z8+e995DcBaqCKGFxZTNW0YvWVLoWr1OF337FnnJxDXrsLZ2Kf/+rU1K0KtUySv/0CTEZ+7fmXP9smlMzqVzmYf30X66Vq9Wq2Oj6Hh6KaF3eVQ7hnx27D5A5+++PWnV8t9MU1Dblo8fx9y6dY+uOn/xKjeybu2adJ6V/SRhTz/DofOpk8Y5OdrPm/8bPXggZeR+cCidB9QwfDGLHg937tSOfsjWpWNujeoafj7ZWTkPH0WUZFMd27eh8737c7PC9Njm9z9X0Eanju1IyZRwZ7p0DrK0lP3+50q6aLpsYnIKKSMxMbFOTg5c+pkKDTV88kaP2QqO9PXxcndz2bX30JmzF7kew7cOjL8tU4wBA3oHBz/Mzs55bWBfAgAAAAAAAAAAFRjOHxdOmxareGDIPVsPmitp0J0AAMDz27HnCD0L0qNLUKsWjXhzeLv3Hxs2uBe36uSZS0uWr+3Vvf2SRV8KhYafoczIzLKUWfB4vPemv/H7X//5eXvSBnlFGrTqZ2q/MXrQd1+8b1qMjUs8fXC9g71N316Gik2jhvWLT0w+fTb35GVRt4s2xozof+jYmfiEJPPble/ij6Pjvv1xSavmDf/7e6FELKI9H875cd3G3Zu27hs+pA835ud5szt3aEUbrVs2btx24Lbdh7k9KZaeyTwrSP2L6LJICj1jpzcUl7LyFsQtJLG50Wq9XkdUmeqAJUTiTQAAACoejVbDRwXoAszTzw/O6bZ9x9CXdEdvdtT3SD+/IGc/dsyPVms/y5BnMls+lwz5Tu6cd3BUQepAK67eUN5/YNm/t6k4qOLGrZT//ZlvmOpRuEVem+/h7vDZhwIfL6GPN20TgAKWLl1KAErt0vp1e779ttP06R2mTuN6Hhw7dmr5soSQEKmtrXv9wJ6zZlk6OXGr9Drd6eXLbu7dmxYVZe3mFhAU1GXGTL7I8Eb4wPyfzv3zT8dp04JPnEwKe2Tj7h7Yq1e7iZN4RRS4vbFjx6UN6xMePvQIbFC7S+cWI0cFnzixdrphHxr07Tt43o+0oVWp6J7c2rs3OyWF7olAIg6/dGnqlq3Wrq706qJu3uw394s9330be/eupaNjk9eGtB0/ntv4w7Nnzv/7b3xwsDInx6lGjeYjRjTo24+UDGNt4/jB54m//BA5YThPJNbLDUlQtVq9ISS+iXOKj40sPC3r+qPEtmo1q9dn7NiUeWivXiHnO7vSSzGWVgTKFz2g2r5jr0goHDNqqIXZL5jFxyeeOnNh36GjYon4zUkzW7dsWrdOrQuXrtBVBcsbW8ik77079dPZ365Zv3Xs6KGFXlFkVPT4t576tkmr5k0mT3yda7/34VzWrOSwna0NV8M4wD83E9+ja6ct2/Z07ZKbOa7pX4PO79wPDvD3Jc9SM8Cvf5/um7fupkc19na2Fy9fu3zlRvOmjToEtSYlExLyqCQ7M7Bvj/femfz194t6DxzVIaiNUCi8fPU6vdLN65aXyaFU505Be/cf+f7HX+vXq7Nl2+6QUMNe3b57P6hd/h+Ro5/OvTN94iezv5007UN6qVoBfucuXImKirG1Ke5PrFf3Tj/N/1/Tpg3d3JwJAAAAAAAAAABUYDh/XDjWxtXpvR3y2wdlHd4kAADwQrbtPCizkHTu2FoiFrVs1uDE6Ytp6Zk21pZ01ZqNu+j8sw+mcClhysqyAv2669uTR9PTWlw7sG5N81UDendxsLcp6oKlvF179h9XKFXvTHmdSz9TM6eOW7dx9/krN00B6No1c08y2dvZ+Pl6Po6KeeZm2aQtfPkOolcaaj8TQ0yKx6OnjVW8rLyiU3o9kadovWYRsQcBAACokNRqVIDOL1/6efOXjFaTl362RPr5xTn6GO5DQwY6ndk8+9VnoPVyufz8pZxzF+RXrqvuPeA6RQH+4uZNuLYwwBA2Yp0cJU0bi+rUoosCTw+B8afnTazHjCAAAC9T3P37B+bPr9WpU/spU7mea9u27fh8jq2HZ5MhQ7ISk+4fPRJ57erk9Ru4DPSOuZ9f377dPTCw+ciRcffun/vnn/gHwa8vW2Z6jn18/Ua7CROU2dk39+w+8ttvabFx/b74ouD13jt0aNvsz1zr1m06ZAjdh9v797cYOcre27vT228fW7zYNOzgwgUX1qzxbNzYv127B8eOpUVH02HWrrkF8h9fu/bPhPGBffu2HDnq4ob1hxYttHV3r9ujB10VcupU9O3bAUFBrEBwY+fOrZ98wmOYwN59SMmI6wa6fveL/MIpVWyMXqXOOnX0dv3WUbYu0ffC+TwSHJfgaedi16RD4L1LsqDOPKFA6OEpadaG7+hE4GlRMYnBjx7HJ6bm5Ciy5YqcHKVxLqfzrCx5vsE2vFaEuJLn9CgsIiExuXfPLubpZ6pLx3Z8Prt3/5FRwwcPH9L/yrWb6zZuq1M74LuvPhk0oHfB7Qzs22PT5h2//7myT69u9KObggOys3LOnb9s3uPk6GBqX7x8zXyVh7truk8m3Y6zsyPX06Z1s4aBdf1r+HCLAcaPie7fCyZ9e5AS+O7rz1zdXI4cPRkdHevs7DRi2MAP35tGSuxByMMS7szI4YPs7Wz/XrVuz/7Dvj5eTZs08PPxpgeuZXIc9enHM/ksu2P3gWMnzjRqWO/Xhd9+/f3CpctXT508ruDgAX17SESi5avWnj17ISIicvDAPulp6cVvXyQUDuzfq02rZgQAAAAAAAAAACo2nD8uEmvvIeswngAAwAsJfRhx8cqtgX27clneTh1an790Y8eew+NGDTKsfRTh5urk5+tJXo7egydmZucUM2DowJ4zpo4tau3k8SMKPUdFuRdb+qWUtysiMprO/XyeXNzT3YWedImOjit0vJ2NVUxcIikW8/gXNnq+XmhFlBmE6AxZZx7Lk9gSRkQ0hp9q1eu0RKXUen2i9ZxBVxEAAIAKSa3WCAUCAnmQfn6pKlQGOn3tpuSFv+XrVN57YApAi+rW9j60k+/uRgAAXhFFevqmD9638/J6bd6P3DNkdnLyoYULarRpO/J//+PqOsfevbt89Kgjv/068Nvvws6fv759e9Dkt7rMmMFtgasefX3btsaDB3M9A77+2srFhTYa9u//35QpVzZtbD58uEvt2vmuOuziRTrvN/cLt/r1aUOenkbn9j4+HaZMNQWgc1JTL6xZU6dr1+G//EoXO06d+kvPnnHBD8y3M/C77wKCDFVsfVq0WNCxw829e7gAdOux4+jERaXbvPHm4n596aZKHoCm+I5Oln1f49rSAUPDHqUStcbw1lzA97CzC46Ldew0sMuE8VKPl/UJSeX1IPRx8MPHDx5GBj+MYlmmlr+Xj4ezg52VhVRsIZVYSCS0IZWKra0Mv3mg0+m0Wp1SqfrnQNY/B7Xk+dXw87l341TBfguZ9NaV41z7y88/Kjhg1odv08m8Z82qJaQIZ0/sLmrVrwu+ISVAD0XW//eXadHR3q7Q3eZsXLMsXw+fz7779iQ6FRxcp3ZAMZviLFuyoOQ7071bRzqV8Iq6dgrK17l/1zrzxVEjBtGJazvY2/74/efmaxf99JWp3bJ543ybyrcnb4599hfDPv5gelGrBvbvRScCAAAAAAAAAAAVAALQT1EGnxHVbEsAAKDUNm/fT+c9u+X+CGa3jm1+WPDn7n3HuAA0xRTx27VlYu/W5eTleGbYpTS3i0sy5evR6XW80txXlg3Vvj+bLfP4GYd4gmQiTyKabEP6WZGpqfmHznEA4b3EfxEAAIBSUqvVqABtgvRzOXglGWh9Tk7O6XPZp846ffMk0yNu3JBrSJo3FdWvQxeFNfwEvt7mF0T6+VXSa4iu6v7d6V8kRAjV0I4vv0iJjHx79x6hhQXXc+/woZy0tKCJE7n0M+Vat65302ZRN27Q9tWtW4VSaYe33jJtoenQYfvmzYu6edMUgDZhWLb1668/Onc28trVggFoGzfDE+C5f1cP+v4HOlJiXciXmRMfPaJzz4aNuEU6xqVWrfjgYPMxzgG5v/4ktbW19/FJi47mFk1VoikHX1+ngICE0FDyoqQeniOt7FdceUB3tV5d39t3wpysrQc3rCG1rkA/ivXK5cgV+45c2H/skkQsrO3v1aRBzVGDu7q5OBAAAAAAAAAAAACAp+H88RNcaMqBAAAQAElEQVTya3tS/nlb0qi33eu/EBalxQAAXpxOp9u0bR9tTJk5d8rMJ/1nL1yLjklwd3Oq4eu1Z//xlNR0O1vrQregUqtJJfTs26Us7na5uxuqW0VGxXp55kZYwiOi1WqNj+eLJ1p0Np2e3oN4nmIP0ROiSCRatZ5nr633l862MwEAAKjY1Botn483sAZIP5ebcstA69LSsg4epZP87Hmux2pAX3Gzxlxb3KSh8/xvpR3aMTLE4yomLVLCUM1d2bQp4soV2oh/8MDeO/eJksscrxr/Zr7BIktL49qHqpycb5s2ybc2OyW50KvgUs5pMTEFVzUfMYJu7fr27bH37rUcPbrJ4NfYAj8ZYWMMMcszM009iowMS0dHUgSJjU1GfLxp8cHRoxfXr08IDdGq1fSZX5WdrdNomBc9LLGWiLIUColQFBuXTN/ve9jZ2UrFBIxycuS7D58/dOJKbX/PD6cMqxXgRQAAAAAAAAAAAACKhvPHuZQhZ1P+NWT0dOkJpEABTgAAeC4nz1yKS0ju37vz6yMHmjqPn7zw+7I1u/YdnTJhRN+enfbsP/7X3+s+/XAKt1an02Vl51hZGlIdjo72waFher2+PH9bvEwUf7tsba2VKlXoo0h/v8LP4XXr2Gbewr+27zncrnVTYgw2LVq8gja6d2lHygg/fjGPZJOUu3qtUq+10DTcqJf4EAAAgAoPFaA5SD+XMy4D/d8nLzEDLT9zLmbSO+Y9woAaepXSvEfWpycBAKh4uGfAxzduDPr+hxN/LDmwYH7NDh1ySz4bnx6HzJ8vs3+qcK9praWT02vzfsy3QZlD4VV+FVx2ubDPbAUSyYBvvg2aNOngggV7vvnm2tZtb/7zj0D8VKTY2s2NTjd2bG86eLCNh8f9I0fig4M7vf02KYHjS34/vmRJvR496VVYObuc/Ouv7JQUUgpnIuJSsrKcbQVxcYbtKNSaC5GJHWu4kmovLCJm4Z+bAuv4fv3Rm64u9uar4j+cbTtlgtDfjwAAAAAAAAAAAACYwfnjXDyxjBHLWGtn+7dWEr6QAABAKWzdeZDORw3t16ZlY1NnDT+v35et2b3v2JQJI/r37rx6zbbFS9ckpqR5GsseHz95oWnj+nM/mU7bbVs3Wbdx9/T3vwrw9+Gz7DtTXieVxDNuV8smm7bue/+T7zt1aJWUlPLlZzPyBblq1/J7bUB3etv5DOtgb3vu4rXzl260bt6oS8fWpCwwmedZ9Q2SE6/XKHXS5pqa/yNCJwIAAFAZqDUaYbUPQCP9/Eo4+rAjv7VaN6csM9D67GyehQXXFjdqwBMK9SqVuFGgRdfOsl7d+K4uBACgMuDyyJ2mT2/Yv7/E2nrt9Gmn/17ecZrh/a+jnyGrSjt9WrQoeEG6NiE42KNhw9w89LNE37pF5/Ze3kUNsPPyHvHb/3Z++cXVzZuDjx+v1zP/90YGfvPtxvffWzygv4OfX9y9e3W6dm09dhx5lsyEhONLljQaNIhenOu5e/BAzJ3bTw16nlIaOSr1pceJjlbWl8Me9m/TMikhTafTXYlOaOHpIBVW6x8kvHn34dJ/d380bbi3ZyEvgorrNx8PGmkzbpTd9Mk8iYQAAAAAAAAAAAAAGDEEjISeDRxnbrGftoYnxk/KAgCUCj17t3vfcVcXxzatGpv3Ozvat2gaeO3m3fCIaLr434qFk98cfuXa7d//+m/7rkO+3u4jh/ThRn76/luB9Wru2HNkwa9/nz53hVQqxdyuIQN70OnK9Tv0du07eDI5Ja3gxRf98NmMqWMvXLnx59/rEpJSxo4c+M+yn0iZ0KnYzJ1Ek63PitHL2mrqrET6GQAAKhG1WiPgV+tgENLPr5CLvyEDLZLyuAx0fIRWpVJrNPSfQqs3KuF29Dk5actWhbfrlrZmo6mTZ2HhvPB7n+P73NeutBn/OtLPAFDpWLsaqhfX7NDBv127MytWpMfE0MXanbuIrayO//GHMivLNDIrKYlrNOzfX6fVHly4QK/TcT30iVWRkWG+WY1axTXSY2PPr/lPaGFRs2PHgtdOt5kUFsa1XevUoXNVTk7BYWJLS7p7QZMmdXlnxnuHDg//5VehVEqeJTUqis5t3d25RbVcnhpt+EBDq9HQuYW9oUpx4qNHpMQi07I1Op2Qz3e3tpPLs/z9PWinQqOj/aQaO3b62sp1+z5///VC08+5tNq0Ff9G9hmSc/wUAQAAAAAAAAAAADBCBegn+M41CAAAlBrDMI9uHyl01bZ1S0xtsUj4xadv06ngMHs7m/3b/ibFGjqoJ51IWVv62zdFrapfNyA6uJDTbO9Nf4NOpsVibhePx/v1pzl0KubifD47671JdCp48YKb3br2d1JiTNo+JuMcSY/Uun+k9XiH8JCUAgCAykStVguqcQVopJ9fOS4D/cJ1oPXZ2Wmr1qT9t16Xboj3pa/bZDv5TdNaiy4dCQBA5dd79uwlAwfun//T8J9/kTk4dJk5c8833yzu3y+gfXu+UBhx5QrDspM3bKRPmP5t29Xv1fvi2rURly/7tmolT08PO3++dpcuvT+bbdraf2+9Fdi7T3pcbMipU/K0tD6z51g6FfIl3ntHDu/74Ye63brLHB3uHT7MF4k8GzcuOGznl19YuxjCtTF378Q9uO9cs5Z/27YM/xmHFm716tl4eND9pHsutrQ8/++/dFeJsSK1T/PmdH/c6tW/uXt3TlraiF9/K0k169CU3JB3UIDPgLrewTqSkmydlJxO+2s72ZDqhx7brN16+M6D8K8+Hm9l+exIuiYuPnbae9IO7RznfoKvDAEAAAAAAAAAAEB1D0CrQs8L/VsRAACAqk0VKwifpVdma+r8p7PpQAAAACobtUbL51fTN7BIP1cQL5yBTl+7MWXxX7q0dG7RoktH69HDCABAlWPn6dV63Bunlv716Nw5v9atmw8fYWFrd2blitt799r7+Ho1buLo50tfz7iv4w6eN8/B1+fOgQNXt2xxrVOnfu/edID51mq0aXt54wba8G3ZqsWIEV5NmxZ6pS41a9Xu3CXq5g1lVpZXkyZt3njTwde34LAOb005uXTp/aNHTT2udeu+uXKV0MKimFvEF4mGL1x06JdfTi1fbu3iUq9nr+bDh/835S16o3yaN6cDhsz/6ej/Fkdeu6pRKJ4ZgKYv5fcTDL8EZS0RjQj0E/DZxjpdmo9Lalom7e9Ty5NX/b6ovOfw+XshEV98+IZI+Bw/9JFz4nRk36F2UyfavDGaVNfjQwAAAAAAAAAAACDVPACdvv3brON/W/WbZdllCgEAAKiq9Fp+zBIdsdLW/gPpZwAAqKQ0ao1AwJLqB+nnCuXFMtDaxCQu/Ww5uL/9jKmskyMBAKgSanfu/OXtO+Y9XWbMoJNpsW737nQq9LIMy3acNp1OpAhBEyf2mTOHPItn48aFlnymzPetdpcudOLayszMMytXnlz6150DBxoPHtzjo4/pZH7B8f+sNrVd69Ubu2yZ+dqpW7eZ2nZe3kPmzyclc/FxolytoY3ONVwFfMOrBsswdaTijNreD4Ij6dqWXk6kOklMTtuy+8S3n0x4rvQzRy+XJy/6X8aO3U5fzRE3aUgAAAAAAAAAAACgWmJIdZV9dm3W8b9pQxMfSgAAAKouvSqZl35Z3fCkzrYTAQAAqJzUGk01rACN9HMFxGWgRVIel4GOj9CqVPThSf+JtHqjghexmTBWFFjP/Z+lTt/ORfoZAOCViLl9Oz0mhmuLLC29mxnqSfOY8vtsXKvTnQ6PpY36Lrb1ne1M/e5CtoaVzMXJjq7VFfYiUoWtWLuvS1ATd9cXf2VUPwyLHj0+vH2PmPFTCQAAAAAAAAAAAFQ/1bcCNGvpSPhCkV9z2xE/EgAAgKqLJ3JSN9xHAAAAKjONVstnq1cFaKSfK6xn1oGWnzqjS8+Q9evNdTIymceGfwgAALwiWpVq00cfZSbE1+zQwcbdPfrWrYjLl+28vGp27EjKS6ZCrdETFytp/zo++VbVFbNZ7o7nk9MzFSpriYhUD6fO34yJT3p38mslGs3jFbNKk5iky8gkAAAAAAAAAAAAUP1U3wC0OLCb4zsbBK41CVMdf0YZAAAAAACgEtGoNRYWElJtIP1cwRWVgdYmJKbNW5h95ARPKpW0aMY6OxEAAHjVWKFwyPyfji1eHHziBF108PVt9frrrca8LrWxIeXFWiJs4GxXw96SZfK/jgsYJkAskLvZW4mFpHpIS89cvfHAR9NHikQlu8lF18YWeHlK2rfhOzgQAAAAAAAAAAAAqH6qbwCaEno3IgAAAAAAAFDhqTUaPr+6vIFF+rlSKJiBtjq5Lufvf/RKJV3L2lhrEhIRgAYAeAE9PvqYTqRMudcPHPPnX+TV4fF4vWp7FrXWScB29XUl1cbvK7YHtQqsWcODlALrYO8w6z1Zn57cok6nIwAAAAAAAAAAAFDNMKSaUT68QAAAAAAAAKBS0Wg0guoRgEb6uRLhMtAiKU+UHJk1ZkL2kqVc+tl6ygTPgzuE9esSAAAAeNqGHceS0zJGDupKXphebzmgj9feLab0MwAAAAAAAAAAAFRP1SsAnbruo6TFI7NOrCQAAAAAAABQeag12upQARrp50qHy0DrpLYibRpd1NdrbLvpP4tJb9J/Qb0RAQAAgDzHz1w/dvrqR9NGCAQvelyn1/O9vZx++IqRyQgAAAAAAAAAAABUb9XlF4SprJMrcy5spg11zF0CAAAAAAAAlYehArSAJVUa0s+VlIs/O3ie16n3P9UoNAmKTkO0cmeVmlvFsoYHLY+Hfz4AAABy9Wbwv5sPfvHBOFdne/L8GAupLiubNhw/+4AAAAAAAAAAAAAAVKsK0AKnGjyBWFSjpe3weQQAAAAAAAAqD41Gy2er8jd4kX6u1Fz82aBF/ePsusrTmc2zJfERWpVKTR+0qAMNAADAuXj13pKVOz6YOszLw5k8P1mv7tZjRhIej+/mIm3fjgAAAAAAAAAAAABUqwC0qHZ7xxmb7SYtI0wVLxsGAAAAAABQxag1Gj6/yr6VQ/q5CnDxZ0d+ayWS8rgMdMJjDTLQAAAAxHiEs3770ZXr933yzqi6NX3I83P5eZ7zwu9zzl+gbVmPrgQAAAAAAAAAAADAqBoFoCmBZz1GbEkAAAAAAACgUtFoNAJB1awAjfRzlfF0BlqaGKVVqzXIQAMAQHUWl5Ay96eVN+8+/GH2JH8/d/JCRIH19NnZ6sgo2rbo0okAAAAAAAAAAAAAGFX9ALQuJ50AAAAAAABAZabRaPlsFawAjfRzFWPKQOekMps+M9SBRgYaAACqJ51Ot2Pf6dnfL2tQx+/rj8fbWJeqLgnPwsL3zGGv/dvETRs9YyQPR1BQafDyEAAAAAAAAAAAeCFVs4CWiTrqbuJvQyy7vW3ZdQrhVa9y1wAAAAAAAFWGIQDNr2pvYJF+rpK4DPS6ORlcBnro93Inz9xVrDHEj4wLAABUeXeDkwKq1QAAEABJREFUw1dvPEAbcz8Y5+3pQsqIwMvzmWO446sVuxI3HEohABVSjlJHuPQzAQAAAAAAAACAUqnKAWi9Sp684i06l1/fY9llMgLQAAAAAAAAlZRGq2GrVgVopJ+rMGSgAQCg2kpITP1vy6HI6IRBvYOCWgYyTHl+Jq+nr7B8lmF4muQ0TZJeTQAqJPoWgOHxWPpYNUIdaAAAAAAAAACAF1aVA9DyG/u0KVE8odR+/F+EqeK1rgEAAAAAAKowYwXoqhOARvq5ykMGGgAAqpvYuOS9R87fuPtwQI+2708ZRsodfW1lGN6wDsJ+LfVyuUKhVKlUaq1Wp9PruEMvgFeOCzqzDCsQsCKRkM8XcDFoHBkCAAAAAAAAALyYqhwLljYfzFjY6jUq1t6DAAAAAAAAQKWl1VadADTSz9UEMtAAAFAd0EOaG3ce7j96MTYhuV+31mOH9xDwy/ikgyYuPunbn/guzvbvTedZWBQ6hntVZRiGHjEKBHydTkgXaVurNaSfEYCGCoJ7oNJDQfrgFAoEQqGAZVjknwEAAAAAAAAAXlgVr4ssrtuJAAAAAAAAQCVnqADNVoUAtHn6OfQy0s9VHDLQAABQhUXHJp2+ePPspTt8lunXvW1QqwYsy5CXQBUcmn30BE8odJjzcTHDGIahx1l0H4QCgaHILsvQA0jao9PpCECFwZUqN2WgBQI+VwGaQwAAAAAAAAAA4HlU8QA0AAAAAAAAVAGGADS/0r+BzZd+3vg50s9VHzLQAABQxSSnpJ+7fOfclbtxCSktGteeNKZP/dp+5GVSPQqnc76n+zNH0hdV7oiRYXh8ltXpUf4ZKpzcItDGws/04crSFosS0AAAAAAAAAAAL6gKBqBT17wvcK8r6zCB4DMjAAAAAACAKkGr1b6kmoLlpmD6WaNC+rlaQAYaAACqgKiYxEvX71+5+SA6NqlB3RqDerVr1qg2KRea2Fg6F7i6FjOGezE1VtLV83gCltVRxqMvHgLQUNHQR6uxDjTDVYPmGgQAAAAAAAAAAJ5fVQtA51zaRidyaZvApaaodnsCAAAAANWD6ay2+YlD81Pdpv5857/LpP+ZV1pW/ZViJyv1zlfqe7hqU2s0fLYSv4FF+rmaK/MMdGJymqO9DQEAAChOaYO/CqXyQejju8ERl6/fz8ySN21Yc2DPdg3r+QsE5XpUpomJo3O+q3Pxw7gXU56BnmF4er3hu3NIP0MFZPZY5ZkvEgAAAAAAAAAAeE5VKgCtV2anbf6cNqRNByD9DAAAAFDlmU5mm5/VLuoM90vtfyVXSqriThLcwy/an+98eRU7fa7T6eicz2dJ5YT0M5AyzUAnJqd998t/v3zzNgEAKB1T/C7ryBH5jesEKjldejrJKy77wgeDOXLF3eCI4IeG3HN4ZKyLk12j+v7jR/WuV8uXvCKahARiCEC7PHOkIfus1/NKc/sByh0ergAAAAAAAAAAL6xKBaB5IguHScvTd/1oPfQbAgAAAABVmilQyCUjUdkLqjPTKXNeHi75QaoKjUZLKm0AGulnMCmTDDSXfk5KTiMAAKX15GhBl5lBJwJVAv1nZYwHhAzDlGQ8PUqJikkMDYsOCYui85i4JJFIWK+WT8c2DZu8NdTO1oq8apr4RFKyADRBlhQAAAAAAAAAAKA6qVIBaEro38rxvW0EAAAAAKo0fZ5TF29nZsu5ThcHm8BaXlz76PnbXGKS8vN09vc2nCxXqjQnL901RaXr+Ht4utjTRlpmzqWboab+ZoE17KxltBGbmHY7ONLUH9SsjkQspI1HkfEPH8dz/QzDdG0TyA24HfI4NiGV65eIRUHNanP9l249TMvI5vod7Kya1M2tnXbq0j25UsW1PVzt69bw4NqHztw0XWlNH1cfDyfayMpRnrv2wNTfqI6vk70hi5CUmnntbpipv1WjmlYyCW08jk26/yjG1N+5VSCfbwhAPAiLiYxJ4voFfH6nVvW4ATfuRyQkp3P9VjJpq0YBXP+5a8Hm93CD2t659/C52xpt7j3s4+5Y09eNNlRq7YmLd0xXWtffw8N4D6dn5lw0u4eb1q9hb2O4h+OS0m49eHIPt2taRyox3MNhjxNCI+NM/d3bNeQad0KjYuJTcu9hkTCoeZ2C97C9rWXTen4lv4f9vVz8vAy/pi1XqE9fuWfqp48lV0db2khOy7p655Gpv2XDAGtLKW1ExafcC40y9XdoUU8kNLy9CgmPDY9O5Pr5LNu5dX1uwM37EfF597ClhaR145pc//nrIRlZOVzbyd66UR0frn3s/B21RsO1vd0daxnvYY1Gd+zC7SeP4Rrunq4OPB4vIzPn/I0Q2q4b4EUfk1zepSploLkHG5+tfAHoQtPP9u4M0s/VVikz0Elm6edFf258f8owAgDwQvK+M0XE3bvo69RWKFVKeqys1dJDaHyxsPJiWYb+J3Z25NPDJpY1fTWu4MiU1IxHkbFhkbGhj6JDw6Ppv76lTOrv696uRWCAn3udmj6kIvHet1UdHcu3tyMAAAAAAAAAAAAAZqpaABoAAAAAqjzzQKGTnaW1pYTrt7WykIoFXNvN0cYU3LC3ye0XsIyHy5Oz5vbWuf1arci838pCzPXbWErM+2VSEZdwtbOxUKrz+vXEdKWOtjKWyY0XiAR8U7+LgzW9bN7GJaZ+V0cbdV6G2MHW0tRvfqV2NjKun8fTP7WTMhHXT/f26Z3P7be1tjDvl0oEfNYQgHawkXE1s4khvc0zXSm9J4WC3HSpVCw030kbK2nBe9jd2VaXF44x7byA/9Q9bBqv04kK3UkbS+lT97CFUCwUcPewh8ps5033sI0s7w4mQv6Te9jV7B62NL+HnWzUeTl4+7x7Mt89bG+b288wpNCdV1s8tfOWpns4385LhQJjfWJ6RaZoOMMzu4ftrQR597BEZH4PW5sew/QOefIYdrbR6fLu4byd12h1T+2k9ZN7ODtHkZaRpVGrGfZJ3oVUFdz3GVh+JXsDW2T6+QdrpJ+rsxfOQMfGJc9bvDY5JZ1bDA2LJgAApUOfcPh2tkKZTKdQ6lVqnlrDaLX05QsZ6MqIvnowDCMQ8AUCgZAe2TPc1+Jy12Zk5jyKiHkYERNG5+ExmVk59L2Np7ujr6dbx7aNani7ORm/+1cx8SQSob8fAQAAAAAAAAAAAHgaz/zjbO4HxDUajUKhmPBjolbPrv/Gl1QGyuAzopptCQAAAABUA1ztZ61We+VWaFRc0rBerQhAtbfzyBWxiN8ssIaAb4i9sHkxaFK+us4I8XVUzR7Fl8lkFhYWYrFYIBA8lb55IalpGe/M+u6fJd+zpSgCzT11qNVqpVIZf2KcPie85pCT5KUpJv1sYYP0M5C4UO26ORnKHL3UVmfMQNM/XL55wc5842Pjkr/5eXVGZrZ5539L5hAAgBfCvSxqNIaSzyqVWkVfINUarVan1aICdGXFvXzQlxI60deU1LTM2ISUqNjEx9EJkdEJCoXa3c3ew8XR3dXR3c2BNuztrAkAVGyRR9/KSbypa7RRZkTfXgmFwlfyRg8AAAAAAAAAoGKqChWgMw8uzti7UNpsoO2YnwkAAAAAVAPcN/d0eh3yGQAcwx+FVqtWqei5cHpGXM8w3F9H1Tg1zhXVLk36uZwh/QzP9Fx1oAtNP+ejUCoVCrVSqVIoVUqlWijk21jLbKwtCQBA0RiGHjYwQqGANvh8Vmc8wiYEFaArmfSM7LSMLMOUnp2YkhoTmxITn2Qpk3p7OHt7unRq29jbw6UiF3gGAAAAAAAAAAAAeDGVPgCtiQvN2P8LbTAWdgQAAAAAqgcuAE3/RwDAqHXjgPj4RK1Go+Pz6V9HpUkKl4xGo0H6GaqeEmagi0k/f/jFEqmFOCU1Iy09y9Rpa2NpbWXB4zHJKWkZmTm0TXvcXRwb1vNr1rC2UCggAAB5zzAMw3BtQwBax9JXMK4yNIEKKSk1Iyk5LSk5nT7zJ6VmpqZnpKZlJqdm0FV2NpZODrZ08nJzbteigY+ns1QiZoxIJf9GnOp+sOL6TYGvt6RlcwIAAAAAAAAAAABgpvIHoFOiGKGUsXay6vsxAQAAAIDqowpVtwUoPTtri9TkRI1WI9Dpql50SavV8VmGVAZIP8NzeWYGOi4+pZjaz1k58vatG9raWNrZWlrJLGysZZYyab4xiclpKSkZ90Iidh08t3rjwVGDu9KLEAAAsww0j6enM72evtTykH6uCFLSM1PTMtUqddjjuKSk9MSU1ISkNDrRVSKR0Nba0t7W0sne1s/b1dXJzsHexs3Fnrug8d9UzzNDKv87Jvmlq0k/LBD6+3nu3EgAAAAAAAAAAAAAzFT6ALS4bken2Ud1mUk8gYgAAAAAQPXA5TsdbC1trKQEAIx0el1VDS1pNFqWXwnevb6S9HPI3Yjxg+YOGdt95uzR5v2ThnwZFRa378qfpNzlZCn2bDnZMqiBl58LgWcpJgMdFZs0//f1RaWfqewcRf+ebYvfvqO9DZ1qBXgN7B10+sKtjTuO3bz7aMyQrjbWlgQAqj3zgCyiz+UsMTmdPsOnpWempGakZmQlJqWnpmUkp2Ump6RbW1k42tnY2sgsZRb2dlY1/NztbCxtrWW2NpZSifiZWzZPPFeB74tq0wzJb8bWhgAAAAAAAAAAAAA8rdIHoCnW0oFOBAAAAACqE3ou38nO0komIQBASEh4XHK6XCKRVsn0kkar4Rur4VZkqP1ssm3dkT8XbFy2OYBAyRSVgU5MSq3p537zXphKpS70gs/7996uZSCddh04M/uH5c0b12lUz79RfX8CANWbKSBLG8hAlwmFUpmZJc/KysmWK9LSszOycjIzDfOMzOysbHlaRjZt0Cd2O1srK5nUxlpmb2tlZ2vdONDJwc7KzsbS0cGWlELV+4UcbaohAM3aIAANAAAAAAAAAAAA+VWFADQAAAAAVDdV77w+QCkFh8fxiMajitbb1Wp1FTwAjfQzlFKhGejAOn6NAwM0Wt2te48uX39w7XaoXK7Id8H124+OGNiZPI9+Pdp279j81v2wyzfu/7Nhv5uzvaeHs7uLg6ebo4+XKwGAagzH2MXLys4xJJuzc6fMrJxMQyMny9iZSRvZ8rT0LIGAb2khlckkdG5laZxkFs6Odsa2hXFRKilBIWfg5AagUQEaAAAAAAAAAAAACqisAWjlg9Pq+BBZ+zcJAAAAAFRX2XKVWqN1cSxVjTSAqsQUwyVVi0ajYfkVNwBdKdLPqUkZ82b//eBOmFKh9g1wf2P6wBbt6tP+zIyc3s2nzl/2wY3LD47vv5iSlNGgWc2Zs1/38HYyXfb00Wtr/tr9MPixta1lnQZ+Mz4d7eBsCCHRTf2zZMeJg5fSU7Mat6zTf3jH5m3rL563bsPK/XTtpCFf0nnDZjUXr5ldcH+4YW++Pejc8WsRj2JdPRy79Gk1ZnJfhjHcY5tXH/z1uzW/rf6U7tXh3efiYpK2nvzVytqiqFvBSU46/KMAABAASURBVIpP+/nr1aEPIlOTM9y9nZu0rDPp3SFiibCYm0Dt3356+9qjYaHRdRrUaN+tyeDRXWnnrashq//YeftqiJefa4t2gcPe7GlpJSUvWVF1oPl8tlnDWs0b1dbpdHeDI3YdOHs/NJK2uUs9DIsmz08kEtJt0om2Y+KSHobHhDyK2n/sYsTjODsbK2dHW0cHG2cHw9yBLhuyehKpFD+5AABVkEKpzM5WZOfQSU7nWdnGhtzYky039iuyaE+2PEeulIhFMplEZiGxlEpkMqklbUsl9h7OMgtD2xB6pqsspQI+ao6UJR0C0AAAAAAAAAAAAFCESvlprF6tSNvwiSYlWpsUaT34CwIAAAAA1VJ4dGJcUvqwXq0IQLWn1+t5PMO8Sv54vUar5VfUAHSlSD+np2VNH/1dbHRi514tLa2kxw5c+mDC/O9+n9G+a1NuwFfv/+Hu5TR26oD42OR//9z1+cz/rdj2NVcHdM+Wk/M++9vN07HfsI7JiWmnDl+9dSV42eavHJxt/liwYcu/h9p0bNSqg/OFU7euX7zfvG19OoWHRtPFgSM72zvaODgX9x2VO9dDRk/um50lP7Tr3LKfNyfEJH/49RumtYu+Xh1Qx2v8O4OSEtKsrC2KvxWPw+Leef37zIycoK5NnVzs7t8OO3X4yptvDyREWMxNOH7w8nezltWs501XhdyLOLr3wuDRXeNikumWZZbSnoODkhJSN/5zYPiEXqRcFJWBpliWZRgmsI4fnbKyc67cCL50/f6te2EhYVGkdNxcHOgU1KoBtxgbl5yYkpaQmJqQnBZ27X5aRmZ6enZGVo5SqbKxllnKpDZWMtqwtbG0s7akc1tD24o2CADAq6NSqRVKtUKhVChVCoVKrlIqFWq5UkWX6Vyl1uTk0KaSrqID5EplVpYh3JyZlSMUCiyk4rxJwjVkUomtq4OhYSGVSnJXWVm+9G/CQKG0acYAtA0C0AAAAAAAAAAAAJBfpQxAp++cp0mJ5gnEsi5TCQAAAAAAAFRpWq2Wz1bEAHTFST9vXn2QTvk6ZbLckr0rftv2ODzuhyXvtuvSmC4OGt118pAv/5y/sW2nxtyAWvV95/3xLlcsOTM9e+OqAw9uR9QO9ElNyvhz/obmbevTy4rEAro2+E7EW8O/Wvrzps/mTbp+8T69ih//eo/2T5+lz8rMoY2WQYGh9yMvnLrV57X2tQN9i9/tWd9NcHKxo42eA9t9OHHBjg3HBo7s7F/Hi1trYyeb89NbXE3o4m8FHfPT3JUpSRn/+++zhs1qcuMzM3JkltLib8K18/doz0dfjac3lhiT4nR+93qoPEc5Ycbg4W/25DpN92Q5KD4DTec8Hk9mIe3QphGdFErltVuhpEy5utjTqdBVySnpGZnZmdny5NSMtLTMiKj463dCU9IyU9MyM7NyJBKxVCKik4VULBGLjG2JzEIsEgrookQiFNO5SGRoi4USiaEhEKBIKkA1pVZrVGq1SqUxNgxttVprnBsWDXO6oNEa58YBKs2TtSq1SqNVKlW5WWelSi5X0G3KLOhzjJA+w9DnHbFIJDY0BPSZhy5KREJLR6lhlXGtRJybeLaxlhGo8Bw/+0j1KEzcqAEBAAAAAAAAAAAAeFqlPNUkadRbeeewtO0Y1tqJAAAAAEA1ViWL3QK8gD4dGz0IDiFVlEajZSteALpC1X4ObBLQol2gec/ODcfk2QquvX/76YbNanK5Ycrbz7Vz75a7N52Ii06ysjFkvzy8nLj0M1W7viG1HBudWDvQ58Shy2mpWa+/1ZeLDlM163k3bFb77o2HtO3q7vDwweNta48MGtWFYXhW1hbkRbEsM2xcj8tn79y8GmwKQPcb2tGUfi7+VtBbev3i/Z4D25nSz5SllaFUZ/E3wcXdkPTd+M/+2T9Opvtgbbw3XDwcuavrMaCtjZ0l11meSpKB5hbFIlHrZvVIebG3s6ZTUWuzsnNycpQ5cmWOQmGY5xjmcrkiPTM7PjFVrqBtpUKtpv1yhUqhUGZly+mlpBKxIapojCSKDJlFQ1paJBIY84tCPr3BfPofnRhD07DMM3YwxjYj4AvoKKGQzulEGdoEAEpNoVSq1Vq1xpBFpq/CXJs2DIll2jZmlA2TYZUhjmxcVJsuYgwxa+kFTONVeeO5sDIlkYgFfJb+zQrpX7KALzRMFGucGxYFQq6HL5NKBNZ8ofDJANoWCYR5EWehzAK1masycYumdCIAAAAAAAAAAAAABVTKALSoRgunTw/zBGICAAAAANWS3ogAgBmeEamKNBotn1+xAtAVKv1MjCWc35g+wLznzLFrUWFxtJGUkJqTrfDwdjFf6+7lTOemALQ5ric7yxBODX8YQ+czxs7LN4ariPzOZ6OzsuSLvlp94uDl4W/0bN2xISkFFw8H4y4lm3qcXJ/UIS7+VqSlZBJjCrzgZou/CYNGdo14GLt366mQO+GDX+/Wb2hHvoCt28Bv+scjVv2+/fXen/QZ0mHE+F42dpakfOXLQA/7QeHokbsqXwa64pBZSF8gg0gfQgqlUq5QKZVqpVplbNC5UkEXVGqFSq2VyzVanVajM2YvdfQvjs4NTa2e/o92KOhFVJRGqdLk5Bget4Y8pZDP5aHpXCQSsDxDfpplecY5YwhQMzxjuJo2GGOommW4jDXDGHvoKl5uz5PBhkXGONgwmqHbMfQbG8au3Cl3tUgkJADPz1D3WGd8cOdOxrauwKJhSVfYMMP/abSGlyedTqfRGf5euOSxJjevrDFmlLWGDlOs2fh/pvgyMf4d8fl8oYClc4GANSzwWUMomW+cBMZOLrhMF4UCqVgksLQwdgoE3EhuyhsvNI6nG6HrRfiiAgAAAAAAAAAAAACUhcr6Y6NIPwMAAACAt5tDgLczAYC89LMJqVq0Wi2/IlWArmjp5+IV/m0RY+8zHyrcgC8XTrVzfKrur0BkyK65eTr+799PL5y69fuP6z5+a9HAUV0++GIseVFZGTnk6br+5rtXklthXi66hDdBLBV+8v2EMZP7Lpm/ftFXq/duPfW/fz8TS4QjJvTqM7TDmqW71y7fu2fryV9XfeJX04OUL/MM9MZPxSN+lNu75a6qsBnoFyCTSbgwehlSKCmNSqVSqgxzlTHTqeOiorq8nKgpM6rTa3PptHq9QqU2jtTmRVB1Gi5nqtNpuEE6Pe3R63VqYwg7L3WqfdLWGts6LZciNScUCui/GmN8lmaY3Kdr2uD+y+sk3ILZAGOTIU/aJLffuDXCM99CgY0/medulpitYsyvhT6eGNM4s27uKnKXzfYtb1e4C+Vdae6uELPr5RnuNXqXGWZEx8ld1BubJLcrd1FvXKKdetN/xnYZfPPN7Cqeui7uOnTcYu6e6PPW6p/sB3dB0/q8lk7/hGm3jetJXqfpHnjSn3dNevpYKvhQyY3sG+P4xnlett4w4+Ul9vP6jQOMWXyu19DIjfLzWbFIaGkhNSaPuSxybpo5L5rMPgk6GxeR3QcAAAAAAAAAAACAyqKyBqABAAAAoJrj8XgyqciqrFNTAJVUSHhccoZCaiHjMpFVLAOt0WrZChOArlzpZ8rByUYkFsRGJ5p3RjyKpXMPn2d8h8S7hiFya2Ura9yyTlFjWgYFNmlZZ/LQL7evPfLmtAGmnHHB9Gfx7t18ZNilIr7WUvytsLQyFB4OC40mL3QT6Ba+/33mT5+v2LXxxNnj1zv3akE76TanfDjMN8Dj24//2rnh2Lufv07K3VN1oGdLhn5XNTPQZU4sEtGJEAtSkahUarNcrF6nI2bJWH1eylafl7LVmQVqdbk5WvPo7ZM0LdGZhuclcblUsdlmza/XlMF9ehWh2zEU1TbfTr5rz5uZro882dpTe/x0wJdUoJ/sMGS5c6Pfphg3Y4qhm4LdjCl2bkDMhpnGMHnFwnMTyYyx7DebWy88N5TM1Qs3rswtEM6Fko0R5dzy4bkhZpQMByiCJi4++/AxvquLRZeOBAAAAAAAAAAAAOBplSkAnbHrJ21mgmXP9/h27gQAAAAAqjFEvgDyCQ6P4xGNpyupkipOBehKl34mxifMdl2aHtlzPuZxopunI+0JvRd5ePe5eg1rOLnYZRrrLhelfZcmfy3YuHLx9rqN/C0scn+IKSUxnUs50+04uztYWkkFQr53DffQ+49zshV0lbWtJV0bFhId2CSg+H1TKXND0vGxKZtWH5RaiNt2bvQCt8LByda/jtfeLadGT+xjSmDTm0b3rfibQBuZmTnefoa/nIA63nRObwKdXz1/r0krQ2C6Zl1DZ3aWgrwipgx0ZiIy0JWbUCggAADwnNQPHyV9v4A2aty9TAAAAAAAAAAAAACeVmkC0Jr4R5lH/yJ6ncCjnqz9mwQAAAAAqr1suUqt0bo42hIAMMotB5qX060ytFpdRagAXRnTz5wxk/qcOHjp47cWde3TKi0l48ie8xqN9s13Bj3zgnaO1pPfH7Loq9Vjes5q3bGhUCi4cfkBwzLLt3zF4/H+W7bn6oW7HXs0VynUZ45e9fBxdvNyopdq1Lw2S8f8tiU5MU2lUnfo1rx2oE+h2/9o8gK6S/ExyedP3cxIzXpv7lgHJ9sXuBUMw3vr/aEfT1701vCv+7zWnhjSz9n7tp76d888e6fibsKJQ5d/+25Nhx7N7B1tTh68LBQJApsEhIVEzxw3r2nrurXq+Vw9f5durXHL2uTVQQYaAACqLW1qGp2zDvYEAAAAAAAAAAAAoIBKE4BO3/kd0etYB2+knwEAAACAExGTFJuYNqxXKwJQ7en1ei4DacpAVyVarZZlGfJKVd70M+Vfx2vZpi8X/7h+27ojKoW6Ri2PL98e1LR13ZJcdtCoLrb2VuuW7z28+7yXr2tg05refm70zqCPtzYdG6anZh7edc7S2qJrn1Zjpw5gGMNd4eHt9N7csQu+WLXif9ukFuJ6Df0J8Sl0483b1t++/ihtNG1Vd9Corg2b1SQveitatW/wv/8+W/7rls2rDxKG51vDbepHI6xtZcXfBP/aXu26Nrlz/aE8WxHYJGD4+F7efq5x0UkDhne6cSV429ojNet6f/L9hN6Dg8grhQw0AABUT9rUdDpn7fCVVwAAAAAAAAAAACgEz/zUOG3rdDqNRqNQKCb8mKjVs+u/8SUVgzYzKX3zXGmL18T1uhAAAAAAqMa4AKJapbpyOzQuKR0BaABq+6FLDE9b39/NwkImkUiFIhGfz+cZkXLUdUaIr6Nq9ii+TCazsLAQi8UCgYBhmFLuxq79xyIex749aRQpBS4arlarlUpl/Ilx+pzwmkNOlvyypNKmnyumxfPWbVi5f8uJn51c7AiUTFyodt2cDGWO3tJRZ8xA8wUC+ofOUuX/xw4AAFAOUv73Z+ofyyUtmrmt+pMAVD+RR9/KSbypa7RRZkTfXgmFQu7YjwAAAAAAAAAAQCWqAM1aOti9uYQAAAAAAJipepVun4tGq91z5MKVm8Fp6Vl7kJBUAAAQAElEQVR2tpa+nq4De7a1trSgqxRK1cnzNxvU8XNxKvtw4dEz1/YevTh+eM+6Nb3Jc6L/ZJdvBgv4bKN6/qTUynZrlVqfjo0eBIeQKkqj1XFlbl8JpJ+hguDqQG+YizrQAABQXWhT0wgqQAMAAAAAAAAAAEARKk0AGgAAAADAhKvkSqq9Fev3X78T6unmGFg7MCY++cqt4CF92nOrjp65tvvw+QA/D/ISqDVauUKhJy/yT/AoMnblhv39u7chZaFst1bZVeESsFqtls8y5NVB+hkqCBd/dtT3Vms/QwYaAACqBQSgASodfFYDAAAAAAAAUK288jNTFT0ArVdk8cQyAgAAAABQgLebQ4C3M6mu4hNTr98JbVzff9KoPlxPjlwhlYjJy9ejQ7MWjWrbWuNAvQIxvbeskvFHrVb7qipAc1+30Ol0YdeRfoYKwdEHGWgAAKguLDq1F/r7SZo2IgBQgZlCz0g/AwAAAAAAAFQ39NOAV3ueuqIHoDP2/6IMPm0z8iehZwMCAAAAAJCHHj3LpCIrmYRUVylpmXTu6mRv6jGln9fvOHbywk3amP/HBjr3cnf6ZPpI2jh86sqVmyEx8ckiocDNxb5/9zZ+Xq60f/+xizsPnXt34ms1zSpGf7HwH/p25esP38h3vd//b01UbBJtfD5zjKuzfY5c8eE3f015vV/wo6hrt0Mys+V0myMHdnZ2KKRO29VbIcvX7aWNnQfP0ok2fvlqulBgeFcSm5C8YefxiOh4hsc4O9oO7hXk72PI9N26H/bH6p1BLQNHDujMbWT15oPnr957f/KQjMycorZWDZ2/8VCRk+MvsyRVMf6o0Wj5/FcQgObSz1qtNvyGft2nPKSfy9Dbn4ykE4EXwmWg//sEGWgAAKjiLPv3JgBQgXGJZ30eggw0AAAAAAAAQDXDnZMy/VJx+Z+iqtDhAG1aXNbJf4hOo7i2FwFoAAAAADBBtIvycHVgGN6VW8FtmtW1s7EyX1WvpndsQnJIWHSrJnVsrGQ2xlLN9Czk2ct31RpN0wYBaRnZ90MjFy3d9MV7Yx3tbdo0r7/z0LkL1+6ZAtDRcUmJyWk9OjYveL1tm9W/dPPBo4hY884VG/bbWVv26twyJS3z0InLf/67a+67Ywv+K7k62bVsXPvCtfv0irjsNcsydB4Vm/jjkvX0nzWwtq9YJLx1L+znZZumvN6fLtKpYd0apy/ebtc80NPN8W5IxPmr9zq2bujv4x4bn1zo1qqn5NRMHtGQKuqVVIA21X4Ov6Ff+wnRqHhIP0PF4ejDjvzWat2cpzLQ3IsjMtAAAAAAUA5MiefD9y+eC7tlikHTA1HEoAEAAAAAAACqA+5s1NR2r9nLrGmbYRhS7qeoKnQAOuvkSqLTsJaOlj1nEAAAAACApyWmZsUkpgXW9CLVkqVM2qVtk0Onrnyx8J8u7Zp0DWoik+bWww6s4/c4NjEkLDqoZQNfTxeuk77RGDesu6uTPVcj+djZ65t2nzh+7sbQvh2sZNKafh7X7zwcNbALlyG+djuUzls1rlPweju0bpiemZ0vAO3h4jBj/CChUEDb2TnyUxduRUTF+eRdtYmrs327FoEXrt2v7e/V0yxdvWbbEYlY9PHU4Q521nQxR674YfG6tduO/PDpRLo4vH/He6GR/2099O7E11ZvPujkYDO4d1AxW6vOqmrNLa1WJxQKSTkypZ/DruvXfmKo/ezgZcibIv0MFYeL/5MM9MbPxMO+Vzq408cn/1V9wAQAAAAA1Q33pulmdMi2G8cJAAAAAAAAAFRLIxp1tRJJ+XxDCKH8a1pV6AC0df9PBU7+PIklTyglAAAAAABPS0hOj0tKr7YBaGpQr3a1/b2OnL568MTlk+dvjhjQqUWj2sWM93Z3NrUb1/fftPtEQlIat0gvGPwo6sa9h03qB9DF63dCXRztnB1tSck42ltz6WfK19P11IVbSSnpBQPQhYqOS4qIiu/ZsTmXfqakEnHzhrX2H7+UnJphb2tlYyXr17XVlr2nfvpjQ2aWfOrY/vxyf+NU8RnrbBHT7w5XMRpDBehXUN47NkS/7lOiURGhhIz8GulnqHBc/NlBn8jWz83MSmI3zRaN+59aZq1jGIbH0yP9DAAAAAAvGxeApmj7j3Gfuts4EAAAAAAAAACoNlac2rX96nGVSqVWq+miQCDgTlWX51mqCh2ApqSthhIAAAAAAChCnQAvOkXFJq7ZdmTVxgMsyzYNDChqsFarO3b22sXrDxKSUi2kEvrGI0eu4FY1a1hr/Y5jl64/aFI/ICklPSY+uXfnluSFWEhEdJ6jUJZwfGx8Mp3vP36JTvlWZWTl2Nta0Ubntk0uXLsXFZvUs1ML8xg3mDjYWclzMkkVpdVqyz/1Tt+fO/npvRvpQi+wKjk5uCx70CwZAahI5Jn6o6tyuHbNDgrCp38rPJY1RKAJAABAJae8ez9m/DS+i5PHupU8iYQAQMXDBaC5U5vWEpmdhTUBAAAAAAAAgGpDLDD8hK/KiJ6dYrlzVOVbo6eiB6ABAAAAAIpRJYvdvgAPV8cpr/f7/KeVx85eKyoArdZofl+1I/xxXPNGtbu1b6pWazbuOm5aKxTwG9arcf12qEKpunIzmPY0b1iLlA/jW6DObRvXq+WTb427S275KJ1ep9Uaakpp1BoChWnZwC84JJRUUVpDBehXEICm5/L7faLe8o0u8qrgwRnV9nlZ/T+SMag/DhWDIlu/9rOMxAgtbdcfkFq/r1KnkxjzJ3hlBACAqkCbkKjLyFBlZyP9DFAB6fOYKkADAAAAVGo6pUId/lB9/qz87DF1XJSqVXefT+cQAAAAKAGVSqXRaOj5XNPXpMtTBQ1A67JSGJkdAQAAAAAoDHeajYAZa0sLWxtZUkq6eSd9m2FqX74RHPwoauTAzkEtArme7QfOmA9u2bjOlZvBl28G37j3yM3Z3tnRlrw05jtGr4vOGYap4+9V1Pg9h8/HJqQ0DQw4fPpqTT+P+rV9i9patcV9lbacv1Bbbuj7ZZZlyKvAsKT3Rzm75omib4jvn1WR+chAQ4WgyNavm5Obfq7dJ6lOjyxCxAQAAKAK0cQn0LnA3ZUAQAWGz2cAAACgMhIToZ7olUTNLapC7mev+kuYlKXLSlfHhajV6tv/bUYAGgAAoIToS6dGo3kl6Wfq1ZxCLp7y0aXYOU3TNs8lAAAAAABFq1vDbXC3ZqQau/0gPEeu5Nr3QyOTUjIc7HJ/cNbSQkrnUbFJpsEpaZl0bhqQlJKuUqm5ssqcugHeVpbS42evhz+Oa1JEGenSk1kY6rfFxqeYetyc7b3cnE5duBmX+KQzIyvH1H4ck3jgxKV2zeuPH9HLw9Vh1aaD6RnZRW2tOuOZIVWL5lVUgKZ3I2PA4wt43d/LdA2U0877Z1U752fpELmHV4pLP8c/NDwQA3rG1+qWyrIM3/CzYjzjD4tVwScBAMhHD1DuSLnjAtCssxMBgApMj/QzAADAC/l387r1OzYTeE4Hjx/xblZr276dpHS0RKchhs/W1BrtvYikiOUrhXEZysSozOi7eq06U0lYO3sCAAAAJaM3/kIU9xGBHhWgqcw9C+hcHXmTAAAAAAAUpqqmPJ+LSq35e91ejUbr5e5E75GwyFiWYQb2aMetrVnDg949uw+fS8/MVqs1zRrUDKzju+fI+Y07j3du2zghOe30xVs8hhefnCpXKCViETHUYOY1qut/8oLhOLxl4zrk5XC0s7Gzsbp2J2TDzmNikdDJwbZ107rDB3RatHTTd7+uqVvLx87G8nF0QkR0/Jfvj7O3tdJotX+v3yuViAf1CqL/4hNG9qbDlq7Z/eGUYXSx0K2Raun8jYfy7KwAC1mVLAWt1Wr5rygAzbKsQMAXibVd300/9LM+7rYUdaDh1cqXfq7dI00oFIlEQvpApRNriEEzCEADVFX5PkFG5gzKQcHXlHJ7ldHExtE538WZAEBF9Qq/IwEAAFDZbdu7Qya1GDFgSAnH63S6fUcP0M+AugZ1LmZYp8E96PzY1gMlWSwTdx7c7T16UMH+1s1arv9zdVZO9sBxw2r4+P41f/EzN/Vcg0tJTTR0rlCpT14PVwlldh0HWv7ynlaZxa2NzyYeA3sRAAAAKJlXW0ahwgWg1dH3lA8v0obVgE8JAAAAAAAUQa3WtG1e/15IxOPYRJlU0rBujf7dWrs655YlcHawHdKnw6bdJw4cv8Tns37erk3qB7wxrMf+Y5c27TnhZG8zenBXqUS0fO3eo2eu9enSirtU/dq+Jy/c9HJzsre1Ii8Hw/DGj+i5eOX2E+dv8nikS9smtNPX0+WjqcM37ToR/OixWCT08XDp3r6ZSCSgq7btO52QlPb6a90kYiF3u/p1b0076TS4d1ChW6ueklMzecYPbavkuWetVlf+FaCJId9D6J+PTsfXiegpBl3Xd9MP/0IqeAb69NFrqxZvjwyLbdam3ve/zyxm5KnDVz+b/uvn89/q3r8NKYXMjJzezacOGN7pw6/fINXDpCFfKrIV/+6bR8qdPFO/fu5T6WexSCQWC0VCgSEDzacMdaAJAFRF+arxInAG5Yb75imT9ysD9IFXPhloTWw8nQvcXAkAAAAAQNUSGv7wys1r9Lg6MTnR0d6xJBe5fufmtE/enfPuJySIVEAeru4+nt7mPbVq5P7IZFZOVlZ2dgm381yDSyktS37uTpReZqNVqu+q+do6LX1vHCU6fZKcZDGSVmNHEgAAACiZV/tJdYULQAvc6zh9sFt+c5+oRksCAAAAAFC0xNSsmMS0wJpepFqykIqH9GlfzIBObRrRybynRaPadDLvWfTFVPNFe1tLOm9U358Uq3/3NnTi2lKJeMn3T4UsA+v45evJx8/LNd/1Ul5uTh+8NbTg4KF9O9DJvKdbUFM6Fb+1astUGLKKJaK0Wi3LMqQccbEehjFcqUDAN92jFTwDHXwn4tOpv7i42Q8c2aVBs5oESi0nS7Fny8mWQQ28/FxKMp4O3r3pRHhItIunY9c+rUZO6F2GcWR5pn7tZxmJEU/SzyKhUCwWSsQisdgQfzZWgGZMATUCAFWIKfgc2babLiODAJQv1yN7WDtb06sMKReMjTVrb8dHABoAAAAAqpxNu7YR4xu9PYcPvDF8DKn8unfo8sWHswv2y6QWe9dsl1lYkBJ4rsHPhU9YHdHpiOETXoYwtJ2WrTh2NVzs6CxRK1x0me5uNsEdhrIatdP1k5HpxK5lQ6kzfosGAACgcijXU8glJPCsZ9XnQwIAAAAAUKzElIx7D2MIlJ27wRF03rxhLQKVTVWNPnOMAejyDhpzEVKGYViWEQj4IqFALBZJpcKu76a71M+hA+6fVe2cn6XXkYpj54ZjIrHgj/Vzp308vF3nxgRKbdu6I799vyYnW17C8QmxKWKJqP+ITjKZ5M8FG1f/sZOUkULTzxKJiEs/08cn0s8AVR59iddqdfR/BKDcKVVqtVpDFTLvTQAAEABJREFUH4FUuR1wuvzyo8+pg1ZDBxEAAAAAgCqEHlRv27MjqGVbG2ubvUf251sbnxQ/+cPpQQO61g1q3GvUwG8W/SBXKA4ePzLozeF07be/zPNuVotOCqWSVHhHTh+ju9q4a6uPv87NRn/z87zBE0Y+CA0eNnkMvYGdBvf4c/XyogbHxMV+8OUnTbu37TCw26ffzw0JCzVtOSk5eeIH05p0a9OqTwd6nyhVz7g3tETLpZ8pHdGlZOYcvxoucnDSyeVpofe+mv/bwt//craW3uk6bnOb0eFeNWuMf53Hr3DVJAEAAKBQeM0GAAAAgMoKv/pdhi7fDL5x9+GVm8EDurext7UiUNk42FnJczJJFaXR6so/AE3y6kAXvGrzOtDMz1n93pPxKsaXi6MiEzx9XBycbQi8Im++PZBrZGcrBrWbcf3SA1IWSpJ+5vPpQ5VF+hmgSjKVf9bmpZ+9d+1mbW0JwMsX1qO7PjtbqVQRtSbv62EEAAAAAABe2Mnzp+OTEt6dPN3F0XnT7q0xcbFuLrk/e/IoMnz45DHpGRk9OnV1dXK5ee/2geOHZ06e7ufjM2rw8LVbN3Rq26FxYEM6ks9WpJ+lK4KPp8/7U2Ys+vM3884rN66OnPrGoF79xg0b8+/mtT/8Nt/TzaNP154FB49/b8qjiLB+3XsLhcKDx4/07Nw9wDf3tysX/PFzy8bNB/fpf/bShWX/rWQY9rMZHxWzJ+ZnkjITEjedvS+V2YpS09QZ6dFh4VqdLjMrOzklNS5DeY2Vjfn0E5f2zQgAAABUEhUoAK3NSmZl9gQAAAAAoMSQgS4rt++HpWdkvzWmb8O6NQhUQi0b+AWHhJIqSqvV8tlXk7V5Zgb67gkVIWWTgU5Nypg3++8Hd8KUCrVvgPsb0we2aFefW/X5jMWnj1zdevLX5b9sPnnkipePy+9r55hf9lFw1Lh+ucVRgmqNa9is5uI1hsVLZ25v/OfAw/uP5dkKnwD3QaO6dO/fptBr37rmyM9frx7/ziAuwqvT6f9buvvQrnNx0YkurvYtOzSc/N4QoUhQ1M7T8wS/fb/mzNFrmenZTVvVnTFnjKOzIZmnyFEt+3XzzSvBYSFRji52gY0DJr831BTRnjTky7SUzKCuTc6duJGamO7j7z52av82nRo9c+2n0365fvHB9tO/icS5u5SckD6o/cyBozq/P3dsvn1bPG/dhpX733x70Lnj1yIexbp6OHbp02rM5L4MY/jHjQqPX7F424PbYYnxqW6eTu27NaWruFvKXZDbEzo33aucXRtPbP73YFx0Uo1anlM/Gh7YJMD8SunLk1gqciyLMLp5+rlm77ha3dKRfgaonuhhL31y5to8oZAnEhGA8qJUqhiNhmUZ+opDX+PwcgMAAAAA8MK27t1Bj6h7delpbWWzaffWHft3TX1jMjF+mvTpd58nJidtWvZf80a5Adz0zHQrmRWdhvYbvHbrhrbNW08a8yapeFasX00n0+Kl/aecHJxqePvOnDg9XwCaWvjlD53adqCN1s1aNOvRjt4Dfbr2zDc4MTnxXsj9Hh27LvxyHl2c/e4s+hmYaQsjBg796qPPufagNw3R8E/f+bCY9ylZp8+nnziVHfIo+2F4RKtOj2vWcVDqpCIx/XSwUeMmarXGQirVSSxuXL3XtJZ3r3aNGHzvEwAAoPKoQC/baetmJfzUUxl6gQAAAAAAFKvcfna5+nhjWI/3Jw9B+rny4j7eraphFK1Wy766oiZcqJTuAJ/PCgR8kVAgFoukUmHXd9Nd6ufQAXdPqHb9nKXXkdJIT8uaPvq7i2duNW1dr8eANtGPEz6YMP/k4SumAVqt7p0x39k72b713tDh43vlu7itndWEGYMdnW1t7C1po+egIK7/3Ikb926FNW1dt2OvFvdvh33z0V+Hd50veO2h9yJ//3Fdu86N35g+gOuZ99nyZT9vlkpFg0Z1tXe227By/8dv/VzME++hXWevX3oQ1LVp3YY1jh+8PHfGYq4/Kyt7x/qjIpGAbkcoFOzbdvqjyQvobTFdMC46Sa3SvD1r1MR3X0tNyZg15eeDO88+c23XPq2zMnNOm90/Jw9fprvXsXvzovbwzvWQ0ZP7zpwzxtbeit60RV/+k3vbgx8f3n3eu4Zb/+Gd6FWsXLz9fz+s5VY1b1u/ZVAgbQwc2dn8XqViY5JWLt7WsHmtoK5NQu9HfjhxQWpShvnV/TBrmU6jGzdtICkdRTbSzwCQS2eEY2B4JdQaih6R4UEIAAAAAFAq6Znp+48eateija21Tad2HejHOnsO7+dW3Qu5f/7Kxdf6DDSlnylrS2tSGTRt2OT9KTNMk1RqUczg2v61uIadjZ2fl+/jmOiCY2ytbeltP3vp/PU7t+iiTGohFAhNaxvVb2hqN2/UNDMrMzY+rqirS99z4OHMT6788++dM6eCpRbKfgOsLGTJmVnGtzckIlPlUb+JzCtg96WbMrFoyqDOEqGQAAAAQOVRUSpAa5MiFXeO0IZeUWV/tRkAAAAAylbdGm6tG/kTADDimSFVi1arY1/przqWQx3oFb9texwe98OSd9t1aUwXB43uOnnIl3/O39i2U2PWWP1ar9d36N5s/DuFB2ptHazemD7gzLFrimyFKcRMDX+zF52cXe1oe8T4XmN6fbLlv0Nd+7Uyv2xmRs7cd3/38Hb+fP4U7pZeOXd337bTY6f0m/TeEG4MVx96z5ZTfYe0L3QH/Gt5/fbvp1zh5L8Wbvxv6Z77t8JqB/o6ONku/Pvjhs1q0v5pHw//9uOlB3eevXDypqnMs4+f6wdfjuPaXfq0fmPA7L8WburUs4VAyC9mbbsuTWSW0iP7LnTpm3tbTh+56uhs27hlbVKEWd9NcHIx3A89B7b7cOKCHRuODRzZ2b+OV/uuTZesn1Pf+GoyceZrEwfP3bH+2FsfDKXbbxkUGHo/8sKpW31ea09vi/nW+Cy7ZN0cF3cH2j5/4uZHkxfS2zV8fE9u7cZVB+i/xaIVH3t4O5FSUGTr1815Kv0sFonEYiHSzwDVEBc5pSdn6R87wqdQ/ujBmCH+rC+/9HPG5u3yi5elrVpYDu5PAAAAAACqit0H9ylVyh6dutG2VCxp36rd0dPHw6MifTy8HoY/op3NGjYmr0JIWOjkD6YXP+brWXODWrYtdFXDOvVnTnzGxQtlY20Tl1BIdpl+5rX4h0Wfz/tqyISR/br3nvbGpAC/gEK3QD8no/McRU6hazOOnAj9YVFkRhJXj0HdqJmVlZW1JFWZlJAiENhZWjIMk5qVcz0kVCoWzHmzv721jCH0QzaejpSu3AUAAACUl4pSATrz2DI657sGiOt1IQAAAAAAz4KwF4C5Pcevh0ankSpKY6gA/Yrfvb7sOtD7t59u2Kwml36mvP1cO/du+Tg8Li46yTRmwMjO5Dk5u9px6Wdum74B7o9CovKN+Wn231ER8d/+9o5UJuZ6dm8+IZGKxk59EqQeMKITveH3bjws6or8a3tx6WeqfmND3DniUSy3yKWfifE+bNPBUJ2FXl2hG7G1t+w1sF1CXEpkWGzxa0ViQadezc8dv5GRnk2M9bOvnr/XoUfzkrwu0MfSsHE9aOPm1WA6Zxhe/bzv0oglwsat6ur1+uiIhOI34uhsy6WfqUDjDTTtc+SjuMXz1k1+f2iTVnVIKXDp5/iHSD8DQC7uF1BQfBdeCa7+uLFZTq84OafPZe3er7h5mwAAAAAAVCFb9+2kH+P06JibiuncrqOhc/d20wCG92o+BQ3w9T+29UDxU1Hp55ekfat2Rzbv+/rjOcfOnuwxcsD2/bvIc6LvoB/+sCAyPpr7yFZoY8P4BSQ+Cquxe0vjPVuy01JiU1MVKtXV4GCFSvnBqJ5ezvZ0mI7okX4GAACoRCpKBWhZ16mMtZPQvS7BSTsAAAAAeBYkvQCqFa1Wy3+lFaA5L68OdFpqVk62wsPbxbzT3cuZzuOik9y9nIzXy3AFjJ/X6SPXtq09/Cg4Wq3R0FtAr0ij0fL5ubdi18bj1y89oI2HwY89fXN3IPxhjDxH2bXhxHybSk3JKMk1iiWGJLRCruQW09Oy/vtr96Uzt2MeJ3A3ITMju6jLcqniuOjkGrU8i1/brW/rXRtPHNlzftCoLmeOXqM3qkP3ZqRkXDxyt8MtRjyKXf3Hzrs3H6YkplvbymhPVmY2KTGRMfmtUKi4xbPHronEgqFju5NSQPoZAAAqGMNrTXnm79WPwuhc6OtDAAAAAACqitDwh5evX6GN5j2DzPu379/1/pQZft6G3x8LfhRazBbUGhWpTujnX6MGjwhq1S5oQNc//1k+sGe/57o4/dCszpq/RRs2JV247N6xHr9RjeMnkgMOH9DdvprauYe7u2dodNStc6ed3V3mTB5W09OFAAAAQCVUUQLQfFs3q+7vEAAAAAB4pURld3hIT46rtOSlCo9OSs+Ud25djwBAbmHIXKRq0RoqQL/6ADR5mRnoQhj/HU3Z1hcLua743/aVi7d16tXi9Sl9HZ3tVv+xIy0503yDt6+Fzv5x8j9Ltv8+b12bjo24Ks50lYOT7dwFb+Xbmq2jDXlOcdFJM8b+wLJM514t6zb0D74bvuJ/24oZn5VhKKetJ/pnrm3Uorarh8PRfRcMAegj1xydbU2lpp8pdzvGe/jCqVufTPm5TgO/Pq918AtwP7jrXGxUEikFJzd7W3srgfDFX1CRfgYAgGpOr9OpHhoC0AI/bwIAAAAAUFVs3bOTzj+a9m7TBk1MnX+uXn787Mnrd241qFOvbs06G3dunTJuoqO9I7c2PTPd2tKaNuxsDWUFgh+Gkmrj4rXLTRs0pp+Aebi6O9k7ZmVnkecndnaq88403cREYcx3memKegcuyaOiY+o3yO7UOyQqOjwu3kGr/qhzUz+knwEAACqtihKABgAAAAB4XtlyZVJaJgEAY5ST4fGqXvSZo9XqWPbV/PhjQS8jA21tYyESC2KjE807Ix7F0rmHjzN5UUkJqSsXb+s9OOjTH3JrOR8/cOn+7XCuzT1axs8Y1HNgWytri1lTfv5v6Z7x7wyknT413B49eFy3oT/dK1I6//21Oy46ee3+H7kb4u7jXHwA+v6tR8Rwq12eudbwa6H9265asuNxWNyF0zcHjepa8ijwvZvG7Xgbdmnx92vcvZ1/WTWLC38nxqce2XM+33i1WkNKrHOvFnQiLwrpZwAAAE14JPdNMGENPwIAAAAAUCXQz+I279oqEoreGDFWJrUw9cclxh8/e3LPob2N6gXOevv9N2ZOHvjG8GEDXqOrMjIyNu3adnjTbicHJ09Xdz9v350H9zjY29OLe3t6D+rVn1Rd9O56+9P3rKysO7UJCg1/FJ+UMKz/a+SF8IhGmPy3TumX/PsVQ/rZwSateYuM0DvstWvtEmO9osMcv5jOjRQQVk1ecl0fAAAAKGsV5RQyAAAAAAAAvLBavq62MhGpoipOBWgOF4CqPlYAABAASURBVDylu8TnswIBXyQUiMUiqVTY9d10l/qG0sJ3T6h2/Zyl1z3HBtt1aXr1/L2Yx7kZ6NB7kYd3n6vXsIaTix15UTGPDZWMXT1yC8YoclSxUYbta9RPPsd3drWn8zadGrVq32Dd33viYpLpYo8BbbVa3R/z1+t0uZF6tUqTlZlDnl98bLJUKnJwsuUWw4KjDDugebIDKrXGFNy/cu7uiUNX6jagZ3NcSrK2S7/WdP7drKVKhbpjz+bF74lKqcnbpZRNqw9KLcRtOzeii7ExSXT3uPSzYQ9Dow23N+8usra1NHSGRJMSi45M+OnzFXeNGevnhfQzAAAApXwQTOc8sYjv5koAAAAAAKqE8KjI+KSE7h27mqefqa7tO9OPe3Yd3EM/BOvYpv2mZf95uLmvWLd61fr/bt67/dnMD21tDB+s0Y+DFn31k5Wl1bL/Vv729x+hYS/y0VMlolAqR7023NLCYs2W9fGJCTMnTv/yoznkxWTfJPKEqN9vRJ67qw5w7L/09W6dXVrdPt/+2pl2cdFSQizc3bmBSD8DAABURq+6ArRel/jrUGmzAdJWI3h8IQEAAAAAeB5Vtd4twPPy93bWqapsQXRNBQtAk5dQB3rMpD4nDl76+K1FXfu0SkvJOLLnvEajffOdQaQUatXzcfVw2LLmEMtnLGTSzasPZqYbfiny3s1HjVvWzjd45pzXx/X77Pcf1n7zv3daBgV26dNyy3+Hr1960LR13Yy07Cvn7rTv1vTdz18nz6l1x0bnT9786oMlXfu2po3Th6/wBey9m2GmATGPE2eMndeoea1HD6LOHLtmbWc58/PXTdHe4tf6+LnWDvS9c+Ohu5dTvYY1it+TjyYvoPdtfEzy+VM3M1Kz3ps7lotlt+vS5MieC79+t6ZOoO+uTSfCQwwR7fu3w1q1b0AbjZrXZllm+W9bkhPTVCp1h27Nawf6FH9Fq37fsX/76ZC7Ecu2fEWeB9LPAAAAHF2m4YhFVLc2AQAAAACoKnw9vSMuPyjYb2khe3j+jmmxeaNmG/76t9AtNK7f4Prh86RYx7YeKPlimahXq26ht8vEfO3n731CJ/O1m5evKXSwRCx+d9LbdMq3te4du+S7uvenzKATKYpey2Ze4omaJqfvlHRv0Hp6N5HgplVErdgrN/2FMnp6Se7pyghK+yN4AAAA8Aq94grQittHVOFX0zZ/oU2OIgAAAAAAJaM3kogEjrZWBADy8rhVNROp0+lYtsL9flHZ1oH2r+O1bNOXDk6229YdObDjrHcNt19WzWoZFEhKQSQWfPPrO/61vP77a/fWNYe79G65cue3NWp5rluxt+BgD2+nEW/2PH7w8pVzhjMun8+f8ubbgzQa7e5NJ+JiErv2bd20dT3y/AaM6DRuav8Hd8J/+2FNYnzK7+vmvPXe0BuX79++FsoNcHGzp9Pa5XvDH0YPGNH5761f123w5Mfui19LtQoyxJQ79WrxzD1p3rb+9vVHz5280aRlnV9Xf0p3jOuf+dmY7v3bHNh+evmvWxycbP7b/2Pn3i3/+2uX6W55b+7Y1KSMFf/btvW/w0kJqc+8ou79W9NL9RvWiTwPLv2cGRwzIrnXIGZCk6jfLA8fkdy6JU5IQPoZAACqG6thg2vcvew872sCAAAAAABQGjo5T5PME2ubfl+n1dz+QvaMxqpV/LGHDnwh/YRNqdM69+hKAAAAoDLjmdfMo216Xlmj0SgUigk/Jmr17PpvfMnLlPTH68oHp8X1uthPWk4AAAAA4FUTld0PhNDDTNXL+bkwetRKD1k1arVCIbeSSQT4dn7F9v5Xf3i6Ob43aQiBl4n+TQSHhEotZFKphUQiFYpEryQo2XVGiK+javYovkwms7CwEIvF9C+UYZhS7saYt2b9/P0njva2pBS4L06o1WqlUhl/Ypw+J7zmkJOk1LjNarVajUarVmuUKvrUpMzJUR3+xTrutpQOqNtBWPI60NXNpCFfKrIV/+6b9wJrOTs3HJ8/d+WyzV/WDizy44vF89ZtWLl/y4mfnVzsSIVkqv3sqTzZJXNWvrUWUydZTxxnSj+rg0OFtQIIAFQn3Ge29FVGoVAld+1DcnJ8Dhxk7SrocxpUMY86dtBnZ6tW/S11caIHd1KJRCjkcy9JBABessijb+Uk3tQ12igzom+vhEJhBfkD5N4H0feh9O3Vbyc2bLp5bO2U77zsnAkAAABAhaJJZpL36lkpTxVDeCKdVQti0UgZ+jB8+MRsRY42qGWjBd8LZDICAAAAL2TxkY3rLxxc2GVKDWdP+tmFxPDhoZDP55fnZxdll3B5IeJaQbrMJFnnSQQAAAAAKoBp06b98ccfV65cadKkiakzJyenZs2a1tbWN2/epGfayMukUmuEgmcfo+J0ezmj5zUv3wwW8NlG9fwJVEh7jl/nEU2DmrKq99eh1RpKKFfACtAc7g4v+NzY9d30w7+QuNvSuydUhGQhA/0y0KemqxfueddwKyb9XPGZ0s+0bdPNNttqrDAhgR8dwwsJITly2iny9zOlnzXhkY8HjaSdrLOTwNOdtbVlbW2krVtYoFYNAAAAAAAAAABAPnx7nfPr9P/1Zn0i/xriHp0S7txpu3gRw3/FoSkAAAAopVf8Wi7rPJlOBAAAAAAqhq+++mr9+vXvv//+8ePHTZ0LFiyIjo5evnz5y04/U5v3nGreqFaAj1tJBiMGXW4eRcau3LC/f/c2BCo88x/5qRp0OmMAmnnpzz8vrKQZ6PdleNIqQxtW7D9z/Pq9mw/nL/2QVFrm6eeaveN8ugmJqBcjForEIrFYxI+J0T0IkTSsbyroro58zF1QG59AJ67NEwnNA9Cxk2eoo6L4bm4CDzdR7ZqyXt0Ya2sCAAAAAAAAAAAARt7fz/UmAAAAUBXgy0wAAAAA8ISjo+Ps2bM//PDDHTt2DBgwgPYkJCTMnz+/T58+PXv2JC9fjkJ14vyt4EfRbZrWsbV+xu+OhUUlpmf+n727AIgia+AA/raXXLo7BBUQbLCxu7vPPvP8rCv1jAvrrLM99ezubrG7RUERRZBu2N7vLaMrAiIq6LL8fzc3zrx5MzuzxcR/32QHB1YkAJCDST8zNyMmukKhVGdDOWytbj+5KBloLi+z+UgDZKCLy5F9F9w8HcZsm+JWzoGUTnnSz16NU4UCgVDI18tJPwv4PJ6nO7d8OU36mVYTVPC2mjFZFvVK9vyFPDZWkZikSEnjmJvnXqwsOppOpV12zmj8tD/1awfZrlhIAAAASoP4KTOVGZminl2FlSsRAAAAAAAAAAAAgA9DABoAAAAA3jNq1Khly5b9/PPPrVq14nA4dEAikcyfP59OSk1NHTt27OnTpxMTEz08PIYMGTJ48Ju7ebx8+fLXX389cuSIkZFRw4YNR48e7e1dnnyumLikXUcu+pRzDvBx5/M+uMuamS1JSEknOupEyI0bd8OiYxMFfJ6djXmbJkFuTraaqXKFYuu+M4+fvkxOTTc2NHB2sG7XtJaVhUnhk2LiEumkyFexbBbb2tK0Q/M6HjmNbWdli8dNX+7hYm+gL3zyLIrDZttam3Vr28DWSh2qu3kvbNXmQ3Rg37GLtKMD838bnv91kcrk+49funU/PDM729PVoW51Xx9v1wI3Lfz5q237z7yOTxYK+I62lt3aBluaixQK5bjpy0xNjCaP6c1Uk0hk81Zu/3FED82MMxdupNUm/9C7kG2hxv621NHOsl2z2gdPXqbPQ72alTq1rEt0nUqlYrF0LfrMoC86UWeLtToATYqQgb57QkJHkYHObeWOqZ89dc2e6aRoRkzqTjuiZT6efuZxuVxO7vQzxbG0MOrQpvAlGzZpKHnwSPYySvb8BVPCEvAJAABAKZFx+JgyI5Pv5YkANAAAAAAAAAAAABTum11CTt09XZH4kgAAAACAluHxePPmzXvw4MHy5ctpf+3atd9//72Hh0d2dnZQUNC///7r4+MzaNAguVw+ZMiQqVOnMnO1bt1669atzZo1a9iw4Z49e16+/NI9PZVKde/x8x0HQ8KeR5OyR6UiF68/zMjKruLn6WBn+eRZ1LwV2+MTU5ipMrl83oodF67dFxkZ1K3hZ2ttdj80IjMru/BJUTHxvy/a9OxFTAVPZ/+K7gmJqX+v3H4vNELzoC+j42ytzXt3bBRUrSKt9ufiLTFxibTc1sqsRoA3HSjn5tCsfjXaFRhF3X7g7MnzNy3NRdX9vV/HJdF1LnDTwp9HL/x3d0pqZmDlCh4u9qFPX/y+aGNichpdZqUK7nTG+MRUpualmw9fRsdHvIhhRhOSUl+9Tgjw8SjKtsQmJK/ceLBSeffGdarUru5DygAvV1tTQwHRRUwAmp0vWKyFmKAqh8Phcjk8HlfA5wmFAn19fqMxqTY+WbTC3ROSw4sydS6jDp/s89LPRWQ2apjt8oVOh3a5P7xut3KRqGcX04H9CAAAQGkgDX2izMikA/pBNQgAAAAAAAAAAABAob5NC9CS0HMZZ/+lnc1vVzgiKwIAAAAA2qR169ZNmzadMWPG7t27TUxMfv31V1r4xx9/hIaGHj58uFmzZnRUqVT27t175syZPXr0EIlEd+7cad++/dq1a+mkOXPm8PnF09hkllh69vK9J89eBVUpbyoyzF9B9xq7ZbBYpG+XJrZW5kxDy6cv3t5+4OyZS3c6t6pHR/cfu/T85etWjWq2CH4TC8jKFuvrCQuftHH3ST2hYMKwrhZmIqb8j8WbN+0++cePA5ma/hXd2zQOzBnw8HJzXLRm956jF4f1bm1rbV67uu+VW6HeHk7N6lf70DqHRUTRtR09oAPJeV2ysiX56yiVqk17TvK43HFDuzCNUl+68XD9zuN7j174rlvzKr6eV2+H3n4Q3rhulZxJD2j/3JV7rjlNX9NJtF/d37so25KWnjWsTxvfDzRBrZM8nK2VUt1sEF2pVIdEOWxtbwGagXag4aOkWaTk0s956NUKpF2eQmVaGtvYmAAAAGifzHMXaJ9taMCv+Pk3FAIAAAAAAAAAAIAy4ttcQs68tJn2BW7VkH4GAAAA0E7z5s2LjY09ceLEL7/8Ym5uTktWrFgRHBzMpJ8pNpvNtAN99epVWsHU1PTkyZPXrl2jkwwNDYsYgBZLZemZ4pTUzPiktNT0rA9Vi4lL2nXk4pVbj6UyOVOiyqEn4Fma6myEy9nemkk/U0yzx3EJb1qAPn/tvsjYoGmuLDITcS5k0qvXCZFRsbWr+TCJYaa8WiWv1PTMxOS0/I9e3tPJwdby6fNXpMjMTYzpC3Tqwi2SkwE10BfmrxMZ9fp1XFJQ1YpM+pmqWbmCqcgoPKed7wpeLnpCwb3QZ8wKv4yOd3WyvXU/LFsspSW3H4TbWplZW5oWZVvMTY3LVPqZvM3dsnQxVMu0AM3lloIWoBloBxoKIc0iWyZ/pfRzflnnL0Y2aZswewEBAPhc17ZuubVr10erLW7TekXXrp+8xqglAAAQAElEQVQ3lUqIiFg/ePAfgTUXtWyRnZpKPpE4NXWqT8X9v/1GSthHN6QoQk+domt798B+AvTCwakztG/QsL5O7tYCAAAAAAAAAABA8fo2LUCrlOoL2AZ1+hIAAAAA0EoVKlQIDg4+ceLEkCFD6Gh8fHxsjvzXoePi4rhc7tatW7///vvatWt37dp10qRJdHZmqkQqS0xOS0rJSEpN93C2s7M2Y8plMsW6nSdyL8fb3aF2tYofWh+VSnXv8fOnkdHBtQOszdWxV7ombo5WxoZ6REcpFMrTF29dvf04LiHZQF+Pbm9WtpiWp6RliCXSCp7O+RvELWRSTGwi7R85c412eSalZWTpCQsIrFuYiaJi4rPF0gKn5tetbYM1247uOHjuxr2wJnWrVKrgnr9OXKI6w239Nv1Mctq6trIwefz0pUKppKvtV97t6u3QbLHk/LX7+nrCwT1a/jxr9dVbjyp6uUTFJLRsWPOj22Kek4k3FRmRMiYxJUMsVRoYskoiNPlt0c9CqdsitAMNBWLSz9FP1D/m+frpZypl1X/yqFfpUa+M27YSVg0gAACf7u7+/Xx9g4AOHUiJkYnF/w0aKE5P92ne3KZcOT2RiJRtaa9f39ixo8GIEUTXKVJSJHfVN4ExbN6EAAAAAAAAAAAAAHzMtwlAmw9YrsxMYRuYEAAAAADQVlwuV9NnYlgtW7YcN25cnmre3t6037hx40ePHv37778///zz5s2b161b16lz1417zzFt9zJMRYaaADSPp84F8nlcHvdNI6kiI4OPrA+H4+PtavU2/Ux0mkwu/2ft3ucvX1fz925ct4pMJt+2/8x7NQp5AgqclPOMBdcKqOjlkmeKvY2FXC7PPweTtyakqK3UWpqbTBjW9d6jZzsOhSzfcCCwSoXeHRvnqVNgk7cqlSon6Kdew2qVvK7cenTj7pMrNx/VqeErMjYIqOhx9vLdLLE6LVrVr9xHt4W829yy5fLtcBaRm5vpYEJIoVBwON/m5kVfopAM9KlFJPoOMtBlzjdPP1NWM3590aqzSiqN/fk3p71bWEIhAQD4FAnPnr28fZt+R2UkJBhaWJCS8ejE8bTXr7vOX1C+USMChByYPi3y5s0yEYB+Hcf38pS/itGvW4sAAAAAAAAAAAAAfMy3CUBTSD8DAAAAlCIWFha2trYZGRn169f/UB0ulzt48OAmTZq4u7vPmjWra7fu2WKpibGBvY2FkaGenoBv+X40c2C3pqTIbK3M6tX0NdRXR7VUb1O0OhyDvn7nyZNnUd3bBdep7suU7Dl6gRkwMTbk83nROa0g51HIJDtrc9pns9nlPZzyT80fgJYrFK9eJxga6OkJBZpChUJBPsa3vFv5cs4zF2y8dONhm8ZBImN1rl2Te7YwUzfPnJCcpqlPX83Y+GRzU2M2W/1qens4GegL95+4LJZI69bwoyV1a/r9vXLnmUt36BvJ2tL0o9sCuodpHZyUQh/KQDcYkXJ6MTLQZYs2pJ8proO9+fjRCTNny19GxY7/xWbh7LL4exEA+AK39uwhOftvD48drd6jJykZyVFRtO8UgIbqyxy+dznH3ZsV8QkEAAAAAAAAAAAAoAhK5VVkAAAAAPj6+vXrd/bs2e3bt2tKYmNjNcMhISFMOtbZ2dnGxiYtLY3NYnVtXa9Ti9qBlb19yjm7O9saG+mTT6evJ2gQVKllcDUm/Zzb/bCo3SduEF2UlJJO1HHhN5HxhKRUqVSmUCiZ0ap+5V7HJd15+FRTPyMru/BJdtbmTnZWIVfuvo5P0kxKy8jK/aDyt8unDpy4nJklruLryYwaGujRfkxsEvmwF9FxTKPRXA7Hxkrd1LdYom7/28hQLz4pRaFUL9zF0Ya+DW7dD2NGqTOX7qSmZ/p6uzKjbDbLr7xbekZWBU9nc1N1WtrT1YE+D7QkwMeDqVOUbSmDVO8jOkSpVLLzZYhLCybMyuG8aepewOcJhQIDA0GDESl2ldRv2rsnJIcXZerWKwZ5aUn6mSHq2VVYxZ8OZJ48k7RkJQEAKDKVUnn3wH63wCA9kejBsWN5pkrS00/8/feili3mN2t66PeZMrG46FNzm1O/3unFi+nA7Hp1p/pUlEskTPnLW7dW9ezxe43q8xoGbx45IiUnJM2YVbvWhiFDoh/c3zJ61MyqVU7Mn59nma9DQ2dUqbxuwHfKnAOWO3v3rurRnS7qv4EDr27eRD5F4RvyoZVMePaMbguzXW9W6dEjWhKycoWm5Pn166t796LzLm7d6tSiRZrduRVduz45e5Y+Lq1Pu5MLFhBdx7EsqcbFAQAAAAAAAAAAQMd87RagFalxHJEVAQAAAIDS5qefftqxY0eXLl0aNWpUuXLlZ8+eHTx4cN26dZ07d6aX57t162Zqatq8efNHjx5FR0d/9913dBYjAyH5MhU8nar6efJ53+y+Jd+Kb3nXgycvb9t3JrhWQFxiyvmr91hsVmxicrZYoicUtGpU89b9sFWbD9Wt4Sfg85Qq1cVrD7q1a1DZx7OQSV3bNpi3YvvMBRsreLmYmRi9fBUX+Sp26ti+TM6YunH3CX0pTYwNn0ZGR0bF2liatWoUyEyyNDMxMzG+9SBs677TQgHfysI0sEqFPOt8+NTVsIioShXcZTL5/ccRpiIjKwv1XV+8PZxCrtybPn/9wO4tHWwtmtWvvm3/mUX/7nZzsn0Vm3jv0TO6wCb1qmqWU9XP69KNh7Wr+2hK6tX023kopEZAeU3JR7elbGKxWDoWfWbIFQoOpxT/dhftQJdxWpV+Ztj8/VdU177yhESDBnUJAECRPb14IT0urv7QYcbWVrf37EmNiRHZ2jKT0mJj1/bvl/TihVdwsLmzc9i5c6nR0QamZkWZmkdQ336hZ06/uHEjqF8/gaEh8yOol7dvrx86RGBgULljx8yExAdHj0TeuDls507NCiQ8j9g+bnzdQYNsy5f3ad4i9wIlGRnb/zfWyMq6y7x5dGmPjh/f/fNPthUqVOnU6XVo6P0jR6p370GKpvAN+ehKFu7+oUM+zZtbuXs8vXTx3PJl4vS0Fj/9TMurdOwozc5KefWqzqBBdNSxkj8BAAAAAAAAAAAAgBxfNUqiEmfEzqjHtXQ27bWAZ+dFAAAAAKD0MDQ0vHLlypgxY86dO3fjxo2goKBx48Z5eqpbCBaLxUOGDDly5MiyZctoyeTJkydMmEC+jIWZce2qFWm/8Go6GfeknOys+nVpeuT0te0Hz1qZm/Ts0EhfT7Bq06FTF261bFjTxNjwp5E9t+47fePek6xsiYWpqJq/l6eLPZ2xkEmujjbjh3Xdvv/sk2cvhQK+i4NNk7pVBQKe5kFphZTUjJv3wtQx5QbVm9Wvpomes9ms77o1W7xmz9nLd1ks0rBW5fzr7FfeLSMzm84uFPIDfDxbNwpkknztm9Wmr1Jo+Iv4xBS65PqBlQz0hUfPXDtx/iZdjfIeTt3aBouMDDTL8fZwsrU2r1TBXVMSVLXijXthucPNH92WMigwwPPFi5dEFykVSg67dN+8KHcGOnfCFRlonaeF6WeKY2Fut3qJ5FGooII3AQAosjv79tNvqgpNm+iJRLf37Ll38GDtgQOZSWeW/JP04kWn2bOZ8HHdQYMXt2mtmbHwqXkE9e+fnhD/4saNmr16G9vYEPWegOLQ7zN5AsF3a9eZOjnREs86dXb9OOn0kn/aTZ/BzJXy6lXvFSvcg2oxo+LUVM0C907+NT0hYeCGjXoi9W/zIq5epf3Wk6fY+ah/bpedmkKKrJANKcpKFq75pB8DOnRgVn7zqJFXN22q2KSpc9WqVbp0eXz2THp8fL2hw4jukkfHKBKTBL4VCQAAAAAAAAAAAECRfdUAdNbNfSqZWJ7wgmvhSAAAAABAux0+fDhPiamp6bp16/LX1NPTm5wjd+FnJ5O5HE5lXw9fL5dCkmCqHESnVff3pl3uknlT3oUezE2Nv+/btsAZC5nkZGf1vyGdyQdYWZj07dz0Q1PdnGxzr0B+gVUq5G8WmhIK+D3aBecuqVbJi3YfWg593X8d3St3iZ5QMGFY1zzVCtmWwtdTV5mJDBKEutlWukKp5LA5pJTLnYHm89+F9ZGB1mHamX5m8FycaKcZVaanv+o10Lhze+OObVl6egS+CIewSvNvNlQyAlAQcWrqo5MnXGsG6olMPOvWZXO5D44dYwLQ2ampt3btcq1ZU9P0stDYmHbMcOFTiyLm0cOYhw/rDBrMBIsp31atzixdEnn9hqaOhaurJv2c25UNGx4eO9Zu+gyrnN9tUiZ2drR/af1/7X//g83hMKnooih8Q4qykoXjvN09EIpELX/5dUn7drf27nGuWpWUDYlzFmYcOW7cpYPl1J8IAAAAAAAAAAAAQNF81Qvk4odnaF+vSlsWX58AAAAAAOTjZGcZVLWCob6wKJUtTI1MRQYEAN7ma79+jPIrUCgUHE7pbgGaoclA53mNkIHWSdqcfs4vZfV/0rCnCb/PSVq8wrhDa6MObfkebgQ+D4fuw5TmrywFAtBQsPtHj8glkvKNGtJhnp6ee1BQ2LlzSS9fmDk6JTx7plKpXD4Q1S18alEkvXhB++ZO7362Qb82zV1cwkNClHI5m6s+vy2ytcs/Y+zj0Fu7d9GBmMeh/m8Lq3XrFv/s6e09e2IeParRs2flDh05vCLdRaTwDSl8JcknsvTw4Ovr00ckZYP47v2MI8fpgF7VAAIAAAAAAAAAAABQZF/1koz5wBUWI7YYNRhEAAAAAAAK0qRu5SKmn1kslrW5sberLQEAQhJTMsRSpU7GoBUKJVsnAtDk7UvDZrO5XA6fzxPweUKhwMBA0GBEil2lLFrh7gnJ4UWZBEq50pV+pnjOTjwnBzqgTEtLWbvxZZsuUV37KmLjCADAW3cPHKDfV+WDGzKj5erVo/07e/fRvjg9nfY53IJjxIVPLZICb/yiUrE4HPL2KzTvd2nOaNTdu9W7d/dv1+7qxo3xT58yU3h6em2nzxh58KCFi8vB6dNX9+olE4tJEXxkQ4qwkkVHN4fD4/H1ykQbIkqJJG7SFDog8K1o2Ko5AQAAAAAAAAAAACiyr30VWeBRg2uFZoQAAAAA4IvoXhu3AF/o8u3wVwnqXI5utgDN5hBdUZQM9LGlyECXYqUu/UwZtW/tdGSP3cpF+vXrMCXSZ8851laaCorEJFUm3pYAZVfCs2cvbt5UqVRzGtSf6lORdgenT6fldw8epH1jGxvajw17UuC8hU8tChM7e9pPjo7WlKiUyviICDMnJzbnA3sIOXFkj1q1m06Y2HDUaJ6+/sGZM3JPN3Ny7rZwUeVOnaIf3H9y5gwpgsI3pPCVZPPUzVTLpRJSNOK0tOzUVDNnZ02JQiolOipp9gLZ80g6YDn1JwIAAAAAAAAAAADwKXSkGS0AAAAAKIMQgy4u+nrCJb+P7tu5KYHST5WT+FEV2Axh6aRUKjm60gI046MZ6JuHkYEuZ+2MHwAAEABJREFUrUpj+llDr1ag7ZK/nY/vE/Xqati0Ye5JKes2PqtW72WHHgl/zMk4eEQe9YoAQFlyZ/9+2m84alS/f9doOo/atZNfvnh1/56Fi4uJvf29gwefXrzA1Kf7IQqpjBkufGpR2FWsSJfw8PgxpVzOlNzYsT0lKsqrfoPCZxTZ2dFvWiMrq/pDhz2/evXeIXVcOyMhISEigqlgW748UX91ZzGjW0aNXNK+XWJkZIFLK3xDCl9JYytr2o+6c0eztPtHjuRZvlKu0Cw2ZNUqOlC+YTBTom9qKpdINKutS7IuXE7dtI0OmA4dICjvRQAAAAAAAAAAAAA+BZcAAAAAAJROD8JfxcSndGlekwBATlxGg+gQhc4FoMnb32/kZKDfK28wIuX0YhJ9R//mYXUjkU2GGRAoPUp1+lmDa29n8dP4PIXZV6/TvjT0Ce1Sc0rYImPH7eu5DvYEAHSdSqm8vXcPVyCo0bMX3+DdH6a0uNjw8+cfHDli7+MbPGLkrh8nbRgyxCs42Nqz3LMrl5OjXuqJRLQah88vZGpR0CXUGTho/29TN40Y7ujvHxcW/uDoEX0Tk6C+fYu4hBq9et3cvevE/PneDYIfnTxx+I8/KjRuYmhp8ejECbpdjgEBTLXEFy/iw8MfHT9ee+DAAlej8M0sZCXpo1Rq2/bewYNHZv3lWbt2zMOHVzZuyLP8Y3PnxIWHSbPFUXduvw4NdQ+qRTtmkmu16rf37Nnzy8+edepkJCQ2mziRw+MRncBzceJ7eXKsLE1HDiUAAAAAAAAAAAAAn+grBaBT98yQJ740rPedwKMGAQAAAAAoDjqW8gT4EvTjwGaxdPJDoVAo2WwO0TnIQOsY3Ug/f4hp/95ZV2+Ir9+Uhj1lSpSpabnTz0kLlmQcPsZzceaX8+A5OvCdnXguThwrSwLaZOjQocuXL09OTjYxMSEARfb00sX0uDif5i1yp58pr/oN6N+w+4cPN/7fOL/WrbkCwYV/Vz+9cCExMrJy+w7ZKSmamoVPLYoqnTsLjYwurl1zYc0aoaGhV4MGzSdOMjA3L+LsHB6vxY8//Tdo4LkVK8rVresd3DDq7h1JRoZT5cpB/fpbuLoy1brMmftPu7aFJLML35DCV7Llz7/whXoPjx4NP3++XL167Wf+vu1/YzXzOvj5BY8YuXfqlMzERFNHx1rfDQgeMeLd47Zp8/Typbv790fduWNoaVl38GAjKyuiE3j2do67N6syM3FvHwAAAAAAAAAAAPgMXyUArVJl39irSE/guwQgAA0AAACgzZQ54Um5QhH9OsnMxNDQQI98LqWSAMBXExjg+eLFS6KLFAoFV+dagGYgA60zZGJdTj9TBk0b0Y4OqDIzxXfvi+8+UMQn5K4geRIuexFFu6xzFzSFLmcOazLQEjrX7XtsExHX3JRjbc33cCM6avr0GZMnT/nQ1J9++mnmzJnkiymVyp07d+rp6bVq1Sp3eb9+/S5cuHDp0iULCwsCpYfk3gOBb0WirTxq1Z56/0H+coGh4eTbdzSjFZo0oZ1mNPD95pkLn5pH0/ETaJensGKzZrQrsP6E8xfylAhFojzr7BYYqCnRNPmcF4tF/yS7BwWRDyt8QwpZSb6+fstff6WdpmRq0zfr4x0cTDs68MOx4x9YL1aHP/6kHdEVyuQUtum7X2KwDLCrAwAAAAAAAAAAAJ/jawSgpU+vKNLVF8b0KrchAAAAAKDFZAqSLZbuP3klLT3LzNSoQ9Mgoq2Ylm7RCDQAw0xkkCD8Snf4+cqUSiWbrZsBaIIMtE6QicnWqbqcfs6NZWCgF1iDdnnK9apWJjK59HmkPOrVm5p6erlbgM48fS55+b+5Z+Ha21nPmiEM8GNGlckpsqhXbJExx8godyqu1HFycmrUqBEzHBkZGRYWVq1aNdHbBmVd3zY0+4WuXr3apUuXuXPn5ilPz0GgtInq1s+4WyfzEUNK9Zu/tJOJxQem/dbkf+NM7O0JlBh5QmLcz79Jw5467t3KMTIkAAAAAAAAAAAAAF/ga1wgZxtZ6gd2VyRFcU3tCAAAAABoMaVSefTcjbT0LCMDveb1qhBtxeSeLUyNTEUIBQKoMalKnbx7uEKh5HA4RHchA12qMennqIfyZIuLFQPMvBqzdDj9XAiT/r1oxwxLw5/Jo17J328iWhYdk2cW+atoFvfdRzvrwqXYCe8aRlUnoc3NzMcMN2jUgClRZWambtnJMRGxTUQcE5M3A+ZmRMv07dunb99+zPD06dMnT548a9as+vXrk69i69atSUlJaP659FGp0jZvzzh8zPyHEcad2hHd/a7QZpHXr3nWqVOzd28CJSZty47EeYuVGRl0OH3rTpOBfQkAAAAAAAAAAADAF/gaAWiutbtp198JAAAAAGi963fDEpLSuFxO8/pV9YQCosVYLJa1ubGxoR4BAELCnr9OSpcYGBrpXshSoVTocAvQDGSgSylN+pkOG7rHXogJybrs0bBu5bKWfs6D7+FGuzyF1n9NN+nTQ/YyShb5UpGYqEhNU6akcm1tNBUUicm56ytphdQ0lUymKZHHJSTOXZhnsUbtW1vNnKIZjR33szIjg6WnxxYKWEIhSyjgWlub9OupqSB7GqHMzGQmsZm+sTH5iuLi4gYMGHDjxo3s7OyKFStOnjy5SZMmmqkXL14cN27c/fv3RSJR5cqVFyxY4OLikn8he/fubdeuHR34Xw46QJcml8uNjIzosIODw8uXL5maKpVq2bJlGzdufPz4cf369dPS0pjyuXPn0gc6d+5cnTp1NIv19fVVKpUP7l4m8I3QD0X8lJnpe/Zb/DReULE8ga/Lo3Yd2hEoCSpVxoHDSf+skL2IomNsQ0OLn8cbtW1JAAAAAL4dlVisys5WSaS0TyQSZbaY6+zINnvzI1tlSkrW+i1EoVBlZCizsulBlyozi1fF32DIAM0S0n6cIg99ohSLiVhMZ6cLIQKB1eXTmgrpM2dl/bcpz+NanD3KsbFmhqUXLyf3H5qngn6/XkY/jtOMxgc1pGvIHMYSoZCtJ+RXr2o46X+aCqn/+1GVnkH0hPQgl+QcC7NNTQyGDtRUkEc8pxVYAj5RHyyr63zlA2EAAAAAgBKlm7dIBgAAAIDPk5Sqbo4rOKiSsZE+0WJlJ0YGUERPnr9mEbmjLdE9OS1A63gAmiADXQrlTj+Xa/Haq3GF9Ey3U+dvLl6zt1mDag1rVy6b6edCCCqWLyTTaRBcl2tvq0xLV6SlKzMyFPEJiqRknoO9poIyPT3/XGxjo9yjWRcvK1NSc5fwPdxyB6ATFy7NPH4qz0KcTx3kvr38TKembtutyU8zA4bNGmvWXP4qOv3gUbZAwNITsgQCeu1Z3ei3txfHypJ8TFJSUp06dZ4/f96lSxdTU9Pt27c3bdp09+7dTJr50qVLzZo1MzIyGjhwYGxs7LZt20JCQu7cuePo6JhnOV5eXkOGDFm+fHmLFi1q1qxJS+hbjX57TJs2bf369dn04j3zjCmVdMn79+8PDAzs37//jRs3Tp16s+19+vSZMGHCli1bNAHoBw8e3L9//7fffiPwrYlv3Y3q0se4WyfzH4azDQ0JQOmnkkrjpv2lysykwwYN61v+MoFjbUUAAAAASoz8SZg8/JkyOUWVmkr79DhRlZIqmv8Xy+DNSZWsDVvSp/+ZZy7R338JWzRlhlXZ4szFy/IuV0+Ye0z26LH8UWjukjzH/qyP3dBMJZfnL8yzEHVQOyuLdsyogh4Iv3/PH+mlq8rExNwltELuAHTW0lXZew/keRTzfdu4XuXeLOHCpcwNWzgmJmwTEctExDY1YYtEXN+KHDtdPM8IAAAAADoHAWgAAAAAeKdZvSoxcUm2Vlp3Q/kCZWZLZXKFjaUpAYAcKpVK09cZSqWS87ErRroBGehSJF/6OVUoEJiIjIb2afPkWdS+Y5cuX3/YrX1wZb9ySD8XEdfRgXaFVBD4+bheOU2vWytSUpXp6YrEJEVKGt/L4706XuUUqakqiYReq1bm9NmG731eaEn+JbNzXcOWvXyVfeFSngp8D3dNAFr2Mipp/j95KlhN/9WoY9s3I/QCNpdPCjJlypQnT57s3bu3TZs2dHT48OHVqlWbOHFi69at6eiIESP09PRCQkLc3NTtZzdv3rx37950ln///TfPcry9vfv167d8+fKGDRuOHTtWU/7rr7+eO3cuNPTNBfgNGzbs37+fPsqiRYvom5D+aWjRosWRI0foJEtLy6ZNm+7YsWP+/Pk8Ho/ktCpN+z169CCgDVSqtM3bM4+fshg/2rBVc4LvEChVpGFPZZEv6A6NQXA9poQlEBi1bCp58Mhi/Bhh9SoEAAAA4MtITpxWxMYpY+MUMa9pXxnzWsXhWBzZo6mQtX5L9radeeZSpqZx3gagWe9HmRmqt78mVVcw0OdVq8KiJ2j0hGx9fZa60+P5VsxdX79HZ2V6BvPrWZa6ZWVhniNQYY8u/AZ18zyKpvlniufnY/rfyjwV2LnulUSZLJ2vSs/IOc590151nlyyfp/u6qi3uiFqibo56mwxy+i9H1Iqc36HlocmC07Jn7+Qnjqbp4Lxb7/odev0tkJkcseedMXoyrNtrDm21mxrK24Fb14F3LgGAAAAAL69Eg9AZ13fo+fXhMXX6hYEAQAAAECjtKSfqeev4l8npHZpXpPAtzZ9wQaZTD5tXD8C34hKpWKx1H0dSz8TdQvQCg5b91uAZiADXSoUmH4WCvl6QtoXVPP3Dqrmc+zstSVr99ap4du/ewsCxYRtZES7QnLSdmuWFr4EszHfi+gl6reXjZW0LxazRSJNBY65mcC3oirn/sXqC8z0+nF6uvpOwW+ppLL8i32vAv02/sCjr1u3rk6dOkz6meQ05Ny1a9dVq1ZFRkYmJibevHnzp59+YtLPVM+ePadNm3bu3DnyuZYsWWJqajpjxgzmi4X2nZ2dNVO7d+9+OAezPnv37g0ICPDw8FC8juBYvmlOLHXTtoQZs/Is1nrWdHUkl9nYzMxn1erlqaBXvard2nctpdElSMLCc1fg2dtZ/T5VM5r492Lx7bt5FmK35G/N9fj03fvT9uzPU8Fs+GD6QMywNOxp/Iy/8lQwaFAvd+Pf0QOGq+TvvXZcG2vrv6a/W88/5khCn+SuwBYIbVcs1Iymbd6efuR4nkexmvYLz9mJGRbfuJ24cEmeCia9uhk0DmaG6dMV/f0PeSroVatiNmIIKYgiITF24uSE3+fYrV/Fc3clAN+QSsX94y8Fn5/BYWez2Sw2S+DqYvnbz5rp0f2HyaJjlKlpyrQ0poTv6a4JQFPmY75nm5gQAAAAgI9RZmRIz11Q5MSaFTGvVXHx8ugY/W6dDIa/221OnfCL6v1QL0v/vSgCy9iIHuixTURsM1OWsTHb1IRlImIJBZoKgrq1TLesU/8aVn17Hz16TKfuC9+lotnGxmYbVpNC6XXpWHgFrpMjcXIspALdQefK0akAABAASURBVOLXqEYK9dEKuRt7LpDJP3/Tp4v5qTCRSNRHxGIJJ9cNl3je5fR7dlWmpOY0lZ2i3qlLTmHluuGSMjGJvi7KsHB5roM7YZuWotkzNaPxgcEce1uOowPHxVndhrSJiGNvx6sSQAAAAAAASljJBqAlETeSN/yQwhXYTL3INiw1SRoAAAAAANBmTyOjl63f3yDIv0VwDQK6TqlUsstMAJogA631cqefvdtEezZIz51+FvB5PB6Xy+W0blKrXmDA9n2nx075p3v7htX8vQloAUEFb1KhsNfCqG1L2hVSQb9uLbdbF9ThabE6Hq2OSoslPMd3V45ZH/i+io6OTk9P9/T0zF3o4aFuwfr58+exsbF0IPdU+lVQrly5w4cPy+VyLvdzTt/du3cvKCjI5AOJw86dO3///fdbtmxp06ZNZGTk1atXZ87MuXSde/0VygLm/GiT/O8/A+IHDyV37ucuoZfSc49KH4eJr93MswyVQqHJkcuiXuWvkHsh9PJ8/gp8F+fco9nXbxLZewFontN7SXrJo8fi67dyl7D09HKPyl5GFbAamVmaYUVKSv4K8kbBmmGVVJa/AudjkVBFatrLjj0dNq/henkSgG+H/fiJKueW6wpmPCs791RpWLgiKTl3Cf0Uvzc70s8AAADwlio5WRGfoExIVPejYxTPXwhaNBHUq/Nmalx86g8T88xCa+YeZVtbseRytq0NHeAwfWur3BWMxo+hXSHrwLa05FtakjKDZWCg+Ylp/iM6XpWAwpPKXHdX0d9/KV7HKl/H0r4qNk4eHcOxMNdUUKanK5OSaCe79+DdYv18zLZv0IxKTp9VZYs5Tg5cD/fcWXMAAAAAgC9UsgFo8d2jRN18jgPSzwAAAABaS6lUHTh5pYKns4eLLSltdK+xWygisVgqkysIvNWyvv/jJ2FEF8kVSs5H83a6BRlorVXE9DNFX0QTkeGg3q1fRMWu2HDgxNkb/bs3tyk991iAQrAEAtp98GcZH/i+KnCPhSmk75YPTWXeS+TTZWdnZ2VlCQSCD1UQCoWdOnXasmVLRkbGrl27aEmXLl1on50r9SvwrWg6fHCeGfmeHu9GuNz8FXi5GhKjjNu3kQVUUreonRMWV2Vnc9+PJvC9PJXZ2XkWwuK/a1Sba2sjrFY5TwWO+btr7WxDg/wVeK4uuUf1qlbO3wJ07lFBeS/y/lPNFrx3SZ7n6JD/UdgG79qZ45iY5K/AtXm3sSw+L38Fvqc7KRRHZMy0AK1UKgnAt6No14ZnaED/zNE/dRwOm2f1XmDIdNhAFi0VGXNMRFxbW56LEwEAAADIIY94zrYwZxu9aU5Ydu1GUq8BeeqwHew1AWiWhTnLwIBtY61ONttYc22taZ/nUyF3fYvDuwl8RWx6sNOiaSEV6BGcybIFTBvSysQkxbMIeUQk5/1fpWb9u1569fqbBVpZct3dOC5OxlN/JgAAAAAAX6ZkA9CyF+pbWOr5NiEAAAAAoK3uhkbEJaZKZU/dnW0+L2Tz9alyECir3J3tpo3vZyoyIpALKwfROUqFgsMpQy1AM5CB1kKflH7WfBidHKynT/zu/JV7fyzcWKNy+Y4t69KqBMoeOzs7PT2958+f5y4MDQ0lOQ0/M0nl3FOVSuWjR488PDwK+QWIVCr90CT6WNbW1vfv31eov0ILXkLPnj3Xrl27c+fOffv2Va9enWmOmqX/LgAt9PelHfkwlkBgli8AnYdxlw6FVzD/YcRHltCpHe0KqcD3Lme/bgUplN3qfwqvYPHjuMIrGHfvTLtCKgir+Be+GiwDg4+uZ24cC3OL8aMNWzUnH4jIA3w9LJaiXVuBjZXQQKivp8fnc/N8sYh6diUAAAAAhCheRUvPX1REvpSHPVVEvpBHvqCFoiXzhQ3rMxXYtjaaymwLC46tNcfRgVfe612hsbHVzQsEShV6bChoUO8jdfT1WHy+KucwVhkXL42L5zyPzF0hc816VUoqr5IvL8CPbWpKAAAAAACKpmQD0BYjt0jCLnFMSl9TggAAAABlhFgiu/3gGR2oVbVCqYtOOttZeDpbE10UFvFq1+GQhKRUmVxhbWFS3d+7YW11k4EKpXLT7pOPwl5kZGabmxpX8/dqEVyDmWXL3tPRsQkdW9TduPvE67hkE5FhjQBvL3en3UfOv45L5PN41Sp5tW9em3mVaeVzV+42rVf17qNn8YmppiZGdGrLhjWYqcfP3aBzjfqu/ZNnUdfuPE5Jy/jzx0EG+sKsbMmWvafoutEBczPjOtV9GwT5517ts5funLp4Ozk13dbKrHOreh4u79qAvHU//PDpK3TF9PUFzg423do0MBUZEvXds8Xjpi8f2rs1faxb98PSM7PdnGy7twu2tlCf5pbK5PuPX6LzZmZne7o61K3u6+Ptuv3A2dMXb9Op9CE0K3Dqwq2zl+8mp6QbG+nTmt3aNhDwebT85r2wtduO/jqm146D5569iFEqlb7ebnSqUOcCiKz3ER1C3/YcdpkLQJOiZaDZPFajgfoESt7npZ8ZdLROTb/qAd67D4VMmL68U6t6tWv46uTPFaAQ9BVv167d5s2bIyIiXF1dacmdO3c2bdpUs2ZNBwcHKysrFxeXHTt2/PLLL9ycz/zKlStpzYkTJxa4NMucmzU/ePCgkEcMDg6mDzdlypQZM2YwJWKxOHeFBg0a0AddsmTJ1atXZ82aRUB7sFjG3TqZ/zCcbWhIAAAAAAC0kiLqleJ5pDzypV67ViyDNz/Plt25lzZ5Rt6aL15qhjkO9mY7N3KsrNjv31ACdJ7J8kW0r4h5rU7GP41QPIvQvG0Ykv2HZA8eMcMcVxe+vx+vir9e5w7k28EvUb8tnDoDAACAIirZADQl8AwkAAAAAKCtbj94Klco7G3Mba3MSKlCz38Z6guMDfWIzrlxL+zfLYcN9IQ+Xi4cDicsIupR2AsmAL18w4H7oREeLvaVKro/fBJ54MTltPSsbm0bMDOGP49eun5f3Rp+HD9OyJV7B09eORFy08vdsV6bBvSFPnH+Jp/Pa9WopuaBnkbGNA+ukS2WXL756NCpK4nJqX07v7ub4ea9p+xtLFs3DkxOzTDQF0qlsj//2ZyQlOrt4WRtYfIo/MX2A2dT0zPbNa3F1E9OTT946oqvt6tYIr33KGLhv7unj+8vMlKfyA65em/znlMiY4PAKhXSMrLoJvyxaNOPI3swGWjq361HzERGdGWSUtKPn72+bP3+yWP60DOc9CEuXLtPN6GihTN9Ep48i/Lxdi3v4ZSemX39zmPNqp4IubHr8HlrS9M6NXwjX8VeufUoKib+p5E9mJOk9B0+c9EmTxf7rq3r3wuNuHo7lMfj9mzfkOiWsOevE9PE+gaGzFbr0glihULJLnstQDM+moG+vk8dZ0QGuqR9NP1Mv105HHaB6WcNWq9b+4bBtSuv3nTo6JlrA7o3d3W2I1CWTJw4cefOna1aterWrVt8fPzmzZtlMtnUqVPpJD6f/9NPPw0ePLhNmzaBgYH379/ftm2bhYXF2LFjC1yUi4uLl5fXli1brK2tjYyMPDw8evbsmafOlClTDh48OHPmzJCQkKCgoKioqA0bNuSuQN+xHTp0mDdvHh2mq0RAOwgD/Cx+Gi+oWJ4AAAAAAGgZefhTyZHj0hu3ZbfuqLKzmUJuxfJ8f783w24ubDMzjrsr18WZ4+zI9XTnOjly3FxzL4TnU5FAWcWxtaEdv2b1/JO4lXyV2WLFswg6rIh4nh3xXBJy8WsGoHPHnRF91gbMq5D7PBsi0QAAAFCgEg9AAwAAAIDWyswSPwhT34iwio8HKVV0+FRXcmrGpt0nTEWG/xvShckH0zN92WIJHbh6O/R+aETdGn5M4lkskc5asjXk6t0GQf7Wlm9uC9i3U9Pynk50wNPFfs7ybV7ujkN7t6ajVfzK/e+3pXQJuQPQ/bo0MTMxJur2v33+Xrnjyq3QBrUCnOysmKn6esJBPVponuqDJ68kJKXSpfmVd2PWauWmQ8fPXa8ZUN4mJz3PZrEnDOtqYSaiw3cePl2+4cClGw+b1a+Wmp65+/B5Dxe7Ef3b83nqA5DIV7Gzl27ddThkQLfmzMIdbCxGfdeen9Nmc2ZWdsiVe5FRr10cbcIiougsowd0YB4xK1v9PPh4u3K4HE0Amq7V3mMXne2tfxjUkVnCmq1Hrt15fP7a/TrVfZk6tav5dGpZlw5UreQVFRNPp+peAPrJ89csInfUxbvvKBSKPLdZL1OQgf7mipJ+5nI59DUqSvvrVpamP47ueft++D9r9ri72HdrF2xqYkSgbKhUqdLVq1fHjRu3ZMkSsVjs6+s7derU4OBgZuqgQYNMTEzmzJkze/ZskUjUpk2bBQsWWFlZFbgo+q3433//tWzZcu7cuVwut8CGor28vC5cuDBmzJhr1669ePGiadOmPXv23LhxY+46zZs3nzdvXu3atR0dHQl8a2wTkfkPI4w7tSO4pgsAAAAA2kHxLCJ3fFl65XrGomW5K7CtLFUpKZpRrreX5aVTBODTGU/5ifaV6emy23dl129Jr93guDjnrpD6w0QWny9s3ZxfO4gUKyZoq3qLIACtNTQtfTDo64IMNAAAAOSHADQAAABA2SUU8Kv6eSYmp1lZmJBSKDNbKpMrbN5mf3XD9buPs8XStk1raVpHpif19PWEdODKrUccNrt9s9pMOX35GtYO2Lj75JOIKE0A2tryzUtpZKhOQ5qbGjOjdEZnB+unkdEFPiibzWpUpzKd+uRZlCYAXbeGX+7ziReu33dztmXSz8xa1anhe/tBeMTL10wAWmRswKSfqXJu6hzV67gk2r9x94lYIm0eXINJP1PO9tYujjbPX77WLNzSXMRklylXR9uQK/cSklJpHXMT47iElFMXbgXXCqCPaKAvLOAZu/NYoVC2CK6uWULrxoHX7jwOexalCUDb21ho6jvZW8fEJaVlZBkb6mBgVCdP0yuVyrIcgCbIQH9TxZt+1vD38fAt73r87I3Js/6tG1ipTZMguiwCOufXHLlLKlWqdPz48Q/V75yDFE316tXj4+PzFOZZuI+Pz4kTJ3KX5GkEmsk9t2/fnsC3xWIZd+tkPmII2/Rr75MvbtOar6c/eOtWUqz2//bbje3bJl24KBSJSEm6e2D/rkmTui1c5P32twSfZ1btWnYVfXotX05K0tHZsy6tWzf2xEljGxtSTMSpqX/WCqrSuUvrKVMIAAAAQHGQXbshvXlbRrtbd5WpqebH9nGdnZhJ3PJeHEcHfpUAXuVK3ArluZ7uLKGQABQftpGRoE4t2uWfJDl1ViUWZ+/Zz7aw0GvbUq97Z/puJF+MOYlKTz9mr1yjlMnpOB0moB3U59oMDIS9u7HYbObkG0E70AAAAJBPSQWgs27szby0xaBGZ/1qX+++JAAAAADwSTgcdqXyrqTUioxOiIlP6dK8JtEhTGjY09U+/6SEpFRjI32BgKcpsba2o5aNAAAQAElEQVRUJ48Tk9NIEejrCZXKD4ZimexyUq5FacLTVFpGVla25FlkzPc/LcgzY2p6Zv6l8fnqAw2ZXB0ZjMnZokX/7s5bh1fwwYiBnoD2s3Iave7WtsGabUd3HDx3415Yk7pVKlVwz18/LlHdzAwTwtZsC4fN/tDTYmigR/vZ2RIdC0DnNIDxZkDHGimh71s+v0wHoAky0N9I4elnoYDP43E/I/3M4HA4zYKr1wv023UoZML05e2a164f5I9LOPCVnTx5kr6Bi566hhLisGWtwBf3AQcAAACAbyx707a0337PXcISCBTPIzUBaH5lf4sTBwjAV6fKzNT/rk/2zj3K2DhlQkLm6nW041WtbLbxX/LFVDmh58zFy4lMRkDLsMzNud06sTkcwiWaDDQAAABAbiUVgJY8PC0Nv8zicBGABgAAAIASosO3oivwRF5Bm6sixdTmQXZO4Fj13jrkGs7pe7k7NqlXNc+MtrmSxwVi5u3buamx0XvRzA8FoHOzNDeZMKzrvUfPdhwKWb7hQGCVCr07Ns5TJ//TQkvof2XzZKhOfijoFQic2SbIQH91cmkJpp819PSEPTs2blK/2ubdJw+fvNK/W/Py5ZwJQMnbuXPngQMH1q5dO2/ePKYdaPiGkH4GAAAAgK9PmZgoOX1Or9O7G8Kw7W2ZAUG9Ovx6tXn+vryKFQiAFmAZGBiO/p52sqvXsw8ekRw6pkxLYxkbkeJAzz2qlOqTyfS8qqhrVxYfN+nSCsqMzLTdu+j5bqlEyuPzmPNvzNlvxKABAAAgt5IJQKtU4gen6L/C8vUJAAAAAECJ0b24p01Oo86vXicyA7mZmRg9fR4tlck10eHo2ETatzIvhrulP42MKWRRRob6BvpCsURa3sOJfCJba3OS067zZ8zL8C3vVr6c88wFGy/deNimcZDI2CD3VAszdUvV8Ymplm9XPi4hmZ61tjQv2Vuua5uW9f0fPwkjukihVLLZbALIQH9FcinZPq3E088a9Otr1MCOzyKj12w5Yqgv7NYu2NnRhgCUpKNHj8bExBw8eLBFixYEAAAAAADKDNnd++KjJ6RnQuThT+ko28JcUL8uM4lXJUA0f5agXm2WPk4sgJbiVa9KO/LbL9JLV9jm786fqzIz5eHPeJV8yadQvaVQKJgLDWZDhrKNiidXDV9IHhOTtnuXKicATU++sdVYBGeJAQAAIJ+SCUCzWIYNh2Tf3Cf0rkcAAAAAQPskJKVFvorzdnc00BeQUog5L0l0UWVfz33HL544dyOgoof6jF6OrGyxvp7Qr7zbk2dR126H1qrmwxSePH+Ty+VU9HIhn0UmVzADiclppy/eoovyr+j+oco1AsqfunDr2p3H1Sp5MSWpaZl5ssgFb5GP595jF/efuOTuYq8n5H/SvC+i4yxMjem2czkcGyuz2IRksUQqIu/NWKmCx8GTV67celQhp9lU+r6gD0cH/Ct6kDKmWIKYWohegaBvAAI5kIH+Cpj0c+Tdr5R+1nBztps+8bvrdx4vWbvX3taic+v6zA9IAErCihUrCJRJkvT0kFWrHp04Tv+8lqtbVyYW8/Xe/clIiIg4OuuvqLt32RyOpbt7w9FjHP39mUlPL164vH597JMnkqwsK3f3at26+bVqrZmR7plf37b17oEDiRERLtWrSzIyC1+Nx6dPh6xaGRcWpm9qau/j22ziRCMrK1oeeurUrkkTh+3cdfzvv1/cuqmUy70bNmw2fgLf4N3un3pNNmx4efu2dblyZk7vfl8nl0jOLlv28PixrORk1xo1qnTq5B5Ui3yul7duHZ0zOy48XGhoaFuhQvOJk0wcHDRTr2/dcnXLlpRXr4wsLV1r1Gw6fjxPT4+WH50969K6dfW///7J2XMJEc9M7O19mzevPXAQK9dF+iubNoWFnEuJjqYrX3fQ4ApNmjDlSS8iT//zT/SDB+lxcaYODt4NG9UZOJAreHew9uLmzZMLFyRGRtItpa+OX8uW1bp1z7Par0NDV/XsQV+13itW0hfxzt6917ZuiXv61MHXz7thcPXuPQgAAACUYbJrN1J/nKJ4GaUp4Zb3VimUmlG2oaGweRNSqnzoFDEaiNV5/MAauUfT5yzI3rrTYNggw2EDCfcTMzAqlVKhIKCV6GdcLpVxKHqCmMulo/h0AwAAQB4lE4AmxKjxcNoRAAAAANBKTyJePQx7IZZIa1UtxfcxdLaz8HS2JrrF3NS4QVDAiZAbc5dv83JX35L+dXxybELyr6N71anhe/L8zW37z8YlpMgViruPniUmpzWqU8XY8DOTjgtX765aqVxSSvqjsMhssaRTy3qmog+2b9GqUc1b98PXbD1y9vIdZ3vr+KRUOlefTk00eegPERkbtGkcuOPguSlz1lYo58zlcp4+j2axWb+O7v3Rc5WHT10Ni4iqVMFdJpPffxxBV8/KIm8b1Q62FgE+HtfuPGaz2cZG+k+eRkW+inV2sKZzkbJEc+ZX904BK5VKNgdte7yDDHSJ+lbpZ42qlbyq+JU7f+XerMWbK3q7dKTfzCZoeQgAikdabOza/v2SXrzwCg42d3YOO3cuNTrawPRNq2mxT56s6tGdxeF4BwcLDAxDT51c07dPz6VLmRhxWEjIq/v3PevU4fB4d/bt2zVpEovN9m3Rkk5SKZWbR418cuaMQ6VK/u3bxzx8GHHlSiGrcWv37r2//mLq4Fi5U6eM+AT6QC9u3Ry8ZSuTgZZmZS3v2sW1evUWk34Mv3jh5o4dPIGg+Y8/MfNeWL36+N/zzBwd/du2zUxKur17t2axx+fNvbJxY7l69Tzr1n164cLz6zc+OwD98vbt9UOHCAwMKnfsmJmQ+ODokcgbN4ft3CmyVd8U/uqmjYd+/93G27tat24xDx9d37b1deijARs2alLOL2/fqT1ggCQz8+7BAycXLkyJed16yhTNwh8cO0qfYbpYuuHbxv7Qec7cis2aqZ//x0/uHzrk1aAB3YR7Bw+eXbqEbmCrX39l5np04sT2cf8zMDPzqt+Aw+NGXL369OLFPAFoSUbG9v+NNbKy7jJvHpvDeXT8+O6ff7KtUKFKp06vQ0PvHzmCADQAAEAZx7a1YdLPbDMzvbYt9Xp14zjYk1KLiT4zzWS8vKV08FcfobPeQkqyrFEmJROFInPxMunZEOM5v3NdnIs449s2oAloLblMruArlEq8VAAAAFCwkgpAAwAAAIDWUiqV4c+j6YCHqx0ptegpbEN9gbGhHtE5HZrXNhUZhly9d/L8LT0h39bavG2TIFrO43InDe++ee/pq3dCMzPF5qbG7ZrWalKvKvlc3h6O56/epwPl3ByCa/l7ujoUUlko4P80ssfmvafCn796FZPg4mgTHBRgbWFKiiC4VoCxkcHRM9du3guzMBO5OdvaWpnR08v0ZSx8Rr/ybhmZ2XQuoZAf4OPZulFggZcuvuvWfO+RC3cePU1KSRcZGdSsXL5r6wakjLl856k4K8vDUB2U1LELPHKFgoMWoN+HDHQJ+ebpZwZdcp2afoFVK544d2PKrDX+Ph6tmwRaFu37FgCgEGeW/JP04kWn2bN9mrego3UHDV7c5l0rzod+n6knEn3333oTe3UOpuHIkat69dw/bdqYI0fpaGCfvrRjEsBB/fovbt3qysaNTAD67v79T86cqdate4uff2ayJhuHDg2/cL7AdchMTDw+d457UK3uixYxzRvHPHy4qmePkwsXtJsxk6lTtXOXRj/8QAcqNG36OvTxnf37mQB00ssXtJpjQECvpcsEhoa0xMrD4+SCBcxcz69dExgZ9fhnCcnJZIvT08lnUSoU9KngCQTfrV1nmtPCtGedOrt+nHR6yT/tps9IefXq2Ny5zlWq9Fq+gicU0qn7pky+uXPn7b17A9q3Z5bQdto0YxsbOlCpTZsNQ4fe2L6tWteuNt7ezNQ+K1aYOanTGPHh4esGDTz85x9ugYH0mfdu2HDAho0OlSrRScEjRy3v3OnGtq2NRo8WGhunx8Xt/22qqb19vzVrmZg43UBJvg3cO/nX9ISEgRs26onUvxiMuHqV9ltPnmLno757THZqCgEAAICyRHzoqHj3fl5QDYP+vZkSjoO98YzJHCdHfo1qpJTTpJ/pie7QE4qD05VeDUmzSWw2h7DYbOawnaAd6LLEZMHs7D3706f9Kbv3IKl9d9P1K3k+FYs8NwuxWq2lymmfm37UCdLPAAAA8AEIQAMAAACUOS9jEqQyuaGBnrW5CSmddP7kdYMgf9rlLzcy1B/cs2WBs3Rr24B2mlFLc9GS30fnrjCkV6s8s7RsWKN3x8b5F9W4bhXa5S830BcO7N6CFOTX0b1yj3LY7DyPXtWvHO3yz6ivJ8xT07e8m6YksEoF2uWfq7yHU+656MN1aFGHdvlrVvb1XOL73vI7tqjTsaCapV1icjqLyIkuUiqUHDZagM4LGehipyXpZw36WM2Cq9evVen4metTZq+p6OXapmktR3srAlpOkf3Rn/cAfBPi1NRbu3a51qzJpJ8pobEx7Zjh+PDwyOvXG4wYwaSf1VNFIt+WLU8vXpwaEyOytWWizwwLV1crT8+48HBm9OqWzUJjUcORIzUpE5HdB39m+ejE8ayUlDoDBzLpZ8q2QgXnKlWj7tzR1LHy9NAM21WsGP3gfmZSkoGZ2fWtW+mV7+DhI5j0M5V7reiaxz55cm3rlmpdu7HYbD2RiHyWmEcPYx4+rDNoMJN+pnxbtTqzdEnk9Rt0+OHx43KJpM7gwUz6mao7eMjNnTsjb97QBKA12BxOYO/ezy5dfHHrpiYAzeW/2XBLD496Q4cenD499NQpOi9dZyb9TNGFu1avkRARkfzypW3Fig+PH8tKTm78w1gm/UzRysL3N/DKhg0Pjx1rN30GfWnePCE5r8Kl9f+1//0PuiZMKhoAAAB0nuJVdNbm7eKde5VJSerR55GaADSl17kDKf006WeFQvHgsOLoX+rRxyeJSilvMlFF93zoATUTgybIQJcleu1a8/z9knsNUMYnpPQbavLfCl6F8kWZEe0Kaznm9cFrBAAAAB9S/AFoRUYii8Nn6+EOrQAAAABa6tmL17RfzqUUN//MiE/OiI5P8S3nRAAgh+YKENEhCiUC0AVDBroYaVv6WYOuRuumtRrXr3r09LXpf68v52YfXKdygI8nruBqMSUB0EoJkZF0D8GlasE3D4l/+pT2Ty9eTLs8kzKTEpmc8eNTp65u2RIXHqaQyei3kDQzUymX0z9CcWFhjv4BwqIFjuOfPaP9td/1z1MuMCr4ZDKTY5ZkpBuYmdGVZHM4LtWrF1iz2YSJkoyMg9OnPzx+PKhPX8+6dclnSXrxgvbNnd4dYtCNNXdxCQ8Jodub9PJlztR3N9Q2sbfnCgSp0dEFLo1JIad8YKpdBfUv/RIinjGjCRER55Yvi7p7NyMxUd9U3fB/dlpaTvlz2ncMCCAfEPs49NbuXXQg5nGoeAvWWgAAEABJREFU5jeU1bp1i3/29PaePTGPHtXo2bNyh44cHo8AAACATksZOFwScoEZZvH5wrathB3bEt3CnPVS5rh/SH5slrrQwoGTEKV4cpqtUikaj5fRShyu+mZiyECXNVwXZ9P1q5K69WPpCelHgAAAAABAGVD8Aeisc+vSji3Sr9LWtPd8AgAAAADahznl6+poQ0q5uMTU1wmpCEADkJzLP/SjrZMNligUCg6HQ6AgyEAXC61NP2vQ9WnbrHaTelWPnL72z+rdVpam7ZvXqV65SO0YAQAwJBnptM/hfiACm/PlVnvgII+goDxTrDzULQqfWfLPmSVLKjZtVmfQIGNrm3PLl2fmtCkoE4tpx+EXOVmb80CdZs82NLfIXaxpELoQ4vR0dYT3A9/Dpo6O/dasDb9w/ticORu/H1ata7eWv/5KPkOBu1J0R4vujeTsbOWbor7zOovF/tA6f3CZ6iai1X+/+frqP9N0zTcNH27v61u5Q0crT8+7Bw6kREXlrswq8PdgOc9G1N27NXv3po91dePGqp27WLq700Kenl7b6TPo60WfkIPTp9/atbv/unWahqsBAABAJ7FM1D8eY5maGgz5Tr9LB5aBAdEtudPPDw4rmPSzZ3Vex1+M7hyXHF6UGXaGo1AoG4+T8oU8LnlzzoQgA12WcF1dzNYt51hbsXJ+UggAAAAAOq/4A9DiJ+dpn2NiSwAAAABAK9Wv6Ve9kpe+3sdDBgBQWliYGWdnpRNdRC9csTloAfqDkIH+QtqfftbQ0xO2b1GnUd0qx89e/2/70R0HzjYPrlGjSnl9PaTZAODjjK2saT827EmBU5nILP2uK7B95fS4uDNLlvi3b99u+gym5OGxo9EP7tMBnlBoYG4eFx6uVCjYRfjBkqWbG8lp1/lDDTkXtgk2ti9v30549oxZ2wJ51KrtWq36iu7drm3dUm/YMEMLiyIuXPMTMhM7e9pPztVms0qpjI+IMHNyohtoYqc+6Z3y6pWpoyMzNfnlC4VMphnN49W9e+T9FqNzS3utvjOPWU5r00f++svc2bnvqtVMFjw9Nvb+4UNMNQsXF9qPCwujFfKvN7PVTSdMzIiPf3j8+MGZM/r9u0Yz3czJudvCRfumTrm5Y8eTM2cqNmtGAAAAQIdIL13hB9bQjOr37s6t4K3fsytLoIMnfgts+9mzOq/9j+p7iVRqLFDIybGlmc9CeMdVUnU70OokhPp3eshAlzVcby8CAAAAAGVGMV9FVkkypS/u0gGBZyABAAAAAG2lM+ln3Wvs9uvo1rbBkt9Hm5kYE9AVNfzc7Mx1rV0fhkKh4KIF6EIxwdycDDSHz+cJ+DyhUGBgIGgwIsWuUhatcH2f+MSqLAL5lKL0s4aRoX6HlnUX/zGmbbNa5y7fGfy/OX8t2nTu0h2ZTE4AAD7MzMnJxN7+3sGDTy++uSs63ZFWSGXMsKW7u1Plyle3bEmMjNTMwrTxTCXnNEVsam/PjMqys5NfvaIDCrn6m8e1eo3U6OjT//yjmVEulXxoNbyDGwqNjc8sXSrJyNAUZiQkkCJwqVaV9o/OmkVXgCnRrD/1OjRUnJpKB+jfQks3dUJampVJctLbSzu03zhsqEIm+9CSDSwskl68UOZsjl3FivSJenj8GDNK3dixPSUqyqt+Azpcrl592r/3NppMn0Nmw70bNNAsTS6TMgOpMTGXN27gGxiUq19fM1WzWJlYfHnTRvpseNSqTXJC1UaWVpqWsOOehqsrK3L+QjVsSMsvr/9PqVBolsNsLENkZ0f/SBlZWdUfOuz51av3Dh0kOc9qQkQEU8G2fPmcJwQ7AwAAALpD8TIqZeio5H5Dsjdt0xTyKvkafNenrKWf2W9PGlVuLmgyTH1y7Nl5/ok5bKlYJpfJlAr1LDp5zzQAAAAAACDF3gI0S2BgPf6wNPIW360qAQAAAAAoGThnDZAHE83UycZs6GUqNhstQH9EUdqB5vJI/b5oB/qd0ph+zq1WdV/aPX8Rc/jU1RXr96/fcbx2dd+mDarZWJkRAIB8OHx+8IiRu36ctGHIEK/gYGvPcs+uXE6OeqknEjEVmk2c+G+fPks7tPeq30Bka/M69PGLWzdHHjgosrVVZ4IdHK5u2sTmcIRGRpfXr8/OSd++unfPpVq1+t9/HxZyLmTF8hc3rjv6B6TFvr574MCHVsPQwqLh6NEHp09f3Ka1Z926XD4/8sYNutjBW7d99Ju2cvsO17duDb9wfnnXLh61a9NDgpu7dmmmnl+9OuLqlQqNm8gl4senT5k5OZk6qFtlVkilCRERsU+eRD944OjvX+CS3YOCLv/33/IunTv+NcvK07POwEH7f5u6acRwWj8uLPzB0SP6JiZBffvSmnSqX6tWN3fuZHO4BmZmz69dpevvXLUq3RbN0ugz7NuiZerrmLCQkOyUlJY//2JkZaWZunH493QlU6JfRVy5khYb23DUKOYl8A5ueP/wocN//mHv40OXHxcWRgvpOnvUrkNfgqC+/c6tWP7foIGuOS1n0y1KfB45eOvWPBtSo1evm7t3nZg/37tB8KOTJw7/8Qd9LENLi0cnTnAFAseAAAIAAAClnyo7O2Px8qxVa5lRWehjPaLjipJ+ZlRurg5/H1ua+TSER5+bRuPQDnSZppJIsjdv53q682uh8T4AAAAAnVXMAWj1Em09aUcAAAAAAEpYBXe7QH8PAgA5WLkQHSJXKDloAboICslAn/mH9eq23uWdYjqKDDSjtKefNVycbIf1a9u7c+MzF26fCLl54tz1wKoVO7asa40YNADk49e6NVcguPDv6qcXLiRGRlZu3yE7JUUz1a6iz8CNm47Nnfvs8iWhkbG9r2/dIUP4+uo4DZ2r69x5x+fPD1m1SmRjU7FZ82pdu24YOuTCmn9dqlWzcHUdsH7D4b/+jL5/P/X1a/egWr4tW947ePBDq1GtazcDUzM67/1Dh8xdXJ0CKlu6uRKVinzsy5bD5/dbs/bQzJmRN67f2bvX0d+/9nffnVq0iJlarl7drJSUe4cO6Rkb+7RoUW/wEFZOxsXEwaH5pEkHpk/XRL3zCx4+gq5A+IULyVFRVp6eVTp3FhoZXVy75sKaNUJDQ68GDZpPnGRgbs5UbjdjpsjOPvTUyZSoKGNr66pduzX53/9yL40+A9e3qaPJrjVqVu/WzalKFc2kwL59Dc0tzi5fRv+yWLi4NBg+IqBDB2YSXUk2h31n3/7HZ844+lXqOn/+gekzzq1YUXfIUPUajhplbGN9Y8eOi2vXCo2NrTw8gkeOKOAp4vFa/PjTf4MG0hnL1a3rHdww6u4dSUaGU+XKQf3601eKAAAAQCknOXoi/ffZitexdJgfWMNgzHC+vx/RaUVPPzOQgQaNlDETpKfO8ir7myEADQAAAKC7WLlbzqPD9MhBLpeLxeIBf8UrVJwt03FWFAAAAEB3PH4a9TD8hY+Xi6eLHSm11HfrVihkUqlYnG1sqMfj8QhAmXf+xuPszHRPFxsDA0OhUI8vEHA4nK8f3Gw0KszVUvpzD66hoaGBgYFQKKSfUCZCSj7XLzMXtG3RsFqAD/kyTMvxMplMIpHEnu2rynpertM5onOYzcw5tFdIpTKJVCYWSzIzJeeWi15eV98HtmZHITLQOpN+zoO+7heu3t99OCQ+IaVxvSpd2jYQ6uKNjwHKIOaLXSaj52yliY1akqwsl6PHOGb4nUNRXd+29cqmTcP37CUl7OjsWZfWrRt74qSxjQ3RFc/q11NlZkrXrta3saI7d/p6enw+l9nPJABQwl6cGpIVf1fpv80wBz284vP5WvIBZI476PVEeni18OzW7XdPbxo608nMmgBACUsZNEJy7jzHxtpoxmRBnVpE131q+lnj5mHJsaWZdMC9jqzROCVfyOPSM1TqA/1SdqQPX4J+WOhHhg6Y/PO3oFGD/BXenEOTySViSXbthkQmcz11mm1kREALyGNiItu0VopE2etW6xsa6BnoCfSEXB4ORgAAALTL4pPbtlw5NrfhUHdrR3ruQk998pBPr7F9zb/XuI8wAAAAQBnyKjYxMTldKpMTANAt9KOdLVV/tHP/xlU3KBRKDhuHrkXFXMbLaQeaw+fzBHyeUCgwMBDUG5bqWFV95e/yTvGZdVmkDNPV9DPJacuqTk2/eb8N/65Hiys3H42buvTZ81cEAKBsS3oRGbJqVZupvxEAAACA0k80a7rBkAHmx/Yh/Vy4ys0FTYapfwf+NIR3Yg5bKpbJZTKlQr0o5iccBMoAQd3aeh3a0oHUX6Yp4+IJAAAAAOii4ryKrEiIzL51QJEaSwAAAABAK0XFJNC+nZWONBcXn5wRGhFDAOAt5vqNjl3IoZem2AhAf4oCM9D6eshAq+lw+jm3BrUC/vnzh/q1Aqb/vf72/XACAFCG3Tt0qO1v0xz9/QkAAABAKaSMi1M8i9CMskxNDceOZJWBu/18SfqZgQw0UEaTJ3GdHFXJyYktOkhOnyUAAAAAoHOK8ypy9r1jSetGxi/qSgAAAABA+6SkZUplch6XYyoyJDohPint0dNoAgA6Gn1mqFuA5iAA/WmQgS6QQlYm0s8anVrVGz2o0+LVu19E4ZfqAFB21Rs6zC0wkAAAAACUQtLzFxNbdkoZOU4lkZCyJHf6+e4+xWeknxnIQANLT89k3Qqui7MyPZ1lbEwAAAAAQOdwSfGRRlynfYFbVQIAAAAA2ic+IYX2bXSl+Wfy9lQ4AFAWZsbZWelEFynQAvRnYfK7ORno98rrDUs9u5S8vG5weaeYjtbvq0/KBoWM7JyZXnbSzwx/H4+2zYLmLN06Y9JAY6Oy8loDAHwrTcdPoB0BAAAAKA4Zf83L/Pc/9ZCeUPE6luvsRMqGPOnnE/PUo5+RfmZUbq5uLfvY0synITxCZI3GyYg6IUGHCXO6SWfOAMCHcOxsTXduzN6+m18lQFMovXhZvO8Q296Wvt+UCqVcriAKBQEAAACAUqg4A9DKjGTaF7hWIwAAAACgffh8npW5yMbSlOgQZKABGDX83J6EhRNdpFAouJxPv8AFyEDnwqSfn91UX+YsO+lnRuumtR48jtyw49j3/dsRAAAAAAAA0HrK9PSUIaNkN27RYUG9OsZzf2cbGZGyoXjTzwxkoIFtaGjQv3fuEtnN29m79+Wth2sNAAAAAKVQcQagLUZtU2Qksjg8AgAAAADax9nBinZEJ+AehQB5MJdqdPKCDb3ixeagBejPhAw0KdvpZ0b/bs3GT1vWtlkte1tLAgAAAAAAAFpMmZGR1KWP4lkEHTYYNshwzHBSZpRE+pmBDDTkwfVwFzRtpExKVr/vlCol7W7dJgAAAABQChVnAJriGJoTAAAAAICvooK7XaC/BwGAHKxciA5RKJQcNgLQn6+MZ6CRfqasrcwa1a18+NSVgT1bEQAAAAAAANBibENDvr9f9vNI4+m/6nVqT8qMkks/M5CBhtwEzRrTjr7r6PtNLsc2fpsAABAASURBVJNLxJLs2g2JTEY+y8EZM65t2Uxy3kUiOzszJ2ePWrWqdunC1/+is23Xtm45u3Rpxz//cq1Zk2graWbmyh7dLVxdu85fQAAAAAC+BVxFBgAAAIBSSYeTagCf4eCZ2+GvUoguUiiV7GK50lWGMV+YORloDp/PE/B5QqFAX09Qb1iqY9VMWuHyTvGZdVlE5yD9rNGyUeCl6w8lEikBAAAAAAAA7Wb8x29m61ch/VyM6WdG5eaCJsMM6MDTEN6JOWypWCaXyZQK9YPifoPw5RwDApwqV6Zn4CKvXzs2Z/axuXPJl1FIpFnJydr/zpRkZkoyMgkAAADAN1LMLUADAAAAAHwFiD4DlB30QhSHg9/ufqky2A400s+5mZuJ3JxsL11/WL+WPwEAAAAAAAAto8zIYBsaakZ5VSuTMuPrpJ8ZeduBHs+0A60+V4J2oEsIl3zRqygnClJKtP1tmoWbGx0Qp6Wt6tXz+tYtTcaO5RsYkM9Vs0+fis2aGVlZkW8h+v59ay8vDo9XeDW6gUN37BTo6+ad5QCgzMLPogA0SsXucbEFoF9Prs53CTBuN5lrZk8AAAAAQMuEXHuQlp5VtZKntbkJ0RXPXyWkpmcHB1YkAJBzRkaD6BCFUsFcgoIvVKYy0Eg/51eruu+Vm48QgAYAAAAAANA20ivXUkf8z3TTv1xPD1LG5E4/39whP7NYXVhC6WdG7gw0mysL/oHJQKshA10ShIRPvkAWEStJKTvVKTQ2tvf1TXj2LCEiws7Hh5Y8Pn06ZNXKuLAwfVNTex/fZhMnGllZ0dEl7dtV7tixzW/TNPNuGDLk5Z3b406fWTdwQNSdO7RkxL79Fm5uconk7LJlD48fy0pOdq1Ro0qnTu5BtZhZClx4gSv29OKFy+vXxz55IsnKsnJ3r9atm1+r1pqpMQ8enFiwIOreXZGNjUOlSo9PnfJr3brp+Amy7OyTixa+uHEzLjzM2NraqXLlhqNGMw/x5OzZTcO/pwN+rVp1+PMvOrCia1f3oCDrcp4hK1cmvXhh5eERPGqUZlUBALQcs1uC9DNAgbR5J7l4AtDSl3cVafHZd4+ZdJ9DAAAAAED7xCWmJKdkKBVKokMysyUJKekEAHLOyLBZLJ08L6NQKLmckrnkVfYUJQPN5bNqd9cjpRnSzwWqWslr7dbDMrmcx8XdwAAAAAAAALSF7N6DlEEjVBJJyqjxFod3k7KkwPSzW+USTD8zNBnosNPqdqCRgYbiJc3Kinn4kG9gYO7sTEdv7d6999dfTB0cK3fqlBGfEHrq5ItbNwdv2Wrl6elUufLD48db/PQzV6B+T6bHxT29eKF6jx48Pb3K7Tvw9fSfXb7ELPP4vLlXNm4sV6+eZ926Ty9ceH79BpMq/tDCC8xAh4WEvLp/37NOHQ6Pd2ffvl2TJrHYbN8WLemk1OjoNf370TOGFZs0SY+Pv7VzJ4fPD+rbj04Sp6df37rVzsenevfu4Rcu3N6zJ+bRoyHbtrM5HLqBDUaMOL14ce5HubplM19PL7BPXz1j47PLl20eOXL04SPfqh1rAIAi0kSf3zUzhDA0lG1v9odZ7xAt3kkunote8pcPaJ9j5sDWMyIAAAAAoGXoGeTklAw6YG6CvTUA3eTlapuYmEB0Ef0GY3PQAnSx+WgG+vzmbA6PFdhJSEonpJ8/xNBQz8JM9Dj8hY+3GwEAAAAAAAAtoExISBkySiWRsAwMTP7+k5QlH0o/d/y5ZNPPDGSgodhd27aVr28Q++Txy1u3slNTW/z0k8DIKDMx8fjcOe5BtbovWsSknGMePlzVs8fJhQvazZgZ0L7D3l9/eXTiuG/LVnTS7b176OeiSqfOdLhyp07pCfGaAPTza9fo0nr8s4QOq5RKcbq6XZjCF55/DQP79KWdyNaWDgf167+4dasrGzcyAehLG9ZLs7KGbN1mW1F9v83TixefXbY0NuyJkZUV7fqsWOlUpQotb/y/cbt/nHT3wIHw8+fL1atn7uJSb+iwPAFoLp8/cMNGkZ0dHdYTibaMHnX/8OHAvn0JAIB2o9/ACQnJc2evZL1tbIj2sT8AZRbz/udwOJOnjORw2Cw2W5t3kosnAM0xtdOv3pFr6kAAAAAAQPsk5aSfDQ30+HweAQBd5Olio5JlMJlOokPoNTDa57ARgC5OH81An/0vi46Wxgw00s+F8/Z0uvcoAgFoAAAAAAAAraBUpg4fq0xMJDyeyap/uN5epMwoJP3M+VonsCs3FyikqpOrs5CBhmJxZcMGZkDf1LT7wkVewcF0+NGJ41kpKXUGDmQCypRthQrOVapG3blDh31btDg+d87dgwffBqD3utasaeXpmX/hJvb2sU+eXNu6pVrXbiw2W08k+ujC82OizwwLV1f6QHHh4cxofPhTvoEBk36mnCoHMIUetWqrR3PSzyTnQ1GuXr27Bw4kRUaSD6DrxqSfKTsfH9pPiX5FAAC0mCbuLJVIIyPxlQXwDt0dlkllKvWVNaLS4stqxROAFpSvRzsCAAAAAFopKUXdHoCFqTHRLQZ6AnORoVgsVigU98Ki7j5+d1DarXlVknOwev1B5NOXb5rFFfK57Rr6M+Wnrz6OS8pgyi1NDRvW9GbK95+5myWWMeWu9uY1/FyZ8q1HbmgW7lvOvqK7+lxhlli67/RdTXkNXxdXBwtaOT4549SVx5ryhjW8LM2MaPmzqIRr99+dGWzbwE9PyKfl98KiHz6Nyb/yl+5EvIhJYgqNDYUt6vgw5ccvhSalZjLltpaielU9mfLdJ25L5Qqm3MPJsmpF9S32ZHLFzuO3NAv393bwdrWhA8lpWUcvPNSU16nsYW9tQhcSFZty4dZTTXmz2hVNjPRo+aNnr+8+efcMd2pSmcth53mGBTxu+0ZvnuGz18NeJ6Qx5eYig8ZB5ZnyQ+fup2dJmHInW7MgfzemfNvRm5o7SVX0sPP1tMv/DFf3dXHLeYYTkjNPXgnVlDeoXs7a3JiWP49OunI3QlPeqp6vob6gkGf48t2IyOg3z7CBHr91fT+m/OTlxwkpb94e1uZGDap7vXmGT96Wyt48w+6OltV81M+wXKHYcayAZzg1I/twyANNea0Ad0cbU7qQ6LjUkJvhmvImQeXNRAa0/Elk3K1HLzXlHRoF8HkcWn7z4YuwF/FMIS2h5czKnL/59FVcClNuaqzftFYFDofLfktnrtAoFDkBaE7Jt/xTxuhkBhrp54/ycnc6GXKDAAAAAAAAgBZI/3ux9Lb6xJdo9kx+ZX9SZuROP9/YLj/7j7rwK6efGdXaqs97IAMNxWLEvv0Wbm5bx4wOPXnSxN6eKYx/9oz2137XP09lgZH6Xp1cgcCvdesrGzZkJiUlRkQkPn/eYPjwAhfebMJESUbGwenTHx4/HtSnr2fduh9deIEenzp1dcuWuPAwhUxG397SzEylXE7PD4rsbJ9duiiXSJgstThNfWLf0MKcmSs7NSVk5cqnFy8mR0UZW1urS9LSSBHom5iol5aRQQAAtBvdOVHvlyjeXAEMrF7ZVKRrV9UBPklU9Ou7D0Lp3oJMImVKuG+vrGnhHnLxBKABAAAAQJsZ6As9Xexsrc2JDqH71m5O1hKxOCY2nvaVkix7Cz16cMqcQH/yJOzNLrhCbmumPmdHy7kctqZcj6fUlAt4Ck25uRFXpM9myllKsabczlyoykGHJZmpT55k0HK5QqVZCO2npiQ8yUqm5RK5Mnf569fRyQnqvF2WVJG7PDIyksNWL1wmlmnKWblWnkvelfM478oNBSqBZuXZMk25pYinVHHf/FJZnlXgymdlJD95kq4+XFG8t5JJibGZqfG0XCx7rzz61ct4jvoJkYjlucufPX365vBG8W4lOexczzBXkesZVmrKTQ3YhsK39VXvnmFa+d0znEWf4UxarlC+9wynvX2Gpe8/8/FxMamJsfmf4ZcvI7k51yrkEnmuZ5ileVCOKtczzOVoyvX5uVaeK9eUW4n4irfvMaIo+BnOzkhhnmG56r2VTE6My05LyP8Mx0RHJcSq3x7ZkvdWPiLiGTtn4Sr5u5WkJZoH5bOlTDkdFfA5Ua+ihUI9HpfH5rzLd+rARRp5zvkmtABdEnQsA430c1G4OtlGvowlAAAAAAAAoAUUL9S/hNcf1F/YvAkpMzTpZ9W3Tj8zkIGG4tV47NiwkJADM6YPWJ/TIHTO+6fT7NmG5ha5q2nabK7coePl9evv7NuXGBlpaGFRoXHB3wamjo791qwNv3D+2Jw5G78fVq1rt5a//vrRhedxZsk/Z5Ysqdi0WZ1Bg4ytbc4tX56Z9KZxEEe/Sjd37Dj9zz90/aWZmVc2b9YTiTxq16GTUl69WjvgO3pCrWLzFo5+fjGPHtJqBABA9+RkoJnBZo3re3m4EoAy7Oz5K3cfhDItoxMW3TFmqThslba2wIUANAAAAIDus7cxpx3RIerwGpvNYXO4XK6Arz6dZ2HGNjUxUCoUzDl0Tb5NT//drYtylzvq6xdY7pyrPPevGN0+UG5kZJC/XI8QE2PDAsr1ibkJ0SRlc6+kNSm4vMCVdPrAyrt+ysrTlTQ2Miyw3FRkWODKWJp9wkraF2Hli/IMGxoW/AyLCnzmP/wMW5kVwzPs8qlvDwODojzDmpW3MP2kZ1hfU0I/DTwejy8QcHk8LofL0qEWoJnzTRwOAtAlQmcy0Eg/F5G9rYVSpYqJTdSx30QBAAAAAACURiYLZkvOnBPUr0vKjNzp58vrFRdWqwu/YfqZgQx0SevcuXPr1q379OmTu3DKlCnTpk179OiRt7c3KRmyew94vhXJ12Xm5Fy9R4+La9bc3rPHv107Szf1/Q/1RCKX6tULrG/l6elao8adfXtTX8fW6NEj70m693nUqu1arfqK7t2ubd1Sb9iwjy48t/S4uDNLlvi3b99u+gym5OGxo9EP7jPDfq1aPbt8+cK/q0NPncxOTaWf0Pa//0GXTCeFrFqV+urVyIMH6ablbKATAtAAoHtU6vSzSqlQEgB4n0wq5XA5mvbBtFMxBKAVafFsvh5LaEgAAAAAAL6KnMQnPRnIVZGcACibzePxFAqFOivJ7H3nCqEyiVKWZs63J6w15apcodLiKn8Xe81XrlmZD5UXuPIlsZKFrPybZO0nriSe4U96hj9jJfM/w8wA/TjwuPQ/Ho/P57xtAZroBAXTAjSHQ6Bk6EAGGunnoqOb72Bn+SomHgFoAAAAAAAAbVC208/q0W+efmYgA13SRo0aVadOHVdXV/IVJXXupde9s+GoYWxTU/IV1Rsy9M7evScWzC/fqJF3cMMT8+efWbrUwa+SwPBNoiYjIcHQ4l2bzf5t2+3+6Uc2h1O5Q4cPLfN1aKiJra1QJOLw+ZZu7rGPH0uzMouycI3kqCjaN7W3Z0Zl2dnJr17RAYVcTk8L0issNt7ebC7HuUpVa69y1p7lNM1Ip8ZE8w0MjCytmNG4sDBmLgIAoENUbxELATEKAAAQAElEQVQAyIXuAyvkCnULdDkJaK39jBRDADrzzOr0U8v1a3Y27TaLAAAAAACUPCYAreKoz42zCIvD5Spz0s/Ktz8/ZOULiRZSzsqVNC32cs0Ka4bfxYu1ZiVL9crnX8/S8gznX5nPW3mScyWGQ6lDnvQ/ri4FoOUIQJe8Up2BViqQfv40bs62z6Niq/qXVOtKAAAAAAAAAPlpc/qZgQx0iUpNTe3evfv58+e53K94i3KVKnvTNvGhY0b/G6nXuQP5Wq+gwNAweMTI/dN+O73kn2YTJjYcPfrg9OmL27T2rFuXy+dH3rhBz+QO3rpN846q2LTp0Vl/OVetKrKz+9Ayz69eHXH1SoXGTeQS8ePTp8ycnEwdHOk1ko8uXMOuYkUTB4ermzbRCkIjo8vr12enptLyV/fuuVSr9vj06XMrlgf165ceH0e76AcPPAKDTJ2caAWv+vXDz5/fMWG8b4sWYefPh546xeHxou/fJwAAOgcBaID8ctIXRMt/IVAM+5ey109on8XV9lviAgAAAIBuoCfvmDgph8Nh5UShOTkNPyvz3XyFlaep4C9IrGqW/Knlha/Mp5aX0EoW78rr8DNcvCv/2SuZf/k5nwO2+v+cJHSedS7VmDuOcThsAiWplGaglQqy+w+knz+Nh6vDpWsPCACUcsqMDNbXzA0AkDe/xCMAAADwZVTZ2cl9Bxv+NJ7v70fKjNzp52tb36Sfnf242pN+ZiADXaJu3rz522+/TZ8+vcCpcrl89OjRR48ejY2NdXd379Gjx4QJE0hxUKWkpP06Xbxrn9GMyVwPd/JVVO7c+dq2rVc3baraqXO1rt0MTM0urPn3/qFD5i6uTgGVLd1c6adCE8jmCgSV2rZ1DwoqZIHl6tXNSkm5d+iQnrGxT4sW9QYPYeW8Jz+6cA36KF3nzjs+f37IqlUiG5uKzZpX69p1w9AhdF6XatU8atcu36jRxXXrJOnpTH16lrn1lKkBHTpU6dwlPS7+9t49r+7ds/TwGPDf+vALF04umP/y9m1Hf38CAKBDEIAGyEOVC9FixRGAjlXf5IJnh9aDAAAAALRRxMvYizceejjb1QjwIrpCk+9kcp+597w1reTmmaXA8tz50a9fXsSVLNUrj2f4K6y8ZiF5EJ2gUCiZK0xQ0kpdBppJP4ddRfr503i42G/YcZwAQCmk+RNPdwhedOxAAL6iXH9LcS0QAADgi2Qu/1d2515y1z6WV8+yRSJSBuRJP59b+ib93HmysValnxnIQJcE+qTx+fxp06b99NNPjRs3rlu3bv463bt337FjR9OmTdu3b3/06NGJEyfGxsbOnTuXFBPprTuJbboY9O2pP3ww29CQFKuWv/xCu9wldJOH7tipGa3QpAntCllC0/EFpL3rDR1GO2bYr1Vr2hU470cXrmFbsWKflStzlwzbtZsZ4OnptZsxk3Yk5zMbHx7+3+BBZ1csD+jQgc3hBI8aRTvNXFaenkH9+mlGp95/90v7wVu35l4+VyDIPRUAAABKoVKw91sMAWiTjtMViZHCcrUJAAAAAGif1PTMbLFU9360ynrbDvSH2gMGKGvytA+tG+QKBZp//mpKUQYa6efPZm9rQfuvYhKYAQAoLd7+/I+ohEKVTMYUFv7jKIAvp7kDSc6NRvBXFQAA4EspomMyV62lA/oD+5W19DN1/f30M5dPtBMy0CVkwoQJJ06c6NWr1507d0xNTXNP2rZt244dO8aOHcsknqdMmVK/fv2FCxcOGzbMzsOBFBeFIvPf/7L3HTKa+IOwTUsCudCP6pPTp8s1aMDs85u7uFi6uaXGxBAAAAAArVcMAWhhhfoEAAAAALRVaoY6r2ZsrE90Ds41A+Shex8KenmMw+YQ+FpKRQYa6ecv5O5sF/78FQLQAKUOc+cT491bsrPF2WKJRCKTyeRKlRK/A4SSw2bRXQIOn8+jf17pAN0rw99WAACAL5G5YAmRyVimpoYjhpAyoDSmnxnIQJcE+qStX7++UqVK33333e7du3NP2rRpk1AonDZtGjNqaGg4atSovn37hoSEdBBXUmRm0EJlRqYqNVWZkipsHMxxfJOKlj8KTZs5O88D6bVoqtejy4dWQ5mQkDr+5+yde41+nchxdyOQ4+aOHft/m2rl6elWs2Z2WtrTCxcyEhIKbJcaAAAAQNsUQwAaAAAAALRZRro6rCYyNCA6DSedAXSSAi1Af3VanoFG+vnLebjZP414VS+wEgGAUoV+pdHvNi5HnUZVqdRf1PQbT6lUEoASQ/+S0j0x+qdVkPMXlg7jbysAAMBnU7yMyt57gA4YjhzK0tMjuq70pp8ZyEAXI1UOOmBjY7NmzZqWLVuuWrUqd4Xw8HAHBwcDg3eXMDw9PWk/MjIy/fBhyZ07uStz3V01AWhVZpbs2o08D8f3qUA+Rnr5amK7bmbb1rO9PAkQ4t+2bWZS4s3duy+vX29kZWVbvrxvy5Z+rVoTAAAAAK2HADQAAACAjkvLVCfVDA10/6w6AOgeuToAjRagvzatzUAj/VwsPFzst+07TQCg9GC+0HKiqByeOvysosP06y4nTKJCC9BQQpg/purYPZe+8bi8nCagmb+xBAAAAD5dxoIlRKViW1jod+lAdF1pTz8zkIEuCS1atBg+fPgPP/zQtm1b8vY5zH9Qw5Qwz3NeUplmkGVsxKtWJc90jpMj+Rh+zepMC9D4TSmDw+fXHTKUdgQAAACgtPnSALQ89inhCblm9gQAAAAAtJJAwJfJFCIjfQIAUNooFUq0AP1NFCUDzeW9uRb4dSD9XFzKuTu8fBUnlcr4fB4BgNKDufavUnHU6WcOR6FQKlVKUlBWAKC4MH9SOWwOR/0/3SvgIgANAADw2QwG9lXJZIKa1QlPx4/FdCP9zEAG+gupsrPp9Yk8hXPmzDl79uzGjRvJ23eLi4vLqVOnxGKxUPjmRFNoaCjtu7u7G3VopZ+ZQYdZ+voskTHbRMQ2NtYsilvO02zDavIp2BYWRhN/ELZpSXAwBQAAAKATvjQAnbT2e1nME1H7Xw3rfUcAAAAAQPt0aBpEAABKJwVagP52PpqBptf/CPlKGejc6eeKHaPdaiP9/Pn09YTOjtb3QyMq+5UjAFBK5P5Opn0Oh/32LtIsXLOHksP8UdU0Ba1JP+NPLQAAwGfgenuZLJhNdJ0upZ8ZyEB/tuRho6WnzhrevZunXCgUbt68uXr16tnZ2UxJq1atDh06tG3btj59+tDRlJSUefPmGRkZNWnShGdpxCHFdMjD4Rj07ak/fDDb0JAAAAAAgK740gC0LP457fOs3AkAAAAAAABAsZKjBehvSksy0AWmn/X01LlnpJ8/T3X/8lduPkIAGqDUyQmhqlMWKhWbSZYg/QwlSvNXlfUWQcQHAAAAPkz30s8MZKA/jyot/UOTfHx8/vzzz9GjRzOj33333bx580aOHBkeHi6RSPbt2xcaGvrLL79YWlpmETEpDvyASkYzJnM9EGsBAAAA0DVfFIBWJLwgcql6KVZuBAAAAAAAAKBY0QtmHDZagP6WvnkGGunnklCrus/E6SvkcgV96ggAlBK5v+LwdQffCt57AAAA8CG6mn5mIAP9Udlbd0hOnjVZsUhTot+ji7ySL4vHK7D+qFGjjhw5wgwLBIJLly6NHj1648aNcXFx7u7u8+fP18SjvxDbwsJo4g/C1i0IdmUBAAAAdNEXBaA5Fk42M64rk2M45o4EAAAAAAAAoFgpFAq0AP3NfcMMdCHpZz29nPAz0s+fxdxMZGVpcj80wt/HgwBAqYLvOgAAAIBSJ2vFvyxzM2GzxiwDA6KjdDv9zEAG+kPkz56n/TpNdv0mHZbde8DzrciUC1s2I7Qj7O3btxc446FDhzTDFhYWGzduJMWLxdLr3tnwf6PYhoYEAAAAAHTUFwWgKY6hOe0IAAAAAGils1fuvY5PDqpSwdHWggAAlDZydQAaLdR+e98kA430c4mq7u999dYjBKABAAAAAABKlkyWsWy1KjOTKBR6XToSXVQW0s8Met5DLiNn/1NnoNkcWYPRyECTzOWrM+a9afWZVyWAaNMTYLZ9gyaNDQAAAAC6Ci1pAQAAAOiy9Ixs2iEUBgClFL1yhhagtQQTMs7JQHP4fJ6AzxMKBfp6gnrDUh2rZpKcNpCu7RWTYoL0c0mrWbXi1Zuh9CNGAAAAAAAAoMRILl5Wp58JETRpSHRR7vTzrV1yHU4/MwI7Cev10acDj0/wTs5jSyUyuUyuVCjo5qtykDJDmZGZPHA4k37muLqY/PO32aY1PB8tChwj/QwAAABQFuBCMgAAAIAuy8hSZ9EM9IuzSU4AgK9GgRagtclXy0Aj/fwV2FiZWZgbP3gcQQAAAAAAAKDESM+ep31+9apsExOic/Kkn08vVBc6VNDZ9DNDk4EOO8079XcZzkDLZIqXL+m/gsbB5vu2Cxo1IAAAAAAf8+BhqJNHwD9LV2tKKlVv0Oe7EaT4fIWHAK3yRQHorMvbsq7vUaS8JgAAAACgfejJ1kwEoAGgNJMrlAhAa5WvkIFG+vmrCa4VcDLkFgEAAAAAAIASI7l4hfb59esQnfOh9HPXqbqcfmYgA02xTU3M1q8y/GGEyeJ5LD6PAAAAgDahuyWr1mzs3X+4X7UGLdv1+GXKH6FPwkjJYALHU6fP1pQkJ6dUr9WEdnSAjo6dMLluwzZJicnk0+VfOKN1h54+Ae/2sb/8IWhXzqdm/cbtevQZumHTDrFYoqlw5OipOsGtm7TosmT5Gk1hZlYWMxfTdezWf8ToScyk4aMm3rx9j8DX8kUB6NS9M5M3/CCNuEEAAAAAQPuIJTJ6spXDYfN5XAIAUAopFUoOG3cu0i4lmoFWKsi+2RlIP38d9WsFPHryPCY2kQAAAAAAAEAJUCYmKiKe0wF+YHWiWwpJP/PKRlscyEBTbCsrg6EDCQAAAGiZ1NS0vgNGTps559ade54ernT0v43b2nTovWX7HvJV/DT599ex8X/9PsXUVH0XlIzMzIyMLFKSvvwhXF2c+vXu5udbMSEh6afJM9t07B0bF8dMcnZ2WLl03h8zf5nz9xJNjtxAX/9F+K3d29e1admUDvTu2eX02fOKHGfOXYiIiCTwtXx+FEaZna7MTqMDHHMHAgAAAADaRy5XiIwNuBxkBwGgtKKnCTj4EtM+TPI4JwP9Xnm9Yalnl5KX1w1OrlafZqrW9tOueTLp59CLUoL081fB5/OaNqi+7+iFIX3aEAAAAAAAAChukrPnaZ9tZMQr7010CNLPjMBO6q09+19W2GkeIbLgH9Q/52bOlLBzfs+vk+cupJeu8ANrEAAAANBiS1esPRtysV3r5vNmT+PmXMi5du3W4OHjfvp1ZlDNak6O9qQk7dl36ODh4506tG5QrxZTsmTBXympqWbmpqTEfPlDNKhX+6eJY5jh1Ws3/TZj9vKV/03+eRwdLe9dju4AX7txx0QksrGyKnD2PqLowgAAEABJREFUyOcvfX0qXLx8jcPh2NhYP3/xksDX8vkXklVZKVwbD5bAgGOGADQAAACANjIy1Ovconb7pkEEAKB0kqsD0BwC2qfY24FG+vmbaNqg2rVbj5NT0gkAAAAAAAAUN70ObU03rTGeOYXo0GEs0s+5lbV2oGV37iX3G5IybLQyI7OIs2QTyZd0SlIm2tIGAAAoRklJKevWb7W1sdKkn6lq1QJ+/WmsXC6fPXcxHR06cryzZ+WY13Gaua5du+XkEbBw8Upm9PjJs+079y3vVyuofsvvR07QtIX84GEorfbP0tV7Dxzp1GMAHT599kLuR38dGz95+mwba8upv04gOQ0z0zpu3tVatu1BSkZJPETHdi1p/1FomKbk+vXbnbr1HzVioImJqMBZIiJffNe3x5mzF86euzjou16RzxGA/no+PwDNMXe0nnTc7q/7HENzAgAAAAAAAFDcFAoFFwFobVWMGWikn78VA329ekF++49fJAAAAAAAX4sKoDQjn4hfJUDQtBHRFSqkn/MpOxlolVyeOv5nOiAJuaBKSS3iXAr1WZ/P7wgAAAB8onMXLmVmZbVv14r7/k0827RqamZmeuT4KTrctVM7upeyc9c+zdRd+w5yOJxuXdvR4a079gwYMiY+IbF71/aVK/keP3W2Vbtemgw0tXvv4X/XbOzfq9uQgX3q132vLbbxk6amJKf89fsUYyNDOsrn8f83epirixMpMSXxEEqFeidET19PU1K1qv+aVQvnL1px/8GjAmd59ux5w+A6T8KePXz0pHWrpuHPnhP4WrgEAAAAAAAAQCvRq0Uczuf/cBdKGpNFzslAv1deb1jq2aXk5XWDk6uz6Gi1toVdBUX6+dtq2Thwwm/LO7asa5DrXB4AAAAAQPHSRAB1KQsIUNYOUZF+/pDATurtP/tfVthpHiGyhmNl5G0Og57NILryVhHv3KOIfEEHjEZ9z3GwIwAAAKCV4uISaN/Z0T5POb3Q4ubqfP3G7ZSU1Pp1g1ycHXfsOTji+4F0klgs2X/gaMtmjawsLRMSE3+ftaBu7cBVy/4WCgV06v0Hj9p26jtr7j9z//qNWdTr2NizJ/aam5u1bNE490Ns2bb7bMjFtq2aNahXiynh83mjRw6+cu3m02cR5Av8u24T7fIUvslYF9NDaMhksj/nLqID5TzdNYV0d65h/TrVqwVcvHzdp2L5/HOJxVIOh1Pe21MikRro60slUgJfCwLQAAAAAAAAoKUUCgUHLUBrt/wZaKak3rDUkBWqyCuGJ1dncfisys0FBc6O9PM3Z2ZiHFzHf+POE4N7tyYAAAAAAMWNSUxqcpNvAtCIQUMpRI9JVW/vhsSg7+eyc6CK9HPhcmegOTxp/ZG6loFWKZUZy1bTAY6Hm96AvgQAAAC0VVp6Ou2bmpjkn2RhYUb7qWnpJiaibp3b/Tln0fWbd6pWrnT46Mm09Izu3TrQqYePnEpOShk+rD+TfqZ8KpavUa3yzdt3Nctp3aqpubmZZpTZz4l+/XpHTpPSt+/ez84W00s8pPhUreJfr3Zg7pJNW3dmZmaR4nPs5JknYU/pQOSLly+jop2dHIYO7MNMun33gZ9P+UtXrl+6fL1nt46557K1sW7WtCHd3kEDe9HRzh3aKOh1L0KGDu6bmZVloK9PoOQhAA0AAACgs27eD8/IEvt6uZiKDAkAQCkkRwC6NMiTgdZc0qs7JP0cPVV0xfDY0kw6mj8DjfSzlujUqv64qUvvPAivVNGDAAAAAAAUN5VKlZKu+GNVsiYMzUJT0FDaMOlnanhXI0cbHovNZo5VC5lFfOio/O59fr3a/MAapJRD+rkoNBno0GN8QnQtAy05dFQZHUMHjCb8wNLdk3VJK1eweHwCWkCZmckM4JQgAMCnsra0pP3EpKT8kxIS1IU21la0361Lh9l/L9m773DVypV27z3k6eFWK7A6LQ9/qm5HuWvPwXnmZZpbZtjb2uRf+JGjp+ztbYd/P+CPvxYsXvbv+B++J8XHz6fC6JHvrdKJ02cjIl6Q4hMVFU07czMzBwebNq2bD+rX08RExEy6eevOoKE/6OvrDR/6Xb06QbnnsrO1trNVN4PduUMb2vf0dGPKO3VAizNfz+cHoNP2z1JkxOtXbivwqk0AAAAAQPtExSTEJaZ6ONuZiggAQGmkUCg5OZeIQMvlbweaUUgGGuln7cHn8wb2arls3d5Zk4caGqBBAgAAAAAoZiqVSiJR3HgkIQClX2q6zNacxeGqA6CFp1olFy6Ld+yWv4wq7QFopJ+LTocz0OJ9h2ifW85TUK8O0S25zzulbt5MQMu8/b0Jzg0CABSVo6MdUTdjHJV/0qtX0bY2VgKB+tc+ZmYmrZo33n/o2JBBfc6GXPxt8gSmDvOVu2j+H1aW5rnn5fPfXd/J87Ws+XXrvFm/1axe9cDBYytWrevSsY2zkwMpPb7r22Pqr+M/NIl2BLTV5wegxY9OyaIf82y9EYAGAAAA0E5ZYnWqTE+IFgsAoLRSoAXo0uOTMtBIP2sbvwruPt5uKzcc/GFIZwIAAAAAUExUbykUSjpapbz+uJ62BKB0WrU3/uS1NLlMLpexmcikqtAjVmW4+g7aXHc3UprlTj/fPaBA+vmjdDUDbbJikezOPd1rvD/n5VDR80/s/n0UYolcJqOfcfpux10Kvjn6yqiTz4YGbHqCkMNh4SQhAECRVansLxIZ79h14H9jvmeyzoyTZ0JiXsf16dlFU9Kta/u9B46MGvuzgb5+h7YtmUIPd1faNzURBdaoRj5FuzYtmFlmTvu5TYdeP0/+fcPaJR+qnGenoiT2Mb7CQ4CW+PwAtCItnvbZRpYEAAAAALRSZpaYqAPQAgIAUDoplEoOBy1AlxofykDXG5p+NlcG2r+JAOlnLdSrU+P/TV0acvlunZp+BAAAAACg+KiUSqVCQQe4bJaxAX7jCqUVn6c+PpVJpDIpi8VmqQ9a2YWlKGSRL2mf4+ZCSq086ecTc9SjSD9/lK5moHmVfIkuymlgmM3r10slliizJQqpVCGnpySVBDGpb0eV87pwuFwen8fn89lvThMSAAAoCiNDgz69ui76Z+XocT8vmvc7veJCCy9evjZ2wmQ6PGxwP03NoJrVXJwdr9+43bN7R2NjI6awaZP6f85ZOH/RigB/P7oopjA+IcHSwqLwxzUzNWEG/P0q9u7Zef3G7fsOHm3Tsmmeaubm6oalw55GaEoszcwjnkfK5XIu9/ODrF/5IUCrfP6LyjGxoWcsOMYIQAMAAABoI5lcwZyhFvCxHw8ApZVCoeAL8CuO0qSQDPQ5Nnl+SZ2BvndcHBOuTj+UbxeD9LP2MDYyGNKn9fzl2y3MjMuXcyEAAAAAAMUhpwFodYCSAOgEmUwul3O4Cm7hbcippFJVcjId4Lq6kNIJ6ecvoasZaB2jbsedvs/pPzlZWy5fRV82DpejVOeflXQSXqRvJuesIIfD5tIThfRUIY+naQSaAABAEQz+rldIyMVDh0+cP3/Zy8sjNjb+xctX9BLMHzN+trd/d08e+r3ao1vH3/+a369PN02hpYXFxLEjf576e3CT9sEN6gj4/CvXbnI4nIN7Nhb9e3jC2BEHD5/4/c+/G9SrrUlRM2ysLf18K+zeeyglJXX5P3OFQkHdOjVXrdnYom2PhX/P9C7nSb7YV3gI0Cqfn4axGneQAAAAAIC2oufiTUQG9DQdTgmBFtJcIsL7EwqnUCjoWRUCpUqBGWhaWHdwOp0ScdGQST9XaPfas34Gn4/0sxapWsmrV6cm85Zt/21CfzsbCwIAAAAA8MVUTAIazWiCrlDI5Qo5lwlHMgo8elVEPGcGOI72pBRC+vnLIQNdKrDeBm1VPPWLQ89IcXk85p1P4JvKyaWzOVwOh54rpH3Om7OF+OAAABSFSGS88b/lP0/+/e69B/cfhHp5ugfXr9OvTzc3V+c8Nbt0bHvqzHkvT4/chb17dTY3N12+at2+/Ufc3JyrVfH38HD90H7vh1Zg0riRE36atnDxip8n/ZBn6qK//5g3f+m1G7ckEolQKBg7Zhhd+Nnzl16+jC6udPJXeAjQHmgOEAAAAEpW/pYwcHri69DXE3RqXpsAaBPmCwFfC1B0CoWSnuAmUNoUlIFWf/DrDEqn/YiLhn6d4jzqZfJ4fIGAL6SdUID0s5ZoFlw9Ji7xj4UbZ0waKDI2IAAAAAAAX+xNBhpAJ9A3M5N+Jm/f1QVmQeRR0ep/eDy2mRkpbZB+Li6BnYQKmer85uxSnYHO3rFbHvaUV72qsGF9ootYOUlbegqL/ktPTOW88fE3Sysw5wjZHHq2kOmzCQAAFJmRocHCeTM/Ws3MzGTbxpX5y1s0b0S7/OUVK3i/CL9VlMJuXdrTjhne9N+y3JNcXZwWzf9DM2poYDDll/HkAwpcOLV/18bcoyXxEFBaIAANAAAAJUWTdJRkqfh66pLcp/MQbAIoUzRfCNT+86kVXAWutvzcbTbgOwEKJJfLuWgBunT6UDvQ9YdkugdJrLykbLaQx+UKBOoMNNLPWqVf12aJSanT5q39ZUwfUxMjAgAAAADwxRCABt2RE31meoUcuwob1ueHHFcmJZHSBunn4lW7u55cqrq8U1x6M9Di7bult+/yQ5/oZABac/5KlRODJjm/cKDF+LP1zeW8NDk/L8lpChonDAEAAOBDEIAGAACAEqG5A6AkU7VlfKahBWn9s5DDfe88Bc5WAJQRmvQzPX28+2zKwu1JxvqsOSOsXGz56tvYvW28Ad8JkJ+6BWgO2vYorfJnoJmbirpVlqtUQqZZHT6fpw4/I/2sTehLMHpwp0Wrdk2ds/aXMb0sLUwJAAAAAMCXQZIMdEbR38tsK0vakVIF6eeSUL+vPu2X0gy0Iua19PZdOsCvHUh0lOZyFfP+Z6GZYW2S52IiThsCAABAfp8ZgM6+ezTz7BqOpbNpt78IAAAAwPvepZ8zlFsmZUaHKmnh/t+zW07iqpOOOWFH5B0ByojcF052n01ZtCPZ1JiTnKb43+K4WcPMXW35tAInB8F3AuQjlys4aAG6NMudgWbCzXQ/gMfjMjcIpsNc7psO6WetwuNyfxjSeenavVNmr/l5TG9721J2zR4AAAAAAAA+FdLPJaf0ZqClZ0KYAUGdIKK7cPNS7YfXBQAAAD7kM3++JosJlTy9ooh/TgAAAADex0Sf6UlScbpCnX5+qGTKn4Qo9/8hkUglcplMoVDQCkxNAiXj8dOoc1fuxcSVvtssgi7JfeFk//nURTuSrUy5839w/nWAXZZYNWFpYsSrLJlUqpDL6dcCvhMgP/rG4HIRgC7dmFhzTnPvbD6fJxDwhAIB09FhWoL0s3aiL8ewfm2rBZT/bc66iMhoAgAAAAAAALoL6eeSVr+vfs2O6qcy9Bj/zCKWTCqTy+RKrb9QIjmrDkCzTEy43l5E17FAixEAAACAD/jMFqCVGcm0zzYwIQAAACe64tIAABAASURBVAC5aNLPTNvPMY/Up+3q9NRLjVXePSEJP886pJQ3n6DkvT2dh3agS05cUuqTiGhzM5GtlRkB+BbypJ//3ppkZcqdPcrJwoRrYWL4U3+739dET1ie+udgpYudHj9nFrQDDXnIFWgBWhew3rYDzWKpaI9+NzAtQNNiXMnQZvRF6d+tucjIYNq8/+hA3cBKBAC+itzpB/w8DLQZC03lAQAAfEDWhi1sUxN+YHW2WSk4N4v089dR6tqBVsnlkstX6YCwQV0CAAAAAKCVPjMALXCvrhKn8+zLEwAAAIC3cqefN0/IfP1YfZ608WD9Kq2E9AyqUqG6f1r69CL78Gx5s/+9mwsZ6BIikajPnwr5PALwLRSSfmYq1PRRZ6Bn/vtq0or0PwcTFzuCDDTkJ1couAhA6wTmQ037eZJ8mnIC2qpDy7oOtpbL/9t3PzRiYM+WfOxaAJQk5ktS9RZ5LwCNr0rQHuq3peaPOIP5dRMBAACAHOnT/6R9s43/an8AGunnr6l0ZaCVL16SbDEd4NerTQAAAAAAtNJnBqD1/FvQjgAAAAC8VUj6mahP25GWYwwJyVBnoC9wj7IUTX6QaOZFBrokSCRS2hcK+ATgq/to+plR08fw5+/sZ/77auLytL+GIAMNBVCgBWgd8qEPNT7s2q965fJODtYLVu745c/Vowd1sre1IABQAjSJ5123z6eIMwvKQANoC+bPN4fN7lWlIZvNyrnPA37UBAAA8IY8LJwZ4Dg5EO2m2eHMnX62K4f0cwkqRRlojpur1e1L0pCLvMDqBAAAAABAK31mABoAAAAgt8LTz4zcGejw8xxCFE3HSjVTkYEudmKZ+sypAM00wldXxPQzAxloKJxcjhagdQ0+16WUjZXZtInfbdh+/Jc/V3VoUbdl45rMzhsAFC/mqGr9jRORSXEEQOuxCaurXz0Oh83lsuifBfyVBwAAYCgiImmfpa/PtrIiWkyTflYoFA+OvEs/d5uG9HPJKkUZaJaenqBJQwIAAAAAoK0QgAYAAIAvVZT0MwMZ6K9JIskJQKMFaPi6Pin9zEAGGgpBr8BxuQhAA2gFHpfbv3vzqv7lVq4/ePH6/UG9Wrk52xEAKFY56RMl0+KztbG5qYERAdBKmZLsl0mxdF9dIpXSPxC0hMfjMscC2IEHAACQPQ6jfa67K9FiedLPx/56l37m6xMoaaUoAw0AAAAAoM0QgAYAAIAvUvT0MwMZ6K+mR9v6BODr+oz0MwMZaPgQuULBQQvQANrEt7z77ClDt+8/89uctQ3rVO7cpoGeUEAA4Iup3qL7Ucw+VffApm0D6hEArXQ94tH4rfPpe5X55S09ludwVCyWCrvuAAAAlPzBQ9rnlPMk2ip/+pkWIP38lWlzBlpy5Dg9MytoHEwAAAAAALTbZ96uNHZa7djfG0rCrxAAAAAowz41/cxgMtA+DdT5xvDznKPzFFKJVC6T0ZOtzMV+5vQrAJQun51+ZjAZ6CyxauLytOfR2VKZVCGX068FfCeUcWgBGkALCQT8Xp2aTJvw3aOwF+N/W3r7fjgBgGJC93roUREBKCXULUDTw3n1brv6cJ4AAABADtmDR7TPq1ieaCWkn7VH/b76NTuqL6aEHuOfWcSSSWVymVz5rS+USI4cTxk9PmXE2MzFywgAAAAAgHb7zAC0Ii1BHvdMJc0mAAAAUFZ9XvqZgQw0gI75wvQzAxloyI/+WeCiBWgAreTsaDPzx4HNgmssXLVz5vwNj8NfEgD4Ypp2oAlAaUDfqzI5RffYCd66AAAAGuY7N4nmzxLUrUW0D9LP2karMtCK17Hpf8xJGT2eDrMNDfkN6hIAAAAAAO32WQFolVIll9B/WQIcBgEAAJRRX5J+ZhSQgZYiAw1QKhVL+pnBZKAzswky0MCgrz4HLUADaCs2m92qceC83753tLf8c+HGmX+vf/QkkgDA59IcZBGA0oMevqsPA1R43wIAALzDtrIUNm/CcXQgWgbpZ+2kJRnojIVLE+o1zVq7gQ6zTE1Nt6zlVaxAAAAAQEcFN+vQukNPAlD6fVYAmsU2bjqadlwLZwIAAABlz5ennxl5MtAnFiADXWwyMrMfhb+MS0wlACWsGNPPjJo+hpP62iEDDQz64nM5n/leAoCvw0Rk1Kdz07+nD3d0sJq1ePOU2f9evvGA7s0RAPhMLAJQemgO3rGvDgBQuNHjfvWtUr8oNdPS0stXqjN1+mzyWYLqtRr0/ThSMk6cDqHrtu/AMQKlENLP2uwrZ6CViYnS23ezd+xWRMdoCtlCAe2zDAwMhg60OLaX6+lBAAAASr/jxy9q/8lqqVRWoVLt5m265y5MSkoJbtYhT7VyPjXbd+5LSjO6FfMXLqebVt6vVpOWXX6aPDMhMZGZlJGZuXrtpqfPnpMSEx0TO3fBUgK65TMvJBs1H0MAAACgTCqu9DODyUBz+Zm3j0oen+EQomg0WqqZymazc+ogAfDJklIyLlx/aG9j3rx+VQJQYoo9/cyo7W84idj9uS564vK0v4YQFzvCzynncNQtAeM7oUxRtwDN+awf7gLA18XEoNs0Cdp/7OLydfs37jzRuG7VhnUrG+jrEQD4RAiSQmmD/XMA0HZtO/V9EvbsQ1NXLplTu1YNAlDcJMdOyh49Nhz9PdECSD9rv/p91a/E5Z3i0GP0VKi0/kgZeRvmKJYLJarMTNmde9Lrt8T7DipeRjGFxn9N12vXmhkWtGhK3x/6fXqwDAwIAACArti549jFC7d69m7j4e5ItBWfzwuuX3vfwaMxr+NsbayYwpNnzoWHRzwKfVLeuxxTEnLhklgsadigDinNxk2csmf/4apV/Bs1qBcW9nTP3sMTxo5gJv23cfufsxZU3bWRlJifJ8+8dv3W/0YPI6BD0JIWAAAAfILiTT8z6Fm7ZsPVJ9SQgS5GYqn69KiAzyMAJaaE0s+M3Bno3wcRd4f3MtAEXwtlhlyh4HI5BABKCRORUe/OTds1r3P24u2TITd3Hw6pXd23WXB1e1tLAgAAAADwjVSs4G1ubsYMh4aGJaekBtZ812SAsbERASgmkrMhstv3eFUCslaukV6+qomWfltIP5cWJZqBzpi7MGvj1jyF8gePyNt3KcfB3mDYIAIAAKBzYmLi58xaHRjo3659Q5FIS3f+GwbX3Xfw6OkzIT26dWRKTpw6R/snT53TBKDPnL1I+8GlOQAd8fzFnv2HO7RrOX/ODKYkNTVNJDImAF8ALWkBAABAUZVE+lmj2XAD/6bqO6w9PsM5sUAhlUrlMpmixG7xpvOkMvW5UT4PAWgoKSWafmaoM9B97TKzyY8r0p5GZUtlUoVcTr8WNNdsCJQB9DXncvHDXYBSxshQv1WToHnTho8e1Ck5NX3SjBVTZ685duZaekYWAQAAAAD46n6f9uO/y/9mOm9vT1qiGaWdn28FAlAslMr0mbMz/1meMvB76eWrRDsg/Vy61O+rX7WN+oJL6DH+mUUsmVQml8mVn3ihRJWdLTl2Mu3X6bkLebUCaZ9jYy1o2shwzHDR3D/Mdm40HDeaAAAAlA2XLt2eOnnxqVNXtPMKY8PguvRy2LkLl5nR7Gzx6TPn6cDJ0yGaOqfOhDg42FUo70WHExIT+w8aVTWwsU/luh269j8bclFTbejI8W7e1RITkyb9Mj2gesOO3foz5WnpGX/OXli/cbta9VtO/u0v+hCaWa7duN13wAifgDptO/aeM39JamoaKRkxr2Np38PNRVOiST9P/33un7MW0IHWHXo6eQR07P4dU16peoM+3424c/fhoO/HevkG/jlnUXh4BK0wd8FSzUIePAylJf8sXa0p+W/DthZte9Anp1pQk979h5+/eIVZMn0+6fNAK9Pur7mLaWHhS9MM7z1wpFOPAXT49NkLJOcS+eIlqxo160RXKbhZB7ryEomUwDeCC8kAAABQJCWafmagHehiJJXKaV+IFqChZHyF9DND0w70jyvS/hj8rh1odg66Gvha0Hn0VeZy0AI0QKlEv6L9fTxol5ySfuHa/dMXbm3YcdzX2zWouk/VSl4CAZ8AAAAAAHxrE3+avu/gsXs3zmjuPjR63K+nTofQEjrcpeegwJrVvDzdl69e//JFlIeH2+gRg2oFVtPM/uz5i79mL7p77yGHw3Z3cx0zanBAJZ+iPG5Wtnjh4pU3b98NC3tmbW0V4O/7w6ghVpbmmgqvY+OHjZx48/Y9Q0P9yv6+U38eb2Co/xmPS5ewbMW6W3fvuzk71wqq1q931yK2eB0TE7fgn5XnL14x0NcPrFGld8/O7m9jColJSSNG/3j77n0en9+8SfDokYMEfH7hG5WWll6jTotaQdVNRMaXr1zncDjlynn8OGGUm4uT5hFPnb2wctX6J+HPTE1Evj7lf5wwWvOE7N1/ZPPW3eHPIvx8KzaqX6dH9w5EK6X/MUfxPFJ9x0OtSdUg/VwaNRqofm2u7/vkdqCVcXGSE2ck585LTp9jSvTatOBVq8IMC4JqWIYcZ1vhBk0AAFB2ZYsl27Yevnzpdq/erZ2c7Ig2MTYyrFOrxvkLV+huG91bDjl/WSyW0AOBG7fuxryOs7WxCn0c9jIqevCA3rRycnJKp24D6GirFo1FxsYHD5/o3X/4yiXzmjZpwCyNLqRTjwFtWjadOG6EqYkJUSeP47r1GhTx/EXjRvXcXV1Ong559SrGwtyUTqIDffoPNzY27NShTWxc/L9rNg0e0IeUDG9PDx6Pd+DwiQ7tW9vZWueeVKd2zbDwiDPnLtBDDysLC2sbK80keiAwYszE4cMG+JT3bt2qqVKhLPxRfv9rwbKVa8t7l+vWuV1iUjJ9Mh8/eVo7qEa3zu0zs7Jfvnw1YugAWq1KlUqkaHbvPWxgoEeflgA/n/p1g2jJ+B9/275zHz0K69ur6/0HoSv/3fAoNGzjuqW4cv1NfE5AQfriTvy8dnTAbtZDFl+PAAAAgK77CulnBjLQxUUizWkBWoBfu0Hxy51+3nkm5Z+dySWUfmYUnIHOaRIYGWidJ5Orf8vBQQAaoJQzNTFq1TiQdq9iEkIu39m65/TqTYeqVvIKqubjW96Nw8HdyQAAAABAe23auktfT49e1RYZGy1dsXb4qEnHDm61srKgk+hF9O69h7A57IYN6hoa6p84ea53/xHLF8+qFVT9o4vNSM/Yun1PxYre3bt1uHDx6p59hx+FPtm5ZbXmEPhsyKWG9Wt3bNfy2o1bBw6diHzx6r9/FwtzfkZY9MeNjo4dNOx/RkaG7Vs3j0tI/G/jtu/6dCdFM2zUhOfPXzZrGkwf9MTpkMYN62kC0AsXr6xSxb9Nq2aXr95Y898Wen5m3A/DirJR9+4/6te7a6sWje8/CF29ZmOXnoO2bVzJZKB37Tn485Q/HRzsOndoHZ+QePJUyM1bd7dvXm1laX78xNlJv8ysUL5cl45t6QIPHTuphQFo+YuXaT9Mkt1/QLTpPFXu9POnUrFWAAAQAElEQVTjU0g/lyafkYHOWLQsc/Gy3CUcVxdl1rsbMbH09GhHAAAAyrwXL2L++H1l3bpVW7dpYGioRXtFdPf+9NkLdB+7VmD1YyfPWpib//zj2I5d+584ebZ3z86nchqEblC/Nu3PW7DsWUTkqmXzmzSqR0f79OrapkOvP2YvaNSwLrPvTXf7mjdt9MOooZqF/71wWcTzF4sX/NmmZVM6OmLYgAZN3uxU37xzLzMra+yYYYO+60Vy0tXGRobks6zfuN3V1al2UI0PVTAzNx02pB89oGjQpN2QQX379+5mamrCTKpft9bD0LAz5y506diukt97d+mJiopev+afenWCmNHw8AjyYefOX1q2ci09kFn895/8nNbi0tLSjXK2qGf3TidOnYuLjR89cjD5FK9jY8+e2GtubtayRWM6euHS1e079434fuCEscOZCv9t2PbL1D+27tjbrXM78umu37xz9fqt7wf3I/BZPiejoFLImAEWF20KAgAA6L6vln5m5MlANx6DDPTnqODh5OJgZWxkQACK1VdOPzOQgS6z5HIFUb/UCEAD6Ah7W4tu7Rt2bRccGhZ5/ur9f9bsoX9XvDwcK3q5Vijn7ORgje9zAAAAANA2Aj5/87pldnbqxslEIqORP/x86OjJfr270tGZf843FhlvXLvE3s6Gjo4ePqh776FTZ8w5fmjbRxdrZWWxatnfVSr70WHVD99P+nnGvoPHQi5cYZoTo9q2bvbnjJ9JzkmYv+Ys/m/j9rXrtgwd3OeTHvfOvQdZWdkjvx/ArHBKSpph0c4WxicmPX7ytGFwXWYdxo8dweO9O/PTsX3rX34cwwzTh966c+//xgylO/Mf3ajmTRoMG9yXqMMNQVWr+PcfNHrRP6v+nj0tITF5zt9LgwKr/bPgTybk/fDRk269h/y9cPkf03+6fP0mLfnt1wk+Fb2YrSDaRJWdnbVqbeaKNSTnV9zaI0/6+dAMpJ9LmY9moFXx8Wyrdy0j8qv4Z+YM8Cr5CoLrCZs05Li5EgAAACgI3TE6e/ba9esP2ndoGBQUQLRD0yb1f5n6x9lzl2pWr3Ls5JnWLRpXq+Lv5Gh/8vS53j0703ITUxM6idbcuftAtWoBTPqZ8nB3adWyyZZtu6NexdDz7Exhr+6dNEtOSUndun1PrcDqTPqZMjY2Epm8uTOMg726Mewdu/Z3bNvSzNxUk0j+DPXr1WrZvueCOTMa1Kv1oTrjxnwfVLPav+s2zV+4fN2GrTOm/ti6RZPCF+vu7qJJP3/U5q27aX/SuFH8t/fKLuI9cArRulVTc3MzzejWbXsM9PVHfT9QU9Kze8epM2bfvnPv8wLQ/n4Vf536p0Qszp1Zh6L7rFZ25LK3c6NNQQAAAB33ldPPjGbDDfybCujA4zOck//IZTIp/Z+eqKWrwawPgY8RGevbWpkZ6AkIQPH5JulnhjoD3dcuS0x+XJH2NCpbKpMq5HJmTTQrBrpHwQSg0QI0gG5hsVjly7kM6tVq5dxxPwzt7Ghvff7qvZ//WDVk/Ly/l28/cupqRGQ0KZVYhHB0okMMHQAAAOAdkbExk36mfCuWJ+o7RL+m/fCnz6/duN2lYxsmhUxyLqu3bNE46lVMTExcUZbMBIVJzh5y3TqBdCDyRZRmKpMDJjlJx/Fjh9N12LXv4Kc+LlNnz77DSckpdMDExJgUjamIbrfR5avX7917REcNDPQ06QHKz/dde2yVA/wy0jNfv44vykblVrN6Zf9KPnRb6PDxk2eTU1IHD+it2eoK5ctVreJ/9+4DOmxnq96K/zZspeeHP2krvgLZmZDkFh0yl6wsBelnJdLPpU+jgfpV26gvxIQe459ZxJJJZXKZXJGVlb3nQMqg4fF1mkhv3dFU5gfVNP5zmtXl02bb1hsMHYj0MwAAwEdlZmYdPXL+1atYoh2srayqVq4UcuHy5as3UpJTmjZuQAs7tG917vzlV9Gv6c55owZ1OBzO69j4jMxMV2fn3PO6ODvSftSrN6fWaTU7W2vN1LCnEXTPkAlP5xdQyefnST9ERb1q0LzDH7MWJCUmk8/l6GD3y6Qxw0dN/G/DNuYaboGCalZbtfTvYwe3lfN0p5WPHD1V+GId7OxIkT19+pxuu5urMyk+9rY2uUefhD/LzMoq51PTySOA6Vy9qsrl8oTEJPJZuFzugrkzVq7e8MuUP9LS0gl8os9JKvDsK5j1XaRIK9LROwAAAJRe3yT9zNC0A/3oON1dkTcc/m4S2oEG+Ca+YfqZgXagyyBZzuVDtAANoMMqlHOhXde2DTIysu+FPrt598mhk5c37EgT8Hnl3J3KuTt4eTjSCqRUYAsISydulaaUEZWYAAAAAEA+IhMR7adnZBD1ZXX1bZcXLVlNuzzV6GVvW1urjy4tJSVtxb/rL1y6FhUVbWNlSXJuzVxgTXpc7O3pcershcyMrE96XD/fCuPHDl+yYk2rdr06tm/Vv283s6I150Yfcd6s36bNnNuz//fNmzYc9F0vD3eXAmsKher2F7LF2Z+6UUTd1JzN7Tv36UY9exZJR/sNHJWnAtNedfcu7WmF3XsPPXj0pFf3jp06tM7dHPW3Jbt2QxGfUEgF1bf4UTfSz7pE0w7046Nc0esrPsJjirPnSGYWM1W8cw8/oJKmsl77NgQAAACKhu7xNm1au1mLOlwOh/mhnTZo2KDOX3MXb9q8UyQyrhVYnZa0bN5o/sLl0/+YS/fuGtavQz7ULFROoeZSaZ5rpmnp6n1yHv+Dp6+HDOzTrXO7JcvXLFu5btuOfZs3LPMu55m7glwud/OuRorsl6l/ZGRmfj+kfyF1vL08ly78q06DNv9t3NasaXAhNT/1EjC7uHfC86wAHbWxtlwwb2aeapbmFvnn7dpz8KUr10jR0Kfi1auYNasWEvgUn3N8yNYX6QW0IgAAAKDT3qWfMxWbJ2R9zfQzAxloAO3xzdPPDGSgyxp5zikn5jsfAHSboaFeYNWKtKPDySnpj8KeP34adeXmw50HznI4bFcnWy8PJy8PRy93RwN9PQIAAAAA8K0xpyAGD+gVlJNLyM3T0+2js7+Kft1v4Ch6wNu8WcNKvhUfPnq8eOm/hdTn8LhcLkeoJ/jUx/2ub7dO7Vuu/Hfj6rWbdu89+O+KBeWKsHpUrcBqB/ds3Lnn4IJFKw4ePvHH9J9bt2xMinWj0tLUUfKc8znq0Tl/TrGwMM9dQZDTILS+nnDmb5MGf9drzt9Lpv0+b/e+Q+tWL9YTasWN7/THjxF2apcxeYYsV0O8ubG+epgG6Wfdw2Sg7+6JL39qrOb9xHF2ErRtKWzXGmdEAQAAPoOvr2fnrs2tLM2Ilt1mtmHDun/NXbz/0LHuXTtwclK8Xp4efr4VDh0+QY8HGjSoTUtsrC2FQkFU1KvcM4Y/e07U7UA7FbhYpgHj0MfhH35kIhIZ/zhhtFc5jzHjftm0ede0KRNzT6WP/iL8FimCvQeOTJk268cJo7p0bPvRyhbm5vZ2ts9fvMxdKJVJC5+Lm/N7SIm44Gpu7s706UpKSjEzK/jHnxKptOhLK5Cnh1vo47CASn7CIhyVbN24ghRBxPMXrTv06t2zy8jvBxD4RNryA1kAAADQKrnTz1t//AbpZwYy0J/tUfhLAZ/nbG/F4SA4CF9KS9LPDGSgyxS5XI7mnwHKIFMTo6BqvrSjw1nZ4idPo0LDXzx5+uLIqav0Er6luYmjvZWzg7W6b29tZWmKb34AAAAA+GxM22ASiZTL/bQf2rnntIjM5rBrVAso4iy5kxUrV69/Ff368N5Nzs4OdNTZyb7wrPDr13Euzo4cDqcoj5snw2FsbPS/MUM9PFwn/Txj2459v/w4hhQNPSTv2qlNrcBqTVp2Xb1240cD0J+0UVKp7FFomLW1paGRgZubCy0xMREVslF0mYvm/z75t1nbd+0/e+5isyYNiHbgeribblojOXA4/a+/lQkJ5JtC+llX5WSgLZ9vaGAju53qFew4vrHA35fL47I4HNX7zT0CAABA4UxNjbv3aOnn50W0knc5TzdX52cRkU0bv9vdbdG88d17D+vVCdTXUx+z0L/7TRs12HvgyIuXr5wc7WnJw0eP9+w7XNnf187WusDFurm6ODjY7dl3qGP7lvXqBJGcPUapRKppbeTi5WtBNdUNPFesqH5mMjIzyWdJSExcunztnu3r6MHLh+qEXLhcybciPUihw5evXH/2PLJm9SrMJOZ+NWFhT6tV8S/kUWxt1Jt5885dTcn+g8c0wy2bNz50+MSK1f9NGv/mDjP0AndGRibziGZmpvToL/zpc80tbgpfWoE6tGtBn8zf/5o/9dfxTGqFHt2IxWLmIT7PhJ+nLZz3e3D92gQ+HQLQAAAAkFee9HP0g2+TfmYgA/15rt5+LJMrerZroMfhE4AvoFXpZwYy0GWHXK7gcnDQClCm6esJ/X08aMeMPn/xOvJVbGTU64dhkUdOX8vOFvP5PEd7Syc7awc7KzsbMztrC3MzEQEAAAAAKBpbGyvav33nXq0gdYPKr1/HXb9+uygzuru5VA7w3bRld9tWzTRX9xOTUsw/0MwYvZavUCiePX/h5qJulS06JlbfQM/S6s0tksPCnpGcnwFr6stztRwccv7KvfuPhg7uU5THNTc3jXwRpT6gzvlF8eWrN2tWr0wHKniXI7miDCtWrd+8fc+vP40NrlerwBW+fuNOgL8Ph8Oxt7OxtDDLzMwiH/PRjZJIZZrhFavXxyck9u/TjQ43DK4zb8Gyf5at8fetaGD4Jqgbn5hkaW7GDKSnZzDPW3lv9Z24i7IyXxWLJWzTkh9cL2PuwuzN28k3akQQ6Wfd1mig/unsn7ccNyAJpOI5WZ0K6k8Tc9YMF0qKi1a1AAqgDfDFAjqGw2E3a1anSbPaAj6PaLEmjRps3rardlANTUm71s3/nLUguH4dTcmwIf0OHT3Zf9CoNi2bJiYl7z14hO51jxk15EPLpGfRx435fsy4X/p8N6JJ4/reXp4XLl598fKVqan6XPrjsPBuvQbXCqzu61Ph4uWrtKRmjSrks5w4ee7v2dMKST+LxZLvR00Ui8VVAirRL5mLl6/RdRs7ZhgztWb1KvQAZM7fS+PiEsRSaYumwX6+FfMvRCDgd+rQes++w9Nmzqlfr9b9+4/W/LdZM7V1iyb/bdy2ZPmahMRkR3tbWnI25GLlAL9ffhxLhwNrVN2+c9/4SVPq161Fj0em/DKu8KUViM5Ln/m167dcvnqjdlD1lNS0CxevNG0cnKfZ7KK7c/dh145tkX7+bLiWDAAAAO/RqvQzAxnoT0VfQZlcfY1EKNDq4zfQflqYfmYgA11GoAVoAMjDxcmGdoRUYkbjE5Ijo2KZ7sGZq3HxySTnZK6djYWdtTnt7O0sba3MHewsCQAAAABAQVo2b/Tv2s3zF694HRtvbWWx4J+VWVlFDddOGjeqz3fD23Xq16B+LVtb69DH4bdu8so3PQAAEABJREFU3T20d7OtrVX+yrUCq23ZtqffgFE/ThjVvGkwvWQecuHK+IlTW7ZofO785ZNnQng87r0HoZr6e/cfUSpVpiaiR6FPLl25YWFu1rdn16I8bq3A6us2bOvYfcDs3yfT0yP9B40OrFGlQnmvK9du0KmaJpZjYuNev47btn1vgQFoemrlfxOnGBsb1ald89mzyLj4xA7tWpKP+ehG7dl3mJ53trKyuH3nwbUbt8t7ew4ZqE51W5qb/TBy8LTf57Vo16NenSA+n3/95m0Oh7Nj8yq6CSdOnP191oImjepbWpgfP3VWwOcHBPgS7cM2NDSe8pNep3YZ0/+S3rpDvi6kn8uCBiMdFXpZ1/eJHxykp/1ldYYiA108NLlnzeeIAJR5eb5P8PUCumHc+O9cXR2I1mscXDcpKZmfK6VtZ2tds0bVxo3qa0ro7v3+Xetn/PH3fxu3S6QSLy+PsQuG0gOBQhZL9+eFAsGylWvPhVyKePaiS+e2ySkpzCQDff2e3Tteu3Z7/cZtFSp6zf5zSpeObcln6dalfeEVxGJxz24dz1+8cvfeQ3Nz0zYtm44eMdjDw5WZ6uLsOGPqpB9/nTlv4TJDA4PK/n5+H9jxnz51kp6e8ODh42dCLjZqUHfeX9OGjZqgmbp+9T+z5y0+fe7C/oNH7Oxs/P18unZqx0zq2L4VffRdew7euHXXytJixPcDbawtC19agRbMm+nu7nLg0HF6lFfRx7tt6+ZVK/uTz1XJrwLtCHyuzwkuiB+cSlw5gMXXs5v1kAAAAIAO0cL0M6PZcAM2l3XzoBgZ6KKQSNUNq3A5bDwt8CW0Nv3MQAa6LJArFAhAA0AhLC1MaVfV31tT8vJV3Ov4pKjo+JjYxOt3H+87dlGa08ictZWpjaWZhbmJpZnIwlxkYWZiYSYyERmS0iYqKsrR0XHs2LFz587NP7V69eoZGRkPHxZ8vq5z58579+6VSqUEAAAAAN5yd3NZunjWgkUr/py7qEaVgO5d2p8JuXT6zPmizOvr4715/fJZf/9z+coNQyPDSr4VhgzsSy+cF1i5UXDdX38cu3f/kYePnjRvGty1c5v4xITdew/fvf/I08N145ol5y9enb9o+a07991dnQ0M9Vf8M2f23H/23Htob29L608aN9LExLgojzvy+4H0rAhdWlR0jJene9dObeil/c3bdpf39pz526T2bVsw1SaNH3nh0lXRB+7RLJZIu3Rqe/7Cla3b9zo7OXw/pN93/XqQjyl8o0hO/DouIXHfwWN0nUcNH9i/b3eh4M3N67p3bW9uZrp67eaDR064ujhVqezn5uLMnN7x8vJoGFz3zt0HmZlZlf19+8/ozrQGrZ14FSuYbl6bvX1X+txFqreZkpJWQunnsIeR37WfPHhsp95DWpOvJfJZzMKZGx7efmpqIVq2bbKxyIBoscV/bt665sjOs39b2ZiRr6LRQPUrigx0MXpzDlylzJZJlUrmEpn6mwcxaCizmPc/7evz+LRPv1s0JQSgdDI2NnRxcdDTE5SK9DNVrVpAtbe/WtTYtnFlnpIK5b02/beswCUsWzS7wPIWzRvRTjM6eEBvZsDB3u6P6b+Qr8LERDRp/KhCKvTs3ol2uUvuXD2dv5qBvv7M336inabkRYtbmmGhUPDrT/+jXf4Z6bfZ/DkzaFfEpVWs4P0i/Fb+5XA4nB9GDaUdAS3wWdkF5g8b9vkAAAB0i9amnxlNhqhP7SEDXRRM0EfLb98DWk7L088MZKB1nlwmp2cQCABAkTnaW9GuWq5IdGJSanRsQvTrpNj4xITEtCdPXyYkpWVni5mpNlZmFmYmluZMKlpkaWZiZmpkYW5CvkBKSsqsWbMuXrx469YtW1tbX1/fAQMGNGvWjJSAy5cvd+jQYcyYMRMmTCCg3Z5FRrs525GSt3br+hlz/2CGy3l4+nr5tGvZJrBqjdx1Jvz20407N7f/u9nMxJTA59q4c8viVUvmTpsVVK0mUbej+Xrbnu2jh4wkAABlRlR0bGn8Rdm/y//OUxJYo0pgjeWa0dxNHefJGQgF/Ed3QnKXeHt5/Lss7wI/pEe39rRjhunR7ujhg2inmVrO0+27vt2Y4esXjtL+5vXLPrSoQh7XwEDvxwnvIgVTfx1fYDUuhyMRS+rUDixwqp5QMHxof9rlKW/UoE6eZ2Dk9wNoRz62UWlp6SSnRbcPrQ/VpHF92uUvr+zvSztSirBYel06ChoHZyxcSsQSUsIKTD9bu3OKnn6+dObO0X0XH94Jz84UO7jYVKlZoUv/Zt8keSzOlo7tPysjPathyxruXk6ftw5ZGeKDO8/VqOPn5GZDilXovYhH956179GQfFPIQBc7+vG5G/eq4e4FBAByedLjV2OhHsn5bsEXC5Rqv00bMeuv1Z27lMjpWQDQBp8TX2Cx1LvOCEADAADoEi1PPzNyZ6A5PEX9we+ar8OpvdwkMvVJTz4C0PC5SkX6mYEMtG5DC9AA8OXMzUS08y3vnrtQIpHGJaTEJ6UkJKYmqPtpz6NiExJT0jPUtzunfztExobmZkbmJiIzUyNzU5G5qbGZibGZmZGpyKjwvywXL17s1atXRESEjY2Nn5/f8+fPd+zYUaVKlRIKQFPJyclisZiA1psya02julW7tKn3oVYhi1eAX0A1/8rJKcl3H97feXB3v669J40ez+W+2ZfLzMrIzMok8GUkUklSSrKmZbjJf027dvsGAtAAUKZcv/3g0rXbQo8vaGAWvp3Z85ZUquTTqkUjAiWDbWpqPOUnZVoaKUkfSj93n1Gk9LNcrvj7t//2bTvD5XGc3eyMRYZhjyKfh0f3+opNPud27vj1uNdJMxaPqte4CvlcuzefXDZn28odnqS4jez9e7VaPt88AE2QgS4+mutiFAGA98mkMjmHxyXq7xN8t0Cplp0tiY9P8iznTABAR31OgoHnVMlyxGYVE4MGAACA0q9UpJ8Zmgz0/UMcQpCBLpjIyKBBoB9+rQafpxSlnxnIQOsweh2Ox9XSNx4AlGoCAZ9pKzr/pJjYxOTU9ITE1KTktMSUtJjXifdDIxKT0zWNRpuZGluYGRsbGhgbGYhEhkYGeuoBIwMXZ1c2R9m7d++XL18uXbp06NA3N7+Li4vj8/mkZNSsWfPp06d2dl+jXWH4QnSf5PjZa1dvPezVqUlg1YqkhH3XvW/zhk3ogFQm/W32zLVb1zs4OPTr+ua+lgtmzktJS/2M5p/p/uG9Rw8qVSxVTTCWGPokt2zc3NrCigAAlGHxCckkIdlR3zQ1JZ2YWRMoJVJT02Pj4mf/MZlACWMbG5MSU0j6WWhQpLNhB7af3bftTAU/t5mLR1tYq++EQ0/FvI5KEOqV1CFM4aJfxtO+X0DxZ5d1DzLQxSjnQ/QmAN2rfM1yptjDhzLtyuuIg8/uESYAzZXTbxMei0vYiIdBKfbgQZiHhzMuNgHosM/5eLMNTPgeNQkAAADohFKUfmYgA/1RfB7X3dmWAHy6Upd+ZiADravQAjQAfH221ua0y18ulcriE1OTUlITk9KTU9NT0jLS0jJfvY5PS89KTc/KysoeNbjnqeOHnj17Nm7cOE36mbKyenfptHPnznv37n316tUvv/yyZ8+ecuXKhYSobyD++PHjsWPHXrlyhcPhVKhQ4ffffw8MfHcv8rCwsD/++OPQoUO2tra5W5KeOHHirFmz6MDy5csHDx7MFCoUiiFDhhw9ejQjI8PPz2/x4sV0geQDUlNT6eOePn06MTHRw8ODzqhZDpSQ1LTMf/7dffr8rQE9W1hbmpGSx+fxp02c/PDxo4UrlrRv3obD5frXr0bLbayszx84TQeyxNl/L114486NJ0/DbKxsqvhVHjt8tCbUK5VJl61deeDYwfjEJH8fXz2h8NL1a4c27ba1sR3545jjZ09dOHhm3tIFJ86edHF22bpiQ8jlC2u3rn8c9jgjK8vTzaNXp25tm71pPnDm/Fnhz8L+9/2YqbNnhoU/oUto36Jt9YAqfy9fFBr2WF/foE3TlmOGjGR/+KrqyXOnlq5bRec1MTH1q+D7y/8mMetZ+CYUuJ4d+nWpVT3I27PckjUrXkS9KOfuOWbIqDo1azGz7Dq4Z9POreHPwiv5+DWq17B35x75V6bTgB63792mA0e2HfBwcaMLvPvwPh31qK7+xA3rN5huaREXJZZI/lm99OjpY0kpyYFVa3Rp25muSVp6auWGgXRAZCy6dO0yl8Mt51nulx8mubu4MXP9t23j4ZNHHj15bKivX87Ta9TA4f4+fppl0hfur4VzLly99CrmlbWlNX26xgwZ4eTgRCc9ff7s9wWz7ty/w2FzPNzcxw0bE+AXQAAAvowoy2DF31tatazfqHEQh4N8TCkgEhn9PXsagdIsd/o57Kz80AzyqennjIzs1Yt26ekLfv9njLmViCmk52EcXAr7McP5U7c2Lj/w9MlLkalReT+3UT/2ZJLT4izpygU77t54EhEWZWlj5hvgOfiHzswk6tdRi8+fvLnr3IJV83ecO3nDycXmn02/5Fly29qjkuJT6UCbWupbapy4s0og5F27cH/buqNPQ19mZ4pdPO3b92jYpE0QU18ilq1bsvfssWupyRkBNcq36Vq/Wi2fxX9u3rrmCJ06qNNU2q9UtdzijT8z9SOfxSz+c9OjO89YHJaLu/2QsZ19AjyYSa1rDvfycR04uuP6ZfuvXrjXqU8TOjX3uqWnZbWoNowOhJy4WcerLx2Ys2pcjTpvfhb48M7TKWP+iXgSZWlr3rlPE7omTHnU89h/F+9+fD8iPjbZztGqbuMqvQa34gt4zHKmj1+2dt/MpXO23rvxRK5Q1m1UecTEHvqGn3BRBhnoYsFcHlO9bQG6mYtPQydvAlCGcVhsJgAtlUjlPAGbw1ZxubjIAqXai8gYR0cbAgC6C6chAAAAyrRSl35mNBmiX7mleg3vH+KcWaGQyaRymYye6qUbwmwRAYBPV0rTzwx1BrqvXZaY/Lgi7WlUtlQmVcjlmtsX4muhlJLJ5FwOfpQPAFqBz+fZ21r4lnevX8u/fYs6/bs1Hz24069j+86eMmzFnP9tWPKLv6/nrl27aM1x48YVshy6y1q3bl07O7vff//9f//7Hy25d+9e5cqVQ0JCWrRo0blz5ydPntAKx44dY+qfOnWqSpUqe/bsadasGS1fvXq1ZlGNGjUaMGBAnuXT2W/fvt21a9eaNWuePn26Xr16jx8/LnBNsrOzg4KC/v33Xx8fn0GDBsnl8iFDhkydOpVAyXv45PnE6ct3Hjwnk8tJyeNwOM0bNklLT71++wafxxs9ZKSL47ubfqalp2/etYXPF/Ts1IMv4O88uHvA6CH0jcpM/WvhnIUr/zExMe3Ysu2zyOfHzpxs17yVrc2bH1vSaj2G9La2tPrf9z8M6NGflpy7GHLvwb3AqjXpI95/eP9/kyfuP3pQ81ghly8MnzimSb3g0UNHKvyJDrwAABAASURBVJWK2f/MG/DD9yYi0ynjf67s679kzfJl61Z+aCu27981ZNyIxKTELu06+/tUOhVyukOfLrEJcR/dhALXk1q/Y/Mf82d1aNn213E/JyQlDR034nW8emlHTh2f8NtPMrmsS/vOdE/y4PHDBa5PlzYdalV/90OFLm07ebi4CfgC+vTSrmbVGkVf1OzFc5euXeHs6NK+RbuwZ0+v3bqumXTnwX0PV48/f53RtV2nazevdezf7enzZyRn53bH/l1JyUltmrWq4F2RPu3dB/d++eolM5dEKuk/atC6rRtsrKx7d+lZzt3j5LlTyanqONHj8Cft+nS6cetG/aB6zRs2fR4Z2W1In3OXLxAAgC9GT87t3n1ixvSl4U9fEoB8jI2NHt0JmfrreALFIU/6+cBvn9z2M3Xr8qOUxPRm7Wtr0s8fdXDnuR+HzU9KTG3dpX5Ff/cLp24N6jQlITaFqOPUmXu3nBIIeO17NKJHT4d3nx8/eI6mVV2i3iVTjuw109zKdMgPnbt+1zz/wrv1b1apajn1wHfNB4zqwOGqYwyXzt55dC+iSmCF+s2rh96PmD5++Yn9l5n6S+dsXb98v4OzTdN2tSLCX92+GkoLq9XyYXLJ7boH04U0a1+Hqfz08cuBHSbfvf6kZj2/Bs2qRz1/PaLnzKvn72sePfJZzNSxSwIb/J+9uwCIWo/jAD64oLu7RcqipFNCbAXsVuzu7m6xO7BRVMAWERFFRUSR7u6uuwPefwxPHiUiKPH7vHNv91/cttuOxXf/9Rk3Y9DAH0MxoTlCYyOTSfLKUqgFvaRkft7punvNOXEpYbsRJqXFZXs3XHjrE0yUR0cmPfd8J6ckOcTZIi+38IKrx9Gd15hDlZVWTBu+obqyauG6CSZW/R7e8j196A72m6ync+oMwS+UhHpR/E6y4tW10hlVcKHkN6HlVFVVhQEA/o+BflIYjGr8BoEq+D0BnVpqWpaMLFQcBkBXBteSAQAAgO6rk6afCVAPNABtq1OnnwlQD3TXgy7jkaAGaABAJ0GlkOPj40VERMTEmqsvDf2dHTly5MaNG5kl8+fPFxQUfPPmjZwcnkndtm2bgYHBrFmzYmNj0c8g6srGxvb27VsVFfwx0I6OjiYmtRfjBwwYQKFQ6kaiEUVFxXfv3hF/8m7fvu3k5ITGwIxT17Vz587w8PBHjx4RtUqjCZswYcL27dtnTJssJSmEgXbGYFTe83rtH/h12tiBGqoKWDuTEMMv80TGRluZWs6fNvvj549EjhYRFxG9ePSsTh9t1L6qetmyjavuP374OsDPwtg8Nz/v0s2rthbWx3YfQV3nTZ9tPtw2LOpnpB7tX9la2CyYMZdZMnXsJPQiEtLTx02xdRp06ZbbYFsHZg+71m8zqAkH99Xq4zh1jLG+4ZEd+9FbNJ6X/r4PHj2cM8Wl4fRn5+bsObrPpL/Rib2u7GxsqCQ0/PuoqWMOHDu8e+P2ZmahqelE2KnUW+euSYpLonZ+Xv45K+Z7P/OeOnby+0/vUcm21Zu01DRRS35BPtYYp6GjMrKz/AMDiLejhzu98HuVnp2FFi+znxaO6t2nQG5unjMHjmP4lri8qLiI2Wmgte28aXiN8mhedPvpTpgz5dAp16M7D6BtfOfarUoKSsTSuHHv1rqdm67dvblyPn4DxrFzJ99/+rBi3pKZE6cT4yksKuDlwYNNm/dt4+Plu3nmqpSEFHq7ZPYCx2ljN+za/MrjKQYAAG0hLS1r355zhoZ9R4wcwM3NiQEA2kFj6WeW300/I5lpOagpp9DSPFBeduHJvTd1jTR3Hl/Exo5XYxwZmuDivPn0wdtrds0QFhXYf24FkWCes8J524rTTx+8ff86xNCiD3OyzWx0ps4f1tT4x0wbmJNV8OVjpOMkG1Hx2oelOE+xRy8xCfzt6Kn24+1XuV99Zj0Yf1R1cGA4NzfH7lOLUfvcldXFRaWoRd9EKzo88b3fV4eRpj21fu5mH9p2hYeX6/j1deJSwujtjEWjZjtv2bfxwq0X+4ke0lOy959brmes2ei0ofmdPHeo2xlPGXkx1FKv68od08xt8aesTJ4z1NFyiecdX2KuTa21j99Yp9kHr2d6+sKR00dsuH/Dx2WpIzdP7c/jsDEWLkudUIuFnW50WMITD/9F68Zjvwnqgf5D1T+uk2EAgP9jMBhVlVVwewDoAjIzciQlRTAAQNfVmhqgqytKaNHv0AsDAAAAQKfVqdPPhIb1QFcyGFAPNFJcUoZeGAAt1gXSzwSoB7qLQT/qFDLctQsA6BzQX5msrCxpaelf9jlr1ixm+/fv3319fWfOnEmknxF+fv6xY8fGxcUlJSV5e3ujHubNm0eknxF5efnmR87Gxsa8vO3o6DhmzJhnz57FxsY27PP06dOWlpZE+hmruTRO1AP9+PnrQ6fvHDt/79TlB+eueV2+9fja3ee3Hvjc83r98In/oxfvn/l+8PH/7Pcu5N2n0I/B4cHfor+Fx4ZHJUbHpsQnpiWnZqVn5mbn5OcXFBUXl5WVV2CgaZlZeTsPu7meu5dfUIy1Jx4ubtRsqsJpIjqM1WQjLIzNUEtcUgJqxsTha05frdrMCj8fv3oP1YjoqLrDjhnhXPethLgEs35oJXlFFSWV6Jj/9c+sfFpEEM/ZS0nU9kwmk/tq9U5IbrzS0Kc+z/Ly810mziDyvohGT3W9fjrBocHNz0JT04nPDi8fkX5GtNTxpEtKWmrNJOGFF65dJuqQRnONtVYLRyUtKVVcXOTmfgOr2RL5eBuvgtFAR79vr74fPn8g3qIlwFwaliYWqJmYnEi8vX7vpoyUzNSxk5nDEunnqNjowKCPzsOdiPQzUT7IdlByanJaehoGAABt5+3bzxs3uL558wkOwwFoc22VfkYK8vFdUCHRlu7t+D77mJ9XPMFlEJF+RnpoyPXW6fn9Swzxlkg/YzW7ZIZmvVFLckJG3TEMHWOJ/SYxCUEi/YzIKUooqEjFRiUTbyWkhNERx71rLzB8J4qFl4+rqZHU1A8dMcTZgkg/Izy8nNaDDNKSszPScpkjbyr9/EvqvZWIFn5BHqUeMomxtXtWaKqI9DPCzkHt218dfXEpCZnMARVUfh4/9tRUKC4qzcspwn6f9XTOfvY1dwlCPdCtAhVnANC46h93CMDPCOjMyisqiopKxMSFMQBA19Waa8mMnOQs1zGoRWL7Z1au1p8CBgAAAMC/0gXSz4QG9UBXUH906s7VGwR/jwuPSerft6emqhwGwK90mfQzwbgP91KG+P5r6VAPdBdAZzDIUAM0AKCTQH9fpKWl8/Pzm++NTCbXDUl///4dNTfUqNdnRkZGaGgoajEzM8Naq1+/ftevXw8LC1NUVKxbnpWVlVGj4Z9FKhkz1NHAn3LKwO8upONNdPW8El05Ly4tx4sZVTUdiU61r6rqqpono9a8rfxRXlmF/ldBo2OgWe8+hX4JjZ45cXA/LRWsfaRk4CEMZtq4nvyC/BMXz7x575+ckixeU4V5UWEhs//Cop8hjILCQjGRn1XmkEgkCTHxemN77vvCzf1GVEwUjU5HK1hxaQkD/4P+6x1LXm5eOqPxtYWor3r8nMn1yrm5eZqfhWamsy6BmmhyUTGeARo7akxMXMwdT4/vEd8nOI93GjqSQqZgrdLCUa1bvKq4pHjj7i1PXj6dOmaSuXGTm7y0hOTnkM9FJcU8XNxoWV2/e+vhU++o2GhhAUG0hAuK8FnOzM7Ky8837W/ScJlHxeLhpMOnjqJXvU5ZuTnM5HrLUemkHqkSO45cwwAA7UUGf/lewjoqdDahqQPskpLSq1ceBgZ+W7x4IgYAaCNtmH5GhETwXaDiopbWoxEfg98ttmDirnrl3NwcREtBfvHVU54f/L+lJmUSVTgXFZYweyORWJn1Ov+WNy8+37v2PDYyBR1woMOX0hJ0VFKJzhfNXzOuuLjswObLvk8/Ok+2MzDv3dQY4qPxKT935C561euUl11ABKzF2ugxOFR2aml6LvNtQmza5RMPvofE5GYV8AngNyUWF5U0OiAPH961pKhUQIgH+302s/H8d9CjCqgHunWqqiDfCUB9EH0GXUN6WjYPDzdUtQNA19aaLZzlx4naagYNAwAAAEBn02XSz4S6GWgWVobZdAwy0DQ6fn6TjdrK6/SgW+li6WeChQ4vakIGugvAL2iRIAANAOg0VFRUfH19y8rKODg4muqn3t8g4u3q1attbGzq9ampqXnnzh2splJnrLUoFHyHkIuLq9HJcHBwWLZsWb1OvbXUBfg5sPZBo9Gr8AORmn/VGNFSVfPmR0nVj8Lq2r7wTtWqyjLE4NW1feIPKK76cVzzs1nTc/WPJlHOLMTHWPM/7F/YfuhqU53IZJKNua6WmiLWbgI+BKCmjIRMw04paSnjZk8hsbI6DLDvo9nrW0TYkdOuRCdJcUn0uuvl4TR0pLSk9NNXLyKiIxe6zGcO23Cf6siZY+hlb2XnMnmmuIj48Qsnc/JysT/GUpOvO7Rtn7Dg/yrsYWOjNj8LTU1nMzjZOXau346mf/fRvRt3b3F/eNft5GUO9tYcLLdwVDJSMm4nLr0OeLPzyN7pS2aPGzl688oNjY6wsLgmjF5dXUGrmL1iQVBI8EiHoVNGT0BvN+/bUbdP4li4HmI5zJo0w1jfqF6nHkqtCd/TSZXxollrjUdzsLNxsFOpVPSTQ0YfDTvbALSVjKD9FfmxVcobOWoQm1kH2cqIv7O+bz++DQxuqh8dHQ1HJzsMANBG2jb9jEjLiaJmamJmC/snfnw27Z8tKPK/B1ZQ2PCDjvSU7AUTd5JIrJb2+uq9lSO/x58/eq/h4L/r/FGPC673LOz1JswaJCImePnE/fwfdSRLyogcvbL6vd/XY7uvr3A5MGys1dKNE5uYcrw53mWQnlH9Op6ZdTC3x08rmrZVsw6q9VJ0GGmmqCL19GFAWnI21m4gAw0AAAA0lJ2dLyzMhwEAurRWxRrIP667MOAplgAAAEAn08XSzwRmBvqrJ9q3gQw0Vl6Bn9xkZ4MANPiFLpl+JkAGumuorGxRhZEAANBBDBw40MfHZ8eOHVu3bm3hIOrq6lhN9bTm5uYNu8rI4HHVkJAQAwMDrFWSkpJQs0eP2kdRM2vuERYWlpCQKC4ubuRzq+hYdTnWPqh/docetSve4NdLXWmys52oiABxmIa1g7SM9Cc+z6Ulpfv2aqRWvBMXz6SkpTy74y0vgz89RlZGrm56ePeG7fNXL7J1GqykoPg9IszWwnrq2ElNfVB6VuaRM8dGDRqxa8M2ouTxyydfw75hfwx9Omry8fL119HDfnMWWgeN6sQe1zXbN9y6f8fnzauB1i0K8NFptFaPytTAGM3diMnObu435k2f0/B2VhqdFhYRJi4qxsPNc//xw9dv/Xau3+Y4eATRdf/xQ0SLqLAIDzdvZGxUw49QVsQfzk4isTa6GFuhmhUr5aDJSYtkYSb4AAAQAElEQVRxc3FycbFzsLOhjRT9oMGeNgBthSuZVsqSWyUjwV2DnR2/1aCDbGXECcbQiJhGu4qICIwbP7hnT0Wszu4HAOBPtHn6GdHooyIkwvfg9iunKXb8NZUTN/HRtS1ySpKoySvA3VdfrWFvV095pqfkXHu8W1oefxyHlLxYvQB0K2Rn5l1wvTdwhMnqndOJkldPPoR/i6/bj76JVj99tZmOmzyuvZgyZygznE2nM5j9yCtLoSaJlbXRKf8tdUf7S6473KTkxA5dXEmtOVGflZH3wusd1p4gAw0AAADUk5dXICAAAWgAujhW7PeRBaVEl3tLbA8iCclgAAAAAOg8umT6mWDjwtnPAZ+Lr55k37MMGq0Cf+p2ZWXVj8rfsO6ktgZoNioGQNO6cPqZYKHDu3SseGkFtvp0YUxyGY1OQz8LxPxicAm2k6DXPNIUAwCATmLWrFliYmI7duzYt28fszApKenYsWNNDaKmpmZsbIx6iIr6mVbMysoiWkxNTVFz165d8fHxREl5+S+iyQzGz+vxKSkply9fNjMzk5TEkwoiIiKoa0REBNF18uTJvr6+t2/fZvafkZGBgb9IRFhg+bzRK+aNERURwNpNSlqKy7K5aM9n8az5FHIjCfLUjDQuTi5REVHibWQ0virSf6xIvNw8pv1NZk2ZucRlgd+DF8d2H+Hi4Gzys1LwwL2UlBTxtrS8LCktue7YWs3azIqHm/foueNFJcXMwqyc7JbMwu9Co42JjyXaNXritygUl5a0ZEBBPoEKWgVz2JaPKiwyvLCoALVQKVRlBTyjXPKjNzqNzuzt5IXTmdlZAwfYo/bU9DQMr9K7tsJC9C0Xl5YyZ3mY/aDQ8O++/q+Zw+YX5KOmioKSdp9+V27fiEuMZ3Zqkyq6AQCAiUqlDB9uvWHTXCL9DABoE+2RfkbYOaijJtoW5BYtn743I+3nLsHNC4+JtwLCeP0CCTGpRLmpVT9uHs4Lrh4lJT+PSnKzCoiWjLQcTk42YdHaPdu4SHw/EJ2hx/5AahK+vychLUK8LS+lpSXjx0oMOj7a6LDEosJS1EKhkuWU8F3Q0poJ4xPgwScgKoU5HnklyV7aKnfdnifFpTML837UJN1ygsJ88VEpLT+pmJaajRYI9Uc1JXHR+CTR6X+0TH7JZjZXP3u8MrtQL4rfSVa0P8mgM6q664USAAAAIC+3QECAFwMAdGmtDDdQpP70/kgAAAAA/GVdOP1MsHHhpLJj79yhHugfNUB3xRryQFv5X/rZJ+/Y3fwuln4mQD3QnR2DwaBADdAAgM6Dm5v7/PnzEydOXL58+Z49e9TV1SkUyrdv38rKyhwdHUVFRRsd6uDBg6ampr169RoyZIisrGxwcLC/v39ERISMjIyWlpaLi8upU6f09fXt7e1RVzc3t+anISoqasCAAf379//+/fujR4/odPrGjRuJTjY2NidOnLCwsDh06JCTk9OaNWvu3LmDWqytrfv16xcbG+vl5XXp0iXHkcMw0M6oVMpQW6OBA/q335+54xdO3rh3Mz0zPT4pkUqhbFm5Yajd4Eb7tDQ2f/3Wb/G6ZUNsHXzfvnnq+4JCpjCrbV6zY4OkuDhq+RrxPSw6oqdyD5P+xk09n0FDTVNaUvrqLTcyicTDzXPpxpX8Qjx3GxL6VV9bF/sDIkLCy+Yu2rh7i53jIDMjU3Y2tsDPH0kkksel22h3rvlZ+F1PXz3fun+HrYWNqLDIE59nbFQ27V59WzKgvo6uu9e9lVvXmRma5ORkr12yqoWjOnX57LuP7+0sbSoqyl+8fikvIycrJVNcgidy0AirqqtERUQ+fw0ODPqorqo2d4oLKjc3NN1//NC2gzsnOo9PSk5yc79JJrHGxMUUFRehJT97iovXs0dzVy1EXTk4OKsrK2963Nm8cr21mdXaRavGukwYNHa4pYmFpLhEeFT4py9Bz257S4hLYAAA8Me0tFTGjB0kKAj1qwHQltop/UwYNX5AeEiM77NPo62XySpKCAjxVZRVfAuOzs8rclniKCwq0FNT/umDt4X5xduOLhAU4Zu5ZNSBzZfH2600MO+N9mm/fIxgJbGedd+MdskMzPu8ex2yeelx60EGqOXN809kCiksJA77A6oa8hLSwu5uz0hkVi5uzjuXnxYV4LfDhYXE9tXvefWMV9D77+a2urRyuv/LIGl5MUlZ/Jirj25PEpqqI+45Wfk0Gt1sgG5PLfn5q8fNG7998tB1RpZ9xSSEosISv32OdHu8R0xCsOXT06+/uudt381LT8grSaFJmuAyuPn+ja36vfB6f3i7m5qWwsPbvvFReCg8/Ftcf9NeWHuCeqABAAAAptzcAmUVOQwA0KXBtWQAAACgW+jy6WeC+SS8NjLIQKspy6AT4hwcbBgAjekm6WcCZKA7NQaDQYIaoAEAncrAgQM/f/68b9++9+/ff/jwQUpKytDQ8MCBA02lnxEdHZ2AgIDly5e/ePGCj49PX19/7dq1XFxcRNfjx4+jYW/duuXu7t6rV6/169dPmTKlmQm4fv36s2fPduzYgYYyMDBALWiERKdhw4YdO3bs8uXLQUFBTk5O3NzcaCIXLVr0+vXrT58+oelctmyZiooKBtqZXj+18SMHCLZz3TNhkeG8PHyaPdVMDUzHjnRWkJVvqs8xw52ysjPdPT1CQr+qKCrfOn3V7/2bfccOfQ753LdX37lTZ5+4cOrZq5fM/jV6qrudvMTNydVwVOxsbK67Du47dvDUxTPiYuIOA+xGjxg9beHMM27n/zAAjYwbOVqQX/Cc23mvp94Kcgo6vfspyisS+3LNzwL2m9SUewwwswr+9qWktFi7d7/p46YqybeoEtPhA4e+DXzn8ehB8NdgUWGRWVNcWjgqC2Oz/IL8B0+8+Xh5B9kMnDt1FnH0ivTX0cvMzkTj7K3Ze5HLgunjp6CFjE9kj56Ht+87c+XCjgO7lBQUt6/ZjIZduHbJNfebLpOmo0+/f/nO9kO7vJ49LijIl5WRHWI/qF/vfmjAXuqat89d3310X8DHAB5u3t4aWrOnzOLg4MAAAODP0EiMceMGWxnpYwCANtWu6WeEnZO6zXWB553XAT5oFyYqN6dAXEJo3soxzlPtiB427p9z9sjdr58iaTQ6Gztl+FgrASHe62e9n3u+k1WQ0NLuIacoiaYRnV0bOtoiNyvf+67f96+xCspSx66vC/T7eurg7W+fozX7KmOtgj5x6+H5J/ffunrKU0Rc0Gqg/tAxFsum779+3ruvfk9D894FeUXPHwbw8HFZO/SfOHsoKyu+TKTlRBdvmLhv48XzR+9xcrFr9EafLt9TS+HkjQ3H9twICvjOxcOh1ktpwqwh7By/9wRFlyWOkd/jX3i9R+3aBuq/DEAvXDOeRCI98Xjj/zJIo4/ytqPzD2y+fPXUw8lzhmLtDDLQAAAAAKGgoIifH2qABqCLY6n7oBMiF4WuMZeXl0/bnVVZTbqxVQEDAAAAQCfXTdLPTK8ulb5zx592pzWIYTadTKWykchkdKoRndpjqYEB0I11q/Qzk8/Hwv3X0jnZsJ0zeZWkOagUKvpZYK2BwRn/NmW9IEpBhLZ2LJmbm5uLi4udnZ1CoRA/v9jvu3zjPvr1Huc4CGsLxF9DOp1eUVGR4TupujS+x6jXGAAAtBVWdoylSzx/o4qOVZdjoK2Nn7NNQlxo6uiBaj0ar3Xmx4nZyvJy2thrO1MKcxbZjh3a1wzrMIqKi85ePX/s/Kkd67Y6DRmJgfZUWFTQz8pg9HCnbas3YR3Sx7iw5TcPsWIsV4cu5+biRPt9HOxsVCoF7bzB3jUAbSXxpUtpVkhVn1vcNdDhFZVK7SBbGXF4defBU+9nr/kVeH3Lv7nN2SYrKNZon5WVlQw6IyWtdMaOEn0Nrg3TpbC/5cq1Ozt2H7564Zh2v7avb7WwsEjfZKDzqCGb1i/HOrZONKkdnOvtjEdvC9aMqVBTZOPgRn/82KhsVNaarbI9Nsz2Tj+DLu/piZKgRxWoRcOBbjKrikKlkClkVrhQUgexfdFp9KDUhMHPzqCSq/bTrWR7YgB0Y+e/vVnr74FafI2mCfHxcXJzsnGwU+BYD3Raa1YfnDp1RPOVQDOPWZISUtZvOIRKNq9doqrcgQKT2Tk5O/cc8X/7vrikVEVJwdLceN6c6a3bJFPTMq7furt04Wyskwv9Hm4/ZMzUSWPhGKed+L55f+LcVbSWbdu4EP0t4ODiaOrPgeuLWzfeP91vNUtJTAadu+Dg4EDnLshk8t/8q8GKtUpF1NsSfzd6ajgGAAAAgI6tu6WfsZp6oPuPxOfuqyfZ9yyDRquoZDDQcQtaCMTSwADoruqmn68/ze0m6Wesph7opWPFSyuw1acLY5LLaHQa+lkglgP2Y7GADojOYJChBmgAAABdgvNQy11rXZpKP3dYX8O+paanEu083DzafXRQC4nUylPKAAAAuhh5Wcn1y1xEegpXs8JhdSOu37xnYjk04P0nDHR7J07cKCgo/K1BIP0M/pzNbK5+9vjzQ0K9KH4nWek0OoPOqIILJQAAALqT/PwiXj4erDMrKi5xGjfj3n1vTU210Y7DWEmsL1+9aXW0dO2G7RcuXsMA6FpaGXTIv7WWkRXP77SdIgk3wAEAAAAdVzdMPxPMJ3Gi5jv38q+eaG+HYTYdYz7NDip8Bd1WvfTzmYcF3ST9TLDQwR9xtf9a+urThTtnYkrSNT8LZHze0c8C8fx0DHQwDEYlmQQBaAAAAF3BYFtDrLOh0WkL1y7LyMywNDGTkpAO+R4SGPRRXkbO0sgcAwAAADCsj2bPiooKDDSBRqfn5RdgEDEEGPYlODwyIn74cGsTU+2WnICqm36OeQvpZ9B6NrO5UDPoUUWoFwXD6Caz6NiPgAhcKAEAANDlFReXokui/PydOwDt9ehZdHTc7u3rxziPIEp+98460EF8/vKtb29NDLSDVlbXwcLGjZrV5cUYAAAAADqqbpt+JtStB/rFcbweaAadDvVAg26rm6efCVAPdKfDYDAoFAoGAAAAgH+BSqEe3LpXX0fvpZ/v1dtuRcXFU0ZPvOR6VoBfAAMAAADAr0wa7/TyibtBfx0M/LFvoRF0OuN3O3UoZWXl16557tp5JiUlo/k+66efN2CQfgZ/AuqBBgAA0G0VFhazsVGp1M59mSk9Dd97VFKQZ5bw8eFVPp06e1lWuW9gYFDdngfYO1rZjUQtKanpS1Zs6KdvbWo1ZPX6bVFRsahw8IhxL3z8CouK0YDotXu/KzEU2itwPX7W2m6UqpaBpd2IrTv2V1TQiE5Pn73qpWuRnpE1ffZizb4mRuYOy1ZtTklJmzl3qaG5A+q0YPGawsIioudGP/SfaGqOzl+6hmb8zt2HzD7LyyvQfI2bNJt4Gx0TP3n6fDRfffWsnMbN+Bj0hdnnrPnLFXvq5uTkrlq3FXUdOXoKKnz9JgD1r29si0Yywmnyvfve5bO/eAAAEABJREFUdSfjvufjISPGq/c2Rp3QUENHTnj63Lf5KQSt08oANCsHfnsEBKABAACADqubp58JzAx02FM8A02n07pDBjo6Pu3sjScv337BAPihYfpZTLDbpZ8JkIHuXOiMSjK5262lAAAAQMfRW0Pr/KFToW8+f/P7/PDq3bVLVklJSGGg/fHy8EUHft+2ehMGAADgh6DPXydOnW9qNUzP2H7spDnXbtxjdrp+y2PIyInaBjb2Q8Zu2ravtKy8mfE01fOVa3fUepsEfgw+fuqiw9Bx6JJ2QUER9ivoPOPOPUcGODjrmwxcsHRdRkYWUT5mwiw0NjPrYbFxCcyeX/r6o3L00db2jouXb8jMyiHKw8KjUM+nz17xevR8wtR5qN3vzXs0Ybv2HkUX3dGU2A0es3r9Dmb/yMJl67W0zXNy8zdu2WtsMXjc5DlEOepn3uK1aHrQpwx3moLGUFZe0cyk0ukMI/PB02cvrTtTaDLQNHg/ftH8vKelZa5at93YcojtoNGbtu6NiY1HY0MjHzl6GrOfktIy9GXVHcp5nMsI56moxT/gg8vc5eY2I3SN7cZMnP3A82nd3kK/R0ybtQR1Gjpq0obNe2bNW3bwyKlfdkKnd06duTx4xIR++tYOw8bv3udaQauNEdT7ftHCwf6FhITUHdtP3bv3vKl8Q8P0cyUDg/Qz+EOQgQYAANA9FRYW8/FxY52cunpP1Lx2625pWVnd8lHDB7GwsNz3eswsiYiKRq/BA21Q+9SZCx96PTE3MzQy1Hvy9FVqejoqHO04XFlZgY2NunThbPQyMtAlBly+evOeA8e4uDgmjXcWFxU9c/7qlBkLmHsI+Xn51vYjxURFtm5aLS0ldeuOh92Q0ZkZWcsWzRk9atiT5z5zFqwk+mz0Q/+JpuZo1PDBHBzs9x/+XGiPnrwoLCoeW1O7dnhElMOwMYEfPluaGTnYW8fFJTiOmebr95bZM9pFHzV2GloUK5fNmzl1IirxefUmOCTU0EBvoP2AL1+/L1y61uPhI6JnL+9n8xetzssvcBo1lEanX7txt08vDXNTw+anEAOt0sprycJzr2EAAAAA6Kgg/cxkPokTNd+5l4c9Rbs9DKs659u76iPeSmuuanCws2EA1Gg0/bxnfndMPxMsdPAbo/dfS199unDnTExJGqOi9zUpW/SzgBYXPPmx42AwGFQKBKABAAAAAAAAoLt79uL1khUbBAX4Lc2NyGTK+w+fAt59GDt6OOrkdt19265DPVWVxzgN/x4eefP2/fDwqGuXTxCn/ur5Zc9bd+xXU1WZN2daZlY2H9+vH5bt6fVUQUFugKVpVEzcs+e+WZnZ16+cROUjhjtwcHIEvPvI7POuh9fajbukpSUdRwzOys558dIv6HPI7evnREWEiB4eej/l5OCcOmm0lqaasZFeVlbOzdseGho9x4we4f820OPBo7DwSPcb50gkEtF/ZWXVxClz7e2sF8134efHz3XEJyRNnDq/sLDI2soUXZUP/R7+wsdv7qwpzUwqhUK2s7W4ftMjOydPWKj2IQ8+vv7oSryFuXHz8z57wYr4+CQ7W0t2NupzH78BVmZKivK21ua37z5MTkmTlpLAah7Y/Tn469evYVpaauhtampGyLfvC+fOQO2v/QK+hYabGOlTqJT7Dx+vXLsVfQuDBloTvU2cNh/Nqd0AC7Qc7tzzZKNSJk9wbr4TgpYwWlC9NNXHOI8Ii4i6eOVmRFTMuZMHmKd6mN8vjfbP6ldDX9yTx28+BH4dP2Gwurpy3U6Qfgbtx2Y2F2oGPaoI9aJgGN1kFp25XXTVCyUAAABAfn4Rbwt26Ts4CzNDIwM9dDTx/kPQwnkzRw5zIB6dKiQkaG5q6P3oxaZ1y4mSZ89eoebQIfZZ2dno2MHWxuLAni2oZO2qxVQKfi103JhRz1++zszIWjh/JnP8/gGBt90fzJszfcWSuUTJ5au31m3aefPO/dGOw4iS6ZPHLVrggloG2lnrGA7g5+N1u3ySixOPYURFx6CDjtS0DAqF1OiHtkJxScn2XQc3rVvBxtaaMTQ/R4MH2t6++yAtPVNCXBR1unffW1JCDE02al+/ZTeaNfebF6SlJNHb5UvmDnOatGb9dv9XXsR40I66va314gWzmJ81feoE9JKSFEftM6dNtLQdfunyjWGD7dHb46cviIuJPPW6zcGBR3Scxs0I/vK1vLycSqW0ZJmD3wLXkgEAAICuptH0s91crj623TQR290y0GVlRAC6lUcUoIuB9HOjIAPdWdDpDKgBGgAAAAAAAAC6ucysnE1b96KL0JfOHSXiwugsR3FxCVbzkOV9B4/raPc+fXw/UR3A+s2779z19HjwaMQwh3rjaUnPAvz8u7avazQ83SjVHsqXzh9lo+LnFQ4cPnnmvNvXb+Famj3xlHNWDjMAnZ2Tt+/gCUMD3WOHd7HXXMX/HhY5eoLLwSOndm5dQ/STnpn1+MENIUF+4uq7qKjw2ZMHtfv1Qu3Vi+esWrvtgddTP//3zDrD0OmLAQPM582ewny7ccve7JzcK+ddiaEwvNK7Ih4ebuKZ1E1NqoPdgGs37j30ejJl4mjUiUajv3rtb2Fm1Hz1Clk5uRGRMVaWpru2rcXwcMA8Ss0NzDbWZrfvPvTx9Z8wdhR66/EAr1zN/b4XEYD2fvIcNe1tLVFz8oTR6CUhgccOpkwa4zB0nNv1O0QA+rLbrdLSsjvXz2qoq6K3R4+fO37qYmRUDFomzXQKeP8JfZUuMyYumjeDmEg0X1t3Hrjr4T1yeCu/3/aTm1tw5PBVPT0tJ2c7bm4uZjlxYj82oPLh+uqqShZIP4M2VDcDXV1NM51No2JUdBYUPxMK50IBAAB0RQX5RfydPwBNoVAun3f1ePjo3IVrK1ZvPnfe7eC+LZoa+N71kEF2aMfbx/ct2glHb58+f6Wh3lNBXpbBYPDx8b59GxgcEtqnlwY3F1cz4795y4OLk3PBnOnMknFjRm7atjf4y1dmGFdOToZoYWOjCgrwoxeRfkZ0+vV+4eOXnJLWr49myz+0eWhYMok8c86S08cPtCID3fwcOTsNu+V+/959rzkuU9Izsnz93i6aPxNdi0THFO/ff1q6cDaRfkbQ7AwbZL//8Al0IElEnJHxY0bV/SxmOaKsJK+qooyOkoi3YeFR5uioiqO2gkJdnb7v3n+MT0jspaXRkmUOfsu/P8ADAAAAQBuC9HOjzCdx9h+J71yGPSW/OM6g02noX2UXfcQbUQM0J9QADSD93CwLHd6lY8VLK7DVpwtjkstodFolg0EsK+zHogP/HDpHQ4EaoAEAnUUVDasq7wqv6goMAAAAAKAjefrMJzcvf/qUcczKkllZWXl58SjDk2evyitoLtMmMNO6s2ZMQs2PQSENx9OSnkeNGPxb6dieqspEpBjp2wePHcfGJzTs7dkL37z8gpnTJrD/uH6vrtZDR7tPSEgosx8HWyshQf66QzFzzCwsLKYmBqglITG5bg+jRw1ltqML7YEfPw8ZZMscCiGWUvOT2q+vloKczKMnL4lOfm/fl5SUDbA0w5olwMeHRv4u8OPXr2HoLRcXB5WKVzvXX18HzcWr1/hzoqOi4z4HfzXQ1/Z6/LykuBSVvHjpp6mhKicnjdolJESJ9DOiKC+roqwQFRNLvI2OjUcjJCLONVPYiyhsvtNdD09OTg7iOyU4Ow4hk0khX78zS373+22IG4sJDQ3xfRP0/OX7x0/8vbxfe3r6enq+eviwuVdTYwsM/Lpx47GAgGDmOWrUjPGv9FiNp5/FlUhjtkL6GbQlm9lc/QbiP4Dfvan+Z/CqBxiMrnmVBPwd688elxxuk5KdiXUbUcmJjhtWKI8eou8yIa+oEAMAdGz5+YX8/J0+AI3VZKAdRwx59OD6hTOH8wsKRo+fSRwXONgP4OLkfOiJ33OYnJIaHBLqYGeF4TU+kY8d3iUkJDjSecqiZesio2KaGXlkdGxJaWkPzf6yyn2Jl4KqDtpFyM7JxVqAhwdfwpWV9N/60F9avXJhSkr6lBkLYuMSfnfY5udIV7tPD2WlW+4PULv73Qfo6GDcmJGoPSoKPxjZf/gEcyj0Qm9RYXZ27aIgkUiSEmL1Pu7pc98JU+bqGdn00bNEH1FcUoI+C5XLykoXFhUxeysswP9qiIiIYH+8zEFDcC0ZAAAA6Dog/dyM7lMPdGlNDdCcHPCld3eQfv4lqAe646MzKiEADQDoPKqw6ioMAAAAAAC0tbiERNTs21erYaek5BSsToVkWE0VXGxUalpaeut6bng9u+WIcHN5eSO3k8XG4pftJ09fUK+cm+dnvWgS4vU/Oj+/8PT5K/4BH5KTU8VF8SvlRF3OBHT1XVxc9OdHxNWmmbHfn9RBDjZHj5+LjolXVpJ/6fOGi4vDpCZv3QwymXRgz+Yt2/ePmzLH3tZqxtTxaFii3NrKzP2eZ3FRyb0H3sJCgrt3brCyHen99IVRf73gkNDFdR63/eLVm+s370VFxzLoDHQOpqSkjMGoRGOQFBd7G/ChvIJGTCcx10KCgqjZTCc0/aWlZX31rOpNam5uHrP9T75fAhtLXlZmemkhKyuJxMrKwoL/+6PTRyXFpd5evgoK0mJiQsS5/WCP2sMKMSUyOzecmwJtTEadEuSNb/vRryl9R9F4RVmrSaRqVjgR2i2ojhteVFqCvmsRfgFJYRHzPtqTBw4R5RfEQMuU0Soc1y8vLC0ZYmSmoagkwMOLAQA6tvz8IkUlGayrQD/gVhamO7etnTpzkcd974XzZ7Kzsw20t37g+bi4pIS4odFhoA3Rs6mxwcsnd2/e9thz8Nj9h48P7t0ybMjApkYrLiZy+MD2euUiQsLYb2rJh+4/fOLw0dMtHGFkdMwwp8nvXntzcnBgLfbLOZo03nntph3o2OT2PU97G0vRmlAysS80Z9ZUM5P+9QZU7aHEHHO9TgePnDx45NQg+wFzZ0+TEBM7cvxMTm5tiLlfH607Nc/GsTAziotP9PR+ZqCvK1FzBNeGyxwQWnktmZ78vfzrUxYuPm7TKRgAAAAAOgBIP/9SN8lAK8iKSYgKCHaJ+1lBq0H6uYUgA93B0el0ChlWWgAAAAAAAAAAGGtjR+gNqyzFT5BWV7E0VstvS3pup/MAxFj37dooLCxUt7zuA53rfXRKavrk6QvQ2Ql7O6veWhrfwyJcT5xvOM56WFlaU73x4JoAtNfjZ/NmTX3+8rWVhSlHCx4uZ2Sg6+Xh5u7hdfjoaa9Hz3duXTvYYQAqtx1gcfP2/WcvfT3uPxrjPFxESHCgnTUqKSwqJroSg7ueuHDs5Hk7GwuXqRNExUVOnbmUk5tPdOrdS+P23YfHTpxfumhWSUmZ2w13fj5eU+P+zXdCC1BUVHjPjg31plNEWLDOQvvT7zenWsfcokJNkY2Dm4udg43KRmUlkVhqNDPULJdNjZZTqRQHB1NLawN09qN2/ayuHrih2m375qsAABAASURBVGNVdeo31i9PK6qrMPv5XHB2CrSVcH/agwP4lsjGU2m9Np/MSa2sJJGqqlir4bHh3QUHlc3ZyrakvCw8Mf7wneun7rtf3bDdQKMXBlrA0/91Zn7eqWXrBhuZYgCAzqCgoIiPr6tdMdfUUEfN+MQk4u2wIfa33R88evLi2QvfPr00FORlmX2SyeRxY0aZmhgaWww6cfoSM4tcQaPVHaGKsmJ4RFTf3r3Y2+L50k19KNPShbPR65fjqaigDXOcJCkptmX9yt9KP2MtmKOhQ+137j28Zfu+2Nj4bZtWMYfCau4yNdDXxVomPSPr4JFTTiOH7tu9iShBh1TM588sXTQnLDxq0rR5mhpqUdEx8rKy27esaeEUgt/VymvJjJzEwieHWbkEIAANAAAAdASQfm6h7pCBVleWxUD3Bunn3wIZ6I6MATVAAwAAAAAAAEC3Jy+Hn+yKio6Tl6tff5ukhDiGP+45TUZakihJTEyh0xmyP95idXLPLem5nSgqyqMmPz+fvm7fFg5y5tyVlNT0R/evyclJo7dyslL1AtD1EFmH6Jg47PehBaKn09fT+7medt/CwiJbG4sWDkgmk5xHDTEy0LVxcD530Y0IQOvp9BERFjpy/FxefsGo4YNRieOIweOnzM3JzeutpU7MTmZm9rGT54cPHbhjy2piVM+evfoWGkG0D3aweRf48ewFtxcvXxcUFqETXDu3rSXCK810UlaUj4yK7d1Lg71OrLwj09JSGTN2kKAgX71yVnKV/Ua61wZSehgl5DleUy9koEGbCPen3d9bXF2FUbjopssyuUTI1dUUrMGdIaBrkxGT2DFzHtEeHBUxeNWidWeOvTh0CvunsgryyitoMqJ/Wkl/e0tIT0VNfQ1NDADQSeTnF/F3iSrDnj57ZWFuRKFQUPsd9/uoKS9be2Rk2F9XWlryytVbwSGhq1cuZA4SGBikrd2bRCJJS0mIiggXFxcT5YKCAhUVNOLZL0TJiGEDPR5479h9aNP65URegkajl5eX8/L+9qJr6kNb4cjxs+ZmRiuXzsN+3y/niJeHe/Ag2+s376ooKxoZ6BGFKiqKujp9Ll+9OXKYg6KCHFGYk5MrJNTkoxISk/BHDDGPLkvLypKS8b8U6BiTTCazsVF0+vU27K/Tq5eGmqqKspIC6487b9twmQNCK68ls3IJoGZVSR6+TwyHXAAAAMA/Benn32I+iZNBxz4+6OL1QINuC9LPrQAZ6A6LBjVAAwAAAAAAAEC3Z21heuDQictutyzNjdDVdKKwsLAIXR42NzU8eOSU9+PnBvraWM1ZkWMn8ZSwhbkxagrw86NmbHyCjnZv1NJ8z/VkZuXMmLNUXFTE9dDOP78118rS5MDhk8dOXuijpcHFzUkUZuXkijR9NT01LYOTi0NEtPYhyFFRsRh+nzCjqf5Veyj1VFW+e9972tRxzNESSwlrgYH21pu27j3seoafj9e4JgRw+uyV67c91q9ZYmlm1OggHz996dtHE30jUpLiIsKCJSWlRDkqGWBteu3GPWsLEwkJ/BHP2v16KSnKx8TGjxs9gugnOSUNNaWlJIi3pWXlSTUldAaDTCahszE9VVVIrCQd7T6qKko9VJXYqLWZ5mY6DRlk+9D72b4Dx9esXMCMEVRUVPDwcGMdjIAA75ixDr16qTbaFZ2GIlGrLVcVv9jNmfGdDTLQoE0w089UbobRohRuURZWVip+zhNWrG6sj4pqDxnZiKQE9NvrF/L59AP3sPjYkvJyZRnZaQOHOloMqNvzOS+Pq0+9kzIzOKhsPeXk541wNuujXW+EU3ZufPrh3fWNO0x7a5dWlO+4fO7d969RyYliAoK6alrrJ00XF6x9DEJmfu6m86ffhAShqxm6aurJWRnoj/LT/SeI8/BokPVnjwdFhqNfexUZmfUTZ+iqaTQ6C9aLZ+UUFtjrGz3/+C6noEBZWmaJ8wRbPQPm9Dz7+P7z+etoSh6/D1CQlPTecxSVB4Z9W3/uRFRSAg8Hp5aSyvaZ8+TEJJjjvOB9/5zX/ZSsTFEBAWOtvltnzOFkY0flGhNH5RUV4sttymjUjL3pyU7tHPfbdGTVcA8GaK2WXLZDK1h+flHDm806nQ8fPk+fvVhQUEC9Z4/i4uLgkFAlJfkJYx2Jrmjf297G8sz5q6h9iIMdUYjmfe6iVXy8vBbmRtHRcRmZWU6jhhGdDPR1brs/WL5qo7mpUVZ2zsZ1y1DLEAfbi1duvAv8ZGyol19Q6P/2ve0Ayy0bV2K/o5kP/V2lZWWVDMaq5Qt+2efTF68io2LqlqCjIStzk1/O0Win4ddv3h3jPKLuurRhzXLHsVNtBzkNsDSTkpII/R7xMSjY56kHOt5p9NN7aarJSEtevHITHcLw8PCcv3Qtr6AAlX8J+dZfX+fYifMfg77YDbCIj0tELxkZKUtzY35+fIVsq2UOmFofgGbl4CUJSFRXlLCwd7jjRgAAAKD7gPRzK1hPxy8zQAYadD2Qfm41yEB3TMRN0hgAAAAAAAAAgG5MQkJ08qTRJ09fnuayWE+3HyqJj0+MT0y65Xamh4riEAebO3c90YV/IUGBwI+fP376oqvdx8wEDz/p6fTh5OTYsetwSmr64vkzm++5HhqNFheXEBkZ8+17eN/ef1rXo4iQIJqALTsODBw21szEkEqlokvpaDLuXD/b1AkHdFHcz//98pWbHAYOeP3m3YtXfhQK+WtoeFMfgU5fLFkwy2Xe8jHjXUYMc8Bq0s/3HjzyvHeFrQUJLRtrs207D3z5+n340IFUKl63XFpGZnp65q3b9xsNQKNTJUtXbuTl5TEx7h8bm5CZlUN8KGGAlfm1G/dGjhjELBnrPGLrzgMOdrVxOnV1VWkpiWs33MkkEjc395VrtwsK8FTZ129h6FvzefXmxJlLUyeOyczKRi/0FRgZ6svK4DWrNdPJ2Eh/oJ2V2w33D0HBBnra+QWF7wI/WVuYrlu9COswyGSSra2xjZ0xW81CbgRaIVhZ0brBxkmyWF70ck91Zhg7ZKDBH6pb97P+vERecVYKlUqmkElojcTvOGCBM5/dFo3BILOSKGTy84/vg6MjLfrqUinku74vFx7Zi1aMkWbWRG+bL5w69cBdRVp2rLVdVn6+35egsMS4egHoM553nwQGrJ803bQ3Xl5QXHzlqZemovJkuyEvP3+49/rFt9iol4dPkVhJlVWVYzatDk+Mt9LW5efm9XrrV0arOLlsLbEefo+PGbh8Afp0Wz1Dbg7Ox+/fDlu75PLabajnRmchIzeHRqdtmTYnISPt9AP3KTs3Hl6wnJneRhdKhqxcNNzUYs3EqQLc+CWAD2Ghozet4mLnHGNtn52f5xngZ714ts/h09IiosRcbDx3soeM3GT7wSExUddfPP4WF/1oryvaTmYPc3z03v9zZPiMQSN4ODnIP+7IAq1AXMmq2wSgher9wWr+71deXiH6EegCAWg+fl6nUcOCgr98Dv4qLSU5Y+r4ebOnCQjwM3swNzM6c/6qrk4fZk63vLxi3OiRvn5vr167Iy8vu3D+zFkzJhGdRg4f9Obt+7seXp8+h4iKCM+bM11cTOTwge1KSvKe3s9u3PLQ0Ow5dLC9Tr8+2G9q5kN/FycHR0vSz0hycmpyTaXLTEMG4ynwX84ROsTT7tvLadTQuoW9e6l73L60fdehN+8+8HJz9e2tNX/2NE4O9qY+nZ2d7aTr3l17jx47eUFCQmyQg834MY4Tp849deZyf32d0c7DY2ITDh87w7yLVVBQ4OqFY5oaai2ZQvBbWnktmSLRQ2LnF6Id/iAB0Kj2PlaETQ8AQjc/LwPp51aDDDToeiD9/IcgA90B0RmMP69nCwAAAAAAAABAZ7dw7gwxUdHb7g/OX77Ox8ujoqQ4f/Z0otP2LWskJMVfvHydkpImJiY62mnYssW1Z/pERYVdD+08c+Hqly/fftlzPdJSEqtXLNyyfT8fHy/WFsY4DxcSFDh38brX4+cK8rLa/Xopyss1c7bB2XFIVk72vfuPQr6FqSgruF04/uZt4KGjpz5/+dZUINvEWP/Kedcjx85ecbuNTmUoKsotWzybn4+vrKzsl5MnwM/Xr0+vwI+f7W0siZJVy+f7BwTyNVGBdHkFzWnU0Df+72/evi8nKz3HZfLUyWOZXfV1+2pp9jQ17s8sGeJg8+SZD1EhNMLORj20b+v+IydPn78iLiZmb2s52nHYjLnLzl+8pqfTx8hIf4Cl2YUrN4qLSoj+SSTS5vXLRw53aKYTat+zY72CvNzjpy/v3Huo3lPVwc66b18trMNQVVUYN2GwqEjj1X4TawJe/TOJtYpMolApVRxV5ksLfPZhWeGQgf4NUd8Tpg7fMHPJqAkugzFQJ/3MxsvQnZ3AL8lCplKobOgfhUwhs5JILDUJaAx0P1eeeMakJPVRwWujnzPcCb2IEDBeu/P86acf3iMC0C+DPpx64D5At/+ZFeupZPzmjYKSIl7O/1WS+DkyfOvFM0OMzGYPcyJKJISEb27a3V8D/xHeVO0ye/+OB/6+zz8G2uoZeAf4hyXErZ88Y/ZQvPrSkWZWYzavDomJRIOjtytPHuHj4nq454isKB7jWztxmv2yecuPHwg6d73RuZAXl9g3dwnRPsLM0nz+jO2Xzw41MScmFRlkaLJi7GSivbKqcsXJw2wUtge7DilI4DfP3PJ5tujI3l1XL7guXpmYmb7t0tl+PdRub93DQcUvsy48sve2z7PrL56MG2CPFktGbg6a05lDR0gJi2KgtYhL2yX0chqjEr2trKxkgegLaBn01wqtKJxUNnYyhYWFhbnv1FT/uTn5goJ8xHX/Tq2HitK+XRub6UFCHP/BtB1gySzh4GBftMAFvRr2jJbYoX3b0KtuIdqjXrxgFno17N9mgHli9Oe6Jb7P79d9O3G8E3oR7U19aHvQUO9Zb8LqamaOmO7dvtSwUF1N1e3SiUb7P3l0b8NCLU31ev0/9bpFtKiqKF8+70q002h0X7+301wWnb90/cCeLS2cQtByrb+WzPwLBPflAFAX868ssVG07RFjve0OAFBXNzxBA+nnP9QlM9BB32IiYpP6aij1VJLBQHcC6ec2ARnojoZOp1OgBmgAAAAAAAAAABg22nEoejUsJ5NJi+bNQK9GhzLQ10avlvQ8Yewo9Kpbgk4CKCvJK8rLNjpmXl6esC9+//us/jp1S+a4TEavuj3YDDBHr4ajUuupUm9UWM0V8YVzZ6AXs6SHiuLUSaOJ9sP7tmKN0e7X69K5I/UKKZRfTCpBXExEgJ+v/4/FRSaRKsorTIwbqR4b4WBnmztrCno12hUtultuZ+qWcPNw1ZswDXXV8ycP1i25f/si0cLJwb5z65qd2Bqs5pRXdEz8NJfFJ89cGjncoZlOWM1Cmzd7Cno1nKSG3+/fJCjI5+Rk16ev2i/7JM5LkynEyX+8xGJZJ8hAZ6bnPrz1atqCEVjqsbwNAAAQAElEQVRbaNuxtZPgDxFupz0jwxJIrKxGVv2mzR/OL8iDdTx108/68+L5xFmo7GzsHGyoSWXDK4FGv4qsEIDuTpIy0kauW4ZacgoLI5Pi0be/dRp+bYyIPhNUpGUVJaWjkhKIt1efeqHm+kkzmJFiPq7/re2FJcUz9m6VERU7uGBZ3XIi/YzV/FGw0ev/wN83Ni0ZvY1MTkRNfbXam3mMtPAKLyOT8MKIxPhPEWFLnMYR6WeEn5tnpJnlgVtuyVmZdSeyUSJ8Ak4WNqce3IlOTlSXVyIKJw8cwuwhJDoKfcSc4Y5E+hlxNLfed/3Su+8hqP2h/2s6g7HIcRyRfkaWjp5w2+dZwLeQcQPsMdAWqn+Y9szteVI4BsDvm65muEXfgURiZWFlbf6CfnZOvpAQP9YNvA0IRAvBwX4ABjqS7JycuPgkXW38zxyVStHp15uHm4sEDxBoH628lswMPVeWJlVWMmoOwaohCQ26M2bumZXEQWIXq31cUDukn6vrwGCLA90Yc6Nj6m65NEg/t4mul4HOKygqKa1Ax3wY6E4g/dyGiAz0PjfIQHcIDEYlGWqABgAAAAAAAADw1yUkJJ85f2Xfrk1Y91BUVPwtNNzO1pL5IKa9B4737q05aKA19teh0y8vff0tzYyIM//ycjJKinJp6ZnNd+rINmyaw8726/P2xEkn/AQUqZpMoaACorzjZ6D3b7wU8jGirSLLbTu2dlLJqMzOyrcZbJiemu1x7UVSXPqhiyuwDqb59DOFSiGRSXgN0L+qQRN0JWW0ioDQEA4qm6SI6AhTqwWjnHvIyBOdvAPeXHj0ICIxnsZgsGAs5TQao7KSTCJFJSeJ8gsoSzVZ587y44dTs7PYKNScgoK6GeXcooLDt677fP6QlJkhLiiESgqKirAfYeu8omKit5zCAqwmu4ya4YnxqHnglht61fuU7Py8XwagEVkxMdRMzMggAtBoxa5bWzORwFaU/DkvqAclKWnf4CA0s3GpeFdl6Z9dZUXF0RJIzsrAQJtCV7Ig5QJajYHQGdXVJHThrrrZUFZOTr6wsADWpXk/ev7ild9t9wfr1yyVkhTHQEeydceBe/e9jQ31NTV6xsYn+L15hy56Oo0aioF28Ec1QKM/S8nP1Korf/3gJAC6D6qghbCBVzWJxPqr+41+S23kmU7PW7kMAtAAMDcripIy1+y5xObWrc7RQPq5DXWxDHR+If7wRz5eLgx0G5B+bnMWOrz0yurDNzIgA/1v0ekM1IQaoAEAAAAAAAAA/H1ej59v27iqb29NrKvLzcu/duPefc/H6GzH7JmTiMKCgqKMzKy9Ozdg/8Ltuw83btnbQ0Wxv552QWGR/9vA7JzclcvmNd+pI2tJ+plAnHRqWDNcp6gHulvRNlC/4FFbEfuCibu+fAivrKxCF4exDqOZ9DNbTQCamX5u8yq9QEfWQ0b+1ZHTDcv3XLt46PY1+/5GC0aNkRASOXDzSkFJEbMrC2vj6zax5iSkp51atm72gR1bLp46vXw90SkxM33Y6sVoJRtmYq6tqv41Jurg7dpMs05PddQ8fu+mgaYWJxv7oZqs8wgzS+YIZw9ztOynW++zesopYC1QUIJfI2MmKOqt240mK1BZzVVmrGFHIpGBOmKg7eCXsirxBmqX5xWa1dsMA6Bltr7zKqFXoPWHVlFBxaj4lotfsmvyml1Odr6QcBevAdr3TUBmZvaFs0eszE0w0MGsXrGIjY3t8TMf/4BABXlZ2wGWE8Y5EhVCgzbX+mvJpR89ysN9WQs5KsUhAA3AT9VYNY1OI1eRSWRy2x4x4nWuMxjlz55iAIAfqnKyqdNmkMlkjEzuPk/pgvRzm+syGWi0YuQV4DfNC/F3xMftgfYA6ed2YqPPh5qQgf636HQ6alKhBmgAAAAAAAAAAH/dHJfJWPeQn1/g/ejZAEvT6VPHCQrUZkT4+HgO7t2C/SPDBtvn5OTd9fC67HZbVFRYXa2Hg/2AIYNsmu/UZXS6DPSMUZvCv8ahFhNVPEA/wWXwzCWjiE5vXn52O+UZE5nEJ8Cj1ktxwepxwmL86MTanNHb4qKSrz7ajd6i3pITMqcOW6fRR/nghRXNjK2uD/7fbl16EhOeVFZSLq8iNXyslc0Qw2Ym0uP6y7tuz9NTsoVFBbT7q81dOZadEz/b5/c8aOvykxcfbD+x7+bXT5GMyipT637zVo7l5GYnBiwuKnXdeT3o/ffCvGIpebEhThZDR1vUGzmVShYRF+hQEckWpp/b44HGoDNKy8k+dPvaCFMr18UriZKH/r5hCXFEu7KU9JPAgJzCfCHe+jlC4vLE2ZUb9NU1gyLDTj1wfxPy2bhXX1R46JZbem6O37HzSpLSGF7pshQzAI1K1k2cse3ymX7TxvJxcSVlZiwdPcFICw+E9ZSVQ020ahJvW+FzVDj+EVLSjXaVFZNAzaSMNGYJurASmZQgKyqGNgkZMbzy1MSMVHlxCaJrbFpKZVWlvLgkBtoI8xo3kTcX4eSZpG6IAdAy+z4+LaFXVDIYdBod7SmxkipZa249auqaXUZmTk81RaxL2719PQY6KnExkT07NqAXBtpfa64l11ZEG/exIugBqzClEt8NYGXnU8EA6MaqKitoxfGopbKyklZRgbHh4Ri069YmVdIyq3yuqqwkSsS2/LMTTwB0ELTYuLyLF9BWRqfT8Pc152i6QyIN0s/tpGtkoInqn3m4OchkEga6AUg/tyvIQP9zNKIGaCoFAwAAAAAAAAAAQPtQVJDzfnAN60ioVMrsmZOY1VG3sFNX0rky0INGmZWXlKemZE9wGYzeavVTJsq93F/vWnNOUkZksJN5Tla+3/Ogr58iz9zZLCzGv3zrlGnDN7juvr7pwGx0km3HqtPom127a2YzY6snwPdL2Nc4A9NeZAr5scebrctPsbKwWg/u32jP7lefH9p6RVlNdvhYq4jQBI8bPlFhicdvrCciy2WlFWhitPurLVw3IfDN14e3fKls1EXrxqNO5WW0Wc5bE2JSjSz6SMuLf3wbum/jRTQvU+cPZ4781sUn7/2+bjk8r+OcKoT0M/hdiRnpqCkvLk68La0oT6iJCNMrGWQSaYix2ZPAgGN3b22YPJPoAV2PKCor4eOqrYhHWlQUNZeOnnDn1Yu1Z469PHwKrWEp2VkcVDYJIWGiHyJOTf8RdZARFbXTN9Ttqd5LqYemohJzVD1k5PuoqF549NDJ0kZZSoYozCrIE+ETaGriK+h05rn6118+PfvwDo1QRVq20Z7RyMUEhR76v146eiK55jf28hPP9NwclyH4jRa2ev33XLvo7vvStLc2VnP9ZY/bJdRipwcJ3bZRWwN3zXVueM45aDW0+jDojEpqFflHkr4piQlpUlKiGACgG2h9NoKFVwz/XwU+BhZWioKpGwZAN1ZeEB73Gj8YRnv8NFoFOmgk4f+1Zf6s9ma4Gtz2AzEAureywEAiAF1RUYEOa/EsWs0W17UTaZB+blddIAONTlj2UJTi5mTHQDcA6ee/ADLQ/xadUROAJsMqDQAAAAAAAAAAgO6lE2Wgh462eOsTnJ2ZP3nuUGZhXnbhyb03dY00dx5fxMaO39weGZrg4rz59MHba3bNUOwh7TzFzu2M12BHs+jwxK9BUWt3zyRqg250bA05T7FHLzEJQdQ+eqr9ePtV7lefNRqATk/JPrH3Rh9d1b1nlrFz4Of2dq8773nb99E9P4eRpkQ/w8ZYuCx1Qi0WdrrRYQlPPPyJALTbac/E2LS9Z5b2N+2F1SSuti4/efnEA2sHA1lFPCr67XP0mUN3pi8aiQbEOgZIP4NW6K3cQ1xQ6JzXA1YSmY+L6/QD9/xi/FmjnyPCDLX6DDexPO91/+T9O1n5eXI1dSQ/D/qg11Njy7TZdUfCzcG5btL0xUf3nfG8N2vIKBvd/n5fgmbu2TrSzPLZxw9PA9+iNS84KgL1mV2Q77Jv+yS7wSVlZQHfvgRHR6Kx6appEOPZMWPe0DWLLRfOHKDbX1pY7Gtc1KeIMP/jF6VFGk8xpuVko/4NNXp9T4h78SmQl4t7l8uCptZtKpmy2HHcqlNHxm1dq6uqFpYY/+idPw8n1+zheABaTU5xiJHZbZ9nZFaSCD//m69fgiLDtFXVbPQMMNCmai53YwC0TmVlZVXNi1mPZKObfF5eIYPBEBMTxgAA3UArryWjXxCSpDpZ07a85A4GAKiruhr9HcX/6NbcuNaGyRg831RdhQEA6qiuqQGajKOgTYRE6sq13kL6+S/o7BloPl4uUz1NDHQDddPPbo9zz3lB+rm9QAb6H6LR6FSo/hkAAEC3ROxgBESH5BYXYAB0SGn52XXewV4xAAAA0PZamIEeuIAL63h8n33Mzyue4DKISD8jPTTkeuv0/P4lhng7ec6wV08+HNxyOTM919xW126YEfY7iOgzQU5RQkFFKjYqudE+Xz3+UFFOH+8ymEg/I5NmD/G87RvyMZIZgFZQkWb231NTIfxbfF5OkYAQz/1bPv36qxPpZww/GcgyxMn8uee7sK+xsori6Grw9pWn+umroxFiHQOkn0HrsFOpF1Zv3nLpjKv7dQkh4WEmFpPthzhvXHn07g1DrT6oh9tb9m6/fPbFp/cP/V+jHvqo9BxvY99wPM6WNpceP9x/4+pIM6vJ9oMzcnNuvnjyOSqih4zsw92HXgZ93HX1woewUF01jWVjJl1+/DAzL5c57HBTq2OLV2I1lTR77T668cJJvy+feTg5tVXVFowaw8ne5JVQUQFBKWGx4x63JYVExg0YiHpuKipNmGg3iJeb69jdm2gQHg5Oy36622fOE+Wv/UlxXbxKRlTs0Tv/5KxMMUHBsdZ2m/+f8wZ/DrLP4A+x4GsRM0bf5N+ylJQMMTFheGYyAN1E6xMS1J6m1Qp6Jc8vYRDIBKCOqqqqSiIAXd2WT+4ggo+VP54LAwAg4IHgOltcFw6iQfr5r6mbgUY/u9bzacxOnaUeaNDlQfr5L4MM9L9CpzOg+mcAAADdCrFTwdyzeB/zDb0wADo2Ij+DwcEyAAAA0A5akoEmUzCb2R0uAx0fk4qaCybuqlfOzc1BtLBzUpdsnLR02l5hUf7lW6dgv+/Ni8/3rj2PjUyhMxhoOZWWlKOLRQ1zTilJmagpIy/OLBGXEqayUdJTsxsdLQ8fN2qWFJViNfVYf8oONVGdVK+f/JxC1IwKS0hOyFy5bTrWMUS9p0P6GTQvwu1eU516K/dw37q3bslr13PMdnYqdev0OehVb6iGhd57jjLb10yYhl7Mt2pyinOHOxHtS5zGoRfRnpKduezYgXuvXyxxHqckid+NoKmoVG9imsHJxnZi6WoMW92w04XVmxsdZJixBXo12olMIq2dOB29Gu3a6EIArQAZaPAnqltWhXhCfIqcnCQGAOgeWn85uYW/KQB0N7WbRvtsHbDRAVAPkQmurqrq2lsHpJ//MmYGOvwFOlsKGWjQRENQbgAAEABJREFUsTRMPwvzQ/q53UEG+p+gM6AGaAAAAN0OkUVQF5HlZ+OuqgXnYEFHROwAs1EopBqsLKwYAAAAANpBMxlo30NVGd84gx7h9UB3tAw0Mdmb9s8WFOGrW05h+3mqh1ZBR020t8ugMbDfdP6oxwXXexb2ehNmDRIRE7x84n5+TlHjvTbYlyautrD8au+FONtnYN57zNT6Nd3KKuCBKjFxIdQUFuXHOoCo9/R7u4og/Qw6i5dBH/TVNbnY8TsipIRF1eWVfIODyF36Mb8AgL8sMjJBFx6bDEC3ATkJANpeO16XgiteADRAbHFd+HowpJ//ic6Ygc7JKyopK5cQFaTA03y6rkbTz7vnyUD6+S+ADPTfR6PRqRQIQAMAAOhe0B4F2rVYaeFUVlZRVl6B/hrS6Qz8oUdwRgh0JDUrKguJRKJSyVQ8A41naYg8DQYAAACAttYgA127Z2i+uOjVQayDZKBp9P+FmOWU8IgwrwB3X321RvvPyy7cu/FCf7NeMeFJW5afPHB+BdqVaGps9WRn5l1wvTdwhMnqnbW1tL568iH8W3zdfpi7z2KSwqiZlpwlKSNClKQkZDLoldKyoliz+AV5hET4ykrLm5oFQRE+v4hLWAdApJ+rKjE2Ppr+3ERIP4MOLiIxfvzWtUK8/GZ9tLk5Od58+RyblmKlrSsnJoEBAEBbQGfSYmKSxoxzwAAA3QNEJQDoNOBaFwCNYm4aXXIbgfTzP9TpMtDfIhOi4lL6aSn301DCQFfUVPpZXAgSon8JZKD/MjwADTVAAwAA6GbQ3gQrKwuZRKZS8dAziZWVQiHX1AKNAdBxEMkZEolEIaN1lYzWUtQOeRoAAACg/TRVD3QHyUDzCXDTKugJsWlyirX5RVOrfqf23brg6qHeR5mLi50ozM0qYFYIvWvtufLSimWbpyTEpC6dtvfcYfcZi0c1NbZ6UpOyUVNCujbQXF5KS0vOQi0MeiWZTBIQ5kXtaLREV0OLPqcO3H7u9U7bQB2rOcV63vUeajGy7Iv9iv0Ik6unPF8+CrS012s4C+hzzx5xV9WQHzDYAPt36qafDRYk8ojUpp/ZONipbFRIP4MOSFVW/uiiFSc87tx9/YKDyqYmr7jS0mb6oGEYAAC0kYiIWF5eLnExYQwA0D38UQC64uEOaohwlXhRpXw5BgAAAIA2Bennf64TZaCrqqrjk9JRi7yUGAa6Ikg/dxCQgf6baHQ6BWqABgAA0G0QexGoSSKRyGS0W0FB7RQKmaj+Ge6KBx0NUVs5mYxWVzwGTYRqMAAAAAC0m46cge7XX+3RvTe7Vp/VN+2Vm1OwYPU4QRG+mUtGHdh8ebzdSgPz3lQq5cvHCFYS61n3zWhGHnv4v30V7LLUSUxCEL0GO5ldOeWpbaCBxtPo2MiU/821qoa8hLSwu9szEpmVi5vzzuWnRQXFqDwsJLavfk9hUYGemvJPH7wtzC/ednSBYg9pmyGGnrd9ySRWfiHe4MDw4A8RffRU0VT9cr4mzBz86smHjYuOPbj5SlVDLjUpK8A3eM2umUQe+rn3u5sXHqMWXWMtfgFu7F+A9DPopEaaWaMX9seeHzyJAQBAA0+fvLWw1McAAN3GHwWgq+mlLDQySzm6Jg0BaAAAAKAtVf9QUQbp53+ps2Sgk9Oz6YxKLk52Qf5/c6YVtCtIP3cokIH+a2g0OoUCzywCAADQvdSESlnIZFJN9bqsRN3PNfFnCECDjoWlphromjgNHqohWiBYAwAAALSrxjLQ+F7iP89A2w41+vg29Mn9t9+Co4VE+CbOGiwsKjB8rJWAEO/1s97PPd/JKkhoafeQU5RE+7U5mfmuO68p9pAePcWOGHz+qnEf3nzbvOzEhXtbBUX4Gh1b3Y9jY6dsPTz/5P5bV095iogLWg3UHzrGYtn0/dfPe/fV74l62Lh/ztkjd79+ikQnl1DPq3dOF5cUev08KD0lS0RMcNgYyznLR7dkvji52U/d2nh0h1vwh4jI0DjNfipjpg6UkautgkTHUKOHhlwPNTlIPwMAAAAdR0pKRnxcistsZwwA0G380eVkVgFp/H/lcE0aAAAAaEvM9HN5KcN9LaSf/7FOkYGOjE1GTVVFaQx0OQ3TzwLcJEg//1uQgf470DUqKtQADQAAoDshdiGIgAJqkEjVUPcz6MhYfkCrK7HeYgAAAABoZx2zHmg0Vev2uKBXvXJzW130qlcoLMbv+f5Y3RIOLrbbPgd+Oba6VDXlD15YUbfk4oNtzHZpebFNB2Yz35LJpBmLR6FXw/GYWPfzi7hUt2TmklHoxXzLy8e1dvdMrDHikkLn7m7B/pFm0s9s7GwUKgXSzwAAALqnR95+pua66O8hBgDoNv4ou0xWNStN3lPNUYoBAAAAoI3USz8nfoH087/XwTPQlZVVKRk5qEVNWQYDXUuj6ec9C2Qh/fzPQQb6L6ig0alUWNUBAAB0L8QuxI9QKb4rCAFo0JEx8zR1mwAAAABoVx0zAw3+pobp55rcM7WjpZ+5MQ6sjdAxRgVqAAAAAM0KCvr++fP3XbuXYgCA7uTPaoCWVKuULMOqKlgwiGQBAAAAbQDSzx1WR85AozOZY4aYp2flcbBTMdCFNJV+lhSBSGiHABno9kaj0dggAA0AAKD7QbsQxI4E7EuAzgXWWAAAAOCvgQx0d/bL9DOZQsYfz9G16n5mwWBXEwAAwC9ERsSdO+s+cdIwHh7YBQKge/mjADQAAAAA2hCknzu4jpyBRmc1ZSVFMNCFQPq5U4AMdLuCGqABAAB0W7ALAQAAAAAAmgcZ6O6pe6afAQAAgF9KTk4/duz6xElD9fV7YQCAbgYC0AAAAECHAOnnTqEjZ6BBV9JI+pmHtGc+pJ87IshAtx8ajUalQsX2AAAAAAAAAAAAAI2ADHR3A+lnAAAAoKGCgqInj99kZuYuWz5FRkYCAwB0P20QgGYpJ2OsJAwAAAAArQXp506k42SgaXTG528xfTQU2aCG1K4F0s+dDmSg20kFjcbDDZfoAAAAAAAAAAAAABoHGejuA9LPAAAAgHQeubq4wK8wmJXESqMxymm00pLy0tKyocOsnEf3wAAA7aIa6/D+NABNjuAlZXBWipZiAAAAAGgVSD93Oh0hA52dW/jibXBRcVluQZG9uQ4GugpIP3dSNvp8VdXY0Zt4BnrL1Oqe8pCBbgM0Gp0NaoAGAAAAAAAAdG9d5nASjotBl/FjXe4oOYBmMtCvj2BpXyAD3RUQ6WcaayE3L1v/eUmQfgYAANA98ZWzYoXlieVp3NycUjISWgqSMtLiIqJCbf63b9+R02QSKwZAN4au0mI1xxrE9tXB9zD/uAZo9krUYC1tg5qkAQAAgG4I0s+d1D/MQKdm5AZ9i07PykPt8tJiZvpaGOgqIP3cqdn152NlweuBXne2aPt0TBUy0H+svILGxtaOAegqRmnii5kYAAAAAAAAAHRI5fnhxLFkp7jc+EvE9H+LLVt0IAEDoHPKzGXg/0Nr84+YaQcJQTeVgTaZX+h3FDLQnR6z7udsRY9M3hwsVEK1h7xqD7mOn37W0NAoKCiIjIzk5ORkFgYFBWlra8+aNevEiRMYaILh7Emc7BzPD57EQBdy2+fZwiN7z6zY4GBgjIF/ZP3Z4+e8PD6cuSolLNqw69fYaNulc5aNmbTEaRzWYtaLZ5WWl709cQnrVLwC3szYs+XwguWOFgOwP/M31+1QCZqGuNg4TUtObk52Tg70d5BEJmFth7jKjxQVFWMAgBp1djM77kmJPw0uV3Ey8N+SEshkAAAAAL8N0s+dmvV0zip6NTp33N4Z6OLScnQQx3ybm1+UnpUnLMjbq6eCoqw4BroKSD93ATb6fKh5+EbGWshAt4WKCho7W9v/QSQO0VnJHJUslNLsr8SmBwAAAAAAAAAdEYmTVOOvPXOsPdReKK2Z+JKyqqikCgyAzoz1RwSAWRd0R9g2W5KBZqWwEPV6gE6EmX5mF6gYM9awtKogKS3z/cdQz8dv5OQke6oqqKkryslLdcy6nw8fPjxgwIB9+/Zt2LCBWbhkyRJeXt4tW7Zg7e+Yq9uYsYMEBfmwzqy4rNR26RxladlLa/7GQmsr573v779x5cTS1aa9tTHQPVy75qmn31tZSQZrZ0RMGbVQyGRxQSFpEbHBRqajrezY2+F5kh/Dv0/esXHm0JELRo7G2khwVERQVPjUgUOxViFmf5Ld4J0u8xt2bY8J/l36LhNQ8/2pK1inQvwZ5ebhGjrEmkFn0Gm0qsqqysrKmktIcGkPdDtozUfnIdBGQaGQSWQyKzrK6NoB6GpeOkM1s5oXA53IvNljy8pKz130wADoTtLDwk46jrJauNBkRkep6m+PsZGkhub4U6cw0C1B+rkLIOrMaI8MNKOyKiMrLyU9OyktO6+g2NHBhI+n9ty0oqy4sBCfuDA/BroQSD93GZCBbkMVNBobW1tuAnjNTDVfAfou+PWOltUoLy+n0+k/TmMBAAAAAAAAwL9HHLaQSCQ2dFBEoRABaGZtZJ0ROhQWEWC9s4OzrLSsoqycTqMz6Ax0DgSDAzHQSdTcS422SlYylcrGTmUl4VsoC0vHqgjtlxnojw/KsR/PNgSdQt30s8GCJG4hFiEOcRVVOTt2NvQjGp+YGhUZf/6CR1lJmaqaolpPRSVlGWnpDlRnirW19dChQ/fu3Ttr1ixRUbyy1fv37/v6+u7Zs0dERARrf1+/RkVudB042NzaygBtv1inVVJWVlRagnUqFXRafnER/J3vVtJSs/btOWdg0GfYcCs+Ph6snUmLiA7sb5yWk/M9IXbNadfzXvdvbdkjLiiEtbXC0uKKira8f2/YmiWmffq2OgD9S20+wd0HKysLNzennZ1JRVlFRTn6GaNXVVbCMQvopmoOc8hIzcNGSGRyTR66496V/ccBaLaqSpFyFlaIarWBvLycs6cPffkcWFZeJi0tp69vMmb8DEhIgA7Ia9u2DzeuN9XVZMZMq4ULsd+XGvot5ds3Xed/di9aV0UrKQm6e1fFxERIXr5u4ZmxY4QVFJwPHcbAvwDp5y6jPTLQialZT18H1S0pLiljBqA5OdjQCwNdCKSfuxgbfT46vfq4eyZkoP9Q+9UAjb4IdMxOoVDQRldz+zLeAgFoAAAAAAAAQMdBBKDR0QqVSkXNjlm1ZwsRU45XZE0mUagUDK9KilRJrUTHYRAmAJ0FUd8z2hDR5X8qGxU1WUk/6oHuSOpmoOtOG2SgO6PYT/XTz2wc7OwcbFR0voydjZtKERET1O/fG33RmZk5UVEJ4WFxjx/5FReXyspLyspKyMnhTUlJUeyf2rdvn7q6+tq1a8+cOVNZWYlaVFRUFi1ahDoVFBQsWbLEx8cnJydHWVnZxcVl5szaGqzevn27bds21OzZs6eNjQ3qjZu/lWHKChr9nvuzd2+Dp0wdLisriXVC3BycLw6f4uHkwn7fl+hIdXlFCvlPQ+A1kKwAABAASURBVEGtMHuo43ATy/ZIo9aFTuqieezboycGOoyAgODgz2GDh1paWOi1619JK239TVNnEe0nH9zZcuG0q/uNbTPmYm1Kp6f6+1NXJISEsU6i001wx1G7s4cfs6CdPXQhD13WI6EDFjwA/eNKLgDdx4+jeFa0RVBqMtBo62DpeIc/TP9gXwc0qqy0ZNniaZkZado6BhKSMuFhIe/f+42d0FHqqQWgLiFZWcX+BkR7fmpKbmKipIYmO0/tkaeAlBTWKhcmTVIyNIQAdJv7cOPGs4MHZPv1rVdeUVJSUdzJbhfuMiD93MXUy0Bbzfu9DDSdUZmSniMixMf1I9YsLMCLdiOFBHiFBHjERQSkxIUpZBIGuihIP3dJDsZ4He2Qgf5DNDqdja2NH1pHHLETAWg2Njbi9mWi+mc4gQUAAAAAAADoOOreuomgls5dA3RNoBtdNEVHXvh8URg1d6HCgRjoTGqrZifjazLaMmsSAB3xtoS6GWgK9ed5FchAdy6xn+ju25tMP/+ModQQFxdBLxMTHTRgcXFpfEJKYnxqUND3+/delJSWycpKoK5i4kJiYkJi4sJiou0bSK1HWVl54cKFhw4dWrRo0atXr0JDQ+/cuYP+rpWVlRkaGn7//n3w4ME9evR49uyZi4tLamrqpk2bEhMTbW1t+fn5J0+ejErQsMuWLcP+TFpa1s4dZ8zNdYcMteTgYMc6nqLSkoO33LwC/OgMxgBdg9KKCk52DlT+JDBgys6NqGWIkdnJZWtRS0xq8h63S1+iIzLycmVExRwMjBc5jUPrBDGeL9GRWy+fDY4MlxAW0e7R80ngO0cL6y3TZqNOquOG91busWb81AO3rr4ODpo2aNj6STPOeN697+cbFh/LxcGhJq+4cuykfj3UiFFZL55l399ISlj08O1rGXk5ytIyq8ZNTc3JuvToQWxKirSo2BLn8UONzRudHdtlc7/GRKGWV0fO9JCR8wp4s/joPt+jZ1eePPT2awgvF5eRVp8VYyevO3ssJCaqpKzMoq/OnjkL+bjwsEFpRfmOy+feff8alZwoJiCoq6a1ftJ0ZpCaxqAfuuV21/dldmFBHxVVTja2t99C0KdIi+BZfzTI+rPHgyLDSawkFRmZ9RNn6KppNL/kFxzeQyaRDsxb2nxv6bk5K04cCo2LyS0slBOXMNbqs3bSdA4qflEvMOzb+nMnopISeDg4tZRUts+cJycmwRzwxacPZz3dP4SHqcnJK0j8L0SBLgkdvH3tnu+L5KxMSWFhK239dZOmM7/KTq2svOLWzUfvAoLHTxj8d248cLaw2XLhdGh8DGq/9Pjh6lNHr2/cadZHm+h66oH75gun7m7b319Diyg5+9Dj+af3KVkZsmKSS5zHoe2r0dGiodCwqGWny/xJdoNRy40XTy5430drWl+VnmgDmT5oOLPnK088Tz+8h8apKiu/eeosPTXNhiPMLy5SnzAStTz/GCg53Aa1XF67zVpHD8OfDFy5+tQRn88fcwoKZMXER5pbLxj527GZehNMfNyltVvfhYY8eOObU5iPpmqHy3xFiUbyPOe8PNDms9hx3PKxk4iSR+/8D925FpmYwM/D069Hz+0z5tW9paGZdbsutPnPO7jL58iZLRdPBX4PZVRV2ukZbJsxl5ujY+2HELtPRNyzmkLG9/pIrBRqVdWPgxYMgO6HuNsTHf6Q8IqgSTU1QHesB+DUBQHojsL31dP0tOR581fbDxpJlBQXFWIAdEj9J05EL6Ld9+QJH1dXm6VL5fX0MNB5ULm4Zt1xZ+OEM1z/AKSfu6S6GehKGsNmyc9OTWWgaXRGbGJabGJ6akYuemvQr6dGDzmiEycH28SRVhjoBiD93IVBBvrPVVTQ2Khtf8KXqHgM+3HlktgA4RwWAAAAAAAAoOOocwH+p05aCTRzXlhJrGSMUnMBlVwFt6GCTojlx03VREVopA5ZAzSBmYGuaYEMdOdDpJ8rGS1KP9dbCbm5OTU1VNCLeFtcXJqUlJaSkpmVmRv6LTojIzsvr1BMTFhUVFBCUpSPjxv1z8ODXlzcPFwC/LxYO1i3bp2bm9uiRYtCQ0MtLS1HjsSzEDt37gwPD3/06JGdnR1Wc4Z8woQJ27dvHzt2bHBwcHFx8ZYtWxYvXow65ebm8vLyMrBK7M+gPzo+PoFBQd8dnex0dDSxjiQ1O2vYmsXJWZlW2rpKkjLPPr7LzMsV5sNPLytJSS9xGnfglhuz5+9xMQ/f+lrr6A3Q7X/39cvDd65n5eftm4tflErKzBi2Zgna9h0MTTLzcm75PKOQybOHOTKHjUpOnL5nyyKncb0UlYeZWqJl4vb0cQWtYripRVputk/Qx7dfv/gdOy8vXpvfPeFxR1xAcP6oMTEpSZcee07Yto6DjX2CzcCpDsOuPPGavX+HqICggUavhnM0foC9BztHQGgIs6S4rNRk3rThJuY7XeZffebt7vvicWCAooTk6vFTw+JjL3g/yCkqvLNlD+qzoLj4ylMvTUXlyXZDXn7+cO/1i2+xUS8Pn0I/vajrhnMnLj/27K3cw6Kf7uPAtxm5OeNtHIj08/f4mIHLF6AfZls9Q24Ozsfv3w5bu+Ty2m1oqWJ/JjoladjqJYWlxXb6hpJCIp+jI7zfvVk+diIHle1DWOjoTau42DnHWNtn5+d5BvhZL57tc/g0MUlH3G/sunpeSljUyWJATkHBnVfP6452/uG9aO40FZUm2w/+Ght9zssjND7Gfeu+LnPhIDExbeeOM6amOoOHWKCfGqw9VdbU0ctVc9tAS9x/4zOwvzHadp4EBszat72qumqYsUXD3kx698sp/PnFPfT3XeK6X1VWHq11ITFR9/x8mAHolOysfdcv2+gZFpcpoXUPrRXvTl0W5ResN0J2Khvaog/duS4vJjHMxByVKEjWBsRn7NmCJsZIq49DfxO05qM1Jysvd+v0OdjvqDfBBLSpyoqJLxk9PjUrE/1iTN25Ca2i9Vazb7Exmy+csuynu2xMbQrI7dmj5ccPSggJjx1gj35P0LQFfg99dvAEkYFuft2up4JOs148y0ir9/aZc18GfUA/Teiv2S6XBVjHQ1zTpxD3vJHwC3n4I2sA6MaIkxD49sBKNDvuXdltE4BmKSIXf37N3dcUA62VlZ2BmjKyCswSbp7aYwz/Ny93bF0xwHZIWlpKVEQoLx+/pma/WXOWc9dUuFtRXn7h3NFv3z4nJcYJCgqra/aZOn2BkJAIMezWTUsD37+5cv3RhXOu7wJeSUrKHDxyqe7nlpWWzJk1pry8zPXENeZQAPyJ8sLCJ3v3xH34UJafLygrqzPKUdvJCZUXZ2W5Dh0iKCM748YNYo/qq7eX+4oVVgsX6jo57zIyRCXhL19u0sRvxBx/6pSykXFTH5H0+fOTfXszo6PZubkl1NXtV67il5YmBr+7auVs97vPDh5M/BxUxWD0tLKyW76CylX/qUCVdPp+SwsJNfUJp08zC7898r6zfPmovXs17Qc2/NDsuLgne3Ynh4Sgn3URJSWrhYtk+vRB5c8O7Pc/f3704SPos/Ax02inx4wuzcubc88DzSSaLyVDIw4+vrj371jJZDGVHnarVgkrKDQ6XzFv/d9duZIRGVlRWiqqpKQ7enSvQYOJTs3PGr2s7MXRI4mfgjKjo3jFxGT79bNasJBHFD+yQt9FwCV8qz/t7IyastraUy9djvT1vTYX313uNWjQiF27m1+q5QUFaC7GnzwZ//HT9yePi3Nz5fr1s1+zBn2VGPh9kH7uwpgZ6Cg/tH/1iwx0cUnZjYevmW852KlojxED3Qykn7s8yED/obLyCg6ONv77SCxz4meZeKI0kX7G4BFmAAAAAAAAgA6DGRom7tvspNHnupgnx9CskKqYp0ir4agYdBbVddP8rLVbJrME63h+ngDBT0RBBrozaWH6uSUPn8Rq8tBqakroxSyh0xmpqRlZWflZmTlpqVn5eYW5eQWoWVqGrxIcHOw83Jw8vFzs6OPQZ+JNCgcnB4VColKpqL2mibeQKRQ2Kv5IdCoFFaJ/6G3jp7X5+Pg2bNgwezZeCbGXlxdRePr0aUtLSyL9jNWsqzNmzLh27VpgYGCPHj1QyaVLlyZMmCAsLCwoKIi1nYKC4rNn7vi9/jRuwmBRkbYc85/Yfe1iclbmscUrh5vi15oXO48znD2F6KQsJbNszKS6AWgHA5MHOw/p9FRH7WsmTrNcMPPa88frJ8/g4+I5ef9OBZ32aIdrb2V8Ge66ev6I+43QuFgJIWFi2IzcnCvrttcNBB9ZuLyHjBx7TSUURL25lx492DjFhehKJZM9dh4kotj83Dw7r55fPX7KNIdh6K2KlOyQ1Ytu+zxrNAA9wXYQ+qy6AWjEZfAIombZIcZmmpOc+Li47m7fTyRWI5LiX33+lJKdKSUsiqb25qbdRE29m6pdZu/f8cDf9/nHQFs9g+yC/MuPPQfo9r+0ZgvqunzsRL0ZE4hKf5GVJ4+gcT7cc0RWVBy9XTtxmv2yecuPHwg6dx37A2h3ZYnr/tyigrr1B+cXF6EFXllVueLkYTYK24NdhxQk8BjrLZ9ni47s3XX1guvilbFpKbvdLqDv4vaWPURlt6q35Pddr83qvP7y6d7rF3OHO62dOJ0oIerfdXv+aPyAgVhXgZaer++Hjx9Dh4+wMjLqh7UPOoOx9dIZ1KIqK9/CQW5v3askiQchIhLjR65bvvb0MbPe2gI89W8Cseyny0ahMNO9fiHBqHlo/jJiE0NrBbNP9LvMXPeefng3eceGOz4v5gx3rDdCtK2hLdr17i1FKSnUwiy/5/fySWAA2riIxPPysolDVi8+731/8sAhxHS2UL0JJvRSUnbbsIOosDyvqAiNNiQmipgFAlqfp+3eJCcueXLZWuLPSmZ+7paLpw21+lxdt434fUCDOKxYsPXS2WO/WrcbNdHWYcPkmahlqLH5t9joO69edMAANHPfqbpmb6+6JgCNijG4eAS6pR87mTXXsmuOfjr4SYk2CECz5nBSwkQyvxzj7mOMsUB2p5WUFFVR08vzjkoPdTb2Rh688jXk04iREwYPdvoQ+Ob5s4dRUd+PnbiODi2Kiwsfed9VUlZ1GOz48aP/q5ePYqLDj5+8wVpTqxlWk6pZumiKuYXd5CnzeHn56o12354NOdmZe/efhfQzaBP08vJzE8ZnxcT0MDcXkpOLDQh4uGVzYVaWxdy53CIiVgsWeG3b9vHWTV3n0SU5Od7bt0v37m08bXolnW4xb57vyZNC8vKaNce6gjIyTX1EUnDwlVkubFxc/UaOLMnOCX3yOOFT0Gx3dz4J/G5UWmnpKWcnBT29gatWR7/1D7pzh8LGZr96Tb2RkCgUDVu7jzdvoMngEqp9VEf4Sx8qF5eqhWXDD82IjDw7dgwLidTT0pKNizv85YsLkyaOO3FCydDIfM7c70+fPdm3T8nQkMLBgeYiIyJiwunTHHx5OTpsAAAQAElEQVR85QX4Xm/Kt2+Gkyb2GjQItfifP3dmzOgZ1280moGO8vND/aiYmKDJ+/Lgwd1Vq9CfEa2BDkTXZmatvKjo482bkpqaemPGRPv7B3t4pIWFudy6jX4H0FRlRcdE+7/RcR7NIyLMKyqG+kdfDVrgPq6uLVyqyJ0VKwSkZUxdZhVmpL8+ffrW4sUut+9AbOt31U0/31ldmvQV31cetIhL0xLSz10EnoFmZQnyKm80A11aVsHFWfsnnpuLA71IJBZlOSlFGTE+Xi4MdDN108/Xn+LpZz4u0s65MpB+7mIgA91qaOFUVNDQRRasrdXLQDNPXcE5LAAAAAAAAEAHUfdQsW4Fn530EBJNNjrgIo6/avIEcBQGOqu6NyfUbemYmslA+x/DUj5DBrojSghh3N2Jp585hcv7z0vmFmKlslOZ6Wfyb6afG0WhkOXkpNCrXnkFjZ6bk19QUJSbW4CapSXl6NRceTmtuKS0IjWLRqNVVNBpFeg/Oo1GR52aGj8nBzuaSDSl7Bzsu9YvJgpnzJgxf/58AwODvn37ordZWVkZNRrOQmZm5vjx4/ft27dlyxY1NbVp06YtW7ZMWFg4OTkj4PMXrI1ERMTt3H56+AhrY+P2SmS2XF5R4W2fZ/rqmkT6GeHj4uHjavKaEfr2ifQzwkFlM+7VJ+FZWnxaWm9lnsikBHYqlZlr1FPXwtxvRCXHW+vUPsZZTkyiXnXIvZRUmO22eoarTx2NTUthlvBzcxPpZ0SYH2+RFhEj3vZRUWWjUFOys7AWk5eorekWDSjAzS3Ay8esr1enp+arz5+SM/EANHrLzBmjNcRGr/8Df9/YtGSspgZr1NTtqUF0FeThU5NXCEuIx2pirJ8iwpY4jSMSqDUTzzPSzPLALbfkrEyiPua6ZuzZ4hXwhvn2xosnNUvA4MLqzfX6DI2L/Rj+fZiJJXOqiJGjZkh0FPrcOcMdFX7MmqO59b7rl959x5Pfl7wfol2dNeOnEglRRKbOZLg9fYSWw9LRE5klk+0Hbzx/8lP4944QgGajsSjlUgIDQzmI+y7IxC8PCxEGbUpOTn6j5SUlpVevPAz69H3suEGCgnxYG3kc+Bat86glLi0lPTdHUlhk3gjnFg7L/uPJk6qy8ktGj1935pj3O/9xA+ybH0pWDF+7jt+7fXzpKhIrCa2BzE5igoLMdc9QE78rICo5AWuxu74vyCTSqvG1dz6gdWbm4BFLXPe/C/36WwHoRsmLSxLpZwzfcvHfh/j01LoB6EVH9yVlZrx2PcdcV73e+qE/A4sdxzIXFPqt0FPTCIr4jv1q3W6UmtzPbEwfZdWwhLisgjwRPgGsg2Hu4OHHKXUuHgHQndU7F9FhD3/aIABdzVWzg1tVSctIoorLYaBV9PqbaGj2fe379OvXoPETXKxtBpPJ//t2xo6baTUAz0Eam1oJi4rdcDvr5Xln6PAxQsKi23cd19TCjxZmVC/evWOt3+ungYFv+huY/Ri02tjEesKk2Q0/9N5dt3cBvouWbFBV61jPeQGdl9+ZM9mxseNPnlQ2NkFvq6uq7q5a5Xf6VC8HByF5eR3n0V8ePnxx+IiGje2DTRsr6fQRu3axsLKS2djMZs1+c/askKwsamlm/FWVld47tlPY2KZevCQgi9dArGJicnf1Kp/jx4Zt3Ub0o+PoZF3zUCR1W9v08Aj0iQ0D0IjWwIEfblwP8fQ0mITfXVdJo0W+9lU1M6c0dgcC+lAOPr6pl6/wS+FnBKzmzz87ftzDLVsWPX6C+h+0Yf2VmTPfnDvXw9zszbmz/UaNUjI0Yg6rYWtr6jILtfQwM5PX0bk0baqPq6vj/v0NP8Vg4iT0IjLHhpOnuA4e9N7NjRmAbmbWeERFJ54+I6utjdoHLF12b/UqNF/Rb96gT1Q2Ms4Ij4j2f9NvxHBJjdotHX0XaDkzA9AtWaqS6hpjXF2JhVNaUPDu8uW00FBJTfjp+A2Qfu4mbFzwg726Geji0vLY5KyYxHRxYQEro97MncLB1vpcHPDtd1P10s9nHuLp593zZWTEqBjociAD3TplP2qdwdpBxz9QBwAAAAAAAIB6OvXxCxyFgS6p46/PTWWgjeZCBrojSghh3N5SyKDVSz+zM9PPlD9OPzeDjUqRkBBBrxb2T6czKmg01MQbeCqaQafj2WgGoxJv4v9VMnsmkUhogpnhB2LiHRwcli1bVm+0PXv2RM2lS5dOmzZt165de/fuvXDhwosXL6pYKZERcVjbQecenz31l5eXkpT8x5XEEaFeI83evzXI/htXgiLDsgvyiSRufnERakoJi/h/pZXTaERmsaAELxTh/xkxlBYVqzcq9IVdfPzA3fdldFKiIC8vWruIUf0SmUTiZGdnMBhYWyAC34zK2rHlFhUcvnXd5/OHpMwMcUG8IrOCInyqiPh1QZ0pLCguFhPAZzA8MR41D9xyq1tbNiE7P69hAHqp84TJ9kNQy7F7N9FGNWsoXlMvWgINpy0qOR41+6s3ck2ciGUrSv6s1g2t20pS0r7BQYzKyoikePTWSKsP1piIpIQKOk3ReVC98pzCxjPEfxmlikW0iJSSkkkhk4ifnZbc80Oc0m9KeHic/5ugwUMssDaSkZuDXnxcPFIiIiPMLNGX2LAK55boUxMFjq7ZEps31WFoRGK8u++Lr7GR0wePmGDjQCE3krhjr0kbl1VUYC0Wl5oqJiDEvCUAIXLPyZnpWJvi58ZD20VlpcySS4890Y8JavkeH6ssVbsyR9Qkyx03rKg3OCcbe03X5tbtXxLgxX+1CktKOmAAGmtwJyoGAPihg28RbRGAZmdg5CoWVs7KonwMAtCthfb4d+w+8fK51113t6OHt991v7pi1XZllZ6N9jxq1MQbbme/ffs8dPgY9JZIP2M1a5u+gYnf66epKUl1+x802LHhSCLCvp0/c8TSauAA2yEYAG3k053bCvr9ifQzwsLKqj1q1Fdvr5SvX4Xk5dEqOnjDxlNOjpdnTE8PDx+4Zo2gjGwzY0sOCQn28CDaNe3t5XV108K+p33/bjJjJpHTRbQGDXp14njCx0/MoURVlJntkhoaqaHfSnJzuRo8IEm2Xz80Sd8eeRMB6Og3b2glJWrW1g0nIys6OuHjR4t584j0M8LOx6fl4ODj6lqQlsYnIaFkaKRpP9D/wvnvz5/xS0raLluONUFBX1+mT5/4jx8a7cqsbhkRVlAQVVHJjI6u20Mzs0akn7Ga34EeZmYhnp65CS29rbAlS1VARoYZDZfSwO+szU9JgQB0yxHR56qqqorSyjtrIP3cxTEz0AlxJR530yq5a8/FpGflEbFXYu8Q0s/dFqSfuyHIQLdCWTl+fpCDvb1+KmGZAwAAAAAAAMBfBgdiAPx9kIHuLP5t+rkV0PSgF9YqwsLCEhISxcXF5ubmTfXDz8+/a9cuTU3NCRMmnD59+sCRg4rqsthvmuWyqdFyMplkY2tsP9CETCJVVlZi/1R+TbSXQmnp1YHnHwMn79ygpag8zsahp6y8u+9zz7d+RCcdNY1bPs92u13cOGVmcVnpWU8Pbg5OK2195rD11pwKOm3i9g2fwr+PsrCeNXRkBY2+9rQr9q8lZqYPW72YxEoaZmKurar+NSbq4O3aTLOMqJiogOCtl0/H2zrIiUmgGY9OSVriNA77MWuzhzla9tOtN8Keco08lplZePPlU7Qa/DLKycLayEbXaO2wNfXGsqLJyS8pppDITW+tLMJ8/CeW1q/ErW5g/R8qZq96pVK22chCiI+Pk5uTjYOdQqUQdzI0M9T+fReiohrPJ6iqKoweYy8uLtKGVepOshu802U+9sfIJPynjIv911WxcLKxH120cpHTuM0XTq47c+zas0cPdx9mVq78J6qx6kZLWFlYsXZDfJfB0REH5y/bd/3yhnMnbPUM2Gp+i1hqOrouXikmIFR3EKLrr9btrgAOWwDodNogAI3Q+mb3HPUaA3+GTCbb2A0dYDvk/bvXhw9uW7FsxrET1yUae6IBBycnL59ARnoq8bawIP/G9fOfPr7NyEgTEhJGJUVFhcyeWVhYRX48bYGporxs147VVVWVsbFRVZWV6HgJA+CPleTmluTkxOYEbNLUaNiJaBFTVTWYNMn//HlFA0O9seOaH2FeUuLHWzeJdgk1NXld3dxE/N47Idmfh7ho50NIXj7az6+qsXtMOfjwm9gqiosaBqCRXoMG+bi6ZkVHiygrh/u8pHJxqZiaNuwtKyYGNVGfzCqT68xXDpFatluxItr/TXZMzNTLV9i4ubGm8UtKJQUHVxQXN9pbxMuXgTduZEZHVdLpaNZoJSVovlgbu3ew3qyVFeT7nTkT8/ZtXnIyrxh+/2tZYSHWMr+9VGseclRRUoKBlqmbfr6xojQtDNLPXR+RgQ5PTsfTz5WsstKC8tIiMpKiaDXoOCcowT8B6eduCzLQv6u0rJyNjQqLBQAAAAAAAAAAAOBPQAa64+t06ec/N3ny5J07d96+fdvRsbYet4yMDDGx2vqJfXx8LCzwamL79sWrgSts8RXPltDSUnF0thcVwa+utmEWs9WkRfHKib/Hxbaw/w3njsmJiXvsOEAkEdNzs5kBaCeLAX7BQace3Hn07k1+STG6BnF00cpm6sR98MbX70vQ3jmLxw2wJ0p2XD6L/WuHbrml5+b4HTtP1ICrKCnFDEAjrotWTt212WTuVEVJmcik+AG6/WcPd0LlPWXxihrRRtLqWmmboiyNjzk8Ib5hJ1kxPCSQlJHGLEHLPDIpQVZUjMRKkhYRDYmOjEpO6CEj33BYVRk5z4AEbVV1orruLkxAgNfR0a6ftjr2t7Y4Uk32qZxGa2H/yZkZqKkgKcUsaX460Zp5ee22RUf23vJ59iTw7TDj1tRpTaP/L4MhIyr+9tsXZvXtSGRNjdTyEpJYuyFmcunoCc6WNvzcPFN2bjx8+9qKsZNRoWrNBsXPzdvoBtX8ug0AAP9E2wSgMY5/fGNcV4IOWvobmKG/Nls3L33x3Gv8RJdGeysuKhQWxveGM9JTly+ZzkpiNTO3VVPrFRUddsPtbL0R1v8IjCUvL0dVTWvoiDFnTh7w8rozeIgzBsAfI1Y2FVNTo8lT6nUSVvh5b2UlnY6aVZWM6qoqFtbm7lrTchiEXv8ranR3s7qaBe3I/v4Bfy8HPAD91dvbfO7csBcve1paUhq9t69mzMbTZygbGtbrIqqsQrSgmSJ2hRm/2pkuJ+5PaGxGXh0/9ur4cQ1bO5MZM3jFxF+fOsUMjjcvPyXl4rSprCwsGvYDZXr1Sgv77nPsGNZybbpUQT2Qfu62bFw4K89Khj9iq4gX4DFh6C4ho9+9StYf55ohA90tQfq5m4MM9G8pKyvnaEGlCwAAAAAAAAAAAACgeS3JQJMpmPkkyED/A90w/YysWbPmzp07Tk5O1tbW/fr1i42N9fLyunTpkqOjY2hoqKWlpZWVlba29suXL1HPo0KBkQAAEABJREFUzVQU/VsEBHjHjHXo1UsV60iUpWXFBIUevvV1+mRjpY3XXoxOFFfQ6ZzsHI32n5KdpaOqzvajxuiwhDjUpNVUaMXKwqqpqMzKSjLU6qUpr6SuoMjWbMXSydmZqCkvXvuA4sTM9JLycnpjdWP9TWgGOahsEjW1/mE/ZpD+o6JuXi5ui766KtLSvZR6qCsoSYuIEuU9ZOT7qKheePTQydJGWUqGKMwqyBPh+0WFyrZ6hqzNblYa8oo9ZORuvny6YNQYMYHaCtfyi4v4uXnQJ+Lfnf/rpaMnkmtCt5efeKbn5rgMGYXaDTV7ewe8WXf2xMU1mznZ8BPdFQw6c7SOFgPQl77x/MmdM+cRWzeNQS+rKOfj4sG6CjKZNGCAkd1AEzYqBfuLpIXxWyk+hofa6hmgFkZlpefb+rV5Mn6sUWW0ijOed9HmZtlPD70V5sMv4kQlNV6PdUZebmFJsYo0XqlcL+Uet3yeFZeVYb9PiI8vPDG+7iUhGz2D11+CPPx8RlvZYjUr2Ml7t9mpVPN+Olg7k65JnaFlZdK73/F7t8dY28uIitn3N952+dze65f01DS4OWr3DdDsE5tA8+s2AAD8E20UgAZtTaWHGmqmpiQ22jU6MqyqqlJKCr/t5vq1szk5WafPuUvV/KGVkpKtF4BuqBqr5uHl27L1CBc3t8+LR1cunTQ1teHrGE/TAJ0ap4AAt4gIrbRUXk+vqX7iAwPfXbnSZ/jw4Hv3fI4ds5z/v+eSENnoZvDX3HuXl5rKLKmuqsqKixOUlW1pReZ1wr4CMjLyurpfvb1Rs7ywQMPGttEhRJSUsJoTQ03NF9o99diwnoOXV1qrl/uqlTNv3OT9cY9yPZU0Wlp4OOrKxsPDHJZoKcrMfHX8OFoyw7ZuI0q+P32SGvoNawG/s2cLUlLme3kJ1tyNh5ZGwwB0Ja3JZdsGSxU0AdLP3Zz9dH7SKWpQfHmUH7mqstJu+c8bJCAD3Q1B+hlgkIH+HWXlFRwc8OcSAAAAAAAAAAAAoA38MgP9zh2vBxoy0H9Z90w/I9zc3O/fv1+0aNHr168/ffpkaGi4bNkyFRUVopOLi8ubN2+OHz/et2/f8+fPT548mYH9UX18ZDLJxtbY1s74LwcxW4JKpqweP3XRkb0Ttq211tFXl1Pw/RKUlpPdVM3NNrr9vQLerD51tF+PnleeekUk4knNkOiIATr6j969OXTLbfawURk52ej1OTrCoq+uQtM1yA7Q7r/32qU1p11nDBkRn5Zy6bEXWtOik5OKSkt4OLmwfwTNoN+XoJl7to40s3z28cPTwLckVlJwVATRdeGRvTI1dWaHxER+i4/VkFe00tYjwsc7Zswbumax5cKZA3T7SwuLfY2L+hQR5n/8IjMk3SgHA+Pmpwctk7UTp0/avt5u2dxx1nYYHk4tvunzzM/1nLig0GLHcatOHRm3da2uqlpYYvyjd/5o0c0ejgegx9sMvOj94E3IZ+tFLhb99NDJ/xsvHjNHa62jhz76yhPPgG9fTHr3yysq8g8JsutvvHvWAqxLqFvV+l/WX0NLTkzixounHOwc+moalx4/DImJqtfP2M2rBxuaJmRkvP36Oasgf+noicQWJyEkrCan8MDfN6+46NKaLfXq5/YK8Ntw7oS9vqGYgJBngB9a8fTVNLHfZ9yr722fZzP3blWVkWMlkZc4jRs3wP7EvdtrT7vGpaXQ6PTH798mZKTNG+HcTIL/ceDbyP8HtV2GjLSpyXy3zk6X+ebzp68/d/zi6s1iAoJrJkxdd+aYwazJVtq6bFS2d6EhaFt4eegU+kvU/LoNAAD/BCsGOgz/Ny8ZP+6oe/L4PmpKSskyu9LptakpOo128QIebTQ1G4CaWZnpbGxsRG3QSFw8/se7svIXd+ZxcfFw8/CgP05z5q4sQX+8L/xOZbEANK3P0GEJHz+GPv65i1Ocnc1sp5WW3lu3VkJdY8imzYZTpvidPhX3/j2zK7ewSGZMTPOPFJHU0OCXkvr+7GnVj43l053b+cnJqua/frYIl5AQambF/u8RQlr2A/OSk14ePcLBx6dsZNTogCJKSrL9+gXeuJGT8HMnsm7dzIHX3OLevbNZumzYtm2VNNrd1auqq6qYXSvpPyOPr8+cKc7K0rCzq50kYeHcxERiXvKSk1FTQKr26Sr0srK8lBR88BbcaFuQlkpFW/WP47fMqKi6A3IK4HvGmdHRTQ3+J0sVNAPSzwCrqQe6nwN+82vMW9LjvegXgsag0ysrK9GKQawhGOgeIP0MmByM+eeMFC2jYWvPFkXEl9LoNPQnm1g3sI7x1MUOoqwcaoAGAAAAAAAAAAAAaDMsNVhZWUlkEoVKpbJRqexUDm52o7mFUn1LUQ/v3MtfXSrFwN/SrdLP6OIIUZ0zk4CAwKVLl+Li4nJzcz09Pbds2dKnTx9ULicnd/LkyW/fvhUVFb1+/XrKlCnYn1FVVdiwae6QIRYdMP1McLIYcHLZWg0FxdfBQZ5v/QYbmsmJSTTV8/aZ84YYmd3xfbHz6nkJQeGAkxcHGhgfcb+BOlnp6Nv1Nz553/3ALTf0WnfmmPHcKVefeTc1Kk1FpWOLV5JIpA1nj/sGf9o/d/G5lRvQmnbe+wH270y2HzxvhPPXmKh1Z0+k5WQ+3H1o1fgpgWGhH8JCUdelzhNSsrKIGdx3/dKUnRsHLJldXIb/cPVRUfXafVRXTdPvy2fPgNfCfPwLRo3hZG+Da7IDdPTvbtsvIyp2+uG9s173g6MjN0yaLsTLhzpNtBt0fOnq3ML84x63P4aFWvbTfXrguCg/nvqlkin3dx4cbGhaUlZ22+dZfHrK3OFOdUeLvvRFjmMrqyqvP3+UlJk23NTStHc/rPMTERGYM3fM3Hnj/kn6GWGnUq9v2tVLWfn43Zs7r17QUFBeMHJ03R6mOQwbbWV3+uHdp4FvRQUF98xZtNR5PLPr6RXrBxmaRCTEldMq6o1ZU0HJRrf/x4iwWz7PUPvNzbuJ2qB/1/pJM1Rl5b0C3qDV2O/LJ1TCRqE+2udqraN/59Xzi48eop//DVNmrpkwrZmRZOTmBISG1H1lFuRhf0BRQsplyMingQHo1wC9nTpwKFpFJYSF7r/x/RAeqqemOXaAHXEB65frNgAA/H1tVgN06ffA0sgQLg1dDpXeGPh9375+3rF1BRc3j4Jij9Li4tjYCHEJqcFDfv6dOH1yf3xcdDVW/eljQFpqkompjaExnk3UNzAL/hy4fdsKS8uBgYFv3gX4ogOhiIjQFn6uqpqm9YDBTx7fHzTEUVGpYz3wBXRGpjNmfH/65PaypZ/u3JFQV8tLTo709R2+fQcR+X28Z3dBaqrzwYNoLbWavyDG39995YpZd9y5hfGn2Cjo6wW5u7uvWCGipIh6MJkxs+H4SVSqyfQZDzdvujZvrkyfPplR0aFPHnPy8xtOmvTLaeMRFZXU0Azx9CzNzx99+AiZDT/gUbOx8dqxPTkkpM/w4SRqkyk0u5Urz0+ceGLEcFVzCz4J8fTwiMTPQfM9vfgkJHKTEl8cPqxkaKRuY1PT56p7a1a/dHW1WlB7g2awh0d1VRWPiGjSl+CEjx/F1dRMZ7oQnZQMDd9dvnzKyXHk7j14CllaOvDaNTTv7Dw8765cKSsoQP2kfP0qr6vb/KypmptHv3lzZ8VyrYEDo968CX/5kkShpH6rrT1aTlcHjfOl69Hi7Cx6BU3d2lpSU7OtlipoSqPp56HLuNVMIezY7di4cJIpWKBHOZGBhnqguyFIP4N66tYDvXlKtYYS1APdiLKyCk4OCEADAAAAAAAAAAAAtBmoB7rj6LZ1P/9NgoJ8Tk52ffqqYR3eECMz9GK+nTPcsW7X1HtPme2i/IInl62t2/Xsig1ECycb+7HFK4l2dJI5IjF+1PoVB25cGT9gICqJcLvX8HOHm1qhV90SZm/PD56sWz7Gyg696paEXr6DNW3ZmEnoRbQ7GBjXnQUk8PTVum+nOQxDL6KdxEpaM2Fa3einmpwiM145yNAEvYj2otKSo+43XO/e9HjziphHTUUl9617sXbQX0Prwc5DjXYaZmwxzLjxOsUEeHhPLV9Xt2Tp6InMdjSnK8ZORi+sq2CjUocOs7QeYEght1kOrVFaisr11qh65MUl3NbvqFvCXPJbp88hWub/PxXNpCQpfXr5euZbI60+zM/SU9PUa6zK53obC5lEan7yhPn4fQ6fblhYb21pSvOzX3eC+bl56vVpraPHLGm4Ya6dOB29mG/r/S7V1fy6/f7UFWZ7w09ZN3EGemEAANCm2qwG6Hw/r8KAx6XhQRhoFR5eXkurgTw8fBHh3ypo5UOGjj54+BIf/88nGujqGX/8+PbxIw9RUYmFi9evWlv7B3vQoFGOzpNjoiJOntibnZVx4NCFSZPnfA8NDgv90sKPnjJ9Pgcn59HDOzAA/hiVi2vG9Ru9hwzJTUr8dMedXl5uOHmKkJwchtd+6h905472KEdJDXy/kESljti5qzQv786K5UR9ydaLFkuoq3975O3j6hpbp2boerQdHR337S/Lz/e/cCEp+LOqhcXMGzeJ2p1/adTePZr2AzOjoxnl5UQJJz+/bN++qEXT1raZAdE0T3e7JttPO/ZdQNjzF5wCAqYuLlRODjTld1fh9T0PWle7h4fmvYeZ2Zszp5mVW8vr6RVlZvmfP1dJp1vOnz/9qhsHHx/RyXLuvP4TJlQyGHnJyWQ2Nuf9B8RUe/qdPRt4/bqGnf3su/fEevTwv3Ae+xVtRyfTmS5p378/3r27MCNj2uUrVgsXJXz6mBQcjLoKysg6rF1XkpPjc+xY4PVrRZmZWJsuVdAQpJ9BPZZTOfWGQT3Q3RSkn0GjmPVAb7hQ/C26GOqBbqimBmh4ZgIAAAAAAAAAAABAW4J6oDsCSD//HRs2zekU6ee2gs4qewe8Ic4to9VGSUpGWVqGTCJhXciX6MikzAyinYeTS1+9F4YnieG59x3CdJdR9vam7Z1+BgAAABpiqXtxnUhrMRiM8vLyabuzKqtJN7YqNByG6I1Op1dUlOe8kMCqyllY2URZZuX73meTU5Wasx0Dbcr/zcsdW1csWbbZaoADBjqq8oLwuNf4ozEqOfRZe1zi4uLm4OJCB6noCBUdnf7hoSmx0dFotIqiwmILU1Si9OEjBtrI3VUro9+8WerzikRp4ycflRcU7DIy1HZ0GrxxIwbaWllgYOrcOQxVVcauPdzcPOycnGiLQyfr/nyL+0OQfgZNeXm+NNADv/tCybDSdhkrGxsbmUIh1ZzEJE46Y6DLgfQzaJ7Xm/zj7pnsVGzzZC5NZW4qhUoik1lrYJ322ob1gigFEdrasWRubm4uLi529lbuD7s/eJqTVzBzkiMGAAAAAAAAAKCDIU6BouuJFRUVR3xv3g7xuTZru6ygGAYA6CSYFzIqGZV0/AIkjVZOKysu9z/Gm/IZr/65/0h2qAe6nae5aSAAABAASURBVHSf9DM3xoG1EQZWWY7RsLaGtoLKSrQJ0INSEwY/O4NKrtpPt5LtiXVOlx97rjp1RElKxqRX3/ziYt/gj3lFhesnTZ89zAnrEmgMuuHsyZl5uVbaenJiEp8iwz5FhEmLiD7a5yrEy4+BNnL+25u1/h6oxddomhAfHyc3JxsHO4WKX9D889ALvgNJp6M/OhOeX/HNiNEVl38wdB4GQMtoXd60IeK1TVHNXRAqhhyTD6K/myQy/hczb9coRkoYKuY0n8A9ajVzkKxletXlxaiFe+RqTosJRGFVSV72SiOinc/lGJtWbSXu9MRveXtqfzAF194nS6gQ7RVBjwrOLyXaRQ4GsVBqH15a+vRM8YODqIWVR0R4py/zQwtOzK4Ixd+y6w3lnbiTWZ5/ZCot8h0+kQOmcw9dwizPnKdOtHANms9lN5tory7OzVplTLTzzztL7WlItDOyEnI329dO5BoPsmQPor38k3fhhWW1E7n/AwsbV+1EPj9f7LEPtZClegquvsv80LxDk+jRH1ALh5ETz5hNzPKcDdaVuakNJ/Jn+f+XMHPieSfuYtcb0nAiBZZepyj0rl3CUYF5hycT7UKbn5GEpIj2is9PCs4tJtqF975j5eAl2st83Ypu4xlUFiqHyIFPzA8tfni49Mkp1EISVRDa4MUsR18T+rJQC1XLkt/F9efEbx9SmRaNWtgNRvKO28osz905gpESji8E0zE8Tj+rfs9ebVpVlI3hq80qTova2s2r8tOz11liDZZ8xZcXBWfmN5x45pInCUoKbXn+c+Lv7il9eRFr+I0cGEeP/dxw4nN3j2Ikfcf+v3r8byKHLeO0noo1WPJ80w6y9a2tBpQe9yVv/xiiXWi9J0lMseHEi7p+Z468Ivhp6Ss3fOL5RHin7GOW0777MTITWLn5WQWlqIp9meWuL27deP90v9UsJTEZdHWYg4ODSqWSyeS/uR/bZjffsMn2oIhKs0srYQAA0HmUFxamhoZq2Nq1efoZdE+QfgbNsJyKny8O9CiPeUt6sq/SdlkFsxNU5NAlQfoZ/JKDMX5a9rh75saLJZsnY3gGGr2vqSAB/SygVag7/yyUlJVzcrBjAAAAAAAAAAAAAKCtESed8PPS+Imon6crjeYW+h/DUj5zvnPH6/KADHSbg7qfQfsZbW2blZ/r9uzRxUcPhPn4tRSVR5pZOVoMwLoKKplyZvn6XdcuvvgUiLYOBQmpyfZDZg0bBelnAAAAoDlVDGZrNSup0fK6GFmJRD6+SvR/9SZXBD0ue3cPtVAU+1KXuDHLtb4958mP4fvuXV1liqnoYv9CmwWguTT10QsDAIBOojQvL/D6tS8PHqLzB2azZmEA/DFIP4Nfggx09wHpZ9BCkIFuSklJqbiYCAYAAAAAAAAAAAAA2gFkoP8+SD+DdkUlU5aOnoheWNfVt0fPm5t2YQCA7uqIqEqKivk4hb5UQdG65TzjNmMVpaiFhf9/D6Xhn30Cq6pELSQROWYhK5eAwMKLRDtJUoVZThaV/1kuJM0sp/TQY5Yzq39G2HQcaus2Jv/v4i/X0EWc1lPwD+IVrlvOPXJFdWkhXi4gUbdcYNElrOayMmudD2XhFvw5MVKqzHISv9jPcuGf/VPrTuSP6p/xidS2p8hp1rT9b4+OZ9Sq6rIivGe+/12J452yH2NUNJxIZnm9JSyw8BK6Ko5PjLhi4xMpUadcuiezvO7Coajo/Cz/UYMyPsm9rcnEF8TCWvdDOQxHsvU0qBnyf/UocdvP5jRxxnvn+t+NMbzjt2O0Mryc938zyzNuS+1qw/e/1Yl3xmGWSjo+wSKyzEJWfvHGl7xS38YnnrnkyWz/m3jT0Wxa5jV9/P8bcVxL1FZeb+Lx+rlrJrLu6lF3IlmFZZiF/1/yP6swJkn2+Fle5xv8ueT/v9tJRSu2/Vx85LxCdcvRgiKJKlSV5Ndbt6VTQ9VK87BPN7DK0k4fgAYAgM6lNC/vq7d3TytLk+kzOAUEMAD+DKSfQQtBBro7gPQz+C2QgW5UcUkpN1ebPSUTAAAAAAAAAAAAANQDGei/CdLPAAAAwB+KZueJE5CplO7Fwv2/nROKrGaj/VOUtBsvV9FrWMjCzt1oOSv6m60i1LCcJCiJXg3LyZKqWGPIUj0bLaco6/7GRFLYG59IHmH0alhOEpAg/T/KXDsx0mpYox9KRLpbXt5Y2rXJieTgZf2dJczKL8b6/7w1gSQkTfp/Gri2XEKZhDU2kXJaWKPlTaw2VMW+jfff6DfCLdhoeVNLniQsi14Ny8ky6tgfT2TTS57nt5Y8WicbXS25By9Er4blaeKqMclhmmhnVkT5f+XHJrOycfDojeDs1e7Po4AAdCdgZGzp9eQjBgBoU8KKivM9vbD2xM7Ht+lbKAa6AUg/g98CGeiuDdLPoBUgA91QSUkZFycEoAEAAAAAAAAAAADaEWSg/w5IPwMAAAAAgC4puJfdjTLW/VazlMR+VkddWZBZFuaLWkqCHwuNXM9nMRVrT6xYW6NnpWAAAABAtwHpZ9AKllM59Ybhz2SpyUBXVVRUMOj0yspKtCIRaxQGOidIP4NWczDmnzNStJyGbbxY8i26mEanVTIYxLqE/Vi1upWS0jIuLri0BgAAAAAAAAAAANC+WGqwsrKSyCQKlUplo1LZqRzc7EZzC8W1SlAP79zLX10qxUBrddv0czFW1lavcoyGAQAAAACAToLEJyq58AaPoTMLmY1bezDWztoyAF1ZmBe/ZUrSvoX07DQMAAAA6AYg/QxaDTLQXU/D9DMvpJ/B74AMdF3FJaVQAzQAAAAAAAAAAADAX9BUBtpsUTFkoP8Q1P0MAAAAAAC6IXYVfZGxu+S2B5B4RZiF5bEfq2llWFtrywA0iVegmsHA8Gn9jgEAAABdHaSfwR+CDHRX0mj6eQ+kn8Fvggw0U1FxCTfUAA0AAAAAAAAAAADwVzSagWbnYoMM9J+A9DMAAAAAAOjOWLkEmO2M7IQ010lJ223o6dFYm2rLADTCLq+KmmVxEIAGAADQxUH6GbQJyEB3DZB+Bm0IMtBIWVk5akIN0AAAAAAAAAAAAAB/DWSg21ZSKKSfAQAAAAAAqEVLi6qmlTJyklMOOVfmp2Ftp40D0Dx9TYUGTxEaOB4DAAAAui5IP4M2BBnozg7Sz6DNQQa6pBR/+BHUAA0AAAAAAAAAAADwN0EGuq0khTJubYL0MwAAAAAAALU4taylVjxg5RLg0RtB4pfA2k4bB6C5+5ryGTuQeAQwAAAAoIuC9DNoc5CB7rwg/QzaSTfPQBcVl3Cws8G1HwAAAAAAAAAAAIC/jJmBZiWxkikUyEC3ApF+pldA+hkAAAAAAICf2GS1ZNc/FxqxFmtTbRyABgAAALq2hulnFlZIP4M2ABnozgjSz6BddecMdGFRCTc3FwYAAAAAAAAAAAAA/joiA01CyCTIQP8uSD8D8EteAW8kh9vc9nmGdSRLXPejqcovLmq0q+q44U4bV2KtYr14luHsSRgAAAAAMIyVWxBraxCABgAAAFqq0fTzsJWQfgZtAzLQnQukn8Ff0G0z0IVFxXy83BgAAAAAAAAAAAAA+BcgA906kH4G7ae4rNRozuRJOzZgoDHBURHnve9jfwt8HQAAAMCfo6WGM7ITsT/WLgFoWmpc0YcXGOjqTh3f52Crk5WZjgHwt2THxV2ZOXOnQf+jDgPLCgqwP3BryeItfXpj7Sw9LGyTpobfmdNN9XDa2dl1yGDsn/o7i6ILaCr9rGrQ9cOOrruum6hOykzPxUA7gwx0ZwHpZ/DXdM8MdGFRMS8PBKABAAAAAAAAAAAA/hnIQP8uSD+D9lZSVlZUWoKBxgxbs+TV5w/YXwRfBwAAAPAn8jwPJO+wz/HYhf2xtg9A09ITkg8vz7pzgpGfhXVgZaWl06cM37xxyS/7rKqq8n315N1bX+zv2rNr3eQJgwry87AOoG0XwiOvuwf2bapXmJmZvn/PhjFOA8Y62aDvpbjo57NF6DTahXNHZ890HjnMdPGCSbExEXUHDPnyadP6RajTlAmDT5880BlTIE9evK6srMI6vNTQbx9u3sD+DK2k5N2VKznx8djvo5eXX54xPelLsIatrf64cRx8fFiburd2zRF7u9K89t3o0BI4NnTIzUULsQ6s3qIoTE/3cXXFuorzV28nJKZgv+kvpJ/vXH5qojrp1ZOfB+chn6JMe05eOm0v9hdVVVW/fBTo/zK45YOUFpePH7h63bwj2O/4Fhw9zHiB2xkvrBMK/hCxfMb+ocYLRpgu2r/5cn5uEdZ2IAPd8UH6Gfxl3TADXVRUwgcBaAAAAAAAAAAAAIB/CjLQLQfpZ9DeuDk4Xxw+dWNTG4SEmvclOpLOYGCgWX/t6wAAAAC6KqqMJmqWBD+iJYVif6btA9BUcTkSF55KLIv4jezUP1FeVlpaUvzL3iLCv+3ZuTYlJQH7u8rKSsvKyrCOoQ0XwsMHN12P7KgX1EhLTV6yYNKX4I+mZgOkZGQD371et2Ye0Q+dRlu/dv4DjxvKyqo6OoYx0RGrV87O/FHt9PuA12tXz8nJzrKxHYoOvO/fu3buzGGss7l112vTzoNRsX97HftdFyZNivH3x/7Mhxs3Hu/eVdGCTa+hsOfPCtPTh2/fMWTTZr2x47C2RispqSj9G6dpKtAHFXfo+0HrLQrPrVveuV3FuorEpJSte4663bxfVlbewkH+Sd3PZSUVO9ec4eJiX71zOvYXfQ+J2bjoWHL879XuX1ZSXlzc0uXJVFRYSqugY51QJaMyOyvfZrChRl9lj2svNi05gbUpy6mcxmM4MMhAd0h108/nH+ZA+hn8Hd0tA11QVMzLCwFoAAAAAAAAAAAAgH8MMtAtAeln0N6eBAZIDrfRmuS04NAeosR68az9N6/cePHEYNYkRedBNktnvwz6cPWZ94Als5ScB5vNn37/zSvm4KjT6E2rek92Uh49xG75vNs+z+qO/Et05KgNK1Ank3nTFh3ZO3rT6q2XzhCd0Pnn/TevGs+ZIu/oYDh70vqzxyvotOYnNSEjDU1qSnYm9itZ+fkTtq1VGz+yzxTnDedO1B1zZn7u2C2rNSc6Ko8Zar983otPP2uPCgz75rxpFZpaNMs7r57PLy5CL/SJNAb9+cdA1IJeqKUl04/Oq5/3vo/Grzpu+JSdGxMzM7CWafTr2Hb5zL3XL0znTUOfhb4FtMwbHba4rFTfZQIaNj03BwMAAAC6Ma7eNhQJFdRSHheE/Rky1g44VHsXB72m5/56n+Yf4uDkPH7yJicXF9ZRrduwp7CwgI9fAOsq0tOSz5894v/mZcNO19zOFBUXHXW9KiuviN7euHbuyqUTX0M+9eqt4/PyEWpZsHi9rd1Q1On7t+DlS6c/fXx//EQXtEt66uR+SUmZfQfPsbGzz5y1ZP2a+d5e7uPGz0TfL9appKZl7tp/3NhAx3GYAzd3J5v4vyaLpyB/AAAQAElEQVQvORk1Zfv2xdqH4779ZQUFnAKt2ehSvoZIafVqSZ9ULq5Zd9zZOvYq+ieLolNAvx4vX7/9FBziPHKIvk7vX/b899PPyPE915PjM1ZunyYs2tG/CE5u9nMeW7m42H9rKM0+yjef7+34c9cobQP1Cx5bifYFE3d9+RBeVVXNytqWZy2Nx3BQ2Fl8LpTWZKArbZdVMDvBSdJ/iJl+rqysPH4v292nGNLP4K9xMOZHzePumRsvlmyejGkqc+OrHRk/oEM/C2jl7Eo/C4VFxQqyUhgAAAAAAAAAAAAA+NeIk04kEqleudmiYt9DWPpXrnfuePUo5pO66fVNSD+Dv0BJSnqJ07gDt9zqFp7wuCMuIDh/1JiYlKRLjz0nbFvHwcY+wWbgVIdhV554zd6/Q1RA0EADv379/OP74OhIi766VAr5ru/LhUf2oktaI82sUaekzIxha5agDdzB0CQzL+eWzzMKmTx7mCPxEfMP7733+oWmotJk+8FfY6PPeXmExse4b93XJmvy7msX9NQ0HS2sX3/5fNbzHtpINk5xQeW5RQWDVy5Mzc52MDDm4+bxfPt6wra1p5evH2RogqbWeeMqXk5OR4sBGXk5Zx7enTfCmUKmoIVz6M51eTGJYSbmaAwKkpK/nH50oWfC9nU+QR+1lFTGWNmi5RMY9q2FU97o13HR+yEnO7vL0FF83Nz7b1yZvGPD+1NXJISE6w07/9DutJxsjx0HxAWFMAAAAKB7Ex23hywgSeITxf5MuwSghezHiwx3YaGyYW0tJTnxyqUTkZHfc3OzxcQkjIwtx4ydTqE2njiZN3tsQUGeoaFF4Hs/1CItIz92/Iz+Bmao07sA362blqIWE1ObVWt3EP0z6PRTJ/d/DnqflZUhKCCk2lNz0pS5sbGRO7auQF3Pnz2CXqjl3kN/KpVt1/Y1fq+fPvB+RyLVLkM0wsD3bx4+es9sv3L90YVzru8CXklKyhw8cgmVJyXGnzqxNzz8G9qDlJFRmDZ9gZpGI8G7stLSUcNNUQs/v5DbzSeoJTMz/eJ5108fAzg4OPr01RsxYjwRFK5r0/pFHwL9r998xsvPT5SsXDZzzbrdzAj16ZMH7t+7fvX6IwFB4cpKxrGjuz99fFtQkC8uLmlpNdBp9JS6M1J34kc5TWp0IRD9h4d/3bZ1RVJCrJCw6PAR4wYOGok14eCBrZkZaYuWbDh0YEvdfeLiosLXr57q6BkxZ8rK2gF90a9fP+vVW+eR910eXr4BAwYRndQ1+4hLSL/xez5+ogua34z0lBmzlrCx46k7NE4LS/vPQe8CA/3MzG2xTuhNwMfgkO+OwwYaGej8wwPgpM+ffU+dTPryRVheXsnQyHDiRFS4y8gQNcNfvtykqYFaxp86pWxknJuY4HPsWGpoaFFmpoC0dE8ra5Pp08lstevGHmMjSQ1NywXzX58+HePvrz9+QiWdFnAJ3xZOOzujpqy29tRLlxv9RHY+vnpTtc/crDg7G7XsNcO3jnWfgogPKi8sfLJ3T9yHD2X5+YKysjqjHLWdnJhDZcfFPdmzOzkkBJ1ZEFFSslq4SKZPn4azTCsp2aGvh1p4xcSWvMAz+micaKjBGzZ6bd+W9v07j4hIv5GjjKZOZQ7y7ZE3mpesuDgxFRVRZZVPd26POXJU1dISa1akr++1uXNQS69Bg0bs2l2va0Vx8WlnJ1pZ2cwbN3lERVs+/cQEo+kxnzMn0vd1dlwsv5SUlr298fQZLKy1Nf2X5OTc37A+9ft3RkUFGpX57NloUbdkUaAvKzUUP94jvnqTGTOtFi5ELdVVVW/Ongnx9s5PTuaTlFQxMbFasJD57XcKBYXFpy9ce+3/ftLYkaIijR9k/qv087vXIR43fPSMNQeNMmUWJsSmue66FvYlloXEIq8k5bLEUbOvMrPrm5ef3U55xkQm8QnwqPVSXLB6nLAY/ufA73nQmrmHhzpbJCdmhofECAjz9tJWnb9mLDdPI+ciiZ5Ri+vu6+iFWp5/OcvGTiG6fv+CVw4dF5ksIiHkONFmiLM5KnzrE7xy1kHUYjPEcP1e/MTE16CoyycefAuKklWU0DPWcppix8Nb/7NO7L157aw3alm2efLQ0RaoZcaoTbqGmkqqMldOPUxJzFBQlp6xeKSukWajy8d11/WbFx5PmTc84NVntFgkpEWsHPqPnzmIiCDfufz08Ha3I5dXf/kY8dwzID01++7rw7x8XHnZhbvWnosIjasopyuoSE2eOwwtYWKEjz3eeFx7GRedotZLyXRAvxHjrIny4qJS153Xg95/L8wrlpIXG+JkQUxtXVQqWURcoD1+s/WH43/dIAPdcUD6Gfxz3ScDXVRUAjVAAwAAAAAAAAAAAHQQkIFuCqSfwd+hLCWzbMykeolbKpnssfOgMB9+0pifm2fn1fOrx0+Z5jAMvVWRkh2yetFtn2dEAHrOcCf0khbBrz7PG+FsNn/66Yf3iAD0yft3Kui0Rztceyv3QG93XT1/xP1GaFyshJDw6y+f7r1+MXe409qJtc+qPeflsf7scbfnj8YPGIj9sdFWdrtnLSDabZfNvfLEa8PkmWgz2XX1YlJmxtkVGwYaGKNO0wcNs106Z+ul0/b9DT9GhKKpnTVs4uxheB4gt6iAhxOv8RAtHNe7txSlpFALc/zNT/8tn2c+QR/HDRi4Z/ZC9KHo7LrzplVvQj63ZMob/zooFK89R2VExVA7PxfPzL1bPfxeEtPJdOqB+5PAgAPzlvbroYYBDKNVVqYW52MAtEwVPCQZgC6HTb4P1hbaJQBN4hXE2kdsTKTf6+e6ekb6+iY+Po9uXj+fn5e7YPG6pvrPzcmi02kus5elpSffc7+2ddPSJcs2Ww1wkJaWGzNuxnW3M8w+6TTa6pWzw75/0eql3d/ALCU54d2718NHjpOVURhgO+TZkwd9++n3VMP3Dhse2jWqqqpq6aIp5hZ2k6fM4+XFo5xxsVGLFkxiZWFB4+fk4n7r77N86YxNWw/q6NbPIKIjITR5L5550mi1D+DYsHZ+akqSsak1lUoNeOtrbGLVMACNCj8EvgkIeGVrj+/UJiXGf/sa9Ozpg1FOtTt5r1896dVbW0AQv8lsx9aV7wJ8e/XWNTK2+vjR/9KFY3m5OS5zljU68c0vhIP7t+jqGvXooR7g73Ps6E5BIWEiZd6QldVAE9MBBQV52P+f0x0fH8Ng0DW1flbrKyIqzsbOkZWRjqYkOjpcT8+Ytc4nysjIfwnGnxgSEx2Omlpa/X52kpVHzazMdKzTKi4pveB2x+/th0njRkpKiGF/XUFq6hWXmew8PH2GDi3KzHp39YrR5MkkKtVi3jzfkyeF5OU17exQb4IyMqiZERH5zdtb1cKih5nZVy8v3xPHS3JzB61fzxxbdnzc7WXLTWfMkFBT07QfmJeclBUdE+3/Rsd5NI+IMG/NAUCjn9hwwgwnTQ5/5ZP46ZPh5Mls3NzEKkEvLz83YXxWTEwPc3MhObnYgICHWzYXZmVZzJ2LT15k5NmxY1hIpJ6Wlmxc3OEvX1yYNHHciRMNg78kCgXN4JcHDxgVP/OFSZ8/X5o2VWvQIP0xYwNv3nh2YL+AlJS6LZ6t//7kyZ3lywVkZPsOH570OfjTndtSmprKxsbYr6CJRB/k4+raaNf7G9YXpKdPuXiRSD+3fPp/TnPwF+Np0ypKSkK8PF8cOZKflj5440ZUXlaQf37ihPzUVA1bW3Ze3u9Pn16ZOXP04SM9rax+uSi0R46klZXmp6SYzJiB3sr07sOc2mAPDyktLd0xY9LDwgMuXULrw4QzZzrd6ZvwyJj12/YPtLEYaGtBIf/vz2L1D385/VxcXLZ77Xlubo7VO6czC2MikmY5b0HnyEys+3Fyc/g9+zRv3PY9p5cSEV4v99e71pyTlBEZ7GSek5Xv9zzo66fIM3c2ExloJPhDuOMk2+HjrN6//vLwlm9EaPyZO5so1Pq7ATKKEkOdLe7f9Olv1kujN56uJpFZmV13rznX37y3qqYC+vS9Gy4Ii/IbWvSRlhOftmDEuSN3iX7SU3OWTtvLzcNpN8IkOzPv1qUnztPsG86jjqFGYX6x553XdQvvuT1n52R3nmzLzcd16fj9VbMPNV9FdGhw1LiZg0qKy549DDhz8E5mas6yLZOZXQ9suayiJjt1/vDszHxePq6C/OK547anpWRZ2uvz8HL6PPmApnP7sQWm1tqvnn7cvvJMDw05tPSiwhJeer8nAtDlZbRZzlsTYlKN0GzKi398G7pv40W0eNE4mZ9y6+KT935ftxye105rPmSgO46G6WduTlZIP4O/r5tkoAuKivl4IAANAAAAAAAAAAAA0FFABrohSD+Df4ufm5tIPyPCNXXkSYvUpgv6qKiyUagp2VnEWyL6TFCRllWUlI5KSiDeRiYlsFOpRPoZ0VPXwtxvRCXHW+vouT19hEaydPRE5rCT7QdvPH/yU/j3hgHosIRYq0WzmG91Z4wnWp7sP66lqIw1Rkf1ZwjYQF3ra0wUmmA0qXdePevboyeRfiYmeLCR2W2fZ4kZGXJiEqjkxounjhY2aN4FefiwpjU//ee9Pbg4ONdOnEZsm6hZdym1Avo6iPQz0q9HT9RMyPhfaiUoMmzrpTMjzaxGW3XKuvzaCksNov1LVpK22zYMgN+B/qrCn1QAQD3tEoBuP0YmlvsOnlNTxzO4k6fNm+Pi/OTx/anTF3Lz8DTav7iENDMebWFpP2uG44VzR8zMbaRl5MdPdKkbgL565VTY9y+TpsxlVoRcXFTIzcOLWmzthhHZ35GOE7HfUG1sYj1h0mzme9cjO7m5eA4cviAmjj9xY8rUeQvnTzhycPvla971hiRTKGjyvn4NSk6MR2/zcrOTEuP09E1WrML/9rvMKkVHSw0/z8jY8sih7YHv/YgA9NMn91HT6+EdIgAd9j0kLy9nzDg8v+jr8+RdgO+QoaOJxPOE0llLF099+ODWoCFOUtKyjU58Mwth8dINJqYDUMv4CS4Txzs89r7XVADaxm4oahIB6LoyM9NQk+f/u6doWaEJRvNeVVnJ/f9OnFzcNFpFWWkJEXTm4eVnduLi4qlZYjlYJxcdl7BxxyEbS5MhDgPYqBTsL0oO+UIrLbWYO89gEr7mlBXks9VsX2azZr85e1ZIVha1MHvuaWU17aqbdG+8InPL+QtOOY76dOum9cKF7Ly8RA/5KSkTTp9mBnaF5OQywiOi/d/0GzFcUkOz+U+sx3DKlKLsrMRPn/qPn8ArLk4U+p05kx0bO/7kSWVjE6ymTuK7q1b5nT7Vy8FBSF7ee8d2Dj6+qZev8Evhj1C3mj//7PhxD7dsWfT4Sb2Rk6hUNF8JHz9lx8XWLR+2fbuKCV7/rrye3j5zsxBvLyIA7XfuHI+o6Jx79yg1tY9fnDI5OSSEXl5Oov4iBoemCn1QowHo91evfn/6dPj2HVJavYiSlk8/09Atv/uwNQAAEABJREFUW4iF03vIkKuzZn26fUvX2Vm8Z08f12M5CQnMOqr1xow9Pdr52YH9PczNWf9/rqrhotB2corwfVWUlVX3q4979y7Yw8NkpovVgtobcz/cuO61bVvwvXt9R4zAOhsGo/KB9/OAD0GTxoxUU609CCfCjqhZ/nfTz8jhrVeyM/OWbJxYN/t7aNsVHl6u49fXiUvh97HMWDRqtvOWfRsv3HqxPy+78OTem7pGmjuPLyJqa44MTXBx3nz64O01u2YQg0+cPcRmCF6Pu9kAbRExwfNH7z249WrkeOt6Hy2vKGE3wvj+TR+d/hrOU+3qdV25Y5q5rS5qmTxnqKPlEs87voYWfWQVxSfPHcoMQH8Pji4rrZi2YITzFHzwgvxibm6OhvOIppZMJtULQFPYKSdurheXxGvj5uXnWjv3yAuv98R4GrVy+zRRcfyeK7thxsum70OTPWyMpbIa8YcM4xfkXrfHhagTGjl/5F5SfDpaRMZW+P02w8dZzxy16eTeW0YWfT+/C0MlyzdP7aklT0wzMYjbac/E2LS9Z5b2N8W3yqqq6q3LT14+8cDawQDNNSr59jn6zKE70xeNtLDTxdpNvQy03fLam6OIEwRdqcLXjqzR9POuuZB+Bv9Gd8hA5+UX8vHxYAAAAAAAAAAAAACgw4AMdF2QfgYdGZlE4mRnZzAYzBLvgDcXHj2ISIynMRgsGEs5jcaorES9SQmL+H+lobfsNZe5C0qKUFOk5hnjEUkJFXSaovOgeiPPKWykyl5ZMYnbW/aglsy8nLkHd59YuoYIZytISGItQHx6aXlZWk42mhhFCam6XRUlpVEzKTPNtLf22onTD9y4YjRnylhr+7kjnJgR8Iaan/7IxERtVTV+7nY5Cy1YU0NiYUkps6S0vHzWvu3oMtP3+NjKqkoSa4tqXezC4EcRtB4LCysrS00MGr2BOqEBALhOFoBGP2FE+hlBhw69++ilp91LT0tW5vn1EyL4+QWtBwy+5341KSleQVGlXldvL3chYbGRjhOYJUT6+U8MGuzIbE9IiAkPCxkzbgaRfibGb2E58LrbmczMdFFR8WbGw8vHz8HJ9SX4Q0T4N9WemhycjR80on509Aw/B71n0OnoaOrlc28Nzb6h3z6HfPnYq7eOv98L9FfA2ASv7fXlC28SiTxpytwfA3IOHzH20IEt374G/QhA/2/im9ezpxbRwscvICenmJQUh/2m0pISDP9C2eoWooPnkpLikmI8hcZGrd8Jw2tILSotLanXlehUUlqM/SMZxaKlpXwsSWkc7BxUdIhLoZLIZNY6N7G1HNr9ffzcN/BT8Hjn4b00e2J/C5G1DX5wv/eQIZwCAhxNHzMgaLeCSD9jeHKRXUFPPzsuLi8pSUJDgygUVlBoprriVnxiPZ/u3FbQ70+kn4np0R416qu3V8rXr1UMRsLHjxbz5hHjR9j5+LQcHHxcXQvS0vgkJFoyfjGV2rtd0YQJycvnp6QQbzMiI1RMTIj0MyLbt1/8hw+5iYmSmppYq6R8DXmyb2/f4cN7Dx1KlGRFR//J9KMfAYMJE2ID3iZ+DhLv2RMtXlltbSL9jNV8L5p2dkHu7gUpKQKystjvC7p7l8rJaebiwizRdnR6tGtXckjI3wxAl5PIKRSOSrTFcRSgM0oUCpVMofxyi6sopzVanpWVu+/IGT3t3s4jB/PXhK7w9HNJ1c2VJWlh+K7zkGXtm34mJvutT/BjD3/U8uVj5PCxtVV0x0WnBAdGTFswgkg/Y/i9H5zWgwzOHbmbkZYb8Co4P694gssgIv2M9NCQ663T8/uXmEY/yHmy3fmj90I+RTYMQDdPvbcS0cIvyKPUQyYxNq1hP+LSIqj52OON7VAj/M5r/t+ov5OPl4tIPyNqWviDDtJSslsyIDqF6DTJ9uPb0JCgSGYAerCjOTP9TExSb50eRPoZkVOUsByo73nbNz0lW1wK/9Bblx6v3T0TjYo5zfdv+fTrr06knzF8J4RliJP5c893YV9jZRXFGYzK7StP9dNXnzR7CNbO9IezV9KrX18ti3lLenqg0nYZHe0RVbGysrTq7wv4XU2lnxUk2TAA/pGunYEuLilFW5wAPx8GAAAAAAAAAAAAADoSyEATIP0MOpc91y4eun3Nvr/RglFjJIREDty8QgSdER01jVs+z3a7Xdw4ZWZxWelZTw9uDk4rbf2ajizCfPwnlq6pNzYiHl0PFzuHkRb+GOGEDPzqoU5PdSnh1lSoXPdB4vUKWVnwDWrucKdxA+wP375+6sGdGy+e3N2+V01OsYmRNTn9ZbQKGoNOpfyluBT6DcjMz+vXQ2364BGbzp+89Nhz6sChWHdFXNycoWpgK9aDQWcw6OhfZXVVVaNfPQCE2praWfE/rT34RUlkMkttBhqulQPQFRS9dy96d4fXaDS3Tiv/PrbXX/RqWnm+74PiL28kZ24m8QpgbScpMd7tyumI8K/5+blEncFFxYUtHFa8JnyckZ5aLwCdm5NdWlKsrW1IIrXZAmFhYRWpE2tOiMdTaNfdztStdpqQn5fTfAAaTdXqNTuPHtmxbMk0Y2Or0eOmyckpNdon6vo+4PWHQDw5l5+fs2P3sV071j7yuturt86bNy9699Hhq9kZTU1NEhQSZuf4WSWntLQcamZkpDY68S1HZWPL+fEglZbjrrmvjsg6MxWXFElKyRIx9OIf+98E9GWhJpoFrpoBi4uL+H7sZJfU9MnN/afh9Vb7mq6RWiLHkvwZHfmzkvD7jliII1uslXLzCu57PfubAWgprV42y5b7njzhOnhQ3xEjjaZM4RRobhPOjot7fepkckhIcU4O0WdZ4c9Nkq8F93T+7icyleTmluTkxOYEbNLUaNgpKwbf6HxcXRtWt1ySm9PCAHRdHPz8hRkZRLuAtHR5ndksL6pZ8UREsFahlZa6r1xZxWBkREZVVVYSVTL/+fTzS+ILPz81tSgzk1ZSIvT/oLOgjCzRtXUB6KzYGDTZ27T7YQ2mDfuL8tg5fXlEqt+jLY7MStzo14ItLr+wub8aHz9/lZQQG2yPJ4/RgVbKd3rqd/xwS0iGpNTvb1T1+ujeG0PzPlw8HM8eBgxxMu/XH7/DJz4a/30+d+Qus6JlprzsgvgYvOuCibvqdWq06mWEk5tdWJQ/o2XZ4qagc3ml6bkNy9V7Kc5dMfriMY8JA1c5jDIbPdWeX7A1N0/z8uEp5JKishb2Ly6NR8PTU36ugaISQsz27My80pJyabn//WmTkhWrGSR7+BjrhJg077t+UaHxIyYMGOxoTqaQ8nKK8rILP2WHmqhOqvdZ+Tn4KhQVlpCckLly23Tsr9CyYgt5VpGfURX3gSUnsVJUnsFSc1DX8EQzaFuQfgYdVhfOQOflF1KpFA522MoAAAAAAAAAAAAAOhzIQEP6GXQuaTnZh25fG2Fq5bp4JVHy0N83LKG2VjsniwF+wUGnHtx59O5NfkkxuhpydNFKgZqQhqqMnGdAgraqOjv17z0MU0JImEImJ2Vm1C2MTEpETQXJ2lrD+Ll5Nk6ZqSavsOjI3ouPPHfPqn1eMY3OqDtU89OPRhKWEP9blTG3OqGLhkOL1G3DNl5ObnffF3uuXRpiZCb8O7XCdQ3Eg22ra2KsxpJK5QJStPIKOvra6IyqmgA0ZKBBM4jL4iQyicpGJaOfCTwDzQp1iQPQNRS/dy+PekcRlO5wAWgWVlK+r0c1nVYa/olH7/cqmGzGh0D/LRuXKCn3tBs4XE5e6eULb3+/Fy0fvLgYDyk29Vezbj2Rf67ewQzxdqTjRB1dw3p9yisoY7+irWt47qLHY2+Pixdc/V4/X7Jso6W1Q8PeDAzN0e/9+/evCwvz1dR7y8krDx02+rjr7sB3flmZ6aPHTCN6a7gEiBIiqov99SMx3pp9u9TUJKzO9JSWFAsKCvMLCKK3aXU6YTXfIwcnF5pT3ppHh6SkJDIrria+YjQg9o9YK/tUcpSy9ljKxcXNwcWFDnPRMS5x41EzQ02bu7LRcg4O9uGDbS1NDbC/y3Dy5H7Dh/udO/f2wvlgj3uTzp0XVVFptM9o/zfX5s6V0tLqN2Ik6ifE0zM/ObluDy1cl1r+iQ1HrmJqajR5Sr1OwgoKiZ8/oxbj6TOUDetvdKLKvx5586R79/5y/370Gz9lY5PcxITQJ4/l9fR4xcSw34dmojA9XU5bW3/cuEc7d366c1vXeXRthz+bfiKWjTV5qFDN/JTWYGHhERUduWt3vWJu4b+69UmUFE7MTWSsmMfNzcPOyYm2OCqV+sstbtPOQ0nJaY12UlaQmzRupKSEGLHQUFO2N8vAVayP9lTlJFXe2FA4egsvtd1O2REfyi/Es2rH9KrKKv+Xnw9svnTxwXYyhUTM0HiXQXpG9WsZV1CRJuZ30/7ZgiL/qyyTwkZp6rPyc4tExQWx9jF6mr2Do5nbac9rZ7297r4+fHGVYg9prJ0VF+KPkaq7ttddDZrYCKqJ3tg5qat2TBs/c9DxvTcObL7sfdfv6JU1xNAG5r3HTLWvN5ysAn53gZg4HrAWFv0bpyeKcqqurCgszKois1VZLSviEmGrrCJRfqylcP60/XTM9PNLX//jJy/ExSca6uscPbQD+7t273O9eOWmzxN3cfHWVN7QfsLCo0Y4T108f+bM6ROwboOZgd5woXjLFDwDjX4ZyBT8x79TZ6Bz8wuEBLrdyV8AAAAAAAAAAACAzqKZDPSr/aSM7+xdOAMN6WfQ6SRmpKOmvHhtJUGlFeVEJc30SgYZrassrJqKyqysJEOtXprySuoKimyU2riwo8WAh299N54/uXPmPGKVpjHoZRXlfFzN1XzEx8W9xGkcLycX1ipoq7HVM/B86xefniYvjtcI9i025oH/Ky1FZaJK6Tchn4174Y977aWIx2yKSkuJAYX4+MIT4+ueFW9++o179UGfsuvqhbUTa6s6KqfRm5kwET7+2NRkRmUluVU1E/FxcRGfiyZm0MqFu66e3zd3Cdb9oG+HFa/El1RFqqRQa65lkEgUaiWRf8YAaFrNysOCVhgyhYxWHhKZxKwBGv7aAtDZsfcwKIsMqEgMwVqr3Z7pQKZw9OhTGhpYEh7UhgHok8f3iolL7t1/hlJzk1ZOdtZvBaAjIkKxH7Ud11VTHTJnfFx0M8PS6f/b3UE/pqhJq6BxcLZoGcrJ4nU2o9/fXr11sFZBP+MOg0dp6xhMmzzs1s2LjQagOTi59A1M3wX4lpQUL1q8AZVYWNqfPXPoyKFt6G+BkbEl0Zu4uGTIl080WgWVWhvfSUzE7/CTlJBpfhrqLYS2wltTk3dY2M/1OCL8G2qqq/dGSwzNVEx0REVFOTpqRIUMBiMqKkxTC9+pJaoADw8L0dM3/jEg/hVraPTBOj897d7OIwfz8+H7wX9/b4+dj2/AkiViKip3V6/6ePvWwDVrifLK/68Dj3fvFpKTm3T2HJkNX5eKMjK+PfJuyTsourUAABAASURBVPgrGxw/NPWJzeAUEOAWEaGVlsrr6TXsKqJUu9E12rVWaxes5bz5GZGRV2fNklBXz4qJEZSVHbR+Q3MDNP1BqAu3sPCYo65sPDxfvb19XF01bGzRrLVo+puV8vUragrJyvGIiqIvKD81tW7XrDh8q0df38/paFYljVb3rYiiYmZkpHTv3sRX3wVwc3E6DhtoZKDD3D9mbneKBtWWC2gvDlNSIxntnYFGpi0YKSCEb/hT5g47tufGtXPeE2cNllfG72lGe/F99dUaDiKnhOdxeQW4G+3aUMS3eAajUlq+uZr+6f+/Sfp38fByzlrmpKAivW3FqQc3fRatb/c8YlhILGpKyzV+H4KwKD8bOyUt5X/PKEiIxc/vSMvXDoJadhxbuGf9+Ye3fN++Cra01xMS4SsrLW9qqQqK8PlFXMLaHzP9TKJWGs/LElIgY9VU4t6GashAt6f2SD8TIV2iXUpSXEOjp7Gh3qjhg1r+DX4Pi5y7YJWkpNhox2Ha2r0x/PEXZc7jZyooyB49sB1rU2jenz73ZWNjszAzxEAdLV8y7fftMDXMQGP4oVjnzkDn5xfy8/+zJ7oAAAAAAAAAAAAAgF9qMgO9uMD3INZVM9CQfgadUW/lHuKCQue8HrCSyHxcXKcfuOfXPJr7c0SYoVafR+/eHLrlNnvYqIycbPT6HB1h0VdXoeYhz9Y6eg4GxleeeAZ8+2LSu19eUZF/SJBdf2NmjcuN4ufmWTZmEvYHFowc++jd23FbVg83scgqKPDw80Hn5JePmYw6hSfEOW1cqa+u2UdZ9fWXIKwmx0wMZdyr722fZzP3blWVkUNzusRpXPPTv3zMpBcfA4/duxUQ+lVPTSM1O+uBv28zU2XeV+e8933LhTNPLV+rJqeItVa/HmpOFgOuPX882X6opqIS1v3gYVVWFtKPp1mSKeSqyipIP4OWwNcdEitRDzRahVhJtY8HBwB0dpzqZrSkULKgFNZa7fhbwKWmza6owa3VH2s72VkZQsKilB+PqIiPxyPLzaRyUSfmX8rPQe8D371WVFKVlpVv2KeFpV1CQkzgOz9mSWFBPtHCxyeAf1ZcTN3+RUXx3Fho6GfibVZm+tevQVjTZOUVe6hqeD68nZKUwCzMz8/FWuZbSFBVZSWG1zcpycvHX1pS0lSfRkaWRYUF6BjL1GwAesvGzm5pOTAvL6dvP30e3tqaQfUNTCsrGb4+T4i3xUWF7neuUKls2rpN1jTc6EJoK/IKyiKi4t+/BX/98gm9ragov3zxBGqxtB6Imrq6Rmhq791xI3p2u3KqorzMygrPf+vqGaO/cU+fPCjIz8PwiqKT0RKWkpZTVdPEOjMREcFlC2a4TB1LpJ//vrj374kW8Z49UbPix/rGLSySGRNTd+8zPyWFR0SUGYHNjME3yarK5nKTnAL4upQZHd2ST/ylPkOHJXz8GPr4MbOkODubaBFRUpLt1y/wxo2chJ8bXUlubp0pEUSbVXZcHPb7yFSqbJ++BpMmGU2Z4nLz1mz3u8IKCo32ySWE1xGbFRvbzNjYeXnRC+2u2a9aVZqX99LVtSXT3ygGvTamXJCW9s7tKpWLq4e5ORpzT0srtJDzkmorU08PD//q5SXdqxdvzc2+v1wU6FtjVFTU7aH3kCFokKf791VXVREllTRaeWEh1jkZG+hs37Dc2FC30bNRqFDRoNpsbinGUk1koGmlWPvhF+AmWkZNtFHsIX3l5IOMtFx5Jcle2ip33Z4nxaUz+8zLKSJaTK36cfNwXnD1KCkpZ3bNzSqoO1oarXbDpFXQzx29i1os7PSamAA8cxYXnYK1VtC7MKKlhzqesC8pLsfaB62idqbQIrp9+SknF7uRZeM3wKAv0dhKG01YalJtBjo6LPG5Z4BGbyVRcUG0rIgwNKKihk9zac2StB9hEhwY8fJRIHM8dZdqeSnNddf1Zw8DsPZUN/3cf3aqoCIdX0uJW1zhftb21K51P8vISE4a72RmZlhUWLRh855ps5ZkZee0cNhbd+6zs1GvXz61fMkcSzMjorCkFO0btv0PU8i3sMXLN8QnJGLg/35rybTTt1OXgzH/nJGiFXSWDReKv0SW4I+Lo9OramD/4j66P5ebXygIAWgAAAAAAAAAAACAjo04R03kkMgUCpWNSmWncvCwmS0uEFPHz7G/cy9/dal9z4z9TZB+Bp0UO5V6YfVmdQVFV/fr5708hplYvDpyRllK5ujdG6irlY6+XX/jk/fdD9xyQ691Z44Zz51y9VltlWcnl61d5Di2sqry+vNHSZlpw00tTXv3w9qZpqLSo72uYoJCFx49dPd9oSwtc3PTLmsd/LImJwfHaCvbrLy8i48eoi1v75zFY63tiKHWT5qhKivvFfAGzYVfTeyk+elXkZb13HNYX10zLD72np8PJzv7YEOzZqZq1fgpk+2HMCoZ8Wlp2J9ZO2k6FwfnipOHsG6pthJoMolCpVLYqOj3kx0tffzFAS94NfvC1xO0wqDVBu11MGuAxgAAnR+bbC+xGSeFRq7HWqvdaoDGMB5dK/TC2pR+fxP/Ny+PH92t2lPzkffdhAQ8jxsV+Z1ZAXA9OdkZy5dM1+qlHR8X9SHQn4ubZ9781Y3+Ao4dN/O177PtW1cMHurMzs5RVVX5yPve/AVrDI0txMUlxcSl3vg9P3VCiJOTU1JS1mqAg4WFvfvtKxfOuWZnZQoJi14871pR/ouA1+y5K9DEzHZx1utvIioqERMdHh729cyFe0SWuhnV1dXbt63k5ubR1TNOTIgtLMiztBrYVM8GRuZUKpud3TBmTNxh8Egvz9vGpj/r4bazG44m/sSxPampSXQaLSDgVXpaiqPzZH5+waZG2+hCwNoI+uM002Xprh2r169bYGZm8/lzIPriRjpOFBISQV0nTJod8uXTlcsnYmMjMjLToyO/q2n0NjSyQJ1kZOVHOU28c+vS/Dnj+vbT9/N7jmZnzbrdWKdFJpMG2lgMtLWgkNtx22xeZlTUpWlTFfr3l1RXj3uPx/4UdHSJTgr6ekHu7u4rVogoKaIDeJMZM3taWn175P1o104pTU3UCQ2LeksNDVU2Nmlq/HK6OmjYl65Hi7Oz6BU0dWtrMhtbU5/4S6YzZnx/+uT2sqWf7tyRUFfLS06O9PUdvn2Hhh1+qGO3cuX5iRNPjBiuam7BJyGeHh6R+DlovqcXnwT+uBxlQ8OPN29cnDrFfuVKDTt77Hf4nT2TGPxZzcoqJyEBvQSkpFVMTTn4+Br2ySMqKqmhGeLpWZqfP/rwkebrS5bS6tVv1KhPt27qODqK9+zZ/PQ36qqLi9ZAh4L0tCg/v7L8fIe169AEoHLjadPCnj+7Nm+upr19SW7uN2/vKgbDfO5cYqhfLgoFXb1gDw+PdWtVTEyKs3PQhCkbGWvaDwy8di3h40f03ZUVFMS9e9fTyqolVXd3KJISohPHjlJRrP9kAOIvRc0dqPhthGQyWaE/jU4vCDjD/3fqgcbw30bSss2T54zZdmjL5Z0nFs1fPW7e+O2Th64zsuwrJiEUFZb47XOk2+M9YhKCgiJ8M5eMOrD58ni7lQbmvdHR4pePEWi6z7pvZv7Jc93hFheVjFre+31NiEm1GWJobNW30c+VkBaWVRB/4fVOQIiXk4tDWk4U9Yy1WFxUysJJu7QN1FU15IPefUclffV7Yu1j+cx91g79M1Jz3vmFFOYVL94wUVhUoKmex89w8H36YYXLATRIfm4hmkEGo3LK/OGok++zj0e2u5nZ6giJ8L9++pHKRtHqp4LKJ8wc/OrJh42Ljj24+UpVQy41KSvAN3jNrpmW9vhJlufe725ewO++0DXWYsbW21bd9LOeS7KQYhWFwon+aKIVkpUF/Vd7FhUO7dpcu6afEXMTw1XL5xPtt+8+3LB5z7Zdhw7v29qSYROTU+XkZERFhJglXFwcd2+e5+Lsgk+T7AL+2rfDrAd608XiTZOx3j3wxwt23nqg8/IKBPggAA0AAAAAAAAAAADQ0XWfeqAh/Qw6gtR7T5ntzw+erNtpjJUdetUtCb18h9neW7mH+9a9dbu+dj1HtHCysR9bvJJoR2eSIxLjR61fceDGlfED8EQKuki6Yuxk9MLalIOBcd15wfB48VT0Yr7VVFS6u21/wwFlRcUPzFuKNUaYj9/n8Ol6hc1Pv5qc4r3tB+qWnMKavNLNzcG5Y+a8uiXNfB3sVGozXUX4BKKueWDdEvp5RKsZkVutQv+xsmA/nnaLOmIANAdfVWprCquJ0TMTHRgAoNv7ZyHL1pk9byUrK/nlS+93Ab5q/7F3H4BNFQ8cx6+ZbdMJpbTQwd4b2UOWMh2AylBABRkOHH8V98KJiAo4EHChgggKKEM2IjJkg+w9CpTu3TTjf+krr2lpoYVCR74fY7hcXtPL65v3frnUa/TaGx9Nmfzu3Dnf3D9kZJ7T+5cLCAwMmv/L9wEVKvbodfd9Ax/OL21crnzA1C9mf/n5hHVr/0xKTAgKDunatVf9Bo6BJOW5yrgX3nnl5ccXLZgtt6L97x0iMkd0fvPtT7+ZOeWraZMaNmx2510DNm/+69/NG67Q+Fq16388+duvvpy0c8cWT0+vOnUbDBj4kLvRXVyN2Zzeq0//rVs2LFk8Pzg4RL4L+YP5TSzPsVq0at+zd3+1JrxKjfoNmnZ0CkDrDYZPp8z6fOoHq1YuSUiICwqqNGLk033733+FNuQ5E4pQ2/adP5w0Y/68WZs2/VWpUkj/ex64q+8g5alKlUM/mzb7p1nT5R/d6O5+d9/BQx96VI13PzT8iapVa/65bOHGjWsbNGh6d7/BzZoX5aDjN1OdWtWHDe7vHGkqFgZPz+b33ndqx/Z/58wJqlv3rvFvN+nbV3mq21NPn9u/f+9Sxyc+q7Zu3eGRkT1feEGj1exa9PvBtWtDGzUe8Mknf4x/+6+vvuo4anR+r18uNKz3y6/8/tabaz77zGAyhTZqVLF27fx+49VbazI9MnvOsg/eP7ltW8S+faFNGrd98KHy4Vlh1kr1G4z48aflH310bNNGd2+fyg0bdhw1yuDpoTxbp2vX3q+8snPhwoh9+wsbgG7Wr3/UsePrvvzSZskagNbT33/ItK+C69W7fOJ7PpywespU+QYtaWlXDkBLXcc+uW/5iiXvvvPw97Ou3P48VW/bbuvcn4Ujrd665cCBYc2bK/VBderIGbV84kQ5ky1mc2DNmp3HPCr/iKJgs6LRnXce3bRx9++/n9m1y6tChY4jR3oHBvZ7//2AqlX++/PP7fPnB9et26BXr7CmN/wjv0XIaNDf0avb7V06yv6o/KbJ+gSqNnPoAquxRrtUuz120wz/m5aBbtisZo+72y1bsOHv1Tvad2n65ZzXPpswZ/vGfSZvj7qNqg8Zfae7R9bGsO/grv7lfWbPWLLyj01hVYMbNq8VXq2SPFVUD/jbdG6yef2eCxFRjW+pff8jvXv2bZ/cz3I3AAAQAElEQVTfL5Uz5OUJo8aN/Ojnb5bJspxYFIaHp/GuAZ13bTv020+ratULf+Hd4b36dRA3Rot2DRbMWS0LzVvX6zu4W+Nbal1h4hp1w6b/8sbUD+b8NnuVOS2jeu2QNx7v27yNY52tUSesfbdm/+08mpqcJuf5gId7hldzfMzA08t92tzXp7z7485/Dx7673iDZjUHPdwrNLyi8oK3tK1fq354rbrhNyH93GLk6YDqNoPR3WA0GgzGrAy0hq/1uSFudPo5l3v73XHo0LEfZs/buHlbm1bNlV89feYPfyxdcfbsueDgoI7tWz81dqT8wx86fOyue7K+Nq5u4w7NmzX64ZvP1v71z5gnHF2Td/a+/YN3HZ+JvO/+R9q0blG7ZvVpM2edPnWmRo1qTz7+SLs22Z8sWr1uw/QZsw4dOebv59uwQd0Xn38yz2OPlWvWP/HUS7Iw4aPP5E0WdmxZ5W7M2ubs3rPv6edfP3z0WHDFwCH333tf/zvVHzx24tQHH06RE8gNSPVqVWXjmzbO+6s5Zv00790PPv1u5pSt23YuXrIi4tz5tSsW+Pp6JyYmvT9x6pZ/t8fGx4eHhtx3z10D7sl6/Q0b//3+h7kHDx9NTkmpUa3qoPv63tnndlEwH0ycKt/1M2NHvf3ex7IQHFTxrjt63NK88ZTPZhw8dNTT06N3r9vGPjpcXa3ya0Z+c+bJZ19dvWa9fAuTp05fteav8PDQRx5+INdfRzgO7DM+nPT5xs1bIyLOBQZWaNSg7uOPjggLrSSuW1nKQMfGJ1SuVFEAAAAAAACgxMsrA+2oKUsZaNLPKMNk1/HSTRt6tm6nDLhTvXJojZDQiKhIAdwYSgZa+QIB52+wLI3fZombyXn3qpbZ5wJQuOXao9hsNovFkpaWNvyDi1a7ds74qpf/jDJZRkZGenpa9KpgYUtz0xjr9N4gSpjHxwxOTU2Z+a2LfnYKN1la/IHjfz0gC1aPVppa35lMXh4mkzzrlae8V/3mhWdeHH9fvztat2iS3wTKSmc2m9MTE5I6d5Q11f/dKlAyWM3mIxs2zH7i8cZ33dX3nXdFMfnzwwkbv/vumZWrfIKChGtI3bIl4rFHLbVrW96f4OXl7e7pKdc4g8Fw1TXujfc+8ffzfWBA3/Ll/K78K5RVz2q1WjIy5Pond45yx3dkg33TDH+7TVSqpbsJGejrt37l9pce+/TVD0cVaiDnEm7q+7N//mbZ/HUfBwaVE2VRrvRzhRo2dwcPeTO6yz2LQc1AC07titSNTj/vP3C434CHhwy+56VxT6qVO3f/N2jI6IeGDXz+GcfA/C+++u6CRUsbNah3S/PG+w8e3rhpa5vWt8z8clJ0TNzceQvnzl8kt0iDB/avGFihf9/ex0+eXrps1ZTPZzoHoGWlp4fHsAcG+Pp4f/HVt1FRMcsX/xwYGCCf/XXB4pdffz8kpFLXTu0vRkWvWr3e19f7l9kzL89AHzt+8vsf5v48b1HH9q0bN6ova0YOH6LTaT+YOPXbWT97eZs6dWjj5+u3cs1f589HfjHlg04dHVuYg4eODhoySqPVdO3c0cvLc+Wqv2Szp02d0K5ty8vnhhKArlG9St3aNTt3ah95MWrYA/elpqXfO2jE0WMnOt/atkp42IZN/x46dPSx0Q89PsYx9sN7Eyb/sWRFh3at9Ab9wt+XZWRYPnzv9T69uqnz9uknRo4ckffn9JSWV64UNPC+u+Xh2c9zF8gZ5ePj3a5Ni25dOq5dt+H3JSueevyRUY8MlRNfoRn5zZknn311xcp1VcNDe/boFlSxgp+fT/XqVXP9ddLN5pFjnt2ydUebNrfUr1NbNmDjpn+//erThg3riiKy+O+4z+dHGnTijQe9Gtcy6XXyP736eYmbs7noNvZw1QrmlwfrvLy8TCaTu3uBjoedvTT+k3533HZLk/oCAAAAAFAi2TPJ64np6emT1/38y+41P41+J6wcn2UFXJeyWbA6LqhkXlJJzzCnpacmpq/72PfCPsdwYK37u5fSDDTp5zJMWWgzzBnbI07esWK6rPmh54iuYTfqe01Lpu+X/fHCtMnVK4d2aNQ0Lilp3c6tsYkJrw4bMebu+wRc0td7/355gyNkta7d8PK+vp5enkYPd3lRRqvVFu0mjsQzrgc7XKDkmLpq7pzNyz/qOrp6xVB5ddjDw8NgMOh0upu5nt6MEaDTjv2n9fLTB1YWAPLyzmvPeXhcfSxwlBzJ0dExp06FNm0qy1qDIaxZU6OXl+ayb/hCyTTs/nuqhoUUcOKsQaB1Ov2lc7Aa7dKEuKnjQMPV5Jd+NmaOAK2kn9VeBs7uitBNHvtZVSnIcXXw8JHj8n7j5m0LFi0d9cjQpx5/RHn2pzm/jX9v0q8LlvTv2/vRUQ+u/WtDcnKqLCjPVg0PleUpn890fkGjwTD7uy8rZQ6g6+vr/cTTLy/5c9WDQwZERcdO/PiLtm1afPbp+8pYzvv2Hxo4ZNTHk6e9N/6lXK2qVjX87rt6/TxvUetWzR8aOjDXs++8/sLtt3WShTGjhnXrcc/8X/9QAtDvvP+Jj6/Pj99+XrmS49M4Tz72yKAho994e+KKJXPzeffC38/v/XdeUcddnj5z1rHjJ7/6bGKH9q1E5p9j3Mvjv5z+fe9et8k3++CQgfIWHBwon3po2KDed93/4+x5SgC6gN5+88XWLR3fV9CkcYOBD4xq16bFpAlvyoe3d+u0Zv0/ixYvVwLQV2jGFeaMXIRuu63T42Oyv6ol11/ni6++27J1x/+eGj3ioayvXklISPTx8RZFp2yMAx1xPjIwoGx+vgUAAAAAAKBMymscaIfSPg406WeUeQO7db8YF/PjiqXfLl0U4OvXsFqN/rd2vbfzbQK4wdhmAgBUaUe2XPxxnM2cEv7OZlF4N/yb089/807EtNcTNi0XAPJB+rnU+fPDCTOHPPD9iBHLP5o4Z+wTk7p2taSnN+vbT6A0KFT6OSsArdXqZC+W3uDu7ujTqtHOrfWIWDeNUDLQ5hQBFJUrpJ+N7u4Gg1FJPytjqdI1UISKK/0smbwcEVX5e4VjhOY/PD09Rj8yTH12wL136nTa3Xv2Ffj1hK+Pj5J+lhrWdwwtfPbseXm/YtW62Lj4kcOHKOlnqV7dWrc0b7J793+ikBo1rKcUyvn71apZ/djxk7J85OiJf7ftvK//nUr6WfLx8e7d67YzZ8+dO5fv9+Xd0+8ONf0szZ3vCBYrsWORmdm9p9+dcuYocyA4OFBJP0vVqoTVrFH18NFjojCqXNoFlC/nL+8rBWc1Vc7kJo0anD5ztiDNuIKB99x1hWfn/rIwJKTSg0OyY9NFm35W9G7v92j/QLNFvPFt0q5DyRkW+V+GLZMoDWMqJCWlWCzW4KAKAgAAAAAAAKWH0mWtdVxQcVxSMRjlNRWjh7fx1qfjK9ZzpJ83zU9b+11puqBC+hmuwKDT/2/g0O0zZ0f8tnz3t3PnvPE+6WcAAHCTaTy8My6esMZH2pJjReHd8BGgjWG1Uw7sSNq1ofydDwkAKBNue+Z/OqNx/8qVxzdvKhcWVqdr15YDBykDQqOMUXqsnMN5CsaBxo1A+rm4FGP6WYqIcKSTKwU7IstHjp5ISUlt2rJrrmliYq7lQF/y9fOV94lJSfL+2DFHTPnBEWNzTePlbRLXwd3deD7yoiwcPeoYxHrK5zNzjUgtRUXHqMHlXJQ3roiOiYuOjt0YvbVu4w65JlPnwKq1f8/++bfDR45ZMixyJUhOTrVYrDpdEXwJg4+3V0aGpYDNyJNcPYOCAvN79mJUdGxcfId2rYqktVdWqseBjoyO8fYy6XU346uKAAAAAAAAUITK0jjQpJ8BAACAm0MfWFUpZESdMpr8RSHd8OvKXg1axy6fY02Ks0Sf15UPEjfR1C9+EgBwA3gHBt755lvyJkqM7s89L28CN0Bpz0B36NZs/cHvRNny+AuD5E2ULaSfi0vxpp+ljZu3yvuQSpVE5gYnMDBgwruv5ZqmQkA5cd2UpWbi+68HBJR3rjdeGhD6ul/f8QtGDn+gbZuWuZ6qWbPalX/KuYW3dmjz0LDcK3i1qmHCcXj/zWdfft3j9s6jHh4SGFRh2vTvomPiRFG7ajOu/INXe/GbtPKW3gz0xaiYIlngAQAAAAAAcPOVjQw06WcAAADgpnHTu5e/53Wtd3l9QNg1/PgND0DrK4YEDhxrqnuLmztjYwIASqUCZqAHve2jdxfANSD9XFyKPf0sGzDrp3nyj9u9e2f5sEa1KocOH2vcqL57EYWSnVWrVkXe+/n5tmpRiK8sUAZFLojq1avIe41WU6jXd1bO369CQPmUlNQ8XyEyMuqzL7/ue1evd996UalZsWLt3v8OOk+j/EGv05WboSr4nFHI1/T29jqcOU72zVFKM9CRF2MCCUADAAAAAACUWqU9A036GQAAALjJfDs9KK6VRtx4Xk07kn4GAJRqSupU9mfJPjud7N3SG9zdHX1dNdq5tR4R66YREYcsP8sesTQBFBbp5+JS7Onn1LT0/41748yZiHv69q4aHipr7uzTXTZm4qTPZauUaczmjMTEJFEUunbp4O3t9dmX3yQnpaiVF6Nj8pu+nJ8jPnu0wIHd6tWqNGva8Kc5v504eVqtLOwIzX3v6vnvtp3Llq8Rl7XwzNlz8j6kcrDyMCU17XRmTYbFEUQuX87xVTjHjp8UReEKzRCFnzOqO/rcvm//ob/Wb1Jr4uISxI3Uu73fo/0DzRbxxrdJuw4lZ1jkfxm2TKKI8uJF7mJUTGAFAtAAAAAAAAClmNKVrXVcUHFcUjEY5TUVo4e38dan4yvWc1xH2TQ/be13KaLkIf0MAAAAlC43fARoAADKhquOA31mnyMDPeANxoFGIZB+Li7FmH5evfbvI8dOJCUlHzp0NN1sfmDQPf97eozyVPt2rXr16PrjnPn/bt/ZpmXzuPiETVu2devc8ZUXnxLXrUL5ck8/MfKtdyf1unvwrR3aGgyGrdt3yqVr3uwZeS5alSsHVQ0PXbxsVfny5Tw9PcNCK9/Z5/Yr/4oXnh079OHH7r7nwc6d2gUHVzxw8MiOHbuXLJwdHBwoCmbk8KF/rlj79HOvzZ1/S706tU6fjfjrr3/ee/uVHrd3rlevdkjl4J/mzNdptV5eXrN++iU+3pEe3rN3f8tbmgQGBjSoX3vR4uWxcfGTP373OofQvkIzrm3OKEaPGLps2eon//fyA4Pv9fBwl4vfL/MXvfbKs107tRc3TKkbB/pcZFTH6s0FAAAAAAAASrOCjANtNGna3FOCLqiQfgYAAABKnZsxAjQAAGXDVceBVjLQjAONAiL9XFyKd+znsxHnd+zYLf+uvXvdNv3ziS+/8KRzWnfCu68+Nvphq8U677ffIyLO9+7RrXXrIguDDhrQ99OJ44MqVly8bOXO3XubN2vU765e+Q0DLJe99995xcfb65vv53w5/btjJ64+uHLD8byOMQAAEABJREFUBnVmz5rWrHmjTZu3rVj1Vzl/v1Ejhnl4FOIahsnk8fMPX93Vp/upU2d++fX39LT0h4YNCg8LkU/JufTJxPG1atf46utZP/38a8/uXRb88m2tWtW//vYn5WcnvvdG757dDh89bk5PF9fnCs0Q1zRnFBUCys+bPbNDhzZL/1z19Xc/rV779x29uzdt3EDcYKVrHGi5glQucGIeAAAAAAAAJdZVx4Fe933Kxnkl5YJKxEHSzwAAAECxscadN0ccFIXn5nzBW5blVXCLxZKWljb8g4tWu3bO+KqX/4wyWUZGRnp6WvSqYGFLc9MY6/TecIVfY42Pjlu3MPXofyFPfySAsigt/sDxvx6QBatHK02t70wmLw+TSZ4Qy7NhJbgmroOy0pnN5vTEhKTOHWVN9X+3CsC1pW7ZEvHYo5batS3vT/Dy8nb39JRrnMFguP417qrsmZTopEXuDjPMcr8p94lHNtg3zfC320RIPR3jQOOqSD8Xl+JNPwPFZfHfcZ/PjzToxBsPejWuZdLr5H+Ow9Qiv2bTbezhqhXMLw/WeXl5mUwmuV0r+PFwUnLK6Gfe/Pazd3U6rQAAAAAAlFRKB6m8npienj553c+/7F7z0+h3wspVFABwGWWLYXVcUHFcUjGny2sq6amJ6es+9r2wz3Ed5dahnsU+DnTEQcucVxPMaaSfXYuyZGaYM7ZHnLxjxXRZ80PPEV3D6gjAhX299++XNyyQhXXthpf39fX08jR6uOsNjkuWbP0AAJebumrunM3LP+o6unrFUHl12MPDw2Aw6HS6wu41EjfPvzjrWa1fcPjb/4hCulkjQLu5xW9YYj5/MmXfvwIAgNKMcaBx/Ug/FxfSz3BZpWIc6NNnz5cv50f6GQAAAAAAoMy40jjQDVJECRgHmvQzAAAAULx0PhXkvTXhoii8mxSA1vqU86jVVBYStq4RAACUcmSgcT1IPxcX0s9wcSU/A3024kJIMAOGAQAAAAAAlCn5ZaA7PZ1Y7Blo0s8AAABAsdNmBqCFzWJLTRSFdLNGgBbCr30v/9sGBPQeKgAAKP3IQOPakH4uLqSfAVHiM9BnIi5UrhQoAAAAAAAAULZcloE2GGSPuKmYM9CknwEAAICSwFC5bqUnZ8ubxsNbFNLNC0B71G7q3+1eXfkggWL1yaS3ene/JSkxQQAomINr1ky77753W7aYM/YJATghA43CIv1cXEg/A6qSnIE+cfpseGhlAQAAAAAAgDInZwZal5mBNhRjBpr0MwAAAFByuNdsLW+i8G5eABoASqNz+/bNfuLxlLjYWwYMaNq3n7hWv7380uSePVJiYwXKFjLQKDjSz8WF9DOQS8nMQMs19PjJM9WrhgoAAAAAAACURQXJQP+78GZcUCH9DAAAAJQNBKAB4Eq2/vKLzmgc8cOPt//v2dqdO4trZU5OTk9JESiLyECjIEg/Fxfn9PPkX0g/A1lKYAb65OkIeWkpKDBAAAAAAAAAoIzKmYHWO2eggxs7rqOtmnnDM9CknwEAAIAy42YHoG0pSQn/LEnYuFwAQGkQe/p0+SpVvAMDxfW5d+JHj/76m6e/v0BZRAYaV1Ya089ujgX72m8lRK7088L1pJ+BbCUtA33k2Kma1cMFAAAAAAAAyrT8MtAdnki4CRlo0s8AAABACZR+clfiP3PSjmwRhaQTN1fClpUxS3/QmHx8WncTbow/7TD/l++/njH5hZfe73BrN6Xmu28+q1mzXtv2WWPNbtyw9u23nn3h5fc6dLzNarV8NuWDbVv/iY+PCwqq1KVrr/sGPqRM9tuvP86Y9vF7E6bt3rV1zeolURcjf5i9zNvH1263//H73FUrlpw9e7JRo+YpKcnqr46MPP/t11O3bd3o4eHRpGnLfv0eCKtSTQClVmJk5OJ33r5w8FByTHS5sLAqLVt2Hfuk3t1dPnV6x44/J34YeeSIu5dXcL16Pce94BcSIusPrF796wvjxsz/dcXHH5/asd1msdTp2rXHc88bTKbIw4c/73u38spvNKgf1rz5w999L8uTunYpFx7+4NffqL93Qvt2leo3eGDaNFnetXDhvz/PiTx6NKRhozpdu7QcNNicnPxuq5byKZ+KFZ9ZtVr5keTo6IWvvRqxb58lPb1C9eqdxoyp3rad8tRXAwZUb9u2Yq2a66dPjzl1KrBGjS5jx6rPosRSesGUHjFnNdrJTrrYTTP8lQz0gDd89O4CLqWUjv2s115XjjnDKmzFMIBsDqSfgavq3d5P3n8+P/KNb5PeeFA0rmWSD+VGSWTu0eRKdDM3SkeOn6peJVQAAAAAAACgrFM6nWTHeK76Dk8krJ8izu3yXDXTkYRucVcRX1Ah/Yw8qX/qyNTEEwnRAnBhMWnJAgCA4hC75JOU/9b6dhnuXqNloX7wZgegvW/pHLPsR1tyQuqhXR61mwrIE7lbb/96xuTNm/5SAtA2m23lij+OHT2kBqD//nuVwWBs2aqDLL87ftymjesaNW7Rrn3XrVs3fPfNZ7Ex0aMefVZ9tSmfvlO9eu2hwx6Njr7o7eMrX+2NV5/atvWfGjXr3n77nYcO79u3d6c68WsvPxFx9nT7jt0MBsPGf9a179CVADRKr+iTJ795cFhaQkKdLl19gipG/PffgdWrO40eo3d3P71z56zRo4wmU7P+/ZOjov/7c9nJbdvHzJ/vGxwsf9CckjJtwH1VW7bs9cKLR/7ZsH3ePL3R2PPFl0zlynV+/PFtv/xizchoOXiwT2DFq7Zh/4oVv738UnC9es3vuef8gQN7ly1rOWiwVq+Xr7Nr0SJLeroyWWp83NdDh8RFRNTv3t3dx2ff8uWzRo4c+OnkOl27KhNsmTPb4OHRZugwDx+fddO+nP3EE08uXXb9o1DjRiMDjcuV0vRzGUD6GSigkpOB3r3v0BOP3C8AAAAAAADgAm5+Bpr0M/Kj/rmfWfuzAKDgwiUA4ObSePjIe1tqgiikmx2A1nr5etZukn7muDU1SSBTYGBQ7ToNNm1aZ7Na5TnV1i0bYqIvxkRHRUdfLF++giUjY/Omv1q1vlWeeK1b8+emjevuvGugkngekjL6f08//PuiuX3uvK9ySJjyaj4+fs+/+I4av1u14o9tW//p0avf42NflEcndrv95Rce27XTMVR4bEzU6VPHW7bq8PwLb8uHo0an6DODDkBpJJft3994PTkq6qFvvwtr3lypTIuPd/fxkWvWknff0RuND3/7nX+YY02p2aHDry++sObzz+4e/7Yy5S333tft6adloV737ucPHNz1+++OAHT58reOHnNwzVpzaoosFKQZx7c4Vq47Xnu9UoMGIjPoLO+1BoP88ZNbt0UdP6ZMtmbqZ9EnTw6aPKV2ly7yYctBg78aOGDFpI9qdeqkyezo0RkMI3740bdSJVn28PWd8+TYvUuXthk2TKDEIwMNZ6SfiwvpZ6BQSkIG+uTpiAxzRt1afBoTAAAAAADAVThnoJ07oG5EBpr0M/LjCFEIALnJq5dcwQQA3ExZAeiUEh+Alirc86jW21/ASYeOt8346uP/9u5s2Lj5ypV/hIZVjY2NWbr41weGjtq69Z/UlOQOHR3jwq5etUSr1Q176DHlpzw8Pfv2G/zJpLf27tmuBqB79e7vHLxbtPBnD0/TQw8/rhyUyPvAikHKUz6+fvKpXTv/PXhgb+06DeSrCaDUunDw4Il//218111q+lly9/WV9+f27zu3b1+HR0Yq6WepYZ8+a7/4/OTWbeqUgTVrqOVK9etH/Lc3OSbGVK6cKCS/zMjyxlnf9333PdlL4uHrl+dkOxctlO1U0s9SQNWqDXr02D5/fvzZs0ojPXx9lfSzoz2ZWeq4iLMCpQQZaChIPxcX0s/ANSj2DPTOPQfq1alx+d4TAAAAAAAAZZhzBlpvMKj1RZuBJv2M/CgXaMK9/T9pcZc53ZxhzrBarPLqgrzEIACXpMkMPuv0Ok+Du0brKLNVBADcHH63jfbrOkIXEC4KqRgC0KSfL9epc/cZX328ceO6sPBqm/5ZN2LU0xfOnV229LfBDzzy91+rDAZjqza3yskiIk6XKx/g7uGh/mBIiONPfuFChFpTsWKw8yufOnW8Tt2GXt4+l/9SrVb34kvvTZn87rPPDG/fvuvA+4eHh1cXQOmkDK4c1qTp5U/FnDol78tfSj+LzFPZ8lWqHFm/3maxXD69R2ZsOj0p8RoC0C0GDrx47OjOBQvO7d/f6v77m/Xrr71sYPXEyEhzcrJze6RyoY6HcRER/jnrJU8/RyApLYlR80sTMtBQ0s/R8Rdtvgm3DnEj/XzTkH4Grlnv9n4ZVvv0BReLJQO9Y8/+9q2aCQAAAAAAALgYNQOdWciRgf57qlvETo/rzECTfsaVyb+5n7vnHVUamNPM6WnpGWazzZF/JgANFyU3g1qdTqfXyS2kLMito1xH2DYCAG4CXbnK4poUQwAal/MvF1CvQZON/6ytEFjRTaPp1q13bGzMgt9++ufvNZs2rWvbvos8wBCXMj3OlBo354yd05FHenqaJcOs1+nz+73NW7Sd+e2CZUsWfPvN1PV/rXzm2de7dOstgFLLLc9RA+32PCvdtFpR1Efqeg+Pu8a/3eGRR5ZPnLh4/Pgdv/720Hff6d3dc/7mPL9GKbOSM4cyhAy0K1PHfrb6x8RXW7Zgk7VubNVGdWvWrO5P+vmGcsH08333P5KcnLp4wQ8CN9eiP5aPe3n8lE/e7da5gyhD7r7V8VHVm5+BjrwYc+TYqbEjHxAAAAAAAABwPdmXVByXxLMz0O0fj//nS9uZraZrzkCTfsaVOS7SyD+/Vit7QeUVBrkIaHVau80my/lc0gXKOLkWONYInVZvMOgyt5AMAg0AKOGKMwBtjY+yJMYbQxh12KFDh27Tvpg4f+73nbv08DR5yVvjJi2//HxCakqyfEqZJiio0u5d28zmdIMhK8dz6tRxeV8pODTP15TnbV7evidOHLFZrZrMbw66nDx06X3HPc1vaTP8wbvn/vwtAWiUUgFVqsr7yKNHLn/Kr5LjAyKxEdkDpcuz1ovHj5cLC8tvvbgyebBvSU+/wgTlwsIHTp6y6I3Xt8+bd2jt2vo9ejg/6x0YqDMa45zaI8n2yPvy4YUexh8lGRlo16Smn7V6W6f79RVq9I5LSDpyPGLB0rUWy+q6tas3alC7ft3a3l6mkp9+njx58p49e6ZPn+5cuWrVqm7duk2bNm3kyJHixjh+6kzVsBBRSIz9fLnk5NQBD4ysWjVsyqR3xHW4/HX27D2w97/9gwb0FShziiUDvebvLfXr1Cjn7ysAAAAAAADgkvLLQLd9NPGfz8W1ZaBJP+OqlCs1cilQkjOyoDPYMgPQpJ/horI+FaBxjAOt1WkzR4Bm8wgAKNGKLQCd8M+SqIVfu1erX2nUmwJCdOjYbdoXH8XGRvfq3V+p6dm77/vvvOjhabqlZTulplWbjju2b1635nzfOEUAABAASURBVM/but8pHyYlJsyfN8tgMDZv0Sa/l23c5JYN61d99+3nDw1/Qqkxm83qs3t3b69Xv7E8r6sYVMnH1y8lOVkApVPF2rWD6tTZuWBB+4eHewUEKJVp8fHuvr6V6tf3q1x534rlt44apckcTH3bvF/izpxp9/BwcU18g4NO7dhhTk42mByRoMPr/0qJi1OeSoqKSktMDKjqSGMH160r780pKbl+XJ4h1OnSde/SJbGnT/uHOj69cP7AgT2LF4c0auQTFCRQtpCBdjXO6efmI05XqGFzd3ev4udfu2bNfnd2j4qOP3Dk2PqN277/6bew0MqNGtRpWK92WGilktxxMGPGjJ49e/br10/cRO9MmHpr+1Z9+3T38vIs4I+Qfs5Pcoo8vksR1y3X6wwb/ni7Ni0JQJdVzhnoV4aK5nVubAY6Pd28ct3G4Q/0FwAAAAAAAHBhRZuBJv2Mq5J/d9nbqS4DsiAvMejtWWSdAFyOPWv8pqyx0TWZYWi+0hYAcDNkRB5L+neRm87g1/3RQv1gsQWg9eWD5X3asf8yLkboK1QSLs+/XECDhk0TEuJr1a6v1LRt19nbx7dFi3Y6XdafqUePvvN/mfXFZxMiIk5nmM0bN649f+7svQMe9PMrl9/LDhk6ZuuWDfPmfrdnz/b69ZtcjLyw/q/lylPyqP2dt8d5eXm3aNn+1MljCfGxXbr2EkDpJI+8uz311I9jxsy4f3DTvo48VmpCws4FCx9fuNCrQoUOIx75/c03fnr8sdAmTSIPH/nvz2Wefn5thw0T16TxHXee+Pff3155uXGfOzLSUv/88EPNpZV0/6qVS997r95tt3tVCNi/cqXOaAxt2vTyV2g/fPj+lStkexr07JkcE7N3yRKbxdLpsccEyiIy0K4jV/q5Ym2ru4OHozPV3d1gMIaFVa5aNax39y7pZvOBg0f3/Hfws+nfp6amhYZWDg+pFCbvQysHB1UoaT0II0aMaNGiRWhoqLhZ5CHK2vWbtm7f3e/OHh3btbzqDCH9nB+TyePXn782eeabI9+9Z1+jhvXEdb8O8pSYmDTl85ktWzTt1qWjKG3UDPRb3yW9NuzGZqCXrf7b5OnRslkDAQAAAAAAANdWVBlo0s8oIHWRc/R4auwarUZkpZ8B16VmoJ0JAABuMEv0mdiln4pSFID2qN1UH1g5I/Jsyr5/fW+9S0CI9h276nXZJ3Jara5nr/516mRHAfQGw6dTZn0+9YNVK5ckJMQFBVUaMfLpvv3vv8JrhoZVmfTpt/JHjhzefzHyfPNb2nToeNv6v1YIx1DQ6b369N+6ZcOSxfODg0PuG/jwgIEPCaDUqtG+w0Pffrd66pRNs2a5aTQVqlW7/ZlnPPz85FPN773X3dv7n2+/2fDNN+5eXrU7d+457gVT+fLimjTt1y89KWnrvF9+f+vNWh073jPhw7nPPK08FVSrdp0uXc/s3iUnCGvWrO2DDymjQecSVKfOI7PnLJ848d85cyxmc2DNmp3HPFq1dWuBMooMtCu4avpZp9drM7tT5fLg4e7etHF9eZM/GBMbf+r02ZNnIrbu2P3roqWJSclhlSuFh4UEB1eoWKFCxcCAgPL+olilpqY++OCDK1asuHwZliwWy5NPPvnnn39euHChevXqgwcPfv7550VRSEpO+X72r+s2bBo26J7wsMr5TVZK088/zp6/bMWa/QcPmzw9a9es/viYh9Ug8gcTpx46cuyZsaPefu9jWQgOqnjXHT1uad54ymczDh466unp0bvXbWMfHa7+OeR7f/2tD//euDklObV2reqvvPhMjepVZP3av/4Z88Q4Wbiz9+0fvPuqMvHipSu/+2HuseMnataoXqtGtbnzF0399L2undqPe2n8osXL92xbq9NplSmffPbV1WvWy5pcr5OQkNiqg+MjcyvXrK/buIMsTP984qEjxz+c9Nmsr6fKdqrv8c7+Q202+x+/zcr13vcfONxvwMNPPzGycuXgOb8s2Lpt11efTezQvpV8I9Nn/vDH0hVnz54LDg7q2L71U2NHGg0G5Xe9+vr7C+d9N/7dSZu2bvfz8WnZotljox56b+Lk/fsPJSentG/X8rWX/uft7aX8iqjo2FffeP+/fQfT0tNrVK/62KgH27VtqbypFSvXrflzfsWKFZQpt23f/cBDj419bMSYkY6PRa1et2H6jFlytvv7+TZsUPfF558MrJB9tLDhny2zfpq3feeeOrVqhOW/TKp+nrdQTj933qLNG5Yqb6R0yZWBblbbkYAv8gx0bFzCoiWrHxl2b55bGAAAAAAAALia689Ak35GoSjLgDIatADgRF07BAAAN56bPjPjYTGLQiq2ALRUod9orae3vmKIQKY77hyQq2bYQ7nz7L5+/i++8n6eP9633/3ydnl9lao1Jnw03bnmhZffUwpDho6WNwGUFWHNmz/4zbd5PlW/Rw95u7y+Tpcub+z9z7mm65NPypv6cOTPP1/+U62HDpU39eHzf29QCqFNm+Y55LM0dMYM54dBderkqsnvN+qMxlwtRGlEBrpsK1T6OVc3QTl/X3lr0igr/JqUnHLy1NlTZyNOnDr779Zd5yMvJiQmVwquGBQYEFQxsGKF8gEVyvt4eXl7m7y9TOIGU5r63nvvPffcc/L+5ZdfvnyaQYMGzZs3r3v37n379v3zzz/HjRt34cKFjz76SBSRk6cixk+Ycmv7Vn37dPfyyj0CcSlNP8tmz1+wOD0t/Y5et1+4ELlm3T+btmxbvODH0JCsL0X5Z+O/J0+eHnjf3T26d/l57oJJn37p4+Pdrk2Ll194au26DdOmfy+XrVGPZO2GTpw87e3t1fP2rkeOHl+3fuPQhx//4bvPq1UJCw8PfeLR4VM+n6n+3j+Xr3n2hTdDQyv1u6v3jl175s5f1LBB3Q5tW125tblex2A0yodffPVtlfDQnt27yprQkMp169ae+PHnS/5cpQagDx85Lm+Pj3k4v5f9fclyTw/Ph4cNlG1o386RTn759fcXLFraqEG9QQP67T94+NtZPx88fHTml5OU5TAuPqFPvyF9et326gvP/Lrgj18XLF65+q+qsm2PjTh8+NhPc+bHxMbLiR1TxiUMeeixsxHnet7exdvb+88Va0aM+d+Uj9/p1qXjPXf3Wb5irfwt6tz7ffGfct28p18fWZavKdsQElLp3n53XIyKXrV6/fYdu3+ZPVPJQM/45sePPvkyLLRy3zt7xsbG/bpgibiaLp3a/754edvWLUpj+lnhnIF+dai9eR1HZdFmoL/4ek61KqGtb2ksAAAAAAAAgEzXk4Em/YxrwJIA5IlVAwBwM7npLsU8LGahK8QV9uIMQLtXrSsAAHANZKDLqjzTz46e1AKkny/nZfKsX7emvKk1aenp5y5cvHDhYuTF6P2HjkT9829MbFxMXLxjYi9Pby8vby9T5s3Lx9sk+3DdjY6OXMnD3ag36OX/RqNBMhr0Hh7Xsmy1aNHi1VdffeONN7p169aqVY6w7Ny5c+fNm/fMM88oiefXX3+9U6dOkydPHjNmTHjVGqKI2O32tes3bd2+u9+dPTq2a6nOQzX9LJWi9LPI3Bq8/cYL1apVkX8s4RgneNEb4z/8+ZeFzz49Rp3m7TdfbN2ymSw0adxg4AOj2rVpMWnCm/Lh7d06rVn/z6LFy9UIb0hIpZ9/mKbMlmXL1zz93Gtvv//x119+XDU89NFRDzoHoKd/82NgYMDCed/LZUM+HDZ87O49/6WnpxsM+iu0NtfryDbLhzO+/qFKmKNenax925bLV6x58bmx8vqBfLh6zXp536fnbfm97PnIi8sWzSlfzq/77Z3lw42btym55Kcef0SZ4Kc5v41/b9KvC5b079tbqRn2wH2PjXZ8XUn32zt17Hq3r6/3zK8+MXl6yJqjx06s/euf8+cjg4ICp3w588TJ08rI1vKpwYP63Td4xEeffNn51nbt27UMC6288PdlytxLSzcv/nNV99s6VQgoHxUdO/HjL9q2afHZp+8rf5d9+w8NHDLq48nT3hv/0qlTZz+ZMr1pk4bTP5toygzi16he9eMpX4krqlY1fOG870Qpp2agx3+f/Nowt+Z1MrdjOt31f+ddhsUy7Zufj5888+FbzwoAAAAAAADAybVloEk/43qwSAAAABQjY5Um1aYeF4VXnAFoAABcChnosie/9LNj+OfCp5/zJF+ualiIvOWqj4mLj4tLiI2Ll7f4+ISY2LjzkRdT01LT0szp6ea0tPS09PQ8X9DDw91o0MuGyXuDTm8wGnQ6nUH2/OrkA8e9vJMPe3Vrr/7IK6+8snLlyvvvv3/Hjh3OL/XTTz/Jt/rWW28pD728vMaOHTts2LD169cHBodYrHZNJuMV87UFlJSc8v3sX9dt2DRs0D3hYZWVSrvdbrPZPp17sRSlnxX16tZSy106tXtj/IcnT59xnqDKpb94+XKO+Gml4CDloU6nbdKoweYt29Qp5d9LXbR63N555epui5euPHU6Iiy0Uq5fevDQkY7tWivpZ6lZs4Zbtu44eepsg/q1xXXr1eu29Rs2/7VhkxI7XrX277p1aoaH5/tNL727dy1fzk99+OuCPzw9PUY/MkytGXDvne99+OnuPfvUAHRoSNbf3Wgw+Pv5ypuSfpaaNm6w9q9/Is5dCAoKXLhoafNmjZRmSNWqhPXs3nXer3+cjbgg50n/vn0+njxtx6698keWr1iblJh8T7875GQrVq2Tq9LI4UOU9LPI/Bvd0rzJ7t2OL2GYM2+B1Wp94tHhpkvDkAcFVRT569DlrqjomFyVL417csjge0Qp5DwO9GvDxC113UTmBu0aLhSlpqUnJCTFJSRu37Xv703b5B/99XGP+fn6CAAAAAAAACCnwmagST8DAAAALqikBKCtSXFaLz8BAECZRga6LLkJ6ecrKOfnK29ChF5hGrM5I93syEM7ChmOe7NZuc/IkPcWpUr+Z8nIcDyU/yWmpmVYLLI6Lb2FMsSyvJdv4ccff2zcuPHIkSMfecQxQK/ydo4cORISEmIymdTfWLOmY+zqkydPfv/Tr5u27hJF7eSpiPETpjw39pHataorbduwO3nh+iRZfn1E5dKSfpYyMixz5y38Y+nKI8eOl/f31+m0iQmJBfxZH28v+eP5PVu3bq3FS1ceO37i8gB0aOVKCUlJ6sOEREe5QkA5URR63NZ5/DsfLV22qmun9mcjzu/Zu18dyzlPwTkDxEeOnkhJSW3asmuuyWJiYkUBeHl5icwRhSMjo5KTU8PDcqwXYaGOHPbZiHNyntzb/47Jn834Y+mKpo0b/L5kefVqVdq0ai6fPXbspLx/cMTY3K/s7Vi8jx49IdflVi2aioL59KO3ZWNyVYaHVhal1t23+kfGWDb+veiH7w79cLWJw4WwnRfjJ11pmrCQ4IH9erVt2UTOWAEAAAAAAADk5fIMtFLT9tHETdPspzZ7qRlo0s8AAACSScHRAAAQAElEQVSAayr+AHT6maNRC2fYLRkhT04UAACUdWSgy4biTT8XkMHgGMvZ28t0LT+bM5QYGho6Y8aM/v37e3p6qpVKQtqZUiPf9b19e3Xv1snqGKDZZrPabLLeZhMFM+HTr/J7qlJw4NDB99SsFq6Gs1vXd+/bwfO39SnTfo1879FQTw+NKPHSzeYnnnppx+69d/fpOeyB+9LM5nfe/1gUEb3OcXjv4eFx+VONGtVf+Puy9X9v7tC+1cmTZ/78c3WrFk0rVqwgioK70XB7t05Ll61KTk5dsWqdcAxH3eUK0+daKeTDwMCACe++lmuywuazL18m1UrlN/r7+fa4vfOyZasfHjpowz9bXh735KUGOO4nvv96QEB55581Zg4InZCYZNDrCr4iN2vaUJQt+46n/bkp1mpreFfXWrXDPBxbFqdNXK6J/zf5TJCfZUg3rVwO3R3bQ8cw88qWUM5PuUXy9jbJzaUAAAAAAAAAriZXBlrtjGo7JlmjFSf+cWSg4yJte1ammdOEqUJ6q8dIPwMAAAAupPgD0HZzevqpw7KQeniXR83GAgCAso4MdGlXKtLPRa5fv37Dhw+fOXOmuJQorVKlyurVq9PS0uQ7V6Y5cOCAvK9evXo5fz9JFB2jQX9n79tu69xBzlelJivqarc/3NuUbs5Ysjn9+SmnJjwRVvIz0H8uX7t+w+Z33nyh3929lZpPJk8TReT8+Uh5XzU8j6HBn3zskUOHj4587Nl6dWsdPXoiLKzya688qzylyRyFNz3drNN5FPAXmTMyctXc0ev2BYuWrli1ds3aDQ0b1A0PDxEFVqNalUOHjzVuVN/daBDXITAwQL5CRMQ558pjxx2jO1cJy2pP/759Fi9d+dyLb3l6ut/Zp7tSWa1aFXnv5+eb5zDPwUGBO3ftla9TPXOyAkpMTJry+cyWLZp269JRlGaHTqa9+uWpDIv9qX6mJjXKuXt4enh6Gi9t6C7fxKVpbG5Gc3iozsvLy2Qyye2DvMSUZ1QaAAAAAAAAuKqcGehsrUcmy07ikxu9tv0ur60o6efTpJ8BAACA0sgad/7Ct0/JQtAjX2pMhUibFH9AxL1aPWNYLVlI/He1AADANSi5WNnjptVqdbL/TW9QErQ12rm1HhHrphFKBjojTaCkcc30s+LTTz+tXbu2+rBPnz5paWlz585VHsbFxU2aNMnb2/v2228XRapRgzrjX322R7db1fSzMzmTH+ph7N7c7fg587ipp1NSCzrUdHE5f/6CvK9cuZLy8GzE+eSUlAyLRVwTq9Wqli9cuLjw92UtmjcJDAy4fEq9Qd+0acMHhwx4eNigeXNmLvjl22pVwpSngoMC5f3OXXsutTBy69adV/il5QPKHzl2PNdwy61aNq1cKeinn3/bsnVH99s6icK4s093+UYmTvrcdmmkcLM5IzExSRSSXBi6dum4acv202cilJoDB48sXrqiccN6QZnvUWrdsllYaOUdO/f06Xmbt7eXUtm1SwdZ/uzLb5KTUtRXuxgdoxTkLJX370+cmpKatVHOuCz/fbmf5y2c9dO8Z8e9mW42i1Lr0Mm0l744bbGKR3sl165sdbvELgAAAAAAAICbJPuSis5xScVgNBhlf7yHe5tRyVXbJcsJvALN7Z46511Bq9Qb5Y30MwAAAFB62MwpaUc2y5vdevVr8c6KfwRoqdztAzJiLvi0KuKsDAAAJRnjQJdGrpx+lkwm0+zZs1u3bq08fPjhhydNmvTEE08cOXIkPT190aJFBw4ceOWVVypUqJBhFUXC18dr2OB7Gjesm6s+e97KXm83xwcJhnXX2+zpK7anj5t6+oPHQ0vyONAdO7T5eMpX7034dMjge0+dOTtn7gLZB3/s2MmkxGQvb5MopJOnzjw86unGjeodOXri7783ZVisj45+KM8pp8+ctWPHnm5dOsofkbfKlYM7dWjr6+stn+rds9vX387+ZOpX5y9crBgY8Oln01NSUq7wS1u3bDbv1z+efeHN6tWq6LTakSOGyEr5V7it663fzvpZlnt17yYKo327Vr16dP1xzvx/t+9s07J5XHzCpi3bunXu+MqLT4lCGvHQ/ctXrh3zxDj5gjExcUuWrbRYrI+PeVidQC48991718RJn98/6B61skL5ck8/MfKtdyf1unvwrR3aGgyGrdt3ync0b/YMOX3/vn3mzFv494bN9w4a0aFdK7vdPn/BH1dtSZdO7X9fvLxt6xZGw3UNa12MlPSzOcM2ukdinRA3nU6v1ekcmzjHxSZGdAYAAAAAAMDNk8840PY2o5I9y1urdkxy99XLviudQW90NxqMBtLPAAAAQGlyaaw0oSlc2KNEREM8ajYm/QwAcEGMA126uHj6WdG0adPx48crZaPRuHHjxj59+vz444+ff/65fPjJJ5+oz14nx1C+t7Z957XnLk8/qzSZ5DzXZ64+w27T3drQciwivYSPA12ndo2PPnhDp9O99+GnGzdtHf/a85M+fEu+39m/LBCFN/H914ODKk6bPmvnzr1NGjf48bvPW7dslueU9/S7o3z5cl989e2Uz2fK2wsvv93rrsH79h+ST1WvVuWLqRO0Gu37H02ZM3fBoPv6dujQ5gq/9Omxo+rVrbVk2Sr5Opu2bFPrO7RzhOObNW0YHBwoCmnCu68+Nvphq8U677ffIyLO9+7RrXXr5qLw5Oyd++P0wMCA2T//tmjxn9WqhX/91Sft27VynqbfXb1a3tK0Zo2qzpWDBvT9dOL4oIoVFy9buXP33ubNGsnJlFGuDQb99zOm9OnVLTklZeHvy06dPjv8wfuv2pJqVcMXzvtu3LOPi9LJOf1cN1QYjEa9nBF6g/OGTgAAAAAAAAA3S17jQLu7e3o0H2T1CzK4ezrK7oz9DAAAAJRCGi9/n45DPBve5qYt3Phibs5fXS3LNpvNYrGkpaUN/+Ci1a6dM77q5T+jTJaRkZGenha9KljY0tw0xjq9NwjAhaXFHzj+1wOyYPVopan1ncnk5WEyGY3u8vT6+gMiykpnNpvTExOSOneUNdX/3SoA15a6ZUvEY49aate2vD/By8vb3dNTrnEGg6E0RrLsmeRqbrVaLXL/mmGWO2K5kz2ywb5phr/dJkLq6Qa+5aMrrUOIlhGuln42aMX1vIkMq7DZxbUZ/ti48LBKwwbdEx5W+QqT5Vpx5E4yLTU1LS115rKMdXt01SoZS/g40MXLbM74e+OWx8a+cNcdPd5/+2VRRI6dONX7rvuf/99jDw0dKFCaZaefuyfUDXO7fHOn0+nyu3rUbezhqhXMLw/WeXl5mUwm+WNFcjwMAAAAACg5lG4ZeT0xPT198rqff9m95qfR74SVqygA4MbL7hm2yK5hiyVD/mO1Z/ZHa7Qarey3cvRdaUk/AwAAADfa1FVz52xe/lHX0dUrhsqrwx4eHgaDQR6O38yD8BIXCrElJwgAAFxJQcaB/uWtBItZoLgw9vPNdF+/3q8+P/bK6WeRc8WRndqO8T7cHX+R4T30pWIc6JsvKjp2+849Stlg0Ddr3NDk5SmvBIiis2nTNvlH6XFbF4HS7KrpZ7nOKRs6NncAAAAAAAC4yXKOA63TG2XPsNHokXlzlw8MjP0MAAAAuA6dKDHsaSkXF85M2r4ubNznunKF/tZsAABKL6UPTumPc1ajXZoQsZtm+J/c7chA3/sa40AXA9LPN1n3rh0LOKW64uh0OY5ph/eQdxnr9ohxU08zDrTqw4+mLlq8vE3rW+rWrnnq1JkNG7dYrNZ+d/cWRWH5irVr/vpnwaKl4559PDiYI/lSrCDpZzZ3AAAAAAAAKEZqz3BmFNqmDAqt1LtlVpJ+BgAAAFxECQpAuxkMqUccg9LFrf894K7hAgAAV0IGumQi/VzCkYEuuP89NcZgNKxc9demzdvCw0K6dek4cEDfZk0aiqLw9z9bLkZFfzl1wq0d2giUWvuOp702jfQzAAAAAAAASjr1C8okJf3sXClIPwMAAACuoQQFoIVG59fxjug/vkv8d2W52wZoPL0EAACuhAx0SUP6uVQgA11AgYEB418fJ2/iBnjr9ecFSrl9x9Ne/vy01Ub6GQAAAAAAAKWAEn2+vLeKzisAAACg1Ene/kfU3DcMofWDH/uuUD9YsoIgPq1vNwRXDbjrEY27hwAAwPUoXXUajUar1er0kkGJoNVo59Z6RKybRigZaItZ4EYj/VyKqCuOTpKrjSHzD+XuMbyH/taGlmMR6eOmnk5JtQkA+SD9DAAAAAAAgFLHLS8CAAAAQGljS0u2JkVnXDwhCqlkBaDd9MaQpz70btFFaLQCAACXRAa6JCD9XOqQgQauGelnAAAAAAAAAAAAAEBxsaUlynuNh7coJJ0AAAAljJIw02hyf06pRrs0IWI3zfBXMtD3vuajMwgUOdLPUoZVXM87s9nFzaeuODpdjkPc4T3kXca6PWLc1NPvPhrqbSpZnwAEihfpZwAAAAAAAAAAAABAMTKGNfTv+aQuIFQUEgFoAABKIjLQxYX0s8Iub8URYr5OBchAn/rg8TAy0ICC9DMAAAAAAAAAAAAAoHi512glb6LwSmgA2hofHbt6vnDTBNw9QgAA4JLIQN98pJ/LADLQQAGRfgYAAAAAXA/nE8aI2EibzSoAAAAAAIDLSExNFjn7B26+oglA24UtNXavKDop2/9N2LRcFoz1qukqBAqgxDMnnxQ3HukT4HLKelFW1w4y0DcT6ecygww0cFWknwEAAAAARejZnz8VAAAAAADA9aiXlYvlynIRjQBtyzjx94OiSBmMIW7pugsLPsyoe1EAyJnvPDtiuABcmy0xUSmoqwYZaDLQ14P0cxlDBhq4AtLPAAAAAIAiIU8bm4fUcbO7ZWSyZbLb7QIAAAAAAJRpytVknU7n6+FVjNeXrz0AfaObaw2PdYvzsFSNEUCpItcLR07xBq0gl14zbdcuAeDSGueWuRMVZRcZ6BuN9HOZRAYayJMj/fwF6WcAAAAAwLVTv5RPnj+2rtKgSVCNtEwZGRlWq5UANAAAAAAAZZ7sE5BXlvV6vbzYrNPpZPl6LjGffLmVxmiqcP8H7tVbFOoHrzEAndW1Idz05bpZLMk2q1X5VLesLLJ+jbDMG1BKZA/k7llfo6RGRFGmRpQX1+gN+kmfmNPTMzLMGWazxWpR1jvABWkd+Sytzt/fkLkT1biRgSYDfY1IP5dhZKALRR5UTJ/5w2+LlsbExo14cPDIEUNk5bETp9794NNde/4LKFduzqxpvr7eAqWZkn62WGxjepB+BgAAAABcFyUALXtd5MVOeXFQli0WCwFoAAAAAABcgewWkBeXZbeAwWDQX7rQLK6J3ZxqjY+0ytfU6kUhXdcI0LLFpobfpKWlpqelWczpSr+GKMIMNFBKKAERbeY6bTQY5Sot1+0iz444thpyk9GipT0tzWZOt5nN4lIAmpUOrkbZBzlWOcde1KCscRrGgSYDXXikeNaWSgAAEABJREFUn8u8K2SgLTbLhv/MZKBVP8759ZOp0xs2qNO7Z7eOHdvKmtS09OGjnk5MTOzVvVvtWtWvLf2cnJw6f8EfHdq3rhoeKkqMPXsP7P1v/6ABfYUrIf0MAAAAAChClzpptbKPVul7UdLPXLAAAAAAAKDMUy4rK4NAKyNAX3NwyxJ3TilofQNFIV1XAFqJe+r1jpiV7OTQZ44DLW4ES7pjvGnyXCjZHD19mUMdyJVCeykALYqCfB1l+AQ3Rx+i3m60yyrnzkQiKnApdqedqNwP6Q0Gee9W1tPPCjLQRUtNP7tprc1HnCH9XFbll4Ee2TPVbs/4Zx/jQGeZM3dBg/q1f/7hK3VpX7Fy3fnzkZMnvXNb147iWs2e++tHn3zZtHFDUZIMG/54uzYtXSoATfoZAAAAAFCEnPtb1DGf7JcIAAAAAABQpilXlpUBK5Vrzdd8udlN7+7T4X5L7DmdfyVRSNcSgFY7NWwajV6nF1kdHHqbksUURdyvYT+1XSx7361JX9FykABKKrfMlVqTlcfUy1VDU6QhEuV1HD2JyrAKWq0t8yMH9CTCZWXtROUa5+had9y5XSLKNDLQRcU5/dxiRATp57It7wy0mxjVS/5DBtrBYrEeO37y/oH9nZf2M2cj5H3TJiUru4xrQPoZAAAAAHAjqOeS8lKFPLUUfF8lAAAAAAAuw83J9YwVq/OvFDDgbXFN3Jx7ImTZZrNZLJa0tLThH1y02rVzxlfN88eUD3DLia1Wq+N/eW+3ZX2qu6i7NtJ/H2/ZvkAYTZ5jf3fz9BVAyaSuzJkpaCUJXYQ5EnXgBGW9c/xD+hmuTY0zanJ+ishFklvOGwRLhmSW++709LQjG+ybZvjbbSK8kY4M9BXkTj/XzSAO6ArUFUce7soVx2xOl2tNakrqtCUZ/+zThQcZynwG+tiJUx98OGX3nn1y6a5erepTY0c2bdxA1v8057fx701SJxs5YsjTT4zs0OWuqOgYtXLHllXuRsc2JSo69tU33v9v30G50alRvepjox5s17alMk3bW/vUr19n7KMjps2c9c8/m4fcf6/ZnPHtrJ/VF2nerNEP33x2ecPS0s1ffPXtihVrY+PiW7Zsdl//O9u1aZGQkNiqQy/54n6+Pps2b5WrZK1aNV58fmy1KmHqD65et2H6jFmHjhzz9/Nt2KDui88/GVihvKxfuWb9uJfGL/jl248+/XL79t1yU9m1c4dxzz5hMnkoL+v826d/PrF9u1ai7LrJ6eduYw9XrWB+ebDOy8vLZDLJ36TX6zWu8UUNAAAAAOBqlIsUzvcAAAAAAMB1qFeBlcLNvyh8LSNAi5zDTyrhMyVQciOab+z9XOz+1fbUBLFroXvnUQIoqexOQ7tf58caLqduI9TRFAT9iXB5alRL2R+5VFDVjXGgrwPpZ5eV9zjQwlXGgT546OigIaM0Wk3Xzh29vDxXrvpryEOPT5s6oV3blg3q1x45YshXM2Y1alDv1o5tlFT0g8MGrln797btux8aNtDLZNJlDuMUF5cw5KHHzkac63l7F29v7z9XrBkx5n9TPn6nW5eOym85fvzk/154fdTwofXq1OzVo+uZMxFHjp34e8PmgffdXSGgfMXACnm27aOPv/hh9rxOHdt27NDm73+2/LttZ7s2LZSn9uzd/+CQAX163bb3vwMzv/nxvvsfmfvjdCUD/euCxS+//n5ISKV7+91xMSp61er123fs/mX2TCUDnZKS2n/g8FYtm7087sm/N2755dffjUbjyy88aTAan3h0+BdffVslPLRn965yytCQyqLsYuxnAAAAAMCN43wuyXklAAAAAAAuq7i6Ba4xAC0utVibGX1WAlg3KovpG+jT7w1hs7g37yuAks35owxF/rEGJfcs75X1TgDIlOuzRK6DDPS1If3s4lw5A/3O+5/4+Pr8+O3nlSsFyYdPPvbIoCGj33h74oolcxs1rFclPPSrGbPq1qnx6KgHlemHDxsUdTF62/bdQwffGxQUqFRO+XLmiZOnp376XtdO7eXDwYP63Td4xEeffNn51nbKF92ejTg/44uP1DGh5cseOHTk7w2b+93Vu2GDOvm1bcu2HV7epi+mfCDLNpstMTFZfarn7Z3HjBwmC506tr2leZOHHnlyymczPv7wrajo2Ikff9G2TYvPPn1fGZp63/5DA4eM+njytPfGv6T87MB773rmydGy0P32zgcOHl74x7KXX3hSTizf44yvf6gSFqq+2bKK9DMAAAAA4CbgpBIAAAAAAFyzjMjj+sCq4ppcewBaOMUxb3TXhumWuwVQ2tyI9YJuROByrrxekIEuLNLPEK6agT5y9MS/23Y+8ehwJf0s+fh49+5125TPZ547FxkcHFjA11m4aGnzZo2U9LNUrUpYz+5d5/36x9mIC2GhlZQaNf1ccCHBQYcOHZ3982+DBvSVfxpfX+88J2vdslmTxg3kG5HlFavWxcbFjxw+REk/S/Xq1rqleZPdu/9Tp69RvZparl+vzt7/DkbHxJUv5ydcA+lnAAAAAAAAAAAAAEAJd+a9nkKjCx4z071GK1FI1xWAFsQxgWLCqgdAQQa64OIjbT++SPoZDi6YgT569Li8n/L5THnL9VRUdEwBA9CRkVHJyanhYaHOlWGhIcIx8PM5JQAdfClgXSgvPD82KTnlrXcnrVi1btiQAbd2aJPflCGVg3bu2puclHLs2En58MERY3NN4OVtyvMHfX195H1SYpKLBKBJPwMAAAAAAAAAAAAASjhL9Gl7RroQ6VpTOVF41xuAvvnMp3bpA6u7uXsJAABABrpg4iMdYz8nxZB+RhZXy0Ar73fk8Afatsk9PHPNmtUK+CJ2uz2/SnWtubbVJzSk0nczJ/+9YfOESZ+Nfvz5QQP6vvbSM3lOmZCQpPxS5fdMfP/1gIDyzhMYjYx4T/oZAAAAAAAAAAAAAFAKmM8ddvyj0emDqovCK2UB6IRlnyYu+8Sr03Dfu18RAAAg0xUz0HEbv/I7udsyb3ziPa96u2YGmvQz8uRSGejq1avIe41W06pFU3GtAgMD3I2GiIhzzpXHjjtGYq4SFnLln82wZIirad+uVcsWze67/5HZP/82ZtSDRr0+1wRmc8b+A4crVqzg5W2qVq2KrPHz873md2TOuHqTSiPSzwAAAAAAAAAAAACAUsEYWj9w2MeOQaDdriWbUcryHG56o7xPWveNNeqkAAAAlyhRNo1Go9VqdXrJoITeqre1txkZKw8STuzK+OWtBItZuBrSz7gCdcXRSXK1MRjlsuHh6TGql75tPcvJ8+ZxU08lJttE6Ve9WpVmTRv+NOe3EydPq5XRMXGiMOS86tql46Yt20+fiVBqDhw8snjpisYN6wUFBeb3U/5+fvL+yNHjV3hl+ToJCYmyYDDoa1SvKgspSSnKU+nm7JjyVzNnXYyK7tW9qyx37dLB29vrsy+/Sb40pXQxOkYUTPmA8keOHc9zTOtSjfQzAAAAAAAAAAAAAKC00PpW9Gpxt3fbAeKalLIRoL27jk7dtjAj4kDagXWm9kMFAAC4JL9xoKu3TRUidtMM/5O7Lb+8lXDvaz6uMw406WdcleuMA/3Cs2OHPvzY3fc82LlTu+DgigcOHtmxY/eShbODgwML/iIjHrp/+cq1Y54Y16tH15iYuCXLVlos1sfHPHyFH2nRvIlcyyZ/NuPixWiz2Xxb104N6tfONc2Mb37ctGVb99s6paWZV69ZHx4WEhpaKSkpWT61YNFSu80WGBiwc9d//27bWbdOzVEjHGcBFcqXe/qJkW+9O6nX3YNv7dDWYDBs3b5T/qJ5s2cUZF1u3bLZvF//ePaFN6tXq6LTakeOGCJKP9LPAAAAAAAAAAAAAADXUcoC0JL/kE/ddAZdhSoCAADkdIUMtN0eu2m6a2WgST+jgFwkA92wQZ3Zs6ZN+PizTZu3eXl7NW5Yb9SIYR4e7oV6kTq1a8z9cfqESZ/N/vm3dLO5Vs1qj41+uE2r5lf4kbCwyq++9Mwb4z+c+sXXJpNHo0b1G4jcAeiO7dvExMX9sWSlj493r57dRj8yTN2OtWrRNDIqetHi5bLBYx8b8dCwQe7GrO3XoAF9y5fzn/nt7MXLVlatEta8WaNqVcLtdntBVuenx47at//QkmWrZFm2vwwEoEk/AwAAAAAAAAAAAABcipvz9z7Lss1ms1gsaWlpwz+4aLVr54yvKgAAQKlizyT36Var1ZIhmdMcUo/+IzbN8LfbRHgjXZnPQJN+RmGpK448GJYrjtmcnp6elpqSOm1Jxj/7dOFBhvceD/U1aQVuloSExFYdeg245843Xn1O4IpKVPq529jDVSuYXx6s8/LyMplMsh16vV757QIAAAAAAAAAAAAAgEwZF46ZIw6412ip9Q4Q16TUf5c3AADIRYm4aTQarVar00sGdweP6m1F6xGxbhqhjANtMYuyivQzroG64ugkudoYjHKZ8fD0GNVL37ae5eR583OfnopPtgqghGHsZwAAAAAAAAAAAABAqZO8e/mFmY9FfDpIXKvSHYBO3bE4ff86AQAAcnLlDDTpZ1yzK2SgW9W2nr2YQQYaJQ3pZwAAAAAAAAAAAABAaZR2bLu8d6/aVFyrUhyATlw+Nea7x2NnP2dLSxQAACAn18xAk37GdcovA/3onfpWtSxkoFGikH4GAAAAAAAAAAAAAJRSltiz8t6jZmtxrUpxANrjlr5uBg9rwsX4ea8JAABwmfwy0DXauTlnoK0ZomxIjCL9jCKQdwbaw/3RuwxkoG8mHx/v/bvWv/HqcwJ5If0MAAAAAAAAAAAAACi9Ql5YHP7ev56NbhPXqhQHoHXlKvve9bLWO8CjSS8BAADykmcG2mh0d85Az38nsQxkoBOjbD+8QPoZRSPPDLRcoMhAo4Qg/QwAAAAAAAAAAAAAKO203gEad29xrUpxAFoytbs/8IUV7g2uPQAOAECZd9UM9LHtGaU9A62kn+MjST+jyFyegZaLExlolASknwEAAAAAAAAAAAAAKN0BaElj8hMAAOCKynYGOjnGfin9bCP9jCJEBholEOlnAAAAAAAAAAAAAABEGQhAO7OlxAsAAJCXspqBdqSfX4y/lH4+Q/oZRYsMNEoU0s8AAAAAAAAAAAAAgNIudd+6sx/1i1/zjbg+ZSQAbc9Ii5v3+oW3b7UmRQsAAJCXspeBVtLPsefU9LOFOCCKHBlolBCknwEAAAAAAAAAAAAAZUDy7hXpx3ckbvlVXJ8yEoC2pSen7vzDlhIfO+tpAQAA8lGWMtCkn3HTkIFGsSP9DAAAAAAAAAAAAAAoG1IOrJf3pkbdxPUpIwForVd5/8EfyUL6wfUZEQcEAADIR9nIQJN+xk1GBhrFiPQzAAAAAAAAAAAAAKDM8G1/vyG0vmedjuL6lJEAtORer5PPnS9UfHGlvlIdAQAA8lfaM9Ckn1EsyECjWOw+kkr6GQAAAAAAAAAAAA0gzcQAABAASURBVABQZvh2Gxky7g9j1abi+pSdALTk3WWUrmJ1AQAArqb0ZqBJP6MYkYHGTbb7SOpr086QfgYAAAAAAAAAAAAAIJcyFYAGAAAFVxoz0KSfUezIQOOmUdLPVivpZwAAAAAAAAAAAAAAciujAWi7PX7Re8l/fy8AAED+SlcGmvQzSoj8MtBj7tSTgUZRIf0MAAAAAAAAAAAAAChj0g5vyog8JopI2QxAJyyfnLT6q7h5r2dEHBQAACB/pSUDTfoZJUqeGWgPD/cxd+qb17CSgcZ1Iv0MAAAAAAAAAAAAACh7Lv704um3usavmi6KQtkMQHt1eFBbLkQWYmeNFQAA4IpKfgY6OY70M0qcyzPQcpn08HB/7E4tGWhcD9LPAAAAAAAAAAAAAICyJ/3U7oyLJ2TBs14nURTKZgBa4+lbfsQMfWh9/yGfCgAAcDUlOQOdHGf/ifQzSqQ8M9AmkwcZaFwz0s8AAAAAAAAAAAAAgDIp7dh2eW8IqacPrimKQtkMQEv6SrUD//eHvlIdAQAACqBkZqCV9HP0WdLPKKGcM9B6g4EMNK4H6WcAAAAAAAAAAAAAQFnl2+nB0NfXBPR/TRSRMhuABgAAhVXSMtCkn1EqkIFGkSD9DAAAAAAAAAAAAAAo2/QVqrjXbCWKiKsEoBNXfWmNjxQAAOCKSk4GmvQzSpGCZKBjEslAI1+knwEAAAAAAAAAAAAAKBSXCEDHzXst4fcPYr8fKwAAwNWUhAw06WeUOmSgcc1IPwMAAAAAAAAAAAAAyjBbcpy4AVwiAO1e91Z5n350c8Ki9wUAALia4s1Ak35GKXXlDPT5aDLQyAPpZwAAAAAAAAAAAABA2Ra9aMKp1zsk71wqipRrBKDrd/W5Y5zGw8dYs40AAAAFUFwZaNLPKNXIQKNQSD8DAAAAAAAAAAAAAMo2a1J04obZlugzGVGnRJFyiQC05N11dMWX1xgzh4IGAAAFcfMz0KSfUQaQgUYBkX4GAAAAAAAAAAAAAJR5SVt/l/duRpNv+/tFkXKVALSk8SonAABAYdzMDDTpZ5QZZKBxVaSfAQAAAAAAAAAAAACuwLfTg0Gjppe/+0U3dy9RpFwoAO0scdWXltgIAQAArubmZKBJP6OMIQONKyD9DAAAAAAAAAAAAABwHZ4Nu/l0KOLhn4VrBqDjf30r4fcPor960JaWKAAAwNXc6Ax0aiLpZ5RBZKCRJ9LPAAAAAAAAAAAAAABcP1cMQLvX6yTvLecOx856WgAAgAK4cRloR/r5pQTSzyiTyEAjF9LPAAAAAAAAAAAAAAAXYUuKETeSKwagjXU6+g2eqPH09e4xVgAAgIK5ERloJf188aSV9DPKKjLQUJF+BgAAAAAAAAAAAAC4CHtG2qnx3c59/qAl+rS4MVwxAC2ZWvav+OpfhtBGAgAAFFjRZqBJP8NFXCED3bgqGWhXQfoZAAAAAAAAAAAAAOA64td9Z0uOTd23zs3oKW4MFw1ASxoPHwEAAAqpqDLQpJ/hUvLLQD/VV9eoioUMdJlH+hkAAAAAAAAAAAAA4FLiV8+U9349Htd6lRc3husGoJ2l7licfnybAAAABXD9GWjSz3BBeWagPU3uT/fTk4Eu20g/AwAAAAAAAAAAAABcTciLS3w7PeTXdaS4YQhAi5Rti2K+ezxm2kOWc4cFAAAogOvJQJN+hssiA+2CSD8DAAAAAAAAAAAAAFyQ1jug/D2vaTy8xQ1DAFoYq7fQ+la0pSVGfXG/PS1JAACAAihgBtqWM8xJ+hkujgy0SyH9DAAAAAAAAAAAAADADUIAWmj9ggMe+0lj8ve+7TE3dy8BAAAKpiAZ6N/ey85Ak34GxGUrDhnosor0MwAAAAAAAAAAAADA1diSYsTNQgDaQRdYreIra00dhgkAAFAYV81AH96SlYEm/QyolIXcsdY4BoImA10GkX4GAAAAAAAAAAAAALig8zPGnHmne/rxHeLG0wlk0nj4CAAAUHhKek+jyf2pquptU23W2M0z/ZUMdHyU7eJJq0Znaz78LOlnQFnO5WKfq/7pfuLjXzN2nxDPfXrqwyfDynlrBUob0s8AAAAAAAAAAAAAABeUuPGXtCNbZMHN6CFuPEaAzkP68a1Rnw22Z6QLAABQAHmOA+3u7lGzg2g9Ik5OcHhLRuSxrPRzUN0M4oCAYBzoMor0MwAAAAAAAAAAAADANcWv/Ube+3Z+2FCpjrjxCEDnZktNjP7ywfTDG6OmPSjLAgAAFMAVMtBtHolTpmk16kLlBjZ3Dw9ZTxwQEGSgyxzSzwAAAAAAAAAAAAAAl1X52d/8ejxers8z4qYgAJ2bxsPbf9AEWTAf2ZS643cBAAAKJv8MtFu7UYldnosJaSSU6DNxQEBFBrrM2HEw5cXPTmdY7KO7x5N+BgAAAAAAAAAAAAC4Gje9sVyf/7kZTeKmIACdB48mvQIen+PVabip7WABAAAK7PIMtDEzA137Vk1oI52Hh6eHp6e8Jw4IOCtIBjoqziJQgu0+kvrmjLMaN/tjPePrhWtIPwMAAAAAAAAAAAAAcEMRgM6bsUYr37tfEQAAoJByZaANeoO7h2PIZw8PT09Pk5J+ltXEAQFnV81APzuZDHTJtftI6mvTzlittjE9Ehj7GQAAAAAAAAAAAADgUmIXf2yJjRA3HQHoAsmIOGBLjhMAAKAALs9AK1lARxzQ6G40GPUGA3FAIJcrZ6AvxlrIQJdMOw6mvD7tTIbFPrp7POlnAAAAAAAAAAAAAIBLiV/7TezSyaff6mqJOiVuLgLQV5dx+r+oKQOiPhtEBhoAgALKlYHWGwzqTavTEQcE8kQGutTZfST1zRlnLVbbYz3j64VrSD8DAAAAAAAAAAAAAFyHJeZszMIPZMG9ajNdQJi4uQhAX53dbrPbrBkRByIn3WGNjxQAAKAA1Ay0pLtEm4k4IJCfK2SgG4RbyUCXKLuPpL427YzVahvTI4GxnwEAAAAAAAAAAAAArkbj6WNq2kvrUyHw4cnipiMAfXWGsIYBj83Weldwr9tF6xsoAABAwbg50VyiBAGJAwL5yT8DrSUDXXKQfgYAAAAAAAAAAAAAuDiNu3fg0Emhr6zQepUXNx0B6AIxhDUMfOFPv3veFAAAoJDc8iIA5C/PDLSXlwcZ6BKC9DMAAAAAAAAAAAAAAAqNp68oDgSgC0pj8nd+aEuOEwAAAMCNQQa6xNp+MIX0MwAAAAAAAAAAAADAZZkjDthS4kVxIwB9LTIiDl54t0vc/DcEAAAAcGOQgS6Bth9Mef0r0s8AAAAAAAAAAAAAABdlTYo+9/lDZ97vk3HhmChWBKCvRfqh9bbk2OT138V894QAAAAAbgwy0CWKkn4WdjvpZwAAAAAAAAAAAACAC7JbzOc/f8gad96SEGlLTxLFigD0tfDqNKLcsCmOks0qAAAAgBuGDHQJoaSfNYKxnwEAAAAAAAAAAAAALspNZ9AH15KFwAc+NIY1EsVKJ3BNPJr2CfCtaKzWQgAAAAA3khKo1Wq1ueqf7pf68a/WvSfF81NOTXgiLMCPY/sbRU0/P9ozsVYI6WcAAAAAAAAAAAAAgIsKHDLR+5Y7Pep2FMWNEaCvXa70sy01UQAAAAA3wJXHgb4QY3l+CuNA3yiknwEAAAAAAAAAAAAAUJWE9LMgAF1UrPGRke90Tlz1pQAAAABugCtkoOuGOjLQz00mA130SD8DAAAAAAAAAAAAAFxcxvkj1qRoUcIQgC4aiSumyr9uwu8fxP78ggAAAABugPwy0M/dq6sbao2MJQNdxEg/AwAAAAAAAAAAAABcnDXufMSUB85OuDvj4glRkhCALhp+fV/1bHaHLFjO7BfWDAEAAADcAHlmoE0mdzLQRc6Rfp5O+hkAAAAAAAAAAAAA4LpsqQkRkwdb4y9Yk2PtFrMoSQhAFxGt3n/oZJ8+z5cbOVOWBQAAAHBjkIG+CbLSz3bSzwAAAAAAAAAAAAAAF+bmpvUqL/8Nfuw7Q3AtUZIQgC5K3t3GaL0D1Ie25DgBAAAAFLXcGWgjGeiiRPoZAAAAAAAAAAAAAABJ4+5d6ZlfKj0zz71ac1HCEIC+Uezm1KjPBsZ886g9LUkAAAAARSpHBlpHBrrIkH4GAAAAAAAAAAAAAMBZCUw/CwLQN07qziUZEQdTdy29MKGnJeasAAAAAIoUGegiR/oZAAAAAAAAAAAAAIDYPyaJEo8A9I3i2bK//5BP3AweWu8KOr8gAQAAABQ1MtBFiPQzAAAAAAAAAAAAAAAXpo+KXTbl3OT7RcmmE7hhPJvfZahc383dS2i0AgAAALgBlDCuVpv7gPO5e9M+/MWy/7R4bvKpD8eGBfhx5H8lpJ8BAAAAAAAAAAAAAIj6+ZXkXctlwbvtAFGyMQL0jaULqqF1Gv45/fi2lO1/CAAAAKDoMA70dSL9DAAAAAAAAAAAAACAVO6uce41WgWN+drrljtFyUYA+iaymGN//F/s90/Ezhlnz0gXAAAAQBEhA33NSD8DAAAAAAAAAAAAAKDQuHtXemqOZ/3OosQjAH3zWBIuumkcMzxl09zkDbMEAAAAUHTIQF8D0s8AAAAAAAAAAAAAABeXfmKnLS1RlDYEoG8eXbnKgc8u9mx1jy6ohlfHBwUAAABQpMhAFwrpZwAAAAAAAAAAAACAi0vcPP/sxL4XZjwqShsC0DeVm8HDf9CHFZ6cLzQ6tdKWmiAAAACAokAGuoBIPwMAAAAAAAAAAAAAXFzSvwsuznpWFtJP7rZEnxalCgHoYqDx8FHLlgvHLrzZPumvbwUAAABQFMhAXxXpZwAAAAAAAAAAAAAA3Ku30Hj4aH0DKz09V1c+VJQqBKCLWcLiD2xpifG/vhn1xVABAAAAFAUy0FdA+hkAAAAAAAAAAAAAAElXrnLwEz+EvvSnoVJtUdoQgC5mfgPe92zZXxa0fhUFAAAAUETIQOeJ9DMAAAAAAAAAAAAAwJWlHf3X+aExrKHG5CdKIQLQxUxj8vcfPDHg8Tl+/d8UAAAAQNG5Qga6YbgrZqBJPwMAAAAAAAAAAAAAXFncii8jPr4v8tsnRelHALpEMNZo5WbwVB+mH9mc/M9PAgAAALg+uTPQhqwM9DP9XS4DTfoZAAAAAAAAAAAAAODK4lZ8GbPwA1nIiDxuT08WpRwB6BLHbk6J+/GZuLkvR37UJ+P0XgEAAABchxwZaH1WBtrTxTLQpJ8BAAAAAAAAAAAAAC7Op90gnX8ln1uHVX5+kZvRJEo5AtAljptW79H8LuHmlnH6v9TdSwUAAABwfVw8A036GQAAAAAAAAAAAAAAjadvyItLAu59Q5QJBKBLHq3ep8/zAWN/MVa9xfu2xwUAAABw3Vw2A036GQAAAAAAAAAAAADgsmJ+n2hPS1Ifajx9RVlBALqEMlZtHvDkL24GD7Um+e9Z5pM7BQAAAHBNXDADTfoZAAAAAAAAAAAAAOCaMi4cO/Nuj7jfXatPAAAQAElEQVQ/P4v84TlRFhGALh0sMWfjfn3r4sd9Y39+yZaaIAAAAIDCc6kMNOlnAAAAAAAAAAAAAIDLipz1P3PEQVnwrNtRlEUEoEsHe3Kc1j9YFlI2zrZGnRIAAADANXGRDDTpZwAAAAAAAAAAAACAKwscOslYpUnoa6u92w0SZREB6NJBH1o/6MWV3r2e8WwzSB/aQAAAAADXqsxnoEk/AwAAAAAAAAAAAABckD0tSS3rA6tWfvY3eS/KKALQpYfO4HP7E/4D3nWui/9tvOXCMQEAAAAURhnOQJN+BgAAAAAAAAAAAAC4Gkv0mYhJ90bNf0u4DALQpVjSX98mrfv6wntdY78fa0uOEwAAAECBlckMNOlnAAAAAAAAAAAAAICrSdm7+tTrHdKObU3c+Iv53CHhGghAl2LutTsaa7aRhfQTOzQe3gIAAAAojDKWgSb9DAAAAAAAAAAAAABwQe7Vb9GY/N0MngED3zEE1xKuQSdQaukqVgt47KfUHYvdDB5Co1XrbSnxGk9fAQAAAFyNEgXWarW56p/pnzZpvmXPSfHc5FMfjg0L8CvpJw6knwEAAAAAAAAAAAAArsOWHKsx+StljYdP0MhphqAaao0rYAToUs+jaW/3+l3Uh9aoU+dfb5Ww+EO7OVUAAAAAV1MGxoHesi+Z9DMAAAAAAAAAAAAAwBXYkuMu/jjuxLhmlqhTaqV79RYulX4WBKDLnsQ1X9kz0hNXfH5h/K22pBgBAAAAXE2pzkBv2Zf89syzpJ8BAAAAAAAAAAAAAGWe3Zx66q0uiRvnynLsn58JF0YAuqzxvftV755PuenddYFVNV7lBAAAAFAApTQDraSf3QTpZwAAAAAAAAAAAABA2edm8PCs28FNZyzf/9UK938gXBgB6LLGTW/06f5kxZdX+/Z/y7k+bc8KAQAAAOSv1GWgST8DAAAAAAAAAAAAAMo8W1KM88Nydz4f+upK384PC9dGALps0voF6yvVVh9azh2Onjny/Outk/76xp6RLgAAAIC8lKIMNOlnAAAAAAAAAAAAAEDZZok5e3H2Sydebp1+cpdaqStXWVc+RLg8AtAuwXx6t7y3xl+I//Uta+xZAQAAAOSjVGSgST8DAAAAAAAAAAAAAMo2e1rS6be6Jm6YLawZcatmCOREANoleLbsH/TWFlP7oZ6t7tEFVlPrbcmxAgAAAMiphGegST8DAAAAAAAAAAAAAMo8N3cv7zb3av2Cyt/zeuDQjwRyIgDtKrQ+FfzuedN/0IdqjT0t6fz4jtEzR2VEHBAAAACAkxKbgSb9DAAAAAAAAAAAAAAok2zJcdEL3rMmRqk15e58Lvztjb6dHnTTGQRyIgDtulJ3LbOnJaXtWR45oWfG6f8EAAAA4KQEZqBJPwMAAAAAAAAAAAAAyqSYhRNOvto2fuVXcSu/Uis1Hj4C+SAA7bo8W90TMPo7Q5Vm+uBa+tD6AgAAAMipRGWgST8DAAAAAAAAAAAAAMqqjIsn7OZUjclPXz5EoAB0Ai7MWKdjhTodncdLl6K+fFBXPtSr40O6itUEAAAAXJsSJtZqtbnqn+mfNmm+Zc9J8dzkUx+ODQvwu7FnFqSfAQAAAAAAAAAAAABliTU+UusbqD707/mEe5UmPh2HuBk8BAqAEaAhtN4Batl8enf6gXXJG3648F7X1B1/CAAAALi8Yh8HmvQzAAAAAAAAAAAAAKCMsNtS/ltzftrIk6+2TT20Ua02VK7r220k6eeCIwCNHPTBdfwGTzRUaepmNLnX7SQAAACAYs1Ak34GAAAAAAAAAAAAAJQZ9vSUCzMfT9mzQtisSVt+FbhWN/aLqlHquOkMppb95c2aGOXm7qXWJyyfYjmz17PVAPf6XQQAAABcjxIv1mq1ueqf6Z82ab5lz0nx3ORTH44NC/ArylMM0s8AAAAAAAAAAAAAgLLEzd3L99ahGRdP+LQb5FGng8C1IgCNvGm9A5wfpvw9y5pwMXX3co/GPco99IUAAACA67nJGWjSzwAAAAAAAAAAAACA0stuMafsXZ28Y4ktLSlozNdqfbm7xglcN40ACsB/2BTPZnfIgnujns711sQoAQAAAJehpI21Wq1O0usNBqPR6O5pcn+mv65huDUy1vLc5FNRcRZx3Ug/AwAAAAAAAAAAAABKtbQjmy/MGJO07feU/9ZknDssUKQIQKNAjNVb+Q+dHPzeLs/md6qV1qiT519tETXtwdRdSwUAAABcwxUy0E2rFU0GmvQzAAAAAAAAAAAAAKA0ssZHqmWPOh20fkHGKk0Ch0zUB9cUKFIEoFEIGg8f54fJWxfI+/T962K+edQad04AAADANeSXgX7ibu31Z6BJPwMAAAAAAAAAAAAAShdbUkzcii9PvdHp/PTRzvUh436v/OxvXq36CxQ1AtC4dl7th/jcMU5bPsRYrYXWL1itTz/wl1yZBQAAAMquPDPQJpPHdWagST8DAAAAAAAAAAAAAEqdxM3zYxZ+YIk6mX5ihzXuvFqv9Q4QuDEIQOPaabzKeXcdHfTqev9hU53rY3945twrzWO+Hp0RcUAAAACgjCryDDTpZwAAAAAAAAAAAABAyWc3pybvXGaNj1RrvFvfow+sWu6ucVU+2KH1CxK48QhAowhofQPVcsa5Q9akaFlI3f2nLTFKAAAAoOxyzkDrDYbryUCTfgYAAAAAAAAAAAAAlHD29ORznz94/Jl6F2aMSdzyq1qvMfmHvrba77bRGpOfwE1BABpFTB9cq9KE/8oNm+rZZqCxdnu1Pvmfn6KmPZi6e7kAAABAGaJmoKVrzkCTfgYAAAAAAAAAAAAAlHxuRlNG5HFHQW+0W9IFio9OAEXNzeDp0bS3vDlXpu5ckn5oQ/r+dcbqLQOe+FkAAACgrFBCyVqtNlc6+Ym7U6cssO44Jp6fcmrCE2EBfnmffZB+BgAAAAAAAAAAAACUNPb05OS9a5J3LHHTGwOHfazW+98+RrhpvJr1djOaBIoPI0DjJvG4pa+x7q2yYKjVzrk+Zdsia3ykAAAAQGmmpJM1Go1Op7t8HOgLMZbnp+Q9DjTpZwAAAAAAAAAAAABACZS4+dfIb55I3rk0eecyYTGr9d5tB3q3uY/0c7FjBGjcJKaW/eXNnp5st2YHX2zJsbGznpQFfUgD3/5vGKs2FwAAACidlICykoF2rr/CONCknwEAAAAAAAAAAAAAJUH6iZ3Je1Z61G7nUauNUmNqfHvU3NcMIfW8mvS02yxuwiBQkhCAxk3lZjQ5R1cyzuxVCxqnz0PY05LsdrvGw1sAAACg9LhCBnrqQtv2oxbnDDTpZwAAAAAAAAAAAABASXB2wp3pp/bIgi0lTg1Aa30rhr+9UesXJFAiaQRQfIy1OwS/v9t/6BTP1vfqK9VR61P3LD/3YqOozwYnrZ0hAAAAUHooeWUlA603SEaj0d1k8niyr6ZZdduFGEcGOirOQvoZAAAAAAAAAAAAAFAs0o5sTt651LlGH1xL3ms8fDSefs71pJ9LMkaARjHTuHt7Nusjb86V6fvXOu4Pb8w4vdfr1uGC1AsAAEDpkd840E/2dYwD/e9hy9Mfn4xJsOq1YnSPJNLPAAAAAAAAAAAAAICbI+7Pz2N+/1AWNJ6+piY91XrfW4f5tB3gXr2FQOlBABolkU+/140126XuXa7xqeCcfo76YojWp4J7/W7u9Tq5GTwFAAAASqT8MtBP3J02ZYH138NCr7M/2jO5dojGYDS6G90z70g/AwAAAAAAAAAAAACKjPns/vSTu7zbDlRrdAGhatkSfUZXPkQpG8MaCpQ2BKBREmm9ynu2GSBvzpW21IT0g3/LQsq/v/kPeM+zzUABAACAkirPDLSsHNs3bcpCa9u6lgbhBo1GqwSg5T3pZwAAAAAAAAAAAABAkci4eOLMB3fY05Jk2bNeJ61fkFLvWad9hSET3as00VesLlDKEYBGKeLm2/c18/Gt8ube8Ha1Nm3visQ/p7o3ut29fld9pToCAAAAJUOuDLQSa9a4aZ7qb7ZadbKsc9AbjUa93kD6GQAAAAAAAAAAAABwDSxRJ5N3Lde4e3m3G6TU6CtUEdYMWXDTG82RxzwuBaA1Jn/vVv0FygQC0Cg1NB7eXrc+JOQtp/RDG82nd8tb0rqvg8dvFcRlAAAASozLx4GWZa1OZ7PZZFmr1er0ep18TPoZAAAAAAAAAAAAAFB4UXNfT/jre1lwr3aLGoCWKjwwUV8+xFiliUAZRQAapZ57k55Cp884vk1bsbpz+jnmu8dtCRcNVZu7N+5hCG0kAAAAUBycM9Cy7Ag966w2uyMArXHTOHLPWi3pZwAAAAAAAAAAAADAFVhizqbsX2e5eCoj6mTFEV+o9Y7BnuV9xeqGkLrO03s17yNQphGARqlnrNZC3nLX2m1p/62xm1PSj26xWy0EoAEAAIqRmoFW7jVard1uV+o1mdwuEQAAAAAAAAAAAAAACGGJOqkLCFcfpp/eGzX7ZaWcceGYvmI1pezdqp93y74ak5+AiyEAjTLKTeN798vmEzvMJ7YZq7d0fub86630IQ0NVZp6NO6lC6wqAAAAcOMp4WZtZvRZo9GoAWg190z6GQAAAAAAAAAAAABgPrs/5veJacd32JJjQ19ZoQ+qodS7hzfW+lZ0r9rMvVozjaePOr3G01fAJRGARpllajtY3nJVph/71xofaY1flfbfKn1QLTUAbTenWmMjdBWrCwAAANwYbm5udrs9z5GeST8DAAAAAAAAAAAAgKuxJcemHt6cdny7e7VbTI1vV+tT9q5WCumn9qgBaK1fUPg7mwRwCQFouBZjtRaB//vdfHK7+fh2Y802an36kU3RXz0sC7rAqhVfWi0AAABwAxB0BgAAAAAAAAAAAACXZYk6qQsIVx+enzYy7dhWWbCnp6gBaEPluqZmfRwjPVdtaqzSRAD5IAANl6MPbSBvpvZDnSutsRFZJY3WuT5pzXR7WpKhanNDlWZu7l4CAAAAAAAAAAAAAAAAAAAUWOqBv+OWf552YpfG6Bn+3r9qvSGkXtqxrcawhvqK1Z2nr/jwFAFcDQFowMHU7n55Sz+6xZ6a4Fyf8u/8jIiDjgnaD/W750213nLhmK5iNQEAAAAAAAAAAAAAAAAAAISwxkem7FubEXk8I/JY4NBJbkaTUm9LiUs9tNExgTnFlhyrMfkr9f7dHyt/9wtuBg8BFB4BaCCbsXrLXDWGaq00XgGWC0cMVZurlbaU+AvvddV4+hqqNPPp/Zy+cl0BAAAAAAAAAAAAAAAAAIBrsMSczYg8lnHhmHeb+9QEs/n84Ys/jrtUPmIMb6yU3Wu0ChjwtiGour5CFTX9LGl9AwVwrQhAA1fiPOqzKuPMXpEZg07bt8an5zPZ9REHk1Z+pqtQVVuhqkej290MngIAAABwMW5ubgIAAAAAAAAAAABAGWKNOyfcNFrfispD89n9Z97rpZTda7Q0XBpC1BBUPuQNZwAAEABJREFUQ+Ppq69YXV8h3E1vVH9c61PBp8P9AihSuQPQyrVq5T42wfLW1+cEgNyqBdT8JjB5d2DynpkryguRtZrUilnX4czvSnly/T/NWm+lbLTEGW1JCYYQAQAAAJRpFotdZJ5REoMGAAAAAAAAAAAASh17WpIl7rw+qIZaEznr2eRtf9gt6b7dRpa/+0WlUh9YTSlo/YJsKQnqxFrfilUm7BTATZH3CNDKteqUdPuKLYkCQB4qZd56iAvZ68hFjUmn7Rjods5TpCzeJiuynuqhXfSA/ktZOG0Le848XQAAAABll0aj0Wq18p4MNAAAAAAAAAAAAFBaJKz/IWbxx7akGF350LA3/8p+wmK2W9Id/148oda56Y0hLy7RB1ZzHuYZuMnyCEArg3VNHuuXkpIqpaenZ2RkWK1Wu90uAFxJzcybsAnxkYhTa733Ros9jkKwd9pHd2bXl9vwqS7uhNWnckp429SwtgIAAAAoteRZpFar1el07u4Gea9moIlBAwAAAAAAAAAAACVH8s6lsYs/sSbH2lITq368P/sJN40tKUb+a4k+7Ty9d7tBng276QOrGIJrOdcbKtcVQLHKOwAtr1V7uus0Qq/X2swGN4tFZ7PZCEAD16jd0JR2QzXn/nNLS/D39VSrjUlnNAkR+oQIbWA1d6d6w9K37eVC7b6VrOEt7B5+AgAAACjx5ImkMvazIZOagRYAAAAAAAAAAAAAbrqU/9bGLHzfEXROia/68YHsJ9w05nOHlGJG5DF9YDWl7FGrdYXB7+srVtMHVnV+HY9abQRQIuUIQCtDc2kyycvVRqNR1siC1Wq12WwCwPWo2SpXhb3To+LCIXvsGWO15kYvr6zamNO2k5uFvMlVcsDHbhVCsuojj9i3zBblw4RfiFvN9kLHdwcAAACgZFEC0PIUUq/Xy3t1BGgGgQYAAAAAAAAAAACKijXhoj0jXVc+RK05O7GvNTHKmhQbOPQjU+PuSqWbVmeOOJj1I3HntH7BStkY1jBg0DuGwGr6CuFqpaSXNZfC0ECpkO8I0Ha7XRnBy5bJnkkAKEINuzhuOdndgjJ6PGM9tct6Zq+pcm03k0mpz0g4k3ZgtVL2enGtMGSNGG07f8hyfKvG01d4+OpqtRcAAABAcVCzztpMjAANAAAAAAAAAAAAXDNrYpQtOc5usxoq1VYro+a+lrhpnt2c6tXi7sBhH2dPnHDREnNWFpR7haFynfJ3v6gx+Wu9/DQePmq9zr+ST7vBAij9cgeg1UGglfG6lCQ06Wfg5vH0FJ0fvrzaHBgmGve0Rp+ypcR7+gWo9cnHN6cvnyILbgaPwPH/qvUZp3bLm8bTV+MbaKjeSgAAAAA3nvIxWgVjPwMAAAAAAAAAAABXYI44mHH+sDU5zk2r9247QK2PmvNKwt8/yoIhuFbIy3+q9bb0FLs5VRYsceedX6dcn/9pPH30FaroK1ZXK7XeAb7dRgqg7NLlWatctFbu5UPSz0CxM9Tt4FW3w+X1aQaj3G/ZkuO05SobDAa1PvXQX4krvhSZ300Q9OIytT5l+x+21AStyU8XXEdfke8sAAAAQFFSEs/qaNBqDQAAAAAAAAAAAOCyzGf3J/zzsy051m61VBz+mVqfsH5WwnpH0FlXrrJzAFrrG6gUNCZ/59fxbtXPs25HfYVwQ3At53qvln0F4HryCECr16dzXagmBg2UQP63j5G3y+s1Bg99xerW5Fh9hTCtVqvWJ66eLneosuDXY6x7ryfV+oszH9VVqKoPrOrRoLPWq7wAAAAACunyrDPpZwAAAAAAAAAAAJRV1rjz1uRYjaevzr+SUmM3p579+F5bUqzNnFLxockedbLGu7TGRyas++7yV9D6VNB4+GhMflrvAOd6n7YDvVv115WrnGt6j1ptBYBLdPk9waVroFQr13OsvF1er/UN1KUlOYLR5UOUId4lS/SZ5F1Z35VQ6ak5ep8KStl8dn/M7xM1Jn+tyc+/51i5uxUAAAAAAAAAAAAAAAAA4Bri13xjPnfIlhzrXqOlb+eH1fpTr3ewRJ+RBb/bx5S783ml0s3gYT79n1K2JsWqE+vKVfZs0CUzheVvz0hz07sr9f49n5S3y3+pOgI0gCvQCQCuJPjRby+vdNPqvNvcmxF5wnzhqM4vWK3PuHAsZe9qpVyu11NqfdLm+Rd/eUNr8pO75MrPL1LrrYlR1vhIjaev1svfzeApAAAAAAAAAAAAAAAAAKDEsESdTD+115oc52Zw927VX62/8PXj5tP/WZNjvZr3CRjwtlqftP2P9OPbZcFNZ3B+Ha13gCX6jMbkpzGanOsD7n3DzeDhpnf3qNFSrdQH1QgaPVMAKFIEoAEIrV9QhfsnXF6vK1fZ59ZhtuRYW2qim7uXWm+Jj7SnJVnSkqwJUc7TJ29fHPXLG0q52tTjan3Kf2ssUac0XuUMgdUMofUFAAAAAAAAAAAAAAAAABSFlL2rrMlxtuRYU6PbdQFhSqX5zL7IWc9ak2NlffjbGzUmf6U+adsfMb9PlAVDpdrOAWhL9JmMiydEzpGbJY9abXS+FbUmf2O1Zs71gUMman0DNe7euRrjc+swAeCmIAANIF/GKk3k7fJ6U9Oe+grh8rhB2CzO9dbEaKWg9angXJ+4eX7y9sWy4NX8jsCHJqv1p17rYLeky+MD/15Pmpr2UuvTT+zUevnLww6Nh48AAAAAAAAAAAAAAAAA4DIuBZrjPOp2MATXUirtGWkRH99nTY6VT1W47y2vln2VejnZ+S9HKGV9hXA1AC3sNvPZ/VnTpCaqAWiNlyOSpDH5yYmdf6lv54dsKQlyMkNgFef6cnc8m2cj9RWrCwDFigA0gELTV6gib5fX+/d5xqfTMFtyvN2c6lyv9Q7QB1a1JsXkCkZbYs7Ie2vCRXtGulPl2bMTsw5Qgsf+5FGrjVLOOHc4euH7Gk8/rcnP7/Yx8jWVeltqQsbFk1qTv6x3HqYaAAAAAAAAAAAAAAAAwM1kS4nPHHQ5znnUxdSDG9KO/CsLOr+K3u0GqfVRs19OPfSPnN6n45Byff6nVFqTotVAc4X7P1AD0G569/RTe7J+S1qS+iIak5+bzijvtSZ/WVDrdf6Vyt/9osbkr/Xy0/oEqPU+7QbL2+Ut97rlLgGgVCEADaAoab3Ky1uuyoB738hz4qDRM22Zn8oyhjdWK+UBUParmfzUsiXuXMre1UrZt9NDan3ase3nv8h6GPraKn1gtaz6I1viVk2Xr6D1DSx3x3Pq9BkXT9gtZkdgOmcaGwAAAAAAAAAAAAAAAIDKlhSTenSrLSXOkVFuO1Dj6avUp5/YGb3gfaUcNOJzjVc5pZy0dWHkt08p5WpTj6uvk3Zsa+zST2XBEFzLOQCdEX0q4+IJWbA7BZq1XuUzA82+WpO/xmhybo8j0OzhrTH5GcMaOddX/eSAuIxslW+3kQJA2UUAGkCx8WzQ5fJKQ2j9KhN325Ji5ZGTPrCqWq/1C/Lt9KA12XFE5RyMtqXGq2WNh49atkSfTtmzUql0DkDHLp2ctOW3zN/eNWj0DLX+4k8v2tOT5RGSqXF3j9rt1Pq0w5vlUZYs6AOraX0DBQAAAAAAAAAAAAAAAFBi2JJirMlx9ow0Q0g9tdIcccB87ogtOVbrXd7UtJdaH/nd05bYc7Lg0+F+r+Z3KJWW2IhTr2alZUJfXamvWF0pp5/ac2H6KKVsathNDUDL35V2ZLNStqYmqAFojdEzu1Up8er0horV3Wu0kgVdzuyNT9sBpka3a738DZXrOtfnGWiWCDQDcEYAGkCJo3H3ljddQJhzpSG4Vvl7Xr98Yq9b7vKs10n57gytd/bXVchDMZ+OQ+VhnNDm2NDZUhKyfounj3N9yr511jjH4Z3Ov5JzADri04FKIfDBT9SvurAmRcvDPsd3ZJj8A+553b1mK6Xebk6JW/GVUjY17WGoVCfrl6Ylmk//p5Tda7YWAAAAAAAAAAAAAAAAcA12c4o1yZFs0fkHq1lhW0p86uHNmd+dHut322h14tT9fyXvWal8g3rgQ5PV+sSNv8SvniEnFm6a8Hc2qfUxCz+IW/GlLOgrVAl9fY1aH7f8y6StC2XBs35n5wC0+ex+c8RBWfCokx2P0Rg8slubka6W3QzubgZPrZe/I8rsplHr9RXC/Xs+mfWz7l5qvXu1FiHjfs9M1Pi5OQ3ebGrWR97EZfKsBIACIgANoNSTx1iOw6wKOSqNVZrI2+UTB42eYU24KA8H3XQG53qfdgMsMRHW5DjnYadtqYnZv8XpM2r29BR5tGeNOy9v9ow0td6aGKN8YYejAaH11QC0+fS+iE+zvr+j6sQ9bpeO/GIXf5L1BR+V6oS8tFR9ndg/JpkvHNWa/N1rtvZqnn2ol7hhtt1u13r6GkLqObcz/dRueTTp+OIPk78AAAAAAAAAAAAAAADAZSyxEZaoU7Lgpnd3TpWYT+81R56wJcdqPH29brlTrU/a9nvG+aMiM+/r1bKvWh/96zvpp/aIzAyxf48n1PrT47tlXHBM79fj8XJ9/qfWH3+mvlKoOOILU5MeWb804oA6uLJvhwfUMEnqkS0Jf80SOb8IXbImRJrPHRKZAws617vpjErB5hRcdtQbPDQmP63JP9cQhD63DrXGRQpHWPkWtVJj8q/05GylrHea3r1Gq6qT/hOX0foF+/d+6vJ6+RsNTt/rDgA3FAFoAC5H61NB3nJVqp9Lc6bx8K429Xger+AdEDRqujU5Th77qt/6IbkZPXy7DM+sj9P6VVTrbebU7GmcPvdmM6dkVTp9kE5KO7Ez9cB65QedA9CxK6ZZok7Kgt9to8vdNU6tP/fZMOWTf/Lg0vmNnBjXNKu+xxP+fZ5RKu3m1HOfP6SUA+59Xf0OkYwLx5K2LsqaG04HqamHNqYd3pz5rsv5dByq1mecO2xNihaZAXTnLyKRR9tubhrHMbTTgNwAAAAAAAAAAAAAAKB0sacnK9EIXbkQzaVUqy01wXxmn1J2/hJsa9y5jIuOSIObzmis2lStT9q6KOPCMVkwhjf0bNBVrY9f+40tOd7xIlWbetS7Nbt+5VfmyOPyl3rU6eDT4X61/sL0UdbM6WWlV/M71Ppjj2eNH1fxkS9Njbsr5fSTu85+eLdSDn/7H61fsFJO3rE0+te3xWWDJcf88VHKf2tlwaN2O+cAdPL2xcm7/syqdwpAm88fTjuiRCnKCyduWn1WyZIh8mK3ZtfLGZU5uHI5OW/twu52qd5QsZqp8e0aTz+dX5Dzz8q5Xb7/a1qTX67Qi3ebe01NumtN/tqc01cY/J68Xd4Gn3aDRV74SnMApQ4BaAAoNDeDh2fDbpfXa73Kl+/3yuX1nvU75Rmk9mk/2NSgi7jsQ3tezXrpyofIo3ljSD3nekNwLXkv63MFptUvH1E/1ZdVf+l42k1vdJo4TTkKd5TN2cNXm88dUoevzhGAPrA+bvkXjt9eqbZzADpmyS86GCIAABAASURBVCfJO5Yo7y5ozDdqfdTPr6Yd2eJ4F83vcP4qlrMf9U8/vv3y+jPv9TKf3S8L5fr8z6/H40qlLTXx/LRHlHLAfW+oY2nLV4heOEEpBz/2nfq+5PlSwt8/CcefwL/iiC/UF5fnJ+kndorM1LvzeVHyruXK+ZjOP8i77cDs+p3LzGcPOOrLVfJuc59an7DhJ+Xjjx61Wjsf8ccu/kQpeLW8W54dqY03n8n6+GOOk734yIxIx0mdcHNzr9FKrbfEnLVEn3ZU6wzGqs2y66NOWmLPics+eJpdb/AwhjdW6+U7kueZjjfrF6Q2RsrMr9tlQR9UQ02l280p6Sd3K2VjeCN5TpXV+KQY5QOjuRsfdz7j4okrNF5odc6fDbVEn7HEnLm8PuP8EWtilCxovMopy7Mi/fgOu8WxGOsCwnT+lZwan/WtPYbKdR0DvYvcc9hYpam6GMhXlq9/LY1307jXaOnU+NPyKUe10WQMa6jW5zuH5Qplz5zDFaur55lyRVOWPUfjQ+urH8C1pcQrC3zuRiZcVD4HnKte/fxx7kbmM+flMiaXNHHZJxPk6b0985MYsmNCbl6yG39pDuuDa8otWFbj05OVDyuLIls89O7VmmfXR52S70tc1vGR/bGKwi4elepk97akJZpPq4tHE7n6ZDUyn8Uj32U4nxVQncO5F4+Ig3LjLDK3Ns4fjEk7tk1kdmHIZca5uyG78SH11F1AvotH/IWMyON5zGF1Wc3VyAvHrAmZi4G7t1z8Lm+k41PXl7arIvMrruSvzmx8oL5iNafGbxVWi6PxgVW1vlmf6pF7nPQTO7Ia77xsJ8cq35Ml8unnumxZPS7f1xXmpMbkL/c72fWn/5N/3MsbKVc05asYcq+YV2u8MbSB+pGk/JZtp+1zzmX1wlG5zorM3bfBaU+dvZXIuRiojZQLsPPH69OO/itsVpH/sq0PrKb1Dbxy4+VaI9edPBp/aTuce/FQV7Sci4Fc6+W6f4U5mW8jnXcuzouH03Y7x1alIHM+n8bLieWPiMu3EuomLtccVrfPTnNS5LNzsaclpZ/em9VI501ffsu2ulu/zsari0d+2+ccc7iQO5fsRrq512yVRyNzLdv5beKKpPHOxx5hDdXvvMt3MVD3gNe79dhrS0tyvIxvoFwSshuv7lwKsmfM58DpqjuXfLceuT5AmL31yLmJy7eRl47u8lu2K9VWvxkmZ+Mbq+cR2cceOY8x1DmceyeiNtK3ovN30aibMuftrSjsnk49ltBo3au3yG7MxRPyKZHHn/uA8jlP+TeSf6nsOZbv1mCLsNuu1EjnOea8yXJeVq++Nci5ouVzIOT0pjyNYY2y69Xj5Fw7l0u76UKvgPke3TktBvktw/kcY2RvDXKuaOmndtvTHR/u1fkH6wLCsxtz1Tmf70F+IY7icp1GZR8P51qG1QOefBebnI1Xl+0K4eq1MZHfHHbePofU13h4X+VN5bf7LuzWI3sTl3PFVA+E8ml8jmU+xx7QafG4eiMLOee9A+R+Qa3Pfxm+tIlzOr0S+W1VCnlumG/j8zt+vnrjK+vKh2Y38qrHHvmduRRkzmfvGXNuVbK3216G0AbZjS/6TWUBGn/Ncz7f4+pce8btdovZ0fjyoXLmX97IfHffTtvzwq+A6uKR9xy+bJN46bg654p59cbnt8zne8h69cUm39OxItvD5rHM5zgpcN4kXvUwIL/+jXyPSXIc3eV5DphjThZk+5zfMny1FbDI5mSOnqX8zr7j5OtfsZH59G/k7EjMPvYo7KFpfstwQc5c8mm807Kacw6rK2C+jSzc2Xe+nTPBtdTvH8/3zCWfo8F8F4/8NnFq/0buDsZL2+F8Gpnz2MN5Rctvz3gdB1T5zXm18QU4Kch3GXZKShXkAMmp4zGfLtxc/R75Ldv5HThd/YzGaetx1cUg5xlNdiPzOfu+bOdy6cQ218H/NR9v52h8PlsPdTHIb04WsIPxan13BTnqy3cnUsjGq2cuubfDl+Zk7i6C/LYeheoWM6fK7bxSztH9ld9iU9jG53cscWkxKEgHoyjIibBzv0chOx6zO8lzHj9nd5Lns6zmdyBURJu+nGfr6uWJnGfl2Qf/uY4x1BXN6c8t8tmJiHyOn3PsXHIsHvnsGdUrArn6SdSD/9w7l6xNXO5lOM8/t/OczNGDlL0M55jDhT1zyW+rcqlfOr9lO99NWYHmcGrqwQ1KPNfUrLe6LshlNXHTPKXs23W4ujOScyx590pHI3V6v+6PqS+eum9d2nHHzMnvMrF7zZYetdqqc1K5gC6ZmnRXdzo56pv2VE8W5IoWt3K6UvZqcae6mMnZFTnrOaVc4f731cMDuQmKWTRRKVd6ao7amKQtvyb8M9fRyPIhgUMmqvXRC95LP+H4C5oad/ft/JBaf3ZiP7k6yMXbv9eTvp0fVuvVrHD5/q/mWV/hgQ+9W9+jlGWnxMmXsvbCwY/P8qjTPmtOnj2gfgl2+Ltb1BU5acfS6PnjM+dk5bC3/s5u/LY/UvasEJm5W+cAdMJfPyjdaz4dhzgHoBP++Vmpd97uOWbO8R1KP4mn08Q5ZO7cFW4arVq222zZ9bqsgLI9c1OfXa93l+uF1uTvvDsTjvWirjXzIN95Hy15t+znHu5Y1J23e8IxAyco54Zy9+1cX/nZ35TBmNUTPZG5+cpzcGWvlv3k7fJ6edjpfOSpypxRlQUAuB4C0ABQbOQ5jHMvp8q77UDnVK4qaNRXeb5O1Un78qwPHjNT6T13Pt2VvZnqKNHOZwvyIFvJ1TmfBjim8a+s1Dt3CwrnkwGtIWf9pU8rqp9rzHri0hlFzte32yyX1+dIaadnj59tSYhS653JM9isz1bm/Dhjyn+rle+FkefqOQLQO5YkbV0oMk8PcgWgs+udz2z/+uHyizTypEWNjLtXa6b+KWUHbvbJ3jub1a4l2ZiLP72olJ0D8fLcO3aJI0gtT+zD39mk1sf/9UP86hki888X9sa6y+vluX3IS0vV+qh5bykzwbfTQ+XveU2tj/g06w0GPjRZ/RRsRtRptZEhLy1TT79Tj25Vv2Gn6kd71S7+5F1/Rv3yRh6N3/Jr7B+TRGZ3Z5UPduR4U5kzJ1d97LKpyhw2NenhHFW/8M0TSl9w+btf9O02UqmU3XxqI3OcTkdkn06Hvble7TZNPbQx8puxWY3/eL/az5V5mv2Wo6TVV/v0kPpLk/5dGPP7hyLzCpDzSiRPp+P+/ExkLjYhLyxW66Pmvu7o8XScfg8NuO9NtT5i6lCR2TtT4f4P1MXGEndebWTl/81XLyHI/qNznw1TyvLPrfbmpPy35uKP47Lm8OQj6uqQvO0P2WchMs+35ZvKnsOb58cu/lhk9nNV+XCXWh+38qvEf34Wji9a6hD8+PdqfeSsZ5XOvhxftGQxq42s+PBU2SuklOU1p+zF48Ulaq9N6pEtF2aMUcryl6r9X9mLR845nLh5nvIhAdk5VeX9bWp9wt8/xa2cJjK/FCn87X/UevVjFbkXj68fV3oky901zu+20Uql7KxRGxk05mvP+p2VsuxjVetDX1+jrpip+/+K/P5/l+bwYaHJOgZO2rooZpHjYxW5ltX4v2bFr54pLvvktzqHDZXrhbyYvXjELPowZe8q4ei3ujtw2MfZjf9qlNKpV77/a2qXk+yjzF62x/7kUauNUpa9zOemDlHKzlsP2RMX9XPmp2t0hmqfHMyekxtmK/1oubYScSu+UDr1jFWaVn721+xG/j4xZY+jU8+j7q3Bj32r1st+KLn6yIJ3q3sqDPlQrT//xXDlgmLAfW/JXqesxidcVBtf6Zl5ag9L2vHt578coZSdFw/ZnxX927t5zOG132Rtn0Prh4z7w6mRHyn9X54NugSNnqnWX/z5VaVbNlcj5Z9V6f/KtenLbvyAt9XtvzXeacV89je1+zX16L8XpmctWnJroPbhJm35LeaPj8Rly2rs8i+SNs8XmV/45dzzqG6HvVr2DRw6Sa2/8O1TeX+Bw+cPKf1fzps+YbOojaww+D11J5Vf4+Xlogszs7poHYuHLmunrG6Hcy0eMUsnJ293zPBcn1+6OPtFpSM71ybu/LRHlCv35e5+wa9b1g5C9uGqjZELvFzssxrptHjITZDcECll84Vj2Y1/fqF6acF5q1L1k4NuauM3zo1dNkVkHnuEvrZabYzc4yhDLHg2uj1o5DS1PnsT122UbKdaHzFliHJxJWDQO+pIBjlWwMe+86jbMauR54/kuWdMO7r1/FdZf53w97eqF13kKn9x9ktKudqUY8LNLdecz7X1iP3jo+Rdy8Vlm7jI759Rrmfk2D7b7dlzeOgkdTwJuTEswM7F6dhDbaSbm6ORl6iNlAdO4W9vVOvjV82UvfnishVT7nHkMZKj8Y1vr/iI05z/7mnlOrR/z7H+vZ/OqrVmZDc+x7HHqew5PO4P9eppjsVg4h71CpC6Byzw1iNrEye7zoNGz1Dr5RxQruF5txtUYdC7av35mY9Z4xxBEOdvSnFufMWHp5iaZX0TS44940tL1Uu8zscejj3gpaNfdQ8oL7eEjd+QPSf//FxeohCZx5Pq1whKcjfquOguG9n6HnlpQa1X94A55rBcticPUg7y5TuS7yur7YlR2XvG0TPUSwjOjQ99daUaEEnZKw9NHeuLm95Y9eMDl89huYDJxSy7keqBUPv7Awa+rdaf++Jhe+Y1thw7i7hz2TuLJ2erx8/yYvO5qVmfqAx/71/1wmHSzmXR8xxbHrkAyMXAqTHfJqz7Tjj+3A1Cxv2u1kcveF9ekZIFefQij2HUesdOQflmyZxbA/lLlbxOjkYmRec9xyJP5LmsOu/pnBufY2uQ13GynFJOn8ebCq4V8vKfan3s0slJ2xzvMdfOxfFm9/8lMi9fVXzkS7Ve3bnIkzv186t256O74Z+ZmvZSys7b4dBXVqjXY1L3r5dbocsbn/DPnLg/PxeZV8pDX1uV3chLWwPPht2CRk1X6y/+8LxyRd+3y4jy/V5W6899NlT5sG7O3fGFvHcWTgf5+R/FZR8nq8fDuU6j1KO1XMtw9G/vKd+zJFdtuYKr9epik7vxl5bt8v1e8e0yPGsOpyfnuZVw3j5XeupnNZrjfG4o92jqOXXqQbn1yPpS1Bx7wEtvKtcFQsdp1L8LROYgQ8FP/KDWZx4gOeJlcvbKmazWy2VVuXLv3Pgcx8+jvvJseFtWIyOzFw+5TKqX8XI08uMD2R8/vnQaJa9ryqub4qpzfv7bqYccx1Fet9wV+OAnav2Fb8YqF8VzfRVs9iZu8PvebQdkzeGYs07Hzz+q15vleXr2ueEba9U8UOEXm2ny8ENkdgXIQ9zsxv/6jryIntn4OwMf/FStV/eAfrePKXfn89mNV489Br7j0/7SsYfzAdKj36qXcjPOHcl7xcwx551ObOWZy8IPxGWnV/FrZias/9Ex58MayQOt7Marm8qmveQGIbvx6jIh3+u7AAAHaUlEQVTfbaQ8ClXrs1dY502l885lzDfyADKPxjvtXFIP/hP5bVaPk/OhafZxda45f+nMRa41ct1R66Pmval8tD7XnvH8jDFKXKzcHc+qMQXZg3T1E9sXFqsBEefj5xwH//8ukIcT4rIDJHXxkEfg8jhcrY9ZOEGeyAvHJvE25/46uVMwZ2aUc+0x1cbLfbrcs6v1Tgf/2cu81alLIb9D1tCXl6vBkbRDm+RhQ9abcurMyT4d8/StMmGn+kvj18jdvaPHINceVn1TpiY9K474XK3P3sPmPKOJmHy/EizIcebifM741Bz1Q7w5DllzHAYsjZ7n6LTJ1b+hHprmWjGzj0naDZbH+Wq90wnsm+oIDs5bD+fG5Ng+O+90Dm6I/DZrr5pj06eugCb/Kh9sz25k9qFprjn5gTJoXKHnpFPPkjUh0uns+xc105x2Ysf5L7ISKv9n715CrarCAADf431ppT28ZqBpZQ0iGkQUFUQUjZpERDWogT2ICKIiwgYFPSaRBJVgVBANCs1BCA4KDHoojSJEwmEFElqWieIL9do6Z9+z9r/22WcgCHXk+xA8LI7nbvfdZ61//evfa6c4Odf91PFz40zm/MbSVekLm9tz7NEYXPIZHhqa3vPcxff0n0B4ejbMXN7OxRkn/9nTOnPpBVSPDx58vlbThCtNu/IPzb1Eypyk/MngQTZm33l6NdDFrT7dexJjTM7MHj1U9x7h+eNF77FmSy5OjXPDK9buzHWZ+cw3Dz4PLmV0l/Mbjdl3+oJU9ZczD7y66I65L0uKRsL0al1+VmRMEcR4O46MZexRX9tF/5y7vmH9czlz2bfpleO9srBG7FFPCh56Y9Htj8wdZOgNigns7p/3vDcXGcYvYOzKWhOPnYnpK9+pZy4Ht29Ixzk2OPvO13aZHd238eWqsC8Nc2mwazn40HsUM5rQe8RJQdnfbtm/+c3uQU6dF6uXclzdiO4OfP3RoR+6V0Vj+E5ZyjRTGxuYfe/7dE1VInnhnY8tvv+V+uDzZRPPfDEd25jrPo/9tmPv+48OnuF8GUwsvnzFa9/XZ/KrddUjQxv9cD7IlI9NWdn6IPuXx0Dv8UxVKTs06iu6vjCIPL8p130WXd9bO3LFWA5NJy5ZvuL1bfXB9zNIjeB/32cvVQs9jRTBH588W5WwN3qPPLjE3F2MPWLeo0jaxNzdLz/u/WDu38a8Rzjzy9MyR9vBFxPevR8+depQt9qv8STYPetXV3fXxNxd7J+LYXpY6uDPX1vzHkWMEWcuOf1V5u7qJHkZ/PcSjN3C6Dg3jGdyycNvLbz1gep1SkW2Rnex64tJ9aFzyV3fpZxh9bqY8Kak+tbu5LqxxJaD/xSSpcAst+c4OeboUlwXBpH1acSvXsfYo4ifw+Cy7MXN+ZakboC0fnX1OhaPHt659a/Pu1/2Zp7km48PbuuO2o34OXdxMcaIZzj+uuMXLbYXE9swuAybuRRxdZy55C9m2avs//Ldwz91l1Sa13Y/To5dWTyY1B+mXnGwPZ7hdObzvlqp18oF0Cf+3p1Xchfe9mAugE6DUdWeDjsWQB/Z9W3K24wNLhNv31AF+RfNPl0XQJ88nj98csnKUAB9rG5felXOM88eq5eVp1denwugZ48frtfEjx3OPzR9F8KOZkfynQkn9v9etU/2KoCzlJmp2qfKMtxc716v1Df0euO29iHvHwvv73Tq16HmeNiHTy+/tupX0xkr2q+8obr+J2eK9vlX3zR9+XWp289rxJWL7n5y9mh3+E4L9LE9xy2xFjn1VLk93saQxv249VsWs/dRNwXX9kTxuEt08Z8Kd0gW7eHGAADOFgXQAOesuFFolrJycYPnLCULcr4gSsmIWDqcxcKjaNkLX6SZ6qkjBzplAXTKKs5tgVM+iuXSR9bO7X0SqrTnTS2oq7TDbZFTS6/K7XFb6/mrbqza551X7KU9ObNirnq7cY/mZVdX7XGTnuptre1pilIlBCdn6r2d4las+Q7pnvaJ3+kznVgOkz8nziqjYe0AAAAAAADA/1en/1e53lcv/w1rb/mQs2no+mOn5T3NNw85+Lb2zpAfFNuL11ML6hXbfpVzMt7f/GusXFYeX3Tp3KZg/brtyuSSK4YuE/dueplcHHYcmzeeP3x8UV1W2xmfaG+fmKrbw7Ly+MKZvPYd3z8Z18T71c/JgmtuGeu1j18Q16bHFt58X7UP8fTKou72knvXpPOQFrIb9bjdG7Sqh5CUtch1DXHYCj0t7i97cXN30+L0Z0F9huevuqn1IdgX3vlY3FU6694OOtYibmUdxbsRis+/64nW9rgZedaZPr+1HYBzSef0mdZdAQAAAAAAAAAAAAD8R+wADQAAAAAAAAAAAACMDAXQAAAAAAAAAAAAAMDIUAANAAAAAAAAAAAAAIwMBdAAAAAAAAAAAAAAwMhQAA0AAAAAAAAAAAAAjAwF0AAAAAAAAAAAAADAyFAADQAAAAAAAAAAAACMDAXQAAAAAAAAAAAAAMDIUAANAAAAAAAAAAAAAIyMfwEAAP//gsTuPQAAAAZJREFUAwCjD3sFXkHOCgAAAABJRU5ErkJggg=="/>
</p:tagLst>
</file>

<file path=ppt/tags/tag14.xml><?xml version="1.0" encoding="utf-8"?>
<p:tagLst xmlns:a="http://schemas.openxmlformats.org/drawingml/2006/main" xmlns:r="http://schemas.openxmlformats.org/officeDocument/2006/relationships" xmlns:p="http://schemas.openxmlformats.org/presentationml/2006/main">
  <p:tag name="MCDIAGRAM" val="mcDiagram:25d9e851-f712-4f1d-accf-4ee7e2a76413:e2a6df7d-dbbe-40d6-bdae-967ac33737be:0:1"/>
  <p:tag name="MC:BASE64" val="iVBORw0KGgoAAAANSUhEUgAADwAAAAPGCAIAAADRSPi3AAAQAElEQVR4nOzdB1xTVxvH8ctyMMSFoqKiICC4996rbuuetXVra23r22G1arVuW7V11L333nvvrchUcQACbhERgcB7kgPXGNA6UAn+vs0nPTm5SW5ukis8+fNc8/j4eAUAAAAAAAAAAAAAAAAAAAAAjIG5AgAAAAAAAAAAAAAAAAAAAABGggA0AAAAAAAAAAAAAAAAAAAAAKNBABoAAAAAAAAAAAAAAAAAAACA0SAADQAAAAAAAAAAAAAAAAAAAMBoEIAGAAAAAAAAAAAAAAAAAAAAYDQIQAMAAAAAAAAAAAAAAAAAAAAwGgSgAQAAAAAAAAAAAAAAAAAAABgNAtAAAAAAAAAAAAAAAAAAAAAAjAYBaAAAAAAAAAAAAAAAAAAAAABGgwA0AAAAAAAAAAAAYBzi4+MVAAAAAACAd2NiYqIYOQLQAAAAAAAAAAAAQKqmn3smAw0AAAAAAN6FiYmJWl4w3iS0iTGWSCjrAAAAAAAAAACAVCUNdM1B6qR+L2Yw4PsyAAAAAADwptQSlhwYXDQuxtQB2qCOQ1kHAAAAAAAAAACkQoShkVL0Q8+SOlb4sgwAAAAAALwhk0SiqqCffta/aCyMJgBtUMehrAMAAAAAAAAAAFID/S+H5NgYvzFCaibeUc8iH4T4H0r2qzG+LwMAAAAAAK+mX6rKaJs7W94SahLa1NRU1rKMrqJlHAFo/bhzsn/gDgAAAAAAAAAA8OHJL4rUgfyiSA4UWkHj3eh/HaaJjY2NjlQAAAAAAADeTWxMlCgzmCaKi4sT54oRMoIAtH5xx+9aWIxGI8f6eXNi0AAAAAAAAAAA4EPSb/ZcKG92CwtzNQytEH1GConXI2csM+UwT5dRAQAAAAAAeEMRD4LjNLGiyBAbG2tmZiarDbIDtKIrZxlXE+jUHoA26PocFR0Tq4lTAAAAAAAAAAAAUo1YjUZ8N6Q2zpGTxnjkUKQeauJZDOJ05MUs9s5WtvYKAAAAAADAG7oWcTdOEyuKDLGx2hi0mZmZemQzxQj/nt8IOkBLsrgjx+nTmVtmSKcAAAAAAAAAAAB8PM+iYyKjYsRAe9hQk+eJVVNTU3LPSBFJO0ADAAAAAAC8i7i4uJiYGLXrs/o3/Eb3l/xGEIBWyzpqANo6Y4a8ubIoAAAAAAAAAAAAH8+dBxGRUQ/EQHxpZGqimJmZyXn5jZFihI1zkKqooWf9DtAAAAAAAADvQnaAFmUrU1NTWXMQA2M8jlmqDkDrH9uLv24HAAAAAAAAAACpk/jSyMw04VCh8hsj9UsjY/z2CKlH0j5BAAAAAAAA70I/AK0WstRrjaiWZTQdoPnTdgAAAAAAAAAAkDppNJqYGO1AfnWkf/BQBXg3dAgCAAAAAAApSNQZYmNj1fbP+h2KjauWldoD0PpNoAlAAwAAAAAAAACAVCgmJsbURBHfG5mZmcnDhsp5MtBIEWSgAQAAAABASlFbEuunnxUjZKqkevrpcgUAAAAAAAAAACCV0eio3xspJFaRQtQ3En2CAAAAAABAipAB6GSjucZVzkrtHaD1USgEAAAAAAAAAACpkC7/bGrsXXOQ2ugfKFUBAAAAAABIIWmjhGUcAWjKhQAAAAAAAAAAINVSez+TgQYAAB/X3n37V65aG3zr1t2793LmzOHm6lK+XNkmjRuam799PqRlmw43btzUn9mxdUO2bNn0Zy5d8urarZf+TPHiRefMnK68BxWr1IyJiRGDsmVKT586WXlzE/6cvHzFKjneuG5V7ty5xCA8PLxW3YZyslHDBsOHDlaM05MnTyb/Pe2H7/qnT59ewYcVFRVVtUZd8bvAiOG/fdagnvJWTp0+c/NmYMvPmysAALwf2rJVfDIUY2OqGBXKhQAAAAAAAAAAILWR31/onwMAAHxgGo3m6/7f//jz4NNnzoaEhMbExAQFBe/es++P0eNate3o6XlJSTlHjh43mDlx8rSCVODEyVMt23T09vEl/fxR+Pr6y18H3Au7KW8uOjr61yHD+vT7Nlu2rAoAAO9T2qhfGUcHaImKIQAAAN7O06dPly5ZcumS5/Xr1yMiItzc3IoULdqhQ0cbGxvlbUVGRtapXctg0tTU1NLS0tra2tLSKlMmmxo1a33++efv0lfjPXn8+PHy5cu8Ll3y8/MzMzNzdHQs5OLy7bcDFGO2cMGCGTMSuon8O3NW0aJF//MmX3TpcvmyvxjkypVrzdp1cnL/vn2DBv0ix78MGtSkSVPlDT148KBRw8/kuHHjJoN+/VVJlQYO/OHokSNVq1UbO3ackuqdPn06MDCwRYsW6oz4UP/zz99WVla7du9RAAAAgI/NqJvlAACAtGHiX1OOnziZ7FVBQcG/DB66avnijBkzKinh5KnTTZs00p85dfqMglRg1px5d+/erVa1soKP4eGjh6VKlUhnkS5//nzKmzt3/sKOnbvFoFjRIgoAAPgvRhOApmIIAACAt3Pnzp1ePXuEhoaqM2d0Nm/aNHjIb+XLl1dSTlxcXISOvHj+/PldO3dMnvK3paWlkmpoNJo+vXsHBFxVZ+7fvx8ZGangE+Pt5SXOC7sVVlK36OjoP0aO3LVr55gxY/Xnvb29xbmHh4cCAAAApD58qQEAAD6w27dvr1y1Ro4zZcr0vx8GVKlc8erVa39O/tvb20dMhoaGLVm6onu3rkpKMOj3LIp4Fy56KkZOVPJnTJsix9myGmX/3djYWE9PbeH37doP493VqF5NnJS3dfGitlO7vX3OrMb5DgQA4AMzVQAAAIA0bcjgX/XTz6p79+798vNPQUFByvvk5eU1fPgwJTXx8fFR088mJiZOTs55HBzc3d1f57YxMTFnEj18+FCB0bp165Z8Bd1TfYBY+4cEu3aKQZEXu3r7+GgD0IVf760LAAAAvG/0fgYAAB+XfiK5Z/cvP2tQz8bGpkSJYn+OH21qmpAMueTlrbwVUUmWg7x5HeTgwYMHly9fURc4e+68qB6LgZmZWc6cOQxuZSzMzc3LlC4lTwUKOCpGyMfHV6PRiEERDwqnRumipzYA7UHdGwCA12M0HaABAACAt3D69OmLFy/KccOGjdq0bZMpk+2aNauXLF4sZqKioubOmfPb0KHKu8mZM+fgIb+pF589e7Zp08YD+/fLi4cOHvTz83V1TS3tFoKDn2e+v/76m/YdOrz2TZVHjx5983U/OZ4wYWKlymnwIHrFS5T4+5+pcpw/f34ljfL29pID91RfSL3kqe0cY29vr9/x4v79+yEhIYq2kQmFYAAAAAAAAECxsbGuW6fWrZDQmzcDq1Z5XrnNnj27nV32sLDbYhwaFqa8m2zZtDW6wEBtkfn4iVOFCjnL+RMnT8lBsWJF7ty5K8fJ/nnY5ctXlq1YddHzUkhIaJYsmZ2dnNwLu3Xs0NbKyirZR9y0eeu+/QfF8unTpytaxKNdm9YlShRTXk4UsectWOTl7ePvf8XWNlMhZ+eSJYq3a9vK3Py/4zHh4eG16jaU40YNGwwfOliO/xg9bt36jWJQsGCBlcsWeXv7rFy91tfPPzj4lqtrIXH/Hdu3zZw5s8G9iW8Kli1fJbaMj69f9uzZtE+zfVtXV5dyFavFxcWJBfr16fVl185KCtm3/8D/fvpVvdiu4xfifPJf4ytXqii+Cqlao654OUb/8bt4k+jf6vz5i9179RWDNSuX5s+fTwwOHzk64PsfxXouWTj39Jmzc+Yu8LzkJV732f9O9fO/LK7Klct+0/rV2u9BNm/dvHXb5ctXc+bM0eizBl2/6GRmZvaf69miVTvx/hHbtkrliuKVOn3m3PXrN8R9tmvTquXnzQ0W/uKrnl5e3hPGjSpbpvTM2XP37N3/+HGEeDX79Oqh6NpdL1+xWrw3rgYEiHe4eC1KFC8mNnKyvZMDAq79PXXG5StX7t69Z2trKx6xWZNGzZs1SRrTF896zdr14lW7ffuOk1PB4sWKinVzcMijvIagoODmLduKwczp/5QqVUIMIiMjq9eqLzb+xnWrcufOtf/AwXXrN52/cNHS0rJ8uTID+vdT3zkdOn/p739Zjvfs3VemfJUiRdznz5mp3vmu3XsPHT4ScO262GJifcTHoW3rls7OTgoAAJ8wAtAAAABIyy6cP29qaiqKidmyZRv066+y0UW/fl/v2b1btoX2vJQCR+VLnyFD6dKl9WfKly/fr28fNXt98ODB1BOAFrVOdZwrVy4FL8qSJYvBq5km+fhoj3qZ39HR2tpaSd0u6T6kBp2evb0SAtwGbaEBAAAAAACAT1ON6tXEKen8gwcPZPpZyGFnp7yz0qVKygD0yVOnO3dqLydPnT6rXrt9x65kb/jkyZNxE/7asnW7OhMaGiZOh48cXbt+42+Df65UsYL+8nfv3v1t2EjxKOqMeCJ79x344bv+ykucO3fhl8FDxQ3VR7x1K+TAwUPbduwcO2rEa2ZYX233nr1Dho6Q7a4VXYBYnFavWT9z+t9qHFzw9fUTayI3lBAREXH9+o0DBw9PmjhOeT8eP44oVarE5ctXHz9+LKrcBQpou3uUKK4Ni3te8pJh9KRtoWVTcFEllulndcbVpdDmLduG/f6HnLS1tbWzs1urS4G7FCoktvOQYb+L105ee/Nm4PR/Z4WGhf36y4+vXslHjx7JbSLWp22HL9RX6tq166PHTnjw4GH3bl3VhWNjY8VmFAOHPHl69vnGz89fzstn4ePjO2TYCLFVxdjS0tLRMb+Pj9+FC54rVq753w8DmjVtrP+4+w8c/HnQb+IOxZIuLoUCAq5duuQlTtpX5M/nr0h0dPTvI0fLN3DGjBmdnZ3E2ooHWr1m3dd9e3fq2E75L3LrmZiYuLsnfCXk7eMrnqzYwhYW5t179RXvFjkv3pxiC/v6+S+aP9vCwkJ8jWWbKZOrq4t8mh4e7unTp6tRrapc+N69e6PHThTPQtH1KRfvtKCg4CtXrq5bv7Hl581/+WmgAgDAp4oANAAAANKybt27d+rc2cvL6+GDB+ph/hTdYfjkoECBAsp7IO6/UePGagA6KLHK6enp2atnDzmePWfus2fPFsyfJ1avYMGCderWa926tXoPV65cXrlipeclz9CQEFGsLOjkVNitcLv27V/WBkMUCteuXXP0yNFbt4JFcc3FxUXcpHXrNg4ODuoyy5ctmzJlsv6tBg36RQ6279iZKVMm5b1ZuXLlpL/+lOODhw4/fPhwxYrlhw8fFuVtd3f30qXLtO/QIUOGDPo3ada0yZ07d8TA1dV13vwFr3mVKjQ0dNHCBRcveooN4uHhUapUafEQ6dOnV/7L/n371M3yy6BBTZo0Va86efLkksWLQkJCZFk2u52d2LyfffZZrVq1X93ZYt26dYcPH7rk6WljY+PmVrhmrZq1a9dR3g+NRrN0yZKdO3eGhYWKeq5djhzindO7Tx97e3v9xXx1AWgPdw9xvnPnjr179/r5+oqSq3g5vv7mG2fnQgZ3K74mWb582WV/nyB4TwAAEABJREFU/4CAgKioKI8iRcqWKduyVStRmVWXGTN69MaNG2rUrDlq1Gj923b76kuZt96ydZt4M6vzixctmjZtavbs2desXad/P6ovunS5fDmhqL1v717x/Yd4KWfNniMu+vhq7zB37tziDsUnaN3atX5+fkFBgY6OBTp07FC3br2k93bmzJn169b5+fnevn1bfOKKFitm8AEBAAAAAAAA0p4Vq9ao43JlyyjvrEzpUus3bFJ0jXJFBdLc3Dw8PFwGVeW1yQag4+Li+n7znZcuHpqUqLj2HzBw0p/jqlSupE5O+HOyfvrZ0TG/eLigoODxEycleyfXr9/o8/W3Yhl5MW9eh5iYGBnS9fPz796r38Z1K9OlS6e8A/HoPw/SHg1SVHotLTOqyfLHjx//PXXGlEkT5EXxuD8NGhIcfEteFJvI2dnp1q0QsaHEGsr2zymuaZNG4tS8ZVuxMs2bNe7Xp5d6lZeXtpqaOXPmXLnsDW7l5a19RdwLP2/g4uvrr3tGEcNHjKotStm1aohtaG+fU9FmjrWv8oOHD8SzKFWyxMjhQ52cCohy8bIVqxYuWrpu/cYB/fu97CuMxIfzkYNRY8Z37ND2s/r18uTJ7ed3ef7CxeKLg1lz5tWrWztfvrxyGfGqiXK32NR/TvpbbOr+X/d1cMh9/MQpUSgWqyReUPENS9kypfv16enuXlh8AfT06dM/Ro8Tb7/RYycUK1qkQAFHeT/379//bdjI+Pj48WP/qF6tqlhS3O3GTVvGjJt4+MjRFStXt23TStFlssWbULyrxSN+9+3XTRo3lM2hFy9ZPmnKP+JUonjRIkU8lFfy1lXCnZwKqt93eHv7KtoEeaau3XqJd8KEcaMKu7mKhzh67Lh4L125cvXY8RPVqlYRazV96mQZOhePO2fmNLVnuVjbfv2/F0s6OOQRW7hihfLym45ly1dO/GvKmrXr3VxdWjRvqgAA8EkiAA0AAIA0TlSCSpUqpT+zfv264OBgOa5evbry/on6VNJJX1/fv6dMFhU6RReMrlYtYU2ePHny58SJ27ZtVZcM1Tl65MiGDet/GfRrxYoV9e9HVEuXLlkya9ZMteeEost6Chs3bOjRo2e79u31w98f3blz534bMvjRo0fy4lmdTZs2jhj5h4eHh5ISzp87t2zZ0ocPH8qLp3W2bN3y++8jChcurLyVkSNGbN26RX8mKDBQnI4fO7Zt69Zx4yckewjFyMjIn3/+6eCBA/KiKD3funVr7949gTcDu375pZLSxHvgm6/7yeS9o2OBmJjowJs3xWnfvr2TJk8pWbKkXEy8Z2QiOV++fN9//514Cuo9nDx5skf37vPmzXfU+9uAHTu2T5wwISIiQtEdMTN7djtxk2NHjy5fvuyPUaPVVy1b9mzi/K4um666cOGCfCwhQtd6RF3VpUuXiEGnzl2STT9rO17YZnJxcfX311bV3d3dxWdZ/ZiIj484d3MrPH36tEULF6q38vPzHfrbb9HR0Y0aPe/wIS6O+uOPnTt3KLq+HU5OTkFBQeIe1q1d26dP3/YdOigAAAAAAABAWnT6zNm58xKqZ6Iy1rRJQ+WdVaxQTg5Eie/c+Qtly5Q+dvyknBGFPtlyOKkFC5eo6WcHhzw/fNe/VMkS9+7d37h5y/wFi+X8yFHjVq9YLI9Zd+7chd179sl5UZGcOG6Uh67v75kz5wb+NEgUWpM+xJhxE2X6OXPmzFP+Gu/uri0FHzl67If//SLm7969u3zF6i6d36kYKCqNosI5YviQ8uXKxsfHr1m7fuz4hMYfx0+cFCVNWYpfsXKNmn4uUaLY+DF/yLqoTKwqb2Lq9H9DQkLFzV/R91olSrhBQdrvPjzcXyiDy9hxsaJFkt7E20dbaFXbFSu6dtHifN/+Az27f9Wzx1f6C8urLl681K5t64HffysnbWxs6tWpvXDRUjEWq+rs7KS8nIxiC3Xr1FIj2sWKFRk3ZmS7jl9cv35j6fKVP//4g/5qi9c6MChoycI5OXNqQ9i1atZQdPlp8d2Km5vr5L/Gq6F28Q4f9tuvl7y8xUb4d9acMaNGyPnTZ86JQn2+fHlr1kgoL5uZmbVo3vRmYOCixcs2bdkmA9DiLSo+L+LeJk0cV7z48wMPdurY7qLnpb379s+eu0C/XXSyEranXqBcRqLF+6FoUY/p/0xWg9F1ateyth4nXjKx0Qxu7uJSSP/rhsVLll+5clV8Lv6Z/Kd+F/P27dpcuRqwYePmqdNnEoAGAHyyUlEMAgAAAHjffv11UOdOncaNHSsvNm7cpEGDz5T3QJTeNm7YoF7Mbpc96TKT/vpTpp+lOnXrKrrQ57f9v9FPP+sTJdofvv/u6JEj+pPTpk0VJ/30s/5q/PPP31On/iMv2uWwK1myZN58+dQFChQoWFIn2fCu8PDhw1mzZqonmViVdu7cqX9VQMBV5fX8b+APjx49ElVRV1dX9XFDQ0MH/zpIf4O8i+nTp4k1F2VuV1c39SGCg4IG/fLz2z3EiuXL1fSzKLPWq1e/adNm4v7lzPHjx6dMTr7pyN69e2T62dm5kHjK6rzYYrdu3VJS2uzZsy5evFixUqXNW7YuXbZs1eo1K1etLlWqlHh7jPh9eFRUlFzs2rUAOZ43b25QYOB33/8wa/YcUcCdO2+e+C5BbKI1a1ar97l7967hw4aJOmzLli1XrFi5cdPmxUuWiLsV2/b27dvDhv6m3m2OHDkUXTsN/VWS7xnZITviyRN1fsOGDfI1at68ebLPRXxVMOXvf9q0baPojhg449+ZU6dNb9su4SCD3l7aUvuRI4fXrF7dvXsPseTOXbvFWlXQ/XnAsqXL1PsR30OIT83OnTvE9h/066+79+ydM3fejp27vvmmv/ja4++/p3jp7goAAAAAAABIY06dPvPdDz+p/Yb79Or+1ocBFEU2dWBra+vomF9ePHHylHwgebF4saLJlprFOixfmVBytLS0nP3v1KpVKltZWeXLl/frvr2/7NpZXiUK4Fu37ZDjbTt2qjf/pl9vmX4WSpcu2aNb16QPcePGzdNnzspx1y6d3BMTwJUrVWz5eUIFcseu3co7a9+2dYXy5UTFUhQwW7f6vEgRd/U5ql0/tu9M6IEttsbI4UPVrhDt27WpW6eW8iaOHD2+fceu/QcOvs7C5y8kHJTSIOuctM2zJKq+MqitXiUuymfh7OzUo/sLLTxu3QqRVxUq5PztN331r7p7754cyEbRryAzzeJ9+P2Ab/TnxYYqWaK4oq1dXzdYWPjhu/4y/Szt3LXn6LHjYvuPHP6bQUtvcT+NPmsgBn7+l9VJS8uM4vzmzcAFC5foL9yxfdsZ06Z8/612TZ4+fTp77nwx+LxFM/30syRftasBAcor6TqP6Np56G1q+SwyZMgwYthv+ofBFI8oe47kyGGnTsoAdGE3V3UmNDRs5uy5iu5ToJ9+luSTFZV2UatXAAD4JNEBGgAAAJ+K2NjY/fv2qYXa5s2b//jTz0pKeBYVdebMGfVicHDQ2jVrZdtaqUqVqkpy65M3X742bdrGaTS3Qm7J+t3iRYu8vdU2GA7ffjugRMmS9+/d27xls9rmdsyY0UuXLZdtMC5evLh0SULNLmPGjF9/079y5cpmZmZHjhyeMnlyZGSkog2DLq1evUaxYsVq164jThs2rB87Zoy8SY8ePWrUrKm83OPw8Hlz5yZ7leynqyqo9arWDqro6OiePXt90bWrqBGLinbfvn2CAgPFfFhY2JLFi7/q1k1JCd99933rNtrsrHiIX37+SYZcxUOIzfXlV1+96b0dPJjQwrlmrVp//DFKjn/6Wfjp0MGDefLkuX//gXheyR4/UdxEvI4yHPzHyJFbtmxWdN8THNi//z97D2/btvXE8RNi8O2AAWqV/BUOHTwkzuvVq5c1a1Y5I95Fo8eMbfhZg9DQ0FMnT1atVk3RttlIiPza58o1Z85c8ZWDvOjmVtijSBGxYqFhYXLmyZMnkydps92tWrX6/oeB6gOJpzxi5MgO7dsFBwdv2bKlZcuWYjJbVm0H6LDE2yraI0IGie0jvslwcXE5d+5ceHi4nBdv/oUL5otBp06dX33QSV9de4xChVz0vzgRdytL7RqNRr9ZtfhQVKxQ8fixY6GhIerC4jMlPp7iUcZPmCg+Beq82PielzzFPmHevLkTJkxUAAAAAAAAgDRk3fqNo8aMV+vhtWvV7NC+rZJCypQudf36DUUbgD79dV/l5KnTcr50qZLJLn/x4qV7iRnZJo0bZs/+QseQL7/oPG/+Ijm+5OXdprW22KjfFrd2rRr6y9esUf3PSX8bPISP7/OCvImJooahBSurhPrntWvX1SbNb03mdFUFHB0vXUoo6T97Fi0HgYFBclCokLNBJlis/K7de5X3w9tbG5+1s7NT68OKrmPF7dvao/apWW2VGphWO0armeOB338rCvj6C6tXdfvS8Jh+vr7+iq5Rt/za4hVkD+nGjRrY2toaXJUtm3adg/X6hsg0cIkSxWpUr6a/5IaN2hp7xQrl1SC+vty5cym6l0C8+eVTKF+urFg38U3B31OnHzx8eMA3/YrqAuK6ox0mvBV37tojO300b9o46X065Mmt6N6TorL9sm4ywtWrAbIDi7o9Hzx4IN/JTZs0Mogvy40mFEysb4s799W9jfUbeG/Zul3cp9iwzZJbsTx5cslBYGCw/A4CAIBPDQFoAAAAfCpuBQer1V5h/fr1AQEBw38fod854O2EhYV983W/l11bsVKlMmXKJJ03MzObMeNf/VSrqL2uWrVSji0tLadNnyGrb1ZWVn369BWluoULFii6RO/27dtbtdIelG3VypXqzUeMGFmpcmU5btq0Wc6c9t8NSDgI3coVK/Sjnx9X+fLlu36Z0DpCPMGRI0d2/eILeXHHzh0pEoCuWauWTD/Lhxg6bHi7tm1kpxPxEG8RgFZr4sePHZs1a2atWrUKFnQSr8iPP/40aNCvSWu1KlGXHDLkeV+Hz1u2lAFoITQs9D8f19fXVwbNe/bq9ToBaNnKYuGChUWLFsudO7ectLGxmT7jX1EkzZMnocDqkxiyHzjwf2r6Wbp7R1sKz2VvLy9OnzZVfDNhb2/f7+tvDB7LwcGhePHiZ86cueyfUKjNqSvlazSaR48eyW2yZLH2e4vGTZrcuKH9OiQ8PLEDyvZt4m2cOXPmz3XJ6Vfw0QWg3dxe6E3i7Z0Q4O7cpYuafpZu39E2usiVK+G5P336dN48bYK/WfPmST8CtWvX3r9v37X/6tsBAAAAAAAAGJflK1ZN+HOyerFB/brDfvtVSTllSpdcvWadoi3fiRKm361bCf0IypYpnezyN27eVMd5k3SxFSVKmU9VdAFoOan2aBB1Uf2+uYo24Jtd1Gb1q/2KNizro47/mvyPkpzo6Gixqknb6L6R7Nmz6V9Mnz69OhalUUXXjvdJ4qHw7LIbHhwyl/2bfR+xdNG8119YJkNasP8AABAASURBVIb147PChYueclDEwzAALePIok6rfksiN6OYSZpll22kzc3Nq1SuZHCVfNX0+xYnKygoWDa2qFWjRtJrw8K0pV31OIpRUVGyG3SdWoY9XOTbqWKFcsk+itz44imoAW4LC4tJE8cOGTZC3OGFC55fdu9dokSxTh3a6eeq1cR8u45fKG9LbgexiVxdXeSM3MJC9WpVkl1YfPuTP3/CQTv9/PxjY2OVFxtIyydbrmyZZIPXEREJ77TMmV/6JQUAAGnbO/1lGwAAAGBEsmbLtmLFyt179o4aNdrOTntMsYsXL/bq2UO2SX5PatWqPXLkH8leVapUKYNIq6enp9oGo2GjRgZtMLp0eV5389Z18BXl1EOHEo585+TkrKafpfLly7u6JhQc1cBoalCz1gvH+HNxcfXw8JDj0JAQg7L126levbr+RQcHB2fnQnIcHBT0Fg9RqlRC4V4bqJ07t3OnTnXr1P7hh+/37t376vdPkaJF9avz2bI9L44/i3qmpLR69eor2kYmAZ06dhDrqa5bkSJFSpcubZ8Ya/b2TmirLCb1bx4XF3f5svbIgAWdEpp5b9q0SZx//nlL/Tq+Kndu7VcFwcEJ7Uzs7BI6TNy9q01RP3jwYOvWrWZmZu3bd7DMqI1Zy2qseJTFixeLQbt27Q2+ujAgqr1+ftqOF4VfLNnLDtai4NuqVWuDm1y9ckXR9SOXF3fv3iX7djRt2jTp/ctEeEhIiCwrAwAAAAAAAGnAkqXL9dPPXb/oNPL3oa9oW/sW9IPO/0z7Vw4sLCyS9hiWkq0uJis6OqGJsqgrykFMTIzBMknTz4q2lqhRXsPVd+6GkD79C0e0S7phX11/jotLgQL4yyQbRJapaEfH/EnbM585e06cF9O1Q9ZfuHKlCgbtn9WrKpQvl7SoKx/XIHidlNpDOtn3SVBwsDjPnlhCV6PwtWq+UO0XJfrQUG043tk5+SNS+vppG3YYNN52c3NdvmSB+CDUrFFdPLXz5y8O/HFQ/wED1ffbrRBtiF98c1SqVImXnapVrfLqz5HcRG5uLmpHFTkjtvzLAuX6G01uH/FhKVTIWZ28cVN7/EwnpwLJPqLa+Fz2vQYA4BNEB2gAAAB8Kqx1xKBGzZqi/PTzzz+J8e3bt5csWdyjR08lReXIkcOtcOHOnbuo0d6k1Ca1qps3b6hjB4e8Btfqt8Hw0gWaQ0ND1fJc3nx5kz5E3rz5ZH5ULClumD1Jt4n/lDdfvqPHjqsXxZ00bZJwnLUJEyYaRK5fk729YSUuTx4HGWkVteywsDA1p5vIsNL6n3HVpA+RI2cOf3/tptBoNPfv39cPIr+Ozl26+Pj6HD50SJ2JjIw8dvSoOP3158SGDRv1//bbTJkyJb1hJpsXJtOle14cT1q4T+q7774XJ+W1tW7T5u69u0uXLImKipo1a6Z4bzdt1qxTp876RzwUV125ok0516lTx+DmAQFX5TvKxUVbIg8KCpIrWbFSxWQfTvbSsLXNLC/a2tqK+q94de7du+/kpKxcuULcvG7deuLjYGVlJRaIePxYnO/bt/fmjRs2NjatWrdWXsnfP6HjReHCL5TOZQfrMmXKJO2K7enpqVv/hAYbZxP7dnTu1EkBAAAAAAAA0rrde/bq9z8eOmRQk8YNlZQmKoHOzk5XrlwV4+MnTsrJ0qVKviwemjNHDnUcGBRscG1ERISsewtuiU098uXNK+9fXCuKsfoHsrtx42bSh8ijFwCdN3tGUb1Qb8pSs60vI1tWy74MdxM7nqgCg4KU9yM4+NbDhw/FwMPjhWqqr682EJw0nXznzp3z5y8qev2G4+LivL21gd1KFSsYLCyu8vLSxnNLFC/2ssd9WfxdJdtLi8pw0veJKNpfuqSt+qpBYflwjo75c+i9eRTtlx0JrcEzJJeqFxXpg4eOKC+muiUzM7MG9euKU0hI6LQZM7dt3ym++5g9d37f3tqvh2Tzjtq1agz8/lvlbSV24H6+HeT2FCuT9CnLhLe7+/NmzzIA7epaSP89JtZW92ST7ySyb7+2RY74MGbMmFEBAOCTRAAaAAAAn6IKFZ8HOr0uXVLeTb78+ZcvX6G8IdskhyTTb4Nh8srbxuhSqvrL/2dX42fPUr7f8Nt5EhFhMJO0mYS+pHHn/3wuSRcQ9Vl1rB5E7/WJ6uTYseNOnjy5edOmEyeOR7z4FLZu3eLr6ztv/nwLCwuDG+onnpXXKI6/I7El+/bt16RJ023btu7auTM4OHj5smVinX/7bWiVqlXlMmJV5bulVGnD41GqnZVlgPjmjRvyPgsUKJjsw8lMuV0OO/XRs2fPHhoaGh7+KDo6et3atWKyQ8cO4tzaRvu3BxFPtNtt8aJF4rxNm7b6X1oky1sXdBbvc7WBt6J7KcVTUPTacqsCb96UmWz3xD88CAm5pej6djg4OLzsUaysrVO2/w0AAAAAAADwUQQFBf8+cox6sW/vnu8j/SyVKV1KBpRVSXvcqtzcXNRM8KbNW7t/9YV+a4MFi5aoY2fnhFJk3rx51Mmt23a0atlCvbhqzbqkD5Enz/OGI5e8vPUD0EeOHrt//0FeUSJ0yP0WXULeQu7cuQICromBn5+/r6+fW2JLZlGY1X+yKUvtr6wGmqXLupfJRa+psPTvrLkJyydmcMU6y9eoeLGiBguLq2TVvWgRw54vnpcSjj9ZxMP9ddbw6dOnosZrUCpfuXptTEyMeJM0a9pIzsgwcdKHy5o14Z0Tdvt2EcXw2p279sg0dr06tcX5/gMHB/44SAwOH9itNq7Olct+xPDfrKysVq9ZJ95aMgCdw87u6tUANV2t78TJUytXrbWzy/7dt1+/ope5+CLD31/beUS/A/eFi9qGHUm3zP379+Vj6V8ln7L7i91AxPMVC9++cyfpI966FXLgoLZpS93atRQAAD5VfMsLAACAtOzwoUPXrl0LDg62t7fv+uWX6rx+813zJKHVDyNpWDZHjucHZQsMCjS4Vr8NhouuDUa2bNlElVBGe4MCk+kbERiYcCfW1tZ58uRRUofbt28bzNy9m1C8S5cuXc6cCRtBTUXHal4IQIsKbGRkpPJKt24FK0pZ/Zng4IS2IuL+DULJr0msT3kdXRsM75MnTpw8eeLixYvy2oCAq5s3b27RooWSCuTNm7dnz17du/fYvHnT3DlzxAYfNmzoylWrZR9oX12bDVHtdXNzM7ihj64AXbhwYRkIDg3TVmDF5ko2t+3v7xek61ZStMjzaridnZ0uAP1427at4eHhpUqVcnXVPoq1lTYALV67s2fP+vn5WVpatm7TRvkvstOzi4uL/gpcvpzQFrpkqVIGy8vO6Ipex2jZt6NGzZpv1EgbAAAAAAAAMDrx8fGDhgxTa6eOjvmLFStyOvEIaVL6dOnUZPCMmbNlBDNzZtsB/b9W3lDpUiWWr1ilP1Om9EsD0BkzZmxQv+76DZsU3bH1vuzee+D335YqWeLu3XsbNm1esDAhE2xjY9O8aRM5rlu7ljo/fuIkUc9s+Fl9UdifM2/BqtVrkz5E+XJlRf3z/v37uqc2p2yZ0s7OTmJ88eKlP0aPu31bW4IW1cv1a5a/IsOaUmrWqCYD0BqNpv93/xv080Cxejdu3Pxn2r/Xrl1X3g8vXTU1Vy57/WMVii0mv1bQP0igsHjJcvlyKHrNoWVP4syZM9vb5zS4c3mVKJIbtJdWEvs6i/ebPALny4hNIdshi+ruocNHqlerql7l739ZrI8YdO3SSU3Gy6eTNDpsa2srHuv69RtHj52oXaum/lXBwbf+njpDDCqUL1eihLZTdQFHR3X9y5R+oZ5sr/sm4tmzhGNsihfo2PETx0+cFG8h/W318OHDkaPGhoSE1q9X59XvHC8vH9l5RF3noKBg2bAjaW/si54JfXnUrLlYUr43DKLqYoErV66eOHlKvJT6XyqJYvvvI0eLQfbs2Vu3ShVfTAAA8FG83/ZjAAAAwMe1ZMni6dOnbdy4Yc2a1fqp2ePHj6njpDHQDyOdhWEM19XVVW1CsHXLlgcPHuhfu3jxInXs5KQt3YpqY4kSJeTM1atXTp48qb+8uOjn5yvHzs6G3R0+orXr1opap3pRFBA9PT3lOG/efGruOWNie+C7d+7oN4H29/f/z4fYvGmTfkvsK1cu37h+XY5f0Qn4Ze7du7d586ZZs2YOGzp0584dpqamRYoU+apbtxn/zvx35qznK5a4tT+Krl98UalihX/++VudEevZtGmzWbPniE0q3vyHDx+S87LNs4eHh5mZmcGdXNJ1Q3dLTA9nyZxZ0bXTfvToUdJHXLN6jaL76qJylSrqpJ2d9nCE4Y8erV61WtG1eZbz1rqu2zHR0eKTKAatWrfWr8K/jI+udO72YscLL12p3dzc3NXV1WB52c29UCEX9XOUQ9edOiwsmb4d4gPy008/Thg/LvU0RwcAAAAAAADe2v4DB70TewAL16/f6N23v8FpyLAR6gIHDx3ZvGWbOO3Zu195c+XLvdCBQtQJiyRp1quv/9d9ciQeSi4oKHjA9z9Wq1nv89bt1ZSzMGL4EDV66+bm2rjRZ3Is6snDfv+jQaPm9Rs2mztvoZJcexGxAv369JTjJ0+edO3Wq2efr5u3bPtVj94y/Sz07tntA6SfhS6dOmTWFVcVXa/fgT8Oqlqjbqcvuh0/cfLt2nO8jqAg7dHwRFlYdnGWxIaSa3Lw0GFZCBUF+cl/T5005Z8CBRwVbcE8j61twsEqfXy1R/xL2v5ZvapQIWe19KqSfYvVFPXLXLlyNVp3ZMt8+fL+Nmzkjp275cqcP3/xu4E/iXUuUsS96xed5MJqg+Rk77ZNq8/F+YaNm2fPma9+17Bv/wGxhe/evSue75Bff5KT+fPnq1K5khgMGTri8JGj8osG8d3B9h275i9cLMa1alaXSzZqWN/Kykqshli3x48fy8mjx45379UvJCRUPPH//TBAeSUZBBd34uiYX86oPbmL6fUj199o4t2uBr4DE3vcyK2katGsiajki4/zz4N+Uwv1YmOKd/jpM2dF8X/woB9fp9gOAEBaRQAaAAAAaVnFipXk4N69ewO+7X/hwoXw8PAdO7b/OXGinBfVusaNE1pKiNrWyBEj5GnDhvXKBydKtPXq1ZfjyMjInj17HD1yRAwCb96cNm3qwgUL5FU2NjZNmjSV4yZNm6o3/3XQL2K1b9++LZ7sxo0bBv86SL2qU6fOSqohno54LWTz4IiIiOHDhqoVvQYNGqiLZc+WTQ5EtXr69GmyaXdoaOjECRP+8yG8vLx+/XWQTJCLEuqE8ePVq+rUrau8IVFeFA86b+7cnTt3zPz33+vXrqlXyfbbkpNzIeXjyZ9fW1SV3Z31Zc2aVX4ZEBOTECL38dEGiN09DL+NEO//a9cCFF02Ws4ULVZMDo4ePWKw8JHDhzdt2igGXbt+qf+dQbbs2lftqtaVvPnyVa1WTc7b2Gibf9y+c+fggQPFeJ/TAAAQAElEQVTiQ9euXXvlv4jX/fp17aYuVOiFDeutC3C7ubnJNtUvXKVrCuKuVxMvW7acOD954oRs/aIS74qxY0YfOnjw8eOID/OdBwAAAAAAAPBerV23UfmALC0t3dyedygoVbKE2tsiWZkyZZry1wQ1G2rAzs7unyl/yqyq6ttv+hYt+ryMKUp8op4sBq1atjCIX0vNmjYe+ftQWe7THYzufFBQsHpt757dxQLKB2FlZTX736lq4FuVP3++3wb/ol5MWuF8F1myaIPOwcG3qlSvU6Z8FfE1gZzv0qmDON+1e2/larXFfJ36jTdt3jbpz3GVK1UQ84X1XsRXRJnlVUn7MYsKuY+Pn/IaAWiZBhavztxZ03PmzPHrkGFyZbr36hsWdlu8lyZNHKduENlwWizs4pJM1b1N65adOrZTdF3Mq9eq/1WP3u06fvG/n359/Pixq6vL4gVz1ONMCsN+G5QnT+47d+4M+P5HsXCXL3tUq1lv8G/DxXupVKkS3/Trnbj1svw+bLCoXR8/cbJmnc/EuolT/wEDr1+/Id6W0/+ZpCbaX/0E3Qs/b7jj46vdaMn2xvby8jHYnur9jxk3UTz06LEJ34OILTNi+G9ixQ4cPFTvs6advujWtVvP9p26XrlyVXympk+dbPCpAQDgU5OSP04BAAAAqc3nLVtu275Ndv+9dOlSn969DBbo3buPvb29HMfExGzdukW9qlmz5soH17dfv+PHj92+fVuMg4OCBg78IekyQ4cOU9e5fv0GO3fuPHb0qKILjI4dMybp8h06dqxUubKSErJnz3702HHlnZ05c6ZN61YuLq7XrgXIZLOQO3fuNm3bqsuUK1deLCbHy5Yu3bRxY6FChXx9fZ8+fSrKoPo9oQ3IOvv+ffsO7N/v7FxIPIS6sKNjgaZNmylvSFQe27Vvv2D+fDG+detWp04dK1ep4uTkJNZky+bNchkbG5tqiWHfj6JV69Z79uw+e/bs+HFjv/yqm3ilFF1e/O+/p0RHR4stVln3HhBVXfEUFG0d1rBULT4gsm22u3vClwriTmrVqr13754/J060zGhZvUYNRddtRWyKOXNmi3Hx4sU7duqkfyd22bU1/SNHDiu69s/qdx7WVtoK7/Fjx0RBXLzK/1ksVrQNSwLlIDo6Rn9etoUu7G64/uJVvnz5ssFVDT77bO7cOeKjMeL34b+PGGmja0R97NixKVMmh4SEiLfHd99/rwAAAAAAAABGTpTdzpw9p3xYpUuV8NU1BtaNS/7n8s7OTsuXLNi9Z9+Ro8d8/fxv3QrJkiWzs5NTEQ/3Du3bWCYeElCVJUuWWTOmTpoy9fiJk6GhYVFRUQUKOHb/qmv9enUGfP9jsg/RoH7dggUcV69df/Nm4LXrN0Rh0N4+p7j/ju3bFir0QQ+T6OiYf8HcmXPmLfTx9bt6NSB//nwlihfr0a1rQMB1dRlLy4xKyhnQv1+GDBn2HzgotlWJEsWyJXYY6dK5Q6ZMNstXrg4KChbrUKli+Yaf1RcV2oWLlyra4HJCNVVXX72infEwjDKrVyUNQPv7X5aNpZNeZUBmmsVi4qFnTv97zdoNe/cf8PPzz5vXoXPH9o0bfabfG1vmrQsXdjU1NX3Jk/26Qb264oU+f+Gij49ftmxZK1Ws0LxZ4+rVqhoc+VA83OoVS1atXrtj1x7xlpNd0sVbsUWzJm1at9RP7YvbiiXXrFt/9NiJa9euFyjgWLSIR+OGDV7d2txgnfW3noxEJ7tl5Nbw0CtlizfqP1P+nDt/ocxGV6xQTr2qXt3aJYoXXbt+45Gjx8WKiU9KsWJFPqtf77MG9aysrBQAAD5tJvoHhk5t4nXET+riK/YYnavBD+PilWy21nlzZVEAAACA1xAaGvr78GHnz583mDc3N+/QsWOvXr3VCtfjx4/r10toD9ywYaPBQ4a84m4jIyPr1K4lx/ny51++fIXyGjw9PXv17CHHvXv36fLFF0mXuXr1yuDBg2Vo24Cdnd2gXweXL19efzI8PHzUqD8OHjiQdHlRMRRPsF379vpVvA0b1qs56VGjRteoWVN5/1auXDnprz/luHOXLiuWLzc4jpuoQo6fMNFDry2xKGd37tQxODjY4K6q16hhYW6xe/cuMXZ1dZ03P6Ex9sIFC2bMmK7ounr/+NNPI0eM0G/PLIiC77jxEwoXfl5//KJLl8uX/cUgV65ca9auk5P79+0bNCihCccvgwbJZtviF5PfhgzZs2e3khzxiGPHjS9bNqHpyIMHDxo1TDg4Y+PGTQb9+qu6pHixGtSvJ8effdZwyG+/KSln+bJlU6ZMlmPxnhRPPyhQmyEWb3XxQHXrah/3yOHD//vfQDHYsnWbenA9acH8+f/+O0O8EFu3bVcnxfv8559+PH36tKLLQzs4OAQFBd29e1dcrFevvnhqBkds3LZt64jff1d0ifANGzepx0MUH8C+fXrLlRHzBg+dLPHJ/bzF8z9CaNGixf9+1B4JsXatmuLlGDZ8uNouXbp48WLvXtpjXC5esqRgQSd1/tDBg0OH/qZ/2EepUuXKgwcPeZ0oNgAAAPAKdx5EBIdpDz6TPj4iQ/p04mfg9DoWOmZmZqampiY6CvCG5Hdk6tdkkeF3HgVq/yY5j0slK1t7BQAApFY3btwUPxDmyGGXNL974OChH/6XUH+e/Nf4ypUqKp+Gth26XL0a0KljuwH9v1YAAMDHc81zR0zUkxjTTIpVAbWQJb7zFYUs8U2uqGWZJFKMAR2gAQAAkMbZ29tPmz7j6JEje/fu9fHxCQsLLViwoJubW+s2bfPmzaukPk5OzosWLd67d8+xo8f8/PxCQm5lyZKloJOTh7tH23btkrbByJQp05gxY0+ePHn06JGLFy4EBweLr0hdXV2dnJ1btWrt4OCgpDKlSpVu0qTp6tWrzp87f/36tWzZsoln9+OPP9nZvXBAQPHr1qzZc6ZNnbp9+zbZwjlvvnzt27dv3rzFsKFDX/0QDRp8li9f/n9nTD916pT4PU3cs3OhQgMH/s/gIV6f+AXv9xEjGjdpsnnTpmvXrt27d/fJkyeZM2fOmjVb2XJlO3bslBpytO3atxcrM2/uPP/L/qEhIdHR0WIbVqtWvXuPHurbwNtH21giV65cSSPI8ip3jxe6WYj325S//zl44MC27dv8fH29vb3tc+WqV6p0y1atihYtmnQd7OxyyEHzFi3U9LOizUMnHOOvefPmr5N+VnSf3L8mTV64YL54UHGxfHntARm9vLzkH/EWKWL46N5eXoru4JL66WeharVqS5ctX79+3fFjx8X7zdGxQJEiHp81bOTh8Vp9OwAAAAAAAADgjSxasmz9hk2mpqY5ctjVqln9+wH95fyVK1cXL12uLubm6qJ8GqKiogICrolBYTc3BQAAIOXQARoAAADAe6ffAfqvSZMNmlgDAAAAgJGiAzTeHzpAAwBgpLbv2DX4t+Hqxfz582XNmuXatRsPHz5UJ2vWqD5+7B/Kp+H0mbO9+2pT4OvXrHBwyKMAAICPJ411gDZVAAAAAAAAAAAAAAAAALyzBvXripN68caNm+fOXdBPP5ctU3rwoB+VT8alS9qj/FlZWZF+BgAAKctcAQAAAAAAAAAAAAAAAJASRgz/rWmTRlu2br985eqDBw8fPHiQKVOm/PnzuhQqVLNGtTKlSymfEm8fX3FevFhRBQAAIEURgAYAAAAAAAAAAAAAAABShomJSbmyZcRJgaKMGzNSAQAAeA8IQAMAAAAAAAAAAAAAAAAAAAAwGgSgAQAAALx3bXQUAAAAAAAAAAAAAACAd0Y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hqkCAAAAAAAAAAAAAAAA4H06dfrMmrXrlY8tlawGAADAOyIADQAAAAAAAAAAAAAAALwv0dHRvw4Z1qfft9myZVU+nlSyGgAAACmCADQAAACA92XI4MGVKlYYOPAHJUXFx8evWL78woUL+pN169QWj7V82TLFmL3+s4iKiqpcqaJYeMeO7UrK6dmju7jPMaNH608GBQVNnfqPAgAAAAAAAAB4K+fOX9ixc7cYFCtaRPl4UslqAAAApAgC0AAAAADeF19fH3Fe2K2wknKCg4O7d/tq8uRJBQsWVCevBQQ8efJE+1ju7orReqNn4efnFx8fr6To5o2Li/P19RUDt8Ju6uSypUs7tG8XGxurAAAAAAAAAADeysWLl8S5vX3OrFk/ZuvlVLIaAAAAKcJcAQAAAID3ICIiIjg4WAwKF07JAPTmzZt8fHzyOzra2Niok17eXuLcxMTEw8NDMVpv9CwePXxYsmTJdOnS5cufX0kht2/fLlq0qBgUL1Zczjx79mzatKkajSZlX0QAAAAAAAAA+KRc9NQmjz0+dguPVLIaAAAAKYIANAAAAID34sL583JQrHhxJeVc8vRUkrQ99vXRtpp2cXExNzfi33He6FlUq15dnJQUZW9vP3XadP0Zb29vjUYjBu7uRpwsBwAAAAAAAID3RFRQFy1etn3nrtDQsNjY2Bw57NwLu33dt7e9fU65QIfOX/r7X5bjPXv3lSlfpUgR9/lzZoqLk/+eKm7bvl2bH77rv3bdhtVr19+8GVjEw33GtCmTpvyzeMnyggULrFy2yOAR+3494OSp0/Xr1fljxDB1Mi4ubu++/Vu27rgaEHDnzt3MmTMXcMz/dd9e7u6F/3M13uixvviqp5eX94Rxo8qWKT1z9tw9e/c/fhzRrm2rPr16iGvFFtixc/fmLduu37gZERHh4V64TOlS7du1trKyUgAAAFIaAWgAAAAA74W3j7c4d3BwsLa2VlKIqOF6ygD0iw0qvL21j+Vu5F0rUuGzkHFzUSsXr6MCAAAAAAAAANATExPTu1//Cxe0ddQCBRyjo6Nv3gwUpz1790+d8lepUiVETds2UyZXVxc/P3+xjIeHe/r06WpUqypv7uWtbYrh6lJo5Kix6zdskpNubi7qVe6F3ZI+aNKrHj16NPCnQefOXVBn7uh0+fL0uDEja9Ws8Tqr8TqPFRsb6+vrJwYOefL07PONvDehiIe2rB0aGvb9/36WMets2bI5Oua/6Hnp9Jmzy1eu/mPE0PLlyioAAAApigA0AAAAkNaMGT1648YNNWrWHDVqfT4n5AAAEABJREFUtP58t6++9NH1GN6ydVuWLFnU+cWLFk2bNjV79uxr1q6zsLBQdEXMVStXel7yDAgIuB0W5uLiUqx48Xbt2mfNmtXgsbp3+8rb23vMmLGly5SZM2f2/n37Hj9+3LpNm549e8nHcnuxVfOJEyd+/N9AURQuUqTIxD//srGxUV5PREREvbp11It//TlRnDp17ty3bz9RU758WVtRdffwEOOVK1acPn3Ky8vL0tKyTJmyX3/zjf6TlcLDwzdu2LB//76goCBTU1Px7CpXrtyoUWMx1l8sMjKybp3a8fHxq9eszZ0798EDBzZs3HDxwgVxz2XLlhP3nDlzZuU1iOrzjOnTzp47JzZm+vTp7exyVKhYoVu37hkyZFCXeaNnIVa7TetWYjB12vSSJUuKwfbt234fPjyPg8OqVasP7N+/ecvmC+fPi8dydXP7+edfxIv7OuvZonmzsLCw7t17fNWt219//SneA3L+4cOHlSpWMDEx2btvv7hPBQAAAAAAAACgKP/OmnPhgmflShWHDvlF1s+DgoJH/DHmzNlzvw0fsXrFElEEnj518uYt24b9/ocosc6ZOU09AGBcXJyPjzZMfPjI0T1793fq2K5E8WIXLno2bdxIXOXt7askBov1Xb9+48mTJ2LgkdhKQ9Tzu/XsK+ZFMblTh3bVq1XJly/vqdNnpvwzXUyOGjOhXNky1tbWr1iN138sPz9/jUYjCvt/Tvo7LOx2/6/7OjjkPn7ilCgg3717t9MX3UQxuWDBAoN++l+JEsUUXY3995Gjd+/Z99uwkWtXLaUPNAAASFkEoAEAAIC0Jlv2bOL87p07+pMXLlyQiWQh4vFjNU0bExOzdOkSMejUuYtMP/v6+gwfPvzG9etiLAqm+fPn9/X1vXjx4upVq777/vsmTZqq9ynqqn5+2vpsHoc8/fr29ff3k/Me7h7i3PPiReXFfsaHDx0aNOgXcauq1aqNGDEyXbp0ymu7dSu4ZMmSYWFht27dEpXZokWLisny5SuI88uXL4uSqxiIUnLHjh2Cg4LkTURldtu2rd4+3vPmzdePGp85c+bXQb+Eh4crugbV6dNnOHTw4MEDB1auWDl+wgR7e3t1SbHF4uPjRWlYbJk+vXuJbaje89atW8RznztvntxorxAcHNyrZ4/79++L1XZycgoNDb169Yo47dm9e+68+WqE+o2ehbe3lzgXderChQurqyrOxf3/OXHC6tWr5WRERMTRI0e6d/vq35mzcubM+er1FGsoNq8YuCXep9jg586dE4O8+fJlz5YtV67cpJ8BAAAAAAAAQHXg4GFx3qB+XbV7iINDngnjRtWp3zg0NOzEyVPVdV2WvX20CWMXl0Jq7Fi4du3606dPxWDP3v0zpk4pXVrb6qJG9WqKtlx85dmzZ0pyoeRLXtoDCYrisGwULaxdt+H69Rvinif/Ob5kyeJyslrVKoWcnZs0b/Xw4cNz5y9UrVL5Zatx9WrA6z+WbAj9+PHjwKCgJQvnyLJzrZo1xPnwEaPFY4mn/++0KeoXEOIrhuFDB5+/4Hn37t01azd06dxBAQAASDkEoAEAAIC0JkeOHIouz6o/KVPOZmZmGo0mQtezQdqwYYMoSmbOnLl58+aK9hB1oX169xblzjJlyvTq3adw4cKmpqaiCDt2zJidO3eMHzeuaJGijgUKyNv6+yc0e5gyefLt22H9+n2dJ0+ekydPVKhYMTAwUHaGKJwYgN63d+9vvw0Ry7dp2/bbbweImqnyJlxcXKdOmz7qjz9u3brl7u4uxupVXl5ecjDi999LlCjx5Zdfurm55cqV+8Tx44MG/XLj+vWjR47Uql1bLnPy5MnvBnwbHx9fuUqV7777Pnfu3IquofIvP/989eqVCRPGT5gwUb1nX12q2NbWtmeP7qIiPGbMWFc3N/F8jx87Nnjwr2J58RBVqlZ99ZoPHzZUvBZfdO36xRddZYL5/PnzYlJs6vHjx/3xx6i3eBYy7lywoJMaifbx1laixYrlyJnzr0mTnZ2dxWt94MD+6dOm3b59e8b06UOHDXv1el7y9JSDYsW0nTnExhFr+HkL7bvi++9/KF++vAIAAAAAAAAA0GNpaSnO5y1YVLxY0dy5c8lJUUOe/e/UZ9HRDnnyyBmZPC7s5qp/WxkvFtq1bS3TzwZXiaK0i0shg0eUEWRn54TisKh1z52/SNEmp6uq6WcpVy77Af2/jngSkdnW9j9X43UeS50Rfviuv37TjdNnzh47fkIMvv2mr8EhGdOnTy/WbfWadQHXrikAAAApylQBAAAAkLZky6rtAC27+UpBQUGHDh60srKS2VbZ/FjRtXBeuGC+GHTq1Fn2Yx43buyzZ89cXV0nTPzTw8PD1FT7K0PGjBkHDxmSx8FBLD979mz1br11odvHjx+L+583f0HHTp1q1Kz5408/m5mZqS2KxZ2Iwc6dO4YMGazRaH4Y+L8BA7570/SzSgZ/1RbFCZPeCWXi2rXrTJo8pWHDRgULOol1FiuTKVMm/U3x6NGjkSN+FxXhatWrjx07TqafFV0f6GHDh4nB0SNHvBPvTX244OBgOzu7RYuXiFuJkq6oaNeqXdva2lpcFRIa+uoVvn///qVLl8Tg889bqjXiEiVK/O9/P4rB/n37IiIi3vRZKInJbLX9s3hdfH21lWvx1MaPG1++fPls2bJlzpy5WbPm/b/9Vszv2LH93r17r15VH18fuSnkUxO8EzPZ+m28AQAAAAAAAABSg3p1xHlAwLU27TvPnjM/MjJSzhctWqRM6VL29tqIsK5+qz18oof7i5Vt3aQoOPfu2c3gbmXO2MOjsCzR65MhZvfCbvLiBV1zZTFo0rhh0tXr1LFd757dxcq8YjVe/7HUmRIlislO1apNm7eK8yxZssiO1wZkEDwoOFgBAABIUXSABgAAANKanLqiqkajefToka2utcOSxdoOEI2bNLlx44aiDUA/kktu375N1EYzZ878ecuW4uLu3buOHzsmqpzDhg2XeWiVubn5Zw0+mz17lv9lf3VSzex+++0A/WYPSmI22sXFVdxw584dw4YOtbCw+OOPUdVr1FDeVlRUVEDAVUUv+JuwGrrkrrW19bcDBhgsL6Pe6rqtXLlCPF+xSj/99LNBMdfJyblAgYLXrgWIh1Dzvj4+2meRIUOG34YOU+PLwtOnT2VwOYednfJK6dOnNzExiY+Pnzxp0uAhQ9Q7KVO27N//TFV0GfE3fRZxcXEy7qwGwf39/UXxWgw6d+mS39FR/+blyiV0br5+/Xq2bNlevqYJoWpX1+e1bLlKefPls7GxUQAAAAAAAAAAL2rXtvXde/cWLV4mCrkzZs5euHhpi+ZNvujcMWvWrOoyfn4J9Vv9JLGSmDyuUL6clZWVwd0mJo8LG8w/e/ZMhpjVu7roqW3AYWZmVrZMaeWVXrYar/9Y4jleu3ZdDOrUqmmw8OkzZ8X5gwcPylWs9rIVEHVyBQAAIEURgAYAAADSGju7HHJw9+4dW1tbUXPcunWrKIC2b99hyuTJYj4i4omiy9EuXrxYDNq1ay+DuZs3bRLn5StUMAjRSrl0x+8LCgwUZUoZ25UNkosXL16tenWDhf10CV1398IbNqwfO2aMGH/2WcN3ST8rulC1rJC6F37ekPjRo0c3danuRo0by07JqitXrsiBs7Ozoquubt+2TQyqVK1qcAw+KXee3NeuBQQndqEQ2y0kJEQMGjdu7ODgoL+kn5+fHBQoUEB5JVG5rlqt2sEDB/bu3ePt7dWzV6969eqbmpqmS5eudOnSb/EsFG03kaui9KzoNq+6ZRRdjbtVq9YGK6CGnm/dCtZ/xKRkp2r9Zs8JfabdCisAAAAAAAAAgCREqfybfn2aN22yeeu27Tt2BQffWrJ0xYaNW34fNrha1SpyGRl0Tp8+faFCzuoNY2NjL1/W1n4rV6pgcJ9RUVH+/peVJK2ahQsXPTUajf5Vt3RFbFdXF4OeJkkluxpv9FiXvBJaotSq+cI3AuK5hIXdFoOCBQtkzmz7shUoVbKEAgAAkKIIQAMAAABpja2trbm5uag53rt338lJ2/Y4Jiambt16OXLkkJ0kIh4/Fuf79u29eeOGjY1Nq9YJqdmbN2+K8/LlKyR7t0+eaA/elzlzZpl+FoXR69eviUHNWrUNltQdSk8bgL569eq6dessLS0jIyP379/33fffi+qq8rZkw2lra+u8+fKpk96JXahr166T7PLiER3y5hWD4OBgGWjev29fpYoVXvYoahcKL10gWNEGpg1bVnh7eSm6cHO+/PmV//Lzz7+IMvGRw4dDQ0N/Hz589qxZ7dp3aNasmYWFxVs8C+2K6R5dvMQuLq7661O6dGnx6hjcPCwsTA5srF/VxTkwMPDJE20svrBeAFpGogsXJgANAAAAAAAAAC+VN69Dn149evXotnHTlpmz596+fWfwb7+vX7Nc9oGWyWNX10L6hyX09fWT/ZirVqlkcG8yGC0ULeJhcNWevfvFebp06VxcCskZmTzOntzR/65cuSqK8zly2Ili8stW440ey8tLew+OjvnFdw36S8rjJQq9e3arVbOGAgAA8KGYKgAAAADSFhMTk+zZs4tBePij6OjodWvXinGHjh3EubWNtTiPeKItRy5etEict2nTVtRAxeDp06ehoaFi4OTklOzd+uvaHufMaS8vyhiuUCNJX+crVy6LxxWDixcvli5desnSZaLAGh4evmvXTuUdyIbT+i2KlcQuxRkyZPDwMKzPyjUsUqSIrOeqrZ2LFStW8uVcE1PFPr7ae7a2ti5VqpTBPcu8ssGavEzmzJnHj58wfca/zZs3F/d269atPydO6NSpY2Bg4Fs8C3VhV1dXdUauqnuS2wpBQUFykN3OTnk5Hx/tMxLvHDe3hKMZqn2m3QhAAwAAAAAAAMCLOnb5qkz5KpP/nqrOiIJt82ZNFsydKQqtkZGRBw8dkfPePrrjJb5YaJVx5Dx5csuQtD5/XShZFJPFtfrzgYFBmzZvVV4MMdvaao8oGP443OBO7ty5I9awaYvW6zdsesVqvNFjyXtIGpW2tbWV/adDQ8OUJBYvWf7zoCHiXAEAAEhpdIAGAAAA0iA7O7vQ0NDw8Mfbtm0NDw8vVaqUq6s22GptpQ1AR0VFnT171s/Pz9LSsnWbNvImYbr0s6KL4Sa9w5iYmMOHD4lB0aJF5IzsTJzf0dGg2YOizewm9DNu0OCzXwcPNjMzq1qt2r69e9evW9e4cRPlbXl7a6PArokJXcnXT1tyLVGypOxL/cLyulCvGgt+ktiFYtz4CZkyZVL+i8xbFylaVLbHSLomb5QMLq7T7+tvli5dsnjRosCbN0eO+P3fmbPe9FnoVky7sNqqOSIi4sb162KQ2TZz0sc9cuSwoqtfFypUSHk5GekuWNBJffVl8Fqsj0dyuWoAAAAAAAAA+JQ55s/n5+fv7e1rMJ81a1YLC4vo6GhRVLs8lpoAABAASURBVFe0R1Z8cu3adTFwKeSsv5gMQHu4J1NkDtHV6rNmzaI/effu3W+//5/sPOKh15vDUXeUQn//Kw8fPlSPEKjRaP4YPV6c58hh16xp41esxhs9lpeujFzEw7AziCgjly9X9tDhI9t27OrQvq3+VRcueE75Z1pcXFy5smUUAACAlEYHaAAAACANsrPThpLDHz1avWq1omvzLOetbWzEeUx09Jo12vlWrVurUeAsiX0mbocl06Rh9+5don4qBrXr1JUzsutwEY8iSReW2ejSpUv/NnSomZmZGDdqpK2xent7+/n5Km9FPLpsUO1e+IXqqufFi4q2CGsY0o2IiAjStVhWl8+RM6cchIaGJL3/kSNGDB827NDBg/95z/fv35drkvQqfZGRkZUqVhCno0eOqJNWVlY9evQc8ttv2vv39FTbM7/+s4iNjb182V8M1FbNMqit6B1nUPX48eONGzaIQfMWLdKnT6+8nJ+vLlStF+mWM87OhZLmvwEAAAAAAADgE9e2dStTU9MzZ8+NHjvh7t27cjI0NGzQ4GHR0dGirFq1SmVF10pZXiXzxCrZTTnZAHQO3dH8bt0KuXRJ26UiLi7uzJlzXbv1iox8Kg/nWNjNVV24UcP61tbWohz965DhT58+FTNi4X7ffHf4yFELC4uRw4eK81esxus/lq4wHvayde7YQfsdhI+Pr4w7ywdau27D199+Ly42atigRfOmCgAAQEojAA0AAACkQdmyZxPnV7Wu5M2Xr2q1anLexkbbAfr2nTsHDxzIkCFDu3bt1ZvY2trmd3QUg+PHjxvcW3Bw8PRp08SgfPnyxYsXl5My5eyeXHtg2U64aLFi6kzFihWzZ88uBmvXrFXeiowIC4VcXNTJkJAQGctOuhoXzp+Xg2KJK1y4cGEbXf57165dBgsvWbx469YtO3fuyJcvn5wJCgp68uRJsvd8ydNTDvSfYFKiOiyfsmzhrM/ePpccxOhqzW/0LMS2jY+PV/TS0t66Vs3CoUMHDW4+ftw4UfLOlClT585dlJcTBWhf3xe6SiuJHaBf3TcaAAAAAAAAAD5NxYoV+fabvmKwZu36Bo2at2zToUWrdo2btdyzd5+5ufnwoYPt7bUtOdSuzGPGTSxTvsrosRMU3UEar1+/oWg7jCRTYG9Qv66dnV1sbGzXbr3ETcpVrNar7zfFihZZNH+WjDjrR5DFkn+MGCpK3ydOnqrboIlYDbHw6TNnxTqMGD6kVKkScrFkV+ONHuuS7sCP6dOnd3FJpmhcpnSp7t26isHCRUvFnYi7qlS11qgx42NiYjp2aDt0yKCkBz8EAAB4dwSgAQAAgDTILru2bcORI4cVXftntbZobaUNQB8/dkyj0bT4/HO16Cm1bNlKnG/atHHe3LliATl5YP/+r77sevfuXbHwz78MkpNqF2T3JM0edKXba2Lg5uqmTooVaNykiRhs375NbVQs6qf9+vYRpzmzZyv/JTg4WA5i9BpUeHsnZH+LFi1qsLyMHdvb22fJknDwPjMzs1atW4vBqpUr9+7ZIycfPHjw999Tpk79R4x/+vlnGQFXtJ0qvF92z7L1tf49v4zMly9csGDVqlWRkZFy0svLa+yYMWLg6FjAsUCBN30Wvrp+z1ZWVs9XVbc+eRwc/Pz8fv75p3v37olqdeDNm9OnT9u9Wxv1HjLkN5n8fpmrV688e/ZMefHVlBtczgMAAAAAAAAADHTs0G75kgV1atfMm9chJCQ0MDAoQ4YMDerXXb1iSf16deQy9vY5/5nyZ6lSJdLrVKxQTkx66toti7K5h0cy3ZQzZcq0YO6/tWrWEGXh3LlztWrZYsa0KaNGDr9xMzA+Pt7a2trRMb/+8pUrVVy3etkXXToWLFhArIaDQx6xDmtXLatTu5a6TLKr8UaPJVtWFy7samqafNCod8/uC+fNata0sVgBsR1KlCjW9YtO69es+O7bb152EwAAgHfEsYwBAACANEh2gI6KirKxsWnUqJE6b60LwsbFxZmbm3fq1NngVq1atQoJubVs6dJZs2YuWrSwUKFCkZFPr169Iq5ycXEdM3Zszpw55ZKy67CokxYq5GJwJ56JDZLdCr9Qum3UqPH8efNiYmK2btnSpq32cHi+vr7nzp0Tg9Klyyj/JXOWhKx2+/btxPnw33+vW7eebDWd39FR1GENlpdr6O7+Qv+Mrl2/9Lp06eTJk4MH/6qIUyJbW9tv+vdv2PD5hpIdkZO954TW1+7JdOYw0KFjx4ueFw8eOPDXnxMn/fWn2Fb379+TB0MUW/KPP/6QwfQ3ehZy4cJ62/bihQvivFnTZraZbUePGiUeTr1K3P9PP/9cuUoV5ZXkfYq3hP6rmTlLloiIiD17douTWLdly5YrAAAAAAAAAAA9zs5OY0aNePUyFcqXEyf9mbJlSp8+cfgVN8mRI8e4MSMNJsuULvWyW2XOnPmbfn2UN1yNN3qs3j27i5PySu7uhZP2TAEAAHh/CEADAAAAaZCdXQ45aN6iRYYMGdR5G5uEiG3z5s2TbWD8zTf969Wrt27tugsXL/j6+mbLlq1CxYpNmzStWq2amZmZupjsOuzm5pa0c4PMB4t6qyib6s/nyZOndOnSZ86cWbV6lQxA++lCxoKrq6vyX+rXb/D4ccTGDRsCAq7a2toWK1ZcSWyH7JFcFvnSpUuKtt7qrj9pYWExafKUvXv2bN+xXdw2KiqqSNGi5cuVb9a8uf5WUp9FsvfslRBKdldew5gxYw8eOLBq1cqgoKArVy7HxcVlz569Xv36X375lZWVlVzmjZ6F3PKFE2dCQ0MfPnwoZ8TmzZnTfuuWLQcPHoiJialXr37HTh0LFnRS/ouPdzKv5oTxE2bOnHn69Knw8PBq1aopAAAAAAAAAAAAAACkGibx8fFKahWvExcXp9FoYnSuBj+Mi1ey2VrnzZVFAQAAAGDkTp069eP/Bm7bvsMgf4zXtHfPnsG6VtZ79+1nGwIAAAAf3p0HEcFhD8QgfXxEhvTpxI/l8qjiFjpmZmampqYmOgrwhuR3ZOrXZJHhdx4FHhfzeVwqWdnaKwAAAAAAAG/omueOmKgnMaaZFKsCaiErXbp0opBlbm4ualkmiRRjQAdoAAAAAB/N5k2batasRXL3rXn7aDtV53d0ZBsCAAAAAAAAAAAAAD4dBKABAAAAfARPnz6dOGHCmTOnFy1eouBt+XhrA9CF3QorAAAAAAAAAAAAAAB8MghAAwAAAPgIrl27ZpPJZv6ChVmyZFHwVuLi4rxlANrdXQEAAAAAAAAAAAAA4JNBABoAAADAR+Cuo+AdXLsW8OzZM0W3MRUAAAAAAAAAAAAAAD4ZBKABAAAAwCg5OTkfPXZcAQAAAAAAAAAAAADgE0M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IAANAAAAAAAAAAAAAAAAAAAAwGgQgAYAAAAAAAAAAAAAwDjEx8crgJEzMTFRAAAAgHdDABoAAAAAAAAAAAAAgNQraeiZGDSMl4mJicEbmDw0AAAA3gIBaAAAAAAAAAAAAAAAUiM1J6ofGCX9DKMm38Bq6FnNQxODBgAAwBshAA0AAAAASDGv+PqNLzAAAAAAAADeiKy0qOf6FxVi0DBask6of64QgwYAAMCbIwANAAAAAEgBr/7ujS8wAAAAAAAA3oh+7vnEef+wuw/VeZLPMGqiQpgxg0X54i7WVhlMEilUDgEAAPCGCEADAAAAAN6JQfT5SXj0uX23KzXJLSf1v7cgBg0AAAAAAPA69NPPt8Luz1u1RwHSlthYTZ3KxU1NtelnU1NTOSnrhxQPAQAA8DoIQAMAAAAA3p7BkVgjH8csHuV7P+TpozvP6nfNr+gdy1K/jwtfYwAAAAAAALyaWm+5c++RAqQ5t++Fx8bGmpmZ6dLPcWSgAQAA8KYIQAMAAAAA3pJ+LyJt+jk8evFovwehUWLy4qG7YqZ2Jwe1iYvMQMuBQgYaAAAAAADgv8TFxcmqi7xYs1JJd5f8CmDMnj59NnfFNkX39o6N1Yi3t5mZmaKYmZhw4DgAAAC8GQLQAAAAAIC3oZ9+Fl9XRIZHLx3jL9PPkufhezGxmnpdHMxMTcUypjpiSTLQAAAAAAAAr6B/xK04HTmfI5uts2MeBTBmjyMi5UATGxsTGxOvS63Io8eZ6qqICjFoAAAAvB4C0AAAAACAN2aQfn4S/mz5+Cv39dLPku/xhyamSu0Ouc3MTJV4MxmDFvNkoAEAAAAAAF5Br/aiqAFoIC2Ji9d2gBYDE23gWaPLQMdTLQQAAMDrM1UAAAAAAHgTSdLP0cvGXb4X/FRdIHP2DOrY5+jDvUuDY2JiY2Jj4zRasnGRevBWdQAAAAAAAACVWntRgLRIFAVjY2NFsVD7n65aSJ0QAAAAb4QANAAAAADgDRiknyMfRy8b43//1vPez7XbFOw+rEw+F1t1xvvoo10Lg2Ji5BcaZKABAAAAAABei6zAiFKKAqQ5ojyoLRdqZPr5edVRXkvBEAAAAP+JADQAAAAA4HUlTT8vHe1/P/SF9HPZ2nnMLUza9C+qn4G+fDpiz+Lg6OgYbQY6jgw0AAAAAADAf6MnLtIwbbg/ThYJ47X/Jb7Zec8DAADgNRGABgAAAAC8ltdMP8txshnovUtuxcZoj2xJBhoAAAAAAOAVEqPPJmSgkVYlRJ+1J5l+5q0OAACAN0MAGgAAAADw394o/Swlm4HevTiYDDQASPHvgQIAAAAAgDGQZcZkf6Xl11sAAAC8DgLQAAAAAID/8BbpZylpBvrKmSdkoAF8gl4WVo7/IBQAAAAAxkn9xUEB0iJ+aQUAAMC7MFcAAAAAAHi5+LekvtsyAAAQAElEQVRNP0syA71yiudN/0dy5sqZJ4oSXKeT9ibmer+VmpqampiYyMeSAwAwXkm/wTWYiX/5H3685re/BrtKdRea9KpX3xAAAABAakadBGmbwW/H5KEBAADw+ghAAwAAAABe6h3Tz1KyGeg4TXC9L8hAA0hTXhZxVpJ8j/vq73fvP4uIjI2NiHn2NDY6MuaZpUW6jObprM3TW1uks01nqS6mv59Ux8kOXr1TZX8LAAAApHJEQpFWad/bJvSBBgAAwFsiAA0AAAAASF6KpJ+lpBnogPNPdipkoAEYvVf0dU425SzO/R/dvvb47tXwO9ce378Rce9eVGRk7LMnmugnsdEPn0W+zoNmSWdpbZHe0jydpVm6rOkzutjmdLTJWsAmewHrbI422RRdplnuQpM919/ByovqWAEAAADwsZEEBQAAAIDXQQAaAAAAAJCMFEw/Sy/LQNftklshAw3A2CTt7qzohZ7V83tPI87eD7wSfufqo7vXI+5eeXTn5pMHyjt7EB0pTurFPSH++tc6Z7IrYJ21gI1dQZusYlzaLp+1eQb9SLT+4GV7Wna/AAAAwPv2iqBzvB4FAAAAAJAcAtAAAAAAAEMpnn6Wks1A71JukYEGYCyS5p71d5hycCPi/rGwgONh147duXb50W3lg7sSfkecFMVPXjRRTIpkzVU+u2MFO8fK9s7ZM1gpielnlfJi4pm20AAAAMD7kGya+RWTz3/dUIhBAwAAAIAhAtAAAAAAgBe8p/SzRAYagDFKNvesP/B+EHos7Oqx29eOhQWEPA1XUpN4Jd7z/i1xmu1/VFwsaJOtgl2BCjkKVMxRIL91VrGDFftb5cVItLrjVZPQ7IcBAACAd/GyY8i8bGG1+7OozNADGgAAAACSRQAaAAAAAPDce00/S2SgARgRg2iCQe75RNi1DTcurrl+7k5UhPKG7K0yFbTNUdA2e27rzNYW6SwtMlhZpLM2Ty/OrdLpxnLGIv3j6KgnMdERMdrzJzHPImKePYl9FhH9LFI7jg5+fP/qo7sBj+7cffpa6xDw+J44LQ04LcYOlpnbFCjZJG/RIllzGzaFTuwMbYC9MQAAAPCmXvFrhcEC+jeJi9NWZrR0/1cAAAAAAC8iAA0AAAAASPAB0s8SGWgAqVzSIIJeD7b4s3cD1147u/GmZ9CTh69zb1nSWxXMnL1gpuwFM9sVtLUT586Z7TKYWSivxyZdBnFSlEyvXiwi5tnVh7evProT8PDO1Yd3A8LF+Z0nMc9ecZOgyId/eu0TJ5dMds3yFWtZoKSTTfZXJKFpCA0AAAC8Kf3fKfyvBd8Iuvu8/KI7U3+6VpeUP3hLGk2cOA+9+0BedfvuwyvXgxUg1bC1sbbLZqsAAAAAHwMBaAAAAACA1gdLP0tkoAGkTsn2ZpPO3wvacP38hpue1x/fe/WdiN2WR7ZcZXIWKJvLsaK9k71VJuX9s7ZIX9wurzjpT159dOdU6PVTIddOhl2/8vD2y27rH35n/KU94lQ4s33zfEVb5C9RwCabmoRW98NJ20KzWwYAAABeh/ydYv3OE1dvhCrvYN+x8+KkAKnJgO6t8jvkVAAAAIAPjgA0AAAAAOBDp5+ll2Wg63QmAw3gI3hZ9Plq+N0ll09suHEh4JW5Z0vzdGXs85fN6VjOvkCpnPmtLdIrqYCTrZ04tXMtK8YPn0WeDLl2IvTamds3ToRcS3Z5n4eh4jT64q5iWfI0yVekTYFSuS1txb8Lcj9MQ2gAAADgjRjUWxQgLQq9c58ANAAAAD4KAtAAAAAA8Kn7KOlnKdkM9M7Y4Hpfah9OPwOtpu7IQANIcQbRZ5lLEONjoVf/8T6wLdA7Xol/2W0zpcv4maNHU6cS1fO6mJmYKqlY5vSW9Rw9xEmMozQxu657bwy4sPuGjxgnXfjig2BxGue5+/P8xfu6VS2c2V5JbAWthqHlksSgAQAAgFdLGoCuVMbDxtpKAYzZ7bsPzl26rOj9Tg0AAAB8YASgAQAAAOCT9hHTz1LSDPT1S5E75xlmoE1NE2KFZKABpCB1H6jotXyOi4/bdMPzH68Dp+/eeNkNrSzSN3As0rRgsZr53CxMzRRjk8HMoolTcXF6Evtsx3WvjVcv7LvpFx0Xa7BYTJxmxbWz4lQjp/PX7jWq2hc0NTGVDaGJQQMAAACvQ+/XDSUuLiEnWrlskdw5syuAMfP0vSYD0AAAAMDHQgAaAAAAAD5dHz39LJGBBvDhJRt9joqNWXz5xHSfQwGP7yZ7K0vzdHXzuzd1Kl47X+H0ZmmhsGZlnv5z51LiFBHzbNt1zw1Xzh8I8o9Ncmzu/WFXxKloltx9XKs0y1/UwtQ8LjEDLXfO+n36FWLQAAAAgB5ZdRFolAsAAAAAKYgANAAAAAB8olJJ+lkiAw3gg1EzB/F67kQ+nul3eJ7/sXtRT5K9Vd387q0Kla7n6J7BzEJJi6wt0rcuVEacwqOfbr/utdL/9JHgKwbLeD641ff4yj8u7ujtWqWDU1kbi/QmpqZyb2yaOCAGDQAAAOh7fqiZJH9nCAAAAAB4FwSgAQAAAOBTlKrSzxIZaADvW7LR52uP7025tG/51dNRmpikN7E0T9/BrVyf4tVzW2dWPg2Z0mVs41JGnPwehE47v3/tlbMGDaGDIx8NObdl/KU9nQuW7elWJZdlJv0YtLoYMWgAAAB84vT7PYuh/AVEAQAAAACkEALQAAAAAPDJSYXpZynZDPSOuUH1v3JQyEADeDfqrk+cy2NPP4p+Ovz0lgVXjscll0LIYWnTrUjVrh4VM6XLqHySXLPYT67ZblD5RrM8Dy70PvY4Okr/2vCYqKl+h2ZdPvpN4erfetTMYGYuY9BiFy2bQMvF2FEDAAAA6p9fKgAAAACAlGOqAAAAAAA+Jak2/SzJDHQ+F1t15obX0x1zg6KfxcTGauLiNIJMLqrfHfINIoBXi3+R2Ido4jQL/I+XXjd63uVjSdPPrlns/6zR9nTHwf1L1vpk08+qnJY2g8s3OttpyLCKTfIkaYMdHaeZ6LW38uaJ2wK9NJpYTayW3FGr+2pFodcdAAAAPlH6PwnzIzEAAAAApCw6QAMAAADAJySVp5+lpH2gZQaaPtAA3oL+fk+6cC/o26OrLtwPSrpwpdzOfYpVr5O/sIIXWVuk71WserciVTcGnJ9xYb/n3Vv61wZGPvzi8OJqOQqOK9PcMVM2Jd5MvxW03F2zrwYAAADIQAMAAABACqIDNAAAAAB8Kowi/Sy9rA90DH2gAby2pI2fHz6L/PbIypqbJyVNP7tmsd/QrN+aJr1JP7+Cuanp586ldrb8/t86nR2ssxhce/B2QNVtk8dc2PX42VONhlbQAAAAwHPyB2H+IBAAAAAAUhABaAAAAAD4JBhR+llKNgO9bfYtMtAAXofBTk8Tp5nrc6TkmlELr5yIV17YV2TLYD2uasu9rX8oZ19Awetp6lT8cLuffirbwNI8nf58TLxmks/+atsmbblxSaOJ1e2qNcnGoBUAAADgk8EPwAAAAADwPhCABgAAAIC0z+jSz1LSDPRNnydkoAG8WtLGzyGRDz/b+s8PJ9c+iI7UX9Lc1LRXserHO/zc2b2iKZ3Y3lB6M/MBpeocaf9z60KlDa4Kinz01dGlPQ4vfRgVqcagaQUNAAAA8DMwAAAAAKQgAtAAAAAAkMYZafpZelkG+tnTaDLQAJIy2OMJ2wO9Kqwff+LOdYMl6+Z3P9T2p2EVm1hbZFDwtuwtM02p1X775wNK5shncNXmYO/aO/8+c/tGrNhTx8YatIKWy7DHBgAAAAAAAAAAb4cANAAAAACkZUadfpbIQAN4TQZ7vKcx0T8cW9N+79xH0U/1F3POnGNlo54LG3zlmCmbgpRQ3M5ha4v+U2t3yGVlqz8f+ORh032zJ1/aF6OJ1WhPCbtr/Rg0e2wAAACkSfygCwAAAADvGwFoAAAAAEiz0kD6WUqagQ7yiyQDDUAVr0eGa/0ehtXcMmmu/1H9xTKnt/yjcvP9bQZWdXBRkNI+dy51uN1PP5Sum8HMQp3UxMeN8drdet+8W48faDPQsVpqAFr/3ykFAAAAMDbxL5fstSYmJgoAAAAAIIUQgAYAAACAtCnNpJ8lMtAAXsZgdyfM8TlSY/Nfvg9D9RerlNv5cLsfvypSxcyEgtj7YmmebmCZ+nvb/OCRLZf+/LG712rvmronyC9W83yPrd8HWmGnDQAAAOPx6pRzsnHo52cAAAAAgBTC9z0AAAAAkAalsfSzRAYaQFIGu7uHzyI77Zs38OTaKE2Muoy5qemv5RutbtIrWwZrBe9fgUzZt30+oFuRKvqTD6KfdjqyaNCZjU+jozWaWN0+2zAGzU4bAAAAqZx+wUEV9yJNIvWnXfUqBQAAAACQcghAAwAAAEBakybTzxIZaAD6DAIHp25fr7xxwtZAL/1l8tpk2dy8/9clapooHGz6w7EwNRtZufnCBt1s01vqz8+/evKzXdN8H4TGiL22OLHTBgAAgPEwiD7LrLNB6FlPnPyBNzEMHa9//BMAAAAAwLszVwAAAAAAaUgaTj9LMgO96m/PG36P5IzMQH/WPbeSMZ154q+5pqYJf/FrYmIiNoU4VwCkIfphWRkjWH7ldL+jy+NezBM0KFDk75rtrS3SK/gY6uYvvL/NwG47F5wNu6FO+oTf/mz3jPmVOlaxdzLX7ZvFy2eqo7DTBgAAQGql/zuIOD9y2mfRuv3KG1J/1h0/fYUCpCZ5c9t937PNG91E/cWN3+AAAADwsRCABgAAAIC0I82nnyVzC5PW3xRZ9fclMtDApylp37W/PPeMOLdNf5kMZha/V2ra2b2igo/K3jLTxmb9/jyz668zu+OVhHj6U01Mh8MLppZr3ThvEXNz8RqayXmxoxa7bnba+ugRCHww7HYAAK9J/AKyZvvxi77XlbdiZmaq0cQpQCoTeOtO2J37Oe2yKu/f85+6+AEMAAAA74YANAAAAACkEZ9I+lkytzAlAw18mgzSz5o4zcDja+f5H9Nfxilzjvn1uzpnzqEgFTAzMf1fmfrV8rj03L3wduRjOamJj+99YuXwyEdfuVQyN4830b2mZmZm4t8vNQOtfMJ5RIPcMzFo4APjh0YAgAGDX0OCQu/cvvtQzDg55lbeUEys5vbdBzmyZbGwMFOAVOD+g/AHjyLEIO5D/d7x/GH4TQcAAADvhgA0AAAAAKQFn1T6WSIDDXyCDGIHz2Jjuu5fsC3IW3+ZTm7lR1RpnsHMQkFqUj5XgQNt/td79+IDQf7q5FDPHaHPIgYVrSdeWHMzbf5D7rRlBlrRO0T4p0PNOr9iACBlGexn+BsMAMDLqFWX+DjtvxTm5mZfd22hAEZuy57juw+dUd4cv6oAAADgoyMADQAAAABG7xNMP0tkoIFPisG+LiI6qu3eOUfDAvSXGVetVefCFRSkSpnTWy5r1OPXw+vneR1RJ6f7H7kTFTG+dHPlxUqlpfMiZgAAEABJREFUSaJPar+tvsmVxLd60kkFQIqSexi5w1H0Qs/83AgAMKD3Q5oCAAAAAEgNCEADAAAAgHH7ZNPPEhlo4BNhsK+78/Tx5ztnXnp4S13A3NR0Ru3OjQoWVZCKmSgmo6q0yGOdeeSJLerk6psXQiMfz63U3jpDRjPti/y8FbTyKe23DYLOY/6ccSskVP9atSu2AiAlyM+UlWVGZydHMWjXskmGDOnVv75Q+LkRAJCE/GVE2wGan8gAAAAAIBUgAA0AAAAARuwTTz9LZKCBNM9gX3fj8f0mO6YFPnmgLmBpnm5hg68q53FWYAz6laiZ3dLmu30r4pWE5MjhuwGtDs5dVKVz9ow2n+Z+W/9NLh06ejIy8qkC4D0TO6Ljp86LQZPPaltYmJvqKHp7Hn5uBABI6s9p4lcSBQAAAACQCpgqAAAAAADjZJAIfPIoetmYF9PPrdN++lmSGej8rrbqjMxAxzyLiY3VxMVpBF2LpgQKHTQB42Gwrzt/N6j2lkn66ecs6a3WNetH+tm4tHUpM7/Bl+lMn3dnuPgwpOneWTfC76r7bf1dt/IJ7LfVp7ly3VZxiop6pgD4AOJN1H9iNJpYufsh3AYA0Kf/g6gYqj+gAgAAAAA+LgLQAAAAAGCUkvZ+XjbW/17Ii72f63wS6Wcp2Qz01tlBZKABo2awr7t0/1bTndPuPXuiLpDLynZD877Fsn9Cu7s0o15+92WNeliap1dnbkQ+aHVwXtDj+3K/HZcoze+31eclnuzNoFszZi/+d84SwpfAh2Fiom32LDx4+FD8tCj+i9fb8/DjIgBAH8UEAGlSPMA/bQAAo0UAGgAAAACMT3yS9PPS0S/2fm7zqfR+1pc0Ax3o85QMNGC8DPZ1NyPuf77r38cxz9viFsiUfevn3xbKnFOBcaqU22lT837ZM1qrM7eehrc7tOD2k0cxMbHaVqyfUgaabxyBjytW/MAYo/2hURP3Qvt5hZ8YAQCKov/jKP8uADB2ySZf4/EJS/YNoAAAYAzMFQAAAACAUYkn/fxyMgO96u9LN/weyRmZgW7Y3UF7beIvwaamCX8PbGKiPei5OFcApDIG+7q7Tx832zH9TlSEukDR7LmXN+qVNYOVAmPmni33lhb9W22aHvj4gZy59uR+h8MLV1f/0laRL652363uqNPwflt9t+tPRj59EnT9hgLgPXBwzG+Z8fk/IuLTF6uJFXsZ8YOiqUlcvKmp/FTygyIAICliYQCMVHxyf+PHPg3yPaD/u48svxhMAgCQChGABgAAAABjQvr5P5GBBtIAg31dREzU57tmXo+4ry7gltV+bdO+1hYZFBi/fDZZNzb7psHaSWGR4XLGJ/x2pyNLVlTpYqnIl9jcRBdJVPfVaWm/Ha/X2TppABrABxOjbQGtMTUx1egS0CZxcfLHRX5QBAAYICgIwEgZ/PqpvNjVnhj0p0z/z86VT+Ov0AEAaQYBaAAAAAAwGqSfXxMZaMCoGezromNj2++Z4/nglrpAHuvMKxr3JP2clthbZVrdpHejdX+HRz+VM+fuB311dPnCyh1NtDTqkvox6DTjhfQzXzkDH4kmVhOn0WjMTE3jzMQHUT3uMz8iAgBU+klBADAu+rnnR48jT124HBeXsE8TP/wmXRKfCPn7jnjRRb2lYN4cjg45THUHw9FVYxLC0PxaBABIzQhAAwAAAIBxSCb9PMbvfugzdQHSz/rIQANGTY2daeI0PQ4vORwWoF6VJb3Vqia9c2TMpCBtcc6cY3mjHi02TnumiZUzh+8G9Dmx4t8KbRUlnbleFVNmoNPYTlt9z9MBGvhYNDpmcWbyA2lC8gMAAABphX5hOeJJ1I+j54sJ6qBIqlub2sULFxB1F7VsrlA5BwCkbqYKAAAAACDVS773cwjp51eRGej8rrbqjMxAxzzTHt88TtviT5zHqZkzhZgLkArofx7FJ3TomS0bb1xUr7U0T7e8cc8CmbIrSItK5sg3t15XM5PnFcsdof5jvPZoYmNjdZ1Z4xKlyZ12vK7lrALgI9H+u6P9lyde/flQAQAAANIK9ffoY+f8xP/JsiIpUZU4dtZPW4JJrMHoV84BAEid6AANAAAAAKld8unn0Ch1AdLPL0MfaMC4qF+oyJDrLJ/DU70PqNeamZguaPBlsezs7tKyWvncptXu2Gv3InVmxuWjJTLn/szBQ3vsVY1G0e2rxdsjrfaBjounAzTwcYhPn2z8rOj9NQ4AAABg7PSLLWL89KmoKmt/7LWxypjDLqsCKMqTJ09D79w3UUweP42KjdWI94mZmZm2FGeiffPIwgtlcwBA6kQAGgAAAABSNdLP74gMNGAs9Bs/C2uvnf/p1Hr9BabV7lglTyEFaV1Tp+L3oiIGHV6nznxzZt3idJYVcxZUEquZ4ns4+YZJazttE45FAHxkuuCz7mPID4MAAABIQ+Qvm7oMdMJMoYJ5O7esqwCKcsnn6pwV2+U4JjYmXld90f4huom2bK5WYBQAAFIfUwUAAAAAkFqRfk4RMgOd39VWnZEZ6JhnMbGxmrg4jUZ3SD/9I/qRPwM+MP3dnXDhXnDvw0v1FxhVpUVTp+IKPg1felT+pmQt9WJMnKbHyZUhTx5qD8Map0nIyCfut5W0gi8UgY+LHwUBAACQVun9zXma+j0aKU4UW0TpRVt+0cTpaubxaaz2AgBIewhAAwAAAEAqRfo5BZGBBlI/dXf3JOZZl/3zYuPj1Kv6laj5pUdlBZ+SQeUa1s3vrl4Mj4nqd2pNTExM4ndwCTtteW0a2GPzTw8AAAAA4P2J16MALyHeHqL2oq28xGnS3l+eAwDSJALQAAAAAJAakX5OcWSggVRL/0s48TH84fiawCcP1Wtr5nUdXL6Rgk/PtNodHayzqBdP3w+c4ndQ24ZIt9OO0+sDraShPTb/9AAAAAAA3gcC0PhP4t2R2AFa2/5ZV3VReNsAAFIzAtAAAAAAkOqQfn5PyEADqZB+E1/xAdx003NFwBn1WruM1tNrd1TwSbK2SD+/wZfpTM3VmSn+h0/dua7RdYGOi2OPDQAAAADAq+jXmWWSVfwqrQAvId4hmoS/OVeTz/H61yoAAKQyBKABAAAAIHUh/fxekYEGUpUXv4eLv/74Xr8jy9VrTRST2fW+sE1vqeBT5ZEt9+hqn6sXxXdv35xd/yAqIlZmoDUatQk0+2oAAAAAAF6B353xOnSNnxO+m+ANAwBI/QhAAwAAAEAqQvr5AyADDaQq6h4vOja2y/4FT2Kj1at+KFOvnH0BBZ+2Dq7lmjuVUC+GRj3+8dxmjfZwrGKX/XyPLa9ldw0AAAAAwMuQgcaryRqdfm2cCjkAIJUjAA0AAAAAqQXp5w+GDDSQGuiHVsUn7o9zWy89uKVeW9be8btSdRRAUSbWaJPXJot6cWeY/7JrZxMi0AkHZo1TY9DsrgEAAAAAAN6Otq5iQnUFAGA0CEADAAAAQKpA+vkDIwMNfFzqx0pGV4+FBkzxPqBemyW91ex6XUxNTBRAUSzN082p96WFqZk6M9J79+VHtxN21eyuAQAAAAB4Jf3fmoGX0f+SQgEAwBgQgAYAAACAj4/080dBBhr4uNQP14OoiC8PLtK/albdzjkyZlKAREWz5x5asYl68akmpt+ZNZExUbILdLxeB2gAAAAAAAC8HSrhAADjQgAaAAAAAD4y0s8fERlo4KPQ/0CJj9gvpzfeeRahXtuneI3KeZwV4EXdilSpnc9NvXg54t50/6MaTaxuT62JS8S+GgAAAAAAAACATwEBaAAAAAD4mEg/f3RkoIEPTP0Eybjq2Ts3VwacVa8tbpd3ULmGCpCcqbU65LJ6vrv+9+qxWxEPNWJnrd1PG+6rAQAAAAAAAABAGkYAGgAAAAA+GtLPqQQZaOADUz9NmjjNtydWq/PmpqYz6nQS5wqQHNv0ln/VaKNefBanGeW9J1YTG6vLQMfrdYBW2FEDAAAAAAAAAJCm8X0SAAAAAHwcpJ9TFTLQwIehH04Vn6nFl095PwhRr+1WpKpjpmwK8HLVHVzr5ndXL24N9T1z96ZGE6vbTWviErGjBgAAAAAAAAAgbSMADQAAAAAfAennVIgMNPBhqLu+8OjIEee3qvNZM1gNLFNXAf7LqCot0pmaqxeHee2KiY3R6JpAxyXZUQMAAAAAAAAAgDSJADQAAAAAfGgG6eeIR6SfUwsy0MB7pX525OdozPld959FqtcOrdjE2iKDAvwXB+ssfYpXVy/6PL699Po5jdxFx8epe2l5LXtpAAAAAAAAAADSJALQAAAAAPBBJU0/L/nDl/Rz6kEGGnhP9AOpQkD43Vn+R9Rri9vlbeNSRgFeT/9StXNY2qgX//Q/eP/pE9kEOl4vA83+GQAAAAAAAACAtIoANAAAAAB8OMmmnx/djVYXIP2cGpCBBt4T/Q7Q3x9fHaf3wZlYvbUCvDZL83S/V2qmXnwc++wvvwOxmli9NtBxNIEGAAAAAAAAACANIwANAAAAAB8I6WcjQgYaSFn6UVTx2dly89KhsKvqtZ0KV/DIllsB3kQzpxIVchVULy4LPO8XfjtWE6vbQWvi4p73gVYAAAAAAAAAAECaQwAaAAAAAD4E0s9Ghww0kLLUD8uz2JhfTm9Q5zOlyzi4fEMFeHNjqn5uamIix2L/O+zSztjY502g2T8DAAAAAAAAAJCGEYAGAAAAgPeO9LORIgMNpAiD9s+Lrpy4FflIvfbncg1s01sqwJtzzWL/pUdl9eLpB0GHbwfIJtDaBDRNoAEAAAAAAAAASLsIQAMAAADA+0X62ai9LAMdTQYaeBPqPjBWo/nH+4A675w5Rxf3igrwtn4u1yBbBmv14uyAk9qds9w36+2fFXbOAAAAAAAAAACkLQSgAQAAAOA9Iv2cBiSbgd45P5gMNPA69Ns/C5tuegY+eaheO6hcQzMTylN4e9YWGfqWqKFePHr/hvejUP0m0B9m5/w06pkCAAAAAAAAAAA+IL5hAgAAAID3hfRzmiEz0A7OmdSZ656RZKCB16TuBoUJl3ar8/lssjYo4KEA76aLe4WM5hbqxdlXT4hdskbsnRMi0M+bQL8/qzbtWb5+JzFoAAAAvD8Tp86r0eQLcZo0faHyMchH33f4hILk3H/4cPnarQoAAACAD4gANAAAAAC8F6Sf0xhzC9O2/YuSgQbeiEH750Ohl30fhqnX9i1Rw0QxUYB3Y22RoVPhiurF7bf9b0U+1MRpdNlnwybQ74m47wPHzg2bMOvkeS8FSIvq1q62Z9vqm1fO+HkeWb5oRoVypRQAAPABPYuO3nswIXm8c9+Rp1FRClKTXfuPtvtq4M69RxUAAAAAHxABaAAAAABIeaSf0ySL9GSggTemfiLEp2Oq90F13ja9ZRuXsgqQEnoXq6aG6TXxcXMCTsom0NpdcmITaHnte90thz9+Mm/Z5kkzl4WE3lXSCsf8eQd+12fV0llnju0MCjh3+dKxDVc87J8AABAASURBVKsXjB4xqHXLJhYWFkoqcyfI636IrziJ9Ux6rVjh9avmywXk6Y/hv8irjh/cKme8zj3fTbVr01xdslf3Lur8sQNb5OSlswf+a42Ug7vXq3dSyLlA0gWaNq6vLjB/1mR1vn3bFup87x7/8egvW9Vk/TX+d/2NIE+3rl0QG+38yT2H921cPG9qieJF9G9St3a15Yv+LVmiiLWVlV32bPXq1Fi9fI5TQUd1gWmTxyS9T3kqVaKo+ojiBcqc2VbepEL50uoyA77uoQAAgFfad+jEk8inLs6OmWysI59G7dp3TEFq4nf5WnRMjAIAAADgwyIADQAAAAApjPRzGkYGGngLcmfo/zBsT4i/OvmlR6WM5qkuPQkjlds6c5OCxdSLq4I9w59FauQ+OT5O/Rf5w+yQ/a7eHDl57pot+6KjjT4A8etP3x7dv3nQj9/Wrlm1gGM+y4wZs2XLUrVy+V7du/z7z/iTh7c1bFBbMRImJiYLZk+uVqWCOjN/0Ypfh45WoJMhQ3rx4ubLm8fdzUW8rLu2rOjcoZV6bZNG9cW5t69/qQp1v/nuVzEWb4YqlcqpC1y/GXjm3EVx8r8cIC6Kj568KE5PIiPVxczMzOrXrSHHdWpWVQAAwGvbuvuQOC9VzL1a5TJisH7rHuUTFnQrbM7iNfOXrlMAAAAAfNoIQAMAAABASiL9nOaRgQZeU7we8aGY4r1f/9qvilRWgJTzdcnnSdxncbGLbpzR6HbJsgm0/n74A+yTxQPuPnhy2MTZnt5XFKM159+/fhjQJ0OG9C9bIH8+h8Xzps6bOcnExERJ9Wb8Pa5BvVrqxWUr133/41AFL2FmZvbX+N+rVi4vL/b//teChct36/Wds5NjubIlxczTp1EXPL3V5cdNnFq3YRtx+n3URHExIuKJvChOfv5X5TIPHz4S5zWrJez8q+rC6A8ePFQAAMB/CQ65ffGSnxhULl+qQS3tHxEFXA+86O2vfKpuhYYtWrFxyerNCgAAAIBPm7kCAAAAAEghpJ8/ETIDvWKKZ9CVcDkjM9D1umpfXPPEX7VNTRP+6tjExES8JYwiHwakOLk/DIkMX3XtnDrZwbWcXUYbBUg5RbPnLp+rwImQa/Li4sBz3QuWNzc3M9VozMxMTeLiTHQU3T5Z+SAePAyftmBNkcJOrRvXzpE9i2JUfhv0fYumn6kX7917sP/Q0dNnLsTExlQoV7pmtcrZsiU8o2ZNGgy45PPXlH+VVGzo4IGtWzZRL65Zv6Xft7/oL/DjoN+tra3EICrqmZI6HDp8vNOX/eTY2+d9xZv+nb3w0JET6kWngo4/DfzaMmNGRfdjzHf9e6nXPnoU/uzZsyP7Nskfb/6ds+j8hUuv+SjyJ+Sjx083bFC7erWKYpw5s22pEkWfPo06d+FSrRpV+FMxAABebdP2feI8R/asRd0LiUG+vLlvBt7auHVvMXeXpAvX/bxbTEzs/H9GZcyYYdGqjf5Xrt8MCsmTK2eRws5NG9R0KpAv6U0OHz+7ZtOuazeCNBpNYRen6pXLNKpXvd//Rnj5Xvm6R8dWTeu9evXCbt9btmbL5YAbAdeDsmbJ5Fwwf6VyJevXSuZPXvcfPrV5x/6gW6H3HjzMaZctn0MuD1fnxg1q2mayVj6It9g4p89fWrB8Q1jY3QePwu1z2hXM71C+dLHP6lRVf604dur8L7//JccBNwJrNPlCDGb+NczFuYB6J1t2Hjh2+kLAtZsPHz0Wj+JWqEC7zz/LltXwdwT/q9cXr9x07WbwnTv3rKwsC+RzcC6Yr2HdamJDKQAAAACSQwAaAAAAAFIG6edPChlo4NX0d4nCDN9DccrzfFufEjUUIKX1LlpdDUDfj366JsizY4Ey2gS0RpuAjjc1VffDH3KHfMnnqq//9Xo1K3xWs6K5uZliDEqVKPp1n6/UiwsWrxz+x0TZvleYO3+ZrW2mIb9899UX7eXMDwN6b9668/KVa0qq1LtHl2/7dVcvbt66q2ffgQbLHDx8XEllgoJDxEl5z/wvB2zdvkd/5mZg8LyZk+S4WpUKGTKkV0Phuexzrl2/JV26dI0b1h3wdY87d+5On7lAeW3XbwSG3b6TM4ddsaLubq7OZmZmx08ej4vT/tPAD0gAgA9gx4HTdaqWMjM1vsMjixLT1t0HxaBerSpypnG96tPmLNt36MQ3PTqIH8ySvdXN4JC/pi98kPgj3NVrN8Vpw9a93/X5olnD54fFeBYdPXbS7L2Hnv9B1MmzF8XpopefeFxF+8+08mr7D5+a8M/ciCeR8mJwSFRwyO0DR05t2XXglwE9cuW0U5ecuXDV0lXPezYH3QoTp6Mnz6/csHPK2EH5P2DG9zU3jjBh6rzN2/erFwODQsRJPLvNO/b9+E13x/zaElAmG+uiHi4hoXfu3nsgfnYq5JRfTGbIkEHe5FF4xOi/Zh4/fUG9E09vf3HavONAr65tmjd6fhybw8fODB8/LSYmVl6MehZ97/7D0+cvrVy//bf/9a1RpayCT9jcldtrVyqZ3yGnAgAAgBcZ3+94AAAAAJAKkX7+BMkMtIPz8+8aZQY6+llMbKwmLk4jiDeDGgBVEt8nwCdCffOLD8KiK8+/UK+dz805cw4FSGkNChQpaPs8YLH4xlmNdnes3RXHxccZ7JA/pFiNZuvuI7//Odv3yg3FGPTt/aV54p/ynDl38bv//aamn6VHj8IH/jz82PHT8qJlxoyTxo8Qg2JF3e+H+MrTupXzkt7zmWM75bUBPicyZEivztvnzDFx7LDd21bdvHLG88z+tSvm/jzwm/Tp0xncfMu6xfLmG1YvEA8qbuJ9/qDXuYMrFs90dXFSktOpfcuRw35WL+7Yte/LngOSvgeOH9wq71ncm5I6tG/bQt2YvXt0UT6UDZu2h4TelmNTU1OXQtoNKxs2W1iY9+z3v649vj16/JSY7Na1g/KG9h84Ks7r1aleq7o2v3Uo9eXOAQBp2MrNB4b+ufDK9VuKsTl07Ex4eIQYNE/M5n5Wp6q5mZn4MXfTjv0vu9XICTNEUeJ/X3+5ct5fy2ZP6PlF6/TptD9cTZuz7GlUlLqYuCjTz22aN1gwfcz21bOmjh9S2KXgjr1HfPwDFO2vda9YNeXMBa9hY/95Evm0WcNaU8b+umXFjBVz/hw8sHdue7uLl/yGjflHo0tRC95+ATL9/HnjOpNG/bJ5+fT5/4z6vm9Xy4wZHoWHT5+zTPmAXnPjrNm0S6afq1QsPePPYTvWzFoyc1yfbu3FxhdPZ8joKeLnfHGth5vz32N+rVFZG1DOnTOHGIuT2rN58B+Tj5++UCCfw88Dui/+d5zYwtMnDhWvoHigSTMWHj5+Vi4W9Sx63D9zY2Jiy5YsOmrIgNXzJ61dNHnYT1+LG4pfZP6avuBZdLSCT9jN4Nsjpixesn7v01RzyBoAAIBUgg7QAAAAAPCuSD9/sugDDSRLDRfKveKWQK/HMc+/outVtJoCvB89i1X9+dBaOb4aed83PKxItjxxGk2cmZmZqfbdaKKjfNgm0NKdew8nz1peuljhzxvVyJo5k5Jaic1SvUpF9eLgoWNetuTIsZO2rFssxxUrlMmZw+6ip/fZ856lShQVM1UqlRMzYbfvqMtXq1KhgGPCUcXXb9qu9hWuV7v6P5NHZ8+WVV60trLKk9u+RrVKTZvU79HnBy9vv2Qffe6sSeKGcmxlZXnjZlDSZRo2qP3X+N/Vf4X3HTjSpVt/jS6nglfQ/2Sks7AQ59s3LnMpVFC8vk0+72xlZeVUUHs89/sPHipvaN/BI21bNxPvhELOBcXFLdt3V6pYTgEA4EMJCbs3euqyKmWLtG5Uzdoqo2IktuzU/oFWyWLu2bNlkTM21laVypc8ePT0xm37OrZukuyPtbEazaTRPxfMn1de7NCqsbj5qD9nPouO9vEPKFXMXdEe+eGWuAd5bc8vWsslPdycp4z5td//Rvhfvf7qFYuJif1rmvZwEAN6dWnWKCGcbWWZMWcO8bNh8S/7DfK7cn3Fum0dWjYS88fPaFsgF8jn0L9XZ7mktZWl7KA8c8HKO/ceiHuzsHhpdCE45Hao3g+WV64FivP4uPgzF7z0F3N1LiDuVvkvr7NxAm4E/jtvhRg0qF315wEJhxPJkytn2+YNnBwdBg4ZHxgcunD5hq86fv6KB9q+55Cnt7+41d/jflVXrLBLQXFyKpDvn1lLJk6dX6Kom7jKx++KjLkP/amvumSNKmULODr0+m6ojbXl1WuB7q5OCj5hotCy98i5Mxcvt2tao1wJVyXVu3rtZrf+Q5LOiz1YJhtr20xWhV2cGtWrXtAxr/I+3bgZvHLDDh+/gJvBIVlsbVo0qtOhdePomJhV67Y3b1xH7LIUY3Dl2o3rN2/VqV5RAQAASRCABgAAAIB3Qvr5E0cGGkhWvJ71N86r87msbKs6uCjA+9HGpeywo5uiNDHy4pYQH/fMuTRmGlONxszM1CTeVL4nP+JO+MxFH0+fyw1rV65TvVzqPAK7ayGnbInZmvDHESdOnX3ZkseOn46KeqY2cs6T2z7s9p2lK9bKALSZmVnH9i3/nDxDXb5Nq6bqeP6iFXJQoniRRfP+sdClbBVtCidYjHPZa5vEu7k4r1s5r2S5Ok8iIw0eukK5UupNhF17DkQlaYRWo1ql2dP/FKshLz56FN7hiz4xMTHKx1OxfBkZ/NXnUTh1ZRfatWlun/N5k36ZLJ89b8m4UUOKFXU/d2JPhozpLTNm1Gg0f07+9zXvU37ixPnO3QfET8sVypU2Nze/dv3m5SvXFAAAPrjDpy6d87raulG1KmWLpP5fze/ee3DqnKcYNKxbVX/+s7pVDx49ffvu/SMnz1cpXzLpDWtULqsGfKXSJTzk4OGjx3Kw7/BJ8bNxJhvrzm2b6C9pYWHe56u23/06Vnmlsxe9g26FWVlmbPxZDYOrrK0sa1WrsGLdtm27DsoAtI0u1Hvn3v2L3v7F3J//Stj0s5ripPyX7XsOLVqx0WAyVqP5YfA4/Zm/xw4u6l7ov+7stTbOlh0Ho2NiMmbI0OerdgY3L1OiSJWKpQ8fOyOe3asD0DJf3qhetaSx7Aa1q0ydvfTBw0fHT1+oU72ijY2VnN+z/3jThjXVX1jyO+TavmqmAiR69Dji3yWbDxy/8EWrejmyZ1aM0OOIJ+IUHKJtDL9h695venRS/4IixYlfab/+6Q/xcPLinXsPLNJZBFwP/GHIePHpa/IaO5/U4O+ZS9Zs2tmiUR0C0AAAJIsANAAAKYDD2QNIEQQijRHpZyhkoIGXkPvGKE30tiBvdbJloVIK8N5kNLeom999U8AFeXFzqO/3LtXN4szitMSON07sij96Bjo6Jnb99gPHz3p1atXAKX+q+yHBIfFo3ULwrZBXL3z9ZqCbi7Mc58xpJ86XLFsz9NeBNtbaAEfzJg3UALSFhUXjhvXk+Ox5z4ueCbuFsX8MllHmhw89ACzpAAAQAElEQVQffdG9/6Ej2iOwt2j62Yx/xon57Nmyfvt1j1HjJhs8rrhKvIjrNm47cPBomdIlNm3ZYbCApWXG+bMmq+FswdY2U89unf+eNkf5eCZNGKGkMi6FCjZsUFuOM6RPX6Vy+c4dWqnXilfqzt17ii4AHRsb27F9S5dCTs+inp09d3H0+L+PHT+tvCHxKp85d7Fs6RJifOTYKQUAgI/kSeTT+at2HDrl2bVlvdz22ZRUbMvOA+LHHivLjDWrvHDYhAqli2fLYnvvwaMNW3YnG4DOkzunwYxtJhs5iE78k7Dzl7SH2nBxcsyYIYPBwsWLuJmZmmri4pSX87us/VsmsTFrN/vyZcvcuXtfDqpWLD1j7vKIJ5H9f/qjYP68ri4FXJzyF/dwfd/NX5P1OhsnJOy2OHcq4PB/9u4CsImzjQP421jbpO7u7pR6i0NxGDZkGzZmTJjrt8EUtrExYALbcBnurgVKW1rq7u7ujfZ7k0uv11RogZbK8yPL3rtc0ja5e3Pyv+dUVZQ6v8IoZ/vg0Mjyymo8PYtyYh4V3gLJlFSq/nvfcXxD3SgtrcD3VuamRga6BUWlW3bsO3D8nLM9Xu0ycXKwcbC1ZLSd0QcAKSUz/8vNe2dO9J452XtwnlhLtXjedK/RzkRbIBDi+Ty/oDi3oDg6LkkgFOJ5niXPnD55DOoHUbHJRPp5zvQJo10dlZTYlqbGCSkZ1TW1aOiIS0xFAAAAAOgeBKABAACAx0fNPUMGGgDwhIhAJNlGYCiA9DMgQQYaABK1b8Qu5CbwRELy0blWoxAA/WmupRsZgC7hNsTVFI3SMqGLwxuisMjEU5fvoH6AZ/q+duglZRWb/zzo6+E8Z+oYFSUOGjTU1NqriFW0BVa6U15eSQagVSSpES6Xd/rspeUviC+h7uRo5+hgm5gkPlg7/7kZKsrS7Mh/R08TDRdnByILi/296yCRfsZOn7s8aeKYZYvF5fRmzZzSOQCNHTh84t0PvyQanR9VVFTAN5mRn3z41qUrNzOzchBo89qa5fjW5UNCofC7jVvIwb0HjpJ1u5/EveAw4kO/dfseAgAAAJ6pzJyi9Vv2BY71mDvFl8ViosEHb09dunEXSULGk+e93OU0EdEJeMVST0dLZrymumxp2PYcbdseyIpK8cqetpZ655fFuy90dTSLSspR91J7cTGHFi6vrr4Brwfi3/CLD1/f8ue++obGrNx8fLt8XTyBhanxGy8v9hzl3PPrvPziAnwjB8Oj4j5e/wuTybh+6nFOb+vNm1NWXo3v9XS0u3wFAz3p+IKiEpli0iT8N3J5PPQoFVU1ROPrT9/a8OMf+YUlFZXVt4Mf4BsSJ7NVVi+bN2v6+MEfcgUDTCAUnr0eEh6XunJhoJWZARrETIz0R7s6koPeo6WN5LSsDZt+Ly2v3Lx9t42lqaW5CXracP+D7/Hi8+7ry2mwEAEAAADDFASgAQAAgMdEBju6HEQQiQYA9IiaepRJQJJJaEhGDnKQfgYyIAMNAIlMP+Pu8UxuLDneVEXTSXNQH5YDw8AUM3sOU76RzyUGLxYnu6obihh0oVDYimAb7dFyc/PJto62Vs8Ta2trdn7i7n3/EQFo7IUlCz7/6gfcmD93JjGmvqHxyLEzRHv0KBfy6fjTIUsRYw1tFyk2NzWh08Ufn8yPvkhEZh7lv2OnNdTVpk4RX9qYraj4+28/TJ+zDIFHqampfe/j9UF3Q1AfVUtqPJMfHyE3rwCPzC8oxO3LV2+NG+uHvyCu3xTHuTIys9XVVYkKiwAAAMDAE4larwRFPIhJeWneJFcHSzTIPIxJKC2rfORkp85fX/vyUpmRvYn6MeiSXRXd7Jd45P4KkaQ+tJO91e8/fYl6YeIYbz+vUUH3wyMi41PSswuLS5EkJfzRV5sDfNz/9+EbCvIsNCB68+bQ6eI/X9RjDWzxZHLdvpRIKH3uz998+MiENxJXmzbZ9+dG/KHffxCdmJyZmZOHV5lq6+q27Nh38uL17z5/x4RyqRYACMWllRv/+G+Ml9PCGWOVOIpoSLG3sdi04f03PvimpYW7Y88xvKSgp00oOSFfQUEe0s8AAADAMAYBaAAAAOBxUENviJLwgAA0AKCXZALQBHI8cQ/JyMEM0s+gS5CBBoAKz94N/JabJWnkmIU2oxEA/YxFY0w3czyRHkUMXipN+8R2Av6yxl/YPu6OY7xc6QwGTYJcAXty+45dCouM79NT9HS0Xlw4zdLUUGZD8pmLiUsUCoV0SQ08UxOjnie2MDMl23HxyW2NpIdRsR7urkhS+Pnzr37Q1dGeMM6PePTchSuNTU1E29WlvQzYJx+81eWPkJdn2dlaEWWkqTIyc9CjnDxz8c11n5mbmYwb44ePeeMx3p7ub72x+ve/dqNnwXvM9PROhRLnzJq695+taHDgcnlZObkXL934Y+ee2to61HehYQ+nzHheZuRv2//GN6IdGR1HnYDIxwMAAADPVnVN/bY9Z1zsLV6aP1lDTRkNGheviq9eYqCnffifzV1O8N7nm6Ljk6/cDF6zfCGL2eci1oaGutl5BeXlXVz0A6+glpRW9Px0E0P90IjYjOx81GsK8qxpEwPwDUmuiBIUHH7r7oO0zJzgsKirN4LnzpyIBg0jA73UjJzS8q4D6GRtbHV11e5ewcxUui6dmZ3fmwA0kuwv8nJ3wTckOW8Qvy13QyLwm5yXX7T70KkNn7yJAOjKvfCEqITM52eN9fdwGlp7Gc1NjCaN9bl47U5EdDy1mP342Svw/aG/f07LzD5y8lJhcZmdtcXCuYE+HuLNzBYu79qt+wnJ6fmFxfmFJUwm08zE0MrceFbgOFMT6Q75XQdPHjh6jmg3NjUTLxjg6x4cGkX+9DnLxMvUG6uXLJ43vbvf8MMvf34Yk/DWKy9MGeez+/DphOSMgsISbS310W6OK5bO1VBT6/yUgqLSHXuPZucUVFZVc9iKluamzg7W+JdXVJC9SBHu/Q4eO5+dV1heXsnhsPG7YWVhMmPKWPJsh792Hzl6+jLRPn3xBr7hF7x4dAcCAAAAAAUEoAEAAIA+o4beXE98l1P/6BoMAADQs+h5n5soqVPrEEAgcjCD9DPoAWSgwQhHPTMQ95Bnc+IElIpZC60hAA0GwhzLUWQAupLfFFVT6KVtJqKLRJIctJxIRHbCz6QHZjEZMyb5Tx7nNTgvY83n8wuLSkyMxV9bCgryz82edub8lS6nnDt7Gnmx+IKCoqbmZvKhw0dOEQFoHW2tieMD3FydGG1fgfsOHCMnYzDoqBcc7G06B6CLS0p7ftaFS9dfXSsuIZadk/f37gPvrF1DjP/0o7cvX72VmZWDAEIffLJhz/4jCAAAAAAIxSVnffHznjmTfQPHjR4M62lE/hU3Jo717W6aqZP8o+OT6+obbgSFzpgyFvWRsYEevk9IScevoKKsRH3ofniM8FHFj4mIXksLN/hBdID3KJlH//f91oTkDBtLs5++/gAP4mmiYxPNTQxnTZtATKCno7Vk/oyFc6cuXvVeZXVtUlrGoApAGxqK35zUjJyKymotTXWZR2/fC8P3ujqa5PvWebOCxWTqaGmUVVTdvBOG/1KZR9Ozct/++DtNDbW3Xn3B18MtJT0bf9w8Ho8s5q2sxJk+eQy+fblx272QyJS0LARA9xqbmvccu3o3PH7lgkADPU00dEybGHDxmvhkj8johJlTx1MfiolP/nm79OTVhzEJLywSX1YoN6/wg69+xgsmdcrqmtrouKST569/sHYF8SK4h3F2tKmqqi0sLsV7ABztrfBIU2Oj2rqGurrG3Hzx1Wkc7axodJq2lgZ6lILCkjXrviqvrNbWVMddX05+4dlLt67fDln/yZveo12oU168fmfLn/sFAgEx2MLlVVbHhUfFnb5w8/03VwT4uJNTBodGfv3zn3w+ZcqqGvxnHjtz5auP1o4P8MQjDXR18F+RnpmLe1rcXRjo6yjKKyAAAAAAdAQXegAAAAD6RqbkMwIAgKdBKBSKhGIiIplDKTCPwCAD6WfwSEQG2shKhRxDZKB5XL5AgBdz6cJOXZ2AhR0MM+TsfSYvlhzprGVgpjKUDsKBoWuiia2aPJscvFicgr+z8coWte99Vh3vaBf79R++MnWCz+BMPxPOUhLPH3/4VneTffHJOrJ97uI16kPHTpyrq28g2vPmTp89YwrRjo5JeBjV3i3kFxSR7QVLXtbQt+vydvzk+c4/HR8ARt3DP33Vq++Sn/LPv/xZWFRCtNmKitu3QNVhAAAAAHSBx+OfuHR3/a/7M3KK0LN2+cY9gVCIG1Mn+nc3zYQx3sRlLs5dvoX6btI4byRZrTp84iJ1PF5v3v/fmUc+3d/bXYkjXuv+d//xFi6P+lDow5jgsKia2jp7WwtizOXrd06ev37y/A1Rx1w1mRvWUFdDg8mUcb4MBkMgEPy977jMQyHh0QnJGbgx1teDHMmUVOAWCAXUKSdPEF8FJT0r98qtYOp4/A5v23lQkoysdXW0w2Pik9IOHjt3/OzV8o6xTkwOid8ije5LTQNAyswpWr9l3/GLd3FvhoYIC3NjopGZI1tOfufeYwZ62jOmjJs8ztfYUM/FSbywfLt5Z0VlNe583nrlhZ1bNlw58c/+Pzeue/0lTQ013L1s//dwY5P41NyZgeO2b/pi4dxA3FZUkMdtfHvlpQXi++ULidff+NV7eHDiGO9H/pJnLt3ES+tXH689vve3f7Z+c+7wH76erk3NLV98+1txaTk5WVpGNpF+NjMx/OW7jy8c+evk/q3ffPa2mqpKVU3N1z/9kVdQTEyJF/+fft/N5ws8Rzn/8OW7J/b+durA1g2fvGVuYoT/ii1/7ePyxJ3q3JkT8W9InKyCOxzcJk4pAQAAAAAVBKABAACAx0Tk3qBaIwDgqWgVCvH+cSIDDadYDGaQfga9BBloAPAsXcNrvlfWXqRqruUoBMCAoMvRZpo7kYM3yjPEK1ri6s/iO/SMMtDammrrXlmy5oU5GmoqaHDbvOXPsnLpFc/tbKw2b1rP7HhFdTy4eeN6K0tzYrC8ovKnX36nTtDU3HzilDS1PHPaZFcXR6J97OQ56mTZOXlk22O0K/WheXOmv/ryS1MmjTUzNUadPPJwPp/HF0oCQ4TGpqbvNm0hB3283Ne+thIBAAAAAHSluLRy4x//7Tl2taGxGT07RKbZytzUWFKKuEvyLNZ4fy/cSEnPzuqUHXwk/OLTJXWjj5y6tP3vQ7kFxS1cXnJa1rrPfkjLzCGm6eFyKWpqKiuXzcONnLzC197bEB2XVN/QWFhcil/tmx//wuN1tTXnzZhETDxBEjHMziv4+fc9tbXSS2bV1NRt/PXvyupa3J4y3hf1mpe7S9D5fddP7UL9Br/ti+ZOxY1rt+9/8d1v+B3m8nj4rzt65spXG8WrvmqqKkvmTyenV+Io4vui4rK7IQ8jYxMbGpvw4PLFc4nq0T/+9u+e+ajAqQAAEABJREFUw6fzCoqbW1oexiR88MWP8UlpkgnmsBXF9VzH+nnQaDS8hbJ+4/bcvELiNfl8AX4z8QsicVrdBwHQC3ib90pQxOc/74lNykRDAQcvA5ITOapq6mQeamnh/vXLho/fWf2/D18/sONHOo2WlZufkZ2LH3pv7YqFcwJtrcwV5FkmxgbzZk7+4M2VxFNS0vulXPrqF+aRUWn8G3/3v3dxLyEQCnfulV7jCHcR3/z8F5F+3vHrhtGujkoctqa6Gl66d//+rYqyEl6if9ou7bWSUzPq6sTnDK//ZK2f1yjcUWioqY0P8Nzw2Vv43VBWYmdm97lLBwAAAEYsBgIAAABAH1Ev6i2CrBIA4GngCcSZyFa6eAVdJCdFXJP9mVyZHXQJ0s+gT4gM9NFt8QUZ0t33RAY6cKV4JmG0bY7T2iqAwvIOhgFqbV3cT14rSKauLc+zggA0GDhzLd0OpYQT7Up+U3xtyWgtE5H0WhsiGmXOHIC+l0GnB07wmT7Bl8Ggo6GgvqHx51///HnjV8Tg6hVLPdxdL165UVBYjA/ZmpsZTw+c6ObaHjH/5bcdZL1n0j+7D+InInEyRlqsrrm55eDhE9Rprt24U1lZrSkJhby99uU7d0PDH0bj9sTxAT98+7mujjZul5VXePpNxb8SejJHj59d8eJiHy/pFYc/+fDtq9eDMrNyEAAADD5cyVkc+CuLLxAKBALc9+JdBlwut6m+uraKi9evmvNK5dl8yRpXq/ifuNW2DiYZ2dp2vo9IumJGWUlrW1UjTgUiHxU9i7ODABjMgiMSohMzF80cG+DphAZcQVEpvuHGxHGPKE06fVLAlZv3cOPYmaufvrsG9dG6117itnBv3Xtw8vw1fCPHT5sYQBQtVlRQ6OHp82ZNrqisPnH2am5+4Xtf/Eh9SF1NddOG99Xazv2bPM43Oj7l4tWgy9fv4pvM6yycE2hhZowGmRVLn2tobDx/Jej+g2h8oz6kq6357RfvaGqok2NGuTggcQVo4Vcbt+PGhk/eGh/gqSDP+vbzd37c+m9OXuG+/87s61hXe97MycsWziJf8MuPXv/mp7+SUjNXvPm5zG/iYGsxe9oENOyIRMKyiprQqFQG3lKi0yV3dDqNJif5J6l9TdS/Bqiuvm8bRNU19dv2nHGxt1i5aIqKEgcNbhy2YksLt6GhSWb8aDcHVRUl6hg1VeXP33+1oqpmnJ+HzMT2NtJ6802NLehpU1VRXjh3GnUMnlHx8ouX7rCHsTw+n8VkRkTGE/32m2uW4mWfOrGGmtqKpXO3/30oISkdT2NkoKusLP1QbgaFzZkxgdwpYWqkf+X43wgAAAAAfQEBaAAAAKAPyGMA0vSzSESjHCl/Z9TEcUY2CAAAeqGqpemV6/vJQaHkqCYiqqrItUNg0ID0M3gMkIEGIxMZrwmllH8erWtqoDS4rmgMhrcAI2s1eXYNV3oANaI6f5SGkbQEtOSrnKivNgBdrpO95aJZk3S01NGQsmvv4elTJ04cH0AMujg74FuXU965F/r3rgOdx6emZYY/jPbyaD/z4dyFq41NHQ5p19TU/rL1rx++ESc8lDic08f2JKWk6WprGRkZkNP8tv3vJ08/Ez7+/JtbV04wJF/Aykqc33/7YfqcZQgAAPoZny8or6yprq3HvVk97gebWhqbW5pbuM2S+xYuj4tvPD6Xx2ts6n1epxgBAPpfY1Pz3uNXSyuqFkwfgwZWbHwy0Zg2yb/nKV2d7fR0tErKKm7eDX3rlWVKHDbqCwV51lcfr3Vztg97GJORlYe7I0c7y2mTxvh5jyIC0MqcnqKTdBrt9VWLZwaOO3PxZnp2bkZmLl7N1tJU9/FwXb5kLlHbmPTRW6vG+3ucu3I7J7eworKmuaUFr5j5eLrODBzr6+GGBh/85nzw5qrZU8efuxqUmZWXnVugpMQxMzb09nCZPnmMzFttb2Px3f/ePXPhRmJKBo/Ha2hoIMfv3v7d+StBkbGJeQXFBUWlmuqqRgZ6Lz4/i8hMkyYEeFuYmZw4eyUhKaOypoaoDutoZzVtUsDUSQGsjpdkGSZaRWVVNfiGwKPgPdOPsfEal5z196FLH762CA1uRPSZJS87kzvYWsmM0VBTC5zQoVesrqmtqKrBC1dwaBQxRiASoKfNy91ZJtOMmZsaIUnN6bSMXCd7q8LScmK8zKLdNtKeaOQXFhsZ6FrhJxvo4g5hy459B46fc7a3sbY0cXKwcbC1ZNCHxonTAAAAwOABAWgAAACgzzrUtaOURbFS1/EzsEIAANALxY211EFxBWihQE5OThzGoeGuhUZ0M5CDHCQg/QweG2SgwchElBMMLcsmx0w2sUcADCA5JDfFxP54eiQx+LC64GVJKU0iAk2jtW/V9V+Xq66msnTuFGeHobqRuHDpmtfWLP/8k3XK3RQMa2hs3PTz9j937u3uFf47epoagN574GjnaXb8sx8fMP7hm88VFOQVFRVGj3KhPrr9z114AvSUJCSmHDh8YtXyJcSgt6f7668sf4qvDwAApIListjE9ITUrNKyqtpONfJlcNgKLBZLRYmjrakuz2LRaHIMOp0m/kdrL4MpOUVaxG/hN5XitpqWsQJbmThxmkbc06SnUUvH0NpGkNNIX0Q6GY06SCPupM9BAAxTP+84hvpIRZnz/KyxPqMc8CYOGlgzp47Ht15OfGTXL9TB66d2dTdl0Pl9XY6fM30CvlHHVFZVEw0jI91HPt3YUO/tV19AveA5yhnf0LPzGG+OjZX5h1bmqBcCvEfhW+fxuHudO2Mivj3yFUyN9D94cxUagsoqajJyCns/fXMzF9/L0ehmhrqezhZMJoPFxBgE4usPySEoEULad/xqWWVtn56iqCA/f5r/BL/BeHYBVW1dA5cn3s2uqqwk85CGumqXT7l8496tuw8amxqzcgvx5qTMo/1xNQt9fZ3OI3W0pec5l5SVO9lblZVVikdqaXSZYDbQk/alRSXSnPTXn7614cc/8gtLKiqrbwc/wDckLjWtsnrZvFnTx9Pb9hUDAAAA4JEgAA0AAAD0DbUINHExSQQAAE9MICYUH2wUig9wkpedhRzkYADpZ/CEIAMNRghqb4lVchuzGirJR731enXAGICnyMvAggxAR9YWCVtF4gg0XdS2JdePm3L4eGfgBJ+p47xZrKFdp23nv/uv37yz9tWVpqZG+vq6RoYGeHW1oLC4qKgkJzf/z517s7Jze3j6keNnNvzvQ1VV8XXPk5LTHkREdTnZ3gNHU1LTVy1famZmbGFmyuGwi0tK4+KTdvyzv7unPLZvfvj1udnT1NWlBek/+3jdxSs38/P7kNUAAIAeFJVUhDyMi4hJqqjqEFHSUFPR1dbQ19HU09HU19ViKyrgm6KCvLLSIwq1ktegEwqFfD6/qa68Nj8Mjze0ceWo6iEAQL/B6zyTx7jPmeyLF1XUP3G6weBeSOSvf+0z0NPeuvEzBqNDbCAkPAbfq6gomZsYIQAe5db9qNsh0aiP5ORoSmwFU0NteRZLXl58Y0lD0HTqiTwIICTfqfxwz7zc7JbMGUdEigf5ccyk1AyiYWYiu4MdHyjpPP3n3/0W8kA6s+nrahs76GtrqZsY6Y9ysX/13fWof9C7mg9l3leG5LfFex26fAU8R0tfqm0PsKW5yb4/Nz6MSbj/IDoxOTMzJw9/UrV1dVt27Dt58fp3n7+D/ygEAAAAgF6AADQAAADQZ+21wsTXnIKdLwCAp6BVJI7kCIU0Bp1BVCVEkH4eHCD9DJ4KyECDEYLaZ94pziDH0+VonhCABgPOhzLXNQn5yXVlrhqGRAlofE+jVIB+ul2uraXJsvnTdLTU0bCQlZ374Wdfo8fC5fLM7bx6M2VYeBS+PXKymfNe7HkCbSPHnieora2zdPDpPN5n7IzOI48cO4Nvncf7jpuJem3s5Od6nuDchasa+nadx/939DS+od799O5+1S6999FX+IYAAE9VVHzqhevBuQUlxKChvradlRn+RjDQ09bX0UQAgCHF0sxg5YJAA73hv/Da2phX19Ti25c/bHvrlRcNJSVOm1taTp+/sf/YOdyeMs4XAdCftDRU5Lqp9Ay7xR6PtqbqioWB9lYmaIi4dfcB0QjwGf3IiYNDI4n089wZE198fo62Zvt2d2FxGeo3peVVnUeWlFYQDS0N8a9hZCg+Oa2yqkYgFHYuAl1QJF1LVFdTIUfiXcFe7i74htv1DY3BYVF3QyJCI2Lz8ot2Hzq14ZM3EQAAAAB6AQLQAAAAwGOSa8t2IAAAeGJCoVASx5H81/9VCUEvQfoZPEWQgQYjhHQNubU1tDybHOmua8KAa3eCAWelpqMuz6nmNhKDkdX5zmr6RB3N9lNan+opZyrKnAWzJni5OSIAAAAjRllF9d8Hz2TnFSFx5EhtjLebn6eLuqoyAgAMQXh17vlZY31GOYyQbXEdLY0P31y5+Y+9oRGx+Cbz6CgXh1dXPo8A6AU1ZUVjPXVyw6rnys3Evi8aTU5dVcnZxohOp+M2peKzHIL082PB72HgWI95U/0ZDDoaIjKyc68HheCGu4sDcQ5Gzy7duIvv9XS03n19ucxMkpmdRzRE3dRgbtf3uethdHznXQf3QsWXnFJQkLexMsMNIwNdYnxQcPjkTmePBN1/SDQc7azwfUp6dnBYFI/HW/vyUmK8shJn+uQx+Pblxm33QiJT0rIovy8sDgAMBDgsC4Yo+JpAEIAGAAAAHg/1eDkAADw5ohghdCyDCqSfwVMHGWgwQoi7zVZRWFl7ANobyj+DZ8TXwOJSdjzRflhTuJw410z8X/tG3VPpZuk0ucljvWZM8iMukg4AAGCESE7P+X338RYuz8bSZPpEXxd7KwQAGJrwKuE4H9eFM8aMtNW5WdMm2Fibnzx3LSU9p7KqWiAU6ulo2ViaTRzr7ePhigDoHQ1VtqutId62kkSZKVnm9q0t8Y5WYlAyCY1OpzMY4htd3KSLR8kRT4Qcz+MYiqXrKyqrf/j1H6K9Zvmi3jyFxxMg8cwkewwFb9ofOXWJaD8yAM1iSgPiQqEQ9U5ZRVVYZKyvhxs5pryy+uT5a7gxdaI/W1EBN5zsbQz0tItKyvcfORvgM1pBnkVOXFVTc/z0FdzAvauWpGp1fFLawWPn8Ky+6Llp1DrWSFx+Szz/a6irkmOYTPFeY4FQgAAA/YB6WBYO0YIhhziMSLbRSAUBaAAAAAAAAJ49sl4mgurygwOkn0E/6TIDfX1f0ZQVBggy0GAoo3abWBW3KbWu/dqj3noWCIBnwVvfnAxAR9UWi4+Dtn25YzT6UyuLtXD2JOrRTQAAACPB5VuhJy/ewuvqLy+b4+fhjAAAQ5almcELcyeaGumiEcnG0uyz915FADwBIvoszTFLs8w0agC6Y3FoREwkDkDTGeIMtPSJMplpSEL3Coet+Pyssf4eToP23corKI6MTaSOaWxsjk1IvXj9TksLFw8uX/9QWIUAABAASURBVDLXwbZXO45srM0exiSUllX+/s+h11YtZjGZeAM/JDxm/5EzqRk5xDTNzdyeX0SJo0Q0zl8JcrS3MtLX09V5dHD85617Nq5/19bKvKGxKS4x9Zc/9vL5AhUVpZdfXEBMwGQy3lu74qOvNuO/97X3Nrzz2gt4Yi6Pl5ySueWvfc0tLXiaV1YsJCYe6+fx1+4jeL/E+o3bP3nnZVMT8YEG/IInz1+7GyKuFT1pnA/5ozlsNr6PjkvGfzteZNyc7RAA4Ckhj8aSO7cRRKLBINbdahLRHskHEyEADQAAADw+WOUFADxF0u1qBB3LswfpZ9CvOmegs+MaIQMNhgFq5xlSSrlSJ5LzMYAANHg2qOH7WkFLen2lI1Nf1CqSnnlGKQL9hD0tpJ8BAGCkuXU/8sSFWxy24rpXFluawuYhAEMVXooXzggY4+UC29wAPCG6FK2torNcV3WgETmCmBb/x2AwiDrQNEoIGoHeCfB0WjRzrBJHEQ1iR09fxrcuH8Kf/fLFc5YvmYt6Z9mCmbfuhJWUVZw8f/3C1TumxgZFJWUNjU34IXcXh5Ky8qKS8sLi0p5fxMLMSFVFubaufvehU3jwuRmT3n1jec9PsbYwzS8qee29DdSRigoKP67/QEVZiRzjOcr5ndde+mff8dz8wg/+9xN1YnkW66N3VuMJiEFdbc0vP3r9m5/+SkrNXPHm5zI/zsHWYva0CeTgKBf78Ki4gqLSD7/8GQ+eO/wH9YcCAB6bTOiZegFwmWA0QvDFBJ659otpoLYVKmoDjeyDiRCABgAAAB4TpJ8BAE9de8cCm9LPDqSfwQCADDQYrqRZUoRCSrPJkQ6aekrMkXUVaTB4OGsZytMZ3LYLxUbW5Nur6RLln2WOakAfCwAAoPdKyquOnr1uoKf1/qtL1dVUEABgCMJrf+N8XOdN9R/kwUEAhgS8PUWn0xl0op6zONMsLgJNpJmRbB1oahFo8bMkdaCJGtDSqSED3Qv6uporFwZamRmgIQjPIWbGhn7ebnOnT9DUUO/9E5U47J2/rj988tKDyLiy8sq0zBx5FsvZwWbGlLHTJgVs/n1PUcmdOyERb6xe0sMspCDP+m3jp/sOn4lLTK+qqWnh8h75c40N9TZ8+tbR05fiEtNy8grxGF9P11dXPm9uYiQz5fxZk8f5exw7fSUtMzcjKxf/Gvi5o0c5TZ8UoK+rTZ1yQoC3hZnJibNXEpIyKmtq6uoa8EhHOyv8h0ydFMBiMskpl8yf3opa796PyMjKYzAZFZXVEIAG4MlRDwUeu3j/VkgcAmBIcbEze2XJZBrlnDM0gg8mQgAaAAAAAAAAAKQg/QwGTHcZ6MCVkIEGQx7uP0PL2wPQXnpQ/hk8M3gHsI++xZ2CNGLwYU3hslZ3kYio/txe3QV6VwAAAL0nEAr/3HOCQad/vPYlZSU2AgAMQZZmBi/MnWhqpIsAAE+DJADdlmaWVHTG/4hADrFrq8si0EQAmiZHI57bloGGrbNHYLGYc6f4Thk7mt6223BwsjQ3CTq/Dz2WHp6oqqryxuol+Nb5oY/eXo1v1DHzZk7Gt85TmpsYbfj0LdQXhvo6769d2ZspNdXVuvz1OjM10v/gzVWPnAwvFMsWzMQ3BABo09zCVVR40oob1OIIAAw5eNYVCkV4/iXOOkMdV7dGGghAAwAAAL0lu/oLO2EAAGB4gfQzGGBdZqBvHiye9KI+6piBJndbQErvGWIxn/0uFB5fgAYxcpexoFWYXFtCjvfWN0cAPDvelAB0SkM5/opHki96ogg0AgAAAPro5IXbhSXli2ZPhPQzAEMRh624cEbAGC8X2LYG4CkSB6Bp0vQzE9+YDEkRaGpRQjmZ6eWQHFklWpKEpnUuYYhAJy72Fi/Nn6yhpowAAGAE+/ynPUtmj/ceZYceC7lLUCYDbWqki7/Len4uj8vPLy7HDXVVZQ116I3BU1DX0FReUYMbejqaHPajk/2ZOUX4XtQqEggExOlkeB7G93h3N7E2NQKPJEIAGgAAAGj3yOPfrRTkIAIAADD0QfoZPBOdM9AZUQ0IyWagESUGDRloMAhR14pxI7e+irqK7Kg5JK/HCoYN6hxY2FIvIsLPrSLJXNsqM/dCBwsAAKBnmTkF1+480NJQnTbBFwEAhhS8ojfOx3XeVH8ljiICADxtRP6GwaAT6Wd8T1R3FieduwpAo7adXZIAtFxbY1CXNH621NWUX5o3ydXBEgEAwIhXV9/49+GLdx/ErVgYqKOlhvqOjHxQSyS8OD9QS0Ol5ycWlpRv3nEMNzzd7KZP8EIAPLGwqKSj527jxsyJ3k52j6gmg2fYD775k2jwBQIGnTiOSJeTE6efiZl5BO7ihgA0AAAA0CH33HOgubUTOEAOAADDAKSfwTMEGWgwbEiDpK2tOQ1V1PHmqloIgGfHXFWTbItQa2FTnQVTvvOprdCvAgAA6I3Lt0Lx/XPTxyEAwFDzv7dfMDPWQwCAfkCEmMUZaHEKWlIKGv+TFHWmXtmMnFhyL21TUR6FDbQOxnq7BHg4slhMBAAAoE1KZv6Xm/fOmOg1c6L3Iys3d0bsFRSJoOAdGJLEl+IUCCVNRtuJZGjEglPoAAAAjGgytZypp/p1JhQKybZkCmm9MAQAAGAog/QzeOaIDLSRVXtpgYyohpsHi/k8Pt5/IVkHka6EUMuUIgAGH6IvzW6oJMcYK6vT5WDvE3iWzFW0qYO5zdUdtukoawIIAAAA6FF1TV10QhqHreA1yhEBAIYaSD8D0H/IQs74RpciCkKLY9DiPDTlJnmIJp2I1h6S7lwoGpAm+rlB+hkAADoTCIXnrof+b/Oe5Iw81HfEMRfYKwiGIjz38vniY4hCkZCYk6nHEEcaqAANAABg5KJGiGSS0KibstBkWTuhJIqEIQAAAEMZpJ/BIAF1oMHwQKwrZ9e1B6DNVLURAM8Ug0YzUFIraqghBguaakWtIslWnWQrD67tAwCQEBfO4QsQAD26ExqN78f6jKKP5MJKAAAAQCfEJhWZYZYUg5YGmztXgEYdCzx3WR8agEFi87cfIQDAoFdeWbt553EvN9slc8arKiv1PLFMdbyRnBkFQxqedQUCIbG6RafR8SBukDu6R9rubghAAwAAGOnwd39+faX3mZ9Q246Vzuu41JUDmUcb+FxyeFv0rf9SIhAAYEQarWOywtHPSEkdgaED0s9gUIEMNBjSqKcR5lAqQJsqayAAnjUzFS0yAJ3bXEOc1Eo9DxYAMOK1Ijlx4SgEQI8eRCfie38vVwQAAAAACrx3Sq4TMv3cy9LOsI8LAADAkwiPSY1PyZk31W+i/6hefqe0wgW/wZAlPpNfKKALxVfVkNT7oOGVKTRSQQAaAADACEUNvTUJ+Q18Lnpc5HpERnUZviEAwIgUWpRZ0li7feIyBIYISD+DQai7DPTklwwQZKDBUEB0rXlN1eQYc1UtBIYyfnqqIDKEnxwrKizA35dowizV+c/TOEpoSDFX0QgpkrYLW+qkxV2Q9B51dRIsAGAkka5PwUkRoGf5RWVlFdUmhrr6OpoIAAAAAF0h085k6LmH9DPs0QIAAPB0NbdwD5+9HfwwaeXCKaZGur15CuwKAEOXSKy9ivlInpPhKl0AAABGLuqVTRAAADyx4KIMBIYISD+DQYvIQBtZqZBjMqIabhwoEvAFAoFQJBJiImKvRtu+DNg9B54tau1nopldX0U+aqYCCaFBTUGOQe9q92CrQMANC677/G3ed/9j3LiDYuOEuZnC3Iz0vQd49Q1oqDFT1Sbb+ZIK0OQFLqkzMAIAjERdnE0GHQLoUnRCKr73dHNAAAAAAOhK50AzOUauKwgAAADoB3mFpd9uO3jo9M3mlp5K4MG2PxjS8PxLpp9lcvwjcN6GADQAAICRiBoYIiJECAAAnpgQOpMhAtLPYJCDDDQYYC1cHnpixEyIj14WNdbwW4XkeFMIQA9iinJMfGPLMekdr47HT4qv//YjwV9bOZUtigrq3NoyfmN1q1DQxG2tLakUCYfeCo+psgbZLuQ2tLaKutsjDN0pACMKjUZrFfWUvYE+AVBFxYkD0G6ONggAAAAAAAAAwCCGt+ZvhcR8/tOeB9EpnbfsZSp6IACGIJnSHp1j0CMKAwEAAAAjVXfrtasc/TUU2AgAAHohvbrsXFYsAkMHpJ/BkEBkoI9uiy/IqCPGZEQ1IFQ0+SUD3GZQNuVpNBoR2+mieiEAvXP++j2RQDhn2jhFBXn0BIiuNauhkjrSSk0HgcFK2CriI6EAtZ/CxRcIk7NKVQ8e0C2rlmdrc+srmivyhPxm1CqepLwJtSpy5GhDr6sxVdUi21yRoKylyYgpL14laNsWJFcPoCMFYORQZCvIsxQkR0VhyQePVlldm19UqqmuaqCnhQAAAADQEWxJAQAAGITq6hv/PnzxZkj0ygWBBnpQpwMMN+J92nJw9r4YBKABAACMUOQRbnH5547rBKud/CGoAQDopYtZ8RCAHkIg/QyGEMhADyr4vfXy8oqIiMDte/fuBQQEdDelQCDw8/PDUyoqKkZHR9va2qJBD/91QaHRUQlpC2dN9HB1eMKZqLS5jmzrKCrL02HX0+DFQ0IepVx3TUPzw8S8RgHN0c4XtdxvyI7l1pUR0WfxxAJU1YyU3G3kmEw01Fh33L4r5zUYIjVp/plSJwO6UABGDjabbWhiKrPUN7e0IAC6EZOYju/dnKD8MwAAANA18ZqV+MSyDhAAAADwrGXmFK3fsi9w7Oi5U/xYrKG3YxOAHkD6mQBHoQAAAIxc5NFukWjoXcQZAABAX0H6GQw5kIEePPC7um/fPjc3Nx6Pt3r16tjYWEVFxS6n3LhxI5GT/vHHH4dE+plUV9+4+7/zQSFRL86fpv+4pQ1bUWuTkE8O6rCV0VCWlp97PuRuSEJcTnFhVV2dia6epaGRg6n585OmmujoyUx87v6d1zd/T7S3vvPRoglTHvn6k997PSknCzeMtHXC/z6Inqni8tro1KJWBY6GjmZ5K0/+9hHF2lLxR0pO0Ij4rUjTw4Mu/0SVwp8JRQZTgc5saZs5mwU86mUBodMEYKRhcziGRsadV5nkoD8A3YtPzsD3TnYWCAAAABh2MnIKicZPfx5BjwsSzwAMA0Iht6S0fMueCwiA4UUkar0S9PBBTOpL8ya52MNmHQDDDQ0BAAAAIxhx1WNRKwSgAQBgmIP0MxiiiAy0kZUKOSYjquHGgSIBXyAQCEUiISaSIM/zhhO++4m9vf2GDRtwIz09/YsvvuhymtjY2O+++w43Jk+e/Pbbb6MhKCu38Lutu09dus3j8fv0RLKMbhOfS45UZLLQ0ISXsPd//2X8O6/8cuRAaEJscWUFl89LL8i78iDk12OHfF5b/spP3zQ0N6HhIjO/PDypAHGUVbU0G6prsup5WaYuLRxVcoJGPqpuRiI5ms6EsQw2Gw1BHGZ7bpuI6VNrP0PPCcDIocgqiwdjAAAQAElEQVThGBqbyNG6ODIiQrB3CHRNIBQmpWUz6HQHa3MEAAAADD9PHFxWU+HQJDrXfoZUNAAAAAAA6FdQARoAAMBIB4e6AQBg2IP0MxjSoA704PHJJ5+cPn06IiJi69at8+fPDwgIoD7K4/FWrFiB7zU1Nffv34+GLJGo9fqd8IexKUvnTnF2sOrNU6j5+wZ+e+/KGbIB6Nc2f3flQUgPE1wMDebyefs+/3aoL2ui1tbU7NLUvEpFdU2OinJlcWl9dbVQIMxxnajQWG0Sf4fJa8Efb2Ed4gqRjr+3orGhHJ2OhiA2k1nZIm03SipAS0+HhfQzACMJm80xMDbpU9cNXQTA0jLzhEKRg405gzEkvwQBAACAnmmoKefkFeOGuooig04nVpbwPbF/qYe9TMR4VWUFH1dLvFNKcqORT0eQfgZgqKHT5XW0VJbO8JaXZynIYyx5FovJZOLVYLqkc4Ba72CQePmjza1IDrX29hQe/O0UOHb03Cl+eI6GzXwAhp+RGICGvgwAAJ7c8Ni2kX4jyMFXAwAADGeQfgbDAGSgBwn89u7bt2/06NHNzc2rV6+OjY1VVFQkH12/fj0egxs7duzQ19dHQ1x1Td2f+0462VsufS5QQ02lN08h+ttGQXsHy2bIoyEoNDGOTD/rqKlP8/F3MLXQ09TKLMyLSEkiH7rxMPxCyN3Z/uPQ49q89r3GlmbckO/PpDgd0RTkGPxWIQ8J28bItYoLnYo/sOSs0vT8SramlqISh9ZY66hME7Hw56aQVdWYMWYhn8U2j75eW9VQz8MHFJDJksUs5V7NDIMQtQJ0c6ugQ9V86CwBGBnE6WcTExqsIIG+S0zNxvdOdnChZAAAAMOThqoy0fB1NVdXYeMdSkQpZ5rkohnk/iWZus54iCZHo9PpTKYkGkmjEzWgxf8kj8KOKQAAAP1G/B0j2bv36CMhlmYGKxcEGuhpIgDAMDWyAtDUfFt3bQAAAF2S2a9B9JxDeucFNQ8HXwQAADBcQfoZDBuQgR4k7O3tv/322w8//DA9PX3Dhg0//vgjMT48PHzTpk24sXLlyoULF1Kfkp+fv2XLlhgJfX19d3f3GTNmLF26tPOLnzlzZvfu3WlpafgpFhYW+Gd5eXm9/PLL6urq6BlJSM78OvPfGRP9Jo/zoksOfMqQWZEWV4AWcMlBDmNIVoAOSYgj27+/92mAyyjpgKfPGwh9u++fv84cJ0Y8TEl+kgC0m7Ut6n8iJGpp5YtQ+ycllLQFIlFaTllafiVHU1uercirqmTWVuy8dCW7oEhNVfnF52aqKCpnes/KNbKvv35FnZ9h7uep4elOYw3Vqt5sagBaKJDZEoStQgCGPTZH2dDISGbVSNTaSs1D02gdivtCtwBI8SkZ+N7J1hIBAAAAwxrep0QnYsxEllkSce4+AC3OSdMlxPVhGUSTLn5Wxx0IsHsKAABAfyAuNiCpdtd1KWgOW3HRzLEBnk7wRQTA8DaCAtBk9IEclBkDAACgB50vVjU8YtAAAACGMUg/g2EGMtCDxPvvv3/69On79+9v3rx5zpw5/v7+PB5v1apV+CFLS8utW7dSJz5z5syrr75aXl5ODFZXVyclJR08eHDPnj3//POPqakpOeWGDRu+/vprcjBB4vjx47/99tvt27etra3RM8Lj8c9cuRMWlbh47mQ7K9NHTS7XIuSTA9TI6RDCoixOJVUVMo++GDgzJj2VaLeibvcpNfO420/8F5YUH5eRbmlkPNrG/qWpM+xNO1SOnPze60k5WbhhpK0T/vdBYuQrP31zMTQYNzztHc/+sCUxO2vH2eMhCbFcHn+0nf00b7+lk6ahvmhtSzxTCYWipOzi1OxyJS1teUWFyuISLbooJTWttLIK9xvVNXWJaZlmdo748EFkMyq199T0CPBcOp2hqoqGLDYljk/UKe9QBBoAMKyxlZQMOqWf6+tq6UwGW5FDjsEbDQj6BNBJTW19YXG5EodtqK+NAAAAgGFNEoCWVHOmyZEVnQmo6wA0jZiSwcA3cQaaqAktJ9f+LAAAAKBfSb6iJJd463g0JMDTadHMsUocRQQAGO5GSgCajD5w+cKotLJW1EoNQBMZPojxAQCADGpiBjfUlOTtTTRQ234N1NZnQrAGAADAIATpZzAsQQZ6MMDv5969e11dXZuaml5//fWYmJhffvklKSkJP7Rnzx4VFRVyyqCgoHnz5uEDgO++++7zzz/v7OxcXV0dFha2fv3669evv/jii3gCfFwQT/nw4UMi/fzBBx/MnTvXzc2tsLAwJCTk448/xo1PP/305MmT6JkqKavY+s8RD1f7hbMnqiordZ6ArKfbSKkAzWYOyWrB7jZ2ZHvdts1XwkPn+I+b7OHNllfAY8z1DU5+t7nnV8gqKpj+4dtp+TnEYHxmOr4duHrxyIaN/s5uqNd2XTyzfvcO/C1GDF6PCMO303dvb3/3E111jd6/jvjjEQqRSNQqFCGRUFjfkFFWE5ZeLBDRORpalcUlDbV1qqqKdAad3naBYxaTgb9I88vKymtq8PCcyb76Bjq0rqqADxUcytzY3CpAlPUEcjx0mAAMS5L0szGtU/q5uLDQyOyRJ/YAgGIS0/G9u7MNAgAAAIY7vMaEd1MQpZzFaWayEnTHNLO43SpbBLqtAnT7UxAAAAAwQMTfOq1y0noVBnqaKxcGWpkZIADAyDAiAtDUSs+VdU0b9oUhAAAAfTfKSuvrFV7EfgvyyDfswgAAADAIyaafa7iHN6ZS088TFphD+hkMUV1moGn0oonLIAM9cKysrDZt2vTOO+8kJCRs3Lhx82ZxHPbTTz8dM2YMOQ2Px8MT4MZff/21Zs0aYqSSkpKxsfG0adNGjRoVHBy8bdu29957D4+/evUqvvfw8CBeCrOTwI3PPvussLAQvxqL9ezDxA9jkxNSMmdPGTPO353eTRa2gd/e2crTh+R+J19HF18n19CEWCRZfC6FBuMbi8Gc4O4xcbTXTN8ADeVHFELeeuI/fE+n0R3MLdLzc1t44vdEKBJ+8tfWe3/s7uXyGJ+ZHpGciBuGWjrKHE5KbjYxPjgu+qt//9r50Reod0RcnqCggJuWzs/M5mbk8DKy6xA90X9ima4+W16+JL+A+Cgr6lvsbGyKiorTc/K0NTTsbKwzapvTC4qEQuG40faj7c0V5YdknJ2kQGeS7SYBT+ZRiEEDMFx1mX5uqK8vLixEAPROVLz4yg/uLnYIAAAAGO6IADNRy5ko6kyT610RaDpR+5nWIQENRaABAAAMIDnJP001ldWLp1kY6yEAwIgxhAu3PAayZA4AAIDHIKkaJhAJhSIJssYbGmqXBx1avy0AAIC+6jL9XFPeIf3sHWiEABiyiAy0kVV7peG0iIZbh4sEfIFAgFfVhELKChsxAaz/PHVvvfXWhAkTcOPLL7+sra0dPXo0UcKZdPfu3fj4eC0trVWrVsk8V1lZefHixbixd+9eYoyamhq+z83NDQ0NpU65evXq0tLSsLCwwZB+JrRweccv3Pxuy56UjFxijEwN3UYRn2wrMeXREISP1P7x3qcGWh0uc88T8K+Gh37y11an5YtmfPz2X2eP4zE9vMgnL6xKOXTq6uY/EvafsDUxI0ZmFRfGZ2Wg3mnh8TiK7INffh/xz8Fbv+089d0vRAlq7HzIndDEuN68SCuPV3/hctG7n+d9vD77r105165n5WanO7hwrWxYDGYTl4u7DeLjaxEIS1pEs2bO+PTt11a/uKSYK/cwPZvL41mZ6M0e666uzEFDnDJlbmwWij876BgBGPY43aSfiwryEQC9w+MLUjJymEyGvbUZAgAAAIY7OTk5opYz/u7D/5gMBovFlBdj4ZuCgrRBveEJ8D8GXfwUhqQKNBF+Jk/LBwAAAAZSVU3dD9sPHTh1o6GxGQEARoYRUQEaUa7Eio//EmPwGre1cV+uFgoAACNVXRO3uKIBSfpSgUDYSpf8kxwqHhL7L7o8qg1hIAAAGK5k0s+NdTxIP4NhqXMd6LQIvMIGdaCfMj4fr/+K8+RCkUhbo0PRX/xm7tmzx8nJqaGhQVFR8dChQzIZ5cjISHxfUVHBYHS77yUnJ4dozJ49+/333y8vL/fz8/P09PTw8HBzc/P393d0dCQnbuHytv17VJxxl/Rvkl4OiVolDbLXk7QoE7Q1JI/jP6fLX6NVfHnAvs0bJWUVW/85MtrFbt6M8eqqytL3RHLfyGshJ1NmKaChSU9D8+7vu7af+O/A1UtV9bUyj8akp+LbqTs3z23aqsjqIuQ9zs193cKlRJstr/D8hMnf7vuXGMwvK3WxtEa98/aCJRPdPYm2j6PzR8tWfL1nJzGIf7qvo0vPTxc1NdVfuVmx60BJTnatkEdUBeBZOdNHuSvr6zeXlZVVVze0tIgPb0s6igauIK6oGs8qTVxuUnZOdX29oY7GihljdCUzv+QakkMYhzI3NgqlKwZD8YReAEAvEelnmZWfxsYGSD+DPolNTMergq4O1gw6HQEAAADDnaSWs7iKM4Mujj8zmUxiUA51Uc2ZWha67eKx7fWiqZMhAAAAYADhXX1BobERsWkLpgeM9XaBLyIAhr3hH4CmRtyIo4HEIItJ//61yQgAAMCj3IvN3XosDInr6LcK+PzWVgZiyOFd/q00GlnsbbDtv+h8AFtmDPmlQK1jDQAAYKjrnH4+8mMapJ/BcAUZ6F5qbuG2cHn4v2Yur7mFx+WKB1taeC24wcOD+MZv5uGWuN3C5XN5+J7X2NShPoSqCufXDe/KvLKpqamPj8+NGzfc3NxsbW1lHo2OjkaPUldXV1NTo6amZmJicvjw4TfffLO0tDRCgpjA09Nz06ZNEydOxG2hUJSamYcGF9nZSTyPUQeHcmKWLa/wyQurPl62Mi4zPSgm8n58zMOURDzPkBMkZmd9t+/f7195s/Nz/Z1HUQd11NvPwG+hBMQfaY7/OOrg8mmzyAB0QXlpz88l0s/lew8VZ2fVifjkJ9FqZqFgbNpCpysyWRw6o6GxgU6jKSsqEkW68CeI/8a0vLzq+noNVaXlMwJMDLTEV0BGNLocjdcqGB4bTiLKNiBsDAIwLHWZfm5uairMG2zfpGCwi4xLwfdujjYIAAAAGAFoEpLQM40hKegs/keXZpplVq7I9DPeriIy0KgtDN3xUfAU3AqJ8XW3V1QYkhfaAgCAZwLv4d9/8vr9yMQX5k40NdJFQ8H42SuIhjyLdfbwHwry3V4WMj4p/e1PviPaH729embgODSUHTh6btfBk2qqKmcObn/kxL/+uffc5duOdlZ//Pxld9McP3v1j38P48a3n70zxm90zy/4yrqv0rNyba3Mdm75uvOjAqHwlXe+ys4ruHryH/lBc6FOIGNkVYCmXv8XAABAX4laRQKhuGgcsZdDTiQiDpAPnv0X1E6+h+PZrRRIUhgPvhwAAGAY6DL9XFncnjObssRy9AQDBMAwMtIy0JXV6kU1CQAAEABJREFUtbV1DQ0NTY0tLc1NXHzf1NTcJG4083h8fOMLhHwBJsT/4YEWLq+vPwIfScJ7FZWV2FoaqnhnFoMhOfDHoCtz2KiPhEIhvp84ceLNmzd7M/2CBQtmzJhx+vTp69evR0REJCYm4pG4MWnSpCVLluzevZvDVvzrx09QPzh2/sbt4Mg+PUVbU23Z/Gl2VqadTyZkM9uPxjXy+/wRDDZ4eXG1ssG3dQuXNnFbjt26duTWtbiMNOLRg9cuvr/4BU0VNZlnqSkrUwdZjPYdozyBAPWakbYOdVCRJa+noVlSVYnbuSXFPTwRfyiN90LK9x8uTk+jpp9pLJZIXau2mSvgNzLq64zKikpEohqReF5VVlTEs3sLl5ual1deU6umzF4y1dfOwpApKXgpQCJhq2hIbzY18rlkm01nog6binBIHoBhhaOsbGBoJJt+bm7Oz81BAPQFjy+ISUzD85KbEwSgAQAAjAj40J84AS3XFoMWV3+W/CferYS6DEBT213mpMFTcfdB3PkbYSsXTnF1sEQAAAB6LTOn6NttB8f5uM6b6q/EUURDBJfHu/8gatJYn+4muHknFIHuTZsU8Pe+Y/gg0dWg+z0HoHPzCtOzcnFj1tTxnR/FO5A3b9udnVeAwOA2IgLQ1AwccQASAADA42htFfAF4l0XQsk54HKiVslp3IME9eLF1Awc9VHqxCLpFcFFBAQAAGAog/QzGLGGXwa6srq2pq6huqauuqa+uq6uprahprYeD+KRPT+RwaAzGQzxjclQVFRQUcINOm6zWExFeXGsWV6BhRv4hhsKLBaHo4gfVZBnyrNY+IYnwIPo6bG2tsb3kZF9CBYrKiouk8DtvLy806dPHzt2LCQk5MiRI5MmTVqzZg0aBFhMxoxJ/pPGeOI3XOYhoitm09rDvtTI6VBR01B/42FYbmlpXmmxrbHZ2nmLyIfY8gorp895aerM5z5/PzI1GY/hCwQJWZnj3GR3ocozmNRB2uNuN9U3Naorq3T5Uj2fw4mXcW5dXVVjfQNDrlWSQqcxWSxVFXlbmxZjo4a6esWKMoOQIPnE2FYvvyYHt6qGeh6fz6LRMouKqurr1ZQ5S6f5edhbsCidyFA/abSJEsdXFAegpd2gTG84pM8SAQAgSfpZv8v0c042AqCPYhPT8eFSZztLDlsBAQAAACMDUcKZ2IlERKGJCtDUus6dnyLT6HIQPKG6+sZte8642Fu8NH+yhpoyAgCAkSo7r7hP0+P9qEGhsRGxaQumB4z1dkGDHlGF8HZweHcBaKFIhB9Fw4iOtqazo42yEgc9JfilxviMvnXvQVh4TGNTM4fdbfb93JXb+F5BQX7SOF+Zh/AOgZ+27boeFILAoDeyKkATlT4RAACAxyISiYRCoZxAvMdDRKe30mlk7/rMS0FTc89lzfX/JN+j/mKoYwBarn16RFwcoKKlQ55md8J9DYU+F/kDAAwDLDpzjKHVKB0TBIYUSD+DEW6IZqCraupKyqpKSivKq2uqa+trasRZ59r6nlLOKkocDXUVFWWOmoqSqoqyqgpHVVlZTVV8r6w06FbebGzElQJra2svXbo0Y8YMmUeXLl0aHBzs4eFx+vRpPIinuX37toODw6pVq4gJTExM1q1b9+abb1pbW+fk5ISHhw+GALSTveXS5wI11FQ6P0Sub3Mo2d+hWAFa1Cpat20z8edoqqitmf0cq2OamU6jO1tYEwForK6xEfWbwvJyagAaf8eVVlURbUtDo56fqzZtiomqqtyZszVx8XhQ3dnWcO60PKTQXNSokp5sHHKHnpNRpiAvNLXQ1jOobGwoqygvz81pEQo1DfSWTvX1sLdQYDHRMNIooFaAhosVAjA8KSmr6Bka0iD9DJ6SiJgkfO85ygEBAAAAIwNZv5mMQbcloWk9BKC7fB0E+kdcctYXP++ZO8V3ytjR9MFUpgoAAJ666MSM8JiUiuq6sorat5bPsbYwJMbvO3kd9V1jU/P+k9cfxqW9/8oCNLi5OdlFxydHRMa3cHkK8l3sxoyKTaqtqzc3MZJWJh7637pTJ/rjG3qqZk4dd+veA4FQeCModO6MiV1Og/e337gThhuTxvqwFTuc+VxYXPb1j3+kZeYgMBSMlAA0Ig7FdbowKwAAgD4RCAV0Ol3UKmo/sWQQoObesJLG2h9jrvXtFVCrHGXFcE/ifQQAGKk2IrRz8ktzLF0RGCIg/QwAGvQZaPyzyiuqS8oqi8sqJfcVpeVVeOddlxOrKHHU1ZTVVJXVxTcVNTUlfC9uq6kMreM6s2bN0tbWLi8v/+qrryZMmKCo2F5j4Nq1a0eOHMGNN954gxizf//+o0ePenh4rFixglotmPyM9PT00DOF3/+lc6c4O1g9cko2nRqAHnoVoDWUVUdZ20WlifPNlXU1Px7a++WKV6gTFFWUXwoLJgetjYxRv/nnwqmt73xEDl6LCBOKpFc2M9N7xFcbQ1lZL3CSVoBvbWw8jdaibtLU2pKS+6BZJbLGKDFJrqK8nEmr8fIXGJkJWlubW7gVFRXc+jpjNc7Sqb7ODpas4ZV+Rh3j+Aq0Qb1HVKZzZitybOwhewfAo4lEePHpYvUGfwX3ciHCz0aQ1wFt8JdjbGI6Xv8c7WKHAAAAgJFErivoUatJsBI1YHg8/vGLd4MfJq5cGGhlBvu9AQDDQXVNXWllbVpmgZqq0lhvZ2JkQXFFeEwq0W5obiYntjIzzC8qR33n5Wa7ZM54NOh5uDmmZ+U2NDbdC304Zbxf5wlu3ZVkdsd5/3ugAIFujHZ11NXWLC2vvH4npLsAdHBYVG1dPW7MmzWJHCkQCn//+9CFq0G4oSDP8hjlhCdDYHAbQQFoRKQihvwVOwEA4JkhgmVEyWTiHg0C1NxbRl3Z0YyHZc0Nj/M6ki8IuWFwfhwA4IldzUkcgAB0pw4HVlMfB6SfASANqgx0QXFZSVlFSVlVcak48VxU2sXuSEUFeX0dTT0dLR0tdUniWZxy1tZUQ8OFlpbWhg0b3nzzzcjIyICAgC1btri6ulZVVZ07d+7rr7/GE1hbW7/66qvExAsWLDh69OjDhw/feuutb7/9VlNTE4+sqKj4+OOPc3JycHvx4sXoGWHQ6YETfKaO8+45EUseEGUz24tSNA3BCtDYOwuWrNy4nmj/deZ4dHpKoJevhb5RVV1tfFbGsdvXG5ubiEedLazsTM1Rvzl++7oqR+njZSuUFNnpBXkbdu8gH1owblJvXoHBZmt6OTFqb7Lq7rUKWCa1AuWUJH5FebmcqMbBrcFxVB2Sy8vPr6yopDc3m/BbnrO1dzAzHH7pZ9Qxjs+mDd4/EEIDADw2Gg2JWsXbVY+9GLV2zE/D8jjChUYm4IOdHq72XRbcAgAAAEYMybGz3mWgwUDC+9w2/vHfGC+nhTPGKnEUEQAADFn4OMIXP+8h2vZWJmQA2tXeXE1FSUdTTUtDRVO9/Sp5L86bdDskBvWFtqbqioWB+MVRxyuHD05ydNoYP4/L1+/evvegcwBaIBDcDg7HO+3H+nn+e+Bkl6/A5fEOn7iYmJyRkZ2Hv7utzE3cnGwXzZvGYnbYKfr2p9/HJ6Z99PZqGyuzv/cej09OszA1Gh/g9fxz0z788ueHMQnvr13p5+V26PiFxNSMvIJiLQ01X0+3FxfNUlUVfxynLtwIeRCdkp5Fo9NMjQ3eXrPMxkp2V3lGdu7126E5eYUFRSUVlTUGejrmpoajXOynTx7DoBy1OnD03K6DJ/FBojMHt1OfXltbd+jExdCImLLyKhMjfSd76wVzAlGvzZ42Hr9FCUnpZRVVOloanSe4fOMuvre2MLUyNyVHNjU1n7l0Eze8R7u889qLSamZEIAe/EZYBWhYIQcAgCfT2haARm3Vn8nk2TPf6yEOQNeU/RT7OFc8IWOIMqWgAQAjU4NgIMpVdjoxDzqfPoP0MwAynmEGurGpJSMrLz23IDO7IK+wRCSS3Yeopqqsp62hJ0k843t9HU0VZQ4a7l577bWioqJffvklKipq3Lhx1IeMjY3Pnj2rpaVFDC5atOitt976/fff/5KQeZ2PP/7Y0dERPQu2libL5k/T0VLv/VPYDHmy3SQckgHoQC/fRROmHL8t3bIIS4zHt86T4eXom5fXon7274XTB65etDQ0SsrJIkfOHztplE3vqlG2iuiNcczGSIS0GpPp6FY4v7S8Qk5YY2DQYO9UTaPlJyU01dTo1NeYF2brlebrT/FkUmJeDEQTItHwOEmLGsen1imXaP8Tn+GGLfmjlTmctiMxkC4AoG/w+g3eLpCT69slI4itCvyfhroatcYhAZbDESv4gfiA+lgfNwQAAACMbOTqEKwXDUL3whOiEjKfnzXW38MJPh8AwJDQwuWFRCYFhcZ+8sbzHLb4/A09HQ1PV1s1FSUzY10HaxNyShNDXXxDT4ZBp8+Y6DVzojeDQUdDx8Qx3pev3w2PjG9obFLisKkPhYbHtrRwfTxcVZTajrB03HublZO/ftPv+YUl5JiI6Hh8O3816JN1L49ykb1GVm1d/Qdf/lRXJy4ymJSa6eHuTD5UVlH1yrvrq2tqicGCotLjZ6+GhMfs3LLh5Llrew6fJqeMT0x744Nvfv/5S3sbC3Lk3/uOHz5xgfqzsvMK8O3WvQenL9zc/tMXxAzQHfyaX3y/ta5eWv0wPSsX367cDHZztkWoV2e/zwocv+vgKbyj9eK1O6uWzZN5FP9dYQ/jcGNm4DiZh5wcrJcvnuPl7kK8JwgMeiMlAD34T+AAAIDBr5UIPcu1d6qDpwg0iTre18AS9VFSZZEIIWs1HXn6yLpIAgAgt66yqKGGaPdpPyHsVXxWIP0MQJcGMgNdU1uflpWXkZ2fnl1YUlZBjsevpq2lLs46a2tKajxr6utqjczKeXQ6/bvvvlu1atXOnTtjYmKioqLw225iYjJt2rTPPvuMw+kQAd++ffu8efN27dqVkJCQn59fXV2tqKj43HPPrVy5MjCwD1UNnhYVZc6CWRO83PocvKZGSxuHZgVo7Ls1a8trqoKiI7ubQEdNfeNr73g7OKH+9NGyFT8f3sfl86jpZxcrm69WvdLLV5AT1TOa4ugiWkM6o+xkVEVSXg2jlW5lxHK2U1Sn2YmqTFIfovQ0No+r2Ir4qFVeR0uOsrTKyzFaWvnCYXGdCmoFaAUagzwyMKj+NnFv3NrWkJ4vB+uaAPQN7THWauSkJ8MTa0eS+LMcsTxCymfEKimvyi0oUVVWcqAcuwUAAACGhNr6RvGtrrGuvjG/uByv4OhqqetoqeloqlPLZ3ZAiThDpechp7Gpec+xq3fD49csno4/aAQAAINYUGjs0fNBPL4At2OSsvw9pDufX39xFuoHdpbGKxYGDr2+sbXVw81RTVWlprYuOCxy2qQx1Adv3g3F9xPHenf51Jqaunc+/aGhscl7tMvcGRNtrc1ZTGZKevbB4+dj41M+/3brgR2btDQ7lIVLRTAAABAASURBVDs5cuoyPsw6cYy3sjInMiZxnO9oykOX8C/z6opFfp6jVFQ5126F7NhztLC49N3PNmVk5+LXnzdjspqq8s17YTv3HOPx+X/vO77l+0+I5waHRhLp5wAf95lTx1mZm8qzmBnZeecu3Qq6H5GVm3/0zJXVnULJpPLK6o/W/9zC5eHf9uN3VjvaWdfVN9y+9+Cf/SdCI2KR9Gz2R1BTU/H1cgt5EH31ZnDnAPSVm/fx0TEFBfnAif7U8SrKSr//+D8EhpSRle7qnI0DAADQV9IQ9OBAjWJLilOLyIeUWQqnZr+BAACgd74Nu/BnbBDR7tP6IqxdPhOQfgagB91loCe98BQy0MUlFek54jLPGTn5VTV15HgWk2FuYmBlboxvFqaGeBCNDNevP/ryI5aWlj/99BPqhYkS6FnD88XEAM8Zk/wUFeQf4+lsGjUAPRAXVegPymzO4a823o+P+eP00cLy8ur6uur6enVlZQNtHXsTs/GjPKZ5+8kz+z3W//b8Jd72TkduXg1PSiivqcY/3d/Z9ZuX32AxmL18BbnmLJqgkluuUHExrTwmq4bRqjLawuGlMXIa1bUizdIb+RWF+XI8njKNyaExyloF8moaNMrf1dg6VCPsnTV2qAAt7qMG5xF9/FspKCg8P2+GQCjIyslvamomrsJErvwgAECPqmvrmppaejMlXtyIZYrFYupqa+JBFY4SXjtCcnKd60CDkebKLfER5UljPGAuAAAAMAjV1DWUV9aUlFdXVtWWlFU1tbRwufwWLo/L4+PbI59urK+trq6sqsRRU1PW0RRno1vbDq6Rp4IhMNRk5hR9uXnvzIneMyZ6Da0qpwCAEUVdVYnHFxgb6Iz1dh7tbI36jYoyZ8ns8d6jencNvcEHfxeP8/c4e+nW7Xvh1AA0l8cLCY9hMZnj/D2bu9r7sWPvsYbGpvH+nhs+fYsc6TnKCd8+/+63kAfRP23b/dPXH1CfUlffsHH9e74eXVz+SCAQfP7+q4ETpPngJfNnRMUmh0fFZWTnzpw6/r03VhDjF8wO5HJ5f+87HpuQgp/CkByFuhp0H9+bGht+89nb4p0tEu4uDvj26nvr0zJyouOSUPcB6N2HTuF1GwV51s5f12tqiBPbHLbisoWzOIrsLTv2oV6bOWUc/qtLyioSkjOc7K2oD128FoTvJwR4sRUVEBjiRlx5SzhOAAAAT2IQHnNtbe2uADQAAIDhCdLPADxSlxloOqN4/GJ91PcMtEjUmpaVF5uQGpOUUVNbT47nsBUszYyszIytzI1MjfTxKyEw9FmYGr44f5q+nhbqu1bJnlklSny2echWgCb4O7vhWy8nnuM/Dt+6fGimb0DR6Wudx9/YsgM9ip+TK76hx9PKp3Fz6HK0xhK5urLqBlV5LQ9LuxfGqhg2tfKaReW8wqR0zYYWNpONOwK+SMTU1KCx2cP1UDc1js+mM+U6VTgbDIhfRl6etXTRbD6fR/wT8AUCIf4nIE/6HVSnJQMwSDzeLiG89NMk6PjoHJ3BZDHpNDqdTpOuIEEGeqSqb2gKeRjHoNPH+7kjAAAAYBCITkgvq6guraipqKopLqvCWwjoCeQXl+NbDxMQa0DEJTJgdWgIEQiFZ6+HhEQlrlgYaG9lggAAYBCoa2i8fi9qwXRphNfVwfKnz1/p9ooETwP+4prg6zZ/esDjVfcYPCaP9T176VZkTGJDY5MSh02MDAqO4PH54wO85FmszgFogUBw9VYwbjw/b0bnF5w9dXzIg+jwqLjK6hpN9faq2PjFvd1duvwd1NVUyfQzwdbaDL8Cbixb0OFHODvYIvGxJFFRcZmJsfgQ7fyZk0e7OBoa6JDp5/YXsTJLy8jp4fR1/Dr3Qh7ixsK504j0M2nm1LH7j56prK5FvePr6aqhplZVU3PtdjA1AJ2UmlVQVIobs6aOR2DoG3EBaAAAAMMPGX+mVoAGAAAwLEH6GYBe6pyBTg4VZ5d7n4HGh9OS0rJjEtLikjMam5qJkepqKpamRlbmRtbmRgZ62ggMIxy24nPTx/l7uvb14KZMflSB0R6ALmuqR+DZkRNU0vlliKbAcTZQmVKp0GxmOM5FSUfQ2lLEZztUxFXQcosV5MRdAF78ea1CeUN9BlsRDUf1vBaeSEAOsuniEtqDrbyrXFuxNfyRiOOYNLqI0cqUrPng8XicqJUagAYASMksxn1bQCTLnST0TKczxP9okviznDQCDXWgR6hLN0OEQtE431GcYfq1CAAAYPBraGjKLSrLKyzLLShJzczveWIGncZWZHEUWIoKTLYCi9zPgySrRnyBkCc+qVIkEIhwm8sX8CWDPH4XKWrxpod0NWjQbTGBXiqvrN2887iXm92SOeNUlZUQAI8FFn/wVFwJijh7LQR/DZkZ6Y52tiFG9mv62cRQd+XCKaZGumjoc3a00dZUL6+svnM/YmagtO7Grbth+H7yON8un5KUlkXsFVn74dc9vHJJaQU1AG1nbdE5o0ywNDOWGUNEsRl0ur5uh8NDiorSgwJ4LYNojHJxwDdyAh6fX1ZeVVlZHZOQ8jA6EUmOQKFu5OQVNjQ24YaLo2yZcAaD4enucuXmPdQ7+E+bETj24LFzt+4+WPf6cnrbX3r5xh18b2Zi6GhnhcDQBwFoAAAAwwGRg4NNMQAAGN4g/QxAnzxeBprL4yekZMQkpCekZJIXTjUz1nd1sMa3xysMDAY58QX1fEfNmjJGifNEKR9iLtJVUCbHVLY0NAv4igwmAgOvVURryaHzi/EiTmcKTScx5BhqcrQaUUspX96CrzwOiW4qiFrpcnKtqJXfKmpWUdL095XX0kTDUVZtBXVQk8mWmYCYe5/h4T05SQwdSTpk/NHR6XS8qsNAreRImhCPF8GFjwB4pD4tJNJwD43Wln+WFILG/+h0IgRNTobAiFFWUX3tzgPcCBznjQAAAICBlZ1fkpiWEx6VXC8J/XSmxJbXUGFrqnHYivIcRRZbganEUWAy6KjjRk2Xay/kahLZaGzm1jW0VNc11TVwaxuaa+qaxCeCyRFXyKAhWAsaWLX1DU1NXLwvzsxYjxjTwuXlFJQSbfwA6ovwmJT4lGx/Dwc3RysDHQ0VZQ71URpduqILl3MbrpLTcgtKy/OLyquq6/CcxWvLI0pOt6bJs5iKCvJKbAUFBXlljoKaqrKutoagrWegnvwAnQB4ErdDYo5fvIsbXm62lqb9fuQOz9XzpvpN9B81nObb8QFex89eDQoOJwLQtXUNkTGJShy2j0fXBZtT07N787IVldXUQXW1biPpiuyuq2iz2YoymWm5rq5WV1pe+d+Ji5m5+VVVNYXFZTKPtqJud+CUVlQSDd2udlbr6fRtD/ZzMyYePHauobEpJCx6jN9oJCmVffteOG7MnjYBgWEBAtAAAACGCagADQAAwxuknwF4DL3PQOPjK3GJGZHxKYmpWeRIBxuz0a72znZWykpsBIav2VPGKMiz0JMhD7KaK2tQx6fXlLloGSIw4Fpb+XLCOvzdKRBHnOlyciw5XqmIoSpU9hMqebcyNLR9vKvDo5urIvkiQT1bXmXGFL05M1nq6mg4yq5rD0AzEE1PQRm1zbGdD4o8q8Mk7cVmJSFoRlsfLY4gCOkMuki6zSsHFaABeITeLyNt+WcJOk0cfxaXX6eLTw2jlIBGYCT57/Q1fD/ez72vh1QBAACAx5aQkh2VkJ6WVUBegItKW11JX1tVR0NZW4Mjz2LKdSCegKzXjB51bqdMBprFZKqrKJkZSi5BI1kXYjIZkuthEJ7xaaLDUkJqzsO4NDVVpcqqWn9PJztLaWXNj3/4p7JavO9OicPeuuENYmRJWdXPO44RbfyJ9fWjaG7h3giOvh4c/fLiaX6jHagPwUblMJNTUBqfnJmZW4znq8bmFunn2/1MI3O9ttaO19WRa+3QqwDw2Cb4uZVW1PiMsiPP6+g//p6OC6YHDL+y9xPH+hw/ezUyNqm2rkFVRSkoOFwgFI7182Qwuk57EmkZvPBeO/kv/k7v5U+h0+ndPcSkP36sNC4h9dNvfm1qFh/GxUcfHGwtdbQ19XS1nO1tQh/GXLgS1JsX6fL7it3HizVpaap7uDk9jEm4GnSfCEAH3Y9oaGzCb9H0yWMQGBYgAA0AAGBoa20Dh4EBAGAYg/QzAI+t5wy0HE2UkJIVGZ+amJKF950hSaUEJzsLV0drJzsrfFwNgRHgydPPFK2GimpMOTq/VXoBu5zaCghAPxNyNHm+yjiBkk8rjSXXKqDzCuVa+QKWIWKoEQe25G2t5J3sm+KTGvgtiuP8jJY+zzE2QsNUDqUCtLGCMlFeRKag0WAo/9yef24lDjww8CCdRhfShSJJ+WfUfqAaDkMC0EEPe4S6e6ht2Zde6p2IPktI2m0BaARGkuT0nLjkDLw+vGAmVIECAADQ70rKKiNiUiPj02rrG2UeUldh62up6Ouo6WkqsTqEnpG4RrMs8VPkOp671Xk1pnMFaJL0dDA6TXpFDDpN5qcg0Ec5+SW3QmIqquoqqmvdna2WzJauWuQVlt0LjyfaVmaGZAAa75lR4rA5bHl1lfb0noKCvL2VCVMSTE/OyG1q5qI+0tFSc7W3MNaXvZ4bOQvAUdWh6254XHxSZnF5dWNjc9dR514vudTpcP/AYtLluoIA6IWa2nouT6CrLa2wsGTOeNTP9HU1Vy4MtDIbnscH7W0sDPV1CovLgkMfzpw6/vY98dWKpoz36W56Y0Nx1hwvyFm5+bZW5uiZ2vb3oabmFi1N9Q/fWuXp7kynVIwOCg7v+bmaaqpEo7is3MxU9uBCaVkl6qOZU8c+jEkIi4htaGzCX7hXbwbjkRPHeLMVFRAYFiAADQAAYJhohYsBAwDAMAXpZwCeUJcZ6FpuNd2wNiYxo7lFfPhEUUHez8PZxdHawUa6Xwz2a4PeIIOb5CBmrqSRVl9OjMmp6/PuyBHun4+/Qk+JHE0e0eSJJVmoaCv7KIPBHutfW1DIYTH0X1jMsXjG+8T7VccAtKrsMbzWQdHjkTls8gqSkracSNRKE9GlG7ywzQtALzwyDE1d5InSZkTcmcj9kBd+px7ph/WikUAoFO09ehE35s8YDwdBAQAA9J+6hsawyKTQyKSaugbqeI4iy0BHTU9LxVBXVYHFbFsbQZJSzO2rK9IxHbdpqCst0vWWzitExOgO51W2PSInXgEiikCL88/EKlFbEWjQs4bG5vLKGnHx3dq6xbPGEyMbm1vuP0zEDWUlNnVN0sHaRFFhko6WmraGGr4nx3/zwYrOr6ynrf7ha4uI9oYt+5uay1GvqaspvzRvkquDJeo68t4WlEdgiAkKiwmPSikprxK1iuQQecIDIhvyLCbuTJSVFLRUOUocBY4iU1lRXkGBhTpt1NTUNZVU1ldUN9bWNzU2c1u4AoFQqCDP9Ha1JCvBy0SfYbMI9Cwnv2TrnjMctsJX77zA6v/SKvhHzJnsGzir3WPYAAAQAElEQVRuNDVZO/yMH+N96Nj54AdRvt5uMQkpqioqbs723U1saiw9VHojKLRzAPrYmSv7j5zVUFfdtvFzNTUV1J/SMnMysnNxY9UL83w8XGUezczJRz3uvTE3NVZUUGhuaQl+EO3r6SbzaHh0POqjMT6jVVSU6uoabt4J8/Me9TBG/B09c+p4BIYLCEADAAAYDjofwQIAADA8QPoZgKeCmoHmMuqqNFIKSlpQifghF3tLNydrN0cbyfEtGl7WiHUqsgHAI8mEw0w56mQAOpcSPAWDjbyDreZLSxjqagq6OsN7ec+pbw/idwhAo0GXa8T9MF7hITLQra34WKOITpMEn6Vn/MrBeb8A9FJvFhZKTkia+yHC0GTACIGR5MTFWxVVNXo6muMll8QFAAAAni4ulx+XkhkRk5qeXUAdryDPsDDUsjDW1lRjd0g5y5HrJB3WT9rDz22paNR2UQvqtnmXmznU9LPMycxkEWjiehjEPqIOIWvQjc9/2tPY1Ey0yQC0sb726y/OcrA24bAVqRObGevhG+pP+HMLHOsxd4pvD+lD2K4ccu6GxYZEJpaVV5OfHJl+xsuquqqigbaapbGWipKCnMzpEai1Q89ACb1ra6rgG/lqRD/AkNSBp7f1AWQxeATAo8QmZf554LxAILQyNaDR+31r2sXe4qX5kzXUlLuboK6hsbi0upnL5fH4XHzjiu+Ja2CiVkTuahOJWkVCYW5BiUgkxF+DaPCZPM7n0LHzkTFJ5y8H4cHACb49LJKG+rqOdlaJKRlnLt2cPW2CiZE++VBpeeXBY+cbGpuszE36O/2MJKs93T0UHhWXRQSgRaLupmEyGf7eo27cCb16M3jZgpmG+jrkQxHRCfkFxaiPcM82dYL/8bNXg4LDW7hc/NGbGBu4ONggMFxAABoAAMDwAVvsAAAwzED6GYCniMxA52byBXSuPFeZ3azr6mQRONsE79jGO/jIKcnjZ5CBBn1FHBQx5WiQY7LroQL04CXHZKo4OaARIJsSxDdqC0ATW4+DpJeTkxRTJ+7Jc1HINvV6R7DZC0DP+rpIt3aIQUtDz9QGgvPtR4a4pIxrQQ/oNNrry+dDtUsAAABPV2FJxb3w+AdRSTLjTfXVrUx1jHTV2vLNSPI/Whtq7plIQ7fHo9saHfLJ1JxiDwFo1CkDTa4I4Xu6OAZNpyatEZDg8QWpmfmJ6TlJ6Xnzp/q7OVoR4yf7j6quqzfS07KzMiEnVlHmeLraogFnaWawckGggZ5mz5PBxzpU5BWWnr4SnFtY2irqsCsAL7yKCiwjXXUnGz1VjmKHEyPk2lPLch0Kw3exm5c40Zpoihd/CXEGms7o2A/InmIBQGe4kxQIhM8F+s2e4ov636vLZigqyFPHNLdwk9JzcwpK8wvLcwvL6hoaUV+0ipeFwRiANjcxMjMxzMkrPHDsPB6cNO4Rb++611969d31fL5g7YffvPvGclcnOxaTGREdv+fQqbr6BgaDsfqF+aj/WVkY45+F54k9h05bmZsQ5agrq2tOnL12+sJ1Yprm5pYeXmHlsnl3Qx7y+Py1H3774Zsr3VzslJU4Gdm5P279Fz2W2VPHHz97NSElXSS5TMZsKP88vEAAGgAAwDBBPSQMAABgGID0MwBPHZmBRlledJF4/2BmeEsQvXj8YnElAAZlDwFkoEFfSQ+EtIobFkqUAHRtH67QCkB/4AoFZU315KCJvLg2jFwn6FkjM9AyY1CnmAIA4KmT61gu8ZHhITDMlFVU79h/CjeWzgs0NtBBAAAAwFMSHpMSFpmYnV9CHamjoWRprG1upCnPYlLDzUQBZgq5jilouQ71oWkdA46IzCZKf8qjAtBd/LbSBDblp8tkKNHI9iA6Ze/xq0S7sKSSDEDPCRyIqN8jcdiKz88a6+/h1JsPipwBYAtz0Lp9PzooLLauvkOCE39w2uocKxMdW3MdynkLkg4B9dhFtGWgUduy3La3of3FyXMwGAyiBjSNWgkeAfAonq629lYmShxFNCA+/2nPktnjvUfZ4XZ8avb9iMSI2FTyUQ5bwcHa1NRIh6OoKM9iyMuziHum5BAIWWsAH3kUCkVCgeDew5SEtDw0WE0I8Npz+LRAIDDQ07azNu95YhtLs8/ee/XPXf/V1tV/t3kH9SG8ZH+y7mUXp4E4P0dRQeH1VYt//+dQRWX1a+9t0NPRYrGYeZLKzQryrMAJ/tdu36+urW9obFLisLt8BSMD3U/eXbNxyz+1dXVfbtxGjtfSVJ87Y+LZS7dQH5kYGzg5WCckpcfGpzCZjGmTAhAYRiAADQAAAAAAABh0IP0MQD8hM9AFGXXEmORQcS4QMtDgqSAOiphz2ksNlTTWNQv4igwmAuAZyawpow6asNXIg4DSXk4yfvBkoBHll6EemAQA9FKfFhmZsw66HAOGN4FAuPXfo1wef7SL3QT/0QgAAAB4Ys0tvODwuEu3HlBHKrAY1qY61qbaKkqK7SHjTrlncVuORq0ATS0CTantijpFGx+9GkNdTeq8ykRuKJGRR+KaGCMWny+ITc70cJEGxUY5Wly9qzklwN3DxZrDHqCEXy8FeDotmjl2wHKHoF/hruNOSAxPICDH4KVVTUnR1kLf3kKHWDClKWe5Dv0Dtbug7PaQOY2B2gm0vz6S9gBI0gvRJQFosmeSgww06EFzC5esxDyQvVBdfePfhy+evHyXxxPWNzbhMarKSl6jbCxNDMyN9bQ0VHt4LnnkEcPbg3w+Pz6tAC86aLCaNmnMnsOnUS/KPxOmTvT39x51/OzVpJTM7LyC+vpGbS11WyvzV1c8r6ujiQbKwjmBRga6J85eyysoKi2vxO85/umjXZ2WLpghL8+6dvs+fv/v3I+YGTiuu1eYNNbH1Fj/770nwqPicC9kamzgaGe1ctk8/Cz0WGZMHpuQlI4b4/w8lZU4CAwjEIAGAAAAAAAADC6QfgagX0EG+vHw+AIEHoWYTyxUtKgjc+sq7TT0EADPSE5dJdlmIJoWiyM+BojIQ4GD60KuXfa60AMD0EsypxD0XpdPgUVvJBAKRVv/PVpSVqmjpb5m2RwEAAAAPJm6hsZbwdGhUUk8Hp8cqaOhbGeua26kSc09E9lCMmBI5J7plPgzNQNNbLVQKrrKdUw/S3+QXI+XsJBJPHcZgEYdr5aDujpDbIQ4dz302t3I5hbu+nfVTQzFF4hQ4rC/+3AlGmT0dTVXLgy0MoNd5cPB6Sv3QiISBUIhOQYveMb6Gt4upmwFlsyJE0SbLNJM1oyXaysCLSfXRY8hQ6YfIKaS9k40GhmB7uEVwAiXmlmwbc/pN16a7WRrhgaQUCQiGpXV9agVmRnrLZwxxs7KZBjMpEHn93Ueqauj2eV4NTWVLscjyXfWqmXz0KNs3/RFdw9t/vajLscvnjcd3zqPtzQ36fzL+Hi44luXryMz8UuL5+Bb58mszE1/+voDmZEL5wTiG+q7GVPG4hvqoynj/fANgcENAtAAAAAAAACAQQTSzwAMAMhAg6eOOBDSKmnoKSgz5ej8VukBm8TKQghAg2cosbKIbJsrqnV3CHBQdXHUXwbKPwPQe09lQYYVnpGDqP2clJbNoNPfefl5FgsuWAEAAODx1dQ1XrsTHhqZRB1pbapjb6GrocqRiT4TqUIi7kyn0aUNadZQrn1aSuiZKMZMbMH0vC3Tm5WZHrYyZKLPI9Pxi3evBImrS7o7WeP1BDQo4V9s5kTvmZO96SO7UPfwcOzC7fCoFDLTicS7Z+nOVgYutgbE4k89OaLDiROUEyXaos9dB6CROE7dYaFubasGTXYIRAcjcxoGRJ9Bd8oqarbvPdPC5ZVV1qABlJiWc+jMrfZhOZRTULLv5LUVCwPtrUwQAGBEggA0AAAAAAAAYLCA9DMAAwYy0OApEkefJbOH9JiInJyzun5UVQHxaFhx9gJruKA8eGbwHEi2rdkabdWfu8hAo0F5jB86XgAA6A8CgfDXnf+lZuYymYx1axbr62ohAAAA4LHUNTTeuBt5LzyeHIN3o9iY6TjbGHAU5WWqO9OlJOFFWockNKXoc3uKEUm2CMQ1oFHXuefO2wuP3IJ45O6dQb6JNACmj/fg8vjTxnloaaiiQcnO0njFwkAdLTX0mNoCrwg8Yycu3AmLSqJGn5kMmouNoZO1QXuZZ5q0YDy1cjwxkhJWpgSg5WhkV9Flv4E6ngVBDUAjaZ8jjlBT4tRwXgTowu/7zza3cP09HCf6uaEBgWfVM9fuX7gR1vmh8srazTuPe7nZLpkzXlVZCQEARhgIQAMAAAAAAAAGBUg/AzDAIAMN+gNxUMRTw5gMQEeU5CAAnhGBSBRZmkMOuqnoU4/eiTu0ViSTgQYAADDskelnBXnW+68vszQ1RAAAAEDfNTa1XL/78P7DBPzNQoxhMmjONoa2Zjr4K4ZMLspEn2VKPlNquMp1jBt2OHMTdUo8P/ZWTO+fOHI2lFq4vAs3w6aP9+KwFfCgEof94rxJaFBSVVZaMme8l5stegKtItnSv2CACYWiy0EPgkJihUJh27hWZY7iBE9rdVV2lxXiKWPIEyco9Z+RHGVXR5f9Rhc7dSUzQHskmpysMwRAJ8vnTzl9JXj5giloQHB5/L8PX4pJzMDfsG+8NHvLvyc7TxMekxqfkjNvqt9E/1Ew3wIwokAAGgAAAAAAAPDsQfoZgGcCMtDgycm1lX9GlLoyXpomOzNCiQlSq0sa+C1KTAUEwICLK8/nCgXkoJuyrrQ3k2uPEyAAAAAjSVlF9Z97T+QXlXHYih+tfdHYQAcBAAAAfcTl8m+HxtwJjWnh8ogxdDrN3kLPxcZQnsWgVn0mirZK72nkYFsAulPumYwwIoS6iz7LgI2aJ5SRU/Tn/vO19Q2NTS0rFgaiwQp/zhP8Rs2f5q+oII+eDI1Oa3tNmHmegZjEjLNX79fUNRCDeK8aW57p7WpuaqAhPS+CRiNLPlNPnOiyZrxMqWYkmVVkeg/UzWfdZQK+y/4HwdwCOrEyM/jo9efRgMDftj/+dSyvsFRbU/X9NQt7qH/f3MI9fPZ28MOklQunmBrpIgDAyAABaAAAAAAAAMAzBulnAJ4hyECDp4VaT9dLywS1F5FBIYWZgWaOCIAB96Akm2wr0ZhGCqrEjEpeIBZBNSMAABhJ7kfEHTp5hcvjW5oZvbFivrqqMgIAAAD6gscX3HsQd+t+dFOzdNcl3q6wMdNxszNSVGCR0WcGg9EefW5LLnbIL8pRSrfKdSjdilCHy9R03lqB7ZenqLyyduMf/+GGn4fj87PGocHKxFBn1aKpTyvMJxKKpA0oAD2wHsalnbsaXN/YTI5RYrMmetmpqyqS0WdKd0F2IB1PnOhYM75tL4dcD5HlR3YaZBKaOmV3bQAGGI/H3/z3ibzCUkcbszdemtWbk0DwxN9uOzjB123+9IAnP2kEADD4QQAaAAAAAAAA8CxB+hmAZw4y0OApImYSZYaCbC1+IwAAEABJREFUvapOcl0ZMTKsJBsC0OCZoAagvVQNiaOBRIUkSaYAQfoZAABGiKbmlv3HL0fEJOH2gpkTZkzyQwAAAEAf3X0Qd/1uZENjEznG2kTbxdZQRUmxy+gzg87oEGTsmHtuCy8iSt1W2fwiCTZb+om2puqkAHcTA+0ATyc0iK1+fhrqB+Kz2MGAKCuv3nnwfFVtPTmGyaD5ulmaG2p0F32W6UAk09BlasZTTuvuolp87/uNHqaEzgfIOHbhDp775k7xYzIHInDI5wt+/fdkdl6xi73FO6ue6/0MiQ883gqJeRifvmT2eC83O5iRARjeIAANAAAAAAAAeGZk0s9NkH4G4BmBDDR4csThlta2hoeGMRmADqeEUAEYSA+K2+c9VyVdImsgR0E8BDFoAAAY3q7fDT9/7V5jU4uetsZry+ebGMKlkAEAAPSBUCSKiE6+eudhTV1D27hWM0Mtd3sjVWU2kWSm0+hk9Lnt/0QYWja52Lnkc3e5Z9hIGRjL5k5AI1UrgnlsIBw+czMiJoU6xsFSz9PJlKgHLxN9JjoQaefRVjOeTjlrQnKPuuw9uus0eu5MyPLPvX8KGLEKiyvwtyGePyf5uamrqaB+JhAKf9t1Kj270NLM4M0Vcx5jtqyrb/z78MWbIdErFwQa6GkiAMAwBQFoAAAAAAAAwLPROf3838+QfgbgmYEMNHgS4uizZH6QHsel0bw0TQ7kRBKPxpTltwj5CnQmAmAApVWX1nDba7O5KOsShwgptdZkY9AIAABAr9XU1JiZmdXW1urq6iYlJWloaHQ3ZW5urqurK57Szs4uOjpaQUEBDZSgkKgL14Ora+tZLObcqWOnT/QdmEJlAAAAho2HcamXbz2oqpHWbWUyaEa66s42BppqSt1Fn9uSi+1Vn8n0IlnvGXLPzxCPL/hj39nnAv3MTfTRiIS3iqUNmNf6WXRC2rHzd1q4PGIQ7zoz1lef5G1LxJrbOhB6l9Fn4o44cQI3O584gbrJPfe1D4E+B/TekfNB+H76eM8BSD9jh07fTMnMN9DTfH/NArxkoMeVmVO0fsu+wLGj507xwxuGCAAw7MCOHgAAAAAAAMAz0HX6uRDSzwA8S5CBBo+HTD8j1F6Bxk/bnJxA2CqKKs3zM7BEAAygB5TS4wpyDGu2JpE5kBzck9RMQnLQgwEAwGNTU1P76aefXnvttdLS0nfeeefgwYPdTblq1ara2loWi3Xo0KEBSz/fexBz4fr9iqoaBoMeOM575mQ/JQ4bAQAAAL2WU1B66uKd/OJycoy1iba7g7GiAotMLkozi5KgIoPOkIk+k0VbO52D2UX0GbZNBszve88mpuWUVlRv+nQNGpHw7nhpoxWBfoK7jn3HrlRW15FjVJQUJvvYqigpSrsISp34LqPPlBMn5IgYNHXPG4JzJ8CAq29oKiipUFHiTJ/ghfpfXHLW3QfxCvKs91+ej+/RkxGJWq8EPXwQk/rSvEku9hYIADC8QAAaAAAAAAAAMNAg/QzAoAUZaPAk2o7iiu80WGxTtnpuUzXx0IOSbAhAgwEWXpxFtt2UddsKJtHaDxxSkgcAAAAew6uvvnrq1KmrV68eOnRo2bJlM2bM6DzN77//fvv2bdzYsGGDu7s76md8viDkYfzlWyHllTV4cPJYz5mT/fFBegQAAAD0Wk1dw7lrIdEJ6eQYHQ0lHxdzDTVOd9FnMshIjT6TRVtlkosQW3yGzl0PTUzLUVSQf3P5XDRitV8HCYH+8MfeMxnZBeT7q8Bi+rtbGOupS7oFGlk2Xnrffu6EeAy1ZnzncycQnDgBnh1lJfbGT1YXllTI938R5dr6hn/+u4wbLy+ZNjDVpgEAQxoEoAEAAAAAAAADCtLPAAxykIEGT4I4HkMcovHQMCID0LfyU95zn4wAGCitqPV6Xgo56KqkK00eyEkT0GT+GQEAAHgCu3fvdnBwqK2tffXVV+Pi4jQ0NKiPZmZmfvbZZ7jh4+PzySefoP5UVVN3817EvQcxjU0tTCZjylivGZP8VJQh+gwAAKAPeDx+aFTSmSvB5BiOIsvTydTMUJNMLpI5xd5HnyG5OHgY6mkqyLPeWfmcsYE2GrHaKj9DBeinLjQy8eSlu0KhiEw/ezmb2lvokedOkNFnsuqztNWx6jNEn8HghPtPS9OBOHh38NStpuaW8b6u7k7W6GnAC1Tg2NFzp/ixWMxW6PsAGHYgAD1wXly+Jio6xsXF6cihvZ0fTUvPeG7+EqJ98vghezvbztM8t2BJWlrGpInjt2/djLq3a9e+X37brqurc/vGJer4y1euGxro418Agb5bsOiF5JTUta+veevN1x85cee3erRnQHNLy7dff7lg/gg+l7Sjurr6PXsP4IUiMTlFicPx8hz906bvZKa5dOXahx99vnL5Cx9/9B56AlXVNQFjpQfan180f8NXn6NBwMtvfEN9A24EBPj+/dd2BAAAAIwMkH4GYEiADDR4DO1ZUuL/cnIeGiYnC+KJRx+W5JQ21euylREAAyKkMLOW20QOuirrEeFnIqBP3iMEMWgAAHgiBgYGW7ZsWb16dWFh4fvvv793717yIbzFt2LFioaGBlVV1UOHDuGOF/WPnPziSzdDouJT8RqpPIs5bYLvtAk+ykpsBAAAAPQa3mcZGZ964XpobX0jMYZBpzlbGzhZGzCZDJmqzx2TixB9HkpGO9vYW5mwFRUQwLMighTgU1Nb1/DXgbOl5TXkGDMjzXGjrYhugU7cdxF9lvYn4k6mPf4sJ4N8Teg9wEiQkpkflZCurqa8ePZ49DRYmhmsXBBooKeJAADDFASgB46Pt4c465mY3NjQyOl0wbXg4FCyHXI/rHMAuqamNi0tAzd8fbxQH/F4/JdWromPT9y+bTMC/Qne6t774OPP7t8PI9pNjU1CobDzNGP8/fBKfEjoAwQAAACAYQHSzwAMIV1moOkMWsACXSQ+Ctg+JWSgAZIcgCFmABKeMSbqW6O49mnOZES95jIOATAgzmbFkm0lOstFRVd6FBHfkCSLgDocR4TuCwAAHtuqVatOnz59/vz5ffv2LV68ePr06cT4X3/99f79+0TDwsKC+pTg4GA8cWxsbFpamp2d3ahRo1auXOnt7S3zynin8S+//HLt2rWMjIzKykpnZ2d7e/sxY8a88MILTKb4ssvllTX/HDqbmVOAJNXIpoz1mjLOi8NWRAAAAEBf5BSUnrp4J7+4vG1Eq5WJjoejiaICSya5SFR9Jmu4UqPPZHKxu+gzbHQMEiM2/dz57N9WBPPk03H26v07YbFkWVm2IivQ105NhS09QYJGnjvRZeFnGkSfwSBXUVW7be+Z2ZN8PF1tUT8TCkV7jl3FjWVzJ7CYT5ppxNuGi2aOCfB0hgUIgOENAtADx9vb888d/+IddnEJiZ1DzPdDxUlQC3OzrOyckAfhL7+8QmaC8IiHRMPP16fnH6Snr4tfX1VVhRwj4PPj4xMR6H/wVvdSbW0dkX4eNzZgxvSpurraujq6nSdTVlZyH+UaGRWDlwu8dCAAAAAADGWQfgZgyOmcgU64V4vvAxboyuxzhww0ILUdnxHf6cgreWmYhFflEQ+dy4qDADQYGK2o9VxmewB6gpopPqpI5PLJOALqdOgXAADAY/v3338dHBwqKytfeeWVuLg4DQ2NjIyMr776Cj80f/781atXk1PiQyTffffdN998g7cKiTEPJHbs2LF27drNmzcrKkrjy1wud9asWTdu3CCfGyqxe/fuffv2Xbp0CU8Zn5yRmVOgpaEWOM5rjLcbi8VEAAAAQF/U1DWcvxYSlZBOjtFWV/J2MdNSV+ohuUiWgobo81Cx89AFA12tGRO96P12SYqhgjhnnWiXV1Qj8GRyCkp3/XexobGZGMTLuputsYutAaUDYZCFn8X/yFMp8H1b2XiIPoNB7lZITGFxRW5h6QAEoC/dDq+oqrWzNHZ3skZPAC83E3zd5gb6KXHg/FgAhr+Rvno3kEa5uSopK+FGVHSszEMN9Q3h4eJ88ytrVuF73G5saJSZJjIqGt+bmZngW88/aOaMabv++fPXzZsQAINVTU0t0Xh59YrZs6Z7eXqYmhp3OeX4sWPwPVkrGgAAAABDFKSfARiiiAy0kVX7GbYJ92qDT5by+XwhXpiFYiIJssYJ2QAjVlvMVGy2gQM5Pqo0t7SpHgHQ/+4XZtRym8jBQE0r6UWo5dqKQJP1n+E4IgAAPA06Ojrbtm3DjcLCws8//xw33nzzzebmZiMjo507d1Kn/OGHHzZs2KCvr//TTz/FxsbiaVJSUn799VctLa0///wTP0RO+ccff9y4cUNNTe23336LiopqbGwMDw8nQtVBQUHEy6qqKK1duWDTF2snjfGE9DMAYGDACuSwwePxrwRFbNx+iEw/K7Hlx3lazxznpKOpwmQymAwGi8liSf6Tl8f/Z+KbuCEeI36cySBJ89AyFVxRVzV3wcC7dCs8PCY1JDJRJBShEQ/PkO6OFqOdLHE7v7j8g2/+vHE/CoG+q2to+u3fE1v/PUGmnzXVOIumurvZGzGZ4v4B9xJEd4H7DUnPIR0U3/A/svsQ14HueC4F5dwJ6EDAYHAvPAHfT/B1Q/2sqqb+wo0wvFSsXDQVPQG8ZP3v7RdfmDcJ0s8AjBAQgB44uIf18hiNGzGxsgHo0Afh+JixqanxzBlT1VRVcTssIkJmmqioGNSL8s8ADAlCkZBocDjsnqf08xfP86FhEIAGAAAAhjBIPwMwpEEGGvRe+1Fe4gCNnNwMQwca5VDN6Qw4qAYGwllK+Wc1hvwoFd228LP0UCJ5QBGOJgIAwNOybNmyOXPm4MauXbu2bdt27do13N69e7eWlhY5TWZm5qZNm9hs9qVLlz766CMXFxcFBQVbW9v33nvvxo0bTCbzp59+Cg8PJya+elV84eNVq1atW7du1KhR+Fmenp5ff/01HmNsbJycnIwfHe1ih2/QkwMABkx7hyP5Pw36nyErIjb1++0HrwaF8/gCPEinybnZGS2Y4mZprM1g0InoM5F1JpOLZPSZyD+3xZ8h+jzYJaXnnrpyD39Mb62Yiz81NFJRq5JrqiuR4/H+vIvXQzduP1RaCdWg++DYuVvrN+/JLSglBnEXMNbDZvZ4Z2WOovT0ifasM5OIPku7FJa8OBvdVQcC0WcwOBWWVLAVWS72FprqKqifnb56XyAUzpjopa2pih4LXp7wwYmVi6aYGesiAMCIMXLX8J4JLy+PW7fvREfHCgQCvDpDjr9/PxRJws14pJ+f96XL1+7fD5s0YTw5QU1NbWJSCm74+noRY/7c8e/vf+xYMG/uxx+998uvW2/cvK1voO9ob7f+q893797/y2/bdXV1bt+4hKd8acWaSEl4Gnv7nQ/xfeCUSb/9+iP54sXFJfsPHE5OSUtJTdXW0nJwsBs7xn/mjGmod/CB7Tt374eGhWVl5+Tk5DY2NFlbW1paWkycMJXIh/4AABAASURBVC7A35c65cuvrA0NC//huw12drb4l4+IjLS3tZ0yeeILyxYTE+TlF2zf/ldqWnpxaamaqoqdra2bi/PSZYvZigrU1yH+opdeXPLZJx/K/DILFr2QnJL66ppV7657kxiz9q13g+4Eb/jq87lzZ/37756YuPjkpBQ1NTUnZ8cpkydQ32QS/kP+2bU3OjqmqrrG2cnR28tj2eJFqBce+VZjjU3N+NeIjolNSEo2NTa2srLAbzV+wzu/2pN8Lrt27cPzwIzpgT9u/HbXnv0PHkQkJCWpqqi6OjutWbPK1saKOnEP8xKxVt3Y0Pjnjn/CHkSUlZUJhSJ7Bzt7O9sXlj6vr6/X+Uc/8kMMj3i4cvXr5PT4I8P35Oz6089b9u4/hBvXrpwzMhSnoOxsbXAjLCyivr5BWbl9YywmNn7Zi6uIJ0Y8jDx15nxKSmpRcbGTg4O7u9uSxYs0NdR7eIuOnzxz58692Ng4ZRUVRwd7PDPgD6vzZHj2vhV058yZC5lZWaUlZRaW5hbmZh4eoxfOn9vdJkd5RcWx46fuBYfk5xXgjRRb/BZYWy1evNDE2Aj1wuUr1z/46DOira6mtuvfv+xsn+jSHgAAAMAzB+lnAIYBIgN9dFt8QUYdMSbhnviiLgELdBGzQ6U9ck89XuRhN/3IRB5RI47cqMsrjtGyuFOeSTx6LjP2dZdxCID+JGwVnc+KIwenqFuIrzorkZ5TGB6bimdPPIuO83Vzd7Yjpjl86iruvZSVOLg9wd+Dw1ZAAAAA+u6ff/558OBBaWnpunXrkKQI9JQpU6gT7Nu3r6mp6bnnnnNxcZF5rqurq4+Pz7179w4cOODlJT4Ooq4u3sGLXzA/P9/YuP36gbt370YAAPBMiTd6JKf98viCT77fOWWsx+QxoxEYIvKLyk5eukvGFvFnaWWi4+5gzFGUJ3KIdMn/pNlEOoOIJxL34jqtxH/SS8vIJp6JV4T9IYOKqhJHTVV59iQfQz0tNCLhGZJSqqCVOG19XqCHrbne2RsPG5u5eGxZZc2P2//zGW3//OwJCPQoMTV734lrfMm5E2KtrZbG2v7uFrizwF2CuNuQ9BjUPoQo84z/jyegE32JpPMg+xAEHQgYxHDn+eNnr9Q1NKJ+VlPXEBaVxFZUmD7BCz0Wd2er6MQMBQV5Lzc7BAAYSSAAPaB8vD3xfVNTc1JSiouLEzn+9p17+N7Pzxvf+/qIA9DBkkg06WFUNL5nMhk+3t4yr/neh5+GhIiL41ZV16iqqnZeH7Kzs8VrVA/CH+K2vZ2tmpqqlaU5+eiNW0EbNnyHn0sM1tXVZ2Zln79w+dSZ899s+J+hgT7qUWNT87vvf3T/fofqvBEPo/DtyNETC+c/983X/5N5SnVNzWuvv11eUYHEWdhIHx/pV9fZsxe+/nZjC5crfeWGxsLC4pu3gv47dvx/n386flwAegKNTU1vvv0+8UYhyXuVlZ1z7tzF2bNn/PjDN9Qp/ztyfNNPv5ArrKGhD/Dt1u07RMXinlc3e36rsfz8gheXr05NlV5HKTklFd/wu73xuw1z586iTvmEnwsB70p+be06/FdrqKtZWVjm5ORevHwV395d9+ara1Z1nr7LeSkxKeXtdR+UlJB7AaTvyX//HXv99TWvvLyS+gq9+RCVlZV9fbxaWrjRMeJqTG6uzoqKiqqq3Z4rhn+NMWP88ecS/vBhl4H1m7eD3v/g0/aPLCwc3w4dOvr3ju1OTg6dp29sbHr/w0+vXL1BDFZWVYvfmUtX3nv3LZk/Jzc3/7MvvoqJjSfHJCYm4xv+IE6fOffDtxvMzEyo04tEon37D//+x47mlvZEF35L8e3oiVNvrX1t+YtL8WYM6h5ecD7/33qizVHi/PH7Fkg/AwAAGOog/QzAsAEZaPBI5BE1sgo0cUR4lr49GYCOLssraKg2UlJHAPSb+4UZtdwmcnCKhqWcOMRAw/8am1py8kuI8aOcrMk+Kiktu6pG2rnNmtK+D6quvlFFmYMAAAD0jo6Ozvbt259//nkk3ltut3nzZpkJoqLE14I4c+ZMD2uJeXl5RGPevHlHjx4NCQmxsLAYP368u7u7t7d3QEAA/ikIAACeNS9Xq5yCcoFQyOMLLt4MC3mYOGeKn5uTFQKDGF69P3ctJDI+jRyjpc7xcbHA99J0M41Oxp2l2UVJElomuYi/xKj1nhEkFwc3Q32tr997icNWRCOeHAWegW3M9d9ZPjU4KiU4Ir0V78ZDraGRSfHJ2S/On2JrZYxAV37bdTK3ba8Cfs+0NZQneNtQT58g486SMtDt/Qlx2gR5+gT5KSDoQMAQoaLU7/vHLt0KF4lapwS4s/perV9bU3XFwsDcgrKo+Iwx3k70HmM5AIDhBwLQA8rG2kpHR7usrDwqJpYMQCenpJaXV+CVHiLc7O/ng+8LCgozs7ItLaTx2ahIcQB6tPsomVXzO/eCKyoqJ0+aYGJiHBcXP3nS+M4/9IvPPmpqbPLwGYvba9e+Qo2Qhkc8fGfdh3g1a/lLS6cGTrG1tqqtq4uNS/j9jx2hoQ8++fTLfXt24ke7/4PQnzv+JtLPr72yOiDAz87Gur6hISEpee/eg1HRMSdOnZk9e4anhzv1KXv2HhAJhXPnzlJVUQ4NDZ84YRzxJhDBWUcHu48+fNfBzq6Zx42PTfj2hx+Liko++PDTUyf+MzV9/PXsP/7cyefz31z76sxpU9U11O8Fh/zx187c3Pzz5y8tnD/X00N6Wvbt23e//V5csNnf3+f9d982NzfDH8SuPfvPnr1ATNDzdZx7eKsJf/+7R1tba8P6LzxGj1JXU7t77/7W7X+WlJRu/nXrzJnTyKLgT/65EILuBOP7F5Ytxr8Y+Qts3fbnb1v/0NPVnTN7BnXiLuelxqbmjz75Av+Gmhrqn3320ehRbkocTnpm1q9btj2MjN7y2++6Ojrk6/TyQ7S3s931z59Z2Tmz5izEz/ryf5/iMeSvYWxs5CvJxMvLs8iRE8aP/e/I8ZCQB53f0qqqqnfWfYRf4d11b7q5OOfk5l24dHn/gf9qamu3bPtj199/dH5bLl66QjScnByKi4orq6RX89m2/a8Z06eS4fLyiooXXlpFZtBlxMTELXtx1ZlTR/ASTY7E7+0/u/Z2OT2eMX76eUtVVfX7776FuoHfk3XvfsTl8nCbzVb8c/sWN1dnBAAAAAxlkH4GYJiBDDTopbb8s/RYzjQD+/8lXOGKpKetns+MecMV6gmBfnQ+M5ZsazPZjsraNDkaUZPc083O38tVcqlZJrFrheijvnz/5Yqq6qqqupr69no2JaUVX/+6y8XResZEX1OjXp2LDgAAYNEi6dUU58yZo6AgW1D/4cOHj3yF4uJiorF48eLY2NjNmzfjffs3JIjxS5cu/eabb6ysIGUIABhQch252Jka6KhdvRcbn5qPH62urd934uq9iLj508eO2Cqzg9zt0JjLNx/wBdItUyW2/Cg7I0sTbVrb2ZLSoHNb0VayTeYaaTQaJBeHEB6Pz2JJ91ZB+plAzrp4dhaKpMXOfd2s3exMTl2LLCwVHzRvaGrecfCcnrbGqsXTdLTg9PV2py/fC3mYKBAKiUF5JmOSr52OhhKlD5Gt+iwNQEv6E7IDoVaOhw4EAFJDY9Pd8Hi8y25SwKg+PREvYDMmes2c6I2XuOMX7+Ix3q5Q/hmAEQcC0APN38/n9JnzsZSaskSxZ08Pd2LNW09P187OJiUl7X5IGBmAjoyOwfdksWRSRUXla6+sXvfOWtR3eKX/h43iAgxfffnZogXPESPZHLa+vt4Yf9/5z78QFR1z4NCRlctf6OFFLl4UZ0lffGEJ+TtwlDj4T/Ac7T4pcGZTU3PEwyiZADT+nf/Z8bu/vw85poXL/fSzr4jg7P59/ypK9ooqIaWJE8e5uDrPX7gUP+Xrb3/Y/e9f6HHh3+TrDf8j/8xZM6d5jB41KXAWPhj/MDKaDED/smUbvscP7fhjK3EYzMrSYuN3G0RC4fkLl9ETY7MVd/3zJ35NYnDunJkKCvLvffBpZVV1XHyi+yhX9JQ+F9L4cQFk+hl7dc2q4uLSo8dO/P7HjtmzplPXpLucl37Y+FNOTq6CvPyhA3tMTIyIkW6uzvizeO2Nd0LDwjf/ujUgwE9DXe1pfYhLlyzCN5mRXp4e+He4d+9+5/AEny8wNzc7sF/6E52cHPANv4dHjp6IiIgUCARkrJxq5vSpH334LpFd3vD198dOnMYNoVB481bQ8heXEtOsp1Tgxm/jG6+9YmllmZOT89eOf/FkeGRNbe2Gb3/4c/sWYpromDgy/aysovTh+++OG+OPN3fu3g3+afOWurp6PP7fXXsnjB87yk16eUfyT5FDcvhnvf7GO/g1kaTW+6+bN8ksOAAAAMCQA+lnAIYlyECDRyLqQBNH1MRzAY3GZjIn6FhdKUkhJjibGQcBaNB/hK2i89ntu92maVi2zY3EYUZpS+ZYo4I8y0hfF9+oL1VRXaeoIB+XmI5vz8+ZPMEfLmsOAABPSiCJna1fv37Dhg29mf6HH3545513jh49evfu3dDQUCIb/d9//504ceKbb7759NNPEQAADAjycjeIkoRWVeY8N9ljlL3ptfsJJeXiI0pZucW/7Dzq5WY/c7KPMoeNwOAQlZB+4XpIdW0DMchRZLnYGFqZakuqs4q3DrqMPkvvJclnSdVnue6SiwjCi4PSXwcvNLdw162ehzfrEKDsriHOWMfztYguwjO5uPKzfOuiaZ6ZBWVX7sbz+eKAb0l51cbfD7s5Wq1YNBWNeBGxKScv3uXy+NLh1lZbC30fF1PJeRFyxOkTMoWfiTZ5+gQxJXQgYCg6duHOKEcra3ND1M+CQuP4fMHkMe4ctkLvn2VnabxiYaCOlhpu4z4/t6CUw1Y0N4EqBmAEgS8RAgSgB5q3l+fpM+ejJIFmAlFB2d+3PRDs5+uTkpIWFvaAyGI2NjQmJaXITEMKDJyEHsvDyKi09Ax1NbX5z82WeYijxJk+dcrf/+45c/Z8D0Fb/PXzxecfl5eV+3X6xVRVVUxMjPFf0dDYIPOQpoa6r2+HJHdYaHh6hvhiuB+8v06xY00ILU2Nta+/8s13m8IeROTlF5gYG6HHYmRoQIaJCXp6utbWlmlpGTU10pBralpGVnYObry59jWZ+sqvvrL6qQSgpwZOJtPPhNGjpSHXsrJyovHknwvVm2+8JjPm1TUrjx47UVBYFB0d6+7uRn1IZl7CMx6eV3Hj5dXLyfQzAa+yf/Lx+8/NX1JRURkUdHf+vDn9+iGyWEwfH8+gO8EpqWnUctGE1StfkvmJnh6jjxw9gXem19U3aKiryUyP39tvvvmSfMqihfOJADRWUiy9YE1ubj5RPxtzc3P5Y/sW4jvDwd5u+9bNL61YExklXoSDgu5lZGYRn+mRo8fJH7H5xx/GBPgRbfzm4JltzatvEoOH/ztGBqBJXC7vzbddJRhQAAAQAElEQVTfxR8Kkry3v/6yaewYfwQAAAAMZZB+BmAYgww06AHlcJqkqlBb2HS2gT0ZgI4tz0+rLrVR10UA9IObeSm13CZyMFDTktZ2SJIouSTXVp6cnKa7DsrJzmLT/966/yD27oPoUU42CAAAwBOzt7cPDg5OSEjo/VP09PTWSSBJAenz588fPHgwKyvrs88+mz9/vo0N9M8AgIFDhtaIzRwi3Gaoq/HCbN/YlJywmKyGJi7eJfYgOjk6IT1wnOekAKh084zlF5WdvHQ3t6CUGFRgMZysDewt9Rj09rrO0hKtbUVb28fQGeLtCGnhVkguDjFnr4XEJWepqynz+HwIQJMoFaDFO+tErXhuF0l24Yt36Fka6bz2/Pj7UWnRyfnE9DGJGXHJmf4eTvNnjEUjUl5R2f7jVyur6lDbgq6mrDjR21pVmUMJN9O6KfxMp7UXj+/Qh5CvDx0IGOQKSyqu3nkYGpn861ev9+vcilef7jyIw43AMb2tPqCizFkye7z3qPZiz7FJWfje3am3VwrqcgG89yBWUfERCey6Bunl4zJzC68ERSAAnlhBcRnRiEpILyip6HlimdMyUat0Zqbej0AQgB5ofn7irHB5eUV2do65uVl9fUPEw0g8xtfPu30aX+/de/aHt9WvjXgYJRQKNdTVHBxkC/Wz2Yq2NtbosSQlJ+P76poaZzfv7qYpLCru4RWYTMaUSR2KNjXUN5RVVBQVFYeEPSgsEqc5RW0XASE5OzsSlwQiFRQWIslC6DG6i2sZeLTVwc3Ly3/sALRxV09UUxVHY8lz9aLbUumj3FxlprS0MLcwNyPi0U/C2lr2u1ZLUwOv9eLPt7FR+h355J8LydTU2NHRXmakvr6esopSfV1DTEwcNQDdeV7Kl3wuiJLSprKxttLW1sJzMv5cUP9/iOPHjQ26ExxyP6xzANrYWPZsMzU1VaLB5/E6v5Sbmws1MI3/CrLd3MIlGtdu3CRHrl61XOYb4uXVKyOj3iXa8fGJVpYWRPVoYgx+z8n0MwEv0W6uzjGSuu/xlJ37bd9KKDyi/cqPeCPIysISAQAAAEMZpJ8BGPYgAw0eSY6sKSQnPmAcqG/LobMahdJttJ2xd34Z/zwCoB/sjLtLti0U1CzY6uLjjOTlZjtVXer51VhMxoSA0fiGAAAAPA02NjbBwcHXrl0rLS3V1e1wNhSPx3NwcMCNNWvWfPrppy0tLYcOHYqIiFi9erWXl7SiiofE4sWLHR0d8eCDBw8gAA0AGHht8UGaqBVv64gYDHoranWxNbUx04uIz45OyhMIRTy+4MKN0NDIxNlT/Fwd4KDPM1BT1xgUEn0nLJYc42Rt4GpjwGIxiVKsRKVnafSZyC6ShZ/bos/ElMQnDsnFISQlM//c9VD8Wb+7ep6qshIClDL2bRlo8RzeubA9ntUDRtv4ulmdD4rNL67CD4lErffC4yPiUpfMmeDq0NtY4TBQ19C079iVrDxJKkOyrCvKM8d6WOlrq1L7ELL2M4MuPYWCSEJ3Pn2CSMiQ/QZ0IGBIeBiXhu+9Rtn29wybkJZdVVNvb2Wiqa7Sy6f88PEqmfNbKqvrlDhsNweL3jxdplckF8m7khx2L2XmFOEbAuDpiU5I79P01NVUNLK/XCAAPdC0NDXs7WyTU1KjomPNzc2C74fiXlVbW4sa6xw9epSigkJTU3N0TKynx+iHUdF4ZMAY/85zKn6iTJi495KTUx85TWNDY11dvYqKcg/TRMfEHf7vWFVVVUZmVnm57IkI5HozSVNDU2ZMcan4vFtjY0O8Utj59Q0NpeGYgrY87mPQ0tLsPBKvcxK/IjFYWio+o0JPTxdvDnWe2MBQ/8kD0BwOp/NImY/1aX0uSPzWdX0dCgN9/dS6dOJtJ3Wel0qKS9tep+t8komxEf7EiTR2f3+IxJkDQXfvvfzyCpmHtLW0ZMZIP9muZj9MRbXDOhOLxSLbAr40DZ+Xm0+O7JzYNjMxJtvxCYnznptdXFKKF1hijCnlUZKxiTERgM7LKyivqOj8O5O4XN6vv23fuuUnBAAAAAxNkH4GYISADDToAVkHmjjSI0mf0peYuO3KDicmOJ4e+an3dG1FZQTAU5VcVRxSlEEOztO2o5HwzoK2kuS9TD93KSgkysHGXEdLHQEAAOi7F154Yffu3fX19evXr9+xYwf1oW+//TYzU3yNQX9/8cXx5OXlv/zyy+LiYgUFBTIATSA7cH19uLQxAGCgUYtA02k0cfq5tX0T2NfNytHS8F5kWma++LqvldV1e49dMTPRWzxrvJ6OJgIDorGx+drdhyEPEwVtVbpM9dU9nU2VOYrEZgFxcRhqVJFMMZIlXdu2ItpToQiSi0OHtZnhKCfrCb6uRvraCFCQ6Sg8S+O9+OQ1sdt7NkmMSiAQzp3oVlPXdOVeQkWN+HLfLS3cvceuaqqHLl801cRABw13B09dj47PELWKiEH8zng5m9mZ6xJ9hKQPkZ47gQeZDGbnPoTe6exr6EDAUJSWVYDvRzs9ZlHO3rsTKo4dj/Nx6f1TOlf3nznJG99QX0BmFAxxreId3p2+aNCInKshAP0MePt4JqekxsXFL5g/NyQkDI8ZPzaAOoE8i+Xn53PzVlDEw2hPj9FRkgC0v69P55fCa1focQmF4jU2by+PPbt2oMd1+L9j32/8mYi5aGtpBQT46unoGhkbent5fvfDj4mJyZ2fgrciZcYwJH+FSCjq8keQqVxaL/5YYaeC09Ln0nv7RnUZmcWUusou9xWtF13MU/lcCPRuwvFkLKnjxLJvEflJdffREPB6O3qqH2KXjAwNbKytoqJj6+sblDueqtvX15SnJJ6pvxsVS759mm7mCCm+pIK4fIfpe3yCJOLc5XiiMjduXL9xKzzioZenBwKD2Jf//rnr4pnO45XZHHUlZVUlJSdzq7cXLjXTkz0MU9NQ7/DSAqK9cPzkbes+RmAYWfbNZ0HR4gs74L6l4OQV9JTAbAOGEEg/AzCiQAYadIlMP0uPE7dFTleYeezJjhAh8TcFXyT8J/7e514zEABP1W+RN8g2h8acqWUl1xZxkF6kHO8EeIJDj9HxqUfPXtfV1vj07RUK8iwEAACgjyZOnLhkyZIjR47s3Lmzpqbms88+s7GxSU1N/ffff//44w88wXPPPTdmzBgk6Z8XLly4ffv2rVu3Ojg4rFq1iilZw0xKSlqzZg0SF+MwHj9+PAIAgAHUOTuI79uPCrWKD5mpqdKmj3UpKq96EJtTWFqNR+fklfz45xGf0Y7TxnuqKj+Fo42gO03NLTfuRgZHJPAFAmKMhgrb28VMV0uFCCPi7QJpjee2Ss9EYLEttij9j6iPC8nFoQt/jm+tmINAR9ST1fGue8kh/raZHMm1ncTOpwnwvQAvCJrq9MUzvPJLKm+FpjQ0i6+iXFld9+vfx13sLeZN81dX7W2V1qHldkj0pZthAknmgejdTQ00JnhZ04hYM41GjT4T/2/vVdr6EPL0CXKPKPQhYIj66PXnH8al2lg8zjXee6+2viEmKYPDVnR37vekdWdELzh70uipY1x4GB8T8CX3IvFxTvF/qBcpIAD6G/ENQnzFSNZp6XgnifR6h7QuMtAjDQSgnwEfL8+9ew/GxifgdnBIqHiMj+xpKL4+XjdvBcXGxjU2NMYnJImn8fVCTxVRpzYxOQU9rvLKyl9/2447el9f748+WGdn2+Ficw0NDb18HRPJb1JYVCwQCDrXD87PLyAamprS4jpEYlXYVda2uroGPS4NDQ0kqQPd3NKiqKAg82hxSQkaEE/+uZBKSkq7HF9QKL4Kg7a2FnrEb2JCNIqKi01Nu6hqnCf5aDQl71tfP8THMH7cmLT0jHv3Q2ZMC0T9TFe3/dTV/IICW5sOF/TJyc0j27a24pUwLU1N/FcLJPtT8tr+WKq8POlTNNTVjNrqYVO/esaPH/Px++/OW7SUiEdv+unXk8cOwSbQUFTf1IhvqAzFZ2UcD7q+44MvZvgGIAAAGBkg/QzACAQZaNCD9kpZkiLQBhzV2foOZ4sTiUf3J4W96z6ZzYAIKXhq8uqrzme1X6fyeR0HeTqzrTYTcaSSRtTqe+z6Ls72Vkb6OgXFZWcvBy1+rt/3TgAAwLC0detWvB/1xIkTRyWoD40fP/7gwYPk4KZNm6Kiou7fv/+aBHVKvDP2r7/+6vJqhAAA0E/kKJdKlwSgcZsuuWe2n/8pCQ7i/4z1tPS11PNLKsNissqq6vGzwiIT8W2cj+uUMaM5HEUEnrZ74fFXboc3NUt3RSrIMzwcTS2NtWQqtspUfSZji+IoSVtsscvoM4Lk4qCXlJ7rYG2KQC+QRc3l5ERI2q3JCWhCPI+LFxIBTSAQEguFmaH28uc07kdnxKUWiPfpIRSfnIVvZib6Lzw3WUtj+MSgH0QnXbr1oK6+iRyjxJGf7GOjrsIhuxFqH9IWfZYOPrIPgQ4EDFEeLraon919kIDXp8Z4OXZX4bGfyFFOASHKJoiXaBFxkFN8CEMoFIkT0F3VlwTgmSCPt0hnV+k6LZ1yzUM0YmPQsHvoGRg92h2vDKWlZcTGJZSWliFJ3FlmGj9JJDo+PjEqJlYoFDo5OWhrPv6lkVq7mrnNzMQbAA31DXfuBo8bK5vP+/DjzyOjYpwcHbZv3dzdy169cr2pqRk3vtnwP0ODDlVOa2pqCwrEKVv8dYAehcjO4i+MGzeDpk2dLPPojZu3iYaLkxPRIHZr1tXVyUxZXl5RXlGBHhd+k4lGUNC96dOmdHjlysqkpF4lklufuB958s+FlJGZVVRUYmCgRx15/35YU6N4xd19lFvPTzc01CdCvbdu3+k8i+JfA7/huGFnJ17j6euH+Bj8/Lz//nfPnTv3BiAAPcqt/eIae/YcmDxxPPXRf3btJdvW1uJsNP7+8PQcHRr6ALcTE5PDHkT4eHuS0+DB2NgEom1LOU+AXEeytbX+7ZefWCzmC8uW7N6zH49JSUk7efrswvnPITCUCYTCNT99s/+L7yZ7POUzWEYInoAfkSzNx9ibmWsoqyIAwCAG6WcARizIQIMukQHTtl1ydKGQ9pqVDxmAruU2HUoOe8V5LALgKdkRe6cVSbe0WXL0hTr27dFn8eUAaZR9wY+5IxjvVn552Zyvf/k3Ljlz3kwBiwl7VgEAoM90dHSOHz9+8+bNY8eOJSUlRUVFaWhoWFhYLF++fPXq1dT+mc1m37p169ChQ0ePHs3JycnPz29qasJPX7JkyWuvvebg4IAAAGDAkd2UJD4owsfR5OSEbVEDaXCQThMKhAIiOGikq5FdUB4Wm1VdJz42dycsNjQqabyv20S/UfLyTASehrSs/JOX7pVVVBOD+INwtDJwtTHAx926q9gqU/WZ2GilVmyF6POQc/1u5JHzQT6j7F9ZBheb6hZZBBrft9WBJpPQckQEUEgXSpYIIRmDxoNjPWz83CxvP0hJyZbWjMvJK/5+2wFHQDZLxQAAEABJREFUG9O5U8doaw7t43fJabkHT98gT5/A2ApMT2czc0NNWttFpcjzJcj0M6UbobWddA2nTwDwOO4+EJcz8Bn1RNt3MUmZzS1cFztzDvvRp5mRZ7Wh9t3XcpKFWkSe7SbEvaFQ2NoGATAItBeckXw9tX0fta/HjuSvHthN/wzgDtfTwz00LPzwf+LyBh6jR6mpya4UmpmbGhkZFhQUXrh4GbXloR+bPEu6CS3gC8iR48aN0VBXq6qu+f2PHV5eHtSax/fvh126fA03lixe2MPLclu43T104OB/+MsAies0C9GjuLo4W5ibZWXn/P3v7nHjAqi/SUVl1d594pIPbm4uZMViLS1xFjw09EFTYxObwyYn3vnPbvQERrm5mJgY5eUV7Nq9b9LE8SxW+36HY8dO8ilvXQ+6fKv75Mk/FxL+Gj5+4tS6d9aSYwQCwZ87/sENB3s7PBP2/HTcRc6bO+v4yTMnT555YeliMzMT6uts2/4nbjCZjPHjxFck7OuH+BjcXF3V1dSCg0MHIC3h6THa2soyPSMTt6NjYt948921r79iaWWZnZX9185/8RhiMi88nbs0Rz5/3hwiAI29/8GnH7z/zpgAP/w9c/du8K9btpGvvHLFi51/HH5biPnt9VdWnz13obKyCre3/75jxvRpbEUFBAa9Dxa/6OPowuXzK2prquprC8vKrjwIKawoIx798I9fbm7dqamiRgwqKbKPf/MT0dZWe/ya6CNBVV3doq8+JtojPEcOsw0Y/CD9DMAIBxloIENOpjSaSLJLjka3VtH20zQNqcwlJvszNuhlpzE0mBPA01DDbfovJZwcnK5hqcpUwHOdnOSagDSikIukGPkTVmDS09Fc98oSS1NDJqSfAQCgG705PDxJ4pGTsVisVRIIAAAGATI7iNrrp0o3fLoLDuJjbVamuuZG2okZhWGxWVyegMfjX7sTERweP9F/1BhvFzin7kk0NDQdOX87MTWHHGNuqOnhZKLEViCCIB0qPVMqthKDXVZsJfOgxAvCvosh4eiFoGt3IjlshSlj3BHokUw/RrTFe25ExPwvognFS4FQSGvrzcQnduAODbcn+zlO8La7cCcur7hSDolfITEtF99MDHReXBA4FGPQd8Jir915SI0+K7CY/u4WRrpqZKSZCD1TCz+3l5OXdCBkN0KeQYGgDwHDwr3wBFcHcxUlDupPRSWVVTX1GmrKxgba6AmcvRaSV1i26dM1vQlAkzrESXGHKKnFSeShhTSRiE5vRa1QARoMEu0VZ1DHItDii5lIyWSgRxTYpno2vL09Q8PCL1+5jtu+vl2Hm8eNDTh0+GjP0/QSnt05SpzGhsabt4LU1dVUVdVsbaw01NXeXPvat9//mJiU8tLyNZ98/L6drU1Nbe3toLt//vU3fpapqfGihfN7eFnHtpLJ67/+fuP3G7S1xNnWtPSMPfsOnj17gXioqbn5kb8ei8X83xefrF7zRkpKGv5NPv7oXQc7u2YeNzE+6ftNP9XV1ePl85233iCnH+0+6vyFy5VV1R9/9uV333ylpqZaW1u37fe//jtynM1WJIpSP56333rjo4+/SEpOWfnya5989L6dnY08i3Xx0pXdu/f38hW6fKtRXzz550K1d/9BU1OT5+bO4vJ46WkZv2zZRoR3v/j84948fd26t27cDKquqXlpxcuff/ax+yhXZRWVlJTUrdv+iHgYhSd47dU1KirKqO8fYnfwh0iUi9608RtijiLhHxEQ4Is/+ti4BDdXZ9TPvv36y5dWriGC73fuBuObzAT4k/px4zfkZRZnTp96+fK1W7fv4Db+vL5c/23n13zl5ZVjAvx6+KFKykqvv/ry9xt/RpKK5n//vevddW8iMOhZG5v6O3coqf7F8jUv/7jhdtRD3C6rqd52/MjXL79OPIQ3hmUmBuCRYLYBgxyknwEACDLQoCvtBW8ke43F++SEtJfNPMkAdElj3bms2OcsYT0HPAV7EkNahHzpQCtaquvUVv2ZLifJ39M67gh+kv7HzgquqgwAAAAAMKLJZAd7CA4SpaAFAoGLrbG1qW5EQnZ8aqGotbWpueXCjdC7YbFTxnr6jnbAW0sI9EVeUdm1OxHU6LORrpq7g7GmmhJZsbUt+kzvrmJrp00EuSc8WxI8E3jndGFxJYet8NnaJfq6j39J7ZGDeta6zKCkJLSkF5OjtfdmwvbC9rg3mztxVGVt/bXgxIrqRmIpwcvjpt8PaWuqzZjk7WJviYaC0IeJZ6+HcLk8YrAVteJ9B6PsjZ2s9YnOgSwe3030mUGn7GbosvAz9CFgSEtIzdl7/KqTrdl7axag/hSZkI7vfdzt0RPg8wV5hWUctmKfzsRoj5NKLuKBiEu4M8Rj8KBIAso/g8GGmtoXn+wnST+TFyJ48v3eQxcEoJ8Nby9PJCmji+99u6nu7OvtdejwUTyNkrISWWX2seFXu3Hz9oWLV/DN0dH++JEDeOTzi+aXlZXv3X8wKTllxapXqdPr6en+vu1XDXW1Hl7Tx9tz+rQpl69cDwkJmzh5poODXXV1TUFBIX7IzMzEzNQk6E5wfl4B6gX8Uuu/+mzLb7+Lw8erX6c+xOawv93wJZ6AHLNwwXOhYeFXr924dfuO35j2KhEvvrAE3x88dAQ9rpnTp+JfYM+eAzExcUtfWEmODwjwxeuw+M/pzYt0+Vb3yRN+LiQtLU1dHe3P/7cB36jjv/36y1FuLr15BfyDtvy66etvN2Vn53zw0Wcyj65etfyN114mB/v0IXYnP78Af7i4QW5vUI0bN+b8hctBQXcHIADt4uL0y+ZNGzZ8V1Vd0/lRby+PDV99oaurQx35w3cb1n/9PZ4zO0/PZiu+8/balySzaM+WLF549NjJjMws3N534NCiRfMNDfQRGGoUWKyf3njX8xVpwe99V85/9tJqPBK3axrqHV6SbicsHD9527r2sxHwOvTF0HtHbl3NLiosqaqUZ8obamub6um729i/NmcBQ7LaTVVcWbHz7IkHyQnpBfk2xiYetg7vL34xJTdn/v8+ICY4t/E3DzvxmSrbTh7ZdFBcI58tr5Bx5NzB65f2XzlfWF7uamX9+tyFY11H44campuO3Lx6PuRuYXlZWXWVhrKKkY6emZ5BoJfPHP9x5A/Fv5j7y0uJ9j8ffzXB3WP7if/w7xCXkW6sqzfaxu7N+UvM9cUxx/1XLlyLCH2YmsxRUHAwM5/i4bt82iw0sC6E3Lv+MCwtPzc5J1uVwzHU0R3vNnrljDk6ahqdJ8Z/Gn5bbkQ+yC0pwTsrHC0sHUzNV82YS/w5nYUlxh+6fikhO7OootzTzmGG75hlk6f18MsIRcK/z58KiY+Jz8zAW0v2ZhbOFpZvPLeIrA7eg+5mmzFvvZxZmI8bL8987ts1a/F7fv1haGRqCltBwc3a9qXAmePcxB/uvdiog9cuRaen1DQ0OFtYedk7vr1wKZ4ZqD+i/2Y/0sXQ4PP378RnpZdWV9uZmNmbmr00dZaLpXXnN+rA1Ysngm6WVFWU11Sz5RV1NTTxe7Vi2myZFwSDBKSfAQAkyECDzsj9cWQR6AAdS1tl7dT6cmKC7dE3IQANnhxPJNgV377TZpyaiZGiCo1S8k2ahJYb0WUwAAAAAADAk5PZmJXkBUXERm7n4KB4HVSAGyK8Riqpn0ofM9rWxcY4JCYzM098Dcm6hqaTl+7cDI6cP2Oss505Ar2Qkpl3815URk4hOUZfW2W0g6mWOodIfuDVf2nJZ9nCz5JPhCb9j6jv2GVsEUFycUjBn9Xa5bPLK2sh/dx7nffLtZ3R0So5jV18RgddRJN0Y0KBQED0ZpJ+THyvra6yZIZ3WWXtzbCUqtpG/HR82Ku0onrP0SsK8syZk/wCvJzQoFRd23Dq8t2ktFzcdZMjmQyalYmOl7MpNfpMrazZXjueUjxeWiAa+hAwTCVITjFytbdA/SwqIQPfj3ayRk+gqLQS3xvrP87l6OWkF3/AfYL4aDhNJF6RELV2SD9DBhoMHuQ3DnkCTtu1CEZu9JkwNALQzS1cxvA689XF2VFJWamhvkFdTc3Vpev1P28fLyaTwecLvD09yCqzj+2Hb9cbGRqEPghPTU1vbGwkRuJlYN07a+c9N+foiZMpKWnJSSl4kdDX1wvw91uzZlVvLg2w6YdvfX29L1y4nJObFx+fiF/Qyclh8qQJSxcvunc/JOhOcHRMbH5BobGR4SNfavGiBRMnjj908EhySmpScgpeLC3MzX18PGfPmiETAMVL788/fufv7xMcHIpfH79L9nZ2AQG++BU2/rgZPZmP3l/nMWrUb9v+SM/IZLMVnRwdPT1Hv7pm1WdffNXLV+jyre6TJ/9cCAry8nv3/HPo8JHQ0AexsfEtXK6zs+Nba1/ruQixDC9Pj9Mn/jt67GRUdExqWlpZeYWVpYW7m+vUqVM6z7q9/xAfzxh/P/yaIWEPBqYu8uSJ491HuV26dOVB+MOs7JyS4hILS3MLczP8nsyfN6fzN4eKivKWXzaFPYi4G3w/JiYuPy8frwnZ2dvZ2FjhJaI3SwGSfPrvvvPmW+vECUIul/fbb7///NP3aLjLLSgxNdJDw4uhls4oG7votBTc5gn40ekpvo49nXggFAlf3/z9xdD2Y/YtPF5tY31STtblsPs3HoYd/fpHFqM9OXT67s1Pd/5e3yTtZGLSU/HtTkzke4tfQD3ac+nsF//8QbSDoiM/XroSictUV83/4sOsovZTVspqqvEtKi351N2b8ZnpXyxf0/mlUvJyNh7cTT4rNS8H3y4/CPn3k6/+PH30ZmQEMb6usaG4sgIPVtTVvv/8I369pyWvrOSjP3+7FxtFjimvrcE3/C79fe7UwS+/93FsP48Cb8D8dfbEz4f34U+KHBkSH4NvB69d/Gjp8tfmLCQue0fAH9aG3Tt3XTxDjrkVFYFvEckJPIGwy9+noLwMf774/STH4N8N347duv77e58QGfQnUdfUuPz7L288fEAM1jTUF1WUXwoN3vK2+GPdfrL91KDQxDh8C09JOvntz9S/qF9nP/xqn/+9/cjNq+QY/Fbg27Hb1z9etnLtc4vIHhW/5oIvP0zIyiSnrBXU498kLT/n5J2beOJ3Fy1DoC/6u4OF9DMAQAZkoAGJWkCofYec5PDQalPPTxIuEZMlVRaHFGX4GfTt0kkAyDia+rCypYEcXKbnRATuaZQi0DIHJtETH4/ce+RiTmHxhg/WIAAAAAAAMMIQ2ztylDrQXQYHhXSh+BLqQhG1fqoGnTZ9jHNpZc2D2Oy84ir8CjV1DbuPXFJT4Uzwd/dxd2AxoX5Z1zJzCm/dj05KzyXH6Goqu9sb62qpUKo+d6jY2h6DFpfHoz+yYiuC2OLQcS883sJY31ASd1OQZxkbaCPQR53P6CDa4tPYReKTOuTkhDSRHF5cJL0ZTRqGlixKAoFQX0d96Uzvsurau+HppRV1SLLotHD5Jz3NQiAAABAASURBVC/dOX35ro2F0bxpY3S01dHgcPlW2MPYtJr6BpFIGmRsRa2qymx3OyNTA43O0edeFo8n93BC4WcwzCRliL9tHaz79xpoldV1eYWlGmrKZsZPdChTU1355SXTlTm9TVKhjuty1Aw0bkiiz9K1O0g+g0GI2OIgj7p0PqkPjcgvI7nBvLySWYqPvv197tQAV3vLzMIavEKiqapkrN/bVSXiRYQSAgG/oLzu7T/CkLg8J+Pg+v6t1Q/As7Jr175ffttuZGhw7co5BMATuxebu/WYuOe0NWC/Nd1MHu9IYOE7eSaLxZAgzpV/7DOK1n764xhvt9mBY5X6slZKIL4mMIEY/0pu4qqw/4iHlFkKaau+Q/3jy3//JPOvOz78glojmfTZzu37rpwn2j++se6lwJmo+1K+m//b9+uxQ+RzbU3M8kqKm3lccgz5ClhWceH4t9cIhNKsLUeRbWlolJaX08Lj4U+Fy5cWUO9cAZrcl0FMYK5vcP/Pvbgx/38fhCXGEyPxdr2NsUlKXg51DeHu77usDI1RxwrQBLwuZW9qlpafx5dc1oAKv355TU1DcxMxqMiSj917VEmRjbpRVV+7+0J7qrixpWXnuZNE+7kxEy3028+jmO0/Dr9FqHtzPnv3YUoS0WYyGLYmplmFhU3cFvI3Cd25j6wD/e2+f/46c7yHV3t97sKvVrbX4997+dznf/9ODmqrquloaCTn5lDPF8dvS8HJK0QbfyIT3nklp6SYGNRQVsXTp+RmkxPf2PKXg1lPFwV7ZAVoko2xWUlVRV1jg8wrqHKUldmKBeVl5Jjj3/zk7yytttivsx/2ztafTgRJq+MrsFjWRuIZjJxhvnvlzdUz5hLt1Zs2XHkQQrTtTM19HV0KK8qC42KaWpqJkX9/9OUsvzGof3wbduHP2CCiHWjmuG/qql4+8WJW/Jrr+4i2tqJS3PINvXxicWOt+8FvycGzo18wVdaQZ8kT3SwTz7sMJrE37Uk62HG+7nOmjlVUkEdPG6SfAQDd4XNF1Aw05jRGNWCBLpPJpNPajiS0HSggJoBjA8MS+U0hJHfK4BuP18TlTgj6s4wrPZlqlI7JpXnvIAAeF1co8Dr8fVlTPTHowtH5w3Y63lzFa1TiO/w/Jv7HwutWZP/zVHYE/3vobGRcynuvLbOxMEYAgJGtvLqhsLQaN+RbG/D2nIIC3m0mxpR4ws06MMKROz/xyhSfz2+qK6/NF++nNbTx46gOt4oSAAw55C506l6ytsW2lVhyhUKRkPi/kDiKIR4hvhdvIQmLK2rCY7MLJF8iBDZbYayX89TxXghQFBSXX7wRlpKZR47RUGGPcjA21lOnRp9lqj6TEUYy+gwVW4cHLo9//OLd2yExutrqP3y8GoEn1mVvJpJq683a+jSiI5P0Z5IeTdKb4WmCItLSc0oEwlZyScLLlJoyx9XJam6gP3pGQiISY5LS07MLO4xtbdVSVwpwt1RTYRN7KMk+hNpvdIw+P7p4PPQhYDi5ExaXmVe0+vlpqD9du/vw6Pk7gWNHL549Hg04anVn6locmXuG8s9gEKJ+6bSde9lF9Lk3X0nZ8Vf5LY18mgrimJM7svD+dKYko/CEGbCBNzROIa2rbzxw4mqomaGXh7uysjICAAAwjOCVxrthMZFxqXOnjQ3wch0224fa6hpku7K2tocpeQL+6Xu3ibaLlc2/H39lpK2DdxtcDQ995adviPERyYlkAvXrPTvJ+OmKabO/XbMWr4C08Hgf/rHl1N2bPfwgYgXd39lt6eSp2cVFOpLfMDk3Ky4zg5hg2eRp61e9pszmNDQ3bT1++I/Tx6Q/PSWRCEDLWD5t1mcvrlLlKJfVVHm+8iIZaTXU0vnrg8897By4fN7y778iKjE387jRaSljXN27+/Wq6+upMVyqM/duUQdtTMx6CEAfuHaRTD/7ODr/+8lXGsqqjS3N72z96XLYfeI32Xvp3MfLViLJG0umn9kKiutXvjLZwwfvxbge8WDDnp2NkvT2jrMnpnv7e9o7IkkW+cdD0qgr3tfx61vvL5owBUlqPK/4/stkSqyZ9PupY2T6+ee1770wZTpuZBTmr/z+q6xi8T6XTYf27P/iScP6o23t/3j/MxMdPTxvzPp0XVxGGjEer59uefuDuQHj8W+76eDubW3VoO/HxxAB6P6e/R4kJZDpZ/y3f7vmTQUWq7axft22zdfCQ/HI344dWjwxkKOgiF+ELGJNTUVX19dN/WBtYUW5k4VVJqVOOegNvNAHhURFxacunDXR080BPT1DNP1cWVl9Nyg4LTktISEpPTVDT1/XzNzU2sby+WULtbVlr411+8adt9/4gGh//+OGufNnocGnrq7eb/QEoj1/4dxvNn6Jnjbqj+jMdZTzoWN7EOjRrr/3bfl5O9He/9+/7h5u6HHV1zWcPH4mPjYhPS2jvKzCysbS0spi0pQJY8b14RovAwDqQAMCtQi0uHiG5GCzkE6XZzJWmHr8nHaHmCy6LO9URtR8K3cEwGP5PeY2mX7Gluo6EscmyfLPNEnKAVEqM6GncWBytItdZFxKRHQiBKABAAAAAEamztuzZDVBOTlRV9WgxfVTMbIatJGuhv4kteLymsjE3Nwi8dXbm5pargRF3Lof7efhNMHPTUWZg0a2wpLyu2Fx4TEp5BgNVbazjaG5oSYRfabJSUPP1Mwig5JYpFRslWuv2goVW4ey//28p6qmnsNWWLEgEIGnocu9c21FJfH+f8mSI+67aEK6iCj/LF6+BHTJGR3i3gz3bJN87Md72qTllEYm5dXWNxEvWF3XEBQSg29mxnrGhrrjvF011Qci7YM7jYTU7MTUbLLec5tWfW01PzdzZY4C2Yd0F30mi8eLE9KUbgTOoAAjwTgfF3xD/SwuWXxg3dXBEj0LcpQi0OQYcoe2zJkhAAwSMquv5D2ckDOUrqGTkVOYnVfs6uI4OQBOewUAgOGmsan58Kmr98JiX1w41cRwONQvUVJsL2hdU1/Xw5QsBvP+n3tzS4sjU5OczK2MtHXwSLxxPdM3QFNFrbKuBg/WttX05fJ51yPCiLalofH3r7wpuSaLuLDulrc/CE2MLa6s6OFnOVtaH/v6R+pKj72pRdqh08m5OfinPz8xEL+O5JdnLxw/mQxA1zTUd34p/Lvhn463/HFbR03D0dwyJj2VeOjDpcuJ6r/yTNZs/7FEABor6vF3e1r+uyEtvYzfmS1vf6ihrIrbHAXFre98hH9D/Ka5Wlr7ODoT05CVvLG/Pvh8ioc30X5hynRDLZ1l33xGDP574TQRgL4dHVHbKH03np8whUg/Y/hT2/rOx4EfvNH59zl47SLRmOLpQ6SfMStD409fXP3qz+Lqvzcehjc0N/VQG7s3Nr22zkRHvODgOcffyZUMQM8bM2H+2EnSX3jSVDIAXVRRTjT6e/bbe1laB11dWeW7V97EswSSVKT+ee27RAC6orbmbkzUdB9/SUUs/GridPXfZ0/iKad4euNZCz/x2Dc/62loEjMneAx19Y27/zt/Pzx22fxpOlpP4ZJzQzH9jH/VY/+d/GPrjqqqGnJkRnoWvt24dvvQ/qOvvfnyC8uX4B2aCHSUlJiCwODw91+7d+3c29jYRI6JjozFtxNHT48bH/Dplx8amxihQQMy0IBE7n2TXBgaHyeji4T0F0zd9+REVPCk8/PXoednmrvI06ETBn1W0lS3Lar9NDwbBY0ANRNaWwKaRm8LOcjRZIphPDlHO/HhmbTsfAQAAAAAAEawRwYHReLwoIgmlJMECMUZQvGZoQK6JDUozhEa6WnoaalW1TVEJuSm54ov4sfjC4JCY/DN291hkr+7tqYqGmH4AsHD2NTg8ISi0vYdzgY6qk5WBvieGluUySm2pZ9p5MWnyNgiuWWKIPo8xI12tsnILXpz+Wx1VSic9zRRezMiAkjATeKMDpGkRyO2r3FvRuSe8dJGxKAl1aBp9pYGtuZ6NfXNYTEZ+SXVAqH00qk5+SX4ho8CKymxjfS0XBysfN3t0VMVGZ+GD4XcCY2trW/s/KimKsfeSs/SSIsmJdfWT8hJehIGsRuB7FLIqs9k8fjOVTap7xsAoK9wt5GeXYiXOWtzQ/SMUOt3yIxBEH0Gg1iXMWiZh0aaIXZsSSgSRcXEZ2XnLHsu0NnBCgEAABhe8otKNm3fN8bbbXbgWCWOIhrKmlras4DEPrWemerq4xveffAwJSmruLCgvOx2VDgRP8WauVyikZbffpW3yaO9qa/MZDCmePrsv3Khh58yzduv80oPfhFHcwt8a+K23I2NzCsrzS4qvBQaTE7QzOV1fqlRNjZE+pmgQ6l4TaSfCVoqamS7saUZ9T/yLXI0s8BvKTleSZEd+e9h6pR4b8xVSQYXiYPg5mT6mTB+1GhnS+v4zHTcjkqT5v8KysrICab7BFCnd7KwNNHRyysroY4sra4qraok2qocpfvxMeRDra0isp2Sm0N90/qKraDoYGZODmqrtydcPSS5bYKOWvt4/FlTX6H/Zr+EbGl9cX1NLbIyNzmGCEynF+ZPl7yCl4NTcFw0HoPfxo/+3EJM42nnOEOcxvaAAPQTSs3M+/bXXVMn+Eyb4Iv34qHHNRTTz9XVNW+//n5MVFx3E9TV1f+88beEuKSff/sBgY5Sk1MRGAT+O3Bs269/koMaGmomZiaZ6Vn19eJzVO4EBefm5h8+sVdFZRAd+IEMNEAd6p9JAtAi6XEjDkv+Y5vxHydcIiYra6rfFn3zI4+pCIA++jrkHE8kIAc/MfMXz2M0usxBSzlKmTf0lHYEs5iMrz969amcXQYAAAAAAIa6HoKDeFWUqJ9KF4mEkvqpQiGxZURUUZXWT9XRUJ3i5+jjZhGTXJCUWSSUpAYfRCXFJWXaWBh5u9vbW5miEaCqpj46Pu3m/ajmlvajEqYGGq62hhqqnJ6jz5RB6banZFO064qtsP9haIlLznKxtyDaz031U5CHgwX9RSYOSO7YkZzRQfRm7YXtO8SghZIItOQ/TTX69LEuuFFQUhOVnFteVU8moRsamlIy8vDt2Llb+GU5bAV9HQ1/TyfXvod/cgqKE5KzcwtLK6vrqmrr5ZDsQo3/DnUVRRszPXsLnbbzUuQkp0rTyOiztH48ve3EiY7RZ5mqz3AGBQBPUXpOoUAodLA2pfciR9EDHl/w3td/WZkZvLdmAeq7LjPQCA5VgEGvy/lzJM+0Q7K4Tk1t/Z/7TjrZWy59LlBDTQUBAAAYRvAa5t2wmMi41LnTxgZ4uQ7dL+laStVkdeVHf1sl5WT+fe7UlfDQurZqu13KKS4k27qaGjKPGmrpoB6Z6nZdXftaRNiBq+fvxEThLQ3UO0RlZZI8o31/k6ZK+0OK8vJku+cTJS0NjIpOXyMHS6oq3V9eSrT3f/HdZI9eXf+hsq6mqS1mbaj9iHejoLyMy5fuRbUw6OLsUgt9QyIAXVhRhn8fPQ1N3CCFDdbGAAAQAElEQVQfNdGVfX0DbW2ZAHR0Wnvl1BNBN/ANdSU1P/dJAtBaKqrUJUWB2f5ZqCu1z3sKrG4/i36a/Zp53MzC/LYfkbXoq49RV9LyconGtnUfL/jfB9nFReRDxZUV5+7fwTdFlvy7z7+wdt4iauwe9BVewC/euB8enbhs/jS7xzpkIpN+bm7gD/70M7bt1z/J9DM+BLJqzUuWVhaqaqrpaRlXL99IjJdG8y9fvBYw1m/u/Flo6GCzFXcf3EG0tbS0UD9ITUknGkbGhnPnz5Z5VFunX34okFFaUrbp+1+Itpqa6neb1o+fNBa38VGEUyfOfbd+E27kZOf+8M1PmzZ/iwaTx8hAg+GKrLWFDyARh8fmGjkdyIuKr5OuO/0effslB189NuzkAX0QU5Z/JrP9DMPpGpY2bA06We9NEoOQxp87Xur6aYH0MwAAAAAAoOoyOEitnyqtm9pN/VRiHXash42nk1l8Wn58elELl9/cwo1NysQ3LQ3VMd4uHi62bEV5NBwlpuWERCQkpedSR1qbaDvbGKgoKUrTipLkYnfR5x5ii1CxdejKLyo7cPpmZk7Re2sWONma4TGQfu5vncN/lPPbRW0ndXQRgxYSIei2GDQeb2akZayvjp9bWdMQn15YUFzV2MInfxAe39DYnJ5diG8IXcVj8PJrbKCDX627362mtr6xuUXyXMSlFG8i0894PJNB01LnmBtq2ZiRuWdJhyAnPfmE6CaIks/tvUcXfYhMFwJnUIARoaGxacNvB/09HOdN9Uf9ifjGd7B+0vO7SsqqWrg8gaC3CYfOyCWaevQcFnMwhMDsioZoAJqQkJz5dcY/Myb5Tx7n9YRnhAAwzLz88gp8QwAMZY1NzYdPXb0XFvviwqkmhnpoCErOzSbbVobGPU/8y5H9vxw9SLTxCoqtiZmDqYWbtc32E/+V14qr8OKD9sSjPV9qRfSoS7FoKKvJjOHyeas2rg+KjiQG5ZksJwtLR3NLc33Dr/fsJEZ2+T3LZHTILVFXq6hB2wHGovxWjS0tPU8sTwkKP/IaNkRUmkFJ3/L4sptSnePjfIEA9UJGQR56AkymzGfR/mFQ/8bu9N/s18x9xEdASC+U/vl6Gpo3f/v7Uti9Y7euhybGUd+9Zh5348HdBeVlP77+DgJPpryyZus/Rzxc7RfOnqiqrNT7J3ZOPx/dnD7408/RkbHHj5wi2ioqyr/v3OLu4UYMjhnnt/qV5Ru/3Xxo/xFizIG9h4dWABof5vHy9kD9KaWtArSnl/sbb61B4FmIeBApbPuK+fKbz4j0MxIfEqAvWjwvKyMbz7p48M6te/hwKZ4r0GDS1ww0VFYYlshj/+JjTpJKXSKh+AjZBocp80P3E4/yRIL198/unPISAqB3WlHrB3ePkYMKcvTXDUZLj1ZKo8+0/iv/DAAAAAAAQJd6CA5K6qeKJA3Z4KA4/dwWgxYKRXgl1svF0tXOOCWrJDGjqLquCb9ORVXt6cv3gkKiLU0NR7va2FmaoGGhrqExNbPg8q2w6tr22hxMBs3eQt/BSk9RnkVkEGVyioy2dX4GeQJk99FnBBVbh6w7YXH7T17HDSUOu/fle8BT0WVv1tahdRGDFonobblnMgaNR7ZK7kU6mqoT1JXFRxZaRek5Zem5ZeU1DVyeQGaBxNPm5JegPsL7B+QQTVVZwUhXzdFSn63IIkLP+Bdv6w9oRL3n9trPNLI/aY8+k5P2EH1G0I2A4S41q6C6pr60vAr1s6R08dFhB+snXZ8prajG97raT6FIASzdAAxdQzgAjSSl7M9cuRMWlbh47mS7kXHdHwAAGFHyi0o2bd83xtttduBYJY4iGjoqamvCEuOJNt5KHuM6qoeJ47MyyPips6X1rk/WG7WVLv7j9DGZiU102uPgZVWy2x7UAr1dYjFkT5vec/kcmX6eP3bSz2++qyiJL2cU5pMB6CFEmc3RVlUjYrulVZUyj155EMJkMD3s7FQ5ynhQV11DvHtGJL7wVnZRF29dVlEB0VDhKJnq6uOGOaVQdFFFmZOFJXX6HErpYoKZfnsY9LMXV7+9YAkaZPp19tNQVsVvHVFVeoK7x6Evf/g/e2cB2LbRhuEzO3YSO8zMadqmzMzM7bp10DEz/WPeOoaOmboyMzMzhJkZHceJ6T/55LPiQNM2nO+pqnw6n2VZPp2ku1fvoeshFYtxOcSTprb22JVLhy6ePXDhLLWR/nvX1gdmzLnuEwVAczh7KfZafMqMSSNHD+nTnFv6BtXPBRlqmqFjqp9x6+pH731KF5c+cBdVP1Ne+N/T+/cdzMvJDw0PDgkLLi0tc3BQXnfNcTEJq1eui42JT01O9fXzwW8cM27U+Ilj6uesqlJvXr91z679ubl5+fkFjo4OXt6evr7eI0cPnzB5HM126cKVOxYuJfGq9X9pNDW//vjH5UtXQ0KDJ0+dsOiO+Q1uRkVF5dB+7IfOnT/rnQ9fJ/F7by9b+c8aHEREhK3Z/O/Vq7FrVqyLi43PSM+M7BGOd8Ltd93WnK9ZrdYkxCWRODQ8FN0U+FdYt3rjti07C/ILCwoKcXeFq6treGTY/EVzevfp2WD+FX+vOn3qXOy1OFzYwsJDwiPC7rr3jsY2eN+eg4cPHE1JScU/h0Jhj3fv4CEDF90+38nZsX7mwsKiNf+tP3L4eFZGFm7FDosIw3v4tjvm+/h6W+WcO/22hHjmuy+5+7aXX3t+9469+EfEH1FZWdkruufQoYPm3zZXJLK+oc7Nyfvnz5VXLl9NjE+KiAzvP6jf/Q/dgxrn5Ikzf/76d3ZWTmFBEV50c3f19vWeMWsqLktcpxM7hd20GZMzM7OKCovHTRhttRL8lUlQWanKzMgKCPRHHYwGNdB8EW/oTFfQQHcHuBZo+CfGMTtcsUEQpfSY5xm1Pvcaybk55dI9OUOHeAYhAGgGK+LOxBTn0sV7PHo7im3MnZYCOnot6b6s32HZUlRrak6cveLq5BAVAUUXAAAAAAAAYLmeDJoVDvL1jAiPeT6UGSrHwLpBs96pBqFQEB3h1zPUOyu/9GpidmoW03RQWq46ezkeT3a2sn49Q8cN62NrK0OdENzLfzUu5fSFuPiUTG66o0IWHuAe4O0kFgmJTpHcQVppna1cn6m0kVz7c4d/AelzpyYsyAf/1riczxg/2EbaNb3POzg3IINmHt7AlRefo4TGjbuMEprKoE0YI4I8wwLcDUbGVCctuygjt7S0Ql2pqsbVgoFrs4NfttiysiETICOuDWykQju51E4mcVTIPV0VOOYc+4ipOczGz/TZCFKjkKqDKKHZAKTPAMAhgXFkRyEB3qg1UVdr0jLzcMXu6+WGbg1cqzgo7XDTHAIAoBvTuQXQhLyCoq9+XtmvV8SCmTdmYgcAAAB0fPCt7OGTF89djp81eeTwgb07xb0lvpl/9afltTp2FKepg4fZ2jTVBHngwlkav3//Y1R+qtPri01CXsS5qfZ2tdwGbD1++NlFS+jKc4uLNhw+gJpEXM8P+PBFVv0sFYu/fuoFvtnsuaDUIm/tXLf0wT5+RACdkJl+JSWpZ2AwScf78+Ufvybfq09o+LZlX+PvNSiy54mrl5DJsfvwpXMje/ej68GL+O0kjvQPIIG/u0UAve7Q/okDh9DFLccOFZl/L0oARwB9MSme+1Jceurp2Gt+7h5+7p4+rq4CfqNDerUqrV38/NzcyW68lpKMDwpq0V2jrf1jxxY/Nw+8i/w9PCUicXxG2qmYq+n5uXh6cfHdoT5+4/oNwBPO/PW6lR/98xt545XkBBBAtxTVmprVm/acOHPlul77nVT9jElISLp2NZbE9vZ2i5csrJ8Ht5b+9tcPTk5OsmY/afPf36s/++RrTTXrfh1zLQ5Pm9ZvnT13+v/eeFEut9T5xUUl99/9SGJCMk3Jy83H07kzFzas2/LgI/c++eyj9dcfExP/6YdfVFUxe/jM6XOjx41At8De3Qdefv51urWnTp7F0+r/1v38x/eh4cFNv5faP2POnTl/6MCRuJh4Nw/XqKge8xfN7tk7Cl2PykrVg0sfv3LpKk2p0dQUF5fGxsZvWLf56ecev//he7j5c3Py8Nbi/UNTCvILjxw6vmnD1g8+eWfwkAHczDlZue++9SF+labgr5mfV3D+7MW//1jx7U9fcvXuuOj+9fuK5V/9QHcF5vjRk3hau2r9Y089tOTuxfyGRjzAxf/LT5f/8uMfNOXA3kN42rRx2+9//2gjk9L0zRu2ffTepxUVlWTx9KmzeDpx7GRUzx6oId569b21qzeiursrKTHl4L7Do8aO+OrbT6iX86jRw/HU4Epw58GBvQdJjKtrZxdn1CGpr4G+vJ85y1ANND3XgAa6q8LjmEDjyx6DAJ9RhLib/9mwUTsLEtR69sr55aPrDy58no5bCgCNodJqPji1jS66i+QLXCKp/bNJGCHg2j/zW23suPNX4tZs2RcR4g8CaAAAgPoUFJUuW/5XjVZ7/+IZ0VFhCAAAoJvRhAyaCAeJPYeVGzRRDTJW0Kwqmu/n6eTj7qhSa2KScxLS8itUTMtGpUp98MRFPDk52EeFBfQMDwzy74itc1bUanUJyZlpWXlHTl3GMfelQG+n8AB3Vyc7VqrItygUBeYHHS0a6Malz8jUtoBA+tw5qVBVHTxxuVd4gL8P017t7uLw+esPyWWdySCpS9JMGTRToTF/cJOPgdo/W3ygjawAmiqh8f8QP/cgH1cj2/nA/KlS16iqNaqqGk0t7qdiBdFikUBmI5LZiB3t5dxNohJlOjNLmBGVMwvM8maqe7a4QddRPaP62merPQAA3YHyCsbWKrSVBdBJaYynWHiw760fW4P6hOMJAQDQvekKAmjCucux1+KTZ04aOXpoX7j+AAAA6GJUqatXrN915OSl66r02p7EzPRjVy7Sxarq6i/W/HspKYGmPDB9btNrEHP8I5OyM/uHR+JAU1v7xep/6JBeevNTz84K5cCIqNOxjJIsq7BgwRsvfvDA46G+fmfjYl756Ruqum4+VBKNPzGzMJ/4HOeVFH+/0eL+i1tZUedhwejxRNOMWfLOKx89/NSI3n1EQuHLP3xNVd2DIljR3h0TJtPM9y97942lD47rOxC3e+w5c+rdP3+m63xkNiuaHNqzl6uDI1nPluOHPH93fn7xXTKJdMOR/f/7cXn9jbG1kY3vP3Dv2dM43nHy2IbD++aMZAxfMwvy3/z9xyOXzpNse7/4PtK/fQQTrV38Zg0fQwTQBWWlr/60fNnDT+EmJFW1+rOV//y4eS3J894Dj907dVZWYeHLP35NUtSa6u+efUVpa0cWiUs3ob12VBeGeO2PGtJ32vjhDXrtd171M6bENPQVISw81NZW3mC2+u6/TbBx3db33/mYxLidNDwyLDszu6ysnHlp/dbaWu3HX7xPM7/03GtU/SwSCUPDQuJiE/Tmg+un73+bNXe6n7/1CF8fvfdpjaaGYl0VhwAAEABJREFULk6eOhHdLOkZGU8/9gIOnJwcZHJ5ZgZrbF9cXPr1l98t/+Hzpt+eEJdI47272Ycc8JeNj01cv3bTfQ/d/dSzjzV98/Xmq+9R9XNkj/B+A/rm5uadOn66spJpRPvys+UBQf7U0ri2pvahex9PSU4ji84uzq6uzjHX4pBJBv3A3Y+u2/wfV7T96ktvnTnNPsYjkUrw7k1LSSNrxvNHH3hq254N1Af66y++++WHPxrcyKoq9ccffFFSXPr084/Xf3Xjus1EjB4aFpybk0fWj7l6+drKFWuW3n+neV8lvfLim/Rddna2QSGBSQnJF85dwlP91f7710qqfsYlsG//aKlUun/vQWIFfWj/kc+Wff3Sq8+iJikuKsFl7NRJ9lGW2XNn2HXgR4Kb1kDzOMOYgga661HfBBpfbuFOMaFA6Cy1fSxwyCeJh0nOhNL8f2JP3RkxGAFAk3x6dk+JpoouPuk9QCIUmqTPTLnCfZjM34bsn1u8YonuEfrvul2xiWkVlVX2dnIEAAAAmME3R1/9sqqsQjVh1EBQPwMA0J25Af9UkwyamKfiK1tGA81Yp7KO0AoBf2DPwP49/PNLKhLTCpIyCjQ1THtscWnFoZOX8CSTSYf1j/LzdusR6o86HheuJp67knAtPs0q3cVBHujjEujtJJWIiQqRWrQKBAIqfa6z2GzpMwLZYudBU1O7bf+p3YfP4YKfmpn31L1zSDqonzsO3OYdmkISqbc96UQwKaEFJoWzgAigGStoc8BVQpP8pjnpgjCK7IUKO8ZhxIgsdtB1qlBkubvnapX5fOr6zFYLAlbhzLMoodnnKwQ4P6lATG/h1Yf7rREAdCceXjJj4fRKR6Udak2S0hkBdLCfBwIAAGgJuo4AGpkui1dv3nvi7NUOKI8DAAAAbh2i0hsxKHrGxJG28o7S5PHZqn+aeHXZI08NiOiBmmRIZC8av/j9l7FpqVq9bvvJo1wP5jJVJY1fufPe2a+wiqhLSQnTXnqSviQRiWu0tehGGNyj5+7TJ0g863/P3DF+Skpu9s5Tx7nrqVCpUJvj7uiUs2E3unFuGzfpz51biAa9sLzsvmVvW2UI9PB6Yt5tJJ47ctyGw/v3nTuDY1W1+sXvvqy/wkdmL5jQfxCJbcSS/y2595lvPiWLP25e98eOLS5KZVZhAV4UC0X1RcCv3nn/oYvntTrGzeKxL5b9sXNrdY3maorFDnb+6PHtKOpt7eJ33/RZ/+7ZlprL3Mf+u2fHmbhYha38YmI82SGIsYj2WDJxKg7G9RuAD5YzsddwfPDCuWGPLh3Xb6Cvq1tGQf66Q/tI5v7hkWG+/ghoaXCj5cHj589cjJ0zdfTQ/r3qN+hRDbRGre9E6mdMSbGlJLt73upAWpiKisovP2Ofdug3oM8nX37o6uqMm25//uH35V/+gBO3b911131LoqIicJwQn3TtSgzJvOj2+U8//7idnW1VlfrXH//46XvW1PzCucv1BdA1mpqQ0KDFSxbqdfqcnFw3d1d0s6irql3dXD74+O1BQwbgX3Dtqg3vvPEheenooeMGUw9bE2+PjY1v7CW8tl9++MPD3X3RHfMby4O/yMH9rKjx9bdepjnLyytun3d3VlZOVK/I1JQ0mv+P3/6h6ud3P3pjzryZOEhPy3jq0eeTElPwJy7/6oevv2dr4HVrNlL18+ChAz/96kOlUoG/7+v/e3vXjr04UaWqWrVi7aNPPojji+cvU/Uz/hWee/npkaOG4Tbuw4eOfvLBF8Sz+Zcf/xg9dmR0315W3wL/ZH37R7/9/msBgf7Vas1H732KP5q8dPL4KSqA/nSZ5Qxyx123Pf/y0yKRUFOtefetjzat34rqcWAfu2emTp9ERfOvvfXSs0++vGfnPvxZJSUltTW1YokYNQIuYI8/9ExOdi5Z7BEV8fLrz6OOTWMa6GGzmMOTNE9wu1JAA93F4HZNsX1PjFev4C6/fquyLmdUs0NPvH9q+5zgaFuRFAFAI6RVFP969Qhd7CN3G6705XPsnzFtY/+MTJ3xvXuEXLyakJCS0b93BAI6G+Sk04mAMyPQifj53015BcWBfl4LZ4xHAAAA3Z76MmhkUuuaUox1ZNB6g0Bg4LhB680yaFYJ7eXq6O6kGNYnKD23OD41Pz2n2GAysFCrNXsOM89Ii8WiiGDfAb3DeoQFoPajpkabmJadmJKZlJaTk19k9arSzsbfyynIx9lOLqWCRSp9pt7Ppicb60ifTXn4XI0je5sJ0udOTm5+8fb9jJWMl7vz1DEDEdAhoVUZqiuDJpWbSQZtIDWb2ebZgI9ig5GonwUW7bNJ8UzF0Hh9BqqANkNWbgrosWzkNi4hjgDaYuGMeFzRc52YZ4nrvKXuqqy+LAB0Q1pb/YxJSmU6joP8OsHgFQAAdAraWQBdpa4uK1ep1NUNtjVbXdw0E9bEbnCfaRNGdBx5HAAAQGdHgjSGWkNmbhFuOxOK8AzPhWybk+lJWdO/Vr8VxOeEwycvnrscP2vyyOEDe6MOTKCH1/sPPj4qut91c/YODp0/evzag4xaS6fX/7x1PUnHd92hPn5x6ak4Ts7Owm2buH0PxwMjon5+8Y1HP/+ASkgJUwYPC/fx/2LNv2RRJGzWWX7plJl/79xK9KkFpSX07c4KJf6B80qKEWMMnIE6Fd8/9+r9y96OSUup/5Krg+M/b3zgYGdPU755+uVnl3+289Tx+pklIvFLS+55aMY8buKisRPPJ8T9vYtVs9Voa4n6uU9o+Jjofp+v/tdqJWG+/tuWfXPvR2+SbETgSxnbd8Anjz6N2o/WLn54H27+6MuHP/2AGKUnZKZx3+Xr6r76nY/FQhFZ/P1/b83+37NJ2Zk4Lq2sIFvFzfzTC6+jrohrtQTXbgX5ZbxKPa5dcRUrxDUsU8UKzWOvtUUFi6/M/1m74/iZy0vmTvZwdyaJ9FKc8X6u0q38OJ6rfh63ILAjq5+RSWhLY2dnJ3TL7Nm1r6iQ7bB58dXnXF2ZHYV/qocfu3//noPEq3jn1l1EAB0aFnzs7P7E+OTLl6/OnDVVIpXgRLlcNnXGZCqArqysqP8p+Bz7698/OjoqUUtw+52LBg9l+gxwi+3CxfO2bdl57swFvKjT6crKKpr+FK1Wize7RlPj4eX+ymsv9OkfXa2u3rfn4NdffKuuqkYmC+dRY0e4ezQsLif9UST++8//xFLxyFHDnZwdFQr7H39f7uLiTPYJZe2qDSQYP3EMUT9j/Px9n3jm0aceZaS9+/cerKpS432IY6oqFgqFb7//mlKpwLFMbvP2B69fuxrrH+Ab2SOi74A+JM/KFWvop3z8xQcjRg0lMf4Ud3e3B+55jCz+98/q+gJozLMvPBkQ6I8DG5n0pVef27Rhq85UB1KL8aLC4uNHT5IY/+4vvfos+eJSG+kbb//v1Ikzebn51jvHvGeOHDr2/fJf8FcODgnEv9Frb7701nuv4l2EmiQpMeW+Ox8uLWUFo0OHD172+Xtkz3RwRBL+wid7rv7mSlaiRQON67khM13JQJWGVnNpBdqXxkyg8SWGWCR+LXzsgxfYi5DyGvULh9Z+P34JAoCGwD2iD+/9R2ceIQTXFM/7DmEum8z/+Kw/nMDSxdnKFcv0CcNmThhBL5+ATgG3wbkTaaBpXYrgRAl0eI6cunj+SrydreyJ+xYwQhQAAADABPfOiMakN5zrBm0yT+XrBax5qp6VPxvMMzY9yMfN39O5VqdLySyMT83PLSwnn1Jbq70Uk4wnHCvs5L7ebr6erj3DA9xcHFErk5lbkJVTmJ5dUFxSnl9UWqlSW2Vwc7Lzdnfw93SkumfGh9Xk0srVPVO1M1FDm1O41BE9g2yxk5KakSuX2bg6M+2TAb4eU8cODA307tmuwn2gOTQtgyZ1GqnQ6MCSAqYtCBksuugG7J+ZGFkEQkT6zL1fM32WkXuDTxTPXBNovsUHmsfGPE7ciOUzgscnAKANwcd1SmYuPs4CfVvAATojO9/V2UHauJUMAADdgbYWQFeoqk6evXopJrGoBPe2q3Q6PWoFGBO7ExfOXIq7d/HMiBA/BAAAANwyrvwCY2nt+l0pqANQpa5esX7XuUuxTz1wG+pIuCiUvu4egZ7ew3tGzxs1rvlOY58+9kyfkLDVB/ak5+WWqSrlNrLR0X2fmLe4tLJi8dv/wxnUmur9589SH+JpQ4avfvvjv3Ztu5qSmFNc1CsweFivPk/PX/zFmhV0nXKbZj0FJBGJN3345bfrVx+4cDYzP7e6tsbVwXHKoGFPLbj9j+2bvl63Euc5fuVyYXmpi8IBdRL83T12fLL84xV/7D9/pqistKSy0tHOzsPFddrg4ffPmGMjrqO3U9ra/fbyW4cvndt39sypuKvpubm4hSUqMLiHX+DSabPwquqvf9nDT/YMCv5j++acokL8ezkrlDjn43MW/bxlQ4PbExUYtPvz779ZtzIxKz0xMzOnuNDD0TnU13fB6AnTh45s95aU1i5+TvbKVW999OOWdRcS4pKzs1JyshW2tgEenvi73z5hCvfncLRT7Pr8u63HDq8/vC+zoCC/tESv17koHTycXOaNHnfb2EnNlPV3OiZmOeFGusPZF1EHICU9+72vfps7Zcy4kQNoImlkXPVJHfVz39EeA8Z7oY6No5Ol4iopKUW3TGyMxRG5sqLy9KmzdNHD050IoFM4lsb4RBAWEYKnarXm5IkzOdk5GemZ+3YfpBk0mpr6nzJ46MCWUj9j+vaL5i4GBPoTATRiHJo1Tb/3/WVvvfvhG5kZWXb29mSTlErFkrtvq6io/O7rHxEj4Fbt23PgjrsaPh2LRML+A/ocPcyMM5CWmv76y+/gwNvHK7pvr3HjRyuGDeIKoIsKi6mZsb29PXffGs0qN0xSQnLvPj1xkBifRFIio8K9vC1CfFtb+c79m7ibgXsE9+89SOIeURFU/UwYMmwQXuGlC1dwfOXyVVQPvJE9e1sGc5DJbXx8vYlxtaaG/fnolmNGjRnBvQDAbx8+Ysja1RutVjtgUD+imcb78NuvfsCTvb1dv4F9hw8fMnL08OsKoN9+/X2qfr5r6R3PvfQk7gdEnQSxhL/wiZ4/v3mmspQdN+DivlKpTNBvogvu5UUGHhXIggl014N2KZm69Jk+bINQKDQaRrgEjnQOOFyUSrJtTL442jd8UWh/BAD1+PjMzkuFmXRxnnO4j9SeqCSI8bNJA23RP7dBHeJ1C2M1AO1CXS+xOnOrDO1LYx3wDfpHAkCHAncDrdy4BwcP3TnH3laOAAAAAA6NCQfNt8AGqhrkE6UzX2AQcgTQTKLREhqYcXUig7zCAzw0tbVZeaU5BeXZ+WXlqmqy5vLKqiuxKXjato9phfBwdfL2cPb2dMUXzfb2clcnJdGe3jTnriQUFpfnFRSr1NWVquqCogba32xlYndnhYeLwttNIZWILcarPL5Z1cyzCJ1ZqTPPYvnM5zcmfQ78LoMAABAASURBVAbX587LsbPXDpy4lJqRO3JQz7vnTySJ86aMQEDngR5u3HsTWsWZNNBGswDaooQ2B0bmX10BdD0HaF6Dt2bEQwFxHn7g+EDzLCpnnsXg2fxoNLJ6RhqkzwBgxZlL8Z5uTl6t/JB/Tn6xVqvz8XTFJ3l0a6iq1G9/+Q++mPnwpfsQAADdmLYTkSQkZ2zadTguKZ0s2kglbi64D90eTwo728beRS5utu49hm4QoUAwamjf0EAfBAAAALQE5QaFmz1/YLCSmJLiuWWYMR4fsQ7Q6CbYduOVPKZ/74j5M8aiduLd+x/FE7pxlLZ2ORt2108XC0VLp87CU/2X6ue/mpLs6ugwKDIKT1YvqdRVJMC36J7OLiR+ct5teEKN46xQvrn0QTxZpb+85F48cVPcHZ0a3H7MD8+/iqf66aOi+zX2llZFJBS+etf9eGpm/pG9++EJNZslE6biySrx0TkL8NRgfvzTv373A+imaKzYHFn+a4P57548A0/10/Gx2/bFj4DriUdmNbxnrLARSxaMmYAn1Dkprameu+X7Zmau1bMu2pcdK/F8sUcvhcSGWBfSkR55bLtcm1awg/pE9e9jGcCdKkL6jXfZ/ms6Tb9yPD+in4tPqAJ1YAKC/Gmcn1fQWLaCgiInJ4fm6EdjrsbS+P67HmkwT2pyGnfx8KFja1auP3bkRG1NLWoent4t6avt7FKnrUrK0RwbOMLixsAF0c/f1yqxn9lZGZObk9fE29/96E28o5KTUmlKVmY2nrZu2mFrK3/w0fvuvvcOsuevXomhedav3YSnBleYkpLau0/P0tKyykoVSXH3cEdNkpebT/yqMb5+Ddwh4kQigM5IzyosLHKpu8fwolXZkErYfYh7G80fYdkJHp7W2+Pq3oBD9tL777x2NXbvrv00paKi8sDeQ3jC8bwFs597+Sl7+4ZHmrt6+dqFc5dI/PTzj9//0D2os3F4YxpVP2Nk9gK/KBvcc0suLDuI7AxocaiincAcWbiLS2A06BnJ6hsR4+ec+KtSxz5X8L8j6/q7+QUpXBAAcDidl/rVhX100U0ke9Crn5C5PWX/kRtVKn9uzMwJ6M5YiZ657mIdTQNtpYjiBohTqSIA6Hj8tmKLpqZ25ODoiBB/BAAAADRE0zJoPp8RBZKYeKXiy1y9QG8yfmYWqR7agO+o9KyfKr4YDvWXBvu64US1RpudT8TQJSq15QY8t6AYT2cuxXM3xtXFIToyuJnXFclp2QXFpRWV6qazScVCT1elm5Odp6uCmD1T9SEdqoVEFrkzn+qe2YB4tpKGUiJtbOIiH66LOhG5+cW/rdqJA1dnpZ+XGwI6OQ0+oskzW0EjpoWZ3nsJrJTQrPoZ1Vc/I3JPZrR2gCYBu1gH8w0Tv67DM11CdQ3joQIBACvw4fbLyh348PzuvSdFolYUE6ZlMgNmBvi0QP1fUsZ0sDoq7BAAAN2bNhJA7zxwYu3WA7i69Pfx6N87YkB0pLPj9aUS9OrnRgXQURFBC6aPc3V2QJ1qEEMAAICOTAVSeNjKBvfxl0glYjGeSURisdAEbn7i3jHeKDeqz3NxUt4+d3J4MGPw3z0r+Yc/fS8lNxv/AF4urs8svH3eqPHIJGI7ee3yhiMHSJ4Qb1+ZRIoAoKWB4tc0WoPuRE7yDb4JXXZi7s/f7envb+8klUjFYrGI+S8SmCpYrifBjXKjFay7q/OS+ZOD/FhfZ643HiZsoBJ3rOz6PYskamsNq7+5uujJnt4h9qijEhQYQOMrl66Wl1c0aKz7ygtvJCeljJs4ZvzEsQMG9m1CCa3T6tD1yMzIqqpSy+Wy2prap5948fCBoyRdJreJ7BERFh7q4+v90XufksQGf1kHZYvZP6O6imfENDe3gE+ws7MTjaubtJF2cXFeveGffXsPbt24/dSpszUcx2uVqurzj7/Oy8t/5fUX8KJOd/19i8z6ciHHD75afZ0uNzFn7LPrXjnU16lb7UAMX2i9DwWc7dFqtVavUp00F/wVvvhm2akTZzau33Ls8Alq50xYt2Zj7LW4f9b8juuC+u+9doUV4uNidve9S1BnY++qlLP7s+mi1JY34X5HGwXPaB4Ak2fk064O6H7oknD7oKgJtI/c4cPIyY9fZh9+qNZp79v15+75T4v5XXP8B+AmKNFU3b/7T7ooQLx3A8bIhCLG9dmifya3qBb7Z14bqp9jE9O8PFzA67Qjw1U/l5QUl5aU0BJCe+s7WozM1aatnR0u7ObqE4ZKADouJ85duRKXrLS3vW32RAQAAAA0Ca8R/1SySGTQ5LzPaKANfEb6LGAV0VwlNLmbpkpojEgospNJQ/0YMbRKXZOZW1JSri6tUJdXqtUa64aLgsLS3YfOoFvGTi5xtJd7uCjwRbHCzobHdV01P6AoqGPmzKqcaSLrCWGWPnM8nxFInzs1F64lXY5NmTl+sIOSaZv1cHOaOnZgeJBvj1AYyrvrwKv3XAepzRDncVOLDho3BxnYFCKG5ryK6HqMqCEHaMTjfEQdTTN1heem8xr3e0ZQgQAAh8ycAp1OH+Tv2arqZ0xaFmMo4+/tjm4ZVgCtBAE0AHR32qIb6d91O/cfO4eDR++Z169XOGpN8EXz4lkTekYGIwAAAKDLgfuxJ40ZPHnMEKGw0wzy3hoMieqdkptdo61Nycl64suPf922CbcKxqSmVNdaVGVLJk5FANAKQPFrPRzFTK8Aac9r+0Y3qUQ8Y+KIUUP7CvgNDzhlNLkwhPZX6A36vX/mkkRtrWHV11c6sgZaLBH7+fmkp2fiuKpK/d8/qx9+zNoYPiEu6eTx0zhY+c+atSs37Dm81coAmIuXj1fMtTgcSG2kZy8fbfrTV/23jqqf58yb8eqbL+F34Tg9LeOj95p6o7BFW5d4/JssThUVlefPXCgrq6isrOzZq0d03170paKiYhr7+V1n1B2JVDJ1+iQ81Whqzp65cPzoyRPHTibEJ5FXV/y16vYlC/0D/Lx8LL7Xz7745L0P3NXEOu3sbN3cXYmrd2FBkdWrB/cfEYlEvXpH2dkzYw05OzsJhUIisM7MyKq/NvyLkMDRUelVz36bz7/+KGw+vt40LsgvtHo1MzOrwXfhI33w0IF4wq38Vy/HnDxx+uSx02dOnyPt+zExcZs3bpu/cHb9N5aVl5MAf7XWbotsceqrn8feo5ApeIwTsNHAdXkBuiScjnzmyDKdXAQGAf75hfjfWLfgBZ491+RcIZnjS/PeOr7lg+FzEACYeGDP34XVKrr4sGffcLkTo34m0mchtX9mh8imvZttw64DJzfuPITvWGdPHoWADg+uf8rLyqz6yJs5J3CvEFo7Nm8zYkdLMKufEQB0PCpUVf+sZQwd779jlqShZ/kAAACABuHV80+ld0/kNhlf3hoMzDUAq382MHdRJu2zgOqeqRKa/DdjFAlFSjs5E5nkhbVafZlJCV1WqcHz8srqkgr1DW2tjURkK8PtPSKZVCyzETvay+xsJQ72cmR53tWkV0bsg1v8urbPbMzRPVPpc9O6Z5A+d0bik7O++3uLqoopY55uThNGsONwzpsyAgFdEe5zHaieEhpxxNDEFtqUwicW0KjuWD3X/RSrOdcWGtVTPIPuGQCuS1I60/cXGuCFWpn0bMYB2s/LFd0ySnvbYf17hLT+NgMA0MFp9b7Sk+ev7j92zkYqeebB24L8vVGrgW9/xg4fMGPCcDE0qwEAAHRFwoJ8b587mbj7d3PeXPrg2fiY+Iw0sngxMd4qwwPT5943bTYCgFYAil8rMcMlVC4Ucxr321SvM6Rfz1lTRirsbK+bEzc7BkfbamudD/3HSk47vgb69rsWffgua7f8758rw8JCxoy3yJLKyspffPYVujhj1pQm1M8Yb7M6VlOtiY9NDIsIoS9tWLdZLpN5+nj5+fnYmXbmieOnyEtyueztD16nKhauYLfBH1ok6hB3NLhj7PGHnyUx3mnffP8Zfenc6fM0HjWm0e6KpMSUC+cvZWdlZ2VkP/rkQ4FB/sNGDMYTfunXn/784pNvSLbYmHj/AD9fX4uQ+tqVGO56EhOSL1647OPj5e3j5eHpTiy6A4MCiAA6LjYhNjY+IiKMZNbpdO+/syw3m7EQ6Ns/+q//fsE7ecCgfieOMT/HtauxJ0+cGTxkAF05Xrx88SqJQ8ND0U2Bf3Tajr931/7HnnyI2k4XFBTt23PQKn9xUcnRw8ezs3PxzhkxatjkqRN6RUfh6cFH7r104codC5eSbHGx8Q1+3IyZU/v0642YRxc6md2+lfpZIkfDb5fa2F+/VwPoStCDhTqYmlx/BAI94+L7cvjoC+XZSVUlJPPv146N9Qkf7xeBgG7Pd5cOHs9JoosDbT0WuEQKWPUz+0/AZ4TQ1FuOzFFb9WsOGdBz696jB46dGz20n9L++pdVQHtBH7Zxc3PPy2P69nAJcXVtgV631kCtVuNLMsYrUSjS63W4kBvqqgd4YAINdDB+W7FFU1M7dECviBB/BAAAANwgDcqgkfkCxsoQmnGB5vOJErqOANosgjYYLTF9C76IEAmNNhKxu7PCiOhDyDytVler1Wv1+lqtTqvV173AMIpMDxuKhAJmEglQHcUhDoxmeTL713xBXk8AzWtADM31e7Z6rxVWOwrosBQUlbk6swPcyWUSon4OCfTy83RDQLehQSU09yUrxTOqOyJl3YC8t+H1WFWYDSbW3yoAAOrjYC8fGB3WKywQtSb4uE7LzMfXMD6eLdAU4+/jfu+iyQgAgG5P6wqgcwuK/1y1DV9FPLZ0fquqn8OCfBfNnODh7owAAACALoe9nXz+9LEDoiMRYMLWRrb9k2+2Hju85fihjPyCkoqyMlWlp5NLoJdXr8CQReMmB3h4IgBoHaD4NQ1u5b/DiRFpXbdRnttJ0EfhOcTRj29u6yepxnoraQ3cXZ2XzJ8c5NfcZ6PJ9gT1kev1+iOr2BHDO7gG+o67bjtx/PTBfYdxXFpa9sQjzw0fOWTo8MF+/n7xcQkr/l5VVGgxM15816Km1zZ56oTff/mbxO+9/dG3P31pb2+H98bunftef/kdkj51+qSPv3gfB2IxK4GtqlLn5uQRa+HCwqI/f/+XrhD3PKGOilKpGDJsENENH9h7aMVfqxbfuRD/6IcOHP3tl79InnETRvv5+za2hvy8grdfe5/E6urqjz59F+8usmg0WNSuIaHMAD5yuWzs+NH79x7E8a4de8dv2z1lGjNkdm523ucff3Xk0HGSef2WlaHhTP7pM6eQbcM8/uAzr7/18oDB/XGH3AfvfkLUz5i+/aJJMGf+TJr5+SdffvalJ4ePGIo72A4fOvrFx1/TLbn73iXoppBIJRMnj8ObjeP09MzHHnrm/WVvubq5XLsW9/pLb2mqNVb5BULBB+98XGXq/rl04UpoWEhgkD95iVskQkKCGvy4nJzcc2cuktjdww1/EOoM1Fc/D1kktlHUcWQBug/0PMgufRTeAAAQAElEQVRnOuyZc6ABd6gbDXKD9Iue0+ed/rfWoCc5H9u/4sCC5zxtlQjoxhzPSfrg1Ha66CCQvu43QigUmIyfBSKRiAlMPtDs9ZQJ1LbY28rHjRiw68DJXfuPL5o9EQEdDyvLMaFI5OziUlRYiK/lCgsLXVw63Pm0qqrKrD1iVM56vUkJbeQRSTSCznug43H2UuyVuGQ7W9ntc6AaBAAAuHnqy6BR44bQHHGzRQlt5QBtNI25RGP6LiJ+Jn9wi4qNtK4AEVk/qMxDDegOeZYhNYzU1oGKmElbZ8MO0BbNM49jCQGWz52YwuLyfcfPnzofX6Gq+va9J6QmdwBvD5e750/oEerv5NBB7TOA1oZ72Dboc09fsgoaXGxM0Nyc7hgAAJqmT1QInlArk5NXrDcY/LzdcCMeAgAAaCFaVwD9098barW6hTPHtd7j/vZ28nnTxwyM7oEAAACALge+IR01uM/MyaNspBIEcLARSxaMmYAnBABtDhS/JsCtaHe5RLGaG9x2z+NzfVAs2TiqL/xfSDQ7QiEd95H6paBWAzdAz5g4YtTQvoJmy4N4nDHkAnvL9Ab98TXlnUID/da7rz6aWxATE0cWjx4+gaf62V569dnIyPCmV9WjZ+Tc+bPWr92E4wvnLi2YdYePr3difGJxcSnJIBIJH378ARL3699n7679JL5nyYNz5s3KzMjct+eAuqqarrCyohJ1YJ5+7rFLFy+TDf7g3U/wxH1VaiO9/6F7mnj7sBGDBw7qf/rUWRwfPnB05uT5I0cN9/DyyM3O3bRhK8kzYGC/4BDWUeDJZx89dvREjaYGxy88/cqa/9ZXazRXLl2lK8Q7n6ifMbPmTl+7egP+FZBJaU3Nqil4tUsfuIvEU6dP2rFt94G9h5DJ9vuN/71bf2vvf/gefEigm+Wp5x4/sP9wbU0tjk8cOzVuxFS8qfGxici0o6w00Eql4u577/jum59xnJaaPnf6bWPGjwoJCaqurt64bgvJ4+TkMGbcqAY/68L5S99+9QOJR44a2ikE0FbqZ7HMOHCBUK60dIKaqpg6HZxAF4Z2cREYW3fcAS8wMt31QkOQncvLIaPeiWfrz4ra6vv2/Llt9pN8KBjdlYLqivt3/603Wp4Pedt/pEIspaJn8p9VP/P4XMEEattuzkmjB+OPmzJmCAI6PKzQRyRSOjiWlhR3QA00UT/jQKvTMaVazxRpvWnON4LrM9AR0en0f6/diYP7Fs+EdjwAAIBbh+uQaqUXJOkmJ2ijwcAjImaqhMaLHP0zN93IFUNbCaDNVtDXH6OJV9djtS7mBk9EpM2IKpu5umfTq3X8nqn0mbtOBNLnzsaqrYcuXE0kcU5eUaAfa5UyclAvBAAmeM2whb6hg72JzFBpAEDHJD07H8/9vDroSFwAAHRSWlEAfer8tYzs/EA/L9z6j1oBUMUBAAB0bXw83ZfMn+Tr5Y4AAAA6Caa+Bz6fM24jO/Y6R89nCZDZ7ETAF1LtDl9AuwNQq7miDunXc9aUkQq76wzOTvtUaA8G2TK8kXqBIaCXDe4uObGusuNroJ1dnP5Z/dvnn3z9z58rG8zg4eX++JMPz5o7vRkrQ2++94rSQfHbz4wFcnZWDp7oS3K57KvvP6NWvosWz1u7an1yUioy2Rh/9/WPJN3VzUUkEpE3pqamow5Mj56RX3zzyduvv5+TnWv1kpOTwzc/fNGzd1TTa/h8+bJ773woIS4Jx0WFxUQ7TvEP8Pv4y/fpYnBI4L+rfn/uyZfS0zPxIlFOU0aPG/naWy9xUz785J3nnvrftSsx9T8X/6bLf/xCobCUxveXvfXWa+/vNpk0WyGT2zzx9KNL7r4N3QK+ft5vvP3KO29+QDTQ+Ngh6mf8cz/z/BP/e+ENq/yPPPFgRkbW1k07ECMW0e3ZuQ9P9FU7O9tlX3zQWaydr0t97+eBC4S2SlxZmio909z8AAifV7f/FAFdGssvbTp5Go1CxrBMaFzo3ftYcdq+ohSS7WJB5sdndr48cAoCuh86g+HeXX+W1lTRlCWuUb3t3E1DcAsEzBjcIoFJB81WKfTqqz3ATZSzJo1EQOeB8YEWCu3tFSpVZYfSQBP1M0ajqWEeFBEKeTw938AnQicEAB2SHQdOqKrUvSKCe0YEIQAAAKCF4IoFqSa4rhU06wPNjKtT1+CZyp2pRTT3VZqBK4RGDZiwkg0wcrenzrzOXTyqbwLNqp95dRatBNOocd0zAhVjhyQ9Kz82KTMuKQPfmT1+zyySOGJADzdnRVRYQESwLwKAJrE6rmnNcyvHO9QVANApyMgpxHNfz5YRQB88cam8smrSqP5k2AEAALotrSWA1usNqzczXct3zp+MWgFQxQEAAHRhcLfxjIkjRg/tCzerAAB0OqiSj/znW2wImVfrVGs8y2iPrIOhQEj0gKjVlH/urs5L5k8O8vNCNwjpjTAamA3E3SMCgx5vrX8vG9w0eWoDq0nqyBposUT88mvPjxw9fN+eg5kZWRnpmaUlpWERoYFBAQMH9580ZTzjP9o8cM5nX3yyT9/e+/ceSk/PSEpIFolFPr7eg4cMXHTHfBcXZ+6H/v7vz3/++vfxIyczM7NUqioPL/dx40ff99A9q1es/X75LzjPmZNni4tLnZwcUEdl2IjBW3ev37B204njp2OvxVWr1aHhoQFB/nfcucg/wO+6b1cqFStW/7F394EdW3fl5OTm5xXo9XpnF2d3d9epMyfPnD1dJKpzTxoeGfrf+r9++/nPlKS01JQ0/BYPD3f8M82cPXXcxDFWB4W3j9c/q377/pufjh05UVRUXFJc4ujk6OHpPnb86NuXLJTaSLmZ7e3tPv/6o5Mnzhw9dOzihcuZ6Zm49IZHhoeGBd92xwK8KnTLzJ43PSjY/4tPlmdmZeXl5OMCMHP2tMefejgvN69+ZvxdPvzkndlzZ2xcvyUlMbWgsLCiotLZ2cnJ2WnwkAF33XuHg4MSdQnqq58HzOPJFTzWr5VWfSYlNJ/PdocioKtD++xJV7epv910hhEKRcxIy8b3eky6evLv/BoVyf/VhX2RTp4zg3ojoJvxwent5/ItDwuF2Tje6x5N6g98BhGJRBYfaKHApKQXNKGcAID6kNpHIpXWaDQdRANN1M8Gg0FVVYW3Dxd0k5qJf107RgBoR6rUmu17j+Fg8ZyJCAAAAGgFePUMoXkcN2iSwudTObOgrtDZYBY41xFAW9k/c02gyWdyrz3Ml9ZGXj0HaMSRL1NtM+cJZ0TNnhHbxsir/0YEuufOg6am9p2v/iGxg8JisdE7MghPCABuHDjeAaDdWbn5YGZOwW0zR/t4tq43c3oO4wDdUgLorftOlparpo9rFVdWAAA6EbxWajY9ePz832t3DIiOePiuuehmoXdlD724jCZKJJJxIwZNHz+4mZdBZCV6EzqdNquw4olvT+J0qVj4z5vzEAAAAHA9jlxK/2o1U3OGecoen+IvkUrEYjyTiMRioQmrPuYb5ZGXlnEXh/TvOWvy9X1JCWbrAoOOQbsz/drSk/+Rl+zE0oSl7yEAAIDm8e7Jrd9dOkjiif49/py0tJlv3JZy5f49f7ILRuPB6LsYHR/R4liMCNkWf/ouc7cEn9gqCwSsBNBkZ2gS75jcUG+ldkV1K1hcec+YOGLU0L4CU2dDM6HdHqSyZa+pdXqdVqvF/2uZf6mX1Kc3qulbRGJ+x9RAAwDQ9lipn8Uy48D5fFsHk1JRJBKb1Iti0z+8zF5WCoXUwPVWKkCgU0C72NmzDHOG0ZtPL9rzxZl3nlttMDuNCXj8dTMeGeQRgIBuw9rEc0/s/48uSnmCvyJmeUjtaNUhEUtIBYKrEwExgTZfQaF27UAtLC77e832qeOHhQdf/2EhoM1o+sq2RqPBC7jY4FLUjhpolUpFNEylpaUGg5G5qWAKOP3HLJC7Ba7fOZwu253CUlV2fikOJEYVvvOSSnGzGYPIBPfmDnVRcGcQ7hIaOTj67oXTENCicGstXF2pKwrLM5l2Wq/QoXIFOAQBQPeF27/P9WymFzw0JmpnU2DgBMjK9dlK/dyEfIDr8mAlX+ZZhpGzyKDN2eo6RdcVT9ddP1zYdCByC0rOX0lMzcpPzcx7/oF5Hm5OJH3NtsNKO3l4sK+PZxcZvgwAAKCb88bnf2bnFr373D2e7k6oNXn4la9w88t37z8lFrWAYeuDL30hFouWv/s4AgDgBkm9skurqdLy7ZE8gDZkifERJRLdugas7WktB+i9h0/j+cyJLTzsY1hIwOD+fb3cnODm51ZISExKSUmbPGk8Tdm9Z9/Tz7LDSS/78N0Z09ttYNmKisrBw8aQeN6cWe++8zrqQjz6+NMHDx3FAa4sLl84SRL3HTj4xJPPk/iD996aPatZY68DrcqZs+cuXLwcExN3LSZGU60JDAzw9/MdOnTwpInjudnwoTR77g0Mlb5j6wY/Px+6iLvXxk+cXlhURBbvueuOF194BnVvbtqXFAAAoOOA+7WJrSkjxDHJoE0Wz3zSyo/qNuITYTTJYJI984n6ucWVf/16hS+YOa6Zz5Zw4Zm9ZEiPBbGQEQrN/SIi5qUAkx0n1UB3ZB9oAADakqbVzyJ2zvxjZYutUwECHRzLE0G4Gx4XAcQMMyA0MP+iHbweDxj8deoJklNvNNyx45ctsx+PcPRAQDdgf0bcUwdWclNe8RvmLrFlvJ/N/wTksQnm+bE60ud2p7C4NDE185d/N/3vybudHBQI6Bhwr2x51uIcHi5L+EW9XmcwGNrLB5qonzFFRcVGowFvElcnxJolIh6cKIGORkFR6aETF3Dv9dypYxAAAADQJtArAWr/jOp6QtM5tYXG18vU8hnVEz1zdc8WRTXiOEAja2eHBpXQdRcRqucSzX1Lg98IaHfyC0vdXNjR6hJTs9fvPErivKJSKoBeMK2FRSAAAABAO6Kpqc3OLZJKxK2tfi4qqdBqdR6uji2ifq5SV+sNBoW9HAEA0O1pFQH01biU3ILiID8vT3dn1EK4uTgumD5az5MaYKC/WyA3N2/5dz9u3rL9zjtu4wqgAQAgZGXnvP3uB8eOneQmFpeUnjl7fs26jQMH9H/j9ZcDA/xRS7B33wGqfsZs3LT1qacek4jFqFsiFoumjRs2buSAG/IlBQAA6ICYXJ8FxKpNaFLoMCk8PtEqoLqt+Vwxg8nAjVVCt6B8x93VedGs8bfoPkg3hnVtwf0fQnpRzrwEGmgAAKxovvrZ9LAIsb8X0FFxoeOzm0C652nnNz5jIuaBYfKIDdPnfn/gwJjKgr1FySR/lbZm0dYft899ytvWAQFdmgsFGffu/sPA8Z270zVqlNJfSAbZ4PwzPXjGPj7BNVht32okMjRg1qSRm3Yd/vKn/1575j6JWISADgOtecgZh280MOXHoMdznl6PTK8aDIaioiJn5xZr2W4OFvVzcbFepyNDIrDPSgosT0rWkReB/TPQMVi9eS8u1GZFOwAAEABJREFUupPGDLGzlSEAAACgbeEqoRFHW0xvtepLoq2cnusnoroO0w1+nFVgmhubEDrXf2ODi0B7UVOr/Wf93vScguzcIoWd7edvPETSQwO8xg3rExniGxniJ4b7GgAAgC5KXkGJWCQMC/JBrUxqZi6et9ToAWKR6IWHF9pIuqnABgAALq0igN5z+BSejx7WD7UQc6eOGj6wl0GvT84uQ8DNkpeXP3XG3JqaWgQAQEOsWbfxww8/0dTUNJbh9JmzCxYu+efvXyPCw9Ats2HTZu5iWXn5jh27u6cFeFRE0OLZEx2VIJIDAKArwOgSTApoon4myhyzIofJYCWARkZEtNFc2V9LCRrmTRszZnj/W3y2hNtlwjevqv5dBNFAn9mkJv0joIEGgO5Mc9TPYpHYbOEqIupngVm/SN8I/aDdAV69oQaQUWAQMBJAodFgNIg/6TntgfNrz5bnkPyF1aoFW37YNudJRyl4e3RZksoKbtv2c41eR1PmO4ff59HHNMYGU2eIzP8FRP3MtzaP7wi1x+SxQ3DvUUiQD6ifOyCk5iF1Dt/A/MWX7MxY8EIhrnd0Oh0uUnq9vi010FT9XFhYiDfA7GvOJybnAvY8KaCPS8IpEug4JKdnX7iaYCuXTR07BAEAAADtR4NKaFS3ZQ81InS+ru65iY+zburkBI2JnhHc77c3yek5qRl56TkF08cOImbP+LblUmxqlbrax9OVq0tzd3W8ffZYBAAAAHRp/H3cv//gqdKyCtTKpGfnMx/n7Y5aAtw4GN76om0AADoFLS+ALiopuxqXIpdJh/bviVqI8SMGaLVag16PgFugpqa246ufZTKbP377gcRt7LPSXvSJjqZfOSDAHwHtREZG1kcffUrVz32ie0+bOsnLy7OsrPzS5Stbtu2oUlXh9GqN5sWXXtuw7j/c/+Tl5UV/O8LuPftX/LeaxHcuuW3c2NHcV13dLE0G2Tm5Vj7TmHXrN3ZPAfRj98xHAAAAXQZq5ywwaZ9FIqJVwGmoIYMTXt1hIhF1WW6JboDxIweilsDKoZNsYYMaaIGAd3J9FWigAaA7cyvqZ17jg+ECXRvuUAOM9FlgUkAbhEaRUWo0Lo+edc+5NXEqdvyctIri27b9uGHWY3KhBAFdjoLqivlbfqioraYpQ+y8HvHoR9TP5NEyIn8WsO7xHcv7mcs9t01DQAeDXtbiMmMwmLTPjPk8Mya8yGQ9T+b4JQGP12YaaJVKhT8RBwUFBTqdnpR2gYCWeYvZOY9T2uF0CXQQ/lm7A8/nTBkFrpAAAAAdBO7lgZUYGtXTQ6ObUj83+FmNxU0nAq1Nlbo6LatAXa0Z0Ju1dtp39PyKTQdIHBHkQwTQmFceX+zuAqMtAQAAdF8cWt+uLi2TEUD7ebshAACAFqXlBdBnLsbi+aA+PRAA3Di4NX/ggP6oO+HooOxuX7lj8v6HH1drNCSeMX3Ku2+/QVvtZ82cdteS2++85/7i4hK8mJySuv/AoYkTxsllNla/3bWYOBp7e3k38cuuX7+JtiW5ubnm5xfg4Nz5i3HxCeFhoQgAAADotBAJjkmLwxNQT0KOMWH9tzQ4OiT3pY5AfbEIauhewjeKmYMGGgC6LbeofgY5V/ek/mM2jAZaKCBmqEaR0c5g80Ov2YvO/pdfW0XecqUo5+6dv6+c+qDw1kY5ADoaKq1m0daf8tUWv5kwG8e3/UeKidyZaJ8Z42ezHpRfRw+KOjBZufkKOzs7WxkCOgyk2JjqHFyemBSR2QFRq9Pq9HqhQICve1tbA11ZWUm9n7VaHdX64/OlyHy+pGbn3OeFAKAjcDkmKSM739XZYeTgPggAAADoeFhdNtTXQ6N61tG3sv4behVobSpV6re/+qe0rBLHTg72VAAdEuA1fECUv7cbngJ8PWh+UD8DAAAArU1aFiOADuScfQAAAFqElhdAX7gSj+d9eoYhoCMxe+5tCYlJdPGPv/7FEw6OHt7r6KC0ylyt0fz2+1/nz1+8ci0mODCgV6+ouXNmhYYE119tXHzCytXr4uLik1NS/X19gkOCx44ZNWHcmPo5MzKyvvvx54SExMKCQlVVlZubq4e7+7ixo+fMmiG3tQxcW1FROXgY+/Z5c2a9+87r9CVVpeqnX/84dfpMQUFhWVmZg4ODu5tr//79Fi+a7+HRMkMktCDnzl/csGEz3j+5uXnR0b3GjxszZ/aMBnPuO3DwiSefJ/EH773FNQBWV6k3bt66e8/+3Ly8goIC/JW9vTx9fLxHjRw+ccK4+qu6eOnKunUbr1y9VlhY1CMqYsigQffcfcfPv/7x5Vff4ldtpNJzZ46SnL/++udnX36DA1s729PHD65bv2nNug05OblRPSLuuvOOwYMGNP/Tt+/c/fwLr5D45LEDFZWVf/294urVa4nJKRFhoX37RD/44H0yG6m6WvPbb3/g3XI1JtbLwyMkJHj+vNmDBnYU5feu3XuPHD1OYidHhzdf+5+VZ4m/v+/jjz309jsfKhWKiMjwanU1ugVw/9nadRtJ7Orq8vSTj/3v1TfJIk5/7ZUXEQAAANB5MbJiCkYizOOR4ar5jUhzmljsgD0EoIEGAKBpQP0M3DTcUwxNFApZCbRBZHS2sfs5eu6Sc6sr9OygPceykx7d9++PE5bwEBSYLkKtQXfH9l/jSvJoirfY7pPAcVKT+pOqn7l6UJ6pEun4FUhxafkXP660kUoev3eBu6sTAtoV7kMXdescRJ+7IClanU4sEuHr3uLiYienVvnh6qufTWdMkVVpN/lBC7mnSzhjAh2EHftP4PnsyaNw8UQAAABAh6f+xQNX9HyLlxZwZdKOnL4Yf+5KQkFxeWFx2WevPyQxdXHa2coqVWoc+Pu4+3hYhqj19XJbunASAgAAAAATBUVl2flFEcG+UokYtSb4g6o1NW4uDmJRyygVdx48s+/YhYXTR9GHfAAA6La0sAC6Sl2dnJ6Nq8XwYH8EdE4yMjKW3HlfbFw8Wbx46Qqe/lu55ucfl1vZ2a74b/Vnn39NTXOvxcThadOmrbNnT3/t5Rdlcourzbr1m95+90OdTsf5lCw8nTp9dsXK1X/8+qOrq0vTWxUTG/fQI08S/11CXl4+nvC2/fvvyu++/bLjSGn1ej3eLURfTjhw8DCeLl26XKvVNX89RcUl993/SGJSMk0hX/nsuQsbNm556IF7n3ryUfoSbqH4/Mvlv/3+F22qOHr0BJ5i4+L8/Pya/qCVq9e+8+5HJD546OijDz94o59O2bvvwKeffVVWXk4WcWY8nT577qUXnn3t9beTU1JJekJiEp6279j1x28/DujfF3UAduzcQ+Pbb1/ELb2UGdOnDRk0yNfXG90yBw4dLiwqMq926qRJ4999/yO1SVS9acu2Z595UmYjRQAAAEDnhLb1c9UJ/BvxJuzIvQWggQYAoDFA/QzcIuQUgzierMgoMJo00CKTKDHAzun73rPuvbiuxqAnb9mScklxSPrJqAUI6Pxo9Nr7d/95Oi+VpriIZJ8FjVeKbYRCYX09KHXDJaWlg1cgTg6KCSMHbtp1+O3Pflk8Z9LIwdEIaFca00CLRNY5a7VasUiE2/pawwe6CfWz1RmTqJ+t7ingjAm0O2mZuQkpGUp724F9IhEAAADQOYEris5FWXnlpj0ni0rKC0vKgnw9H7h9KknPyis8ezkBB7Zym7JylZvZy/mtZ+7ycHVEAAAAANA4568mrtl2eOrYgfOmjECtSXo2Y//s7+2GWogKlbqkrLK29gZUWAAAdFVaeKjQs5fi8Lx3jxB44r8N+PXXP0tLy1BL8+33P8fGxePW9ejePakMFLfCv/f+x9zngDdu2vreBx8T9TNuho+KilQqFOxLG7e++fb7NOe1a7FvvfMBUT87OijHjR299O4l4eGh5NW0tIwnnn4edyQ0sUn4Ux5/8jmifpZKJIMG9l+69E48F5rGp8Sv4jXk5OShVuDy5au7du+9obesXb+Rq352c3Pt2bMH3tTVazccP36y+et56eXXqP4Y/xw9ekTg/Uxf/fHn3/Cuo4ubNm/79bc/6Q/k5eWBPxTn37pt5+9//NXEp1Srq9//4BO6GBQYgH/KG/10ymtvvFNWXm5vbxcZEU4bTS5evLz4jnuI+rlHZLjE/NwY3toffvwFtQ43enSUlFi09b179Wwwj8xG2iLqZ8yGDVtoPG3qJFyqJ00cTxarVFVbt25HAAAAQGemjijBiKx82hrL33SejgP9alSEwRcI2GHpORpH3yibwXPl9NsQDXRWYgUCAKArAupnoKWo8+AQLiV8UykySwJ7Kj2+iprO51g+/xN36s6dv9booZm7c1NRWz1r07f7MuJoiown/DRwnLvEllsAyF/ihsuUjht5wKzdmTx2yKN3z7ORSlydYVzpDgE979A6x3RWEjDnKK4Hs1BYq9Ui01hexcXFqOWorKzE6wT1M9Cp2bb3GDLVb1AgAQAAAKDFOXclYfv+03+t2/Pb6p3c9MOnLsckphcWl+cVldLEflEhj98z65NXH/zqrUep+hkD6mcAAADgusQnZ+F5aGDLKGGaIC2L0XS1oABaVcU4DMpkEgQAQLenhR2gL1xhbIP7RIG9fFtQpVY/+MgTv//8va2d7XUzb1y/Mj09c8r0OWTxnrvuePGFZxrL/Owzjy++bZFcZqOu1tx19/0xsUwXVFJySmxcfGREOI4rKiq/+HI5ydy/X5/PPvnQxcVZr9f/9Mvv3yz/ASdu27HrnruX9OgRgeNDR44RfbOnp/v2LRvEYtZN5a9//vto2WdOjg4uzs7pGZmBAf6Nbc+VK1fz8vJJvGrlXyHBQSS+ejVm4eK7ZDKbnj0i4+Li8fpRS+Pj4413ck1N7cwZU5uTH++Z5aY9gEy64ffeeXPG9Ck4zs3Ne/KZF65di0XNIyEx6WpMDIkXLZz/3NOP419ZXaX++dc/fvz5N5J+8dJlf39fZHJe/+qb7+iHfvjBO1MnT8RxTk7e08+9iPdSEx9EfpphwwbPnjUjMzPL2dnpRj+dC27sfuet12bOmIY348CBw489+Sx9afjwIe++9bqbmyv+KRcvWZqfX4AYi+jzmpoaqaTlr0hu6OjAFJdYmgk83Vu+IHEpLCw6cPAwicPCQsLDmIcBpk+bsmEjq4petXrdwgVzEQAAANDJ4aEGBM1do2O4Qc+8Bn2gcbZTG9TgAw0AXRtQPwMtBff8gufkKVz2/GIyScV/hzr7fxA+4eW43fRde9NjF2z9YcXU+21FMJBOpyRHVbZw20/JZQU0RYh4nwSO9bdRMkpngZAIUkmFQhTxAkYbL7BSP3f8OqRnZPB7Lz/MHfGptlZLW8mAtod3gz7QRAPt5OSEbpmKigri/VxUVATqZ6CTUlRSfv5KPK7TRg3pEOP7AQAAAEAnJSU958DJy/jEWlBcPnfSsGEDepD0fzccKK9UkfjehZNJoFTYLZoxytVJ6eSgcHVW0pX4eejdgpoAABAASURBVLv5tZyeDAAAAOg+4KaJ+JRM3MwQ4u+FWpm0TJMDtFeLqXHsbG3sbGUyKbQJAwDQogLoWq0uJjEVd0D07hGCgNbn7rvu+HflqkefeGb515/b29uhFmLUyOH333sPiXEL5vTpU4gAGpObl0cE0Lv37issKiKJL734nIsLMwQkbpJ/5KH79+8/eC2Gyb9t5y4igKZ24Dk5ee+9v2zOnJlRPSJxG/6ihfNGjxrh63P9B4l4PEsnxIcffYq/+IB+fWVyWVRU5JZNawL8/bi9FC2Lg4Nyye2LXn39bfwR06dNvm7+Y8dPUintnDmziPoZ4+Hh/u7br8+dfztqHqEhwSeO7E9ITL585erMGVOJRBh/5WnTJlMJcnkF66F45vRZoicmH0rUz8ikOF/2wTsz5yxq2mA7unfPn77/htt3ckOfzmXSxHHz5s4i8eAhA7kvvfPma25urjhwd3cbMmTgxo1bkclZvKS4tDWU6zd6dJRx7KJJeW491q7fSL26Z0xlS8jgQQPw5xYWModVbFz8xUtX8O+CAAAAAKCj0kwNtJ/pbAYaaADowoD6GWhZ6PkFlxCDwYDneFHANMULRaZzCY6meIRX6bXvJh6g7zqTlzZz47crpj3gLoPzSycjriRv0bYfC9SV3MT3A0ZH2bkTSahYJKLqZ6HJjldgcgfvpHpQrvp5/5Gz+46eWThzPLSjNpP0rDw/7xZuQbohDbTINBLdrWugqfq5sLBQp9OD+hnopBD75zHD+olFLWyyAwAAAABdA3W1prRM5eXB9jmWlld+88cmnKiurnV3dXjlscVseoXq+NlrNA99+/ypw2U2EkelvZNDnV7OiSP7IwAAAABoIXAjw9zJw4vLKqTmgdxbj/RsRtTk79tibTsLpo3CEwIAAGhZAXRsQqpeb+gZHgRtXm2DQmH/6ssvvvzKG3ff++Any94PDgpELcGA/v24iy7OljZ9TbWGBLGx8TSxsrLy9JmzdNHd3Z0IoNNS00jKQM4K167fiCeJRNy7V8/BgweOHDEMNYOePXvIbeVVqiocnzx1Bk846BEZ3r9f35Ejh/v6+LSeABpz//1L9x049OLLr2VkZj14/z1CYVPFOzcnl8bjx47mvhQeFurv75eWlo6aB/5S4Yw9cAi+GcZfOTs7JyMjc+/+gzRDTU0NCTKzLIKDMaNGcFcSEOAfEhIUF5fQ+Oeg0aNH1u87af6nc+nZM4rGNlKpUqEoKy/HsbeXp7u75cljBwfL6EtV6irUCtzo0eHs7FRaxmqgi4pLcHlDrQPu31q3fiOJ8W6fZlbV43j2zOk///oHWVy3biMIoAEAANqYLJXlYZjkssJPz+5q5hsTSwu4i91HkdAMDTSjVAMNNAB0YUD9DLQGXA00TaQ34uRp0vnePR1F0hdjd2uN7OO+sSW50zZ8vWb6w4GK1n2iFWhBzual3b7jl8paDU2xE4g/DhgTaetmloRaqhGifhYKBKZaRNAF6pCYpNSSsoof/lrv6uL4zIOLlfbNGsCqO7Ns+Z+jBveZOXmUjbQlRxJrvgZap9OJbtkHmqif8UpKSkpA/Qx0XipV6mNnLuEqecLIgQgAAAAAuitlFarUjFx1dW1VdXWwn2egnydJ/3nF9kuxKdWaGntb+RdvPkwSpRJxehbjfImvZmWcoXH9vd3vnDvexUnp4ljH1Hlo/x4IAAAAAFqf8SPaYlSfgqIyfGZ0d3UEPSEAAK1BS9YsSWlZeB4ZFoCAGyEnJy8rOwvdFO7urhHhYbFx8XPmLV56z52PPHy/zS3b+ysUdcQoYs49mFarI0FMbCxNvPf+RxpcT3JKGgn69o3+30vPf7jsU/pSTU3t6TPn8PT1N9/37RP97tuvBQT4o8aRSiQ/fPvVw489RTTQhGsxcXj68+8VXl4eb73+6rBhg1GTnDl7HvcvoJtizuyZHy37bPm3P+zes/fN11/pE92rsZx5BRYJlIeH9aNLHu5uzRdAYw4fObZ6zfpjx0/gPdZEtuwci+agvnuxu7tb0wJoLy/PW/l0Lo4cZTNiCg/7lJjSQclNt+EUKuqF3CBtdnQEBPgnJiWTOL8g38/Pp34evKkFBYXEx/qmOXrsBP5SJA4JCUrPyMATWeT+EDt27X7xhWfs7KD7EwAAoO3IqCimcXJZwWfn9qBboJtIE8AHGgC6M6B+BtoAIoMmt40CQR0f6LFuId8LJU9f267Ss3esOaqy6Ru++XfqfX1cfRHQ4dmXEXfvrj9qDTqa4iy0+SJovK+NA1f9jKsPgVBgmjOVCFU/k5oEdeY65PGlC46dubz70Cn8vUD93Bzw0X/wxIXzVxPmTx87IDoStRzN10BrtVqigS4pKXF0dEQ3SEVFBX4v/qzi4mLcygrqZ6Dzsufwab3eMHJwHztbGQIAAACArkVFZVVVdY1GUxPg60FSqtSabftPEfNmhZ3sjjnjSHpqRu7yPzeTeNaEoVQAXV1Tiy/iXJ2VcpkNXa2NVPLm00tcnJRWj/M5OdiPHtIbAQgAAADoyqRkMFaS/t5uCAAAoBVoSQF0Ymomngf7eyPgRtixY9dnX36Dbg29Xr9hw6bxY0f36hWFbg2xuM7QBvgOrX4enVaHrkdmZpa6Si2TM22gdy65bciQgZs2b9u3/6CVAvj8hYsLb797/ZoVPt5eTaytX9/o7VvXb9u2c/eefRcvXua+lJ2d+8DDj3/+6UeTJ41vYg0PP/JktUaDbo2EhKR16zY2IYAWcLpJcKeI1av4Z0LNo6a29plnXzx46ChZlMlsekRGhIWF+nh7Uyk5/Wma1hAbDU29inFQKm/l07mIxHW6hmjHjER8k+NltNnR4edrUTwfPXZy4IAGBpA6c/bc0vseGTig3/hxYyZOHOfifDO+Yus3bKYxLk733Ptwg9nU6uqNm7biAwcBAAAAbUVL6QmIQMGIuguggQaA7gmon4FWhXtyQYz0WWD6a316GeDk+3v03IcvbyrWVpOU0pqquZu//33S0tE+oQjowKyIP/38wTVGZLli8hbbfRk0wUVi26Ak1FS5MNUIqUOo+rmzM2xALzyVVahoyukL1/YdOdMrMmT4oN4KeCi6ISoqq377b8ux05dunzvZ1dkBtRA3oYG+UR/o8vJyowlQPwOdHb3BgGsqHEwb36zRHQEAAACgA8KYN2fmqdU1VubN7y9fkZLOKLQkYtF37z9JEvEl3K5D7GDIzo6KO8wrcXJQ9AoPlNlIZDKpv69F0fXk0tkNfqivF6i+AAAAgG5KcnoOngf6uKOWIyE5C7eWhAR6IQAAuj0tJoDGzV7JaVm4VdbPxwMBN8J9992NJ3RTqKs1ty+5JyEhadzY0e+984aVebMVLdhQ7uXldS0mDjGPq0rPnTnanLcEBwU+98wTeEpJTTt16syJk6ePnzylrlLjl6pUVcu/+3HZB+80vQYXJ6d77roDT2Vl5SdPnTl05Ojx4ycLC4vIq59+/mXTAuhmbmeDbNy09ZXX3pLbyj98/+3xY0c3kdOXo6PNzy8ID6vT55qWnoGax6rV66j+eM7sGa+9+hJxL05Ly/hwmXVmd3fLVUJRUbHVq9RguDFE9caYuKFPb1Xa7OgICPCn8dq1Gx66fyn+ua3y4N2C2zhOnT6Lp6ys7JdefBbdICWlZXv3HWhm5tVr1oEAGgAAoC1p+oGi5kNFOVxQlwY00ADQ3QD1M9AGWGmgyfnFaMTFrM4pO9Te9c/e8x++simrpoKkaPTaJTt++Wbc4jlBfRDQIfn03O7Pzu7mpkTYOH0UMEYptuF4Pwsbq0a46ueuUY1w7Z8vxyRlZOfjaeueo289/4Cbyw17DHcT4pMz3v3810ljBk8eMwQXD9QS3KgGGudpvg80qJ+BrsT5y3Gamtqo8EBnRwUCAAAAgA5DYkp2aYUKdw7i89Tk0QNIYpW6+vNf1uPEKnWNm4vy1cdvJ+kpGbnfNmTebGtjI5fhSSKzsQwqayu3uW3GaBcnhZODvYuTxVXK18v1qfvmIAAAAADonKRl5v24YtvYodETRvRDrUySSQAd5OeJWgjcQrzsh1V2trIv33wEAQDQ7WkxAXRaZq7BYAwJ8OE64AKtzYcffsKYyN6z5IVnn7puUziPY9l7ixIfL2/zID4aTVx8YnhYCH1p/YbNcrnM28vLz9fH1s5Wp9Pt3XcwOys7MyfHxcnxsUcfCgzwx9Pi2xaUl1fMnndbfn4Bfld8XEITH3f6zFn8KTk5OUVFxcs+fFepVEyeNB5PeOVPP/vS/gOHcJ6cnLzCoqKbM+VtmuSU1Pc+/NjLy+OH774OCgxoOrOvj0UAvW37zlEjh9PFPXv3FxQUouZx8uQpEsjksnfffp32u+DvSPPwjOwP6uVpeepg85ZtI0dYvDf2HTiYlnZdAbT4Vj69w3JDR8f4saO/9/HOzMzCcVl5+etvvfvGa//DJY1mWLVm3Y6de+jibYsWoBtn/YaNzXcBxwUPl/wGvagBAACA1kApldHLIwHiSfgCru6qMYhOAplFCTZ8oUCAL7l4RK6AU4zmbKhLAxpoAOg+gPoZaDOaFiMy51/TvayPncOf0fOfuLYlRsXeceuNhkf3/nshP/P1wdNE/JZRRgItQkVt9VMHV+1MvcpNHGDr8a7/KJlIzAg/r1eNcEtCl6xG7r9jVp+osDOXYwsKS6j6uVar+2/D7qjwgLAgf1u5DQJM6PT6bXuPnb5wbcH0cT0jg1FL0EwNNM5DNNA4bo4GuqysDM8NBgPODOpnoAtw6MQFPB85GB40AgAAAFqS8kqVurpWXa3hSqMux6aoq2uqqjU2EvHQ/j1I4qWY5A27jlWpNfilRTNGjxzUk6T/vXFvdi7bj0kF0PgaKy0zj8SqKglds4+H64Jpo0xCZ4m3uwtNb0zQPGFkqyvDAAAAAKCNiU3KLCgqq1CpUSuDG0Mycwpwu4efd4sNhlClZoYExOdxBAAA0IIC6MSUTDwP8vdGQFtx+szZdRs2PfXkow89cG9z8kvEFp3r1Wsx+BxTUVlpb2dX3wD4ukyZOOH33/8m8bvvffT9t1/a29vp9fpde/a99gZr5DxtyqRPPn4f91v9u2LlufMXcYpUIukRGTl69AiSAbfq67RaEoeENNVRceLE6R9//o3Efr6+jz7yABkAF6+8VltL0l1cnFtD/YyYL7jM3dX15x+Xe3hcfziGvv2iPT3dc3KYe+mt23a6uro+8vADMhvp9p27P/jgE9RsqChZXaXOyc3z9mLu9guLiv7861+aB/fpkmDwoIF4/1dUVOJ4+47dtnZ29959J045eOjIx598gW6cG/r0jsmNHh22drYfvv/2nXffT0RsO3ftxYV26uSJffv1UVWqDh0+unvPPpp5/Lgxfn4+6AbBa163fhNd/OWnb4cOGVQ/26uvv71h4xYS4/wggAYAAGgzIh09DmbGk3igrcfb3sOI5oCRPrDqg4a9Bok4gVHlMGOzC036HJNhLBfoAAAQAElEQVTOj3mhG+kVQAMNAN0BUD8DbUzTYkRanJxltj/3nPPMtW2nKyzl8+crh4/nJP488e4A+1ZpKwBulHP56Q/u/TtHVcZNnOIQ+Jz3YLGQYKpHzMLQBqsRxPndURelX+9wPHFTEpIzTp67giccjxs5YP60sQgwU1hc9t2f66IighbPnuiobIHryWZqoGtRrVarFYvFRNbchAa6rKyMeD+D+hnoGhSXlscmpsllNtFRoQgAAAAAGgFf9iRn5JLYTmbj5cHelMUnZ527kkA0zdPGDgr2Z7XOL7z/U0lZJYm//+ApsannulpT89VvG0iir5crFUDXMiIq9vFXjaaWfmhEsK+7s6PMRiKXWbRQYrHolccX445amY1YYWcZesXFSTF5NHTAAQAAAN2amMR0PI8M8UOtDL4qwH2CgX4eLdjKgS8nECOAliIAAIAWFEAnpTIC6OAAEEC3Ebjd/KOPP3/zjf8tWjCvmW9RKpXUpPDc+Yu9+w7GwfYt6/39fdENEhUVOW/OrHUbGDXnhYuX5i+8w8fHOyEhsbiklGTA7faPPPIAiR995MH7H3wMf66mpubRJ54ZNLB/dO9euG1/x47dNP/sWdOb+Ljb71i0dv3G4uISHH//4y979u4fMXyo3Nb2wsWLx46dJHnw9qBWYN+Bg7h/4o/ff3J2ataIljZS6ROPPfK/V98ki7/9/tfKVWtcXJzT0zPJq9UaTXPW069fH/w1SXzPvQ/OmT0rIzNz374DatNjTASieMbY29s9eN/ST7/4miyuXr0OTzSbTC5TV93YM1s39OkdkJs4OjB9+/R+5eXn8RuJSXNhYdGff6/Ak1W2kOCg1155Ed04p06fJcUA4+fnM2TwwAaz4W2mAuidu/a8/OJzDg5KBAAAALQ5rPLA/J+r20NWQgSTSBpnM9kWEg00eVe30y6ABhoAujagfgbahSbEiNyyZMfjLe8587X43buLkmniteLc8Ws+/2DE3EWh0LHdnhiMxq8u7Pv07C5D3eHIlrj0uM+jD64kuOpnXI0IhAKoRrhEhQc+/eDi2MTU+KR0Z04Twa8rtqRl5ri7OoUF+Q7p31Mu677m0Fdjk99O/mXauGHjRg649cEJb0gDjQsuETc3qIGur37GZ01QPwOdmsMnGaOT4QN7w0CgAAAAXRVNTW1aVj6Jlfa27i4OJL4Yk3wtIV1t8l2eM3mYr5crSf/hn62ZuYVqdU2FqurXT54jiVXVmk9+WE3iHqH+zz7A9talZ+ftO3aBxEP7RdIPldlIa7U6mY0EB0wnnUkAbSOVzJsygiQ6KCza5QG9w/BUf8sXzxyDGoJrKQ0AAAAAACW3kJFgRQTfsGDsRklOy8Hz4BY9I0skwlGDe8FQaQAAEFpMAJ1gcoAOCbhhV1Tg5sAt4OvXrLiht4jFounTJm/ZuoObmF9QcBMCaMxbb76iUCp++/0vHGdl5+CJviSTy5Z/9VlggD9ZHDJ44JtvvPLW2++TxVOnz+IJcb7Ic08/MWzo4CY+y8XJ6Ydvv1r6wCOqShVeTEpOwRM3w/hxYx5/7CHUCowbMxpPN/IONGvmtKvXYv5dsYosqtXVRPbar2/0kCGDl3/7Q3NWsmjhvDVr1ienpOI4Jyfv2+9+JOmuri5ikYjs7bS0dJr/3nvvqlSpqE825cUXnjl+4uTRoydwLBQ393i/0U/vaNzE0UG44/ZFkZERr7z2JlUqW6126pRJL734bDPV8FZs2LiZxvPmzmqsE6tXr6g+0b0vXLyETI/Ir1+/6b777kYAAABA20IcnXmMppkR3RAxMw81rIFm3aFN8hwh809ocoIWElW0lXK6ywMaaADoqoD6GWhHGhMjCoWWDCT4KGJSj8yLX6ed0CNWaKvW1T59YOX+9NjPRi+0FcGQiO1AnrrioT1/n85L5SbK+MKXfYaOUPhSPShRP5uloSJT5QLViIWwIF88WSXWaGtVVeqrcWVX45J7RYYQAXRtrfa3lVucHZXOTg6Bvh6+XtcfzaxrgL/4hh0HT5y7umT+5CA/L3RrNFcDrWV9oHFcWlrq4ODAfbVB9TM5V9Y/Y4L6GegU4PJ8+CSjWhs9tC8CAAAA2pWU9JxaHePmgxsuQwLZi58qtSYxNauqukat1vh6uYUFsbZlOw+evRTHPil62/TRdPT5lz78uaikgsRUu1xcUkG1y0P797hv0WQSxyVn7Ddrl8cOj6Zbkl9UmldQQmJ1tYYYMUrEoqgwf6Jd9jNLpTEDe4fhDSOxp6ulr+3tZ+9CDTF1bMNeQgAAAAAA3DqfvvpgQVEZan2S0hmJUcs+kqSws71r3gQEAABgomUE0MWl5VXqakelPTxd0cF5841XJWLJ9p27iJVvj8hwW1tbdFPgLqjnn32yb3Tv/QcOpWdkJCYl494qHx/vIYMG3nbbfBfnOiPMLpw/p090r3XrN166fKWwsAhPSoXSxcU5LCzkvnvvplLpJujRI2Lb5rVbtuw4cvRYXn5+QX6hRCLBa/D29rp98cKm9dNtz6v/eyE8LHTVmnW5uXnFxSWuri54I5fefec/K1Y2cw0SsfjPP37+/Y+/jx8/mZGVVaWq8vR0Hzd29P333bNq1drvfvgF5zl15mxxSamTI9u58tSTj/r7+R44dCQ2Ll6j0fTu1XPK5IlTJk84dvwEyWDX7N/6Jj69y8AU1FX//vH3iuTk5Oyc3KSkZGdnp5Dg4IiI8Dmzpnt43GTHYWWlaveefSSWSMRz58xuIvPCBXOJABqzZv2Ge++9Czq9AAAA2h6T4MYkumEkCYylM68ROYJZ/2yCWBgKGA83/HbUnaTPFNBAA0DXA9TPQLvTtAaaFjDMXb59+ik8XojblVujotk2p1y6UJjx84S7e7vAwGVtyp702CcO/FdeU2dYqhCpwzt+Iz2k9lT9bHqCTMRUJCKhgH2cDKqR6/Po3YyRXkFRaWJqhqsz2z5TVFJ26VoiiUcOjvadw7ZjHDh+PjM7z8VR6eSo6BEW2FXtovMKij797p+h/XvNmTr6FpupG6926hiZEw00Lr4Gg4GrgSbqZ5J4XfUzKeqgfgY6Ppdjkioqq0ICfWidAwAAABCqNTXqajxpbKQSZ0cFScwrKMnOL8LpVeqaPj2C3MxWyvuOXVBVsQOuzpo4lASlZRU/rWQdrEIDvOdMGkbibftOrd95lMQPL5lOnY9/W70r1yQ7lkrE3773BEnMzi365o9NJJ46diAVQON+/ITkLBKXq6roZkslEnzJJLORcC8OZTbinmEBMplEbiMNCbA8V9Y7IshJaS+zkcptJAHels6yN5++E9UD74dn7m9gjFalwg5PCAAAAACAjoGrc1uMRp6QwlyHBMOYDAAAtBpMSy66ZXDD+te/ru7dI+TJ+xailoOYZOCWYr1erzWRnF1mMCInha2PR3Ob2MhK9CZ0Om1WYcUT357E6VKx8J835yEA6PxUqauzsrJ9fLzJc9VW3L5k6cVLV3DQv1+fv/74GQHAjXPkUvpXq5maM8xT9vgUfwluURPjmUQkFguJ0Snjk2rpk25LyGkCo2PQ7ky/tvTkf+QlO7E0Yel7CAAAoHm8e3Lrd5cOkniIndey4HFkNHYiVmBECSY7Zz6fz716NgsUEHmJkUoLCPz6UoZupWMgdxn0et5guqbX4etx/B9f1uuYf7Xa2vQraqqBxojEfNBAA0BHA9TPQMehgZMLOb3oDfjkwpxlyAlGqy3XVL+TuH9fSR3XYSGf/7+BUx/pPQqftxHQytTode+c3Prb1aNW6Qudwh/w7CtmLq+E7H9z7UEqFKJ95gugGrlJcBvRtfiUouKywuKyHuEB/XuzA4v/+PeGi1cTSPzKU/f4eLLGe68v+0FTo7WxkcikkpefsIxAtevASRsbqcxGYmcrr28+3S488tKy5meWy2zmTB01tH/vWyw19asdto257jUtzoFLMLkjcHBwKCsrwznxW7jqZxE5X4L6uYtSWKrKzi/FgcSows1mUiluNmMQmeBWaKgz881va3BNct/iGUMH9EJAW8Gtf3DFo64oLM9k2mm9QofKFd3F5h/o5lSpNZm5hSR2VNhRmU5+YWlpBfvQo6+nC+0g233oXHVNDQ7wuZb6B5dXqg6euExibw/nfj1DSXz87LUjZ6+SeOb4IXQI+L/W7SGDwmOevW8ePm/joFKlfvrt70ligK/Ha0/cTuLzVxO//ZMdAnTCyL63zRhD4pWbD+45co7ETy6d3TsyiMSvf/ZHTl4xiS2+y6UVL37AduH1Cg986r45JN516OzqrYdI/MDiqYP7RpD499W7CkoYy0YhX/Dcg/NJYmlZxeHT7NcJ9vfsEepP4oKispLySvbruzvZymUIAAAAAACgTcgrLH3149/wJdyHL92HAADoMKRe2aXVVGn59kgeQBuyxGIxaaZvRw3YzdEyDtBZuQWIuWN0RQAAtDnqqqo5827DgYNS6enp/tGH7wYFBiDmiXPNrl17ifoZEx4ehgAAAAAAaAb4Up54PzOqHMaKkBHn4A5rkzCBz81mCUxyB1YGLWD8ouurdroV4AMNAF0DUD8DHYr6JxdzAdOzL5NnkhBPweMti5i8MTfm07RjGoOOvF1nMLx7cuum5IufjVoY5QSOI63IkayEF46sS68o5ibaC8Rv+o7oa+chMI2YUVf9THyg2edr+WY9aN1fGaqRZiGX2Qzs06N++uQxQ/r3DlebxkN3cbL4ShSVlOO5qkpNZD2EClXVxp2szsbZUfHuSw+TODMn/5Pv/pHb4CZxaVR44LxprLjnwpX4k+evymwY+8ChA3p6ubNNxPuOnMHnCpmNWGFnFxLoQxI1NbXpWXkkdmA0TBbv6uJSdgR2d1dHhR07jll8cga6carU1f+s3Xn8zJXRQ/opFLah5k+/UXiN+EBzs+AMtdpaDO4hwHFxcTF5V1lZmVarY0p0nZJ+k+rnnPzCShVrFRng44E7I0ickJJJVNoSscjfx4Mkqqqqs/PMQjGlvYuTWShWUFxWyZo+Ul079xeRyyTeHqw4vqKyKreAPYo9XJ3s7eQkxh0BVWoNiX08XanajP5SUonIz5vdEsa1wSxZU9rburk41t8SXy83G6mExCkZOXinkf1Af7VqTU1Gdj6JuWUmv7CkzKx7425JakZOrVZn9TW5W4gLKn0GgLuvFHZyd1cnEuNVFxazAwHjT3Qwe1Vyvz5dOd7m1PTswlJGWOZgY/RwZb8m/pb4oBMy95J8/Il2tqzaLCU9m2whLgbB/t70h0jLzCWxva3c050dXxEfGuQ4NX1NN7mM/ZqZOXhL2CLh5+1O92FyWpZWp7daOT7G6Q+BvyP+LUiMPxF/LomD/LxoPZCQnGEwlSuxSBjox3p/5uUXX7yagGtphb1daXkl3ScZ2Xn4a5I4PNiP7vC4pHQS4G3zMxuFlleqcvPZcoXLQ/NXYieXeXm4sDu2qBT/QCT2cnehO5auhLvZ3O9uK7ehCQMy9AAAEABJREFUfVi48OSZS7gb/omV7B1odm5hZZW6/pYkpmTqDQZkKj++XuzXwYdJTn4RiZ0cFPRY4/46gb6e9IClK5FKxPSAxVVuTh67EoW9rYe5EObmF5WbDhN8jOPMuM4g6WlZhRUFzMqrJfm9e7lbvqZZTOnsoHB2ZL8OVx7q6epID+TE1GyyJRKRMMCXHrAWjamdzMbLgy2EuHIuNBdCPy9XWtgSU7L1RmYlAh4/JNDiERuXnEkCfL7w8WR/tcLi8mLzr8YVqian55ASy+zwIEtdnZCcZUBG00rwAcv+akUlFUWl7JZwFZxpmXmaWm39lTT4NZmfvrCUxO7OSupEy/xq5kIY6OshNh8OdCXcr4l/38zcIvMOt6d2vzl5xRXm8uPv7YZ/aBInpeXo9MzXxJep1JEX1wMpGexRj+sfWnXgXy0rr5B4BveNCqZi3z2Hz6k1zBbiGnLmhCEkEdeQuw+z+lpc4Y8YGEXi1Izcy3Hso4B9egT7erH78PCpK6VmFSw1Hq6t1e44eKb+SuKTszbuOUbi4f2ihg1gLzA27j4en8L+yg8unkoP5GU/rCKBi4Pi3kWT6Q5csWk/Ll34G40c1HPh9FEk/d8N+/Yfv0jilx+5je7bJ974Vl3NVLP4p/nstQdJYnp2/mc/rSXx+BF9F89kr0D2Hj1PV/LCwwvpr7/n6LmSMuZr4qOPCqArKqs372GHSx0YHUYF0KXlKmqNXDbQMoYMPhxS0tkfCP98pIbkXgzo9QYaK2zloeZf1lmpoOk9wwNspGwx4HrnTxjeT6fTyWTMw2Y00d5W9toTt9uY/JVpzYaZNKo/nlA9li6cVD8R12b0l+WCC1Lb+DsCAAAAANApqFSpY5MyeoT6tcEQYfiaHzGPZnmhFuXclYQLV5PxNSp9gA0AgO5MywigcdMAMjXAIQAA2hwXF+fQkOCExKTSsjI8LVx0Z+/ePdXV1TExcbgNheTBHSpzZs9AAAAAAAA0Ax6rXxZQsYJJmyDgmdUJ9fNTzRWjkObxqI6hEZ1EtwA00ADQ2QH1M9ABsTq50GHNhELELXKEOZ49+ijcn4/dlaopo2u4XJg1ce0Xd0QMemXQFAeJHAEtSmZl6WvHN+5Ou2aV3lvm+rrfMGexLat+Zh8xY+sPU1TH+5leREE10lL4ebv7eTdgFPrVe8+pqzXVak2NVksT8XXv+JEDq6tr1BqNrcwy2lhNLWN6XKZVoQqVp5szTS8sLrsck0TiID8vKoDesvtIjUmR5uyofPelh0hiQVHJlz+xAzeNGd5v4YzxJD56+tKuAydJfNeCqUP69yQxzXwTpKRnp6RnGRHvh2UvoZulwWtabokk/tBabW1NTY1UKiU5y8vLqfrZ9DilgD1Xmh6tvAnv5827j14ye3i/8cx9HmZ17Bc/riCBi7PDOy+wQrHktKwf/lpP4gmjBs2dOprEuw6eOnGONUp47+WHnRwYhVZeQTHdyWFBvk8/uJjEsUmpf6zcRuK7Fk4d0o/9RdZt3U81qTgzEQHr9Hq6Eh9P91eeYt3EUzNzv/1tDYmHDei9ZD6rh9t96PTxs6wN5/OPLgkya1V//XcTEbbiPfHdR+yvlp1bSFc+emjfRbMmkHjfkdNHTl0i8VMP3Ea1qr+u2FxslkjilZCdilPoSoIDvJ97+A4Sp6RlfW/eV4P7Rt29aBqJz16M3bDjIIkXzhw/Zlg/Em/YfiAmIY3EH732GFHql5ZX/v7fRpLYM9yfqhgPn7x48nwMiR+9Z17fnqw5xU//bCTqajtb2ZfvPEMSc/IKP/nuHxL36xWO89OVbNvLChCfe/j2yNAAEq/evDcmgVU3vvLUPXQfLv99bYVJNWsrt/nq3WdJYkJK5re/s9pBfHyNGtKHxH+t2U7l7x++8igV5336/b9E8YkP3mWvPUYSN+0+jEy/9ec/rlg8e+L4kQNI+t9rd+JjjcSfvfkkkZPiY59+HX8fj9efuZfEl2OS/1i1lcS3zZ4wYSQrTPx33a6kNFaA+P1HLxLFcHmliq4kukfIE+bRR/cdPbP3MCvWfPiuOQOiWav7f9buTDZtCS7bH7/+OElMTMlcbv7uvSKCn3pgkXlLkv5czZbwRTPHTxw9iMTrdxykfvmfvfUUFYt/+fNKIhYP9PN69al7SOLV+BRc3kg8eczgBTPGkXjNln3X4lNI/N5LD3mYK8yvfllVbRKw4gr5jWdZ87O4xLQf/2bLz+B+UQ/cMYvEm3cfOX2BLT/vvvggVVf/ueEQqVqFgoIfe/Vmv2Zq9nKz++zMCUOo/HH3kXMHT7CHyX23TRnaj91XX/22gWwJ14YtLSvv85/XmXd48BP3sFty7Oy1TbuPk/ilhxdRlecXv64jW2IjlSx/l93hZeWVn/ywmsSRIX7UlfbAiYu7Dp0lMVeo+v3fW0rLWcnp9+8/ScXin/28liiGcU6c37wlV6mA9bG7Z/aNCiHx72t2U5n7p689SPW43/yxiSjRPd2d3n3uHpJ48Vry3+v3knjJnHFjhkaTeOXmg1S6/f6L97q7OJhXspE89iARi757/0mSmJKR9+WvbNUxbdyguZOHk3jz3uNnLrHl5/Un7/D3cacrUVWxmnhq91tSZtlXg/tGPLB4KokPnrq0+xCrafb1crEIoI+ep08KUQG0RlND90mwvyfVLqdk5tF0ZweFRQB9+kqqWXU9aVR/ItHGp3eaOcDXg66kqrqaKoPDOY8S5eQV0/TaWh1Np4kq92qaiC8zMrILSGxEljHV+IKGm8vwKRLXjXIbibv5mRkMvhqhBc/VyaLidXN26NMjWCaTyG2kTkpLI9LEkf3I4xDcRjmFnWzBtJEyGwme3JwtK8c7P8iffTbSw9WiUb5r7gR8isaZ8cppyZTLpPQX5ILXgI+O+uk9Qv3wVD995KCe9RNFHKU+AAAAAABAq3LuSiK+Kh7Wvwd9bq31SEhhrhKDWvo6B1+Unjgf4+flCgJoAABQizlA5zAeDPQ5bAAA2pgPP3j7rqUPVqmY1u1qjebkqTPcV+3sbV9/5eUIcIAGAAAAgOZBjZxN/wREpkBGYic6Z1RXnWA0v4tA9Tog3AENNAB0XkD9DHRYuCcXxLGC5iG9OdCSp5IwgXznv3vP/zLt+Nr8GLoGIzL+E3tyS8rllwZMujtyKB9KaUug0Wu/Pr/vu0sHa/Q6bjof8e5x7XmHe5SQSJuFxOxZIGJqEhFRhZoutPj4P89Uj/DMA2uQNUA10qqIRUKxyJYq/AhymZS6O3MJ9vf+4p1n1NUaPIkEApret1e4q7NDVbWmulrj6e5C0yeOHmwwaSjlnGHW7W3l40YMICtxc3ai6U4OCuoSreBsD01MNJtN3hCOSoWD0hbdGvWvafGigPnHBEKjwWgQ4oqFnP9IToVCUVpaygwsw0igWcdzk/if9Tnn34j6GePl5qw2G8qKJSKaHhbkS5x6HRSWK2dbWxndby4coZi7qxNNp16/UomYJnpxmvft5LaWX8TOsg+9Pd2INBaZrHBJgL8TzcxVldnKbGi6u6sjZ0scaTq1xkSM8M7LyWSkyq2ZbWwsW+jKWTkuPzRdLpNwV+LowO4Nuhr8fS1fkzOOpZyzr6j9M8bRwWJbTsWU5L3UrVZoPgrEYpG/r2eNSQWotLc8WuPq5BDk70XKDNfLM9DPi/gNc622bGykoWZLae5Im/gXpOnUNBeZzGiIPJR5r8Ty9UMCfIiBsZyT2U4uoyvhHu9+3h4Ss0MtlfdhcGbyK3O/e1JatpExAHaTSiUOSku6v7c7LtXsPhGy5UoiFtFP5D4vgT+dpjty1Iq+3u5UDUm3BO9hmpn7q+FiQNPtbOWcr+MuMG2J0t6yebac7+7NKeHcLXHgbImXuwtxn8WIhJaKDpcHIvb15tRy+NCgK+Ga6+OeMq3Zl4S7Y/Gvo6llVNTuLpbCZscYxzawr3B1StO5K/Hzcq5WMQbGMlvL0W0rk1ncZx0s7rPuzg40XWFn2Vehgd7VNYw81JHzE8ttLBpTL3fLFjo72NN0G45bLV4JeXhGKrIcxbgM0MzU/hmZRKs0XSa1rCTY37Ncpa7/NfHKdQamhFPlLvlqdCV2MssxFeDjJjNXAiKhpckhxN9TbfqaLpx94qCwpSvBMU3HH2Qwy3MlIs5P7+9FViIRWTaPq8d1cbSsvH+vUOrhreSsfMroAaT88DhP0OCVUB0zd19FhfpLxWLzyi2/8oThfakDNE3ExyNdCfeYCvRxb3DlY4f01vSNwJUJ3mPUoBofJlRlbiOx/JqhAV40nVuuZk8cOnYYKxzn7sNXHl8sM7kX23MKW+/IoAYVw4tnjqFGzly+eOPh+om+Xm4NyovHj+iLp/rpE0b0q5+It2ry6AH1050c7J0cGmh94u43AAAAAACALsbFmGRkGq0CtT4xicxD1GGB3qhFqTY9ocq9TQYAoDvDo2Y5N41eb3joxQ/5PP5Pn/4PtSjEPwM3lOv1eq2J5OwygxE5KWx9PBxuaCV6EzqdNquw4olvGTcRqVj4z5vzEAB0FYqKS7Zu23HkyLHCwqKSkhJNTY2vr4+fr290dK+5s2fa2d1qZw/QnTlyKf2r1UzNGeYpe3yKP9M4KsYziUgsNo9RLODKXNoScprA6Bi0O9OvLT3JOvrYiaUJS99DAAAAzePdk1u/u3SQxMOVvp9HTBFLmH8isUhk+m9SP1scoBv0gebOrRZRN4bccdBre4Pp+l6Hr83xf8ZGkPlXq61Nv6KmGmiMSMwHDTQAtBegfgY6PtyTC/f8oif/dczZBZ9stMyZhgkOFaW8mXRApa+1Wk+Yg/vnoxb0dfNDwC2wJfnS2ye3ZKvKrNJdRLJ3/UaGyZxZ42fy32z5bKo8yGNmfG4dAupnoEEeeWnZDeV3cVLePncydQW+dWi1gysbc2sze0Fby/xjqxcbGxuNhlFP4myVKhUu4szNBDlxMqdOpuCTxwGar34GOj6FparsfEaTKjGqcLOZVIqbzRhEJqx+7s5IfmHJKx9+b28r/+KdpxHQttDrHNJNpq4oLM9k2mm9QofKFe4IAAAAAAAAAADgRsCtGo+88pXeYPjmncdsOE8ntgZFJeUvffgLM/zRm4+gFuXPtXsOn7r8+N0z+5hHhgEA4IZIvbJLq6nS8u2RPIA2ZInFYtIH2I4asJujBRygs/MKcPOvrw80tQBAe+Ls5HjPXXfgCQEAAAAAcMtQL2czjCMhNWlrMD834OYBNQP4QANA5wLUz0CngHtyqfP0kR7P9KYBG/C5W8fMeXwtXzvaJWidvds3qSe2FiVy1xNfmjdt4zdzgvu+MWS6uwzOODdMcnnhC4fXnshJtkoXIN585/C7PXrJBRKBqZIQmYTPxAFaaJY+C83qZ8slF6dRFaoR4ObApWrSmMGTxwwRctxbbx1a7eCCajAYeKbqhcdjAp3JAxVjb2/PPD0pFldUVOAzo72dXXW1hscOLyMgT1Mis8ofzgQ60CcAABAASURBVJhAJ+L0RWYghYF9IxEAAAAAAAAAAADQmdHpdPOmjKioqmpt9TMmNokZzqtHSMt7T0wc2W9Qn3AfDxi1AwAAhhYQQGfmFKC647IBAAAAAAAAQKeGyBGMpvFJif6Z6qEbEyg0LYzu5oAGGgA6C6B+BjoRVicXg8FATjGmYqg3F0eejs8+1OTKt3szdNx89x4fphyJVxdzV7Uh6fyutGvP9hv/YK+RIn5LKia7MFW6mo9P7/r16lG90WD10mBbz8e9+ntJ7HHdwFQQHONnxglVKLCon8lDZvXqEATVCHCzhAX53j53sqtzcwcPvGnIzQKuhVSqSpJC1M84wGXbzs6usrISF2yZzEan1yPOcxpQtoHOyLlLsXjev3cEAgAAAAAAAAAAADozYrFo4qh+qE2IS8rA8/BgX9TSeLg64gkBAACYaAEBdJZJAO3j5YYAAAAAAAAAoPPDqytQqE8z1wBwAQ00AHR8QP0MdDrIyYUEuBySEw2P4wXNo06rOtPjTHxtT6Xnn73nbs9L+C7rTJFWTVel1tW8d2rbb9eO3R81bEnEEDuxFAGNkK+u/PXqkb9jTpbVqK1e8hTJn/Ea2M/ek9QO+L+QyJ9xjWEKRWbvZ+ZFvoCon62usqAOAW4Oezv5/OljB0S3rkOt0QQJ8KyivIzECoWCqJ8JOLa3t6+oqMDlGZd6ZH4LfTsAdCKKS8szcwrsbeXB/j4IAAAAAAAAAAAAAJrHtcR0PI8MaXkBNAAAAJcWEEDn5hfhuY8nOEADAAAAAAAAXYT67oNWWhyQ5twEoIEGgI4MqJ+BTgopcvT8gkynGLZE6vWMDhqfcRgZtE7HeA3ztfifjjfDI2K0s//vWRf+y72qQxYD4xxV2Tsnt312bu+SiMEP9hzhaatEAIf40rzvLx5cn3RBa9BbvSTjC+927TnHOVwsEFLjZ6KAFrHqZ47xM1NzCOjYGtwRNqAOAW4CXGpGDe4zc/KoVh28lQqXiYjZoNcXFxUZDEwFQr2fuRAfaJVKRd6k0+nwEWEwGAV8I34X9/kNbg0GAB2QU+ev4fmAPpFQTgEAAAAAAAAAADo1lSq1na0MtQm5BSX445wdFU4O0LsHAEDr0gIC6PyiEjz3dHNGAAAAAAAAANByxJXkXSrKcpLIDcio0Wk1em2Naa7R6Wr02tKa6jKNuqxWXVZTXW6KizUqqUCklNo4SORKqcxeLHWQyBQSmVJigyeFVOaIF8UyhZRZxHm4n1VHc1DPlc1YNw8IFG4a0EADQMcE1M9AZ4d7fsFzg8HAnmVMOmgiseXz+Dr8j4//C/gCnVIgeMJ/yCzX8C/TThwtz+SurUpb8+PlQ79cOTIjsNcj0WN6OXuhbs/BzIQfLh88lJXQwGtGNMUh4EHPvkqhDZE+U+Nn4v5sqkoE9Y2frSoQBHUIcFP4eLovmT/J18sdtSbGuhbOOp2usLCAJNrb24vF4gbfhU+htra2KpWKqaMMBp1ex2Nl/zwD53oYNNBAB+fc5Tg8H9A7AgEAAAAAAAAAAACdmZVbDsYnZz5654xAP0/UysQlZeB5RHCr2D+/8P5PJWWV33/wlFjUArpHAAA6O7daERgMxsLiMolYZCtvo2dEAAAAAAAAgC5DRW11blV5QVVFjroCz/PUFfnq8jwcVJVnq8rQjaPRa/Oq8FTRnMyuNnYetkpXmZ2bzH5/ZhxNBxVOqwIaaADoaID6GegaWJ1fSGwuoHq+yf6ZZ9I/81gpNBP4850+i5xyqiTj47RjWTWV3BXqjYaNyRfxNMQz6OGeIyf4R/JQtyvkWoN+fdKFny4fiinObTBDuI3TM14DQmXOeO9S6bPJ/pn5h6sQvoBvlj6TasO69oDrLuCmkcts5kwdNbR/r9YuPFz1s8FgYNTPBfnXVT8TuBponVZLiz194BI00EAHp7i0PC0z195WHhzggwAAAAAAAAAAAIBOS02t9uT5WBw4OypQ6xObxFhORIa0igC6WlOLG1FA/QwAAOFW64KikjLcOOvu6oQAAAAAAAAAoHEqaquvFeXEl+YllhXGluTmV5XnVpVX67So/SiorsRTgy+ZxDg8s/Uz0MKABhoAOg6gfga6EqQcckWEloJqMFhbQesZua5OoNPrdEOdA9Y6+OwsSPw393JidYnVak/kJOPJ395padSwWUF93GR2qBuQpSpdHX/2j2vHCqtVDWYYaOsxzzl8gL0nUx2QesFk9Mwoni2Oz0KTJtpi/EwgPwRIn4FbYUj/nnOnjrGV26BWpjH1M0ahUDStfiZYa6BNtxpCzrUvaKCBjsy5S8yjwv2jI6BsAgAAAAAAAAAAdGquxqfieVSYv72dHLUyBoPxWkIaDnqGB6BWQFNTI5e1eqMQAACdhVsVQOcXMd1Crs6OCAAAAAAAAAA4xBTnXCnOiS3OjSnJjS/JLVBXos4DjwgT2D+gy2l5QAMNAB0BUD8DXRJ6iiFBg1bQfL1Ar9Pp+DyBXqDjMyJovo43zT18kkvwxfLcf3MvHy3PtFptWkXxm8c3v3V8yxDPoNnB0dMDezpIWr2roO3JV1duSDq/MenipcLMBjMIEG+cwm+Ra2SAjQOjajYZPwuI0Bn/Z6XPjOKZa/xMlOc4AuNn4NZxd3VeMn9ykJ8Xan0aVD/jACc2U/1MIBroqqoqvB6tttaUJgYNNNApOHuJsQcb0DsCAQAAAAAAAAAAAJ0cXy/XIf0iUeuTkJqlqakN9ve0kUpQS1Or1YUEeivtbBEAAICJWxVAFxQSAbQDAgAAAAAAALo3aRXFV4uyzxdkXCzMvFSQpdbVoBbCTiDGky0fz0X2QomdQILn/IZyao2GGoO+xqCrNeprmViHF6sM2kpdTaVBq9LXNufjeti5IR7PSqADIr8WBzTQANC+gPoZ6MKQUwzilM86VtCMDNoEYwOt5xMjaIFAp9MJ9IJ+Dt7RCo/0qtL/8q9uL0zUIgN3zUZkPJ6ThKf/HVk/yid0VlD01IAoW5EUdXKKNarNyZc2Jl08nZfaWB45XzTTKWSec7iTSEZ05CbJM5E9m4yeBaz1s9n12VRh8PhWxs+I87tABQLcEGKxaNq4YeNGDhDw+aj1aSn1M4H6QONYq60lhR800EAHp1pTk5yejburQwJbZcxiAAAAAAAAAAAAoM3o1zMUT6hNuHAtCc97RwShVkAsEr708CIEAABg5tYdoEvx3A0coAEAAAAAALofOaqyy4VZFwozLuB5foZKq0E3i4wvdBbKnEU2LiI8ZwInPBfaOIllOIWH6mjsyN/myAKIagHnNQeoQldTYahR6WqqDTpGBGU0Fmuri7TqYp0Gzyv0td5S+zkekUThxx2cHWgNQAMNAO0FqJ+BLg8pnPQsw7WFJjJosxW0XsBn/J/5eka2y1hBM8v6QDvnl+UjHvLqt74gdm1BTFm9x7r0RsP+jDg8vXBIONYvfFZQ9AS/CLmw5R1NWpWK2upNyZc2J186npNkMF8s1cddJJ/vHD7FMUgmEBPLZ75Z/kylzyYfaDIT8qntM+eCCoyfgVskKiJo8eyJjso2uvxrWfUzAZ9diQYal//a2hrTR4APNNChuRSTiOdR4UFQHgEAAAAAAAAAAIDmc+EqI4COjmwVATQAAIAV4AANAAAAAAAA3ADn89MPZyeeK0i/XJBVUF2JbhAJXxAoUfpLFL5Se0ehjYtY5iKWOwtlUj5zXWqWKCEr02Vrmd2NqO5YA0hz4CwWORnl3JfMq+RZpDwiRstjGtTdJNlBoPNrRW5QA12F8yLQQAPArQHqZ6D7UF9HSIuxwcBcceAlvemELzBJofk6gUGv1wl0er3eoDe4CIT3+/a/16vPhoK4nUVJV6oK6n9ErUG3M/UqnnA8wN1/iEdgPzdmbifuoLbQRdWq4znJ5/LTT+YmXy7Kbjpzf1v3ycrAsY4BpouiOq7PAgHVQAvx7hMKyeWTgIqfua7PVpUG1B7ATfDYPfNRW1Ff/VyQn0cWlUrlzamfCVwNNPhAAx2fa3EpiBFAByIAAAAAAAAAAAAAaB7ZuUXFpRVODvae7k4IAACg9bl1B2iTANoFBNAAAAAAAABdlixV6YHM+MNZCQczE27U5jlQysid8RRs4+ArsfeU2vNQHQdArpCOm2RJMVproHl1raDNMWv0yPlwHneRxlTQQBep+pZR9hAXQ9O47Timqh2Q7LQezddAC4S842tUoIEGgFsB1M9Ad4NrBU3OOCTGRdpgMDBW0DyDgMifiRu0nnGDNpgU0Aw6nZ4vmO8ZNcctokCj2lucvLc0NU5d3OBnnclLwxOJIxw9Brj7D/IIGOoR7C5v51NVUlnBKbxtuSmn89JSK4quk9uIestdxyr9Riv97IVS9gLJrH02/eVT12cr6TPjD80XILP8mQfGz0AnpEH1M/F+vkX1M4FooKuqqnCs1daaEy0ZQAMNdBwuxybjee/IEAQAAAAAAAAAAAB0WjJzCn9bvXPmhCF9egSj1udiDHMvGd1qn5VfWHryQqyvp0ufKLhdBQCA4ZYE0AaDsbC4DHd3KOxsEQAAAAAAANCFUGlrjmcnHc5OPJAZn1Je2Mx3eYjkfhJFkI2Dv1QRIFUG2jhw5c5WIhieuWuf+6IlhfT115NHW+ZmbXODsgBW38yzxFYCaKt0sn5G02NS8AhNImi+xQAalAetSzM10N4RaOgCBBpoALhpqPpZx68VGsSgfga6D+REgzgXEhZJNC7eJhk0n5VCU/WzgaifGS9ovMQXeAqUd9hE3+7ZK1Ndtr80bW9JSrKmrLFPjC3JxdNfMSdw7CiVBytdQ5WuQQ6uwQrXEAdXHztHfuscRzqDIbWiMKm0MKmsILE0P7G8AMfNfIAt0sZprNJ/nIO/Qiills9E+mx6Rsyscza7PgvMSawqmkff0ID0GUHVAXQGWlv9TMBHkFwuBw000MHJzClQVam9PFzsbGUIAAAAAAAAAAAA6LTsP34xI7sgO7eojQTQpodp+/QIQq1DRk7B5j0nRg/pDQJoAAAItySALiopw42wHm7OCAAAAAAAAOj8GIzGS4WZBxmn5/hz+el6o+G6b+EjXqiNY0+5Sy+ZS29bN1uhxCxlriN3ZrrwGxJCM/JihOpkJbKkBvTQPGMdB+jmSgFMIgZeHb9nS3odx2h2Q/k8ouYx6QFZp0Mr+Q7QGoAGGgBaG6p+NvB0uW6npAZ5eJgrT+IuFEpA/Qx0B3gcK2iaQs8+BtMVCkcGbXaE1rP6ZzITGoR47m/vfLfc4S7P3inq0r0lKftL0zJrKpr46BJN1em8VDxxEyOdPIJMYuggpYuHTCEWMJpisQBPQjFfKMIBsyi0FUlIfpVWU6PXafWGWoOuFgcGfa1er9Xr8GKmqiyxND+prCCprDC5rADdIGE2jqMVvqMVfm4SW67umceOjSEw6Z8tcmeBgBuzwmeQPgNdACv1Mz7YW0P9TKAaaHx0aLW1RubhTjFooIEOxbV4psfb44tPAAAQAElEQVQ6Kqy1eqwBAAAAAACADk7d8TYB4GaA+9mOgLpac/jUZRyMGtwLtT5FJeUp6blSiTgi2Be1DurqGjyX2UgQAACAiVsVQOO5s6MCAQAAAAAAAJ2W0pqqXWkx+zJiD2clVtRWN+ctPWUuveWuPeUuPeVuNgIRV9dMhC+IxsiSyDR0WGLum+pInKlghldXEo3qCKARyd8EXKEzqu8Djeqk008hch+OnodvpfwDWg/QQANA60HVz5hakQofbTUC1aUklapWPWV0P1A/A92H+jJoZDrpkMsVg8HANykfqQRaKGD1z3q9AadTLbRBwCihQ+xdgmydHvTul1Vdfrmq4GJF7iVVQVZtZXO2JKY4F0+oXTCiQKmip9y1l9y1j627g8jG9PU5umez9JlnfjCM+EBT1TO5WGpM+ow4dQVUGkBnob76OT8vFwd40cHBoWXVzwSuBlqn1ZrSQAMNdCCuxqXgeVR4IAIAAAAAAAC6GfWH02xwEQCssLp15fEs5kRwV9uOFBSVKRV2kSG+bTO8z/GzMXg+MDoMtRpEAG0jAQE0AAAstySALilj7G0cHUAADQAAAAAA0PnIrCzdmnJpV/q1M3lphuu1W0l5wh4y5162rr3lruEyZwlfSPQtVOxCPJ6J4tmsIuLIoE1aZ4uVcoPyZ1TH7xnxGlA8I2s9zfUl0NwmucbE0JY3sBtMnKAt6mcqxgVaG9BAA0BrwFU/Y+yFivHjR5XVlOcUlAb4ulP188kLsbhejIoI9PVyB/Uz0LXhyqDJqYfAxowLtIE4QRsMRkYKLTDJIQ16gYERRBtMSmjTHzw34lf8hE4+coepziH43aW11Rer8i9W5F2uyk9Ul6KOcdwITKN29JK79rZ1w1d0cr6Yey3Ht5I/mwXP1PnZlMaIn0kuIn4m134gfQa6AA2qn/EcJ7aS+plANNBqtRrHep3OlAYaaKBDoNPpE1MyhQJBaGBrWXYBAAAAAAAAHZD6fSiNdaYAQIPUbxdq0IwAaEv8fdw/e+1BVZUatQnHzl3F86H9eqBWo1/PEFu5jY+HMwIAADBxawLoUpMAWgkiAwAAAAAAgE7D+fz0nenXdqZeSyzLv27maLnrIDvP3rZuYTZOjCDYJA62Ujyb0/msxpnKaDjez4ijsGlMAY3M+mNkFjdbYmMd9TNpaWtmW4nl+fK6i0xQfwXkg3g8y7eoq+aBBpo2ADTQANCyWKmfxTLjwPl8WweBUugaHODF9X4+cT5WXa3Zf/xC78iQexdPB/Uz0OXhmX1orGTQ7EsmGbSAbzS5QTOm0AIDawJNlM9GIopm1JKsEpoJjAZnoXC8je1YxwC8KrW2Nk1TnlFTnlZdlq7BU0VWbYUBtTpinsBbbOsvVfpK7P2kCjx5S+xFPEFj13Jm8TOP6p6J/TOre2Ylz2xW9k11h/VAdWsJqDGATkR7qZ8J+Dwsk8lAAw10NGIT03R6fc+IIKFQgAAAAAAAAIDuAVfrjG+OVKmZumoNqiODZnPCvQnAhTPOKnvfahfsJxCLrZqM4K62fbGVt4X9c0JyVlFJhbOjfUiAF2o1XJ2VeEIAAABmbtEBuhzPnRxAYQAAAAAAANDRuVqcsynpwubkSxmVJU3n9BHb9bf1GGjv2VvuZiMQWbkDcoUyrIbG/BJVQiOqh+YooXlcxY1F7swRPZsdoI31Hg3nNWQl2JyGkvq2BE0P2carp8OmggMEtCGggQaAlqIx9bPQpHvmqp/xvyfunReTmHYtPjU4wIvqGouKy3ILiyOC/cViEQKALgftgEEcGTQyn4nwgYA7/HhGfDgw6mYjMur1Br5BgBOFJjW03qR7ZiXQxBPapIPG6yCRvUgUJbWJMroRYSWe6wyGzJoKsyS6nJlqymuNtySKlvGFflKln8TeV2LvjwOpwl0s5yM+91rLArlyM1+2mfXM7NUd1T0T6bNZGs2qo3n1dM8gfQY6O/XVz3m5OTjAiUqlsrXVzwSqgcaHD2iggQ7C1fhkPO8ZHoQAAAAAAACA7gHX7BmTs/to6j8bEADcFNEf/0/irOQOIQs3s92EY+eu4fnw/lEIAACgDblFAbTJAdpBgQAAAAAAAIAOSWpF0Zr4s+uTLqRXFDedc5CtxyA7z+EKX2exzGTlzDPLYhoWPbNaGMTNw6OKZ5Ji1bTBvELURaaZsZ7gGDVitNz0YjNpbIw2bnr9zQBBT3sBGmgAuHVuSP2MYxcn6RiXfuNHDOSqG4+fvbLr4En89vBgv9vnTnZxAmcFoAtiJYOmieRMRJXQOBDwjazls+mPQGD6Y2Q9oBGrhTaY85AUVlhpNPUhiozGELE42NYJmeyUkLlnUa3X6oxGrVFfa9DrkEFrMOiMer3RiGOd0SBEfBGfL+QJBDyeiCcQ8XDMFzGTQGLydUbmR8vMAUegzIkafICtzqye7plczdXXPfMaf0oNADoLjamf8aKDg4NEIkFtBWiggY7GtbgUPO8BAmgAAAAAAIDuAVU/kxui7O0H01dtRQBws2h1WqGeMQggzU1cuwG4pW1LLsembD94eu6k4aGB3qj10Wp1py/F42DEQBBAAwDQptyaALrUJIBWgrYAAAAAAACgY5GjKluTeG5r8qWrxTlNZLPhCUcpfIbYe/e385AJxDyuiJn9w5G/cB0AedQzEHFT6opjEPevkSPHQc22dm6wKeQm2kduolWlRVTXwK0AGmgAuBVuVP0sFApM3q8Cfl23/tAg3+y8wqtxyXFJ6Xa2lmHyCopKXZ0dEAB0Iei5nnvZQE5GRANNJJI8EpoEzRals8EgEhqJCbSRiJ7ZgMlC5ZVUD82CLKESiblDzdItue7WIu5lFecJLip3Jpdi5gE66ozaweNcy3Gv+2giWRetFlDdy7n6WwIAnYgG1c94jhPbWP1MIBro6upqHOOt0aJa0EAD7YWqqjq3oFhpb+vu4ogAAAAAAACAro6V+jlr676MNTsQANwCer1Bp9PhpmaE8GSA5+fbi817T6Zm5Ko1NahNOHslobZWGxboo1TYodZkxaYDmbkF9y+a4uQA/YAAADDckgC6qLQc94Ao7Vu35gIAAAAAAACaSV5VxabkC5tTLp/PT28im7PQZpi99wiFTx9bd7MChjv4OWPhbNLAsVqZerIY4gRoMYfmKGNYg2dUV+vctOi5DaTGt7JOaJFpR0ADDQA3x8ENaS2ifsbzyNAAPFWpq+OT0qUSMVlhUUnZm5/85KC0jwoL6NUjNCosEAFAF4JnNoS2ulahhtBEEM3OWCU042ojsLg+s7pnkk4SuT7QBrMO2iyBRogjx0RNSp/rbyp3TgbcQNxn0hAnNoubra7lLM7QpnTuOB6ooWfYuJ8OAJ2RjqZ+JuDzs42NDWiggXYnPplpTwgJ9EEAAAAAAABAV4erfsZkbd2XuXYnfdVv+gRlGIwKAjSLsoSU9C27SazVaoWmW2wTAh7PQIeKhfvZNuNKfGpqRq6vl1t0ZBsdxcfOXMPzYf17oFYmISUzM6eQbQUFAAC4FQF0lVqj1eqcHBRwbgIAAAAAAGhfSmuqtqdeW5Nw5lRuahPZ7PjiUUrfcQq/XrZufB5HykyUzWZ1s0BQVw3dkDugleKZqKhRXV/ABuXONyGaaZumECozgpaXjgZooAHgRjm4Ie3kzky6eCvqZ7oSucymb69wuqiqqvb2cMvKzT9y6pJWq6cC6LIKldLeFgFAl6DBXhmaaMGshGZ0z6zZMzL7QBuIxJnqnqkkuu4q6uig6TVJ0xpoXkMO0OZLszoh58jmcUftMF/OISvR83V1zwiul4BOTsdUPxOoBhofZaCBBtqLpLQsPA8JAAE0AAAAAABAF8dK/Zy9/SBX/Rw4f7rPpNEIAJqHVqWyxFqdSKdDprtXMqgaAtqc7NxiPJ8zeShqE8rKK2OTMnBfQ//eoaiVUVczntYyGykCAAAwcfMC6JKyCjx3BD95AAAAAACAdqKyVrMt9cqm5AtHspL0RkNj2WR84XA777EO/v3sPIQ8AZU2M+0OHLEzj1U/Czhmz5YZ1x2QNQ5EVhqb6yiem+6eb/fOe1APdGRAAw0Azac11M/18ffxePXpe/ILS85divX19qDpm3YePnnuSmSof2ig35ABPe1t5QgAOjn0WKivhOZqKFktNBJQPbNZDG1RN1M9tJXo2VjXBJpn/jj6WVa9RA0Isi3XXXUvzThOzlaXbE1fy4HuGejCWKmfdTpdXm4OOTwdHR3bV/1MaFoDzb29Ag000EokpZoE0OAADQAAAAAA0KWpr37OWL2NvgrqZ+BW0Bv0Op2ex44/ZiAaaLiHbWMmj+4/pF+4wq6N/EqOnY3B84G9wyRiEWpl1NU1uCi1wQcBANBZuHkBdCkRQCtBTAAAAAAAANCmqHW121Ivb0m+vCc9polsQsQbZu89Ruk3QuHLKpmJizPH5Jlr9syq3+qJn3l13QGbED03U/EMDRzATQAaaABoDm2jfqa4uThOHT+Mm1JcWobnMQlpeIqOCqUC6IKiUldnBwQAnZn6SmjuuYnr31xfDE3/IKZb0dK/aHkj573sp6DrW+PgazLu5rFbyLMGMadOU2BkzqHGellQXQ9pBLpnoKtDj1OdTpebk00Oxnb3fuZCNNAajQbHBr1ex9OaEpH5iQY+HJVA66E3GNIyc6QSsY+nGwIAAAAAAAC6KKB+BloVnU6P77hNvZAG8sgxbTeD+9m2pM3Uz5jDpy/j+dD+PVDr8+Q9s6EgAQDA5VYdoJ0cFAgAAAAAAABoEw5mJqxOOLsh6XzT2QbaeoxT+g9X+sj4YmL5ZxY58wV8AVf3TBZ5JIXHo4u0W50on4kD9HVFzw3ebcItKNBSgAYaAJqmjdXPDfLsQ7fnF5bEJ2ekZeS4uTiSxPJK1Zuf/IRbD3y83HqEBQ4f2BsBQGeGKp5Rg2bM5u4cVFcVTRf5fOb8xJVEc+2fyaqsLJ+5i/WPUJ714BtmHbORDYz1TJ2beS0HV3FA14N7lFmpn6XSjjVwKj5v402yaKDZg1dPDmG82eT0DZ3HQIuTkoaPC2OQvxcULQAAAAAAgK4KqJ+B1kbPQMoXqJ/bgQpVVRuPzRiblFFUUqG0tw0P8kWtT2iQNwIAAOBwqwJoB3CABgAAAAAAaGVSK4pWxp1ek3Aut6q8iWzRMtexDv6jFL72QmmDumfi82yle67r+GwximY8BTkGYw26AyIQPQNtC2igAaAxOoL6meDm4oinkYOjaYqmuiYy1D8hJbP4armD0o6mHz97OSkly8PNKTjAJ8DXEwFAp4J7sHD7b6z0iHVMneuKoVE9hTSvrta5jgyarM/Y8Aawn8tJv67KuYlrObiQA7o21P45JzuLqJ/x2VBtwipn/Scc6setnZ/GBtx3zNeb7tYMBtM9Wv3HMACgRUhMZS4pQwJ8EAAAAAAAANAVaVr9HLx4ttfY4QgAbg1cxgxGqn6u0z4GtDal5ZX/W/Zbj1D/J+6ZhdqKJHYiUQAAEABJREFUHQdO4/m4YX2glQIAgHbh5gXQuNLEcycQQAMAAAAAALQOKm3N5pRLq+PPnMpNbSJbhI3TOKX/GKWfg8jGpGK26J5NgmcBo20zydzIopXumW9WvzVm9sy7njsggn53oA0BDTQA1KfjqJ8bxM3V6Yn7FuEgNjFNLrP4a16NS7lwJZ7ETz+4OMxsDrH/yFlHB3snR4Wzo9JGKkEA0OHhyp1RPfFifU1zfafnxryfb2IbGgualmPCtRzQHeAeaJrqatIRy5gqm2yp6BUm92qzI8R00YC3UyAw8HnIwONmAA8toGVJSsvC82AQQAMAAAAAAHRFQP0MtA1m32cjSJ/bnr/W7dVqdZEhbeHETMjOLbqWkC6ViMcOi0YAAADtwc0LoMsrVHiuVNghAAAAoNvQquIYAAAoJ3KSV8Wf2ZJyWa2rbSxPoFgx1sF/rNLfXWLLN9s0U0GzWevMa47uGf9r0OwZRM9AxwQ00ADApYOrn7lEhPhzF8eNGBDi71NSXlFYXOrl7kISyytVa7buI7GTg+K9lx8msaqqGm8y6KGBDo7VcdSgHho1bvN8ix1CvFtwnwWA7gM50MQSiZ2dvUajMXfGGvkmBQCjMzbZQiPTIn1X03dDzblXan5+Xl3I5S7PZPls2kI+9B8DrUpSahYuj8H+MKAwAAAAAABAVwPUz0CbYSV+hnvYNuPA8YuXY1N8vVzHDeuD2ortJvvnUYN7SSVi1PrEJKb/vGLHiEFRcydDlQUAAMvNC6ArKqvw3N5OjjoPtGcXo9Mb1h6IQQAAAMD1SM8r4y6aKlK4SwGAViFbVbY64eyq+DPpFcWN5VEKJJMcAic7BPrZKE2GzRa/Z6J1NombicKZSp95pjQBzXZd3XN978AGFwGgvQANNAAQOpH6uT5Bfl54skoUi0R3zJucnVuQnpVnZyuj6afOXV27bb+Pp1t4iN/gvlGeZsE0AHRkGtRDo0Z0kC3i4dr0GuBCDgAI5GC0s7Ozkcl0Op1WW6vVMn8MRr1ep9cb9BjTUL2Guq7trXcE1akc2OdUTXdz+EwuEArISZzPJ9Jny3YYwfsZaGnyCoqr1NX+Ph74shEBAAAAAAAAXQgr9XPGht3Zm/bQV0H9DLQs5htquGNta4b0i7yWmDFtzADUVpSVV56+FIdbMiaO6IvahCq1pkJVVamqRgAAAGZuwQG60uQAbd85HKDrtwXr9IaVe68gAAAA4EZguuFQo8pIAABumvVJ5/+LO3M0O7GJPCPsvKc4Bg2y9yJ+z/V1z+RvY7pnMw3onhu0fOYCBzvQAQENNAB0avVzY9hIJcMH9q6fbmtn4+PpnpmTl5mTH+DjCQJooDNS/1jj+t+0+JEI128A0Eyo0TI+RSJi3I54RoHFCrrNrKq492V87ug+pjM2D3qOgdYnMTULz0MCfRAAAAAAAADQheDY8TJ3Omkrt+TuPExfBfUz0OKYbm957EPFYKzWhkgl4sfvnonakB2HzhoMxmH9eygVbaQerFJr8NxWLkUAAABmblIAjc9TFZVVcplNJ+pMYU6xRuj+AQAAuHl4rPiZx+OooKFeBYBb4UJBxn/xZzYlXayobfRB1RCpw2SHwAkOAXZCKevcTDALnfmmP1TrzCcppkWu7pk5bomXWPN0z3B0Ax0f0EAD3ZkuqX5ugkF9ovCEGzevxidFhQfR9PXbD44d3l9pb4sAoBMCl1sA0I7Qtg1yO4WMAqZrVoh4fINZHdA+o/Syp2geezPH3OURHbRZCW3k5EQA0KKkpGfjeUgACKABAAAAAAC6DqB+BgCglcDN9YdOXsbB1LGDUFshkYgclHZ2MhkCAAAwc5MC6MqqKjy3t5OjTgVuFJZJRBP6eOILO2YsQ73BYDRwBzREqH3atQEAADomtC+N9LR5OUkFdXrdGhi4uX1h7JoAoDNQWF25NuHsyvizCaX5jeWxF4jHKfynOAQGy52sLZ9NQmfq90w9ntkD1BKxByuxfAbdM9AlAQ000D3pbupnilwmHdQnii6eOHtlz6FTR09dfPSe+cEB3ggAAAAAroelNcNs/GzEJ0iT9BmnCAwC0lDMNBGbcrVxWzG7bUaLLzW5vaNPt3LP4wDQ4qRn5eK5n7cHAgAAAAAAALoEoH4GgO7A5diUPUfOL104yVHZRjbMhP3HL2q1ut6RQe4uDqitGNI3Ek8IAACAw00KoMsrGAG0olMJoImnh71MfN/kUK22Fv/T6pi/Or3OwEih68igAQAAAITq9LcJBUKhSEi63HB9ytVAd5CON7wZdIBaAOiwbE25vCrhzN702CbyDLL1mOwYNFLha617ZrXO1n7P9XXP+KAkKbRTH3TPQBcGNNBAd6Pbqp/rExzgE+TnlZye/dkP/778xF0g1gEAAACaCaN7NhqZOybzY9Q8Pb5vMnDFASQZtQPMR9NTNrkjZO8H2cF++KCBBloD3EmSlVNgI5U4OyoQAAAAAAAA0PmxUj+n/rc5b9cR+iqonwGga5CdV/T9P1tra7WlZZVtKYDW6fV7j17AwZTRAxAAAEC7cpMC6IpK4gDdaQaZtTQZm0eENwhNF3oiI07R803eHojbug0AAACYK0/EI6pLoqhhNDREQIPq2A61b98b+XQhxwG6slbj8ePzOBjkEXB7+KCpAT1tRRIEAO1ETHHOf3FnNiRdKNaoGsvjK7af5BAwyTHQUSTjSp/5Zo9n1vLZ1PFN1c7UCcwsgrbonon0GXEuhBDonoEuCmigge4DqJ+5uDgpn390yZqt+3RaHaifAQAAgGbCvWjkGdjTosEkiWYbhztA+zBzfct5Lp293TPJoUH9DLQS2XkFeoPB3weuqQAAAAAAALoCoH4GgO5ApUr98Q+ra2u19y6aHOTvidqQo6evqqrU/j7uIQFeCAAAoF25WQfoSka701kcoIkeAhFvDwPfNKoh05JNXtIL9HyTAzRp2gYBNAAAAMWsf2YfHWG0z0KBgNXQ8EivG2pvuArsSIVb/QynclPx9NLhdbODoxeG9h/iGYQAoK0or1GvSzy/Kv7M5aLsxvLI+MIxCr8pDoGRtq58s1kzK3E2656p5bMp3fRMAo/VRtO+cHKsgu4Z6LaABhroDoD6uUEWTB+HAAAAAOB6cC8XySI+PxoQEuD7L9xmbDSYrTF4HaR9mOqcyTBcyDy2T9c+rQPtSHpWHp77ebsjAAAAAAAAoJMD6mcA6CbY2cqmjRlUVqka1r8HakN0Ov2WvSdxMH3cINS2nLwQizs8ekcGiUU3qXgEAKDrcdMO0IwA2r6TCKARRwDEaImY6z1GA23yLkV8g0DIGEDj5m5W/QwaaAAAAGTuQqNiSqK5FAqE/I436CrdBlcb++8HLnjj0vbCmiqrPBq9dmX8GTz52TstChuwKLS/p60SAUCrsS8j7kBm3K9XjzaRJ1rmOtUpeJzS3+z1zKNDG+M/rN+zQNCg5TOTQoa24HiAge4Z6OaABhro2oD6uTmkZuSkZeWNGdoXAQAAAEDjkLsnculINAE8I5+2CXccATQNGgQBQIuSlpmLQAANAAAAAADQHiz/c/PCaSNdnVum4xLUzwDQrZg4qh9qc3YfPldWofL1cu3TIxi1Ldv2n8rJK/7stQfFCjsEAABg4qYdoBlhmcLOFnUeqDCIkT8LcCu20GCSGjHaZ5PDBwLpMwAAQD0sz4+Y1ZeMGNNkRNuhet1MG8HMpniEj3EO3J8dvz77ysHiVJ3RYJUzvaL44zM7Pzmza6R3yKLwAVP9e0oE8HQg0GKklBetiDu1NuFcvrqisTyuItlkZeAUxyA3ia1Z82y2c+aZpGoc6TM58mhSfb9nrqwNdM8AABpooKsC6udm8uuKzcWl5WcuXJs4alB0VCgCAAAAAA68uibQiDNyYEdTPxO4GmhEx+mqlw4ALQJxgPb19kAAAAAAAABA2xKXlPH6p39MHTtw2thBuFkP3QLmkW1Qg+rn0Dvne4wcjAAA6OSoqqrLK6q8PJxRe1Cl1mzbfwoHS+a0w9iMqioNntvayhAAAICZm3WArmAE0J3CAZrbrl3XGVFvMPAMJj009yoQAQAAABxo7xpRzxDvZ55Fg9lRetp4rByUkfoI9fwxbsHDHH2L1JXb8uI3F8QmVZda5Tci46GsBDzZiqRzQ/rcFjagj6svAoCbRaWt2ZR8aVX86TN5aY3lkfAEI+19pjgG9bZz46Pr6J6J1TPxe2bzmC2i8QzV0z0jTo84/UToCwe6J6CBBroeoH5uPo/fu2DVpj1xSek//r3h49efsINmUAAAAKAuVPFspSHu4M3CDSqe4Y4PaEHwIZCRlYcvJN1dHBEAAAAAAADQ5uj0+s17Tpw4H3P3/IkRwTfZZUl1LwYTaSu3gPoZALoepeWVH/+wWlOjfePJ2x2U7dCltXHXMU1NbXSP4CA/T9TmVFRWSSVioeCWnhUBAKCLcdMO0CrUSQTQXIjfM9VAM+Jng8GIjB3T4QMAAKAjYDEZMs/49UxnUXv3uvEsHv8GIhg1CA0io8jJxvZ2794LPXrEVxRsKUzYWZKs0tdavVel1fwVcwJPIUq3xeEDFob1d5J2pvENgHZne+qVLcmXzxekZ1SWNJYn0sZpimPQGKW/XCCmOmaidSbSZx6fx9E9E8Uan9g/08cNyLMHtLQ3ZgBGgI5woJsDGmigKwHq5xvC3dXpqQduS0jJzMrOp+rnvILiopKyqPAgBAAAAAANaaBRJzxRwk0f0LJk5xXqDYZAfy8EAAAAAAAAtB+FxeWf/rhmYHTYbTNH3+h47FTrQtXPuTsP01dB/QwAXYNKlfqj71YWlVT4eLrivmTU5hQUlR04cQk3SiyaPgq1BzMnDLGRihEAAACHm3WArmQcoBWdRABNBRB4bpLHsbHRtAzezwAAANeF6wNNF2li+8KVgRItqUEoND3cgkSmCp+v40co3EPtXJ7wHXikLHNbUcLJ8qz6lX5iWf47J7d+cHr7ON+IxWEDx/tFCHjtcM8AdBb2Z8RtTr64JeWKWlfTWB5HgXSyQ+BU52BPsZ1Z88zKnwWsNM3a+ZmreyYZyGMHvHqWz6B7BoCmAQ000DUA9fPNERrogye6ePD4uUMnLuAgPNhv/oyxXu6uCAAAAOjecM+MnahZGO74gNYjPSsPz/283REAAAAAAADQ3py+GH8lLm3O5GFjh0Y38y6Ail4IKX+tz99/gr4K6mcA6DLEJWcWlVREhfk/cucMqaQddMCrthzElQyunVydlag9mDVxKAIAAKjLzQqgVSYBtL0d6iRwNdCkD5gO/wHSZwAAgObAHW7VSknTjj1wXN8m8ogL32AQCoXmVxFfx/xj7HX1jL3ueJegsY7+hTVVO4uTthYlZtZUWK1QZzDsSruGJ4VENjOo9+yg6KGeYBYIWLhSlLM15eKfMSfLa9RNZBtl7zPZIXCgvRdX98w3+z1T3TO1fMYpnNhi+Yzq6Z4R5xikQC84ADQIaKCBzvOTlaYAABAASURBVA6on1uKqPDgmlpdbEJqXFK6XMbaQtfUaq/EJoYHB9jKbRAAAADQjYETJQAgKoD2AgE0AAAAAABAh6BaU7Ni4/6jZ67dM3+Cn7dbc95CBDAGgyFjwy6u+jl48WxQPwNtgRFurtuCAb3DcIN2RLAvag+S03MuxiRLJeLZk4YhAACADsNNCqArVWqZjbRzNQ5zBRA0hQSggQYAAGgaXuPDwnYoE2hGAy0QIGaJOcHxkEl4apI+6w16DJ4ZBEJ3ofAumz5LPHpdrsjfVZK8qzi52qizWmd5jfrvmBN4cpfbzwrqMyuodx/X9rmRADoChdWVaxPOrow/m1Ca30S2EInDVKegcUp/O6HUVCB5rArN5OvM2jtTGTTRPZvtn7m6Z55ZuEYUbKihBw8Q9NMDQDO4MQ302iqjgVkEDTTQEQD1cwsSFR6IJ8QMz1eqtGcHD01Oy/51xRYc2NnKRg3pO208tNgCAAAAANB9ycxhmjt8vJqlrQEAAAAAAADahozs/He//mfM0D5zJw+zkUoay0blLkQDXXo5nr4UcvsczzHQ6gUAnZtarS4lIzc8iB3zsL3Uz5h/NuzD82ljB8llUgQAANBhuBkBdLWGGeq9M5okka5f6hVqlQ4AAADcEB2t8iRCH4FAgEzSZ8b+mVE/6wXsf4NJAq03GA0mJbTBIDD0cfSKVnq84D90R3Hy9sKE86q8+qvNq6r48fIhPPnYOcwN7jsnpE+YA9jhdBd0BsPu9Gsr48/sz4jTE11kQ/iI7cYo/cYp/X2kCq7lM48VPFssn83SZ/qywGT6LCDFlcfj8+pZPjcoX4NLFwBoPs3XQA9fxDu6SgUaaKAjAOrnVsLV2YETK6eMG5qYklFUXCazsTTXrtq052pcsouTg5ODYuakkXa2MgQAAAAAANDVyc4twFeOHm7OCAAAAAAAAOhIGI1o/7ELZy8nLJ45emB0eOPZjGYHaIv3n1OvCFA/A20HNEW3Domp2T+t2FZSVvnm00t82/WZ1RPnYzKyC5T2thNH9kPtxLWEtONnYwb3jegZHoAAAADM3IwAWlVVjedyWWcdJZbbBwzezwAAAM2nY2porJRtpGI3sO65BpxiEAgEBoNZ9YwD1gvaQBJNf6e5hk51Ds7VVO4oTtpelJhTq6r/QZmVpV9d2IencEf32cF9ZgdF+9k7IaArgn/r9UnnNydfzKgoVWk1jWVzFcnGKvxGKXzD5M58s27ZZPMs4LOWzzwaWyyfWSvoOpbPiOP3zLV8Bt0zALQIzdRAe4ai4YsQaKCBdgfUz22Ds6Ny5sQR9dNra3VFJeV4wvG86WNJolare+m95U4OSmcnRWiA75jh7dbCCwAAAAAA0OJUqKqq1Bp3F0ehyVYAAAAAAAAA6GhUVFb9+O+2Qycv3z1/oquzssE8ZgG0gWpgeHB1B7QpIL5qeU6cj/nlvx048PVytZW3p1WHTqdfu+0IDhZMG4m7JFA7kZVbdPJCrKebEwigAQDgcnMCaDXqnA7Q9YEuYQAAgC4AV9mGEHHS5TEaaCOO8I0+I3GmMmiDgEigmWSuEhrn8xYK75P1W+oZfbkif19p6v7S1BJdA+LXuJK8j07vwFO0q8+c4D6zgvq4yewQ0PnJV1duSDq/KfnixYLMJrI5CqVjFH5jlH6Rchce4tXxezZ5PPPNkmez37NJ90xeqqd7JsWVKDIbU63B5QoA3DqggQY6C6B+bnfuXDAFTykZOTl5hVKJmCQWFpdWa2qycvPxhDuRqAB6y56jJ85ecXKwd1IqB/aNjAyFVlcAAAAAADofOXlFeO7p7oJagjlz5mzcuBFfnR4+fHjYsEYdB+VyuVqtXrZs2YsvvogAAAAAAACAZhCXnPn6p39MHTtw2thBDQoQiQYaAQDQVXA3DWk4ZcyA+VNHonZl894TZRUqXy/XwX0jUPtRadIrwrCNAABY0R0doAEAAICuClX8EJUb86AzkUHzySPPjAya0UITxbPRpIMmf0xKaIFJHI1nfRy9eis9nvEbfKY8Z19JyoGydJW+tv7HXSzIxNObxzf3c/Ob6NdjVlBv8ITujBRVq87np39/+dDJ3JQmssn5ojFKvzEK32hbd+L3zLdomfms1pn8MUufeWbdsym25OVKn7mgeno1kK8BQAsCGmig4wPq545DoK8nnuiip7vLh68+VlxaXlhcam8rp+mlZRVkSkJZfr4eVAD9xic/VVfXyGRSZwfFE/ctpPlTM3JkNlI8QRMtAAAAAAAdh+y8Qjz38nBFLQdue1u6dOmFCxfkcjkCAAAAAAAAWgidXr95z4kT52Punj8xItiXphtZENcBGgCATkpNrVYiFuEgwNfj67cfbXd5XkZ2wfb9p3G3w70LJ6N2pVLF6BXt7aB1HQCAOtyUAFrddRygAQAAgK4BEfpwfaC5MmgGkxm0gG+khtDsTK83CAV6vR6/wDWE1pv+DnbyHaj0eskw7FhZ5uHS9H1laRqDrv6nn8tPx9OHp7cHKV2nBURN9OvRz80PAR2bhNL8nWnXdqZdvVCQ0UQ2G55whMJnjMK3n52niC+w+D3zGF0zV/dMfJ9N9s9sNrxIbKFNHs880z/W75mrUQPLZwBoM0ADDXRkQP3cwVHa2+IpyM+Lm3jXgqmTRg8uLq0oLi0L8re8ZCMRV1SoCgrVfM7PUVxa/vG3f5N4cL+edy+cSuI9h07nFxY7OyodHe0jQwKhsQUAAAAAgDYmhwig3Z1Ri5KYmPjyyy9/8803qBtQoapSV9dUV2s83JzpKCIJKRkGAyM/kohFAeaH60rLKg6fvEji4ADvHmGBJL50LTEtM5fEwwf1dnJQkHjngZM1NbX4ThavdvjAniSxRqvfceiySMo8yR8S4BUZwrZDXo5LSc3II3GfHsG+XqyoffPuE2WVKnW1Bt8uPLxkOknU1NR+9fsGEvcMDZg6diCJdx86dyE2icQLp44M8PVgV7LnRGwy04bGR7wXHmaf8cvILvhvywES9w4PnDx6ALslsSk7Dp0h8bih0f17hZH4pxXbSitUOJCKxE/dN4ck4svpX1btILGbk/KeBZNIHJ+ctXHPMRJPHzu4R6if1Uq4W8L9OtyVJ6Zkr999lMSTRvSL7hFM4r/X780pKCbxM/fNE4vYtoFlP6yqv5KCorLf1+4i8eDoiFGDe5F44+7j8SnsTdyDi6c6KNhBAj/5YbXBNAS8TCJ5Yulsklheqfrh320kDvRxXzBtFImPnL5y/HwMiRfPGO3r5Ubi5X9sqtJorLakqKT819U7Sezn5XrbjDH199X4YX369Qwl8b8b9mXlF5H4pYcX1d+SAG/3hdPZLbkSl7r94GkSD+0bOcJc3rhFYun8Sa7OSqt9xf3VYpMyNu89QeJh/XoMHxBF4h0HzlyOZ70nFk0b5e/jTuJfV+0sKi3HgUggfPaBeSQxJ6/47417SRwdETRpVH8S7z9+Ea+FxAumjAj0Yw+rn//bXlJeafU1cZH/7p8t9b/myQuxh05dJvHM8UOodvC3VTsLTVvCLVfcHR4R6Dtz4hASHz8Xc+TMFRJzCye3XD21dA6pDao1NV//sZEkers53zFnHImvJaRv3X+SxMP7RQ0b0IPE2/adupqYRuI7Z4/3dGctV5b/ubmqutpqX3EPnyBfD+oNeeFa0u4j50g8dkj0gN7sMbh+59HEtGwS379oipMD29L16Y9r9KZWMKWd7UN3TCOJKek5a3YcIfHAXmFjhkaTePv+01cSUkl8z7yJbi4OJKYln1skuOVq4oh+fczHIHdL7ls42dmRrfQ+/3mdVs90wdjJZI/eNYMkpmXmrdp2iMQDeoWNNW8Jd19xv84Xv6yr1TEr4R4+hcXlv61hf82wQJ/ZE4eSmPtrzpowNDzIh8S0qpFLpY/fM4sk5heW/rFud/0dfikmeefhsyQeM7j3wOhwEq/bcSQpPYfEj905k9zv41PG9/9sJYlRIf7Txg0i8cVrSbvMvxr38Nl16OzF2GQS3z5zrI8nO2LDl7+ur9FqceDioLh3EStHO3clYe+xCyQeMaDn0H6RJN537MLZKwn1v+Yfa3blF5ehuiWfu8O5dfjBE5dOXYojMbdGXbv9cHIGewp7/K6ZRKXHLZzcEo5PSbEpbI8M96enhdDB3vbB269TCHcePHMpjq1S7pg11tuD3Sff/L5RXVOD6v5qWbmF/27aT2JulXLg+MXTDVUpP/67DZ80cYB7d55/aAFJ5JafiCDfmRPMtcHZa0fOXiUxt0r5c+3uvKJSEjdY/XJPBGcvx+87frGmVotuBLxJeKcNjA4b1CdCYSuj9So4QHdVcB+2auemmmP7q1LT+HI7m9597WfME/sHNuu9+CL10ln1oV3VCXH4OBOHhNtPmSnt3Z9n7iIBOhT4QvrfjfvxGfO2maNJSrurn/UGw0//bcd1Cz5n0dNQezFpZP8h/SL9vFry8V0AALoAN+8AbQsO0AAAAEAHozEZNEnk8/kGg6GOIbTBaBQK9Xq9UGCSPZssoY2s/plVQhsEQvx3pHPACEe//xmGHy7L2FeccqQ8s9aor78ByWUFX1/YjydXmd2dkUP6u/qP9glFQEcis7L016tH96RfSykvaiKbhC8Yauc1RuE3TOHD0TzzWH0z5y/X49kkQuPzLRGf6J6p3zMRXDYmUwPJGgC0AQ1qoOsPFggaaKCNAfVz58XNxRFPVon/e/IeRHQwag1NxL/a8IG9iY20wt5ihZiUlnk5htUTvPDYnVQA/e3vaxnHaJnU1dnh8aVsl1teftHV+BQbG4lMKvV0d6n/0QAAAAAAADcKcYDGlxaopVm+fPmcOXPGjh2LuhBVak1Keja+nPP1YpVGr370Q55Z8vja00up1vmLn1bWmsRMzo7KZa89RhLLKlSbd7NargkjB1IB9MVriYdPspK1iFB/KoDeffAUvqrEAU6hAuharWHHEVauN3n0AIsAOjb1wHFWXe3kYE8F0LuPnKvWMIIw7mAmuNUzITmLxM5Ky61ubmEJTVdxrmZz8otoOkWtqaGJro5Kml5WUUXT+0YG0/SUjNzCYkZjaiOV0ES8l2jm6uoamo6/OE2vGFhVfyVcuF+HatBNX0FN0weaNXyY9OyCVLNcD7f90vQGV6KpqaXpgT4eND0717JPtFpLW3FcMntzx1WraLWWLRQJLJ2zhSXlNL2K8/UT03JUpgG+uVtSU2PZVzyj5e6Pu6/69rDs8LTs/JR09mvWanVE5403lWbGDZo0My6cND2E83hnXpGlSGhq2C3ELe40Ua22bHalyrLDQwO8aTr+zRr8mvhXyC0oQabbJZpYzSlXZNh3QkFRmaVwVlsKJy4S+CUSM+M7mlp7dDodzSzkW1ZeUlppKVeD1JaVZObl5hejunB3uJ3MYjRYzPnVuIUzLSs/LZN9CIGWK53OssNxTDNzf7XwQB+anlNg2VfkyCUkpWXj3Yvq7ivu4SMRimh6aZkTyGjzAAAQAElEQVTla/aJsBQJbqHFBZumx6dkkgc2nB0ttQHeyTSzv7cbTefWElYrIapLbpHglqsBnGMwM6ewwZUkpGZptYx2WWl+ogCZygzNzBU8cfdVLUc8mpCaTRbrHsiWldjaWI7N4tIKml45xFIkktNzi0qYqsZWbvnpuYWzzg4vt3zNXmEWPWJWThHn12e9dbjHoCPna3JXEsY9fApKGqwkE1Ozya6rdKumiSWcnz4yyOINnM85fLhfMzUzPyuXuQzgNihxd3ifyCCaXlBsWcmg3uE0nftras2FnHv4cEt4Vt51C6GCJuLTUIOFMK+Qu08sK8E1Z5XapGPhPFuu5nwdNyeHBr9O3Solp6ikAgcCjjaUeyJQcAb1wjkbrFLwjs3MKWD3iVYnYqvfhk8EpWXMT48Pn5to1Tt9MT4nr3jhDFZLbaQu0EDXAv+m5d9/Ii9KlKBada1aV6Wq3L9TffaE84NPyYaNavq9+tKS6v3bhJcPybU1Oq1aXVqlLy3VZqbbz5xvN3kmNCZ3KPBZ5oNv/8MHNTJd0qAOw/b9p/Flkrur4yzz40PtiKe7kyeCEbkBALCGdxMXQBt3HNqy5+gd8yaPHdYPtSbk+owYcWpNJGeX4UtfJ4Wtj4cDAgAAAIDG4Z7gqAbaCqYV0kg8oYkvtEnxbDTpoE1/zKpovellI9FH41ij1x4sSd9fmnqyPFuHmroDsRNLx/mETwqIGu8bYSuSIKA90Br0hzITdqVf251+rUBd2UROIeIPsvMYo/AbqvCxEYhY52aqajYZPJv1z3X8nokMmk1nLJ8ReQ/i+D03IVCDJgYAaGO45wVz9Y/BPRF6Hb7r0DH/arW1OQkaqoHGiMR80EADrQGon7s56Vm5RcXlao0Gd2QOHdCT9q3+s3ZHUlqWulpjZyt//Zl7SeKJc1f+Wr2dxJPHDpk1ibWbOnD03Obdh+UyGxupdPGcCYFmp+rlv62WSqRymcTdxXnMcLYNB6+zoKhUJpXg3Ha2MFwgAAAAANwqhaWq7HzG5E9iVEklYqlUKjEhMsG9bEMdkkde/hjfBv386SstsoVz587dsGHDsGHDCgoKEhMT/f39r169KpfLrbLhFLVavWzZshdffBF1ErJyC35dsTkjOx/HU8YOmT+dFXYvW/53dl4BvgyT2UjvXTzdx9Ps4Pv7WnzljhNdnBxwfpJYVl556AQrdA709+oZzgrLuA7Qwwb2pvKvxNRMfI/KDGTH53l7uKgrCsszGctYtThIass8C+ektHdxYjPnF5YSv1KMh6uDws6WXUlKNrHVFAoEwf6e9BtRna7CTu7hyj5Zl1dYWmZeiY+HM5Xw5uQVV5j0uDzECwtilXn4wjIjp5DESju5u3kleA14PSR2c1I4mAXWKek5tSZtnIDHDwlkL1lra7UpZs2oVCyiHpaVKnW2WZDq6epobye3Wgl3S7hfh7tyVZU6K49dibuzkkoq07Pyq83CO+qE2thKNDW1aVn5JObu8Oy8osoqVncY6OtBbaTjk7OMJh9cfPCHBLArwb8jdUiV20ipeV5RSXlRaQWJfT1dcIEhcVJajk5vva9qarWp5n0lt5H4eLrW31duzkrqRY2Lq1pj/TUb25LySlVuAfurOTvY00LILRL+3m5UUUr3FfdXq1BV5eSXmFeioGravIKSskpWKOzj4SKXsV8zNSO3xqR2xbVkaCD7a1ZratKzWeGg0t7W3WwwXFBURp2euYWTrgQ18mtyv2ZxaUVhCSug93RzpE8F0JVwyxV3h9vLZdSMuc5KOIXzuuVKJhVTk++Kyqqcggb2VW4B/pbsvvLzcqVPC9Aiwd1X3MPHVialPri4qskzi8K5x2B2blGl2lxofdzFYlbCm5CcRcybxUIB9cGtUldn5rIeIo4KO2r+zd1CbpGgJZ9bJLjlinsMcrckwMddQrckJctgarXDp88gf7olmszcwqa3pM7XMa+kscPHTm5Dxz3g/ppebk70HplWNdyak1sb1NnhnErP1UnpqGS/ZlZuIX2SpMEiwa1+ub9ancOHcwxyiwSt2yUiIXXrLy2vzDevxMVRQV2xuYcP92umZeZpTGJxbsnn7nBu+SksLi8uY+sr7q/Z4NfkFk7u16FnE2T1099IIeRWKXX2SWo2kQxyf7UbrVLoT497d0JvqDbgVCl0x6JmVL/4B84vLv/6tw03agKNt3n+1OF9egTjSziZjYS0cuP2bXxdF/fRD5p0xmTduU9Uj0fvQUAnR7Vvp2Dvv8baWpWtl7T/MEO1uurwvtr0VKGbh+sLb0jCIht7o0GlUh3YVbHiV5mzPfINEYb20pWWqE8e0eZkSaN6Oyy5XxrZE7UchWcvxvz4D4kVjy2xcXWSiPHNEZ7hxm2mmbvj3xm1O5/+uMZgMN4+eww9xbQ7uLZ89ZPfcPDGU3e2u/0zAAAtSOqVXVpNlZZvj+QBtCFLLBaTbkkyyHknqrFvRgD9z7qdB46de+jOOQP7RKLWBATQAAAAwC1SXwaN6imhOTJoayU0/as3C6NJPuIPjaMqXc3xsqyjZRlHyzOrDbqmN2akd8h9USNCHdz87eHBxLagorZ6W+rVfRkxBzLi1brapjMPtPUYpfAdqfS1FUga1D3zTT7PVrrnen7PFstnArmTR2bXZwSWzwDQYQANNNBBAPUzcEMUl5ZnMSKGGnW1xs/HI9if7Yo7ce7K3sNnqqs1VdWax5YuCDW7Kz3y0jIS+Pt4vPT4XSSOSUj75ld2uOqwIN+nH1xM4i27j+DWHrlMaiO1uf+Oma5mr7Wte46SQG5jQ1XUtUznH9tv52Bv6wpe1AAAAEA3plMLoMsrVc+++ZWnu/O7Lz6EWgIigJ4wYcKbb745cuRIfKv1wAMP/PTTT1bZGhNAV1ZWvv322/v378/OzsZ3aH379u3Tp8/jjz/u4+OD2gN8zVOr1ZJH1KrU1U++9rmHm3NUWGCQv/eA6AjU+nDvWPGtKhVAe4UOlSvcEQAAAAAAXYLHX1/ONX2/LsP691g4fRTxuuaKanBnJr56iV8GAuguRe7LjzkJKsrFHo7PvcGXSPBPrq8sL/r6Y82VC9Lo/u5vfNTYG2sS4wo/e9dQWWk/fY79rIU8kRgZDJqYyyW/LNeVlylmzlcuvBO1HCCAvlFwR9TxczESsWhwX/bOQlWl5o480O7gbrT3l69IzcidNWHozIlDEAAAXYguJoAWohuHDLrEHbkJAAAAADom9HyMb/6thKd0HCh8r4XbBXhG/JdpITAiYx0ZtMBApc8mZ+g6i/ZC4UTXkAnOQTj5dEXOsdKMg2XpxbrqBjfmcFYinnAQpHQd5R06wjN4hE+IXAi20C3MxYLMQ9kJJ3KSY4tzC6orm84cLXcdq/QfpfC1F0ob0z2bFM4Ck/5ZYFE7mxfZ/DxEHKCp7hkh1JguDW7sAaAjQE4E5HjkcwY0tMIzFA1fhKgGWltrWPX1FdBAAy0FqJ+BG8XJQUHHQ+cypF9PPNVPf2zpfDWjiq6R2VhG/hWLhCFmhbS/r8UCUFNTizvbTP1t5cj86GBNrXbb3mMk9nCz2EgXFJf8n737AIyizPs4/qRsT+8FQqjSewdBBBHbqYgdFcu96p16XlWv6915p3fqWU8sp4i9YD9RsaEoRZHeExJCek+2t7zP7myGJQmYDen5fhyHZ559dnaz2exO+e1///3ES0q7f0bab392ldIOTlFfc+nZaSmBD/49+uzrOo1W3o3E+LjT501XOuXxpa83bTcYdEaDLi42ZnBj4eraenNJYy209NTE4O9qBwAA7auoxFdYMTOt/Ut5zZo169Zbb73//vuffPLJxYsXL1q06Aevsnnz5vPOO6+g4MgW8sd+jzzyyB/+8Ifbb79ddJbK6tqvN23bvT9/b07+onkzLjzHV+xZnhT71Y2XjxiaLQAAALpIVmbq5eedGvyVDsHaUP0Q3Z99z+5Cryf9Lz+PiAp8v0dkQlLSjT8/fNMyZ85+58Ec7cDBza/ltVqcB/a5iosMYybEnntxmDEQq9UOHmqYMqN21cvu0mKBLuJyuVd9+NW6TTstVntcTJQagO5W6Wfpo7XfHjxU3C89+awF00Q3IB+u2/7+1PDB/W9adq4AgCBtC0D7cl3K58kAAOgRmiehleib2hMoB+0LQctFb0R4uC8FHRGhBKEj/f82Fn5uUAtCBy/OSMiaHtfv597peyyV39QWfFVTsNdW2eKdyakpk9N/d/hq6U1PH3Tp8KmDY5MnpQ4QaKtyW/0nh/Z8emjPuqIDVXbLD44faUw6NXbAvLgBCRpjk9yzkmw+Tu65sfxzeOCKQbnnJkSzRBoBNaBbIQONrkX6GZ1g9PAWzn8MGdjvF9df1rz/wnPmn3HqTKvVZrU71K+41Wk1SoraanNoNEcOIkWGR6gp6uDIlMPpUlPUXq9X7d+xO0dpJCXEqgHomjrzmx98rrT7paf87tarlfa2XQdeXPWh0v7x5edOHDtcaf/+H49XVvu+W1av0z5w18+VTtmz4tX3AyvJSLnonAVKO/9wyXsff2U06I0G3ZgRQ0cOy1b6N36/s6wi8N3EZ582W72He3MOKQ2TUdcv/cjXUtfU1fu/0V5HIQAAQK9U6P+O+3YMQKtH2+T8b3/72wcffLB79+7rrrtu165dMTHH24eyWCyXXXZZQUFBSkrKQw89NHv2bDl+586dt91229q1a++4445+/fotXbpUtDe59VJeWV1RVSs3KubPnqx0lpZXvbV6rdIuKilXB5N+BgAAXUUel1hy5uyTp47pwoOB275cd891P5WNO55ZPnpmC4FIeer0kV/csWH1R7I99uRZP3/4Pq1B/+6Tz7z8rwcT0lIf/iJwtOfVBx55+/GnskeN+Nuql47Vc4JOfIUuh/OjlS/Nv3SJ3nTUJ/ML9u4vzM2dfsbpolP4tqs9HtmITA369o+wsIjYeN3Qk5yH8l2Fh1oMQDfY7a6SogijSTtoiJp+lsK1uoiYON96/atFl5BHWb/fccBitY8fNWTB7AmiW6qsrnvzw3XyXMQNS8+OOPYZtM5UZ5ZHqR11/pqtABCMADQAoG9Rjgsop2HUYwRqZ2MK2h+D9nqb1ISOaCwNfawktJKWHhWZOjI6+ZrMCSX2+i+q89fVFnxnLjnW/VlfnCsnpT0jY/DM9EFT0wZOTR+oj9AIHFeptX5d0f6NxXn7akq3lhVY3c7jj4+J0M6IzpwcnT4lOiO2Wb3n8MaSz2HhYcfKPSuRaDX3LBqLPbcYeqbkM9AjkIFGVyH9jO5JHuppfrSnxRR1WmpSiynqJWefKqfm/bf+36VKQ6c9spUbZTSctWCW0o6LjQruV9PVsbHRQTeaKP8W5HHu4GPucnF/buCvKTIiQu2vN1t27Amkro1GgxqA/ubb7XsO5CvthXOnaf33p7K6Vi1oLUfefO3FSnvnvtznXv2f0p4/Z8qSswI/2vsfr3tvzVdK+xc3XDZ0YODe07OHTQAAEABJREFU3vqH+3VarcGoz85MX3bJWUrn3pxD7zcOnj5p9MzJY5X2J19u2n+wwGjQGwy6OdMmpCYnqPdQyXmLoIh2TZ150/c7DQa9yaBPT0mUj7/SX1ZRXV0b+M6TfunJako7r6DY4XQp7ZMGZwkAAI6h0J/uzeiACtCSXq9fsWLF9OnTCwsLb7nllmefffY4g2+++ea9e/caDIavv/568ODA5oe87ieffHLGGWesWbPm17/+9aJFi5KSkkSbyDfTg/mFZqvdYrVNHjc8KSFO6b/30ZXyfVNpz5oyVq/zfW/GgH7pM6eMHZLdb9RJg5ISYgUAAECXmjV51EVnz+3mEZ3g9PPEU+fe+tC/IjQ99Vzn4f0H7vnxTVXFJadceH5w/4v/fOD9p1accfXSTgtAy8O/kcmp7vJSZ15uZNqRyt/KdxwLeVra2nIYVJ7DbrDb5ckPEXS4TPgqQ1vdFaXhBkNENGc3Os/OfXlfrN8+eED66XMDH7m8+sJFKYkxahGKbujJl/7ncrnPP31WekqC6B7q6n3P9rjoKAEAR2tTANrqC0BT+QYA0HM1Lwit9quFapQYdIMvAt26JLS/JRuRjZdnRsZfaoy9OH20xe38qubQhtrC9XWFtR7Hse7VN0U5clLaiwaOHpWQPjQ+dVRixpC4FIFGz+365tuSvO/K8nNrK1ozfrwxZUp0+sSotJNMSWFCySuL4NxzY9Y5LPyoks9hQZFoVcu5ZyFEi0E0QmlAj0AGGp2P9DP6oBYzuHGx0cE1mFUTxpwkp+b9N119YfPO/hmpD9z1c5vNbrXbg/8osvtnqKnr4NzS1AmjBmf3U9raxjS2XqddMGeqXInFZk9PPRKrijIciWKnJSeq/W7vkRo5wWlsh9MlpzqzRR+U866rN6sR7ZMGH/nWl+LSiq079yvtEUMGqgHodRu35uQXKm318amtq1/1v8+V9pzp4y89P3Ca7bOvv/t83XdK++ZrL1Zz3v99+d3yxkLX/7nnNqVhszt+8ad/K+0B/dJuv/kqpb12/ZaX3gwUYVq6ZNGsKeOU9j8fXZl7qEhpywdZCYRZrPblK1cpnZlpyRefe5rS3nMg/3+frFPaU8aPPHnaeKX94Wfrd+4LfODzmkvOifMn2uXpkw8/X690JifFTZswWmnLH3z3voNKe+KYk9Q03ufffG82W5o8JmaL9fOvNyvttJSEyeNGKu2qmrryyhqlLR/VuJjASZHDxWXyzivtgVkZ2saK5vK34/XvA2oiIwYNyFQ67Q5n/uHAp1ijowwZqYF7Ul1br1YQT02KjwsK6ANAD1VS5vv6svSUNqaKf9CUKVN+/etf33PPPStWrLjkkksWLVrU4rD6+vpnnnlGNn7zm9+o6WeF3Dp+4IEHxowZU1JS8u677y5deoX6rRTvr1knX/atNod8E79s8ekpSfFK/18e+G9tnVm+aE+fOPrHSwNfjrw/99Djz72ptOVruBqAlg2L1Zac6Otxu93C/35nMuqvvfQcAQAA0NWyMlMvP+/UIdkZonvzuN2P/vK3Svp55tln3nDPXfJYp3JRYnrq6BnTTLE96UNl5YXFVcUtFLfa++33otMZpsyo/99bNW+8aJg6M6zxMFSDpd5xYJ88wmLduC5q3sKwo7PmvvrOVRW2bd95rRbXwQPC6RBanXKRq/CQ9dsNEYnJmoFDBDpecWnlnQ8+Lw+FCd9RNZsagD5pcD/RjX3y1eb9BwsH9Es9e8F00W3U+Q8PxkYbBQAcrS0BaIu/nrxy2gMAgB6teRJaTcIp6Wfhz8OpSeiIcF+hZ3+75SS0r+0vC+0NXOTLRsdERi5KGXZ60hB5xb2Wym/rCjfWFR2nLLS0+uAOOSltk0Y3KTVrbFK/uf2Gzc4cKvqSw+bqHeWF35blb6so3Fyab3E5WnOtAdqYSVFpU2MyxkWl6sM1Ss3mI6nlxtBzINHcitxzmAisojW5Z0EiDehpyECjM5F+BtqdPEIlp3hx1KtxlMnQYup6xuQxzTtNRsMFZ81r3j9m5BA5Ne8/9/Q5cmrer0aNg500eECLUewFc6ZOmTBKafdLP1J3c/rkMcOHZouj/8xjoqPUatnZ/dPV/pFDsuWejNXmsNrsUSa92j8gM10N/gZT89yZQTlvudOitoPfBz1B/WrO2+lyqXluuZGsDqitr1f71Yi58Ofq1H51hU6X+/01gbT0qOGD1AD0gdwCtT8jNUkNQK/9ZnNxaeDTj0cC0GarOnj86GFqAPq7rbvVsPjlFyyaPTWQ5171/me79+cp7bt+c31yYiD3dv/yF5WGfMT+/rufqndbLQouV379FYGCT1t27Hv1nTVK+9LzT58zPZDzloP35hxS2vf8/qaYaN/X4wYnzuVv7babrlTa6zfvWPHK+0pbPpEWnTpDaT/5/Nubt+9R2n/4+TXqj3/jbfcojaSEuL/cdr3S3rXv4MNPv6q0T509+cJz5ivtl978cO36LUo7uDz5HXc/JvdMjQZ9UmKc+lmCw8Wlr77zidIeN3Lo/JOnKG25hm+37lLaP1o4Z8jAwC/0udf+V1EVCJerNeBr6sz/fekdpS1/9eqfxsYtO7/asFVpnzl/1vAhgfT/ytc+KK8KhMjlPVE+h2B3OB979nWlMz0lUY34BwfrZ04ZO31i4Kny7kdf7j8YeF5dfck58f4kunxePfLfwGOSmZ5y8Y8WKO3gKuyTxo6YOyPw3bKffvntll37lPYFZ506oF/g24SfeuFt5YyaTqv96dVLlM6CotLX3g08VvLJpv7qV3/6za79gdT+4jPnqX+ewY/VTddcpATu5Y+5Zu1GpVP+ItQf50De4T2NT85JY4anpwX+PD/+YqPDGfimI/WZH/z5gegok/rjyCftt1t3K+0hA/urD7jsVOKtwv+yoxzSrzdbv/gm8PmBuNho9c+krLxq45bArz4rI3XsqMDxB/m3k5N3WGlPnTBKzZh++Nl6l9t3Ele+RqmPiXxebdkR+HTHgMw09VVUvhTszQkU4B83amj/jFSl/eWGLbV1ZuF//Tlz/kyls7S8alPjPRk0IHPksIFKe19uwb7GlYwZMUT9ra3/bntFVQu187/aEPhzGJiVOeqkgc0fcLlm9ZMP8hbl7TZ5rOSTYe03gYhDZlqy+vmcgqKSrTsPKO2hg7ISEgIfYpFniOvMNrlBJzfeFpw8WeNPIcgnw4rXPlAGpCUnXHVR4CsCcvMLX3vvU6U9Y9IY9TF85e01eYcDBYlvufYigz6QVLh/+UvKAy7ftm5qfHLuyz305gdfKO1Fp0wf1/hb++DTb7btDtzDS887LSszrclK5MvsFUvOUB7tBtGw8o3APRw/aujppwTOcL+1eq36W7vs/NP7ZwQ+n7985Vs1db7vH4iLib7+ivOUzsLicvm6p75iBLvrrrveeeed3bt3X3fdddu2bVMfrmC5uYFPy8yZ08I77OjRozMyMoqKig4cOCDfidQA9Cdffltbb1baFl/hnsCTUz7t5V+cbNgcR44jyVdR+QROTYpPTowfmHUkQnTjVYsFAABA9yO3SM87feaC2RO7/2FAj9v94M9+/d2az2T75PPPuf7vdwXf55lnnykngbaKO+8i85r/OfbsrHjg7oRrboyIS3CXlVQ88q8Gf+1n+7bvK599PPG6m4Ifc3dZaeXzT7sO+45U2PftqXplZfziS4RGa9/xffVLK9ylxaZZpxgnTRVob3KvZNf+Qzv25l109hylqGh6aqI8HpiRkjhl3LAp404SPcG+3MMvvv2Z3K/98aXd6y9XPoA95TEE0MlCDkC7PR55NFk5jg8AQK+h7BYqiefgJLTSqSahvV5vWIMvD32sJLTyT2MEWs1Hexrj0N6RkakjopOXZoyze1yb60u+qyveai7dbT1eMWOLy7H28H45PbLFd+wgzRQzNrn/BDml9J+YMiBaqxe9yLaKwv3VJXl1VbUO2xv7v6uyW1p5RVO4ZnJ0+rSo9KkxmQkagy/a7K/0rKSW/QHmIzWfw8IDAejg3LMSfSb3DPRNZKDROUg/A32QPIbW4mG0tJREOTXvV5OIweKPUS37WBHtay9roWilQa9TQ6vBTpk5UU7N+9US0U3uSYs57+FDstWcd2L8kZz36adMm94YOlf7TUa9Ojg66At8J48fkZqcYLHZbTZ7WuqRB2fOjIlKBejgVz+TyaiGwtODBg8ckKn2Z2Wmqv2Txo1ISYq3WB02u10TeeTrX08anKVUgI4yHakfI08zq2FxNYgsfDVmTGp/fFDEPCM9WVmJ8FUqDaxc3tsWE+dyP1JtB/9EDeJIf3hLr/PBferNNV1JcH9QQt3lcsuTcPVmq812JAsoHw01np4RdA/LKqvUfqvNrvbnFRSrSXSV03kkE6/GNKWqqjq13zLjyBfyHiwoUlei/hQej0cdrFRFUgQH60cOHaj2F5ZWHAnWewIV2eUOt9oZ9FiKevORKuxZjXlZqbTiSDpfrQ7uu4eHiqpq6pr8OFbbkccqu/+R3GRp+ZHHSvnWREXwY6V+xsDucKqp/ZHDstUA9MH8wuDovxqAXrN2Y12z2udOl0sdnJmWogagS8sq1f5Fp85QA9DfbduzZUcg533y9PGBUu6WI58fyO6ffiQAXVmj9s+aMlYNQO85kPfR5xsC47My1AD0x2s3KA9d/4y0oAB0ubqSk6eNOxKAPnjkEw7y1UANQH+1YcuhwlKlrQagy8qr1MHz50xRA9AHcg+p/THRUWoAesPmnXsOBHK6QTlv85GVnDxFDUAHP+Dyt6wGoL/dunvbrgNNHqvgz1pMGT8yKABdpvafuUBMVwPQeUUH8gPZ5bkzAo+Jw+Ha1/gZCbs9EGoX/iee2q9+XMG/8lK1X32GC38BY6f/DyQm6sjbitliUwfPmDRa7S8pq1T7rUF/+OpKlL81t9tTW2+OjYpSBwd/40FRSbnaL1881f7c/EIl4q8WUfb9aA75Atvyp9a1Wu2KFStmzpxZWFh4ww03vPrqq83HFBQE/pQGDhzY4koGDx5cVFSUl5enpp+ls06bJV/pDAadUa8Pfld99O+/br6GgVkZalwbAACgm5s1edQFZ86OjY4S3V5w+vnUiy645q7fc+iyfUWmZybd/OuKR+8zf7HG/OWnEbHxntpq4d9TkPu+Nm/D9zUux7bc04Zmxup18oR0Qa3l612HMmzegb4jA8JbX1f72vN1774eptF6zfXyIIJ+zMTYHy2R6xFoV299uO7dNYFPLI8bOWji6MA+9V9/tUz0HFU19Q8/+7Zs3Lj07PSUBAEAPUFY8GHx1qiprf/lnQ+lpyT+9fYbRAdTy23Kw3wuv5zCGnmOIDE2qn86b8YAgA7U5P2xSRJaeXsKLDYclYT2NvsnuES0WhZanQn/5XaPa7ul/Ht/GHqrpUyEIjsm8YKhE+X+aqoxZmBMYpaconvG3ki1w5JfW2V1Ow6ba1bn7dhfXXagJrSfPS5CNy4qdapEJDEAABAASURBVKwxWc4HGeLlCX4ltqzmnhv/VxZ9YWfZCCrwfIzcc5gvEa3EnNXAmSD3DPQBwa/23sAHWCS32+1xy70Rt+8/p8tZtM+uZqAljTacDDRag/QzAKCnq6u32Gx2i90xqLF4qtPlPnioSGlHmwxqXryyulatyJuRmhQdFciX5xUUO5wupR1cpl0toW3Qa9VStfLmihurFyclxKoZ+qKScnlHlLa8J2oaUl2J0aBT87V1ZktxaWAl8bHRani3tLyqpi5QOLZfeorJGPhoce6hIiUYKt+A1Vq2Vpu9oCiwu5oQF6NWEC8pq6yttzSuJFkp79SaH1PenLxRpS3vR3llTfPHKie/UG6FHmclep1WTQCbLdbCkkDkOjE+Ro2lFpWW15ttTVbidLoOFgRCusEPuMVqO1xcrrTjok2pjXFSefeUUHiTH/NA3mGPx+u/J5oB/QLVr4N/a3ExUanJgQMUwU+JtJQENcmRf7jY7vA9VuFBnxkwW2yFJYF7EvxbC15JalJ8nL/4t/CXnbZYHU1+TLvDmX+4pPlKgh/wlMS4+LjAZnzw80pdifw95jU+VrFRxrTGjwrU1ptLyqoaH/DYhrCIwlJfaXNzVZHH26DVauXG3Yih2Ro/t8cr74myLSd/a2qlcPmAq88r+QxXf2sFRaVqKF/Nsgt/sWev/xMUcitxSGOtffmrV39rafLnafxshnxyqs/wrMxUo0HfZCUGvU4+fw4Vlt5531PDBmep5dvlo5rW+FuTv4V6c+ADDHJw8KcCjuP8889/6623FixY8PHHHwf3//GPf/zLX/4iG6+88spFF11kMpmsVus999zzm9/8RnauXr36jDN8Fan3798/ZEgLn+2ZM2fOl19+uXTp0pUrV4q+JHjnVO6VWuvKawt8oYrMYTNNsWkCAAD0Cjf94RH1s2TpqYnLliwckp3RyusGh2rkHoTcndl7z+P2/EJ5UdKE0aN+sky0n21frrvnOt9XJ93xzPLRM6eJo9PPZ15zxeW3/bL5td598pmX//VgQlrqw198qPS8+sAjbz/+VPaoEX9b9dKxeo5v69qvNn64JnfHrpL8QzEJ8alZWTPPPmP2j86M1GqPtcK7Lr9677ffn37lZVf+7jdN1vbb8y/J37Xn3OuvvegXN7vsjmXjpjUZIK9SW1H59vKngzuj4uOWr/9cXZRX/N+zK/dv2Za/e688gDtw5PCTJk5YeMWlGp02+Fp/X3b9jm82XP+Pu7JHDH/9ocd2b/puwIiTpi6cv3DppeK4rBvWVT39qLu6UgQ+Vt3g+zhjg6hI7f/p+dd7dIZ4o25qv+Qam3Pj4XKvx51WcGDWhy8YrPVCnhuN8O01+3ZIdDrdqLHxF1+pHTxMtLfyb7fsWv680o796VJDSqJOq9XLXSB5yNu3YxQZfKBb9HByz7e8snbfwUL513fmqYFa2ms3bF/x+kfZ/dNGDs2aNXl0WnLPS7XJgzx3Pfi8PIpy9oLp558+SwDovQ5u/9Blt7jCY4RpoF6+WPspR7SUbzYLPi/Z/YVcAVrZ8DIYelWxSQAAmlDfyINrQougQtFqfWh5TCFcRPjm4f4QtGhQotFH4s6NNaHl1TweT5MQtDIyskEzTdt/amymsrjDUr7NXOoLQ5vLrF7X8e9qXl3lfd993KRzUGzywuyRpkhtWFh4iiEq3RSXbIxOM8WmGqNFpyu11pdYai0u39m73VUlG4sP5tdX5dSUm1320FcmBunjRhgSx5pSRpmSM3TRauj5SFg5EGM+Uuw5PKinpVm4GptuknsWjaFncs9AH0EdaHQc0s8AgF6geUVzrSYyOJurSoyPDa4FrlKjn020uJJjFVAPLsv9wyuJMgWXy1WlJieo2dxgarY7mNGgb3HlxyrlHtKPmRAXkxDXwmbk4MbKxK1ZSZTJ2GJ/RmqySG3aKc9ltDjYZDS02J+cGKdmvoOpGdxgx/qtHespoSang0WZDCE9r/qlpzbvlOfZQ3rAW3xe6Y7xWMVGRwVX4yuvNjfewxh5u8p5o+CVDB8yoPlJI/mAB+ebVWp8v4lhg1r+1be4kmM9OZuspLTcF+POTEtucSWZx/hba5s//vGP77zzztatW2+55ZZTTjmlyaVDhwaqo+Xn57cYgM7JyZHzlJQUAQAA0EvJLcnzTp956qwJEcc+NN2tBKefL7j5hsU3dXgJRcntdD71x798+ea7ak9FYbGcdn6z4bPXVt3+9GOGqBMqmx0WHjZ6xjRzXV3ezt1yceS0KfLwbHxKitzKl/25O3dZ6+qT+2Wm9u+nC/oiqcP7DzzyyzsK9u5Xe6qKS7775PPPXl913V1/HD51UpNbMVfX3nPdT2rKfZ9i3b3hW7nmH7xjxmmzDGMm2LZ/7y4pEpERnvp6y7rP7FU1eybOdet8H1Ktsjre3Z1fUVdncThSYmN0iWm5o6aO2bNJO3S4cfxkERkZrtHqBg3WDBwaptEIhMLpcpdVVPdLD+wfWW32n9/1uNKW+4BqAHry2KFyMvbkNN3y598rLq0cNSz7vIXdMf18qLDUancOzkoP/l4gABBtCEBblQB06z7rDwBATxechA4+UxWchBb+nJz6GWvZbCwLLRqrQPsu8Hg9Ed6IBl8M2qukpBurRAclov0R6vGajHExaUv9K9xnrdpmLvUVh7aU1XocrbzbubXlj2/9onn/kLiUZH8GOkFvTDXGpptiU03RE5KzZL84AZ8X7Ku019c4bLUOm7exJur6koO5NeXFllpxYtI1pqGGhBHGxBHGpGHGREO4RjlpGBZcoVkJMYuwY4eeG+tBi7Dg3HOTes/KmgS5Z6APIwONjkD6GQAAAN1QWYUvAJ2a1BnfJCa3eVesWDF16tTS0tIf//jH6uEX5dLsbF/BbJfL9fbbb8+fP7/Jdb/66quiIl+x+QkTJggAAIDeaMq4YZeeOy/4U3bdnMfleviXtyvp58U3dVL6WXr/mZVK+nncnFkX3HJjvyGDyw4d3r5u/av/fvjAlm3P/+O+H//1T+IERGq1dzy7/PvPv/zX9TfLxVsfvs8UGzjmP++ixX+6+Ep5K5NPm7f09l+pV6mvqv7blf9XV1U1+bRTT71ocfbIERqt9uDOXe8++ez2dd/c/9Of3/v+G/L0bPCtvPf0s/KM8Mnnn2OKidnx9YZJ809pzX0LMxqN047EUqMW/aj2448Oxx/59KA2MiItLq7Gat1fUlIfG5swdd7kWdPT5p4qt8UFWqeyuk7upCTEBQqKvf6/tV9t2ql8Mc7vb75sYJbvE7xGgz4rMyU5IW7k0KyRQ498lLRHR5+ldz/+ZsuunNTk+J9ceU73PBHxxIv/Ky6revDPPyEADaCJ0CtA23zRK6OBADQAoG/5wSS0UhBaTUKrgWh/TWhfGDpCzTpH+Do9Hk+DcllQCFoS/it5GxPSIyJTRkQnX5g6Ui5Wumy5tuoca9VBW02uvSbPXmtvcItQHKgpk5Po3pI1xpP0CcONiXIaakiIifTtLqplngMZ5cZGeFi4v9GYgfanmY9V8VkNTAdWFpQqI/cMQEUGGu2L9DMAAAC6J6UCdIvV0DvCuHHj/uD3zjvvKD3KwTRJbv0uW7bsySeffOqpp26++Wa1ILTkdrt///vfC1/xcu3ZZ58tAAAAep2fX7d48IAM0f01Hp/0etz3/fTnW7/4Slncs+k7eV4zrOMLV9vq69/6z5OyMWHenF8+9m/lFvufNFROsvHCPfdt+vCTq/94R6RWKzrRq/9+tK6qataPzvzJP+9WO0fNmCanh372mw2rP/rvnXf/4tEHgq9SW1F529OPjZ09U5wATVz8gHPOz9qVn1ddL/xb1HGxJrfbd7piWFp6cXXloPEjU4dkCI4qH83pclttdqvV4XS5svunKZ2HCksfW/lueaWvqtdpJ0+65EenKP0er7febB06MDMlMU4et1dX8qdbrxC9y469eW999LXRoP/FdRfodZ36F9R6ldV18pxJlMkgAOBooQeg7b5vqzfoe/YnVwAAaLMWk9BKWk40nrlpUPnz0EE1oRsa60F7IyKUrHNw6eejK0I3NAT/Ky9O1WhS9FHT4vqpqy9ymPPtNTm26oO26jx77X57teiBMjRR/fQxI4yJww2JI0zJsRG+z1kFJ57VkLKSbw6q+BzWYuj5SDZaTUX716ZcRwSXjm6MlJF7BhCMDDTaC+lnAAAAdFtKADqlswLQ0u233/7OO+9s2rSp+UV33333m2++WVFRMXv27IcffnjWrFnx8fFbtmz57W9/+8UXvm85+/3vfx8XFycAAAB6nZ6Rfha+05/Kv8/97d7ig/myMWLa5N0bvt21YdObjz3RCUWgv//iS6fNF1i6/De/aJK3nn3eWeER4fEpKW6XqzMD0B6X6/PX35SNRVde3vzSU5acu2H1R9+t+ay2ojI2KVHtj0lIGDNzujhhRp1mwZDMFd/tc3m9JqN+4MB0m81psdr0Xs24zLSpWUmdf1S5NjLSFh5RX16jc3v7Z6To9YHamjmHiuXTR94feQB82MB+SqfN7sgvDNTtios2paUEdkzKKmqqauuV9vDB/dWV78kJHGmXh86HDQqspK7eIldutTqsNnt2v7ShgzKV/u17Dm7bc9BqtVts9gvPmpOZlqT03/KnR10uX30xo0H/8F0/VTojIyKV9HN0lFGjORJ0Pn3O5MWnz+719YaLSiofe+4d+du55erzkhJiRbckny1OlzsxnrNvAFrQhgA0FaABAPAJTkKri2pmrmkSuqEh3F8DWglDq2WhA5We/ZlnpeSz0q9EodWexsrQgTx0Q2OceoAmPssUN7thgHKBvMV8W+0hR22OrbrMaal02arcdtmo9thFNxAfoUvRmpI1xgxNVKYuWk7p2qh0XXRjzvnouHNj4ll2HynbHNa00rMadg4LKgjdNPfs72y29iPRZ0HuGUAzZKBx4kg/AwAAoDsrq6iWm5opifGis8hN4BUrVowfP97pdDa5KCkp6bXXXrvxxhv37Nlz8cUXN7n0N7/5jVIHGgAAAF2u+GC+PIp5wz1/mXb6gj9dclXezt2rHlk+fPLEkdOnio6Uu2OXnMenpqQPym5yUUxCwqKrLhedTt4lr8cjG39YcrxbrygqCg5ADx47ql0KZsuDyLqIMJvTJsIjHU5nVXW9w+Fyuz0GrXZwUqxR2wV1fHeaYg5ERYl122T7ysXz4mKilP7lL7xvtvjOVpuMhofu/InSebio4p+Pv6q0T546etmFpyvtz9Zv+eiL75T2v3734/g439mW2nqzOlir1fznb7co7b25hx9//j2lfd7CmWoAen9e4afrvlfap8+dnNl4DyeNHur2eIwGndFwpO5nRlrinb+4MiUxTq45+MdR738vZrHa73/6DYfTddm584YOzBTdldfbcMqMccHxdABQhRyAttp8AWiDngA0AAABx09Ci8YYtPBH6IJrQ4vG0s4N/v/VMHRwZehA0WiE0/U2AAAQAElEQVQ1Jx1ITjeWklav2Ji1HqJJGtyQeErDUeTdKXWYK9zWKpetwmWtdNvLHOZKt01O5S6b2eMUJywmQhsdoY2J1EeFa+QUHamTPYkaQ5LGKKcEjSFFYwp6cETY0aWXj0pAH0k8hysLgXZjf1hQHrp56PnIRWHhoqXEsyD3DKB1yEDjRJB+BgAAQHdmdzjrzJbkxDjfEZdONGLEiDvvvPOOO+5oftEpp5yydevWxx9//KuvvpKN4uLikSNHzpo166KLLpo2bZoAAABA9xCh0fz0n3dPO+M02b7pvn/8bvGlDqv1kV/e8fe3Xw2O+ba7ukrfF5gkZaSLbuPgrt2tGVZTVhG82F6PktvjLay31ttdZkd9v7DE3Nwitb/c6igz29KijaJzxXpcqQ57RGaqfJLodUcS2IOz0q0OpzzVa9Qf6TQYtMMGBwo5pwV9L01KQpzaL4+jKw15AF3t1EQcScH2S0/+0WkzlPbQxrLQ0txpYyePGWYy6o0GXXDC7ceXnSlaItcj+h6vt+GhZ96srqmfPnHE/NkTRTcmf5VXLF4gAKAlbawAbQj6KAwAAFAER5TUzFzwRcFloYVvp8IbHhHR0BhkDsoxiyZhaDX3rAzxBuWhAwWh/SMbGpcDIWkRuCH5bz9NXGZDbPCtB90ZYfO6nA1em0fOPbLh9DW8IiwwJliECNeFR2h9U6Q2LFwfHhkVrm3y4/sbDU0Cx0fNg0PJ/i88agx7iaB8c3hwElqoFaD9yeajhgWFnuVVmld6bhJ6FuSeAbQaGWi0DelnAAAAdHOl5b74SGpQzqBdvPnmmz845na/Fi/SarW3+AkAAIA+w2Z39KwShNf86bdK+llKHzhg6W2/ePpPf62tqHzsV7+9/b//aZfaxi2Sx1FFBxwy9bo9oq0aPL5TAvLI7jNbvolsdcXl8IiQk1otcni8e8prjTpdQVVlSlycSadzN/4sFqcrp6qu8wPQo8z1coq9eKEhJVEX9IBcf/lZ6tFvtbNfevJtN1zcfCXzZo6XU5NOo0Hf4uD0lIRzF85s3p8YHyMngeN66Z3PDuQVZfdPu+aiRQIAeqzQA9A237cSUAEaAIDjCwsqCx2cuw0uCx0WVB/aVxP6GGHoI4HmQNXnBm9DY8MblHpuKRIt/J/dDL4VX1s0BKWfG+Sd0DZohDgq7tw8+nz8H1McHYBuaF5rWTQv+dw0DN0k8SyXA4thavb5qNCzcm15aUPzYtLNyjw3PyBCqgxAa5CBRqhIPwMAAKD7CwSgk9o5AA0AAIBQ/fmBlWfPnz57yuiecjgwKTMjePHUS5Zs+XLdd2s+2/HNhlWPPnHBzTeIjpE6IEvOK4pLWrw0b+fumMSE+JTkFhPYSqeSV26ivrpatFVatu8ueT2ew/tzskeNEJ1InrYw2505lXWRERGpcXGH66rnjR9dUV5jtfqKWlqd7oOV9ZPSk/Ta9glbo/f5ZvOuT9d9Hxsddes158uzEwIAeqw2VoA2EoAGAKB1gpPQoklKuDFkHFyVWWmENxwhGjPOjfnnI3nnoBENLUaimywcuYmg8s8iqBq0aCn63KTnWEniJvWVwxrrQKt56KOiyaJZFLp5jefgruClxhWIxjDisULPgmLPANoDGWi0HulnAAAA9AilFR1SARoAAAChsljtz7724Zebti+7YGFGWqLoga7/259v37m7qrjkzUeXj5gyceT0qaIDpPTzBa/lrRQeyMkcMjj4orqqqt8tvlQ2fvPkI+PmzG5+3Uh/0WVLXW2T/pqy8pryiiadxzo02/yYbfrAbKWx/n8fNQ9Af/T8S6sefSIhNeWO/z4enRAv2pXLX/5ZzuWR5ViDsbCoKr+0bNyQgQdyi6xWuzxdXOtw5lWbh6fGCaCZbbtz//vKanmC4tZrz4+O6uxK4W2w+vNNJeVVZ5wyNTW5nf+UAPQCIX+Gw+oPQBsMegEAAEJxVN63WU+4X0REIAKlNCL95D+yqSxp/dkprVbjm3S6wKRtnDSBljaoz0+n0+n1Or1yBV9Dp1cu9vcdNb7FHqVTbTS/qMnVfXNl7f4bUm9auSe6QEfQtbRa2at2aQI/oTbwry8r5suMKY9DhP8xCTw4jZQHLbxpieimD7UAgDYJ/pRF0Cu2/0Xa98rs+0++XGUM08++OCqscTdLyUAf3l8n0DeQfgYAAEBPUV7pK3SXQgAaAACge8jJK/rTAytee3+t0+kSPY0pLvan9/5NqSTyyC/vqK2oFB1g7OxZsUm+gPiaF19rctEnL/l6ohPiR8+c3uJ1Y5N9V9y+boPdYgnuf/vxp5sPjtRolYbH4w7ul+cs5dzr9qg9Kf37jZw2RTY+fOGl0vz84MFVxSVv/eep+qrq2MTEdk8/SzaXZ09FIM+tjYzMSkgMt9lSTfrMzGR52Fl2WpyeA1V13tZ95S/6lM079j/87FvhYeG3Xrs4KzNF9AQ79uZ9uXGHw+kUANBMyAFom80fgKYCNAAAJ6BJGLp5ElqN8zYJQ8uFSI1GzUNrlMmfoWo5Eh1IPOsag9BH5ZuVmLISSg4OSeuD0tLq1KRH31KiWs1Va7XaloPRQR1Bg31Lx088h6tx8Ma4c7Djh56JkQFoF2SgcXyknwEAANCDVFT60hLJiVTPAgAA6C683obVn2/67T+f2borR/Q0w6dOOveG62SjtqLykV/c3uD1ivZmio1ZcvONsrHm5ddWr3hBNrwez6E9+17657/fePhxuXjhz34ij8a2eN3hkyYKf6Hox379O3NNjWxbamqfvfPvH73wss7YtPytMTpKaXzx+lu7NmyqLCpWFg3+/l0bvt21fuOeTZuVzqV3/ErOnTb7ny+5ev0HH1aXlsk1y8Y/rvuJfCg0et35P/mxaG/ehoZSs63MbFUW5ZHmiVkZ104bN1ivSYoxpqTEy4PMDre7pN5WZXUIIMjmHfsfe+7d8LDwn//4guGD+4seorLGd5YtMT5WAEAzkSGOFza7Xc6NBgLQAAC0j+CcU4P/Y7jBEd6Gxg/mKo3jzAMjA60jnWp38DClEdbSqnwNEcKngcNEWJOfRZ03NOs5OvAduEpgDUdf2qTRZC6OkQ8jNAagQykvy8pLTXj4MT9NmjFMzL5YfPWKucF/jFfJQF98y5h+Q2MEeinSzwAAAOhZKqp8sY/kRL4RGwAAoHuprql/6Jm3xo4YdMXiBQlx0aLnWHzT9dvXfZOzbceuDZtWPfrEBTffINrbvIsvKC8seu/pFSvv/qecgi+afe5Z8y+58JhXvGjxjm82bFj98XeffH79tFPU/tOvuFTOP1z5UvDgfkMGx6Uk15SVv3zfQ3LxjGWXL73j17IxYsrk79Z8VrBv/9+u+j+5+MTGtabYmAEjTvrpfXe/cM8DcvzDt94WvB6NTnv93+8cNmmCaG8eb8Pu8mqlLQ8oR+u0M7NS06NNLq93kFHnTIk3m211dRaz05lTWZdk0gvAT0k/y9MSPSv9LHw7sLXyvIrJyJMZQAtCDkBbqQANAECH+cEwtLrYNLJ87Eh0YD1qT5g4eoxocYVN2se/q6KlXLK/0XBUdlkcMxgtguLOIpTEsyArBqBzkYFGc6SfAQAA0ONU1dTFRkdFhIf8NaEAAADoBNt25/7un8/8aMGMhXMn9ZRtNnk89Kb7//Hb8y+11de/+ejyEVMmjpw+VbQreQT14l/eMvvcsz55+fW83Xvyd++LiotJzco67dKLppw+/3hXDA//6X1/Hzt75tav1u3bvFUeph0wYvi4k2fOv+TC5/52b5PBWoP+t88sf3v5U3u/+76isNhhCxRRXnTVZfLs6aY1n+Ru36nR6arLykyxvgP+M88+c8Lckz964ZWcbTsK9h6oq65OykgfNGbkkptvTMxIFx3A5nIfqAh87aQ2MmJESuzQJF9lXE14eHqEqDXqLBlJDofT4nTnVddPzEjUREYI9Hk9N/0s/fL/LtTyNAZwDGHHzzY1d8vv77dYbU/d99tOODWr5LS8Xq/H43H55RTWeBtEYmxU/3S+lw0A0Icc6/26eV65SSRaHCMk3WQxrMXo8/Hf6pUhLcWgG8RRF7WYYw6+Ymsuan4rANCFgj9q4vXz+Ljdbo9b7re4ff85Xc6ifXY1Ay1ptOFkoHsf0s8AAAB9XHm1ubDUV31N12DW67R6vV7np/EL3vAT3UZlde1v/vLI4AGZv/3ZMoFuLHiXU+5rWuvKawvWy/7MYTNNsWkCAAD0Cjf94RGb3XGsS9NTE5ctWTgkO6PFS4NDNfLotDw2vfeex+35hfKipAmjR/1kmUCv421o2FxY8cFe30HpiPCwwYkx544YoNcEyl/KUxd1Hu9WiyO/vPrw4fJYrebMk/pnJ3R4KfHyb7fsWv680o796VJDSqJOK3eO5EweHvcdKO+ee0Z9R49OPwNodwe3f+iyW1zhMcI0UD2QpdVqlROb8hU7+Axm99eGCtA2+cPyhgQAQGdq8s6rhpWbZ4WPVcK5xXaTXHVrYtbiuAmt42SXj5N4/sE1s+EBoLuhDjQUpJ8BAADQE1VU1cp5YkKcAAAAQPdWXFr590dfmj1l9IVnzYkyGQT6PJfbs6vM9wlMeVA5waifmZWmpp+Fv7yVKSxsoEFjjYux2hzmanNetXlAfBSHoPsy0s8AerfQAtAul7uhQRgNegEAALpO833U40SilUuPFaFucbF9714bqjizEw6g+yMDDdLPAAAA6KEqKmvkPCkhVgAAAKAn+GrTju935lx41pzZU0ZzNLEvkyd0653ughqzbBs1kRMzkvrHmZqMiQwPSxYR/UxaR3J8ns1ZXG+xu90GjUagT9q4Zc8TL/6P9DOAXiw8pNEOp0vOtZqQ60YDAIAOFdaS41waHqTJYrsL9b6RAwPQU6jpVfWF1Bdu9cVfI/z5V99/Wo02Y5h+9sVR4RGBaykZ6MP76wR6MtLPAAAA6LkqqpQANBWggRPVcGwCAIB2ZbHann3tw78/9lJRSaVAXyW3Mcrqbd4GoYkIH5QQMzEjscVh+vCw/prIFJM+JSXe4fFWW50CfdLGLXuWv/B+T08/r1y15ra/P7k357AAgJaEGoD2vSnqtHwwCACAHiDs2Fo5rG3afE8AoMcJa30G+lIy0L0H6WcAAAD0aBXVtYIK0MCJUVPOx0o/E4MGAHSEnLyiPz2w4rX31zr95QvR5zQIbWRElE6TbNLPzk6TB56PNTAqPGyANjLeqI8x6o8zDL2Ykn6OjIjo6bWfS8urK6rqdFqqtQJoWWivDk6XW/gqQBOABgCgZyNxBQDtRb6iyjOayutqePgxDyOmDxazLxVfvWT2enyLSgb64lvG9BsaI9CjkH4GAABAT6dUgE6kAjTQJmqsWWm4nJ6v3iude16a0hl29HffKWPYAQSAXslqszucLqfT7Zu73C632+FwyoZv8vV4nC6X7PQvul3+AbJtdzatxesIMcrs9Tas/nzThi17rjh//tgRgwT6EnmMkkSvUwAAEABJREFUeUC8afaA1GitJsmkP87IiLCwpMiI4UadJy0++bgj0Sv1mvSzVFbp24FNTY4XANCS0ALQcnNNzrVUgAYAAACARq3MQGcMCSMD3dORfgYAAEAvUFnlqwCdnEgAGgiZWt1Zmbucnpfuz8nbZT6833zRzwZGRB75nqjgvT/1oAEAoAepqTPX1Jpr6i1yXldvran3zevMltp6i2wo1QPbiXxbCfltorbOvCe3gAB0H6SJiJjSP6U1I7XhYdkmnZAT+pj31qx/88N18gTFrdcu7unpZ8lo0DU0RBv0PJMBtCzUCtC+T57pdFoBAAAAAGjU6gw0daB7MNLPAAAA6AW83obK6trY6KiIcL4IGwiNmntWKOnn/N0W2Zm7o/6VB3Mv+OmASI3cARTqbqDSEGSgAaB7O1xcfqiwrLi8qqKqtrrWXFFdV11T/4PX0mk1Oq0U4Z9rdJpIrcZ3lFCnjZSLWl9DExkR4e9U5nJAREyUUR42lHxHDyPCIyPDf3fvMza7U4RicHbGsgsWZqQlqt9LAADCl+tzP/ni/zbv2C/3+H5+3fn9M1qVle/m/vzzKwUAHFuIFaD9X70ht8wEAAAAACAIGejejfQzAAAAeoeqGl/558SEWAEgFE3Sz06H5+UHAulnxcEd5tcfyVv8k6xITbjX2yB3B9XdQAUZaPQSEbo2lKrF8Xgc/gLA6FQWq21f7uED+cX78wrzD5e63Z7mY/Q6bXxsVFyMb4qPi4qJMsZGm+Kio6KjDDHRJpNRL9pNCH9TJqPhwrPmzJ4ymrcUAE1U19Td//SqopLKAf1Sf37t4ugoowCAPiDECtD+ALROSwAaAAAAAJo6Vga6yQlOMtA9DulnAAAA9BoVVb4AdBIBaCAUwelnr9cr568+mBucflbk7bS88eihxT/tJ3cH5Ri5VyiEVz0+QAYaALqDr7/due7bnXtyCoI7TUZDdr/U7P6pSfExCXExCbHRSYmxWk1ocZpOMHvK6AvPmhNlMggAOFpOftGD/33LYrVNGXfSdZeeEenbEAWAPqFNFaAJQAMAAABAS46VgW7yPTpkoHsQ0s8AAADoTSqqaoQvAB0nALROk/Sz9MoDBw/uNLc4OH+XZdWjBef9JFPuEzZmoAUZaADocoeLyz/7Zuv6zbvtDqfS0z8jedig/icNyszul5YY392PyqanJi5bsnBIdoYAgGa+/m7XM6+ultuZS86cc8a8KaIX2bkv36DTDBrAqx+AY6ICNAAAAAC0JzLQvQnpZwAAAPQyVdV1cp4Qx34H0CrN088vP3Awd3u9OiC1n2nJT0e9/ujO0sOBgtD5u6yrHjl8/k8z/VcNIAMNAF3C7fZs2rb3s2+25uQVCf+L8IghWVPGnTR57FCTsWfUUdZqNT9aMGPh3EkRQYeaAUDh9Ta88NYnn3+zVa/T3rTsXPkSJ3qX1Z9v2rU///afXDJ0YKYAgJa0JQBNBWgAAAAAOA4y0L0D6WcAAAD0PlU1vgB0PAFooBWapJ/lbvtrDzdNP1/2q3E6Q4Scv/ivrWoGumCP7c1HC8/5v/TgtZGBBoDOVFld99k3W77cuMNssQnf11/ELJg1cebkkT0l96wYO2LQFYsXJMRFCwBoRr6+PfLc2/tzC5MTY39x3ZKUpF74PT/l/q8wykhNEABwDKEFoB0uKkADAAAAwA8jA93TkX4GAABAr1Rd6w9AxxKjAX5A69PPst1iBvrdJ4rP/nGaXq9Vr0IGGgA6mnzx3rH34Kdfb9m+J1epxD/mpIGnzh4/5qRBPetFNz4u+orz548bOVgAQEsKSyoeeOqN6lrz8MH9b1p2rkGvE72O19tQXlmr12l71mdXAHSyNlWA1hCABgAAAIAfQAa65yL9DAAAgN6qusYX34ynjiBwXCGlnxUtZqDfe7KEDDQAdA6rzb52w/bPvtlaUVUrF/U67cnTRp86Y0KPK4kqjy8unDP53NNm8N3sAI5l666c/zz/nsvlPu3kSRefM7e3blLaHY5TZoyTJ2AEABxbiBWg/QFonY7NLAAAAAD4YWSgeyLSzwAAAOjFqmvr5XZrtMkkABxDG9LPCiUD/dID20ryzUoPGWgA6ASHCsvWrNu8cctel8stF/tnJJ86c/z0iSO1mp6XmRucnbHsgoUZaYkCAI7hrQ/XvbtmvTwjcf3lZ08df5LovYwG/RWLFwgAOK5QK0A7BRWgAQAAAKDVyED3LKSfAQAA0Is5nS6rzZ4YH8vmKnAsbU4/K3wZ6F+MffF+MtAA0LHki+f+3MItu3O27s4tKauSPfL43LQJw+fNGD90YKbogUxGw4VnzZk9ZTTvCQCOpaqm/qmXPtibWxBlMv782vOz+6cJAOjzQq0A7fvAnE6rFQAAAACA1iED3VOQfgYAAEDvVlXrC3EmxLGLAbTsBNPPCq2eDDQAdBSb3bF9z8Gtu3K37z1osdqVzvi46FOmjT1lxtgok1H0TLOnjL7wrDlRJoMAgGNYu2HbK+9+YXc4x5w08NpLFkVH9dRXPABoX22qAK3teV8UAgAAAABdiAx090f6GQAAAL1edU2d8IeEBIBm2iX9rCADjV7stddeu+iii1s5eODAgbm5uaLnu/fee2+77bZ+/foVFBQIdIWCorLd+wu27cndfeCQ2pmaHD9+5OAJI4cMHdQjSz6rfvV/SyjjCuA46uotT7z4P/kCqNdpr77o9NlTRou+YeWqNXJ+0dlzdVqNAIBjCLUCtEtQARoAAAAAQkcGujsj/QwAAIC+QAlAx8USgAaaasf0s4IMNACciPLK2oMFJQcPF+cVlOYdLnX6kyrC92opBg/IGD9yyKQxQ1OS4kSvQPoZwHF8/d2uF9/61GZ3nDSo//9ddkbf2ZuT28Zfbtwuz8JcsXiBAIBjC7UCtG+zUsvnKgAAAAAgdGSguyfSzwAAAOgjqmt9ac6EWPYsgKP8YPo5bUDUpT8f2/r0s4IMNHqlU0455bPPPgvucblcCxculI0rrrjimmuuCb5Ip9OJXqF///4LFixISEgQ6BgOp6uwuLyssrakvCr3UEne4RKL1R48wGjQDxvUb9yIgZPGDDUZDQIA+oB6s/Xpl1dv33tQq4m87Nx582dPFH1JaUWNx+PNykwVAHBcIQagXUoFaALQAAAAANAWZKC7G9LPAAAA6DuUAHR8HBWggSNak36+7BdjtfrQ0s8KMtDofZKTk0855ZTgHrs9EFTt379/k4t6jUv9BNqD19tQVllTUl5VWl4t5yUV1SVl1XX1libD9Dptdr/U7P5pA/unZvdLT0rgoCiAvmXLzgP/ffVDi9U+oF/qDZef3Wtq3rdeYUm5nGemJgoAOK7QAtAOpQK0hgA0AAAAALQRGejug/QzAAAA+pTqmjo5j+8zX5oM/KAOTT8ryEAD6JvKK2ura+qr68zVtfVVtebGtrmmtr7F8SlJcWnJCRmpCZlpyQP7p6WnUG8bQB9lsdpWrlqzaes+eSJi8aLZZ546tW9uGU4aM+ze3/5YAMAPCbECtJMK0AAAAABwoshAdweknwEAANDXVNUoFaDZoQB8OiH9rCADjT4uNzf397///bZt2woKChISEsaPHz9jxoybbrrJaDSe4OAm1q9fLwf369dPXveLL7545plntmzZkp+fP3ny5NmzZ//kJz9JTk5uchX5t7Z8+fKVK1ceOnSopqZmrN/SpUtnzZoVPOzee++97bbblDWrnVVVVX/96183btx44MABt9st76q87tlnn33qqacqA+RNDxo0SL68PPbYYzfeeGOTm66oqEhPT5dXPHhgb3Z2luiBKqpqa+ostfXmWjk3W2vrZMNaZ7FWVNWZLdbjXDE2Oio1JS4tKSE1KS4jLTElMT4tOV4AAITYvufgUy+vlq+i8uXxhsvPzkxLEn1YYjy7rgB+WFsqQMvTvgIAAAAAcALIQHct0s8AAADog6prlQrQ7E0AnZd+VpCBRp/13HPP3XDDDTabTVmsq6vLy8t76623HnvssUcfffSss85q8+DjePvtty+66CKn06ksrvF7+OGHV69ePXnyZHVYTU3Nueeeu3btWrXna7/HH3982bJl//73v2NjY491Ezk5OQsXLszNzVV7PvF74IEHfv3rX997772yZ8CAAWecccb777///PPPNw9AP/PMM263W47Jzh4gX41Ed1JXb7HaHBab3Wp32GTDapeL9VarL+hcZ/UlnuutNrvj+CuJjY6Kj4uKj5HzaP88Kj7W10gl6wwALbE7nM+v+uSbzbvkFuBZ86ede9pMeTpCAAB+SGhRZrvDQflnAAAAAGgXZKC7CulnAAAA9EEer7febI2NjmIzFujk9LOCDDT6oC1btiiB5kmTJv3rX/+aOHGibG/YsOGnP/1pfn7+RRddtHXr1iFDhrRh8HGUlZUtXrx4/Pjxd99994wZM/bt2/fCCy/8+9//rqys/O1vf/vRRx+pI+XNrV27Vh4HuvPOOy+88MJ+/frl5ub+5z//efTRR5999lmtVrt8+fJj3cqvfvUrOXjs2LFynfIOp6ambtq06cknn3z55Zf/+c9/XnLJJfL+y2FXX331+++///XXX+/Zs2f48OHBa3jqqafk/NprrxUdwGZ3OBxOh9PtcLocDpfD5XI4nb6GXHS6nU6XzeGwO5w2u9PuG+aS45W22WJrzfqjTMa0lIRok8FkNESb9NFRRpNBr7bjY6MT4qIFAKB15Cbflxu3v7n66zqzJSUp7vrLzsrunyb6vMPF5SlJ8VqKtAL4ISG8THg8Xnk0QKfVCgAAAABAeyAD3flIPwMAAKBvqqn1hTvjYqME0Ld1SfpZoWSgX3loR2FOndJDBhq9mN1uv+KKK5RA85dffmkwGGRnTEzMj370o+nTp48bN66kpOSGG25Ys2ZNqIOPz+l0Dh8+/KuvvlJWMtlPdj722GOff/652+2Wx36EvwDzK6+8IhsrVqy47LLLlOuOGjXqkUceSUpKuvPOO5944gnZP3fu3OY3IV863n//fdmQw8477zyl89RTTz355JN37NjhcDi+/fZbJQAt7396enpxcfGzzz77j3/8Q12D/Bn37dsn/9ivu+46l9vj9IWQ3S6Xx+VyO11y5nG53f4eX6evx+XrkZMcJ/udgblvsMN/FadvkEeJMovQ6bQag14XZdQnJcQadFqjQW80+Od6ndGg8zWMOpNBH2U0RJl8QWcBAGgne3MOP//WmqKSStmeP3vihWeerCHyK0ROXtHdj740ZvjAW69dLADguEJ40ZTbzHKu1fI6CwAAAADthgx0ZyL9DAAAgD6rrt4i/N9HL4A+rAvTzwq55ktuHfPyv7eTgUavt2bNmh07dsjGvffeq2SRVSkpKX/84x9/8pOffPLJJ7m5uYMGDQpp8A/e9K9//esmK5k7d+5jjz3mcrlqamqSkpJkzxNPPCHn8+bNU9PPqttvv33FihV5eXly3mIAWv6FJiQklJaWrl69egm7umIAABAASURBVOHChUajUemXx5a2b98ePFL2XHHFFfKHWrly5d13363+aT/33HNyvmjRovT09IeefnXrzv3iBBj0Oq28JU2EyajXahN0mki5qNNpZK9vkg2N0tD6eyL1etnnm+t1vtyzvLYAAHS60vLqV9/7YsuuHNkemJV+5eIFWZkpAn75RWVyzgMCoDVCSDM7HE4hqAANAAAAAO2MDHTnIP0MAACAvqy2ziznsTEmAfRVXZ5+Vmi04WSg0RccPHhQ+J/Jc+bMaX6pGizev3//oEGDQhosfkjzMYmJiUrD4QgUSM7J8QXOWrw5vV4/c+bMvLy8AwcOiGNYsmTJo48+unz58pdffvnUU0+dMGHC9OnTZ8yYERXV9ING11577b333ltUVLR69eozzzxT9lgsFnkt2bjyyivlPCsjJVw0aDQRGn9wWRPpb/gOU0X6e+RRKjmPkP/ofAewIrT+WLPWf6lBrxMAgJ7GZne8/dE3n6773uP1JiXELjnz5CnjThIIcqjQF4AeQAAaQCuEVAHaLXwVoDUCAAAAANCuyEB3NNLPAAAA6ONqlQrQMdEC6JO6SfpZQQYaPYXFanc6nQ6Xxzd3uN1ez5BBAzWaVgUGCgp8x2EGDRokD7o0v3TgwIFKQ4k+hzT4B6WnpzfpkUd4lIbyUlBfX19eXi4b2dnZLa5B6VdC0i265557ioqK3nzzzdra2jf9ZKfRaLzllltuu+22uLg4deSwYcNOPfXUTz/99Pnnn1cC0K+88orZbE5KSlq8eLFcPG/hDHm/BACgD/B6Gz77ZsvbH31jsdoMet05C6YvmD1RnoUQONqAzBTL6KHZ/dIEAPyQEALQLn8AWp4DFgAAAACA9kYGuuOQfgYAAABq6/0VoKOpAI2+qFulnxVkoNERnE6XzeGw2112h9PmcNqVye6bO5wut8fjdnvcHq+cS/5Fb2PD4/F6lWFOp1vObXZHizfxzz/cnBDfqgC0EmWW62/xUvW5rUSTQxr8g35wmLbxW6/lC0Lb1mMymVatWrVz587XX3993bp169evr6+vt1qt//jHP5599tlnnnlm0aJF6uBly5Z9+umnb731Vk1NTVxc3MqVK2XnFVdc0cooOQCgd9i2J/fVd78oLquSJx7mz5pw7sKZJqNeoCXzZo6XkwCAVgghAO1t8G39R4TzuRMAAAAA6BBkoDsC6WcAAABAqq3zB6BjogTQx3TD9LOCDDSOxWZ3mC32erPFbLNbrQ6L1Wa1OSw2X0PObQ6Hy+Vxudwut+Txtd2Btmhvep1Wp9XqdJE6rUa25bESjaa1fylDhgyR8/z8fHnPmtd1Vosrp6SkhDr4xOl0ukGDBuXm5spbbHFAXl6enKel/UDhyVF+wldLzvXpp5++//77K1asKCkpueGGG+TK1T/eiy666Oabb66trX3ttdcWLFjw+eefC38qWgAA+obisqoX3vxk94FDsj1+5OCLzzklJSlOAADaQwgBaI/HF4AOJwANAAAAAB2GDHT7Iv0MAAAAKGrrLXIeQwVo9DHdNv2sUDLQrz+yI39vrdJDBrp3q6kz19Sa6y1KoNlu889l2z/ZzVZbvcVeU1svTkCUyaDXaQ16OemU1LJsy7mcIn0HPCLkkY9IfysyMjzSvyj/lw1NRKRW6ws6y4FarfaYNSkjdK28J0qmWf7dvfnmmxdeeGGTS2Wn0pg6dWqog9uFvMXc3Nx33nnnz3/+c5O/qdra2o8++kg2JkyY0OJ1CwsLX3311c2bNz/11FM6ne8BkQeZTvcbOXLkjTfemJ+ff/jw4aysLGW8HLNs2bIHH3xw1apVFRUVsmfmzJljx44VANAb+be+2FwJMFusb3749Rfrt8mHJTMt6YrFC4YOzBQAgPYTSgVoLxWgAQAAAKDDhZCBvkSsfcGsLPoy0A9vv/hmMtBHkH4GAAAAVHVKBehoKkCjD+nm6WeFRht+4c2jX3uYDHTvUVZRU11rrqypq66pr/YnnmvNlqoac2uSzQa9Tr5Q63SRWnnIQhtp0GmNBr3J6J8MetmOMuoMBr0mMsI/+Y9wRIb7j3H4ssuiO5k+ffqIESN279599913n3322QaDQb2orKzsvvvuE/4ccHp6eqiD28XSpUs/+uijLVu2PP/881dccUXwRffcc48SUz733HNbvG5VVdUvfvEL2TjvvPMuuOCC4IuUv02tVpuUlBTcf+211z744INr1651uVxy8aqrrhJAB6vdf3DLPx8TQKdw+T9sqWg8ru7bDAsTfXeLxePxfvzl5vc+WW+zO+JioxefPmvm5FFswbXGx2u/c7rcJ08bHRPFx3cB/LBQKkD7A9Bh4bwYAwAAAEDHam0GeqiYs1Sse9nicfsOJroc1IE+gvQzAAAAEKy23heATkyIFUDf0CPSz4pIDRnonsditVdW11ZW11VU1dXUm0sramvqzOWVtWaLtcXx8bFRA7PS42Oi4mKjYqOMRoPOqGSa9b6G0aDtfR9Q0Wq1jzzyyPz587ds2TJ79uz77rtv4sSJNptt06ZNN998c3V1tXxK/+Uvf2nD4HZxxRVXPP3001988cU111xTUFBw4YUX9u/fPycn5/HHH5f3RA5QKjq3eN0xftu3b7/11lujo6MXLlyo9H/44Ye/+93vZOOCCy4wGo1NrjJ9+vT169d/8sknUVFRF198sQDaW5P3BZfZUrsvVwCdTtliaTy+3hcPsDtd7i++2frhl99V19RrtZpzT5u5aN4UrSaEhF4f9+WmHYUlFRNGDSEADaA1Qnh5bfD6DhNQARoAAAAAOkHr60CffLn48oXGDLSTDLQP6WcAAACgCXn2XafVcJYHfUQPSj8ryEB3f3kFJYdLKgpLKg4VluUXltnsjuZjEuNj0lMy42OjkxJi4mKikhNiY6KM8XFRfbb6/qmnnvr444/fcccdmzdvnjdvXvBF0dHRTz31lBzQtsHt4tlnn73xxhtXr179O7/gi84888yVK1fKI0XHuu7rr78+d+7cw4cPNw9Jp6en33333c2vcvXVV69fv142lixZEhvL55HQzhoPZnI8E91BQ5PD7H2H3Dz4eO3mNeu+t1ht8kefNWXUkjNOjokmxRsC+RgWlVboddqMtEQBAK0QcgXocA6NAQAAAECnaGUGOm0gGeijkH4GAAAAmpBnkeVZnsQY4lboE3pc+llBBrpbcbnchwrL8gpL8w+X5heWHS4uD740Jto0sH9aYnxMUnxMYoKcxybFR8fH8X1cLbj++uvPO++8hx566Pvvv9+8ebN8xo4YMWL+/PlLly4dMGDAiQw+cdnZ2R988MEbb7zx3nvvbd++fffu3QMHDpw0adJ5fsf/4xo2bNjOnTuXL18u11BQUHD48GG32z1y5Eh5V6+77rrk5OTmV1Gj0suWLRNA+wnOmMqGPjOtITys8U2wQX03VN41BNAx1CPqUoRWEx4W3niwva8cZq+prV/9xXdfbNjmdLrkqYaTp44+c960lKQ4gRAdLCiRr1VyQ0sAQOuEsImzc2/u/ctfmjph5PVXnC86hbop5vF4XH45hTXeBpEYG9U/PV4AAAAAQB/Q5MStsoskZ/JUnFvuJrkD/5UctKkZaEmjDe+bGWjSzwAAAOhM5dXmwtJq2dA1mPU6rV6v1/lp/IK3M0WXKimv+t3f/zN0YP/bb75SoIcI3geUO3/WuvLaAl/p0MxhM02xBAKOqYemn1Vulzc4Ay31H25QMtByBzYisP/KDmyHqKyuyz1UvO9goZznFZSo/fLgQWZaUkZKQv/0lP6ZyVkZKSajXvRZETr5pBMI3f333//LX/5y6NCh+/btO+oCj0O+aAmgTZR3PWVrQR4zdrvdTl+yxu2UXC75v9vH49ueaPDKsWSg0e782yEN/q2TcN9B+MgIrdZ3BF6+e+p0Wo3/qLzcepFbML21JnRZRc17n6xfv3m3/EuTu4Rzp489fe6kPvvlD+1i/8FC+WAOH9xfAOgYB7d/6LJbXOExwjRQPZCllS/f/vOoPe4VO4QK0HKDSM7lO5YAAAAAAHSW1teBnn2J+PKleq/HN1Ke4n35we2X/KxvZaBJPwMAAAAtqqszy3lsDKfh0cv19PSzoA50p6uprd+1/9Ce3IKd+w7JttLZPyP51FkTMlMT01IS0pLi4mKjBXBi5CvSU089JRvXXHONADqAWmo3IjzCE+6RBzwjvQ0NGt8bhHzL8Pgj0EIQgEb7U89cyEPsvideZITvP1/i2ReJ7q2hZ8WhwtJ3Pl7//c4Dsh0TZVowe8Kps8Yb9DqBEzN0YKYAgFYLIQDt8W8PhUcQgAYAAACATtXKDHT6EDFnqVDrQLtd3lce2t536kCTfgYAAACOpbbeH4CONgmg92r+BUpvPHJU+jl9YPSlt47pzulnxbEy0D+6Pj14GBnoE2GzOzZ8v+erb3cePFSs9GSmJ82ZOnpIdubgAel6nVYA7eHAgQMHDx6Uf61PP/307t27+/Xrd9NNNwmg/ahvAQp/CNUrD3gq74bC/2bh8YT76j/L/0k/o2M0Pv3C/Efb/RloP18C2nfs/cgY0Vvs2Jv3wWcb9+T4zkekJMWdPmfy7KmjIyO6+0YmAPRKIVWA9gWgI8LZeQYAAACAztb6OtAnX34kA+1y9pUMNOlnAAAA4Dhq6yyCCtDo1VpT+7lHpJ8VLWag332y6JwfZwQPIwPdBocKyz784tv13+9WFrMyUyePGTpl3EkpSXECaG8VFRULFy5UFx955JGoKN6L0VF82Wdvg5yrKUxfQWhvuCc8QnlzFGFUgEb7821+NAjlMHsgA+2vAx1x9OF30SvIv6BNW/d98PlGuTkhFwf0Sz3jlCmTx57EJlh7sdkdck4VbQAhCaUCtMcXgJZvWAIAAAAA0OnIQB8L6WcAAADg+OrMvgB0TDShK/ROrUk/X/aLsT0l/axonoE+tMtOBvpEHC4uX7V63dZdOcKfe54ydtjU8cOTEvrEt2ahqwwaNCgtLa2kpCQ1NfX+++8/99xzBdAB1MOb4b6ChkfSz/5ItFL6uUGtCQ20O/XoerjvsLuvDrk//eyvSB4e1jsC0G6PZ92mnau/2FRWUSMXRwzJOvPUqSOHDhBoV5u27lvx+kdLzpxzxrwpAgBaJ4QAtDxiIOfyLUoAAAAAALrCD2aglYv6VAaa9DMAAADwg2rrzMJXAdokgF6nV6afFWSg20ud2fL8qk+/275PtocN7rfkjJMHD8gQQMdLSUkpLi4WQMcLOmLsVTLQ/uhpuO/NscFL+hkdTT3SHh7mf+b5KRnonn4QvqSs6osN277+bpfZYpP3f8q4YWfPn94vPVmgA+zN8Z3rSYyPFgDQaqFUgPb6AtDBp9gBAAAAAJ3sh+tAa32zPpKBJv0MAAAAtEZdvb8CdBQBaPQ2vTj9rCADfeLWfbvzpbc/s9kdGWmJF541Z+zwQQIAepHgV36lBK/skA35tijbwbWfyUCj44Q1o8Re1/6OAAAQAElEQVSgleek6IHsDuemrXvXbtyem+/7HIs8s3DKjHFnzpuaGM93R3Sg3Qd8p3uGDeonAKDVQghAez2+jaEIAtAAAAAA0KWOn4FWT3P2+gw06WcAAACgleotVjmPjjIKoBfp9elnBRnoNnN7PMuff3/zjv3ywVh0yuTFi07mu44B9G5q4lm+FcgjoEryWc09E4BGx1GPtMt/myShgy8VPUFOXtGXm7Zv3LLX4XTJxX7pybOnjJo1eZTRoBfoSC6Xe9CA9MrquriYKAEArdaGCtDsLQMAAABAF/vhOtB+vTgDTfoZAAAAaL16s68CdFwMXyWM3qNJ+ll6/ej0c+bgmItvGd3T088KMtBtYLbYHnrmzZz84riYqOsvP4tSggB6seYv+0qPEKSf0UmaPP2C8tBhzQd0Txarbd2mXWs3bS8urZSLBr3ulBnjZk8eNTArXaBTyNM4N131IwEAIQqlAnQgAM3nYgEAAACg6/XlDPSnrx/c+PFhdZH0MwAAAHB8ZotNq4mk9Cl6jSbpZ7fL8+pDeU1qP/ea9LOCDHRIKqvr7n38lYqquuz+aT+75ryYKJMAgF5NTTw3yZuSe0YnazHx3J03SOTfyI59eV9u2LFl5wGlMOhJg/rPnjp66riT5GkFAQDo9kIOQEcQgAYAAACA7qFvZqBJPwMAAAAh8Xi8doczMT5WAL1C8/Tz6480TT9f9ouxvSn9rCAD3UoVVbX3Pfl6RVXd1PEnXX/52QIA+gY18dxTgqfoI7rtk7Cqpn7txu1fbdpRXePbjIyLjZ41eeTcaWMT43v892cCQJ8SQgBa+aRLOOUBAAAAAKDb6GsZaNLPAAAAQKjq6s1yHh1lFEDP12L6+cDW3p9+VpCB/kHvf7Lh3U/Wu1zu2VNGX33R6QLtzuMUaGcU6EV7Ul/zqf2MLtSdtz3cHs/m7Qe+3Lh91/584S8DOmnMsNlTR405aSBnDbpQRVXt+59unDr+pBFDsgQAhCLkCtDhvNwDAAAAQHfSdzLQpJ8BAACANqi3WOU82kQAGj3eD6afMwfHXHzL6N6aflaQgW5RZXXd5+u3rt2ww+x/xVs4d9LFZ58i0CGIVAI9A4dAgWAOp2v7ntzNOw5s233QZnfInoy0xJMnj5k1ZaTJaBDoajv25q3dsE2ezCEADSBUIQWgfTszwWfTAQAAAADdQV/IQJN+BgAAANqm3uwPQFMBGj1ca9LPl9w6RqPt/acyyUCrDh4q3ro7d/vevLyCEqUnMy3pivMXDB2UKQAAQJ9nsdo278j5fueBnfvy3G6P7NHrtHOmjZk9ZfTgARkC3cau/YfkfORQ0s8AQhZyBWh57lgAAAAAALqZ3p2BbpJ+1kU1TFlM+hkAAABoFSUAHUUFaPRkpJ+b6MsZaIfTtWtfnq+C456DZotN6TQZDVPGDTt5yujs/mkCAAD0bdU1dd9u379554H9uYXKZqRep508ZtiksUPHDh8kTx8IdCfyV7Rrf75sjBqWLQAgRCEEoD3+ADQVoAEAAACge+qtGejm6eepS8JNsaSfAQAAgFahAjR6OtLPLeprGeicvKK9uYd3Hzik5GMUWq1mythh0yYMJy4DAAAKSyo27zggp0OFpUqP0aAfP2rw5DFDR52UHRlB7rmbktunv/3ppYeKynRajQCAEIVSAdpDABoAAAAAurXel4Em/QwAAACcoHoLAWj0YKSfj6N3Z6C93ob8wyV7cg7vzSnYd/Cww+lS+uNio4cMSB8yIGNIdkZWZipfXwwAQF8mNxVz84s27zywecf+sooapTPKZJgwavCkscNGDh0QQc6tJ8hIS5STAIDQhRKA9h9f4I0BAAAAALqz3pSBJv0MAAAAnLhABWgTAWj0PKSff1Dvy0BX1dRv3ZWzbffBvbkFaug5Jso0buSg4YOzRgzJSkmKEwAAoG/zeL17DhzavOPA9ztyauvNSqfcYJg4ZsikMUPlNoM8RSAAAH1ACAFoDxWgAQAAAKAn6B0ZaNLPAAAAQLugAjR6KNLPrdQLMtAer3f/wcLte3K37TlYVFKpdJqM+lHDskcM6T98cBYVAQEAgFRbb96yM3fX/vwde/PsDqfSGRNlmjJu2OQxw4YN7ifQ08jfaXFZ9fDB/QUAtEkIAWh5hEFQARoAAAAAeoKenoEm/QwAAAC0F7NSATrKJICeg/RzSHpuBrq23vzJui1rN2xXatVL/TNSxo4YOG74oEED0tmpBwAALpd7T27Bzn15O/flqx+UkhLioieNGTZpzNAh2ZlsMvRc3+/IWblqzWlzJl5yzjwBAKELKQDte7vw+g83AAAAAAC6uZ6bgf7B9LNGq9VEakg/AwAAAK1Rb7YIKkCjRyH93AY9LgO9L+fwmnXff7d9n7I4dvigcSN9U3xstAAAAH3eocKyXfvzt+85uCenILh/cHbG6KHZY4ZnD8xKF+j5tuzKkfMhAzIEALRJCAFoeR5Z+I41eAUAAAAAoCfoiRlo0s8AAABA+6q3+OqqGvQ6AfQEpJ/brEdkoF0u9zebd32ybsvh4nK5GGUyzpk2ev7M8XHkngEA6PPqzdbte/N27svbte9Qnf9jnIrkxNhRw7JHDxswYugAvU4r0Fs4na5d+/Pl6Z2xIwYLAGiTEALQyt6v10sFaAAAAADoMXpWBpr0MwAAANC+GhqExWqPjY4SQE9A+vkEdecMtNvt+XTdlvc/22j2fypjQL/U+TMnTJswXO7aCwAA0FeZLbbdBw7tzT28N7egqKRS7dfrtCOGZI0aNmDsiEGJ8V32fZXoUN6GhsWLTnY4nfLEjwCANgmlAnSYUgGaADQAAAAA9CQ9JQPdJP2sj26YcgHpZwAAAOCEKEHDqCiDALo90s/tohtmoD0e79oN2977dGNNre+3OXRg5o9OmzFy6AABAAD6pDqzZdf+Q3tzDu/LLSgpr1b75QbJwKy0UcOyRw0dMHhAhjzwL9Cr6XXaRadMFgBwAkIJQPt3g70EoAEAAACgp+n+Gejm6eepF4Ybo0k/AwAAACfEbLXJuclAABrdHenndtR9MtBytV9/t+udj7+uqKoTRJ8BAOjDamrrdx0o2JdbsDf3cFlFjdofGRExMCtNbiQMG9hPzvU6rQAAoNVCCEAr+7wNXgLQAAAAANDzdOcMNOlnAAAAoINYlAC0US+Aboz0c7vr8gy0/JV+u23vWx99XVJWJReHDso897SZI4ZkCQAA0De4XO6Dh0pyC0oO5BUeKiqrrK5TL9LrtEOyM04a1F/Ohw3qJwAAaKuQAtC+Pd4GKkADAAAAQM/UPTPQpJ8BAACAjmOxKAFoKkCj+yL93EG6MAOdm1/0/Fuf5h8uFUSfAQDoS0rKqnIOFef6p8PF5d6gIpsx0aZhvjLPmUMH9uufkczxfKx4/eOyiuql589PT00UANBWIQSglb1fb4NXAAAAAAB6pu6WgW59+lmr0fp7ST8DAAAAITBbCUCjWyP93KE6PwNdU2d+9b0vNny/R7bTUhIuPnvu2BGDBAAA6KVsdseBvKLcQ8U5+cUHC0qsNrt6kTy+P3hA6qCs9EFZaZlpyekpCQJo5HK513+/W27/x8dFCwA4AVSABgAAAIC+5UQy0Jf+YmzGwHY7GkX6GQAAAOholkAAWi+A7of0cyfotAy0y+X+4LNNH3y+0elyy9ecHy2YMW/W+IhwfncAAPQqXm/DocJSf43nkpxDRWUVNcGXpiTFDc7KGJSVNigrPSszVR7IF0BLduw96HS6powbptdpBQCcgJAD0MFfTwAAAAAA6IlCzEDXe9y+kS6n9+UHtl3y8/bJQJN+BgAAADqBxeqrwUYFaHRDpJ87TSdkoDdu2fPa+2uraurlTvuCkyeet3CmQa8TAACg53M4XQVF5YeKyg4VlhUUlx8uLne7Peql8h1fiTsPGpA+NDuTDQC0Un5RuZxPHjtMAMCJCSEArXwuhwrQAAAAANALtD4DPecKsXZlIAPtdLRPBpr0MwAAANA5GitAE4BG90L6uZMdKwN99glnoMsqap557cN9ub59/LEjBl1yzimpyfECAAD0WHVmy6HC8kOFZb7Qc1FZWUV1cFJMbh70z0ge2D998ID0wVnpaSmJHKRHG5y3cOaCWRPkiSABACcm9ArQBKABAAAAoFdoZQY6dUA7Z6BJPwMAAACdxmxRAtB6AXQbpJ+7RIsZ6A+eKTnj6rTgYa3PQLvdnvc+Wf+/zzZ6PN6MtMTLzj11xJAsAQAAehS5XVZeWZNfWFpQXH7ocNmhovLaenPwAHl8vl96clZGSlZGclZmSv/0ZEKraBdRJj6mC6AdhFIBOowK0AAAAADQq3R+Bpr0MwAAANCZqACN7ob0cxdqnoE+uM3atgz0vpzDT73yQWV1ndyTX7xo9ulzJ7OfDgBAj+D2eIpKKvILywv8BZ4LisrtDmfwAKNBr2SdfVN6Snpqojw2LwAA6JZCqQDt39f1eglAAwAAAEDv0ZkZaNLPAAAAQCcjAI1uhfRzlzvxDHS92fri259t3LJHtocP7n/NxYsS42MEAADoltxuT3FZVXFZZVGpnKqKSitKK6qbRL8S4qJ9BZ4zlRrPqbyzo0OVllev+27nKdPHySeeAIATRgVoAAAAAOjrOicDTfoZAAAA6HyNAWi9ALoa6eduos0ZaPkL/PybLW988JXN7jAa9BefM3f2lNECAAB0G06Xu7i0sigo7lxeWdsk6BVlMmSmJmWmJWamJclGv4wkg14ngM7yxYZtH37xrcvlvvicUwQAnLAQAtDypLOcezweAQAAAADoXTo6A036GQAAAOgSZosvAE2mAV2O9HO30oYMdGFxxVOvrD5UWCoXp4wbdtl5p8ZEmQQAAOg6doezWAk6l1UUlfjmFVV1TcbodVol65yRmtgvPTkzNTEmmndwdKUvN+6Q87nTxwkAaA8hBKDl6Wfh/3IEAQAAAADodTouA036GQAAAOgSDQ2+VESUySiALkX6uRtqfQba5XK/9fE3H6/9Ti7GRJuWLTlt3MjBAgAAdCK321NaXl1aWV1aXlNa4W+U1dTWm5sMk0fb01MS+ymJZzlPTUqMjxFAt7Enp8Bqsw8f3D8tOV4AQHsIJQAd4RvscrsFAAAAAKA36ogMNOlnAAAAoKuYLVY5Nxn1Aug6pJ+7rdZkoHfuO/TC259W1/h+X6dMH7vkrDlUlAcAoEN5PN6yimpfyrnCn3X25Z5rlPfiJuJjo9KSE9JSEtKS4n3z5ITE+BiOo6M7Gz64/99+c43d7hAA0E5CCEBr/BWgCUADAAAAQC/Wvhlo0s8AAABAFzJbbcIXgDYIoIuQfu7mjpOBrjNb31mz/vudObIzNSn+yiULhg3sF3zQAAAAnCCP11tRWeuv61xdpsSdK6orq+v8G1BH0eu0qcnxab4pwT/FpaUkymPrAuhpqP0MoH2FUgE60l8B2uURAAAAAIDeq70y0KSfAQAAgK5lCQSgqQCNeTrxmAAAEABJREFUrkH6uUdonoHO3Wp96rENha4DDqdL7r0vmjv59LmT5F688gslAw0AQKjkW2hNXX1FZV15dW1lVa2cy3ZFdW1VTX1Ds7CzfJNNTozxl3aOT0tSCjzHxcVGCwAA0EwoFaD9nxxyUwEaAAAAAHq7E89Ak34GAAAAupzFQgVodBnSzz1IcAbaE26vSNjlsphl/+Cs9EvOmZOSFC8ahPwlqscHyEADAHAsdWZLRWVtRXV9RVVteVVtZbUyr/N4vM0H63Xa5MTYpIS45MSYFN88LjlBLsbKw+QC6F1sdseq1esWzJqQSgVoAO0qpArQEXLuIgANAAAAAH1A6zPQJ18uvnzhqAz0sIlJO74pU8cYYhumXhBuIP0MAAAAdK7GCtAEoNHZfjD9nDUs9sKbR5N+7j7UDHTeXo8n3Bnu0cbVDspIypYvIG73ke8HJgMNAIDCYrUHws1V9f6KzrUVNbUVVXVOp6v5YPmGGR8XnZwYm5wgp7gUX9A5JjkxLjrKKIC+4csNOz5d973VZv/xpWcKAGg/oVSA9gegg3dxAQAAAAC9WCsz0GkDfXWgv3ze7PYf2nU6vEeln2PElCURhqhw0s8AAABAJ7PaHHIeZSIAjU7VmvTzRbeMidSw09e9qBloZ+5IjdsQ3qA5uM36wTMlZ1ydFjyMDDQAoO+w2uzVNeaqunrfvFbO66tr66tqzbJhdzhbvIo8+O0POh9d1DkxNjIiQgB92Jp1m+X89DmTBQC0q1AqQEf4BhOABgAAAIC+o/V1oOdcEbZ2Zb376PIWhhgx9aIIoz/9HBERqdVo/Blo0s8AAABAZ7Da7HJu1OsF0FlIP/dojRlokb+3VukhAw0A6PUsVntVTX21P+XsyzfX1PsXfSlnR0vlnIW/onNcTFRCfHRiXHR8XHRibExifHRCnG8eZaKoM9DU/oOFldV1Jw3qn5WZIgCgXYUSgPZXgHa53QIAAAAA0Ge0MgOdkiVmX9aw9oV6rztw4tMYJ6ZfqNFHhSnpZ3/xZ9LPAAAAQOex2GxybjQSgEYnIf3cC6h1oMlAAwB6E7PFVl1bX11r9uWb/Y1qpVFT73QdMwel02oS4mMS4/zhZjn3tX0p5/i46IigQ+UAjm/owMy//eYaxzHqpgPAiQghAC1PUwsC0AAAAADQ97QmAy0vTRso5l0Z/vnKOo9LmOLDZl2i05nCfAnn8Ai5RxkRqeSeI0g/AwAAAJ3DavVVgDYZCECjMzRNP7u9pJ97KDLQAIAex+3x1NZZauvMtWarbNTVW2vNctFSUy/bltp6y3G+7j4myhQXGxWvTDFyHh2nNOKiDHqdANAe0pLjBQB0gFAC0EoFaBcBaAAAAADoc1pbB3pA2Lwrw77/yDxjSZRG5xvvzz+H++LPgerPGtLPAAAAQOew2nwBaCpAoxM0Tz+/+Z980s89VzfJQL/+v7VLzpwjAAB9ntzQsFitNXWW2nprbWOm2TfVKQ2rst17LPLIdHJibHxstJJyjotRss6+oLOcqOUMAEDPFUIAWp6glvPjfCgKAAAAANCLHScDrYaYZX9adsTC63TyhLdyFdkTER6h5J/lP03Sz8p6SD8DAAAAHcFqc8i5kQrQ6GAtpp/3flerDiD93BN1eQb6f59u/OCzTbX11msvXiQAAL2d0+ny55stdf7KzUohZ3/Dl2+ur7d4/AecjyPKZPBFnGOi1HLOgULOsVEmo0EA6Aobt+z5fueBi86aEx8XIwCgA4QUgPZXgHZTARoAAAAA+qhjZaAjG3cufRWdw8MivZHexuPRYb6ws68CtD/6HOmPPR+p/SxIPwMAAAAdJlABmgA0OhLp516sCzPQn3+z9Y0PvpSNvTkFAgDQw9nsjnqzrd5srbfIyeZrW61ms9JQ+m1Op+v4K5HbtLHRxpgoU4ycR5tio/xzX4/RN4+hkDPQHb3z8TfFZVVjhg+aOWmkAIAOEEoA2nd+OowK0AAAAADQlx0nA+0rAe3xJaC9vrPejRWgw/x1nn2Z5wi5X+nPQ1P7GQAAAOgMNruvArRBrxNAx/jB9PPAEXFLbh4t9wUFeqZITfhFPxvz+sM7Du6uUXo6IQO9ccve599co7Qrq+sEAKB7qzdbLVa7nAJpZrOtzmKpr7fVW6x1/txzTZ35B1cSE21SoszRvmSzMcbkCzrHxURFm/SyPy42WgDoab7bvq+4rCo9NZH0M4COE0IAWtJqNA6nUwAAAAAA+rAWM9C+9LPwxZ+9ERHytLdy/jvMz59/Dpf/KVlo0s8AAABA57DZHXJzW6/TCqADkH7uI+RvUP4eOy0DvW1P7pMvve9/cgEAuozb7TFbrBabw5dsttmVfHNjw2a2yLbDarNZrA7lE3fHYTToU5Liok2GKJMxyqT3NYyyYYg26f09vobRYOAgMdD77Mk5LOfnnjZDAECHCS0ArdNq7Q6nxyNPZ/PNEQAAAADQdzXPQAeyzvKkd7i3oSHcfyJcXtqgFIFWo89KHlqQfgYAAAA6ns1u1+so/4wOQfq5T+m0DPS+nMOPrnjH6z0q/vz0K6uvvXiRAACcALPFarO75Mahb+7wpZZtdqfN5nC63WaL7HbKpuxUgs5mq601Xw6v1WqiTYaUpLgoo8EXa44yRBsNvkCzr2E0+bPOMdEmAaCvuvy8U8eclD12xCABAB0mxArQWt94h9NpNOgFAAAAAKAPa5KBVtpeX2+4cgpcHabkntVq0IL0MwAAANDx7A6n3CrnhA46AunnPqgTMtD7cg7/+7+rmkfu9hw4JAAAjRqjzA5/atlhczh9DbvT4XRabY3JZrtDCTQr7dakmVVaTaS/WrPBZNCbjAaTURcdZTTqdSajPsqoNxlkj+zXxcVGCwD4IaSfAXS0kCtAy7nT6eJ4GQAAAAAg+HSm2g5OP4ugrLMquB8AAABAB7HZ7ML3neNUgEY7+8H085AxCeffOJL0c+/TYgZ69bOli5alBg9rWwY6r6Dk3/9d5XC6ml9UVVMvAKA3qjdbbXan1Vd/2SXnsm1XIssOp90fX7Y7XIGUs6/fZbZYRVtpNZG+BPORWLNs6/1tf6zZqPQTawbQPixWu3x5EQDQ8UKtAK2Rc6fLLQAAAAAAaHY6U1kUjWfExdHFnkk/AwAAAJ3GanfIuUHPWWe0p9aknxffODKc9HMv1TwDnbvVcuIZ6OLSyvufeqPF9DMAdGd2h9PpdDldbvkK5m94HC5/j9Pf43LLtsPlW3S6XP4x7pKKaqVOs+sEgjdRJoNep9HrdAa9Vq/V6vWyLedag06n02p9nXJRp5GDfLFmkz4uJkoAQGcpr6z9w33PLjplynkLZwoA6GChVoD2BaDlNpwAAAAAAMBPDT0Hn9E8VluQfgYAAAA6hZUK0GhvpJ8hOiADXVxa+c/lr1usdnFsDz/79s3LzhUA0AGU0sv+EsuBusv+RaXucmO/3WH3BZr9KWenRzZs/k+anSCTUW/Qaw16vcmfXPZnmrWBTLM/0ByYBzLNOjkgymQQANC9vfTOZy6X2+Xis20AOkNoAWi93neYzO5ohy05AAAAAECvoZzIbB6DbnEYAAAAgE5gowI02hXpZ6iOlYE+4+qQM9AVVbX/XP56bb1ZHNfenAIBoI9RaiS73B6nP0XncnlcHo9TSSHLtstXU1l2Ot2+S/09/orLLo/bN5dvUx6vt8Ejeb3yf/+/ctHrlv/6ejxtqDpv0Ot0Wo1OFxkdZdBqI7WRkVqNxtfQarQaOY/UaeVMzn09On+nryBzpO8iOVLpr6m1GAxauSq9TisAoNfZtHXv1l05sdFR5yyYIQCg44UWgDb4t8CoAA0AAAAAaC74XKZyalwQegYAAAC6iM3mD0BTARrtgfQzmmgxA/3RytKFVzTNQKuHBZpnoGvqzP9c/uoPpp9F4yc6AHQVfwTZ7XJLHqURiCP7Isi+jLJvUV6ozD0ety9t7PX/36DkjwOLvnaDcllgscHrCzEr6/HHl+UanM52Kxqq02oiIiLka1Gkbxam0UTo9VrZlH3+/jB5sVJl2ajXGeX/Go2/JLNOmcuLjAbfvB3rLhsNfDgNQG82sH/aqGEDTjt5Eh/zANA5QqwArQSg7QSgAQAAAADHQ+4ZAAAA6FpWm10QskF7IP2MFjXPQO//ziJE0wy0CIpBB2egLVbbv5a/VlFVJ4BezeF0eb1q/LfBP/kaSvzXHwj2yj8NOfONEA0e9YKgqzT2NTTGiht8w5XehsClgcEef8/RgWOv/9VbzRw33kqTYd7gO6YsOl1u0SkMvuBxpFYTESMb/grKkRER/h7fFOmvoKyJjNBqZJ9vmPxX9ms0vh5/Z7jSo16k1WoEAKArJCXE/uLHSwQAdJYQA9B6X50AKkADAAAAAAAAAAB0Z0rBVIOeCtA4IaSfcRxtzkBbrLb7nnyjuKxKtNpfH37x9zdfJtAKLpfb9wfbcBRv0D/eBvmLEE37RdDgI1cWjU3h+69d7c0pEJ0rkAMOxHx9C4HQcIO/EHHgQhHIFauxY9Hgjw77HgVfLFi5mr8dCC43rlMJE7s6KzR84rRaja8scnh4hP//CF+B5HB9uMbfDpCdciky0hdH1hw992WSfe0I+Y+/JzLQjowM910rLFwptBz4L1zpVOox+2fhWk1oeRUAAACgiTZVgHbwHUMAAAAAAAAAAADdlxKANhoIQKPtSD/jB7UhAy1fne578o38w6UiFAcPFW/fezAosdtwJJjbJMvbQoo3eLCvX/if2N7m+eAmg71NLhItj/ceq79B+SMKXH4kfNzstprdUGMgWTRfoXoNt9sj0Ik0msgI/9PYF94N86eGw4SvSxNxJC4c4R8gL5ZdIkzNFsve8EACuPlimG+4soqwxqv4biBMXa0SRG68ibDASDWmHBYWiBcHVhIeHDj231xg/TrqIgMAOobd4Xx3zfqz50/jI7gAOlloAWgDFaABAAAAAAAAAAC6Pbs/AK3XcfoZbdRA+hmto2Sg3/zPrgPbAxWdj5OBdrs9D/33rVDTz4p/P7VK9BmRkRFKFjbMz59pDff1+f4TRzrDAoMaBypLwt8fFu77VyidgZ4wdaVC+Sc88F9Y83Uq1z+yFNbOf+yBm1Qbym357nGDvz8scLeE8iMEBvoHCLXROET4BzQuqldtHBBYuf8CNUmsJIyVH8+faRbhgWUlRExcGACA1lrx+scbt+xxOl2Xnz9fAEAnCi0AbTIa5NxssQkAAAAAAAAAAAB0Vza7r5yNXq8VQOhIPyMkERFh8vmwqhUZ6MdWvrPv4GHRJonx0RmpScF53HB/oLUxpBs8V3PDSlI2vDHsGzRXVhIepkaEG9eprkYEjwnOIh+1TtEYLD5q/JFYcfiRHqHes+D7Kf/XaEI7aw8AANB9rNu0c+OWPYnxMRecebIAgM4V2q6U0aiXc6vVLgAAAAAAAAAAANBd2Ry+CtAGKkAjdKSf0Qbhx8hAn35lWvCws0+dNrBf+va9B2Ir/oMAABAASURBVPMOl/ifaCHQREbeeu1iAQAAgO6kqKxSzq+5eJFex+dvAXS20ALQUf4K0BZrF1SADgvjGAoAAAAAAAAAAOiOlLKgojux230BaL2eADRCQ/oZbXaMDHRJcAY6KzMlu3/aOadNl2ecd+zL37Enb8e+vFZ+/3BJebUAAABAN3PhWXPGjxw8dGCmAIBOF1oA2qQEoG1UgAYAAAAAAAAAAAhQ089KozuEoW3+ALSBADRCQfoZJ6g1GWiFPO88fcIIOcknW/7h0u178rbtPZhXUBxqWWgAAAB0OdLPALpKaAFoo0EvuqgCtAg6XFhjtloOOgQAAAAAAAAAAEDX8Xi8alstAt1NSkHbHU7hC0DzHcRoLdLPaBetz0CHh4crr5zZ/dMGZqX/aOEMs8W6Y1/+9t0Hj1UW+ulXVl978SIBAACArnbwUHFKUpxSTRUAukqoFaB9AWirtQsqQB85aNjQII8nBh9SBAAAAAAAAAAA6EJhQUT3oFSAVkrbAD+I9DPaUagZaOF/7slGlMmoloXOyS/evvfgtt0HDxWWquP3HDgkAAAA0NXKK2vvf2pVZETEP+64VqfVCADoIqEFoOVup0Gvq7dYROdS088GXYQ84BJMORAjGo/LAAAAAAAAAAAAdDTlzEV4eLgyl+d9w/26TxLabndoNJHdJ5CN7uwH08/Dxiee938jSD+j9dqcgVY6ZWNIdoaczj99Vl29ZfvevO17Du7cl19VUy8AAADQpWrrzfc/9brVZr/svFNJPwPoWqEFoIW/CLTN7nA4XZ32+qWmn6XUeKMzwO1yudx+TZLQAAAAAAAAAAAAHUQ9beHLO4vwiIgITaRGziKOzkCrI7uEPGPidLmjo4wC+CGtSj9fP9Kf9gdCcIIZaFVMtGnW5FFykieEc/KKBAAAALrUngOHyypqTpkxbv6sCQIAulQbAtCGiqpaq9XWOQFouYur7OgGjiSG+44kRkZGKsdilE6Px0MdaAAAAAAAAAAA0AmC67ZE+EU2ap6B7ipWm0PODXqdAI6L9DM6VHtloBvHhA0dlCkAAADQpaZNGB4fGzVsUD8BAF2tLQFoOTdb7fFxMaJTqF8Vpwag1bizkn5Wyz+TfgYAAAAAAAAAAB2tyZmLYwWguzAGbXf4AtB6HQFoHA/pZ3SC9s1AAwAAoDsg/Qygm2hjANpqs4vOpZZSUFPOSvpZLf9M+hkAAAAAAAAAAHSO4Ay0WgRaKQjd5eWfJbvdKagAjePqQennr9Z+c8O1NyvtCy9Z/Ke//Lb5mGuW3rBxw7dK+8PP3snslyF6i8rK6g/f/+iyKy9uflF9nfmN197avnXH/n0HyssqhgwbPHjIoPmnzTt57kzRnZCBBgAA6OmcLvdjK95ZNG/K8MH9BQB0G20IQOvl3GK1iY4nd2uVgy/KAUQ14hx8SFEt/ywaj9QAAAAAAAAAAAB0HCWW1+TrKxXBFaCDB3cym1IBWq8VQEuo/dwjWC22Fc+88Nx/n8/KzmoegH7iP/99evmzFotV7fn+u61yev2VN+eeMvv2P/yqf1Y3KstHBhoAAKBHu/+p1/fnFuYXlj3wpxsEAHQbbawAbbF2XgVodc82POgoi3IAsSGIIAANAAAAAAAAAAA6XnAAOrhoS3iQrq0D7XD4KkDrdQSg0QLSzz3FlZdeu2f3vhYvemnlqw/d/5i6mJAQl5WdlbM/t77eLBe/+Pyr/PyCF19/NiYmWnQbZKABAAB6qCdf/N/+3ELZuO7SRQIAupNuXQFapR5JVI8Yyt1dNQAtgqLPZKABAAAAAAAAAECHCq7uHJyBVs9idHliz04AGsdA+rkHUdLMzZWWlP3jb/cp7bi42L/+40+nzJ8j2x6PZ9Xr7/z1T/+QjbyD+Xffde8//vUX0Z2QgQYAAOiJZk0ZtXnngZuXnTty6AABAN1JyAFoo8FXAdpq66QK0ErWWWmriefmAWgVAWgAAAAAAAAAANBxmkTxwloigmq7iK5gtysBaJ0AgpB+7h02bfjO4/Eo7T/cdYeSfpYiIiIuvPj83AMHVz77olz84tMv3W53ZGTIp4M7FBloAACAHmfk0AH3/f7/jAa9AIBuJuQ93ugoo5zXmy2isyhx5+BqCs0LPwMAAAAAAAAAAHQJNevcJPTchYk9u9MfgNZTARpH9OX0s/yRP1vzxdtvvndgf25padngwQMHDs6ePHXSBRee2+Tv9K933vPy86/JxogRJ732zgs7dux+7cU39uzeeyi/YOSo4RMnj7/sykvi4+Oa38SnH3/+0Yef7N65p6y0fNjwoUOGDb7govNGjhzefOT6bzateHpl4eGi8rIKuZialtIvq9855565YOG8iIiIJndDsXP7rtFDJ8vGAw/fc9qi+dGx0Weds6ig4HBFeeX8005psv7MfhlKo77enHfw0JChg0Q3QwYaAACgR9iTUzB8cH+lTfoZQPcUcgA6Ntok57X1nReAFkF1oJsfNCQDDQAAAAAAAAAAukpwJu9Y7c5ntzuErwI0AWgEBKefpT6Vfs7PL/jtr/+49fvtas/OHbvl9N7bH7z1xjt/u+fPA7KzWrzimo8+u/1Xf7A3fi/uhvXfyunVl9548tn/DBs+RB3msDv+8bf7Xnt5ldrz3abv5fTWG+/efOuNV11zefCrwZ9/99fXX30r+Fbq680H9ud+/snauaee/OCj/2xNwea5p8yWU4sXeTyez9Z8rrTl7aampohuqQ0ZaAAAAHQai9X24H/fzMkv/uX/LRk5dIAAgO4q5AB0jBKArjOLzqV+uld0pwOIAAAAAAAAAAAATXT5yQuH0yV8AWidABqpGegenX6uqKjcuOHb5v3m+pbPXZaXV1xx0dVVVTUtXrpl87bLL7x61Xsvp6QmN7ko/9ChW3/6a9lITIw3mkwFhw4r/ZWV1Q/9+7FHHr9fHfm3O+9d9frbSttkMg4eOmjvnv0Ou0NO//rHvw16/cWXL1EufeG5l9X0c/+sfhMnj9fr9Z+u+VwpBf3Fp1/ed89Dt/3uF6KtKiuqbvvl7zesDzw+5y0+JzomSnRXSgb6rSd279tSqfQcPwNNEWgAAIDOUV5Z+68nXquoqh07YtDQ7EwBAN1Y6BWg/fvJnVwBWhW8W0vtZwAAAAAAAAAA0B10t1geFaARTD2n5vV63W7vqsfyem7t58/WfCGn1o//0+/+qqaf58yb/ZObfjx4yOCDeXnLH3nqk48/l501NbV3/vHuR5c/0OSKVostJTX57nvvnDZjinwAX3/lzbv++Hfloq+++Fo+kuH+h2zzt1vU9PPFly/5ze0/1+l19XXmP/z2rjUffio7l//n6XPOO8toMvju/CdrlZFnnn36vQ/8TWn//s+3/eKW2z9e/cnAQdlVVVVOh1Or0/7+T7fJ6fR5Pyo8XCTHjBoz8pVVzx33BxX79h646fqfFxUWK4ujRo+4/Q+/Et1beESYfO69tXxX8wy0fE0NC2hQK2SRgQYAAOgENru9ptY8fcKI6y49g60vAN1cyAHoyIgIo0FfV9/ZFaCb4xUWAAAAAAAAAACgObvDKQhAI0hDozf/c1T6eeSU5B9dN1z0Uvn5BWs/+0ppj5849tHlDyinF0eOHP7gY/+68tLrNn+7RfhLLx/Ynztk6KAmV7/siounz5wq/CclL7r0gvffXf3dpu/lotvtrqmpS0iIk+3XX31TGZyUnHjbHb/Q+v/oomOi/nDnHZ989Jl8wMtKyzeu33TK/DnCX8lYGfzlF+v+88hTCxbOkzcqV/77P93257/+LjY2RrSVvP/XXnFDdXUg6j1z9vR77v+ryWQU3Z58SJQ60Hu+q1B69n9nCQsrXXRVWmMAOnBSmFPDAAAAnSMrM/U3N1w0ODtDAEC315ZPc8dGmzwer8VqFwAAAAAAAAAAAOhmCEBDpZZ/lo1NH5fv+fZI+tkUq+3F6Wfp4w8+UdtXX3dlkwTttf+3TG1v37az+dUnThofvDhwULbadtgD50n37NqrNFLTUrds2bZxw7fKlHMgJ7NfIDKSk3NQaUyZNklp1NebH33w8fPPunjW5FNvvvGXaz781Gq2ihNw5x/+pqafr7z68v889WB8fJzoOc77vxGJ6QZ1cd+35q1f1sjz0R75v7fBK/9vCNSB5iuCAQAAOkK92fremvXqIulnAD1FyBWgpZjoqOKyyrp6s8moFwAAAAAAAAAAAOhOAgFoPQFoBCj50YmnJhzaZ969KZCBttQ633lqT8/KQF94yeI//eW3zfuvWXrDxg3fNuk8lF+gtvtn9Wty6YDs/mp7x/ad519wTpMBSclJwYt6vU5te71eObfb7Pv2HlB6dm7fJe+DaElebp7SuPq6K3bu2L3mw0/Vi+rq6j9b84WcZPuCC8/75e0/i4mJFiHasW3n999tVdq3/uqm665fJnqat57YXVlsUxcHjTMMn2r0eD3h3jA1+gwAAIAOsj+38LHn362rt6QkxU0d35s/IQmg92lTBegYk5zX1lsEAAAAAAAAAAAAupnGCtA6ARxVBFqccXXG0AlHIra7NpWv+s8uf5q3F9IGfwbguBlal8PVvDM48SyFh0c0GWB3OEQr5DYGoCMjIx94+J6nVjx29rlnNK/Q/MZrb113xY1Op0uEaOf23UrDZDJedc1S0aPI5558Bu75rkLt6T9SO3NxtNdPPmPV8s/EoAEAADrCd9v3/eM/L9fVW6aOH076GUCP05YK0LHRUXJeW2cWAAAAAAAAAAAA6GYcgQA0FaARoOZHw8PF6ctSPV5v7tZAqaN9WyrfWr7rvOtHhrelblK3lpqaorYLCg4PGz4k+NK8g4fU9kkjhja/elh4mDiuuLjYhIS4qqoa2Z576smPLn9A/JCwsLDpM6fKyev17ti2a/03G9ev27hp43fKb2fXrj3vvPX+kovOUweLVqipDZT0TkpK1GjacvK3q3i9Qj735DNQ7ck4KXLaeQYRFsg/+/5rkM/LwOMgH6VWPiYAAABopTEnDRycnXHqjPHTJ44QANDTtGUfOCZaqQBNABoAAAAAAAAAAKDbUQrTEoBGi8LDxWlXJK/2ePJ32JWe3pqBHj9hrNp+9umV8087JfjSp594Vm0PGTZEtEm/rH5KAHrv7n1Op0ur1Sj9Tofz1ZdX9eufKaesrH5anbayouqrtV8XFhYXHi48ee6sRWeeNnb8aDn9343XbP1+++UXXa1ccc/uverKwxsT2A3HrdF9zo/OnDBpnPD9yetFz9E8/Zw2NHzyOdqwsKaVnqn9DAAA0O4sVpvJaJANuQX7259eKgCgZ2rLYYzGCtAWAQAAAAAAAAAAgG7G7nCFhQk1iwkE182V7fBwceplCf1HHonIKxno4+Zse54p0yYNHTZYaX//3daf/vjWHdt22qz2HTt233zjL2WPctHUaZMnTR4v2uT0MxYojZLi0nvuvs/rfwTNZsujDy3/x1//ddP1Pz/vzIvefP0d2RkRGXHF7dNwAAAQAElEQVT3Xfc+9tDyt1e998i/H8/NyVNX4g163IcOHay2tdrAL+hwQWFpSZm85zU1tc3vQ1FR8Xebtshp3Vfry0rLRU/QPP2cMlhMPDtSPjPD/ITviSrCAktUfQYAAGg3BUVlf3nohUdXvCsAoOdrUwXoGF8F6DoqQAMAAAAAAAAAAHQ/dodDp6X8M44SpvLHoSMiwuZeEvf5S9WHd7uUAb2yDvRdd//hykuvc7ncsv3F51/JqcmAhIS4v//rrsjItpwzlS69/KJVr72dc+CgbL/ywuvbNm+PjoneunW7w+5QBgwclH3+hefKRlxc7FXXXP7Yw0/Kdt7B/MVnXzJvwdyhQwfbbLa33gikTxIT4+fNn6uuPCkp8cD+XNmoq6uff/KZsnHn3b+/4MLzmtyH7zdvffTBx5X2nLkzU1KTRffWYvp5wlmREeFhERHhEfL/sHApKPocqABNEhoAAOAEvfzuZx+v3SwbI4ZkqUWgAaDnOoEK0ASgAQAAAAAAAAAAupmGhga326PXEYBGQNjR2edwX8zURxMZcfJFMZnDj2R/e18d6DHjRv/rwX8kJMS1eOm06ZNXvvpMalqKaCutTvvsi0/OOnm6srh7996NG75V08/ZAwc88d9H1FrsN978f2efe4bSdrvdH6/+5LGHn3jmqZXV1TWyJzo66p4H7g6OLy8887QmN1da0jMKPB9H8/Rz8qCG8WdGREYGnpb+DHR4oOWPQh95+gIAAODEGHS62Oio6y8/+1fXX0j6GUAv0JZPM8f6K0DX1lkEAAAAAAAAAAAAuhO7wynnauYSUPnTzz7+fKknMjJC642cfWHMl6/WFu31KGN6Xx3o+aedMmHS+A/eW73hm28P5uYVF5cMHjxw4ODsqdMnn3/Bj048VhsfH/efpx564bmXt2/dmZ936ODBvNi42AFZ/RcsPPW8C87RG/TqSHlbf//nXectPuetVe/m7j9YVl5eV1eflJSYmJQ4fcaUK6+5XK4qeM0XXbLYZrU+89TKinJfXDg9M61//0zRk7VY+3n8mZEaTXhkRGSk7/8If8PXls/S8EaknwEAANps257cscMHKe1zF84845Qp7C0C6DXCGhoaQr2OvMZ1v/xbdJTx33f9XAAAAAAAAAAAAKDbqKmt/+WdD2Vlpv7pl9cJ9FjyFJ7Xz+PxuFwua115bcF62Z85bKYpNi3UVSkaV+h1u90uObnk5HK6XHa7a93r9YV73OpVho1P7E0ZaHQHLaafx50RrtGEayI1Gv//Wo2vofX/o/GFoJWC0BFqBpokdLcXJiJ0AsEavMLrFAAAdIXCkooVb3yck1f0mxsuPmlwPwEAQhzc/qHLbnGFxwjTQL1er/PT+nfD/B9FjehZX8LTluMW8keLjjLWm62hZ6cBAAAAAAAAAADQgexOl5zLs1cCaKScvFTr6cozmvKsphI5lWc49XrNrCXRmcOPfHOsUgfa6xVAuzh2+lkp+RyhPBWV56RSAFpJP1P+GQAAoG3Wbdr5x/tW5OQVxcVGe7weAQC9URs/uB0fGy18JQTqBAAAAAAAAAAAALoNh8NXaVLHlxqjkVo6tzEGHeYLQPszpmrwlAw0Os5x088R/pLPWvkkDBR+Vis/h4cp6We19hhJaAAAgNYbkp0ht6vOOW3G339z9cihAwQA9EZtDEAnxsfKeWUNAWgAAAAAAAAAAIBupDEATQVoNBVUBDpMqa+r1twlA40O0ob0s1oAWnnGknsGAABojcrquhff/qy6tl5ZTE2Ov/8PN5y3cKaWD8cC6L0iRZskJvgD0FW1Q7L7CQAAAAAAAAAAAHQPdqcvAK3XEYDGEWFhYQ0NDUo7PFwpkOSNjGx2olAvZi2JXvd6feEet9KhZKDP+78R4RGEUBGyE0g/hzdJPxODBgAAOJbCkoo3Pvhq664c2dZERlx41hyl32TUCwDo1doagI7zB6CrawUAAAAAAAAAAAC6jcYK0FT5wlGUDLQyDzUDveo/uxbfOJIMNEJC+hkA0O7UD3Shq/Cm3D15PJ6tu3KyMlN/tGDahNFDBQD0GSdWAZoANAAAAAAAAAAAQHdid7jkXEcFaDTT5gz0ge1VZKAREtLPAIB20WLimRh0Vwn+UpHgToFOV1ld9/GXm888dUpMlEkuZmWm3nrt4jHDBwoA6GPaGIBOiIsRBKABAAAAAAAAAAC6mUAFaALQaAkZaHQC0s8AgBOnBm2DE7dEn7uW8vgHvzurkWjesjvNtt25q1avKygqk+1ok+Gs+dOUftLPAPqmE6oAXVVdJwAAAAAAAAAAANBtOJz+ALRWI4CWkIFGhyL9DAB9ls3uMOh14oQ1iT43+IljRKLRmZS35uC52lA2LwU6ntyIKigqi4uJmjNtzKwpowQA9G1tDEDHRJnkvmd5ZbUAAAAAAAAAAABAt2H3V4DWUwEax0YGGh2E9DMA9GV/fmDl2fOnz54y+kRewoOzznJe+L/Pj8Sg/TP1DYIYdKcJfsy18XG6uOjoQVkRel3wxqS6eSnQfurN1u178/bkHNpzoOBvv75abjvJzuGD+9+w9Owp404SAIA2B6Cl5MT40vIqi9VuMuoFAAAAAAAAAAAAugGHQ6kATQAax0MGGu0uOP1cE51r11dF6UzJA035RaaE2KiUxFjSz33BsGHD9u/f38rBTz/99DXXXCM6kcPhePjhh2+44YaoqCilZ/369TNmzJCN3bt3Dx8+/PhXf+ONN5YsWSIbLperhRdMoM+zWO3Pvvbhl5u2L7tgYUZaomgrJdns9XodlTUHX3pHoFuRv5wwMfrOW4390uVbt3z7lr8pOVc3LHkTb0fPvbFm847Au2rOoeLhg/srbdLPAKBq+0Z5QlxMaXlVVU0tAWgAAAAAAAAAAIBuwu5UAtAaARwXGWi0I6+n4a0ndqu1n10ai1tjrfFav99Vro4xGfRJCTHJckqMS0+RZ5ujooyGKJMhNsZE+hmdYOfOnWeccUZBQcF1110nAHSYnLyiPz2wYuGcyeeeNkMb4hapWtTZ6/WWfLbeVlwm0C0568w6j0duQsq2moEWODEHDxXv2n9Iq4087eRJSs/YEYNcLve8meNGDh2glH8GADTR9hfHpIRYOa+squ2fkSoAAAAAAAAAAADQDTidLjnX6agAjR9GBhrtwutpkM8H+axQe4bHjeg3zVZnsdebbTX1ljqzrarWbLHZLYX2/MIW0myRkRFGg95o0JkMuiiTMSbKGBcbZdTpDAad0aA1yQs0kTqtVqfT6LSaKJNBoLt67rnn7HZ7cM9///vflStXysZHH32k0RwVhTzppE4tYJmXl1dQUNCkMyYmZsGCBbJhNBoFgHbi9Tas/nzThi17rjh//riRg0O6bkOj0rUbzTn5At2Nf9PPXltncHsiIgKBdaUCtOBTTG1ldzh/9dcnbHaHbMfFRqsB6JOnjpaTAAAcW9sD0Inx/gB0da0AAAAAAAAAAABA9yBPnwsqQKPVyEDjBDVPP6cMFuPO0Go0hgERERpNpFar1UTKuabObK+zWCuq6ipr6iur6+otdpvNYXM4LFa72+2Ry3Jq/e2ajAaDXmPQ600GXXJiXFpyfHpKQnxsdEJcVJSJJGuXmT59epOejz/+WGmcfPLJen23+3LpkSNHqvcQQPuqrql/6Jm3xo4YdMXiBQlx0T84XknQKulnr9erVoM2ZaalzZwi0NWqd+2v2rlHaXsavG6PW0mdhYUpG5INSvpZbeBYSsuri8sqd+0/NHf62My0JNmj12mjTPq0lITp44ePOilbAABare0B6IRAALpOAAAAAAAAAAAAoHtwKBWgtVSARmuRgUabHSP9HK7RREQenX6W0lIM/SKS5FMrwidcPuXk803JSNkdTrvdYbU5rTZHvdVaW2cxW2zexuib/MchBzhcTqfL7nTJtk0Zb3fW1le5XO49OUeV9U2Mj5k6/qQhAzIGZKbEx8UIAEDX2bY793f/fOZHC2YsnDspIrCZcUxBGegjnYaUpH4L5wp0NY/TpQag3U632+0Rvs3ISK/XK9/MlS1JQRHoH7L6802vvb9WacstFiUALf3upsuio/gEFwCEjArQAAAAAAAAAAAAvYdTCUDrqACNEJCBRhuElH6Wi7KzxfSzZNDr5BQfJ9rA6XIXlVSUVtQUl1fl5hflHiqprK774LNNyqVRJsOAzJTkxLjkhLjkxJjkhNiUpHi9jo+IdBfyNWf58uUrV648dOhQTU3NWL+lS5fOmjXrBAcHs9vtBoNBXYyPj5fzBx988JZbblm/fv2MGTPk4u7du4cPH66OcblczzzzjLytrVu3ZmdnT5w4cdmyZU1We/311z/xxBMZGRkFBQXhzWKdP/vZzx566KHrrrv2yccfEUDfJrdOX//f2nXf7Vy2ZOGQ7IzjD1bKPwdXgEY35PF45OukfBuXr37hXq+c8ftqbtPWveWVtfvzCuWDc+u1i5XO7P5pmelJI4dmjRw64KRB/dXBpJ8BoG0IQAMAAAAAAAAAAPQeDodTzrVaAtAIDRlohKQd088nWCpS3kx2/zQ5qT37cg/X1ltyC4rzC8ryDpfs3JcvRH7wVfQ6bVyMKTY6KjbGFBdrivM3YqNNBp1W74tia/Q6nY5X0Y5XU1Nz7rnnrl27Vu352u/xxx9ftmzZv//979jY2LYNbkI+3xYsWFBVVbV582a5OG/ePPlEzMzMPNb4oqKixYsXb9iwQVnc7rdixYof//jHSo/ypJW3+8QTT8jBq1evPvPMM4PXYLfbX3zxRdk4+6yzBAC/4tLKvz/60uwpoy88a06UyXCsYf7yzw0EoLs5j8erTBERgbS6om+Wf3Y4XYcO+zY58gpLl5x5cnxstNL/+PPvKY3kxCPvUMMH97/rF1cJAEA7OaEAtHzfKq+sEQAAAAAAAAAAAOgeHEoFaC31TREyMtBope6Tfm7RsEH95HzKuJOUxZo6c0VVXXlVTUVlbXlVrWxX19VX15pLyquPvx6DXqfXafS+uVav1eh0Wp02Uicb8sfTRuq1vkWtb67x9cveyAj5I8sfWquRD4LGZNQLHNcNN9ywdu1a+dy48847L7zwwn79+uXm5v7nP/959NFHn332WfnYLl++vG2Dm5CXfvzxx++///7ZZ58tF1etWhUXd8x64/IF8IILLtiwYYPRaJQrP/300/V6/eeff37jjTc++eST6hg5nzFjxujRo3fs2PH88883CUC/+eabFRUVsbGxCxcuFACCfLVpx/c7cy48a87sKaObvwMof1xyRvq5m/N6vb78syfc643oU7+vmtr6ct9GRW2UST92+CCl8+V3Plu7YbvSnjV5lBqAXnbh6XJDIjM1KSMtUQAAOkbbA9BytzQ5Ma6sotpmd8h9PwEAAAAAAAAAAICu1hiApnYp2oIMNH5QN08/NxcXEyWnIdkZTfqdTld1rbm23lJTZ6mtM1tsdovNYXc47XanPANud7r8bUdNiH1vbQAAEABJREFUrVkuirbyR6IjA5MvKq1RHiX5wMhHTNvY8D1Uvv4Irf8x8/f4L4qMlI+X/LOSc/kASnIW5p/7/w3zN5S2r1NeS/QQzzzzzCuvvCIbK1asuOyyy5TOUaNGPfLII0lJSXfeeecTTzwh++fOnRvq4BP08ssvr1+/XjZef/31M844Q+k8//zzhw8fPnr0aK/XGzz4xz/+8c9+9rM333yzpqYmOFQt76ecX3zxxQaDQXidAkAQi9X27Gsffrlp+7ILFqrBUDVB25iBJgDdrXm9gcLPavVn0bt8v2N/eaXv01MOl+uaixYpnXkFJX956AWlPWb4QDUAPXLoAJfLk5IYl5gQk5F6JOt88tTRAgDQwU5o/yc1OaGsorqkrHJgVoYAAAAAAAAAAABAV3M4nVrSzzgBIWWgv3ylvng/Geg+pMeln49D3snU5Hg5tWaw3eG0WO1Wm8M/2aw2p8U39y1abHar1WF3OT1uj8fb4PHIf32xMI+PnDfIJTms3mJzudyi68jfQ5jyoPvnajMsuNc/V/4L97Xk/w3Nxge11bX5Rw/on3btpee28v488cQTcj5v3jw10Ky6/fbbV6xYkZeXJ+dKpjmkwSfo7bfflvP58+er6WfFiBEj5K0///zzwZ1XXXXVbbfdZrfbX3rppRtvvFHplHfm448/Vi51OF0lJaXq4+z7KwhrTj7agQc36FL1t6M8umHanpNuB1ojJ6/oTw+sWDhn8rmnzVC2XdUcba8M1PYyDaJBiUArbdHNfms1dWb51izfhPtnpCg9dWZLbn6xxffGbU9JjBs3crDSv+7bnR+u/dZq9X0I6parzxsxJEvpf+a1jy1Wm2zI1141AJ2cGDdh1JDkpNik+Nj+6cnqzU0Zd5L6vRMAgE52ogHo7btzSiuqCEADAAAAAAAAAAB0uYaGBrfbEx3FV3fihLQ+Az3n4ui1ZKD7jN6Ufg6VXqeVU2KrwtI/zGZ3uFxup8vjcrtlwzd5PL65W3bKxSP9Hq/XNymJaq+v0qbHGyi7GdRo8DbyjZRvBbLHH0RTC3Mqbe+RttIU/uqdwYO96gCv/w0lpJ/LaDS0fnBOTo6cz5kzp/lFer1+5syZeXl5Bw4caMPgE7R27Vo5nzVrVvOLFi1a1CQAHRsbu2TJkuf91AD0ihUr5OM3evRoeccOHDz894efFwBaIl9oVn++acOWPVecP3/siEAx3cYMNEWgu6lvY+J2RceI9XvkdMk5J48eli38v7U/3v9cZXW9bEeEhz9xz8+VwQVF5X9+4DmlPWXcSTcsPVtpv7tm/VsfrlPa119+1tTxw5X2XQ8+n3+4VGk/fvfPlK81yMkvuvuRl5TO8aOG3Lws8EmbNz748n+fblTa1168aObkUUr7pj88onx1Q/+MlD///Aqlc//Bwseee1dpz5g4Ug1A22yOwuIKpW212dUfc9KYoXLrJTkhNikhRu00GfU3LWvt53wAAJ3jBAPQvrr9pWVVAgAAAAAAAAAAAF3N7nDKuY4K0DhhZKDRRF9OP7c7g14nJ9EzOV3uoAj1UdFq+Ttv5Urq6+vLy8tlIzs7u8UBSr+Sew5p8Alyu93FxcWy0a9fv+aXDhgwoHnn1Vdf/fzzz3/99dd79uwZPny4fByeffZZ2b9s2TI51+k0/TNSAg+UkuhsaAjKpYughjj6oqDweuhhdKCLNMjXeBGi2jrzntwCNQAtBNHnHqNrqz4Hb04E3wu9zrcVYjLoMlIT1M64mKixwwcZDTo5DR2YqfZPHjds2KBMo8FgMh711nzVktMEAKAnOLEAdJLvraK0ggA0AAAAAAAAAABA13M4XcIXgNYK4ISFlIH+4uW6kgOBfJ6SgT7/xpERZKB7C9LPUGk1x8kYtPaXq218n/J6vccZJp9AoQ4+QR5P4HWsxUhfTExM88558+YNHz58z549zz333N133/3JJ5/k5eXJ+3zllVfKS/unJ6v1R4FeT62823qDszOWXbAwIy2R0HNPMbmuRk7G80+LGjtcr/MlhpXf3V2/uEq+6SvUwf0zkp/+5y+br+ScBdPl1Lz/jz9b2rxz8ICMFleyeNFsOTXv/9fvr29xJT+79vzm/XExUXISAIAeK1ycgLQUfwC6nAA0AAAAAAAAAABA13P6A9BaKkCjnShZVWUeiLSEhynBVk1kpEYTqYRdtbrIuZfEpA05kj48sL3q9Yd3eDyEmXoD0s9odzqdbtAgX7XX/Pz8Fgfk5eXJeVpaWqiDT/yOJSUlHeu2Dh061LxTPquvuuoq2Vi5cmVDQ8Nzzz0n2+eee25ycrIAcGwx0abrLj3jjp9cmpGWKAAAANrkhALQifGxcs+1pKxSAAAAAAAAAAAAoKs5nE7hqwBNABrtpjUZaK2cmmWgD+6uIQPdC5B+RgcZMmSInL/zzjvNy77W1tZ+9NFHsjFhwoQ2DD6WVj4Dp02bJudvv/1289v6+OOPW7zK1VdfLZ/qhw8f/uKLL+QVZc+yZcsEgGOQ7wwL5066+zdXz5g4kncGAABwIk4oAC0lJ8XbHc56s1UAAAAAAAAAAACgSzn8FaB1Oq0A2g8Z6D6L9DM6ztKlS+V8y5Ytzz//fJOL7rnnnoqKCuGvo9yGwcei0+mUhsvlOs6wCy64QM537tz58ssvB/fX19evWLGixaukpqYuXrxYNu699966urr09PRFixYJAC0ZnJ1x58+vuvjsUwx6nQAAADgxJxqATktOkPOScopAAwAAAAAAAAAAdDGHwx+ApgI02hsZ6D6I9DM61BVXXDF37lzZuOaaa+6+++79+/fb7fadO3fefPPNf//732X/6X5tGHwssbGxSuO///3v559/XlBQ0OKwpUuXjh07VjauuuqqBx98UBlWXV29ePHi2traY61cDpbzDz74QM6vvfZa+fwXAI4WE2267tIz7vjJpRlpiQIAAKA9nOhmd6o/AF1WXi0AAAAAAAAAAADQpZxOpyAAjY5BBrpPaZ5+TspuIP2M9vXss88uWrTI7Xb/7ne/GzZsmMFgGD169COPPCIvOvPMM1988UX5fGrb4BaNGjUqIyNDNm6//fZ58+Y98MADLQ6TT+gXXnhh4MCBLpfr1ltvzcrKks/hhISEdevW3X333cdaubwPAwYMUNrXXnutABBEvg/Mmzn+7t9cPWPiSN4TAABAOzrxALTvg1mlFVUCAAAAAAAAAAAAXcrh9FWA1mq1AugAZKD7iBbTzxPOIv2Mdpadnf3BBx+8/vrry5YtmzRpktFoHDVq1JVXXrlq1ar33nsvISGhzYNbZDAY1qxZs3TpUiWpbLVajzVy9OjRGzduvOWWW5T306FDh8pryeuec845x7qKfNqfdtppsiHn8q4KAI0GZ2f84ZalS8+fb9DrWnkV3ju6P/kr4r0eANAdhDU0nNCBhr05h+59dOWkscN/suwCAQAAAAAAAAAAgK7zxTffP/fa/86cP/OCs+YJ9GTyFJ7Xz+PxuFwua115bcF62Z85bKYpNu3/2bsLwCauPw7gr0mTugt1oQKlLVCKt5Ti7gwd22CMGWPu7hv/OWODCT7c3d2h0FKj7tTdY/2/5LVHqNFCJWm/H7Lby7vLJbmkSe7dN7+QdsUOL7KprFqVRCKR31SJRCymJ7GIniol57YWZcRKuQs6exjPfMWLz0dKRqU1mH4WaiL9DA+jQfhNDTh2MJWVlY6OjpmZmRs2bFiwYMH9GVUyIhMRgM5h6ce/l1dUcmf1dHVmjvcf0r9nU94NqhTYJx+pVCYSiaO+X1WRlEZAJelNH6Xf00NbixLSk+KLcAL6SaD663H4AAAAoMISQo+JK0rFPEOi56ytrXgtpy/lih08tmenUYOog8euAG1uQqdZqAANAAAAAAAAAAAAAADQ3ipF8pSVllBAAFoN6kB3YEg/Azya7du3Z2ZmmpiYzJw5kwB0evQdYNjg3t+8szBgQM/mvhvUfMwguvY22o62BFRQVZWGUMAeWeWPhWqUlgMAgA5DkzweYyMDun97LzOHAAAAAAAAAAAAAAAAQLsSicR0KkQAGlqZhob8Z2bZlMdjFZdkmpr1HHkcOsdQuQ40y0CjDrRqQvoZoLmOHj2qra0dHx//0Ucf0bMffvihjo4OAejcXJxs5k8Z7mjXhTQTF59lDevZ48uychO+/J2ASqmSP0KahoZcrWf5P0VmHQAAoO09bgCasrfpEpeYmpmd18XClAAAAAAAAAAAAAAAAEA7qVQEoLWEQgLQypCB7mCQfgZ4BCtXrjx48CBr+/n5vfrqqwSgE9PT1Z41MWBI/56P8z7AZaDpO4vQ1FjL2U4mk1VVkSolBNoDe2j4psaaxgaaBnrsrZ9DAAAA2kMLBKBtrSziElNT07MQgAYAAAAAAAAAAAAAAGhHIjGrAN0CB4AAHgoZ6A5DOf1cKSgUSPQsHflIPwM8VN++fVkAevLkyevWrav3BRCg8/js9QU62lrkkXAfKhRtRQBa8fZi99KTIpGYfsSVSCR0IpPJpPRNS5GHJtBWFI9LlaLiM09TTv7ZgM9TfA6QfwbAuz8AALSbFvj8bWdjSadpGdm+PbsTAAAAAAAAAAAAAAAAaCeVlYoAtEBAANoEMtAdgHL6WcoT5ZiF83gajh5OmgIHpJ8BGvepAgEAhUdOPytj7yw8Hv1cIePL33GqFBWgq1iZYalUqlmlSXvokshAt6Wax0VD8aDw5f/kCWgegzrQAADQXlqmAjSdpqVnEwAAAAAAAAAAAAAAAGg/rAK0llBIANoKMtBqTTn9TPFkml0Ettkk5UpITExy+ohB3g62XZB+BgCANsNytCxWy+fxZXwZffuR90jk7zkymSbLQyP93MZqHhcNxUcAvqIItKC6BHRNBJoAAAC0uRYIQNsrKkCnpmcRAAAAAAAAAAAAAAAAaD8ikaICtLAFDgABNB0y0GqqVvqZsnDS8JngJJLYXQmOjU/J3Hb4iqe7w7ihvnp6ukg/AwBAa2PvJqyUsDwAza8iRMBFovlSHgs/yytAa6ACdNuRPx5VDxSB5upA16oAjc8DAADQxlpg/EtPV8dQXy8zO1cildL9XQIAAAAAAAAAAAAAAADtoZIFoAUCAtC2kIFWO3XTz+ZOVT4TeAKhpo6O1qThvunZhacuh4RHJ0fHp43w6z1sYE9NLaSfAQCg1bF3GaUOTdpD332kUn6VEgJtiMumK4Lp1fW5+ew/HqLPAADQblqmAICttUVkTGl6Zo69TRcC0IHgQzMAAAAAAAAAAAAAPJTqHO9nFaC1tIQEoM0hA61GGkk/a/L5AoGmUCh0dbTu7mJ/Myzu9OWQo+eCrodETxszuF+vbkg/AwBAa+A+SBClDLQiWCvlyTRksipNfpWsSsZSHMhytD2uxjNP8UGA1X5mYWjl8s/4YAAAAG2pBQPQianpWQhAQwdQ94MyPjoDAAAAAAAAAAAAQENYVkP5LGk/IjGrAN0yB4AAmgsZaLXQlFv10YcAABAASURBVPSzQJNOBVTgQO/Bfbofv3D74s3wf7cdO3U5ZP7U4c72VuyCCDkBAEBroJ8iZDKZIllb/bmCnlWu/YwUR9vTeJDi0SEs/fxgxW4AAIC200IBaCtLOk1LzyYA6oz7iKz8WbmhNgAAAAAAAAAAAAB0Zlzsj6tUR5TC0O0VCqxkFaCFqAAN7QYZaBXXrPQzPUs7tQ20Zk8KHOHfZ8fB82HRiV+v2OzX13PaWD8TIwMC8IAqIq0gAACPqtanCBZ3VpyjZzVqws9yCG+0Pa7AM/1/rTC08lwCAADQhlqsAjRBABrUnHL6mfvKIL47CAAAAAAAAAAAAACNqPd4v/Lvd7cxkSIALRQKCED7ecwM9IyXvTQFSM+0ikdIP2vKJxTPysLk1Wen3Y1L+W/v6Us3w2/ciZ44fMDoAF8BSs4DAEDLqfVBmp2tldxAhKNdKD8opKYgdN1+AACAttQyu6N21vIK0KnpWQRAPSl/UE7OLsktqmwo/YxP0gAAAAAAAAAAAABQ6+i+l6OxJp/H/Rg0F/1s+xAAqwAtRB4R2tvjZKC3/xY6a5k3MtAt7nHSzzW/dK/h4erwxRtPn70asu/45d1HL567dueJCQH9enUjAAAALaTub6oo//QKgfZWb+IZ6WcAAGgXLTP+pSUUmJkY5eYX0mE1LRQVALXFQs+Z+eWJWaUEAAAAAAAAAAAAAKBp3G30NQifpyCTydoxAy0SiVH+GVTEI2egk6MLkYFucS2SfmYXpD0j/HwG+/bYc+zymcu3V206ePjM9XmTh7t1tSUAAAAtgb3p1IpBE6RsVRUeFwAAaC8tVgDA1toiN78w9V6mi5MdAVArXKVnig5Mc/1CTR4BAAAAAAAAAAAAAGiAVFZFT7QhkUjoiDIbZ+bz+SwDTdocvXaJVKqvrUUAVAMy0CqiBdPPXENHW2velGEjBvfesv9M6N2E7/7c2sPN8YkJQxxsuxAAAICWoByrRe1nVYPQMwAAqIIWC0DbWVveiYhNTkMAGtQVF4BmGWhtIX9sX0cCAAAAAAAAAAAAANCA+IyiO/E5tCGVSiUSwufziSIKwCpAkzaPBVSKxETxu50EQGUgA93uWiP9zOliYfLas9Nj4tO2HjwbEZP0+S9Jvt7uM8cPsTQ3JgAAAC0HcVsAAACoq8XKD9jbyL/Lm5SaTgDUkHIRaHxxEAAAAAAAAAAAAACaRSwWSyQSqYJMJlMeam7LMWeRIgAtRAAaVAxLLLEpr5oGi9gKNDUFAnoSCOlJS3PoHEMrVz53QZaBlohx4ObRtWr6mePW1fbjZfNfWTjV1to8KDT6g+Vr1m4/ll9YTAAAAAAAAABaTYsFoJ3srek0MQUBaFBXXAVoAgAAAAAAAAAAAADQHCwATbGfGWyvchuoAA0qCxnodtE26WdO7x4un7/+9HPzxpubGl68Efbut/+s33kiJ6+QAAAAAAAAALSCFgtAW5qb6GhrpaZnSaXIj4L6qVKCDDQAAAAAAAAAAAAANItUKlWuAM2NM7dxBhoVoEGVIQPdxto4/VyzJBno4/H1O4sWTB9poKd7/tqd977796/Nh+5l5BIAAAAAAACAFtViAWiiKAJNx/GS0zIIgPpQHn1ul4IcAAAAAAAAAAAAAKDuWPlnqVTKjTO3y4CzSKyoAC1AABpUFDLQbaZd0s8cPo8XOKjXd+89++S0EWYmBtdu3/34x3Ur1u1LTMFxZAAAAAAAAGgxLRyAptOElHQCoFa4Mej2+lFCAAAAAAAAAAAAAFBrEolEJpOx3xhsx3HmSlSABpWHDHQbaN/0M4euedjg3t++u/i5ueNtrcyDw2O//O2/H1bviIxNJgAAAAAAAACPTZO0HBaATkIAGtQTV5ODAAAAAAAAAAAAAAA0h6xGlRLS5sRiCZ0KUQEaVJuGhgb9A2FTHo9Va5JpatZz1HLoHMNzW4syYqXsLMtAz1rmrSl49FRuh6ci6WcOXd/APh70FBIRd+j0tcjYZHqyt7EYOqDnIN8e2lpCAgAAAAAAAPBIWjYAbUOnSakIQIP6Uf5FQmSgAQAAAAAAAAAAAKC5VGGEWSRmFaBb8ugPQGtABrqVqFr6WVmvHi70FB2XevD0tfDoxE17Tm0/dH5A725DB/R0drAmAAAAAAAAAM3EIy3H3NRIR1srNT1LKpURAAAAAABQWx9/+J7fwL709P23X5PHcP3aVbaexk9jRgY2cYVnz5zmLnVw/z7yGPLy8rZv26LcU1RUxK38qy8+JdDS0tPT2eYNDr5NWkJkZARbYdTduw9d+OqVy2xh+tBznfRA+7atm0NCgkkT1Lvw22++Rtf53jtvkhZVUVHhP6gfXfOxo0fIo6JPY7qGpS8u4XpW/fE77ZkzazppOfXe1GZtWAAAAICOQTn93I4Z6EoRC0CjAjSoAZavZVNeNQ0WxhVoagoE9CQQ0pOW5tA5hlaufO6CLAMtEaOcTW2qnH7muLvYvfHcjK/fXjhySB96fReuh321YvMnP64/dfFWWXkFAQAAAAAAAGiylgxAU10dbeiwHopAAwAAAACor4iI8NOnTpKOq7y8/J+/Vs2aMeXQwf0E2lBEeBhRHEPt3t2DtITIiHA61dLScnN3f+jCd+9G0qm5ubmpqSnruZeW9tyip3/75aeuXV0eevGGFmZ3qrtHD9KioqLustCMx2OsOVxx23p4enE9bCO01PZn6t7UZm1YAAAAgA6DCz23bwZaxALQAgSgQT0gA92CpOqQfuZYWZrOnTxs5VevLJo11tnBOi0jZ/O+M698svLXNXtOX7qdm19EAAAAAAAAAB6mhX8EzcneJjwqITE1o6ujLQEAAAAAAHVz507I22+8Sjq0xYueSkxIINDmWF7ZxdVVW1ubtAS2wu7dPWp+LrkxMpnMx6ePRw9PrufggX2RkRGOTk4GBgYPvXi9C6ffu1dQUEAbnkoh4xZRWFBAb61AKHRwdCSPpKKiIiU5mTZc3e6nw3V1delqBw32Jy2n7k1t1oYFAAAA6DC48s/tSyRmAegWPvoD0Ho0NDTo3w6b1uzcyTQ163kOD51jeG5rUUaslJ1lGehZy7w1Ba2e1lV9UmnVzhVhCZEFXI8qp5+V+fXzpKfU9OwLN8KuBEXeiYynp//2nrazthjQu/vAPh6mxti1BAAAAAAAgPq1eADamk6TUlABGgAAAABAzVRUVKz5569tWzdLJBLSCvoPGLjgqWfqncXj80nT9Orts2LlKtZ2cHQij6S0pKTefl1dXW7lpqZmBFra3cgIOlWOID+mCEUAuokrXPTsc/Sk3BMaeoc0ucRyvQuzEsukRe8UEzA0kJ7IY4gID2P5Gy8vb67zm+/+R1pa3ZvarA0LAAAAAC2rugK0EBWgQZ0gA/2Y1Df9zLGztpg7eRg9xSSkRcYkh0UnxCWlp6Zn7zpywc3Z1q+v50AfDwG+2gEAAAAAAAAPapUAdCIC0AAAAAAAamX3rh3r1vyTm5tLWo2ZmVkf377k8ZhQj72ShtCDf31abeUgk8lYXrmHR8tkhSsqKlgl7+6PFLSltyeM5XSbkF1uaGEW6XZ0ctLX1ycqJiwslMij/KY2tm36A03N2rAAAAAA0OJEYvk3WoUCBKBBzTQrA312c3FmfPWXt5GB7gDpZ2Vuzrb0NHn0oJLSstvh8cERceHRiTEJadsPnvfr12PE4D4WZkYEAAAAAAAAQKGFA9CmxoaG+nppGVlSqYzuNhMAAAAAAFAH/21cz6Wfp0ydvm/vbtJOAocMEit+svmlpctGjBy96o8VV69ctrC07OHp9d77H507e+bD999hS77/wccTJ09RvmxBQcHO7VsjIsLj42KLioropZycnMeNnzg0cBg7hvf9t1/v37eHWz42JsZvoDzx/MVX344YOYpeZNzo4WzWuPETPvrk81q3jS6/ffuWsNA7GenpJiYmXV1cu3v0mDN3vp6envJiOTk5UyaOZW265sBhwzduWBcSfDs66q62traXd89hw0fSTtKisrKypk0eTxsbNm11cXXl+unWe/P1ZbQxbfrMt955j+uvqKiYMXUi3WJvvv3u9BlPsM78/PxtW/6Ljo5KiI+jC3h6efft13/GzFmCB8MTZWVlo0cMpcekj544U1RY+NfqP+i10Lv25tvvsUrAGRkZWzdvunr1cnZWlqurm08f3+eefzExIaGyspLOpQ+l8tounD9Hn35paal0+5ubm9s7OD6zaHHv3j7kYSJqqi/TTZqdnU1veeidkJiYaPq4jx499umFzyofKT+wb+93335Fe06dvUjv2piRgdysn3/8Hz09ueDpF19+pe61lJSUNLIwC0Cze3T82NEzp09G3Y0sLS316OG59JXXXN3caq1NIpGcOH7syOGDyUmJdM10sT6+fWfNnlvrKZSWmjpr5lTa+P3Pv3x8+jRlmze0fTyVyj9/8dnHx44eodfIVTr/7Zeftm3dTJ8w9Glz+dLFw4cOREaE0+vyGxLw3JIXu3TpQpdJiI/fuvW/G9eu0hvs5uY+44nZw0eMrPem0rl1t9X/fvxlsJ8/AQAAAIC2ggrQoL6akYGea3BuCzLQch0s/axMX093SH8veqqoFF24Hnry4q0T5+Wn/r27TRvjb2luTAAAAAAAAKDTa/mfCnK0twqNjItPTnNzticAAAAAAKA+urq4fPDRpyYmpu0YgOYUFxW9+sqLqSkp8nZxsZWVdeOH4vbs3rnqj99LSkq4HnpZerp44fzQwGFffPVtvQdNm6i0tPTnH5cfOXyI68lQuHzp4v69u9//8JOBgwbXe8Gy0tLXX10adPOG8gVPnjg+acrU997/iLQcCwsL1sjOzlIOQG/ZvKnmLpQoL793z66CggJzc/NJk6eynmNHj/z0w/dsA9J+cwuLq1cuX7l8aduW/776drmnUmr5bmQEPRpta2eXkZ6+bOkLRUVFRJGo7qVILdOLfPTBu/QsWzgsLJSe6AZ0d+9Gz2ppadGnGbcq+pBt3LCOXSPtj4uNpdvnxvVrLy1dNv/Jp0ijWD1pU1PTiPCw77/9il4F66cP+pp//07PSP/o489qLdytW3f6NLiXlubj0ycjMyP93j161tu7J501YOCgeq+lkYVlMlmkIgDt4OD45uvL6ObiLkXvwpLFz6xZt8nJ2ZnrpHftvXfeiImOJoqC6I6OTmGhd24F3dy5fetnX3zdr/8AbslwRXaZPuE9aopbN77N6xWuqACtHDdnt7aHUmFmFuCmm2XFrz9v3fIf13/k0ME7IcEbNm2lnWv++Usqrf516eDg2/TUxWod93xQvqnJSUl1txW9mwQAAAAA2pBI8YVSLQSgQT0hA90sHTj9rExbSzhqiC89BYVG7z1++XpwFD0N6e/1xIQAPV0dAgAAAAAAAJ1YyweguzrahkbGxcSnIAANAAAAAKAuXN3cX3x52YiRo+gRr4yMDNIKcnNzbwXdrNtvbGyinIjlbNm8SSKRcGcoluKuAAAQAElEQVRHjBxNGnb92tUfln/HnbWwsNDT109MSGBnz50988fvvy177Q3ySGQy2WuvvMQStHXl5OS8+fqyhsrc/vzT/1jZYxdX1/i4OHoEl/Uf2Ld38pRpylHUx0QfOEtLy6ysrLyaSt5U1N27N29cpwc2pVKpcjRcLBZv+W8jbcxf8DSr7nzyxPEvPvuYNqbPeGLW7Ln2Dg5Ekf396MN36Uo+++TDjf9t09bWZhdnOVozU7M3X3/F2sbmxZde0RQIMjMzjIyMLl+6+Pabr9G5w4aPeOrpRQ6OjgkJ8bt2bt+9a4etnR1RpG9rjmHLH7WNG9ZZWVl9890P3bp3J4qk+z9/rdq5Y9uqP37v27c/62xIpOIRoffrk4/enzJ1+qDBfu7dumtpaW3b8t+G9WuPHDq49JXXjI2rK0JFRUXSaXdFnti9W7ff//zrm6+/OHRvP709tN3ItTSycEJ8PMt5r1vzj7mFxetvvu3Rw9PFxZU+8d59+3X6xKB3/M2332UL07PPPvNkQUGBc9eub7/7Qa9evYmirvO3X39x+tTJLz//ZMv23VwdaJZLpn8XTdnm9d5senV5eXm04epaXYWabqjkpCTa6Nbdg/XQZ0VU1F32QBQWFi569jnffv3d3budOXWS3t+01NQXn3+WPmnnzV/Qf8BAuuliYqJfX/YyfT5funCeC0Ar39RmbVgAAAAAaCUikXw3SihAABrU1WNmoJ94xUsg7BQ/UdtJ0s/KfL3d+3i5XwkK333s0oXrYbfD4xfPGevd3ZkAAAAAAABAZ9XyAWiWe45NTCUAAAAAAKAmvv/fT6SVXb92lZ7q9o8YOeqLr76t2y+RSPT19Wc+MdvRyfna1csBQwNJAyorK5d//w1r0+N4H3/6xajRY2j75o3rb7/5mkgkIoqCxwuffe7d9z+kp6mTxmVnZxN57Ntt/cYt5GE2bVzPpZ9t7exefe3N3j598nJzDx3cz6oXU99/+9V/W3fSG1z3tk2aMvWFF5caGxvTK33rjWWxMTFs1tUrlx8agD5y+ND1a1doY9lrb5qYmDS+sKmpWVZWVnZONtezdYu8/LOf/5Dz586WFBdz/fSW5+Tk0Js0eco0oqhv/dsvP9LGjJmz3njrHW4xG1vbL7/6bt6cmffS0g4fOjB9xhOsn2Ve79wJGezn//W3y+khVdZfXFxMtwNt0H76mLID1R4ePT76+LOc7Owb16+RmggyQ28VnfYbMJALOhsYGLz+5tthoXfu3o08fuxIUwLQ9PF9/4OPJ06ewvWPGDl6w/q1tJGRns4C0PS5FB0VVeva2b1Q7mlEvQtHKIofU1bW1v+s2aCrq8vOdvfw8PTyPnf2TGbm/e8SfPPV5wUFBfT5s2Llau6hpBf56JPP74QE04eDPkW5otd1r66hbd4Qug2J4hg2t5LImucwVxOaC3CXlJT89c86927dWP/I0WO++foL2qAbbcXKVX18+7L+Xr16Ozo50U6W6W/8pjZxwwIAAABAi2MVoIWoAA3q7HEy0Ft/CZ3zmneHz0B3wvQzQ2/s4L6efXu6/7f39MUbYb/8u3ve1OEj/HwIAAAAAAAAdEotv//v4mRHdz7jEIAGAAAAAIDH8+HHnz33/Iujx4z9+NMvuHRpXUE3b6Tfu8faY8dPYOlnqm+//k8+9Yyjk9OYseOef/Fl5XrSTSeTyXZu38ra9Db8seofP/8henp69g4OL7y09KmnF7JZOTk5x44erntxuuTrb7zNYrgWFhYvvLiUm6VcqrkhUfIc8FF6qigvf+jCll26KK82IyPj1MkT9ADnhImT6dnCokLuHm3auJ425s5fwAoM/7lyRW5urpWV1cuvvFprnbZ2dj0VtYqjo6O4Thb8pZd9570PlZO4u3Zup9uBXuO773/ElXlmBg32Yw3lXKyOjvyXak8eP0YfQeWFP/nsyxUrV40bP5E0jF5RZmYmUaRyldPPVFZWJmvY2NqyRmRkBKu9zdUtrqioiI+LI03L6Ta0MBeLf+vt92o9P3MUCXsrK2t29lbQzWtX5UH2l5e+WivIrqWlNSQgkDYSE+JZD32A7t6V16v2ULq6hrZ5Q9jy9FlqampKajYCkRdcN6YPtPIy1NJlr3HpZ6Ko/M0a02c8waWflWdxG7buTW3WhgUAAACA1iASKQLQgpYvfwPQllgql0151TRYhFeTrykQ0JNAKBBoaWsOnWvQpev9J3xaXNHWX0LFIhnpuDpt+plD79rCWWOeny8fN9i89/T5a6EEAAAAAAAAOqWWD0DTXWoHW6uS0vL0rIcfzgcAAAAAAKgXPTjn5z+kKUumpCRzbX//AOVZzy5esnnrzk8++3L2nHkPraBcr9DQO7k1keLxEyaZm5srz11QE4AmSnFSZd09emhpaXFnnbu6cO1KUSVpUebmFnSam5vDzm7fulkqldLbbGMjj6uWlpSw/uPHjqbfu2dgYMBVdD54YB+dTpvxhPJN5bC0a1pq9XdcCwoKMjLkhY3nznvSwsJCecmjRw7R6bgJE2ttJUpPV481PL28uc6Ro+RR9fLy8mVLX/zy80/YailHJ6c+vn1d3dxIw8LDqo9uzpn3ZK1ZcXGxiq1hbmhoyHpYTWI9PT26ZtYTERHOItEPLcLdyMKRkfIAtJu7e62UsEwmi4mJpg0XF1fWc/jQATqlz8AhAUPrrt/Wzo4obeH4uDhWYtnDo/rqGtnmDd5mxbPRzc2d62EbQXn7s0i0mZnZpMlTlS/Lbdt58xco99NbWKJ4Fjk5OTd0U5u1YQEAAACgNVSiAjR0FA1loDU1O3UGum762dS+c6WfOf17d1v69GR6L9bvPH49OIoAAAAAAABA59MqNQDcutonpWbExKdYW5oRAAAAAAAAQsaNn/DRJ583fXlrGxt6dK4pS6ampHBtruZuS0lJSuLadvb2tebq6uqam5vn5Mgzx+H1BaDNzB7YJ1JOGFfJHn4s9rU33qIn0jRmitgxqwBdVFS0b+9uoojMainKPBcXF7PFNm5YS6ez585nRYvTUlPFioTEoEF+9a62rLSUKCoHs7NhoXdYY9jwkcqL0Y2QkixPogco6hnXkpqawlZibX3/AerWvftnX3z984/LCwsLjx45fOzokeEjRj79zLMurq7kYSIV1Ze1tbXrRorZLPdu3bkelgZWrknMltHX17d3cCBNu65aC1dUVMTGxNDGiJGjay0fHxcnEolow62mrPKtoJt0mp+fP2Rw/4auheWGuVtLj09zVZkb2uYNkclkrDp1j5qK19y98FDKJbMAt2/ffrV+SJpdlj4K9G9QuT+05mZwKeq6N7VZGxYAAAAAWgOrAK2FADR0CBoaGnRfiU1rfmhIVmsXhhk61+DcluLM+OqffmIZ6DmveQuELV8Kqh3Vm372ncwXCPmdLf3M+Hi5LZk3YfV/B//ecsi2i5mttTkBAAAAAACAzqRVAtCuTvYnz9+ITUgJGNibAAAAAAAANJ+xkXETl1TOSZdXlJMWJayvKHK9xIrMay0sfMxpYqT70ZibyY/zFRYV0um+vbsrKir8/Ic4ODqWl8u3SWVlpUQiuX7tamJCgr6+/qzZc9mlkpISieLAp3PXrvWuNirqLp1aWFiys6yQsLm5ea2YcmZmdf1m5Zwxh12Lch6XGTV6zICBg44eOXT65InQ0DunTp6gp0WLlzy7eAlpFAvp+vTxrXvINiT4Nnkw6Xv3bqS8R+mGsXvh0bQqxfUuTNfJIsu1yj8T5ViwuzwWTDd7ZmYmkdf/7trIs7q3Tx/WYIWZu3XrXnN0v8Ft3pDkpCRWmJlLKufl5WVlZdFG9+4erIc+PeJi5aWyfXx8SX3319e3X739XV1ctGue1Q3dVA+UfwYAAABoPyJWAVqAADR0EPVmoOvduR72pMG5zcXpsfcz0Nt+DZ29zFug1UEy0Eg/16t/724JKenHzwf9u/3ox8ue7ED3DAAAAAAAAB6uVQLQHm6OdBqTkEIAAAAAAAAeiWaTD9g7Ojlx7WxFypOTm5t7+eKFHp5ezl27chnNZh3ns+zShWsrl5pmSkpKWPln8mDJYY4Gabsjb+ymFhcVSSSSPbt20PacufPpVEdHhx7tlEqlZWVlWzZvoj1PzJqjp6fHLsWCy/QoKbd9lEVHRaWlptKGl3dP1sPCxP5Datddzs/LYw2tOpHxvLy869eukgZysYaGhrNmz6Wn0NA7K3/7hU7X/PNXz569+vUfQBrGgra9evvU6s/KyiookB8M9qrJ/tLHKFlRxls5mV1dE7omDdy4ehdmN0BbW7vuSiIUlZU9PHqwsmT0BrD+xc+9EDhsOHmYu3drZ4gb2uYNYRWj6QPh5uau3EN59+zFGlFRd2WKGuS1Uun0yRMdHUXqe7DqFtKue1ObtWEBAAAAoDWwCtBCVICGDqS+DHT9hsx+oA50amzR1l87SB1opJ8bMW2sf1BoTFJq5skLQaMCfAkAAAAAAAB0Gq2yw6+vp2tuapSVk19SWkYAAAAAAACaT9D0ALSjE9c+feqE8qwzp09+9+1XTz05Z+SwIefOnmGd3OFSVsG3cd26defq3R4+dCA/P1957n8b13NtF5cmVedtPebmFnRaWFh4/tzZzMxMN3d3rjixgYEBkaeZ794Kuqmjo/NETflnytjYhCjqQ9ML1l3nrl3biSJC7ec/hPXcCQkmSqWFOZaW1Unx3JpEOGfDujUVFRVEKZT8688/+g3s+9yip5UX8/bu+cfqf1gh6qNHDpGGJSYklJaW1nszuKQvl+uNVNSKJko53YKCgoyMDNK0QsUNLcySvvRa6hYeCw8LJUpBYSMjI3ocmigVyVa2ZfOmjz98jwXTiSJ/HBMdTRvdlDLEDW3zhoQrbpurqxv31GVxbVs7O319feUeLS2tri4utS7L/i486wSjWS1wrr/uTW3WhgUAAACAViISy6OfWghAQ8fCMrtsylPg8+mJr6nJp/8EAnoSCAUCLW3NoXMNunS9X/4pLa5o6y+hYpGMqDOknxtH7/xzc8bTxq6jF/MLiggAAAAAAAB0Gq31jWdXZ3s6jYlHEWgAAAAAgA4l6u7dr7/8jJ1CFLnMdtezV297BwfWPnf2zPfffp2UmFhVVRUeHvb36j9Zv1Qq5aoFc7Wl0+/dy8zMrKioYDWD66WjozNqzFjWLisre/65hZcvXaSNlOTkP1eu2LB+LZtlYGAwcfJU0q4sLC2JIpZ69swpIi///CQ3S18RgN61U55mnjFzlpGRETeLKwlM71etFV66eOHg/n208fTCZ1ld57TU1Ork8YPpWIp7CC5ePK/cT58we3bvZG0uKevk5Eyn8fFx5eXlygvTg7IsSC0SiUjDWPiYHrXt0UCVYgdHRy7pG6EIQBsbG1tZWbGe0DshrOHu3o08TEMLs9XW3Q706ZQQH0+UEtj0drJq1sePHqm18J07IX/8/tvpUyd1dXS51dbKHzeyzRsSESHfCC6ublxP+GGregAAEABJREFUpCLu7KFUvJnlwmlPrfJpbAPq6enZ2tkp90dHR9GnluIing3d1GZtWAAAAABoJSKRmK8UdgToMDptBhrp56Zw62o7fHBvsViy9/gVAgAAAAAAAJ1GawWg3RQB6OgEBKABAAAAADqUjIz0w4cOslNqcjJRAfTA3ptvvcud3b9vz7w5M/0H9Vvy7DMlJSWs89XX3zQ2NmZtM1Mz1igrK5s+ZcKIQP9zZ043sv6XXl5mqcgWE0Ua9e03Xxs1PGDOrOmblMo/f/LZl1y+tr0YGBiwir+XLl4wNzcfOWo0N0tfT54GvnjhPD0sOmfek8qXoksOHzGSNn7+cTlXJFsqla759+93336Dtnv16j3/yadYP0v96unpOTo51bp2HR2dESNH0cZfq/5gsWmZTEZX+PKLz7HgrJ29PRe8HjZiZJcuXSoqKt587ZWou3dZJz377z9/XbsqP1QZMHQYaRi7Ga5u9yscc1iuVzkYzUode3n35HrS0lJZo/GYdSML0+dV+r17pL5Sx+FhoXUrKM+ZO19+S+5G/vH7b3SzsLXt27P7jVeX0rPjxk+YPHWa8q1V3sKNbPN60c0YFxtb6wbUKkpNuEh0ndvPNiAXi+ewYLSWlpabu3tDN7VZGxYAAAAAWolYLBGi/DN0UJ0wA93E9DO77502/cxMH+dP7/nVW5GlZeUEAAAAAAAAOofWDUDHJqQSAAAAAACAVtav/4AXX36lVi1bzvwnn5o+4wnuLFfRmZOdnUUaZmho+MNPvzUUP7WwsPj5198H+/kTFWBmbk4UEdiZs+bQQ55cv56iHLJMJpsydbqJiUmtS73/4Se+ffuVlpZ+8N7bUyaOffmF56ZPmfDv36urqqpGjxn7y4o/uA0bdTeSTj29vOu99ldff8vJ2VksFn/7zZczpk6cOG4UXWF3jx4sGK0cSqab9NMvvtbR0QkJCV70zJMTxo5c9PSTY0YGrvnnL6KICyunt+ti0dsePWpXRKZ3kOV6eyhlf9nCytlfY+PqLTBvzky/gX1PHD/WyHXVu3BI8G3W2bNX71rLhymixsbGxsoVlPv49l24aDFt/Ldpw5DB/el6hgUMXv79N3Rb0Tv7wUefcsehWf5Y+dY2vs3riomJZglsLvOdmpLCakhzceeSkhLaWeuKmIiaytC1+qtvWHcP7slQ96Y2a8MCAAAAQGugHwWlMplAoEkAOqhOlYFuevpZ3ujc6WdKR1trkK+HRCo9czmEAAAAAAAAQOfQWqNgttYW2lrCpJR0kVgixFgbAAAAAAC0sicXPO3bt98fv/+WmZmRl5tLD/ybmZs7O3d96plFyqVwqWnTZ5aVlf23cX1hYSFRlEC2sbVrfOUurq4bNm09ferk1SuXoqLupt+7Z2Ji0tXFtYen1+w583R1dYlqsDC3SEtN1dLSUg58E0VxaKIolT1/wdN1L0Vv/2+//3n+3NmjRw5F3Y2MiAi3srYe7dt3+sxZ3kqFk0lN5rVuOpYxMzNbv3HLls2bzp89k5yc5NHD089/yIyZs15+4TlSp9hwr169t+/at2HdmqCgG1mZmXSr0k76CNLHsf+AgaRhEokkJiaaPFjhmImJjq6srCRKAei8vLysrKxat3nM2HElJcX79+2Jj4szMjKqG2JWVu/CbDvQrVQ3TV5dgrrObVu85AW/IQF79+y6fSsoNyenW7fudFVTp8+sVTi8OsCttK0a3+Z1sWLP9Dng4OhY3aMo3kyPdnfv7sF6WDlnUmcbNlLZOqLO/ap7U5u1YQEAAACgNVSKxHSKgzLQsdG9G7rLz6YNfRGaGfakwdnNxRmxEnY2La5o22+hs5d5C4StVR+qBSH9/AhGD+l74XrYqUvB44b35/PU4FEGAAAAAACAx6TBSkO1hl/+3hoaGffu0gXuXR0IgKqqUpApSCQSsVgckliYXijRFvLH9nUkAAAAAAAAAAAAAAANiM8ouhOfQxvuRqW62kJtbW0tBYGCPIqoiCG2TQCxqLj09U9/sbEy//Kd5wmoP+7ghVQqpQcvyoqyC1Ou0n5b98F6Rlakc2PHN9m0ZivJN5REIqX/xGL54R6RWFxZITm3pTgzXsJd0NbFcM5rqp6BRvr5kX3/57bo+NTXnp3u3d2ZAAAAAAAAQB0JocfEFaViniHRc+YGshR7lwK2a6lRg6iDVty97+YiD49GxSYRAAAAAAAAAAAAAAAAaE0isTzlSQ9YEYCOjh2IZVOeAp9PT3x6rJb+owdt6YFb+regpa05dK5Bl673y6KnxRVt/SVULJIRVYX08+MY1Ef+A0q3w2MJAAAAAAAAdAKtGID2cHOi04iYRAIAAAAAAAAAAAAAAACtSSwW06lAoEkAOoEOmYFG+vkx9fFyodOg0BgCAAAAAAAAnUArBqAd7az0dLVjE1LEYgkBAAAAAAAAAAAAAACAVlMpkgegUQEaOo8OloFG+vnx6evpOjtYl5SWxyfdIwAAAAAAANDRtWIAmu5ad3NxlMmqouKSCQAAAAAAAAAAAAAAALQaVo9GiArQ0Jl0mAw00s8tpbdHVzq9HRFHAAAAAAAAoKNrxQA05eHmRKcR0QkEAAAAAAAAAAAAAAAAWo1ILK8ALUAFaOhkOkAGGunnFuTj6Uqnt8NiCQAAAAAAAHR0rRyAdncmCEADAAAAAAAAAAAAAAC0MhEqQENn9ZgZaFGFlLQfsUiG9HMLsrU2NzYySM/KKyouJQAAAAAAANChtW4A2trSzNBAL+VeZmlZOQEAAAAAAAAAAAAAAIDWIRLJK0ALhagADZ3R42SgN/90p70y0GKRbOsvoUg/tyxXR2s6jUu6RwAAAAAAAKBDa90ANOXp3pWgCDQAAAAAAAAAAAAAAEBrQgVo6OQeOQOdkVTSLhloln5OiyviepB+bhEuDjZ0GpecTgAAAAAAAKBDa/UAtIe7E5EHoBMJAAAAAAAAAAAAAAAAtA6xWF4BWiBABWjovNQoA430c+txtrei04TkDAIAAAAAAAAdWquXAfDqjgrQAAAAAAAAAAAAAAAArUukCECjAjR0choaGlVVVWzK4zVWCmroXINzW4oz4yXsLMtAz3ujp1CbT1oZ0s+tytHOkm6VeFSABoBOg77lEQBoafiUBQCgFlp9FMzIQL+LhWlmdl5OXqG5qREBAAAAAAAAAAAAAACAliYSy3OcQlSAhk5PxTPQogrptt/CkH5uPXSzWVmYpmflZWbnd7EwIQAAHU7dxDMy0AAti32SrNVDAABA9bRFGQAPN6fM7LyI6ISAgb0JAAAAAAAAAAAAAAAAtDSRSFEBWogK0ACqm4EWVUjp+um1cD0WzlW9xyP93MIc7bqkZ+UlpmYiAA0AHQyXyFSOZiL9DNDi2J+V8ueuWj0AAKAi2igAffbyrcgYBKABAAAAAAAAAAAAAABaBSpAAyhTwQx0/ennCXyBAOnnFuZk1+XqrciE1PQBPt0JAEBHwfKXtab1RqIB4DGxz1rKU4IYNACASmqLAHR3Vyc6DY9KIAAAAAAAAAAAAAAAANAKxGJ5BWiBABWgAaqpVAYa6ee21NXemk4TUzIJAEBHoZx4jspMupwYrNSvQRCABmhR9OOWqa7RxB7+GkpIzccw9gmTAACACmiLUTB9PZ2ujrbxSWlxiakuTnYEAAAAAAAAAAAAAAAAWpRIhArQALWpSAYa6ec25mRvRbdTUioC0ADQQSinn6Uy6ben1iTnpxMAaGVOJtYels48HvssplHrUxkAAKgCHmkTvT3d6DQ4PIYAAAAAAAAAAAAAAABASxMpKkALhQhAAzxAuVyfIr/C4/Ppia+pyaf/BAJ6EggFAi1tzaFzDbp0vV89imWgRRVS8niQfm57dNPZWJmLxJL0zFwCAKDmlNPPMpnsYNgFpJ8B2sbKS9slClIp/eOTsb9B7k+SAACACmizALQ7kQegowkAAAAAAAAAAAAAAAC0NHpQnsgrQLfFj38CqJd2zEAj/dxenOy60GliGopAA0BHwKWfSyvL1904QACgTcTlphyPviKRSJUz0AxBBhoAQDW00SiYrbWFsaH+vYycnLwCc1NjAgAAAAAAAAAAAAAAAC1HJJJXgObz+QQA6tDQ0KiqqmJTHq+xElFD5xqc21KcGS9hZ1kGet4bPYXazf7jQvq5HTnZdrl0IzwpNWtQnx4EAEBtKUctqQ03DxVWFLNZLhYOz/hNJwDQ0sLTYrbeOMTaG28fGWDnpa+lp7wA+zCJj2cAAKqg7coA+PbyOHXhxu2w6FEB/QkAAAAAAAAAAAAAAAC0HBaARgVogIa0cQa6bvrZ0rWq19ja6Wd58lkO6ecW1tXBmk7jk+8RAAC1xdWXlSkk52XuCT3NzX0uYHZ3K2cCAC2th43rxdhbqfnptF1QXrQz9PT83mPZLA0N9lmyin084xoAANBeeKSt+Hi502lIeAwBAAAAAAAAAAAAAACAFiUSy8OaQqGAAEADWEKFTXkKfD498TU1+fSfQEBPAqFAoKWtOXSuQZeu979OwDLQogppE6+osrze9DNPIOAh/dw27G0s6YZNTMmUSmUEAEBtVdWQyWR/X90lq6p+TRvs0gfpZ4BWwtfgvTB0Nnf2YNT5jKJciVRCP1RI5WTcHyYBAID21nYB6G4ujjraWndjk8orKgkAAAAAAAAAAAAAAAC0HLEYFaABHq4NMtDy9PMPIfWln6uvAunnNkA3ppN9F6lMlpCSQQAA1BCXrWTp55C0mKvJoayHvp88M3gaAYBW42Xr3s/Jm7UlMummkMNisUSRgZayiuzKf6EEAADaT9sFoOmuuld3F/q6HxoZRwAAAAAAAAAAAAAAAKDlVCoqQAsEqAAN8BCtmoFm6efM1FKuB+nn9uLiYEOncUn3CACAerpf/rmqasWlrVz/lN4jLQ3NCAC0poV+M+knRNa+lhp2NztBIqmJP8uqlGPQyEADALSjtgtAU7093eg0ODyaAAAAAAAAAAAAAAAAQMthFaC1hAhAAzxcszLQFo587oKNZ6Drpp+7uBGkn9uLq6M1nUYnpBEAAHVTq/zzgbBzKQXV9ewNdfRn9h1DAKCV2RhbjPceyp1de/ugREEqlbE60Oz7CQQAANpVmwage3m60X31OxGx9F2AAAAAAAAAAAAAAAAAQAsRiSWafD4BgKZpegY6cH6TMtBIP6sa9652dHo3NhnhJABQR9W1n2WykoqydTcPcv1PDZqmralFAKD1zek/QU9Ll7WTC9NPx9+QSKT0X0315youA40PGwAA7aVNA9A62lpuXe3LKypjElIIAAAAAAAAAAAAAAAAtBCRSCwQaBIAaLImZqC1dQT1ZqAry+9noOumn626VfUay9PU5ClWg/RzO9DT1bG1Mq+oFKXcyyYAAOqDS1WyiOXGoEOlojI2q6u53QiPgQQA2oSeUGf+gEnc2W3hJ8pE5VIpKwBdOwMNAADtok0D0FRvTzc6DQ6LJgAAAAAAAAAAAJXOnFkAABAASURBVAAAANASJBJ5EFNLKCAA0ByPlYH+IYRloOtNP/cczWfpZ7oqpJ/bS3cXezqNikNxLgBQG1ySkqUqk/Mz94Wf4+YuGTpXg+CdAqDtjPEaYmdizdolorI9EWdZEWjlEDSbixg0AEC7aOsAtG/P7nR6K/QuAQAAAAAAAAAAAAAAgJYgEovpFBWgAR7BI2egM1NLN/8QUpxXWU/t5zF81H5WBd1c7Og0PDqJAACoD6UK0FV/Xdkpq5Kx/sEuPt2tnAkAtCG+Bu+FobO5s0fjLmeV5EmlMqlMpshAowg0AEA7a+sAtLmpsZWFaU5eYXpWLgEAAAAAAAAAAAAAAIDHJhLJA9BCASpAAzwK5Qw0CyU3koG2dHogA73y/evK6WcbD3n6mV6cpZ9Z5hnp5/bSw82RbtjI2GRWJh8AQMUpl5KVyWQhadHXU8JZj4Cv+czg6QQA2pyXrXtfR2/Wlsik/905Kq0m47C5iEEDALS9tg5AU7293Ok0JDyaAAAAAAAAAAAAAAAAwGMTiSV0KhQiAA3wiLj0M9NIBnrovAcy0MpsexDvUfKLcOlnehGkn9uRjrZWDzcHiVQaEYMi0ACgHrhqsmKpdMWlrVz/5F4jLA3NCAC0h0X+M3k1n9Zu3AuPykmSSORloLki0DLF/wgy0AAAba4dAtC9PN3oNDgshgAAAAAAAAAAAAAAAMBjEysC0AKBJgGAR9WsDLSFY+0MtHV34jWy9sLVRaCRfm4/fbzkx6ZDIuMJAIBqq1X++VDEhZSCDNZjqKP/RL+xBADaiY2xxQTvQO7smlv7xRIxSz+zQtDcVxcIAAC0rXYIQLs5O+hoa8UkpJRXVBIAAAAAAAAAAAAAAAB4PCKxmE6FCEADPJ6mZ6AD5z+Qgbbx0PAZR2dp0n+s5DPSzyrC11segL4Rgl8nBgA1wAKUMpmspKJs/c2DXP+CgVO1NbUIALSfOQMm6mnpsnZKUcaZ+JsSiZT+k8nu55/ZXMSgAQDaUjsEoOlefG9Pd9q4ERxJAAAAAAAAAAAAAAAA4PGIFBWghQIBAYDH08QMtI6ucNiThl2c5d86sPfi95+kQzuFQpZ+1kT6WXUY6Ov6eLqWlpVfD44iAACqiisfy6KUG4IOlYrK2Kyu5nYjewwiANCu9IQ68/tP5M5ujzhZJiqXSlkBaOUa0Eg/AwC0qXYIQFN9e3Wn02u3wggAAAAAAAAAAAAAAAA8npoK0AhAA7SApmagdeQZaK+hOoOm6rPos1BOoPh/dRIa6WdVEDDAm07PX7tDAABUknLhWCo5P3N/+Dlu7pKhczUI3jIA2t8Y7wBrIwvWLhGV7Q4/w4pAK4eg2VzEoAEA2kz7BKC9PVx1dbTvxiYVFZcSAAAAAAAAAAAAAAAAeAwikSIALdQkANASmpSBFgp0dLT6jDTQ0pInnuVTRTCaRZ/l/yH9rBq8uzsbG+pHxibn5BUSAACVpFQBumr1lZ2yKhnrH+zi093KmQCACuBr8JYEzObOHom7nFWSJ5XKpDKZIgONItAAAO2gfQLQdCefFYG+iiLQAAAAAAAAAAAAAAAAj6e6ArQQFaABWkwjGWiBpjwDzco8s9wznWix8s+KKUs/06niIkg/tzO6wf37e9HGxRs4Ng0AKke5ZKxMJgtJi76REs566HvIM4OnEwBQGT4OPXwdvVhbViXbGHJYWk3GYXMRgwYAaBvtE4CmBvSRvx9cuxVOAAAAAAAAAABA3VQ1igAAAEDbEosldCoUIAAN0JLqzUBrKsgz0JqC+xloYU0RaKGi+rNiGR5Pg8/nI/2sCob0kx+bvnA9DHsrAKCCuOEUsVS64tJWrn9K7xGWhmYEAFTJs/5P8Go+zgWlR0blJEkk8jLQXBFomeJ/BBloAIA20W4B6G4ujob6eokp6Vk5+QQAAAAAAAAAANQEF3FuJPqMGDQAAEAbqxQpKkALNAkAtKi6GWhFrFkeg5YnnTU1hQJ5wWd5Epr+q44+8+X/KcpFI/2sIsxNjTxcHQqKSsKiEgkAgMqoVf75UOSFlIIM1mOooz+r3zgCACrGxthigncgd3bNrf1iiZiln1khaFSIAABoS+0WgKZ79wN95V+0vXoLvzQEAAAAAAAAAKAeakWfbx5Pz00vYz/vWG8MmgAAAECbELEAtBAVoAFannIGWhGAliebWb5ZIA888wWsIDRX+VmRfuYg/awiAgb0pNPz10IJAIAqYQMpdFylpKJs/Y2DXP+CgVO1NbUIAKieOQMm6mnpsnZKUcaZ+CCJREr/KQ+RsrkYHQUAaG3tFoCmBvTxpNMrN7GTCQAAAAAAAACgBpTTz3Q4/9rhtJOb4rd8G5afWU7PshontcqcYJQfAACgbYjEEiKvAI0ANECr4DLQdMoyzTUZaJ48AF0TfGY9XPqZZaaV1wDtyNfbTUdbKyQirrikjAAAqABu/ISNpay/ebBUVP0CZWdiPbLHIAIAKklPqDOv/0Tu7PaIE2Wicqm07uAoxkUBAFpdewagneytLc1NsnLyk9MyCAAAAAAAAAAAqDDlw3Ly9PPB1LPbkmh/SYF4y7fheZllMmk15ZF+ggw0AABAmxCJUQEaoHXVqgNdk4Fm5DFoVhOaXxN/RvpZ1dBHxr+fF91duXQzggAAtDflArFUcn7mgYhz3NwXhs7WIHjvAFBdY70DrI0sWLtEVLYr4jQrAq08NMrmYmgUAKBVtWcAmhrk602nV4PCCQAAAAAAAAAAqCouzcyG768fTju3M4WbW1Ig3v793bzMMqlEIqvJQKMONAAAQFsSiRQBaIEmAYBWoxxo5pLQdXFza10K2t3QgT3p9MSFIPaaCQDQvpS+al616soOWc3gyaCuvb1s3QkAqDC+Bm9JwGzu7NHYK1kleXRMVFr9K3koAg0A0EbaOQA90NeLTq/cDMULPgAAAAAAAACAalJOP7Paz+d2pNRapqRAvON/0bnpZYpaJ7Vj0AQZaAAAgFYmEkuIPACNCtAArYtLNmvUp27hZ6SfVYq1pWlvT9eCopIjZ28QAID2o1walg6ehKRF30ypLk7P5/EX+s0gAKDyfBx6+Dp4srasSrYh+NCDP493vw40xkUBAFpPOwegLc1NnOyti0pKY+KTCQAAAAAAAAAAqJi66efzu1K5uYZmWly7tFCy66fYnLRSeQJakYHmBvox1g8AANDaxGJFBWghAtAAbaFuyrlW1hnRZ5U1b8owPo93+PT1gsJiAgDQfrjqsGKpdMWlrVz/lF4jLA3NCACog2eHzOLVfOS7lXE3LCNOIpGXga5bBBrjogAAraSdA9DUAB/5t2Gu3gojAAAAAAAAAACgSmqln68fTruwO42ba26ju/CjPtNf6MFFO8qLpXt/TchndaAVo/3IQAMAALSNShEC0ABtTaNhBFSVmYnhyCF96O7KjsMXCABAe6hV/vlQxPmUggzWY6ijP6v/OAIAasLG2GK8VyB3dm3wAbFEzNLPdTPQAADQGto/AD3Q14tObwRH0td9AgAAAAAAAAAAqqFu+vn8zvu1n81tdOe/3UtHV9Pdx2za8w9koPf8mogMNAAAQBsTsQC0AAFoAICHmDRyoK6O9tVbkclpmQQAoD2w6DNVUlG2/uYhrn/BwCnamloEANTHnP4T9LR0WTu9JPtMfJBEPioqqTUiSjAoCgDQOto/AG1ooNfd1bGsvCLsbhwBAAAAAAAAAAAV0MT0MztbfwY6o0zCSp4gAw0AAND6RGIJkQegNQkAADRKR1trxjh/2ti45xQBAGhbVQ/aEHSwVFTGZtmZWI/sMZgAgFrR19ad238Cd3Z7xIkyUblUKn1wQBRFoAEAWkv7B6CpAX3kRaCv3gojAAAAAAAAAADQ3hpPP3ex01NOPzO1MtAVJbI9vyTmZ5YjAw0AANA2xGJFBWghKkADADzc0IG9rLuYxSelXw+OIgAAbUW5ECyVnJ+5P/wcN/eFobM1iAYBAHUzznuotZEFa5eIynZHnGFFoJVD0GwuRkQBAFqcSgSg+/v04PN4t0KjWH0CAAAAAAAAAABoLw9NP897q3b6mUEGGgAAoB1VihQBaAEC0AAAD0d3WxZMG0kb2w6clUikBACgrXC1YOkAyeorO2Q1YyODuvb2snUnAKCG+Bq8JQGzubNHYi9nleTJR0NlMkUGGkWgAQBakUoEoLW1hN49XMViSXAYvmILAAAAAAAAANBumpJ+1tLhN3RxZKABAADaCysxo4UK0AAATdPNxc7H07WgqOTo2RsEAKD1KZeApWMjN5LDb6REsB4+j7/QbwYBALXl49Cjj4Mna8uqZBtDDksk8grQNaOh9+tAYzgUAKBlqUQAmvLv15NOL14PIQAAAAAAAAAA0B4eM/3MIAMNAADQLkSKCtCamnwCAABNM2viUDrdc+xSQnI6AQBofVwVWDpEsvLyNq5/cq/hloZmBADU2eIhs3g1Q6JB6ZHhmfHyCLRMWrcINIZDAQBakKoEoHt7uRsZ6IdHJeTmFxIAAAAAAAAAAGhbLZJ+ZpCBBgAAaHsikRjlnwEAmsXS3HjB9JG0sXLD/opKEQEAaDW1yj8fjDifXpTDegx19Gf2HUsAQM3ZGFuM8xrKnV0bfEDMxkJlVXUz0AAA0FJUJQCtoaERMLA3bZy5FEQAAAAAAAAAAKANtWD6mUEGGgAAoI1JpFIhAtAAAM0UOKiXj5dbfmHJP1uPEgCA1sSiz1RJRdmGm4e4/icHTNYT6hAAUH9z+0/U09Jl7fSS7DMJQRKJlP6rNRBKMBYKANByVCUATQX6+dLphWvB9BAYAQAAAAAAAACANtHi6WcGGWgAAIA2wwqXCgUIQAMANNviOWPNTAxvh8WcvHCLAAC0gqoHrbtxoFRUxmbZmViP8vQjANAh6Gvrzuk/gTu7PfxESUWZVCp9cBwURaABAFqSCgWgjQ31vT1cSkrLg+7cJQAAAAAAAAAA0PpaKf3MIAMNAADQNkRiMZ2iAjQAwCPQ1hIufXoKn8/bfuhccloWAQBoUcoFX6nk/MyDkee5uS8Mna1BNAgAdBTjvYdaG1mwdomobHfkaVYEWjkEzeZiIBQAoEWoUACayH9jqA+dnruCL9cCAAAAAAAAALS6Vk0/M8hAAwAAtAGRSELkFaA1CQAANJ+DreXsiUPp3smva/YUFBYTAIAWxdV8peMfq6/skNUMfQzs2svL1p0AQAfC1+AtHjKLO3ss7mpWSZ58EFQmU2SgUQQaAKCFqVYAupenm5GB/t3YpIzsPAIAAAAAAAAAAK2mDdLPDDLQAAAArU0kQgVoAIDHMsK/z5D+XgVFJf9bvaOktJwAALQE5VKvdOjjSuKdGykRrIfP4y/ym0kAoMPxdfT0cfBgbVmVbEPIIYlEXgG6ZhD0fh1ojIICADw+1QpAa2hoDB3kQxvnLqMINAAAAAAAAABAa2mz9DODDDQAAECrEokVAWgBAtAAAI/u6Zmje/dwycjO//HvnZWD6dbJAAAQAElEQVSKL5YAADw+rtqrSCJZfXUn1z+p1zBLQzMCAB3Rc0Pm8GpGQm+l3w3PjJdHoGXSukWgMQoKAPCYVCsATQ0d3Ie+BVy4Fkxf+gkAAAAAAAAAALS0Nk4/M8hAAwAAtB5UgAYAeHwaGhovPjXJzdk2OS3rtzV76C4KAQB4DNzIBhvx2Bd+Nr0oh/UY6ug/0XccAYAOysbYYqz3UO7s2uADYsUQKAtB18pAAwDA41C5ALSxoX7PHm7lFZU3QiIIAAAAAAAAAAC0qHZJPzPIQAMAALSSSkUFaC1UgAYAeDyafP5rz063tTK/G5fy13+HsEcCAI+JjmywgY6i8tKNNw9x/fMHTNYT6hAA6Ljm9ZuoU/Nnnl6SfTr+JisCXWv8k2AIFADg8ahcAJoaOtCHTs9eukUAAAAAAAAAAKDltGP6mUEGGgAAoDXUVIDWJAAA8Hi0tYRvLZlpamxw8070X5sP0n0UAgDQfFVK6EDHmuv7KiSVbJadifVoTz8CAB2avrbuvAETuLM7Ik6WVJSxItBKw58oAg0A8LhUMQDds4erkYF+bGJqRnYeAQAAAAAAAACAltDu6WcGGWgAAIAWJxKzADQqQAMAtABDA733X55raW58PTjqp793Viq+ZAIA0HTKhV2phNx7R6MucXNfGDpbg2gQAOjoxnsHWhtZsHaJqGz33dMSiVT+T2n8k83F+CcAwCNTxQC0hoZGoF8f2jh94QYBAAAAAAAAAIDH1nj62cpRv23Szwwy0AAAAC2rslIeztMSCgkAALQEU2ODD5fOc7C1vBuX8t0fW0tKywkAQHMolX+uWnFpm6xmZGOAc08vW3cCAJ0AX4O3eMgT3NljsVezSvLkY58ymSIDjSLQAAAtQBUD0FTAQB96DOzyzVCJREoAAAAAAAAAAOAxPDz9/EbPNks/M8hAAwAAtKDqCtACTQIAAC1EX0/nvZfmdHexT07L+vr3zXkFxQQAoAmUS7rSkY3LiSHhGbGsh6eh8az/EwQAOg1fRy8fBw/WllXJ1gcflEjkFaBrxj7v14HG4CcAwKNR0QC0saF+L0/38orKq7fCCAAAAAAAAAAAPKqmpJ+F2m2afmaQgQYAAGgplSJUgAYAaHlaQsEbz83s4+WWlVPw1W+bU9OzCQBAE3BVXUUSyV9Xd3H9470CLQ3NCAB0Js8NmcOrGQC9nREVlhEnj0DLpHWLQGPwEwDgEahoAJoKHNSHTs9evkUAAAAAAAAAAOCRqGz6mUEGGgAAoEWIWABaS0AAAKBF8fm8l56aHDDAu7C45Ovft9y8E0UAABrGDVywAY29YWfSi3JYj56W7pz+EwgAdDI2xhZjvQK4s+tCDooVI58sBF0rAw0AAM2lugFor+4uZiZGCcn36IkAAAAAAAAAAEAzqXj6mUEGGgAA4PFVVoroVChEABoAoOXRvZWnZ46eP3U43UP5c+PB9TtPSCRSAgDQADpwwcYxispLNwUd5vrn9Z+or61LAKDzmdd/ko5Qh7XTS7JPxd9kRaBlNbgBT4x8AgA0l+oGoOme5HB/X9o4cvoKAQAAAAAAAACA5lCL9DODDDQAAMBjEokVFaCFQgIAAK1juJ/PR6/MMzU2OH/tzhe/bcrMzicAAA+qUkLHMf69vrdCUslmWRtZjPUOIADQKelr685VKgC/M+JkSUUZKwKtGPMkKAINAPDIVDcATQUO9tXWEt4KvZuTV0AAAAAAAAAAAKBp1Cj9zCADDQAA8DgqRSwAjQrQAACtyMG2yxdvPu3dzTktPeezXzZevR1JAABqKBdwpRJy7x25e4mbuyRgDl9DpfM5ANCqJvQMtDayYO0SUdmuyNMSiVT+T2nYk83FsCcAQLOo9AcsbS1h4OA+9IUdRaABAAAAAAAAAJpI7dLPDDLQAAAAj4wFoIUIQAMAtDIdba3XFk9/YkKARCL5e/PhPzYcKCgqIQAACkrln6tWXNrG9fs6ePo4eBAA6MT4Grxnh8zkzh6Pu5pVkicf8pTJFBnoKuVhTwAAaDpV/4bZyID+PJ7GhWvBpWUVBAAAAAAAAAAAGqWm6WcGGWjoeKoAQE0QNVdZKSKoAA0A0FbGBvZ798U5hgZ6QaHRH/1v3ZnLwdg1AejkqpRKt9KBi8sJweEZsayHp6Hx7JBZBAA6vb6O3p62bqwtq5KtCz4okcgrQLMhT/bqUYUxTwCAZuJ/9tlnRIXpaGtl5xYkp2Zoamp2d3UkAK2DjXGzw6iZBZUllTJNPs/VxpgAAAAAAAAAqA8uwqWO6WfGzFrX0lb/blA2OysRVcXeKnTy1tfSpUcMFdHo6kntKYBKUT5ShaNWAKqv1ltJs95Z8ksqM/PLaMNMWyzQ5GvW4CvweIr3Lw2N1n63Onv5Vn5h8ZjAgXq6OgQ6EC6jTz/aiSvLKovkH+0MzeyF2voEANqVqbFBQH+v0rLKuKR7d+4mhEUnujnaGOjrEgDorLh37Uqx+MMjK8vE1TX+JngPG9qtHwEAIMTN0ulY+AU2TpRRktvN1NFS35TtNSrvPGLMEwBaVUFWnEwilmloEaFJ3YGsNhvLaimaROVNGDH48o07py7cGD9isFCgBjcYAAAAAAAAAKDtdYD0M8PqQO9ZHcFSo6wO9LTXnEy6PLAYHYYjiiMB9F7jeACoDuW6Xw01AEB1sHcQ5bcS9s5C1O1gc6VIXgFaiArQAABtSFdH++mZowL6e/27/Vh8UvqnP20YO6zf5JGDNDXVYLcLAFoQt6/HBmT2hJ7KKc1nPXpaunP6TyAAAAoOptZjvIYcCT3Pzq4LObi8yyvywKE8/yxVpA2r1HGHFACgHalBntjK0sy7u0vo3biL14KH+/clAAAAAAAAAADwoA6TfmbqzUBPfdXR1OqBgmrIQIOqUf6hUu6vkmsQZKABVEyt3xNQzkCTB1PRqq+yUkynWghAAwC0OWcH6y/eePrkhVt7j186dOralaCIKaMHD/b15PGwhwLQibCfa6DTovLS/24d5frn9Z+or43a8ABw3/z+k89G3SgXldN2ekn2qbgbY9wH0UFOvoxHX0boPii3c4oBTwCAplCPgspjhw8KvRt37OzVYX6+eHEHAAAAAAAAAFDWwdLPTN0M9N5fkya/4mhugww0qCjl9PO9A0eLwu9qPJh4RvoZQNVwbx8mfgNMB/VjP/HJzSJqdbxZJJIHoLW1hAQAANocfQMZPdS3f2/3TXvP3A6LWbv92NGzN6aN9fP1dicA0NFVKaFjMv9e21MhqWSzrI0sxnoHEAAAJfra8sLway/uZGe3hZ/wc+hlxNeX8vg8nozulnIjvRjqBABoCvUIQHd3dbSztkxNz7oZEtmvdw8CAAAAAAAAAAAKHTL9zNTNQO/7NXHKq07IQIPK4v4Yy1PvFYVHEQBQEzouzjKplP4Jsww0985C1EeFSKTJ5+N9EACgHRkbGSx9enJMfNrWg2cTUzL+2HDAyd5qxjj/Hm6OBAA6KOVf+6EScu8dibrMzV0SMIevwSMAAA+a2DPwaOi59MJs2i6XVOyKPPVU74k8noTujyr2SVEEGgCgGdTmw9aEkX50evDEJQIAAAAAAAAAAAodOP3MsAw0N85fWVa179fEnHtlEolYKpXK6EmB2w6osAvtpdZhbzwVAdSLrEomkUhk6vzOIhKJtbQEBAAA2ptbV9uPl81/7dnpDraWiSkZP/6187s/tianZRIA6KCUyj9Xrbi0jev3dfD0cfAgAAB18DV4i/xncmePx11LK8qW74/KZPIBT1kVRjsBAJpOPSpAU/16e+w6dDo1PetubFJ3V3xNFgAAAAAAAAA6u8bTz7YuhrOXeal1+pmpVQeaZaBRBxpUE/erxxTr4WtpGXZ1IACgkvLvxhJ2RFl+mFlSRar4VXz6xlmlbu8mIpGYTrWEQgIAAKrBu7uzVzfnoNCoPccuxySkff7LJg9Xh1FD+vT0cMHOCkCHofw9WLoPeCkhODwjlvXwNDSeHTKLAAA0oJ+Tt6etW3haDFF8I3fznSNv+S3g81kNaBn9H31VYb9QRAAAoFFqE4Cmr+mjhw7YvOf40TNXEIAGAAAAAAAAgE7uoennOa95C4Qd5IdWkYEGtaBU90vGdWpbmPZ843kCACrpwssfyEQi2pBKpWKxWJO+zWgqfmuYx+PeZ9XiDaVCcS+0hKgADQCgQugbSN+e3fp4uV+9FbH3+OXI2GR6sjQ3Hunn49fPS1sL31oB6Ai43UCRRPLH5R1c/wTvQBtjCwIA0LDnA+a8tvUrmWLH83ZGVFhGXC9bdzq8yZNqKKLP1S8vGOoEAGicOh0GGzLQR1dHOzQyLiMrlwAAAAAAAAAAdFadKv3MsAw0N9TPMtA598okErH8pyHlvw4pw69DgiqQp59rnocAoC7oW4lUIpFy7yZKbyhqoboCNLJ0AACqh8fTGNzX89v3nn3hyYmuTjZZOQWb951588vVWw+cyc4tJACgtrjPiuwD5J7Q0zml+axHT0t37oCJBACgUQ6m1qM9h3Bn14UcFCvGORUjndKavVIMMQEAPIQ6HQkTCjSH+/eljcOnLhMAAAAAAAAAgE6pE6afGWSgQWVxTzmuAjSefgDqhf7dSqQSSv5uUqVm6WeqopJVgEYAGgBARfF5vH69ur3/8tzP33jKr6+nRCI9cf7W+9//88PqHZdvhlcqvscCAGqH2/vLLyv679YRrn9e/4m6Qh0CAPAwTw6YrFPzcpFekn0y7rr8m7my6kFO5fElDDQBADREzQ6GjRjSl8/nXQkKLSopJQAAAAAAAAAAnUynTT8zyECD6kNtHgB1pCgALVEkWGQsyKI8V/X/qFlyTksoIAAAoNrsrC0WzR770yfPTx/rb2yoHxmb/O+2o699/uffWw6HRyfhYySAuqhSQj86rrtxoEJSyWZZG1mM9Q4gAABNoK+tO6f/BO7s9vCTJRVlrAi0YueUoAg0AMBDqdnxMEN9Pf/+veiL/LEzVwkAAAAAAAAAQGfSydPPDDLQoJq4Z5oGMtAAakhe9ZmrsKVIP6vXYeZKVgFaCxWgAQDUg56uzoQRA/734ZI3npsxsI8H7bl6K/Knv3e+9dVfOw6dT8/MJepHA6emnaAjUC7ISiXk3jty9xI3d0nAHL5GBx+ZAYAWNMF7qLWRBWuXSyp2RpyUSKTyf0qDnGwuxpoAAOqlSdTNxFH+568Gn74UNG74YH09/G4IAAAAAAAAAHQKSD9zWAZ6z+oINuzPMtBTXnUyt9FVXozHk28NDQ0Nut00NHCkGdpCTV4SR6QA1I/y92fU7msMqAANAKCO6E6Kp7sTPYnEkqDQ6CtBkeHRiUfP3qAnextLXy/Xnh5dHe26ELXA1yLQFFUyIhMRUH9K5Z+rVlzaxvX7Onj6OHgQAIAm0+TxF/rP+ObQKnb2RPz1kS4DHUyspHwZTyrVkJOxgU0McgIA1Ev9joqZGhsOHeQjEokPnbpEAAAAAAAAAAA6HgliXwAAEABJREFUAaSfa0EdaFBBeJoBqK+6uWf1OqRcKUIFaAAANSYUaA7q0+ON52b8+tmLcyYHOtlbpdzL2nv88he/bnrrq9Ubd58MjUqQSKUEAFSAcilWOuxwMf52eEYs6+FpaDw7ZBYBAGim/k49PW3dWFtWJdsUckgikVeAZgOc7NUGg04AAA1RywNjk8cM4fN5py/eLCwuIQAAAAAAAAAAHZpSYSGkn+9DBhpUGp5vAGqFe6vVUPrSkRqpqJAHoLURgAYAUHP6erqjhvh+vGz+/z5cMmdyYHcX+8Li0rNXQn75Z/crH//+8z+7jp8LSk3PJgDQrriPjiKJZNXVXVz/BO9AG2MLAgDQfM8HzOHaIZkxYRlx8gi0jIWgH/i+LkY4AQBq0SRqyMhAf7h/3xPnru8/dmHBzHEEAAAAAAAAAKCDUq5JifRzLSwDvWd1BBv5ZxnoKa86mdvoKi/G48m3D34mEtoMjkUBqCO1PpZcXQFaKCAAANAhmBobjBriS0/lFZV3IhOCI2JD7yaGRclPdK6hvl4PN4ce7o5e3RzpcXMCAG2F+6zIvnG9O/RUdkke69HT0p07YCIBAHgkDqbWY7yGHAu7wM6uCzn4fZdX+HweT4OOa0o1NNi4pvwlCGObAAC1qGUAmpo40v/MpaBzV25PGOlnamxIAAAAAAAAAAA6HKSfH4ploPf+FSGTyc8iAw0AAI9A3d8aUAEaAKCj0tHWGuDTnZ5ksqqE5PSImKSI2OS4pHtXb0fSE13A2tK0h7uTp5tDd1cHfBMGoA2w8Rk6zS8r2nzrKNc/r/9EXaEOAQB4VAsGTDkffbNcVE7b6SXZJ2Ovj+s2mA5p8mU8+rJD91kVMWj5riuGNwEAlKlrAFpfT2dM4MBDJy/tOXz22XmTCQAAAAAAAABAx1Ir/Xx6a+Kt45ncXKSfOe4+ZtNf9Nz9Zzgy0AAA0DlVsArQCEADAHRcPJ6Gi5MNPU0aNUgkEkclpEbEJEXGpKTcy0rPyjt18RZdwNbKwsXRuqu9dVcHKytLM+z0ALSsWqM0a67tq5BUslnWRhZjvQMIAMBj0NfWndNv/NpLu9jZHREnhzj2NuLrS3l8Hk9GBzbZ6w9BEWgAgAepawCaGjd80OmLN68EhY4f6WdtaUYAAFoffsQWAKDp1G73Gy/yAABNhzHWNoD0c7O49jRFBhoAADotVIAGAOhUhEKBdzdneqLt0rKKuKR7ccnpsQlp8cnpKfeyzl4JIYo3BWd7KxcnG3trcwebLpbmxgQAHgN3+IAN1CTk3jsWfYWbuyRgDl8DQzQA8Lgm9Aw8GnY+vTCbtsslFTsiTj7jM4nHk/B4GnRUE0WgAQDqpcYBaB1trTHDBu49cm7P4bMvPTODAAC0jrp5OCTkAAAeiuWKavUQ1YMXeQCAR6AuL/JqDennR4AMNAAAdFoVlagADQDQSenpavf06EpPtC2TVaWmZ8Um3otNuheXdC8yNpme2GLaWkJ7Gwt7G0sHOrW2sLO20NTkEwBoDqWBmqoVl7Zx/b4Onj4OHgQA4LFp8vgL/aZ/c3g1O3sy/vool4EOJlZSvownlSrCzzI2nomxTQAAjhoHoKnRQwecOHc96M7dlHuZ9jZdCABAi1L+Lm+tRt1lAABAeTe71l43F5VTnV3xel/ba72q40UeAIBT60VeuUcFX+TVHdLPjwwZaAAA6JwqRYoK0EIEoAEAOjUeT8PBtgs9DffzoWeLSkrjktLjk9PjEtMTUzNiEtLoiVvY1trctou5vbWFrZWZnbWFmYkhAegoElMynOytSMtRPppAB2ouJtwOz4hlPTwNjWeHzCIAAC2kv3MvT1u38LQY2pZVyTaFHH7H/yk+n9WAltH/0VchRTVoDGkCAFRT7wC0llAwfsTgHQdO7Tp05rXn5hAAgJbDdmW5aa2zBAAAGsZ9+Zg8GI8jKvOTTLV+rk65QfA6DwDwMA29ziNL2iIaTz87uBs98YoX0s+NQAYaAAA6oYoKRQBaGwFoAAC4z1Bfz8fTlZ6IfE+T3MvMSUjJiE9Op9PU9Oy09Bx6uh58ly2srSW0tTa3s5KfbK0s7G3MdXW0yaMqKyvbu3fvgQMHoqKiUlNTS0pKbG1tbWxsnn766YULF7b9LlhOTo6FhQVtnDx5csSIEaxTT0+P3s7Vq1cvWbKE9QiFQrFYvG7dOno7G1/h8ePHx4wZw9ZsZmZGQMX88NdOX2+3JyYE6OvpkBbCjdWIJJJVV3Zx/RO8A22MLQgAQMt5PmDOsi1fsnZIZnRYRlwvW3c6mMmTaiiiz9UvRxjYBABg1DsATY3w73vs7NXQyLiE5HvODjYEAKAlcGG44jLRrnNR5MFgHLcMPk0CANSi/Npoa2Ewoo+D4veYVCsDrfxtlpM3E1Ozi4nS8KVKBbUBAFRKrRfJaf6uhvrarI3f3WspjaefHbsZPfGKt6YAW/ghkIEGAIDOpqKykshLxiAADQAA9aN7PLbyZLO5fz8v1hOTkJaRnZeVW5CemUcb6Vl5cYn36Im7iL6eThdzYwsz4y7mJhZmRpaKRlPipDt37ly2bFl6erpyZ6zC+fPn//zzzy1btri6uhKA1nTxRtjt8LgnJgTQ5/xj7vFzB4hlCrtCT2aX5LEePS3duQMmko5rxdpVv/69krUXzJz76Rsf1F1m/ILp0XHyUrV9e/lu/XMdUSUnzp9+8b1XWfv7j76cMX6q8lyRWLRp97ZZk6br6+oRqCM3P+/QyaNPPTGPqBj6fItNih8/fAzpuBxMrcd4+h8Lv8jOrgs5+H2XV2qKQEsVg/FV+ElGAACO2gegBQLNSaP8/9t9bPv+U+8uXUAAAB6bcinQkjLR1tN3CQAANJ+Pi0VgTxv5zrjil5i4jBFRAeylng5WnrmdHBSdSQAAoPlG9rHX09Zkr/NEKUWKLOkja0L62Qvp5yZCBhoAADqVykpFBWgtBKABAKCp3Jxt6Um5Jzu3MCMnLzMrPzNHfrqXmRuXlE5PysvoaGtZmhvLw9AWJuYm8lS0uamhmYkht8Ann3zy5ZfVRSuHDx8+ceJEBwcHbW3tqKios2fPHj169ObNmxMmTDhz5oyNTTuXNgsMDBSJRNbW1gQ6qNKy8nU7jl24EfrMjNE2Vo9VqJsN1NBpflnRf0FHuP75/SfqClusyLSK27Rr6/TxU7y7exL1Rx/KfccO/r5mVWJq8szxUwg8qLS8bM3WDWu2bHC2d1CpAHR6Rvqv//6x5+iBp56Y37ED0NSCgVPPxwSVi8ppO70k+0TstfHd/OhIJl/Goy9HdBSTK0qCUU0AALUPQFMBg3wOn74SHZ8cHpXg2c2ZAAC0kLpVnwEAoOnoS6hUKuXRF1K6761IF6lCxoh7YceLPADAY5Iq8BQvp3w+nw68std5eDRNSz9jCzcDMtAAANB5VCAADQAAj83CzIievJWOttP3l/TM3HtZefcyc9Pl05ycvMKk1Ex6Ur6glpbgj2/foY1z586x9LOJicm+ffuGDBnCLTNhwoQ33njj/PnzY8aMiY6OnjZt2rVr10i7OnToEIFOIC7x3qc/rx8d4Dtl1GChUECaqdZwzb/X9omkYjbL2shijHcA6TToFvjo+893/7OFDgMSNffVL9+v3/EfgQbMeeGpyJgoomLSMzNGzplUKaoknYO+tu6cfuPWXtrNzu6MOBXg6GPE15fy+DyefByeO8qJ8UwAgI4QgNbk86eMCVi37eCeI2cRgAaAx6Rc/lm+K1slY/18nsbYgW4EAAAe5l5O8e1oeV0Q+hIqkYh5dDCsSj4eVqUyuSLl8Uqus5eblZ2FIQEAgIc5di1WIpW/fkooqYS9yMsUlf65IVcESZsL6edWggw0AAB0EuUVlfQd7BEyPQAAAI3Q1hI6O1jTk3JnclrWvazczOz83IKi/IKS/MLi4tJyNmvp0qXyS2lrHz9+vG/fvnVXGBAQ8P3337/66qvXr18/fPjw+PHjCUDrk8mqjp69eS04asG0Eb16uDT9grXKqSTk3jsefYWbuyRgDl+jc43VhEdFbti1eeEstflhdt+ePptWrGHtro5OXH9xaQmBhqnm9qkUiTpP+pmZ0HPYwTvnsotzabtcUrEj4uQzPpN4PAmPp6H46V0UgQYAqNYRAtCUX7+eB09cTEi+dzss2sfLnQAAPDaWPOCycZqavIUTfAgAADzMhZBkFoCmL6RisViTDhFqKr5/rNgPV5GvIyunzFjPkF6OgT5OBAAAHuZ0UHxNAFoslUjYuIL8FR7h0UeF9HOrQgYaAAA6g0qRWEdbiwAAALQ+B1tLeqrbf+XKlbCwMNr45JNP6k0/M88999zKlSsdHBwyM+/v+bK9sISEhFu3bv38889RUVEDBgxYtmzZqFGj2AIpKSm0P1jB2tq6T58+48ePnzt3br1XcezYsV9//ZUuSduDBg2aNGlSvUlrPT29srKy1atXL1mypNasxMTEn3766dKlS/Qm9e/ff/DgwfRm0+slTXDx4sX169eHhIRER0d3797dx8fnmWeeoXeHQHvLLyj+be3enh5dF0wfaWps0MRLKY3YVK24tI3r93X08nHwIJ3Pr3+tnDB8rKW5BVEHpsYmA337EQD1pMnjLx4y89vDq9nZE3FXR7kMdDCxkvJlPKlUcdBVxt5AMaQJAJ1cBwlA83gas6eMXLl25/b9J3v1cKNnCQDAo1LOH5Car/YCAEBz0VdReTBOseMt0+DJd78VxUFVZA9cRgcslSpAAwBAc0kUaENDoEFfVDVqfncPI63NgvRzG0AGus1otclAo0RKpNhTBwBQUl4hL4SmjQA0AAC0q40bN7LGs88+28hiOjo6UVFR9c46d+7cokWLWGWigwcPvv3226x/7969S5Ysyc7OZmfz8/MjIiI2bdq0du3av//+29HRkVuDSCSiS65fv57r2a2wcOFCdrYp+3pHjx598803c3Nz2dljCitWrLh48WK3bt0auaBUKv3qq6+++OILrrjSNYVVq1a99NJLP/zwA73vBNrbncj4D/+3dvLIQaOH+vJ5jY23KJd/po/p+big8IxY1kOPdjzr/wTplErKSr/6dflvX/6vicuXV1TsPbL/yJnj8SlJJSUl3V27uTg5TxgxdnDf+98KuB1+54nn5rP2r18snzByHDfLf+rIjCz5QJlVF6uLe05w/fuOHXzz8/dZe8Nv/yivTdmJ86dffO9V1v7+oy9njJ966OSRVz95R3mZPmP86PSZJ5786PV3SaPo3/j6nZuv37oZFh1BjzC5u7h7unssmvOUibFx3YXvRIZv3r01PDoyMztLJBbbWFnbW9u5Ond9du7TpsYm3GJ/bVqz/I+faUNf3yD4+OXtB/Zs378jLSPdq5vnwjkL6P0av2B6dFwMdwsPnz5+7OzJyOjIopLi3p69/PoNnDN1pkDzgd+BKS4pXrXx36tB1zJzsvMLCkxMTKwsugzw6fvktNnWVg/5IsdnP/LGNBwAABAASURBVH69addW5XvhOtibNlZ8/dO4YaNuh4U8seRJNmv3v1srKyvoFYVE3Onm4jZ++Nj502e/89VHuw/vYwsEn7yqr6vHraqhWXSrbt+/a/+Jw5k5WVnZWXq6el0sLD3du8+aPNPHqxd3cW47MGu3bqAn2og4FyQUCEnHNcC5l6etW3ia/L7Tl6SNIYfe9X+az2c1oGX0f/TVSVENGiOZANCpdZxDaH28u7l3dcjKyT954ToBAHhsLP0sQzYOAOBR0ZdQsUQsZWTS6i+WqADlnJmK3CQAAHUklUikUoniNV6q/NspeGltoqoHIf3cqlgGmjuyyTLQOffKJIrPKtxzmPu4gqcxAACokYpKEZ3qaHfkA/8AAKD6bt68Saeurq6Wlpbkkbz33nvdunV76aWXFi5c2LNnTz8/eSrx7Nmz06ZNy8/Pf+211y5fvlxcXJycnLx9+3YPD48TJ048+eSTdJ+OW8OHH37I0s/vv/9+TExMaWkpvUj//v3Xrl3LFmjKvt7WrVvp7iGd5ubmpqen08vq6urm5OTMnz+ffQ+8Id98881nn31mbW29fPnykJCQ8vLyu3fv/vTTT+bm5n/88QedRUA1iETinYfPf/rThtjEe40vyQ3aiCSSv67t4foneAfaGKtHCeQWZGFmzhqHTx09f+ViUy5y6cbVUXMmfvy/Ly/fvJaRmVFSWnIzJGjbvp1PLVv84fefF5cUscV8PHvaWNmw9sUbV7iLx8THsPQzRS8emxTPzbpw7TJrmJuaDfDpS1pfekb6k688+82vy09eOE1vTEZ21vmrF//c8Pekp2fQe1dr4Q07Nk9/ds7OQ3sjY6LyCvLpHY+Oizl18czqjf9OXjgrKTWl3qvYvHvbB99+Ehwemp2bc+byOX09feW5VaTqf3/+suyjNw+dPBKfnJiTl0tvyec/fTPnhafKKsq5xcKjIkfNmbRanksOo1uvUlRJb21wWAjtGT1v8pWgFgtTRUZHPvfWy+euXCgoLLx262ZlZSVpvuKS4tkvLKDPkBvBQcmpKRWVlbn5eRHRd3cc3PvEkidXbfyHACHPB8zh2ncyY8Iy4uSj8jLFoVeZUl0/jGcCQCfWoY6iLZg5TkNDY9/R88UlZQQA4DFwnxHxMREA4JHJk1zy3W+pTHkXvF33w5WvVPnGAADAI6BjrBL5aKuU/XKKBj4/N4fyHgfSz20DGWgAAOioWABaWwsVoAEAoD0VFcmzjDY2NuRRlZSUXLp0aeXKlWvWrAkJCeHz+SKRaNmyZXTWn3/++fPPPw8aNEhfX9/e3v6JJ564du2ai4vLxYsXf/vtN3bx5ORk1n7vvfe++eYbV1dXXV1depGzZ89279696TdDU1PzzJkzs2fPNjU1tbKyeuaZZ/btk1ctDQoKWr16dUOXiouL++677+g1Hj58+O233+7Zs6e2tna3bt1ef/31kydPCgSC5cuXX7+OOm4qJD0z99uVW9ZuP1ZSWl53bq3yz7vunMwuyWM9elq6cwdMJJ2DBrlfVvb9V97i2p/+9HV5RUXjl71889rTrz7HJZhr2bZv57NvLeXqKYz0D2SN81cucctcCbqhfJEbt26yBn1Qzl29wNrD/IfS1wrSyipFlQtff+FGcBA7a2lu4dWtB2tnZGfRuxkVF03u3+zrX/z8LXfW2d6xi/n9r4VkZGb8vnZV3asoLy/7XOlSrk4uPT08lRfYdWjv6o3/0oa7i5uBvgHXHxIRtnn3tuqVVFQ8/96ynDx5AXu6dzDIt//iec/QKX1ZY3NffP+1exkPyf030Ze/fFdSVsqdHTdiDGm+D777LDg8lLXpJl04e8HYwJHcvfvhz1+Pnz9NOj0HU+vRnv7c2XUhB0VsMFNWpZjKMCYPANChDqTZWJkHDu5DB/t2HTpDAAAeD4JxAACPr7r6M939Vpk9cC7SxIJ6+FkoAIBHVv0VF6XMKD48N1Hd9PPJTQlIP7cBZKABAKBDqqiQl1vT1kIFaAAAaE9sB0pHR4c8qrFjx5qYmCj3nD9/PjQ01NzcfOHChbUWNjAwmD17Nm2sW7eO9Rw4cEAkEhkbG7/33nvKS9Kb9MYbb5AmW7x4ca9evZQ6yMiRI8eMkWf7Nm3aRBqwfv36srKy0aNH9+zZs9YsuraBAwfSxsaNG0vLKhKS05NSM1PuZadn5mZm5+fkFeUXFBUVl5aUlpdXVIpEYgJt6OKNsA+Wr71wPazuAAA3aJNfVvTfrSNc//z+E3WFj/48V1/9evedNm4ya6ekpf65/u9GFi4uKX7ri/dZmx6FeX7Bs8e3Hrh94sran1e7Ormw/lt3bq/ZuoG1h/kNZY3MnKyI6Lusff32gwHokFuscTs0OL+ggLVHDRlGmmPCyHGxl0Onj5/C9dw6don2fPT6u41c6t8t67n6099+8OXl/af3rt12YttBV2dXoniq/PL379zCB04cZg1zU7Ntf66ni13af+rQxl1Wll2421/3KtjRtCEDBv/y+fLXl7yyaM5TtRYoKSvt28v32Jb9hzfupit8YvJ0btalmrLZIeGhGZkZrL3n3y0bV/z73tI36XT7avlrl56Obi8Pz4iYu6Rhn735Id0adja27GxPD096lp7GDRtVa8mKykq3rm5fvv3xp298sHjeM9Y1967p6BpOXzzH2p+/9RHdpB+++s7v3/x8dudRJzsHPp/f26tXQlICW4De65PbDnGXXTjnKXbDhIJOsRM0f8AknZqXnfSS7JOx11gR6AcH5jGYCQCdlybpWKaNC7x2K/zCteDh/n0dbJv9FgsAoAwZDgCAx8EGB9kYIXtF1VCa1Y7J4/uxM4LXeQCAR1f9/RZShToTzVJv+jn4dBa3ANLPrYploHf/Gc5qDLEM9JRXncxtdJUX4ylS0vTjShW+LgUAACqPVYDW0UYFaAAAaE9dunSJjo7Ozc0lj6pfv361eoKC5PVWc3JyWPnSeiUmJrLGpUvywrE+Pj5GRka1lhk3bhxpMn9//7qdfn5+x44du3nzpkQiqffG3Lolj2bu3bu3kV3I5OTk2MS03/7dTppMKNDk8/l0F5X9x+dp8HgafNZFO+T/09DU5GtUsX5e9ZLyWRpKba5fQ3Gq6a/pYWd51Z0aPKU18DQ0FNfL4/HUaZiCqyvcFKVl5et2HLtwI/SZGaNtrMzIg+WfqTXX94mk1cF0e1Pr8T0DSWf1wStvn7tyIa8gn7b//m/tlLETXRyd613y0MmjWTnZrP3c/IVvv/gaaw8ZMPi/lWtGzZlUVCyvGb9u28bF856hjcF9BxgbGRUUFtL2xeuXe7h3p1v+0s1ryuvkYr4Xrl1mDX1dPf/+g0nr27Z/F2uMGTriiYlTWdvZ3vGN51956b1XafvE+TMlZaX09tD2N+999u5Lb9wOCxYIhL69+rCFu7m49+vte+C4PBudV1hQ77X09uq15qdVjbyGvPvSa2yD62rrfPTqu3sO76evSPRsbn51eXL6F8st/OUv3y+a81Tf3r70VvX08Dyyea+Lg3ML/iELNAX//f6vqbEJeVTsFYy112/fJBRqDRs8xNzUzMjQcO3Pqy3MLfATNxwjHYM5/catvbSbtjUlgn1Blxw0bfW1dQUCAZ97S9CQ/yOK8UwCAOpAg9C/Wg32tyv/P09xTj6paXNnG15AIOho0d9H09G2gp6u9tRxQzfvPrZhx+GPXltIAAAeFb4kBwDwmFioiw01srQxwesqAEAHwtXKJXh5b7KHpp/tXA2Rfm5tyEADAEAHU1Yu//1xbW1UgAYAgPZkZWVFp1FRUXRX99Eydl261K5udvv27YdeqqioqKCgwNjYOC0tjZ61tbWtuwztFAqFIpGINIGjo2PdTgcHBzqVSCT0uszNzesucPPmTfIw6enpurraTvZWirqd8n8SRflOqbSKlfFkP6cokUi5i4jEEiKWEGimR9iRj0u89+nP60cO6TN7YiBRGrpJyc88FnWFW2yR30zSmbDDOjVnqkyMjd98ftmH339Oz4kl4o+Xf7F55dp6L3jiwv3fbH/xqcXKs8xMTGdPnvH3f/ILZmRnpaSl2tva8fn84X6Buw/vI4qg85InF92JDC8uKaZn3bq6VYoqklNTcvPzYhLj3JxcLly/xFY13D+wDQoAZ+fmpKXfY21DQ8OrQffrUitH7WPiY328qovHGxkaBg4OUHTGxCQmZGRlBIXcOnvlIptbVl5W7xWN8B/ayPNWW0urZw9v7qyejq6jrX2cokByZWUl66QL6Ovpl5SW0Pblm9cuKxLkXt169OvtS2+Pk51DCwagB/Ud8DjpZ6KIUPft7XvhqvzRjE9OfP+bj2mDPhn6ePUeGTDc38gIAWhlU3qPPBx2PrMwx7DU2LTIYuu+iwQAoA4tYfX3IhQTDdbQrDmrydekn0UN9HQMDXQrCrIFGlJNoUzLMNvQQN9AX8/IsIp+YCbqqQPGwIcN9j1zKSgh+d7VoLCBvl4EAKD5EOAAAGgRdHRM48F6CUQ1KBeBJgAA8EiUs7wEH6GboCnp59nLvJF+bgPIQAMAQEdSXiFPPOjqaBMAAID207dv3x07dhQXF9++fdvX17eRJf/444/Y2NjevXvPnz+fz+dz/XUrK0ul8ijw8OHDT506RR4D3aEzNjbOyspqysKNJD8EAoGJSf2BP1aH9dNPP/3ss89II6pkHy+bT5pGLJYHpKUsJC1jP8SlyExL2VnWXyVfoKp6MW5JqYwtVlXdI63pVDTpTi63ZnqmZoU1C1evoUrGXQvtVauB9NiEe80qAs2YmRh272qv3EM3lI2hRRd9s8yS6tLmt5LDfRw8SCc2a/KMHYf2BoeF0Pb12zd3Htpb72JJKUmsYWFmbqBvUGuus/39rxmERITa29rRxjC/oSwAfe32zdLysuu3q3PGg/r0qxSLklNTaPvGrZumRibB4aFs1sghgaT1hd4N49o7Duyhp3oXi01M4ALQ2bk5W/ZsP3jySHxyImkye2u7RuZamFsov2BSWjX5YPZSSRQh6X9++H3xW0tZBpoJi4qgp7XbNtpa23z5zqcBA1qmZra9jW3jC9QaK2YvkrV8/8GXTy17LjYxjutJSUulp33HDurr6b/8zJJFc56qda87raTctMzCHNoQ88VlWqV2hl0MtHRZnX6GsH+EEAxhAqiJKvpZq+r+b2lXT6v/VdX81DapmSp3VrfFdb4mVykS09cJ0gz0hSVJ+Tz9ONTFwqyLhWkXc1MrS3nD0vyxvu7SNjpgAJq+wD81c9z3Kzdu33+qj3c3oVBAAAAeCQ5yAwA8PvkYhwq/lOJ1HgDgcdwfyEb6+WGamH4WaCH93EaQgQYAgA6jvFwRgNZGABoAANrTjBkz3n33Xdo4fvx4IwFoujv83XffpaSkDBw48Kmnnmp8nW5ubnQaFBREmsDS0pJOk5KS6s6qrKxsYvqZysnJqduZnJxMp926dWsoiufh4XHx4sWwsDDScgQCTQQdHs1nLdxtAAAQAElEQVTSj39n3xBrIk0+f+ywfpNGDNTUvP/4ct/5X9Rvyrdn1rDOQ3fOjPMaamNsQTorOjby9bufTH5mFgvd/u+PnwX1fWdAWJPNfWjFhEpx9SMVOGiItpZWRWWlRCK5fOPqlaDrrL+fT98qmXTbvp20fePOLYGwes104WF+gaT1iZWKsjciPimeNc5dvvDqp+9wEWQnOwcPd48e7t2uBwexaseaDbyMGBsZN7J+LWHtT/v1rqdvL98TWw8cOHH4yJkTt0ODlWelpd9b9Przv331w/jhY8hjM2n01lLSB7dbZWVF3WUszS32rt128vzpPUcPXLt1vaLy/p8t3YDfr/wpPTPjkzfeJ0DIXxe2s0axfoGdo8mSgaO1hPTvTCgUCOVvFgJNeXVXRRya4NAnQGclEokV33CjL8Dyb68pfnJE8QMjiu+3SRRnuYUT714tKS0rkwgqqwzpLJFEKhJLyitEmdl5EdEJ9KS8ZlcnO2cHG7eu9o521uamRkT1dMAANOXu4tDbyz04LPrgyUvTxwcSAAAAAGhzqAkKANAZ4EW+KZB+Vk3IQAMAQMdQVi4PE+jo4BeiAQCgPbm4uIwfP/7w4cPLly9fuHChlZVVvYvRuSkp8kquS5cufeg63d3d6bSwsJCulq681ty5c+devHixb9++e/bIC7LSxs6dO69du5aenm5tba285IEDB0iTnT9/vtZ10Z3B3bt3k5pAdkM3ld6Y48ePZ2ZmdunSRXmWSCTq0aMHbSxevPi9d98hoGJ6enSdO3mYpXn9aU766A+09/awdI7MkieBZFVVay7u/Gjii6QT6+bivnjeM6s3/kvbufl59S7TxcIyOi6GNnLycguLiowMDZXnKtdF7uHWnTV0tLWHDvQ/dk5e7v3c1Ys3gm8SxWjMYN8B3GDM5RtXuaFIurDOo34DsFmDO/bW90sdv/vyG8/NX9jIwpWiyve/+5Sln81NzX75/H8DffuxWfFJiaRRAs3G4ls8XlNvtYWZ+aI5T9FTQWHh5aCrZy9fuHT9SmZO9Tjkd7//9NAAdFOGvzTr+4KG8sUk0gfqkuYVFpD6aGtpTRw1jp4qKiuvBwddvH7p4vUr7MlDbdi5+cmZc7s6OJHOHeq9lhASnla9TXgaGrO6jaoZZibsd27lDQUMXQJ0Zs2qEaxVFiGu4It5hkTPWVubvhjLCekqBIKKSlFOXmFmTn5WTn5GVm5qelZsYio9nTgv/26Snq52d1enPj279erhpqOtKiNRHfbQ2rxpo/k83rEzV3PzCwkAqIaqRhEAAAAAAIAOB+lnVcYy0Lyabc8y0FkppRKJWMqKJFT/IDC+1tUpbNl9JC4plQAAqBtW4BAVoAEAoN399ttvurq6BQUFY8aMuXv3bt0FDh069OGHH9LGyJEj58yZ89AVTpw40cJCXmr3k08+KS8vV551/PjxrVu3pqam9utXHS6cOXMmUaSNP//881rrWbVqFWmyv/76Kzj4gbKpu3btYj3z589v6FJsVnFx8aefflpr1pdffhmn4OfnR0CVmBgbLFs49dVF0xpKPzN0KOA532nc2ZtJoWFp0aRzW7rwBXtbu0YW8PX24dqrN/2rPCuvIH/7gd2szefzXZ1duFmBNRWd9xzeX14h/45fL8+eRoaGhgaGvXp4EUXe+sS502yZEUOGkUelHCamoz6NL+xgZ8+170SGK8+KiY/Ztm/npRtXU9JSWUnsiOi7WTnZbO6iOU9x6Wciz4JXV5dvKKIqrK+WdrNcDbqxdvvGr3/5/tVP3qG3x9jIaPzwMcs/+urc7mMjhwxny9zLuMfdwobwapLMjWwcoaCemB19C+DaaRnpXLuisjKqJtPMiUmIpVvvhz9/Xfbx27FJ8dpaWgEDBn/wytuHN+5+56XXucUioyOrb5XydutMA3QSmfSfCzu5s4Ote5prGyrnazBcCQAtS19P18XJzq9fz+njA19eOPPbD1769cs3Xl08e8JIv+6ujmKJNOjO3b837Vv6wQ8/rtp8/upt9rX89tVhj66ZmRiNDhwgkUq37DlOAKC9KR8tbij6jBg0AAAAAAB0MEg/q766Gej9K5JZBloikSAD/QiMjY3pwTw7O7u8vLyGlrl69aqGAm0QlZGRlfPjyvUbdhwoKS0nAADqAxWgAQBARbi4uGzfvl1HR+fOnTt9+vRZunTp6dOnz549u3v37p9//jkwMHDixIl098rR0fG///7j8/kPXaG5uflnn31GG0FBQf7+/ufPny8sLExISPj1119ZftrNzW3JkiXctb/00ku0sXr16ueff/7u3btsb+7tt98+deoUabL8/Pzhw4f/+eefKSkpqampq1atWrBgAe2nnTNmzGjoUnQuu0n02mkjJCSkvLw8ODiYboSvvvqK9k+dOnXIkCEEVIMmnz9x5MBv3l7Yq4fLQxeW7+EaWQ5z7sv1rDq3TVolI52Yjrb252993MgC08dN0qypZ/z3f2u/X/lTfHJicWnJhWuXF7yyuKi4iM1aMn+RQKmQ8Ej/QBYOrhRVsp4BPtWbfUCf/qzBZtGVD69JSz8CgfD+J+eg0Fv0hSIjO6uhhfV19UYFVIetj5w+dujkEda+l3Hv299/+vD7z59+9blhT4yLTYwj8ljw/RBzQmoS1z5+/vSVoOusLZFISeu4fPPq178sX7t9E72RK9b8yTLZRLG5KsXVm7SLuaWluUXj6+G2T/K91PSszLKK8oLCJtWdNDc159q//L2CXaq8ouKzH77iHnROelYW3XqrNv5z+NTR71f8pLyATOnvy93FreZW3d+2oXcjxBJxbn6eTNbx/xIP3TmTXZzL2tp8rTEOAzWqVS+Aqs8A0Nr09XR69nCdPj7w7ZeeXPnN22++MC9wcB9Dfb2I6IT12w+//cWK3YfPlpa154i6Jum4Jo8ecuFayO2w6Oi4ZHcXBwIA7UE538xNRZUVYlGFrr6R8qcx1sYPcwAAAAAAQMeA9LO6cO1pOu35Hrv+jGBnReWyAyuSJy617+KgT5TGzniKlDTdY8V+a1OkpaW98MIL27dvJ+rm6o07oeExU8cNH9y/l+o/0CnRMe9NeqJWJ73ZBqYmBiYmBqbGLt6eAdMm27m5kg5NXCk6vnHLiLkztfX0WE9s8J1PZz9FG/87vMfGxZl0UPO79abT1377sd+YEQ31QGdQxipA66ACNAAAtL8JEyYcOXJk/vz5dI9gpUKtBdzd3Tds2GBpadnEFT7//PP37t378ccfb926NXToUOVZ9vb2+/btMze/n7f79ttvo6OjT548+ZcC1//RRx/9888/GRkZTbnGb775hq7nJQWus0ePHn///XfjF/z1118lEsnOnTu3KSjPCgwM3LRpEwHV0NOj69zJwxqv+lwL3cma5TnqSkpohUT+uSs1P/142MVx3gGkEwsYMHj8iLGHTx2td66Nlc1bL7z63e8/EsXI2N//raWnWsv06enz6uKXlHtMjI0H9x1w6cb9b0pzueeBvgP+2rSG6x/k29/YyIg8KnMTU679/DvL6HTauMn/+/jrhpZ/4/llF65drqiUP/qvfvLOln07KioqgsNDuQWemDStm4s7kad1Xem9yC8ooO0d+3eLKkXWllaXblwJvXu/dLRYIi4pK9XX1SMtbcHMudsP7MrJk4dlf1+7+ujZUwEDBxvoG9y6c5vefrbMzIlTH7oeSzOz2IRY2igqLhoydSRtfPPe57MmT3/oBQf3G/jzXytYm16j35QRPt490zLSU9JStbW02Abk0KfQQN9+V4Nu0PaZy+fGzJsSOHgIfebcy7i3+/B+tsyAPn3dnKsHNEwV37dnw603Q4I8AvrQRvDJq62xJVVHSUXZ1htHuLOjHfrrCXQ07iMa1eW6qx7IRAMAtBoeT6OHuzM9LZg5Liou+crN0AvXgg+dvHTs7NXhfn3HDR9kaNAOL8sd+RibUCiYNUk+zrth55GH/m4FALS4ulWf6fF+iVhclJ9TXJhXWVHOelBGCwAAAAAAOh6kn9WLW2+zmS8r1YEulx34PSUzuUQqlaAO9CPbsWOHOgagqdKy8v92HfrutzXJqU1KSKga+vwsys1Li427ez3o0L8bPpox78z23aTjSo2JfWPM5M3/+1naamW0AFRcBQLQAACgSoYOHRofH7927drRo0d7eHiYmJjo6uq6urrS/t9++y0sLGzAgAFNXxufz//qq6/opd5+++1Ro0aZmZlZWFj4+vp++OGHkZGRdP3KCxsaGh49evTHH39kAesuXbpMmTJl/fr1X375ZdOvkV7LmTNnFixY4O7uTlfo5eX1/PPPX79+vWvXro1fkF4p3Qk6efLkkiVL/P396b22s7MLCAj4559/Tp8+rafXkSN66sLE2GDZwqmvLprWxPQzFzHk8XhG2voT3fy5WZuu7S8VdfbfDvro1XcM9A0amrt43jPLFr/UUK33+dNn//vDSq5KNGeY//3vOQg0BQN8fFmbNh6oFT1kOHkMowKGawkf+PmUrJysRpZ3c3bd8dcmJ7vqqotXg24op59H+A/77M0Pudv83tI3uVn7jh1ctfEfln7u7dmT649LTCCtwMLM/O8fVurXPCixCbFrtmz49e+VXPp5zNARry5++aHrGT98TK2ejJxM0gQ+nj2njp3Ena0UVdJtlZKW6urs+sqiF+su//tXP7PgOJWdm7PjwB56a+mU1a7u6uD082fLuYWFAuHk0RNqraHywVB1x7Px2r7ympcaUy3DwdY9eQ/SqFUOGgWhAaANdXNxeGb2hOUfL/Xv34sePTl+7tq7X6+8eiuMtLmOXAGa8uvf88T56yn3Mk9dvDEqoD8BgDZRt+ozU1pcIKqsYB+56FQiFvH4mrTBldHiLoWPZQAAAAAAoL6QflZHrj1Np7/oufvPcPbjmSJFBnoS6kA/nmXLlgUGBja9uptKSUnL+H7Fv0MG+k4ZN0xHW4uotinPP+vlN5C1ZRJpRnJyRmLSvfjEkPOXxJWifz7+QqCl5T9lAumIstPS89JrR9V19PW8BsmDNUJtREKh42M/M4oANAAAqA6hUPiMQhOXf+hXTF1cXJYvX06agM/nv6FQqz89Pb1WT2lpaa0ekUjEtTds2EAaNnr06IZu8wgFAipGk88fO6zfhGH9hUJBU5ZXKrCqwVKG9Kk1wX3I6YSbeRWFdIHSyrKt1w896z+TdGKW5havLX75y1++a2iBZYteHD9izNHTJ24E30xISS4qKuzu1t3FyXnSyPEDffvVe5FR/sO++vl71u7v48vFlGmDXoQFeemDMirgsQLQHm7d//rf79/89r+ouGh6Vl9Pv5ur+0MvsvvfLX9tWhuXFBeflJiWcc+mizW9L1PGTh4zdITyANGM8VPNjE3X79wcn5SQln6P3vI+3r3mz5jr13eA/5SRpeVldJkT50716uFFWoF3d8/jm/ftP37o3JUL6ZkZmTlZWlpaFmaWDjZ2T86YM2TANEsDHQAAEABJREFU4KasZM7UJ8rKy//evDY7N4co6nnTi5Om+f7DL+lm2bBjM7ushZn57Mkznl+w+MCJI3UXNjYy2vn3f8fPnaRz0zLSM7MzZVIpvYiVZZdJoyZMGz9JOfVOffnuJ0It4eETR9lm9OrWQ6DZkTNvyXnpx8IucGcnOwcIePTFjAWf70eguRg0AQBoD2YmRgvnTJw02n/fsQtXbob+vWnf3Zik2VNGtuWIegcPQFNPPTHu61/X7T1ybnDfnnq6GAEEaF0NRZ/LSopEleVcJ91F1NYzpLsnMpmMfiBTHiPAJzMAAAAAAFBrSD+rL2SgWwTbJrNmzdq7d29mZuZzzz23b98+op7oX/P5K0HBYXenTxzZr7eXKj/aVs6OPQbcP37MhaETQsNXvPl+ZlLyXx9+5ujhbu/uRjoHW1eX99etJgCdQ2lZBZ3i8AcAAABAvXp6dJ07eVgTqz5zatLPGixhyOfzhJqac71Gr7y5gy1wOPTcOK+hNsYWpON6ZeEL9NTIAk/Pmk9PjSzg6th16cLnCXmeNI2ttW3s5dB6Z639udm7eKMChje0Nr9+Aw9t3EWaw9DA8K0XX23KkoGDA+ipbn/IqWu1epY8uYieSMMOb2zwB512/7u13n5Lc4vF856hJ/IYFs19ip5qdfp49Wpoe3L4fP6LTz1HT7X6Z02aRk91l9fR1p4yZiI9kSbQ1db59r3P6Yl0DqvP33+IXQ3tepg6sy9j0Jcjdqp+fapJP2OUEgDakbmp8bNzJwUM7P37mh0XrgXHxCe/9eJ8E2ND0iY6/sG2ro62Qwb0rqgUbdlznABAa6p7mJ+qKC8tyM2srCiTsQPIhAiEWkJt/SqZfAFSsxh+PhgAAAAAADoApJ/VHctA82oeH5aBzkwukUollEwq5fZhuceaQH28vb0//fRT2ti/f//GjRubfsH4+Ph58+Z5eXkZGRk5OztPmzZt+fLlZWVlpP0UFZeu27Lvxz/Wp2fkEHXj7O355h+/6BgYSMXiHb+sJADQEbEK0Kpfqx4AAACgjZkYGyxbOPXVRdOalX7mQoRcBWhWcpXP5/e39XI3c2BzpTLp2ks7CQBAK7ieEBKeFsPa9CVpatdA+jqkqSmPP2vyNTUVrZpC0BqoAA0AKsLN2f7zt5c42lllZOd98fOa1PQs0iY6fgVoavaUkSHhMVeCQgf19fbs5kwAoKUpH/fljvRLxKLS4gKpVMp94YzSFGpr8PiyKpkG7aiS9/NqDiyjdBYAAAAAAKg1pJ87BtSBbinvvffe3r17b9y48frrr48YMcLGxuahF9mwYcMLL7xQXl7OzhYVFSUmJtKV/PHHHytXrpwwYQJpP/FJqV//8tdw/wETRwc08UeTVYSta1f/SeNPbN4WdOpsTlq6ua218tzce+lH1m9KioxOiowytjR36tG991D/wRPH17uqkPMXrx87GR8WkZGUbGhq0sXBYfDEcf6Tx2sKhcqLlZeU7F65OvzqjfyMLJlM6tTDg6529PzZZjYPXPWelat3/vZn4Myp8999c8v/frlx8rS5jY1zj+6LvviI/WUFn7sYeulKenzivcTEipJSO3dXO1cX3+FDew7xY2sQV1Q+02sAt8Il/eUVtp768J0xT82LDb7z6Wx5tar/Hd5j4+J88J919Cq0dHX/uHhCW0+v1v3a/9eabT/+ZmBqsvL8cb5AwK388LqNMcF36Jahf+r0hnXr4zN6wVyBlpA06qunFkdeu+k3efxL//tGuf+fj784s303vWurr57VMzbi+qNvBX8+9xnav+rKGX0TeSxDVF5x+dDRmOCQjMSktLgEgZaWvZuLg7v70BlTrLs6kWZa2HsgXeF3B3aIK0VHN/yXEB6Zl5Fl59p14LgxI+fNqnt3mn7tzV0zFXXz9vm9+5PvRqcnJts4O9LnRsD0ya69vJWXibh24+unnuvi6PDjsX37V/97bvd+2uncw2PhZ+/rGzevaF8nQT99VFSKDPR1CQAAAADU0OTzxw7rN2FY/0fefeP291nEUF5ulS/V1OQ/5T3xwzMr2TjAjcTQsLRoL1t3AgDQciTy71fcL/49sIu3pa6xovYzX1Mef1YUgVYUg1auAE1QBBoAVICxof4Hrz6zcs3OO5Gx3/62ftni2d1cHEgr6xQBaB1trWdmT/jt3+1rth74+r0XtB82SA0ATVdv9FkqkZQU59MpUdo5pPgCbfmCMhmdsC+jKa8EAAAAAABAfSH93JEgA/04uL8Fun3Wr1/v6+ubm5u7aNGio0ePNn7B4OBgln6mF/nhhx/69OlD29euXXv55ZeTkpJmzZoVEhLi6upK2g8dzzh5/uqtOxEzJ4/u7dWNqI/Bk8ad2LyNyKOl1wOmT+H6b544/c8nXxbn5bOzpUVFabHxl/YfPrdr/3NffWJuez+zLhGJ6JIX9hzgenLS0ukp/Mq1Mzt2v/fvHzr6+qw/ISzip6Vv5KVncEuGXb5KT8f/2zrtpSWTl9Tz276/vfZO6KUrtEFvib6RIf1rqiwr++WVt+5cvKy82N3rQfR0cvP2wCemPfeVvL64Bk/Da9CAkqKixPBIerbHgH70WWdiaVn3KgKmT9720wq62psnzvhPrf3Tuud376NTv0njufRzakzs72++nxIVwy1D71HQqbNndu5e/MUn3fv7kob1DvCPvHbzzsUrtV4Zgs9dJIo/jcgbQX1HDef6Q85folPPgf1Z+jk9PnH5c0uzUlOV10mvnS52eN3GxV9+rPwINt2tM+f3/vm3RCS27+bWxdE+PiwiNiT03J59b6z82dLejlvsEa69iWuWSaV0sd2/r+aGAePuhNHTqa07Rs6bNf+dN4Q62rXWvH/1v9t//p21C7JzXtL7ikB9iktL6VRPV4cAAAAAgEJ3V4dZEwKaVfW5FqX0M4/t3vL5PM0qTbpX6GDcZYiDz8WUYLbkqnPbVsz7SINgTAAAWsyhO2fTC7NZW5uvNdp+gCLuzFNUftbkV2PFn6sLEWJkEgBUB32dWvrsE3+u3307NOrnv7Z8+/6LJsaGpDV1lqNuvTzd+vX2KCgs3r7/JAGAlqD8g7/s6D4llUiKC/MK87OV08/yBo+vwRfKasg76/xYMD6TAQAAAACAmkL6ueNhGeia7+1WZ6Azk0ukdHdXIpFJpdzubVWd3VvgeHh4fP7557Rx7NixNWvWNLJkRUXFggULWPr5woULgYGBhoaGXbp0mTx5clBQkJWVVVlZ2QsvvEBUQF5B0V8bdv6yelN2Tj5REw7d3FgjJSaW64y4duPnpW+UFhaNfXr+Z1vX/3vr0m9njiz7ZbmNi3PY5asr3/6QPs+5hQ+t3cjSz70C/L7YuWlN8JXv9u+Y/+6bAi1hbPCdTd/9yBarLCtb+db7eekZhqamS3/+bsW5Y/8EXfx824bu/fqIyiu2/fjbxX2Hat2222cvhF660m/0iImLn6GL9R01jHbuWrmapZ+nvLD4k//W0pWsOHv09d9/cvf1oZ1nd+y5ez2INjSFwvfXrZ657CW2qtdW/EjP9h87su4WoLfHJ3AIbVw9cqzWrPjQ8PSEJNrwn1xdYrw4L//rp5akRMX0HTX8nb9//+PSqb9vXPhg3Wpvv0F0yZ9efr0gK5s0zCcwgK0kPjSM67wXl5CfWf2mcPdmkPLyweflweg+w4eys6ve+zgrNdXA1OSZT9//eveWtcFXfzi679nPP7Kws6UvPxu//aFCkXZtru0/rdA1MPj+wM5v9mylp5+O77fv5kbv4w8vLFN+oB/h2pu45n2r/tm1YpWxpcXct1/7dt/2dSHXfjiy98n33tI3MT65efuu31fVWm1xfv6eP//u1tdnwuKn6cYZMHYkF0+HWkrLKggC0AAAAABKlj49+XHSzxyWKVQU9WJFoHksgDjLc6S2phZbJjU//VjYBQIA0EJKKsq23jjMnR1l319fS0ezGotBKwpA1+DSz8jbAIDqoC9SLz493cG2i1gsWbvtEGllnejA25Mzxuloa527cjs6LpkAwGOoN/pMFRflF+RliSor2GJK6WfNKsJ7IP1cAx/FAAAAAABA3SH93FEhA90i3nzzTT8/P9p444037t2719BiJ0+eDAuTp0WXL1+uo/NAjM/S0vKTTz6hjVOnTsXHxxPVEB2X9OWPqw8ePy8SiYnK09bT0zEwoI2i3DzWIxGJNny1nDYWffbhgg/edvPpRZcxs7EeMG70F9s3WtrbRwfdPrZhC1u4vLh4759/04bPsIC3V69w8fbS0tGx7+Y2ftGCWa+9QvtvHDtFV0gb6778Pj0hSaCt9dm2dYPGjzW16qKjr+/au+cH6/7yGjSALrB5+U9cwWmmMCd3yguLX1vx49y3X/t405qRc2fRzssHjtDpmAVzZ72+tFtfH7oSU2urvqOGv/XHL1q6unRW5I2bpJn8J8sLP9+5eKW0oFC5//JB+WFFe3c3Z68erGf7LyuL8vL8Jo9//fefegX4G5mb6RoaeA4a8N6aPweMHV1aVLTm828auSJb1670ROSlr69xneHXritmuRB5ADqY689JS2flq31HBNJpWmxcbEgobSz85INR82Y7eXoIdbStnR2Hz5m58NP3aX9ZUXF8WAR5JG+s/MnGxZm1Lexs3/zjF75AkBYbf27XPtb5yNf+0DVnJifv/3stXds7f/0+cfEzDt3d6ZPEuqvTuIVPfrB2NV9T8+A/6+LuhCqvk16Xi7cnfUrMe/v1N//89flvvyDQgNKyciIPQGsTAAAAAGg53PHrmgw0T1EHmn565ZvoGE5w9eOW3Hh1f6monAAAtIRN1/aX17ykmGkbDbbuWVP+WZ57ZiFoPl85/IywDQCoIvpC9fLCmUKhIDwqPujOXdKaNEmnoa+nM2/6mH837/9n8/6v3ntBKOhE9x2gBSkf1uUO9FaUl1aUlVTHnWs+YFUf+tXQlFURjSo6IQ98+az6P6Xf5MAnMwAAAAAAUDdIP3dsLAO9+89wmUx+lmWgJy217+KgT5SG1XiKlDT3C7mkQxCLJdKaLzLLf/GpulUlVZzn0t9SNo82JNKe3Z3ooZda66EbZ/369d7e3oWFhYsWLTp69Gi9V5eQkMAWDggIqDt36NDq4rgxMTGlInInMk7x98ZNFL8zpWgT+k+5v+rBdp1ZyrH1lHuZpDkkUunhkxeu3AyZM3Wsl4crUW36RoblxcWlhUXs7N0bt1KiY/RNjIfOmFJrSR19/UHjR+9b/e+5PfvGLXyS9tw+d0FULv+6+/x33tDgPfBq5j91Ao/PM7G0lIjFYpHo/G554HXS4oVdHByUF6MH6J784K33Jj1RmJN768z5Wlc6YMwDNZulYvHTH72bn53d029wrdumZ2xk5WifFBlV3vwqyL4jhhqYmhTn5V8+fHTUvNmsUyaVXtwvD0AHzpzKXfvZnXtoY+xT8+uuJHDmlGtHjwedPEPviJG5WUPX1TtwSFpsfOjlq1NeWMx6IuRuhzUAABAASURBVK7doNOpLz775zsfJ4SFlxYU0vtC5Nv2PJ06e3ma29rQhoGJydKfvi3Iyu07MrDWOrl8dkVpGWk+35HDXHp6K/dY2NkOnTb59PZdN06cGjZr+iNfe1PWfGHPQfoUoks6dHevdXFHj26uvb2jbt6+uPdQrfX0Hz0So4VNUVoqPzSujwrQAAAAAK2AO7RN93b5fL58R1iegdYc7+Z/JjEor0L+7crSyrLtNw4v9JtBAAAeT3Je+vHw+0XlJzkNEShecxTVn9l/fEUeWp6BVo7ZYPcZAFSQuanxkzPGrtlyYNOuo57dumprCUnr6Fwh4MF9va/cDI2ITth9+MycKaMIADSHcvSZO7QvqqwoKymkDXagl37mknK/bqnBo0d+6UJEgy5//3gw+yba/Z/kqPOrHPhwBgAAAAAAagHp585AfTPQ+YXFJSWlxSVlxaWlJSVl5eUVlSKxSCwWSyQiRYNOJfSfVCL/P+2Vn5PQpcij+uO7d7SEgrr9Li4u33zzzeuvv37s2LE///zzxRdfrLtMSkoKnXbt2pUOLNSd6+xcXVw2ISFBpKF3+sJ10hrkX90mzZVfUHToxHnVD0AX5xfQqVC7OiKZEC6v41uSX7Cgh29DF8lJS2cNVvTXpIuldVenWssYmpqOfbo6KJwUGcUa3fv61F2bvbubsaVFQVZ2ZtIDv86npatbKxTLFwj6jR6h3FNeXJyflZNz717YlWvZafI64lKJlDQTXa3/5PFH1v139chxLgAdcuFycV4+PXQ4eNI4UnNnZYqhrY9nzm9kbfTGNBKA7jM04NA/6yOv3SwrKtY1NJBKJOGX5U9an6FDnD094u6EhV+90X+sPPYdcv4SnfoOr879G5qZDpowTnlVRXl5BVk56QlJt86eYz1SsYQ0X9+Rw+p22rjIK1XfvXmbvXA92rU3Zc0JiirXQSfPzO/WmzQgJz29Vo9LTy8CTVDCAtB6ugQAAAAAWtT9nztWHNqmTUUGuorPl2oJBHM8R/0RtJMtefDO2QnegZaGZgQA4DGsPr9VVvNdfVdDux6mzlz55+oEdE35ZxQZBAC14NevZ9jduOu3I/YcOTt36mjSOjpdFeRFcyd9+O2fJ85d79+7R1dHWwIATVA3+kzRQ6XFhXlV7Agwke/v0U9X9EAq+4wlpd3yXUL5XA2iwdPgVSnq23O/D8TTqE4/85QC0AAAAAAAAOoC6efOQwUz0JUicW5uQUFRcW5+QWFhcXFpWVl5RYliSv8rLZOHncljEwo0efdp8Kv34uUNXs0ZvmKvnq/JZ8eDG1rVq6++un///jNnzrzzzjvjx4+vuwDLPd//TvWDuDXTwYf+fbydHO1JK9hx4ERaM4tA6+nqTB03fHD/XkS1lRYUVihKJusrqg5TiRFRD71UeUlJaWGRnpFhUW4ePWtuY9348nkZ1VvPwq7+QdcuDnYFWdnZaQ/kXI0tzDXqe+bE3A45vmlbUW5ualw8vVStucqlu5tuyJRJR9b9d/d6UF56hqm1Fe25clBe/rnvqGGGpqZsmYSIyKasqiArp5G57r696aYuKSgMu3yt/9iRcSGhpUVF7r4+OgYG3fv7xt0Ji7xxk/ZXlpeHXblGl/cJfKDw+cV9h64fO1FaXJwUGV1eXFxr5Y923y1t63lQTLtY0GllWVlxXr6hmemjXXtT1hwfFk4epiC79iZtJGIOyopK5H/dBvoIQAMAAAC0CuUi0Owot2aVpkxWNcDO+0TCtZg8+bd5pTLpPxd3fjD+eQIA8KiuJ94JT4thbfq6M7VrIB12Y7lnOmHRZ/79MoPVSRuCCoMAoNqeemJ8aGTcuSu3J43yb6Uv8He6ALSJkcGMicM37z7293/7vnz3efoWQQCgYdxRDeUfh5VKJCVF+RKJmM2in7O0tLQqKiq4OtBiqfxYb5XibHW4uabks+JDmTz9zBp1f5UDH84AAAAAAED1If3c2bRLBjo5NaOgsKi6hHNpGT3RNu3Iyy9sSr7ZUF9P30DXQE/PQF9XX4/SEQo0hQKBQFMgFGrS/2trCem+ufy8pryfHksRyNH2Iw4YNnI5ujXWrl3r5eVVUlKycOHCb775hutnDVdXeQXlpKQkiURStwh0XFwca1haWpqZGBnXpHhblq62VrOWH9iv5/TxI/X15DWVHy2T2mbiQsNYw9alupa2rEqeNe8xsP+H6/966MXp04U0YcSGHoVjjSpZY+WZNR58XaSH8Oouc/y/rRu+/J5tVWML855D/EytLC3t7TwH9l/3xXcJTUjT1suxR/eu3p7xoeEXDxyevGRRRWnp9eOnaL//5IncMlXy7/TT+8JfG3xFU/iIP8tIL95n+NDzu/eHXr7af+zI8Kvy8s+eA/rJp/37yotD3wii7dCLV8QVlea21k6eHtxlf3v1nWtHj7O2dVenHgP6mlpaWjs7du/n+8HU2eRRcY+Osipyf9zvka+9KWtmRbWnL31hxisvkCbjY+i+aRCABgAAAGg93A4+I/9KcE0RaLoT/ZT3xI/O/sH2la4nhISlRXvZuhMAgOaTyKRrL+7izg7s4m2pa6wIPfMVdZ951dWf+Xzl6DMAgOrT0dYa5ud7+NTl0xeDJo8ZQlpBpwtAU8P9+l65GZqQfG//sQvTxwcSAKiPcvSZTunhfHZcv6QoX1RZwe3p6erq0lllZWVsYbqUWHGgiDvWK98VlP/jVX8a476Wxucr/zAH0s8AAAAAAKAukH7unFo7A51fWJyWnpmSlpGemZ2anpWR2WB9WWNDfTNTY309XX09HT1dXQP6n66Orq62vq6uHu3RoW3ar01UjKOj4/Lly1966aUzZ86sXLmy1lwWgKZ/TXv27HniiSdqzaWdrNG/f3+iAqy6mM+fOcHF0Y6oiWtHT7BGn+FDWcPKwYFOE8KbVO24i6N84Zz0jHrnJoZHGpqZmlhaWDk5sJ7stIwujo51l8xMTqVTrtJwQwpzcrf+8Bv9C/IaPHDeO687enRTnltWpyZxswyZOjE+NPz6sVOTlyy6dvSkuFJkbGnRZ9j9AszsXsik0tSYOOVccnP1CVQEoC9doe2I6/K4c4+B8gB0936+9NBlSlRMQVb2nYvyuf1GDecudfvMeZY/HvfM/AmLnjbpYsnNyk5NI48hN6Oehy83Td7JFwjYg/Jo196UNdu4dI0Oup0SE0OgFRQXywdmDfT1CAAAAKgBlf7mJDSiJgDNo2NCXBFoRxOrIQ4+F1OC2TKrzm1bMe8jDYLj3QDQbIdCz6UXVv/+lTZfa7T9AJatYeWfNRXxZ83q9DMyNgCgZkYN7X/0zJUT56+PHzm4NaoVd8YANH3xf27+lI+Xrz586vKAPp62VhYEAJQ0FH0uLy0uKy1mB3HppyptbW2BQFBWViaRSNjyElmVRCIv6KL0LViePO7MRZ9raj9r1Hwu4w4MEwAAAAAAAHWA9HNn1rIZ6Nz8wuTUdHpKuZdBpyWl5bUWMDMxsupibmpsZGZqbGZibGZqRKdqXePzxRdf3LFjx5kzZzZt2sR6uCGIgQMHenh4REZGfvPNNxMnTtTR0eEulZWV9eOPP9LG4MGDra2tJVLSjrS1hJPGBAYM9uXz1OZvPCUq5tyufbTRa6i/hZ0t67R2lgeUy4uLg89d6D20duGN319/L+rWbWevHm+s/JmetbSzodO89Iy02DhbVxflJYvy8j6cPpc23vn7d2+/QfSQnFQiCTp1xmvwgFrrjLp5uyBLfiTPyeMhqeKrR45VKr5p/9xXn5jb2ijPKikoYEncKvZHqNCsUSW/SRM2L/85ISw8KyX1+rGTip5xGkqPprWzU/XNOHy8bgD6+KYtu1f+ZdrF8v01qwxMTRq5op4Bg+nWoLc2KTIqKui2UEfbrXcv2q+lq9utb5+Iq9fvXLoSdPos7ekzbCh3qQt7Dyhug+P8996q9eqRHFWdHqbvPKT5wq/eGDRhXK3Om4ob0KN/X3Zdj3btTVmztZNDdNDt0ItXC3NyjczNlJeUiERvj59BG8NmTZu8ZBGB5kMFaAAAUAnSCgLQQXF792xnnx0o5yuKfWlqas7yHHktLUwskx8uT81PPx5+aYynPwEAaI6SirKt1w9xZ0fZ99fX0tGsVlP+mVdd+5lLQBMkbQBATRjq6w3q633p+p2L10ICB/chLa2THo3rYmE6ZUwA/Wz6z3/7ZDJ8zxLgvrrH8qmKstK87PSy0uoSO9ra2gYGBvRzVnFxMZd+rqgUS8QSekkNpa/A8pTTzzw+C0Pz+PV/MsOHMwAAAAAAUHFIPwPLQHNpSZaBzkwukUrp/rFEJpWy/Wj2DCFKAV8mKjbxyKmLq9Ztf+fznz7+9ve/N+46duZyRFR8SWm5nq6Oi6OdX3+f2VPHvP7igp++fPvL95e+vGjO3OnjRgcO8u3l4WRv0wHybWvXrjUyMqrbLxQKf//9d9oIDg729/c/e/ZsUVFRZmbmwYMHBwwYkJ+fT8cQvvzyS9KufHv1+PSdF4f591Oj9HNBVvbfH37GnoczX3mR6/cJDGD53Z2//ikqfyCtcufi5SuHj+ZlZLp4e7Kenv5+LLR6cvOOWus/tUXeQ1flNXggHfAJmD6Znj2zc09GYrLyYvTvY/uv8seXLxD4BD7khw5FFZUNzTq6fjP9KyOKr+tznZoCYfW1SCXkYfSMDPuOHEEbXHnmYTOnKy9gaW/XY4C8VPOx/7ZkJiUpz8pLz9j75z/FeflGZmaNp58pLR2dXgF+tLHr91VSsdijf1+BVvXt7NHfV35fNmymjw5dT7e+fZTuu/yxqPW6wXqOrK/+2oBM9ihfAri4/1BpQaFyz63T56KDbtPGiDkzH+fam7Jmv0nj6bSitHTnb3/WuvieP/7OSkmhJ3ef3gQeSXGJogK0HgLQAAAAAK2FO4pdcwSc/dqxnImO4WS3+z8p89+1/aWicgIA0Bz/Xd9fXvPSYaZtNNi6Z035Z3m8hoWga1I2GojWAIA6ChjoQ6cXr4eQVtB5D8iNGz7Yxso8OS3zyOnLBACUDuErR59FlRX5ORklxQXswJJAIDA0NNTS0hKLxcXFxWxJiURaVl7Jju/KV6T4vKX4/CX/FFb9ixyKX+Xg1flcxq4an88AAAAAAED1If0MTHMz0IVFJReu3lq1fsdrHy3/9a//Dhw7dycipqS03MHWasywwU/NmvTW0md+/OKt/332xpsvPz1/5vihg/u6OTto12QlOxhHR8cffvih3lnDhw9ftWqViYnJrVu3hg0bZmRkZGVlNWnSpMTERAMDgy1bttAFSDsxNzN+dcn8Z+dPMzLQJyrp/+zdB2AT1R8H8Nc0TdK9FxRooewNLXvvvZcyBARF4C8ogqIiIKIgqChDBJmy996jzJY9WvYqpdC9Z2b/7+4l1yMtULpoy/djDO8ulzTz1vve78KfPL194ZL4cuW434Z5f3zVpc+jwFt0gn4TxpY3BJoJH1nu+78xtPHk1u18l78KAAAQAElEQVSZg0fcvXglNTEp8lnooTXrF33xDR3vWq5smwF92cSWtjYsPH1s01Y6AW3Q73nI3fsb5y3YvnApHew/YSzd8UMbA7/4n5W9nTpdOfOD4QEHD8eGRyjT0u5fvf7ziE/pn6AT9P5sFH2017+W8jWqsca/02bFR0Wz9rP7D5Z+M23nkmVsMJ0vEc1YGD6UU9t20Rce8yLs9Y/fvFdXer1vxWr6k/WuU8u9vKfRBEOmfkW4n3b6jEEj6KuIi4hMiU+gjTmjxiZEx5gp5L3HjiY5ULs5F4C+cuwkva7qW18YX4VvP719l3BJ9ObsrWO8anCfUXhwyMZ5f6iVKsIvdG6cOvPj4JF3Llxm0yhTc1NekX4ov//vy6TYONqmn8uxjVv++mIK4euC+3Zom5e/npNHrt64YeMunWjjxOZtCyd+/fTOPfr20ndg9cxfdv29nI6v3651Fd/8r/7ynkjiK0DbWFsSAAAAAChIonMgm7A+b9YF3qVSMweF/kDfxLTkLZcOEgCAHAuJDTscdEYY7O7Z3IyP2UgzozaG862bSoQZEUHMBgCKFW9PD7rz6knIi/jEZJLfpOR9RddKRw/u+ePvK3cfPu1Tu6qrswMBeF+Jq1IJffm0EygpMVatUrFp6IqVhYUFO7NPamqqWq1mp/tRqWn3Llf6Rb92xR/2ytLP+gPR6DU7GQcffTYRYY+M1TIAAAAAACj6kH4GMZaB3vH3LVaFlmWgu48v41qWC2Ky3W2x8QnXg+7fvP3gydNQ4Y50B1QFrzJVK1aoWsnLwlxB3kujRo3atm3b4cOHs9706aef9urV66+//rp27drVq1fpHoOqVau2bdt2yJAh5cqVI++CzEzauV3zts0b0t0bpAjb/c8Kesn2JjOFvO+4T7t/MtJofNuB/eIiog6sWht8686soR+Lb3Jwd5u0ZIG4yHHrgX2jnr/Yt2LNfz/PoxfxxM16dm07qD9r07tM+HPeyhmzwx4HL5z4tdFf7DZqeK+xn5A3qd64YaPOHQMOHg485/+/lh29qlVJikuIDOV+R26eZd09y13zOxMZkvmz8vCuYOfiHB8Ztem3v+hg5+GDh0yd/JrHr9WsCZuePfmsE5SrWnncbz+vn/sHncboVZjJZZ/+MrNS/bokB+q3bbVq5s+sXa2RrzC+Ur06MnMFK7xdr1VL8V26DB/sv/9g2JOn+1esPb5pe5lK3uFPQ1i2uHbLZlGhz188ehL+9Bl5e/RV3zx7fkzj1uKR5WtWH/vrT3n86zl5ZGrY91O0Os3FQ8foJ0sv4puqNvQZN282gdxKTEqhe11L6mEzAAAAAEUE6xknhiLQtEm7wXW6DFNTrdzMbFD19kuubGNT7rt5smvNli42jgQAIAf+Ob1JZzgXk7eNRzUHL6H8sz4BbSgzaJS0AQAoXnzrVDt+5tLVm3fbNPMh+er9DUBTZUu79ejQfPfh00vX7vhu4gi60CAA7xnhpJYv1X7WapMS41RKrhuGbcJZWlqy6DPt409JSaHXbBsvJTWdXmce7cqvdnGVng3pZ4n+f1MTQ9Vnds3+KNbMAAAAAACgWMiafj686lHgmWhhAncva6Sf3zevykBbO0uD7j65cvPOsxcRbEpXJ4cqFb0qVijnXb6sjVXJr9AZHx//xmkOHTr0qptcXV1nzy4qUcgaVb0H9e7sYGdDiiEzhbxc5Up1WjVv3b+PnbNT1gnoDpsBX4xv2bfH8c3bn96+F3z7Dt1r4+TuXqt5k56fjpRbWIgnpvtwBk76vFnPrsc3bQu+c/fpnftWdjauZcu2/2CAb8e24imrNfSds3sLnezelWtP796Lj4opXcGrUv06jTp39K5dk+TM2Hk/1Wza6Oze/eHBIY8Cb9GnWr5mdZ/2beifu3H23DW/M/evXo98FupSxoNOLDNXfLvqn93//Ev/YvTzMGWa8vUPTl9my949dv+zwkwua9K1c7bTNOnWpW7L5kfWb350M+jZvYeJcXFOpdzL16zW73+fOZZyJzlj7+pSoWZ1+vxtHBzK18gsv033mlVr4Hv91Bn6GdVu0VR8F3Nr6xkb1xxY9d/Ns/5Rz58/uHZDYWlZo3HD5r17NO3RZc2Pc148enLp6LGBk/73tnvVGnbu0PPTj09u2/Hg2s2IkGf0820zsE/vMaMt7Wzz+Ndz8siUjaPDhD/nB52/cOHgkdBHj+n3zcrW1qVM6eY9u7fs1ws7CXON7p7V6nSO9rYEAAAAAAqeUHWV9niz8l/SDKlOl9HQo+bRJxcexHKHC2p12hVnt07tMoYAALzJpeDAW88fsDadv/Qq30qoLk+vWPRZf451iYlwrnWCsA0AFEO+tatyAejAe/kegDYR4o/vJ/ryZ/+5+knIi/YtGgzq1Z7A+0fovaY0Go1arb4RnBCWoFHITDv5vJvaQoVDHH0mfLKZvRXJSfHpqSnsJrryZGFhITWciJO+OamGE4yq1GqlSk0y9AlpVuCZK/dsKpXw5+MQos8sFZ31cLQiu0KmL4DNo1+IsJjkcQtP0/Fymen66f1IEfDx6LH+ARdZe82qf3x96r9qSrVa06xVuyT+9AF9e/ec9eM0UsCiY2IPHDw8bMgHJLdi4+KbtWhHGyuWL2ncqAGBnDl46GjpUu61atUguZX1s1uxYs1vCxa6urqcPHaAvAvXbwR+OGQEbezbs628lycpDk6cODV+wiTW/uWnGT17dmPtAR8MCwq6TbjzfZc5uG+n0b3uP3j4+HFwp47tSElx5kbIn1v8aaOSm/n4buUVcoVMTinMZDIzqRl/oibTd3WMsrDcpzN5+r9KrZq9/vL1RzH0pvH9Graq60kK3ZBho65eu05/v5vWr856K/169OoziLW3b11ftUrlrNP06jvo/v2Hbdu0WvjnfFLw+vYffOfuvbFjRo0fhx24kCMHDh35avK3w4cNnjL5C5JbkyZPpQs7uVx26sRhGxvr10yZmJjUsk1HpVI1+uPhX0wcX9+3WVp6+owfvh3Qvw8pGv78a8k/y1dWq1pl25Z1pHga+uP2NKWGNn7o7+3uaMVm8jI6kzeTSc3MTEUnfiElRU7Szx9MrClT4LDq99HDm7EsA51BdOmK2DSriHR5nC6Dy0S7ODnUqVG5bs0qHqVc35NzU8oLpdKCRku0BbM784+l/z14HMLaTo52/bt3qFmtYg7vK96/pNVo6Hpm6Ir1SVdu0pssPdx9pk8iAO/IiDqNVGnpo2fPaNWvF8lXBffIhenMuG91/Bnw5M19LVs1kSsUchn9T05XbMzMuA1YtmOTvHYG/jg88eZjbsWgkm2KhUKmoA/CM+MV6NrR8/CoH35dVqFc6W8nDCdQEmUuXLRabv98YlTCswA6vnSlJpa2bgQAAAAKl9CxzpbOtJ+B9sbSDUCVSv04+vn3fkuEVb6fek2sUboSAQB4NW2Gbvz6mWEJUWywsWvN3hVaysy4fe20N4RulNJrM37rVH/mddGmJQLQAJAXTwIPq9NT1BIbYukl7Mjie/rMpAUW56CrUV/OWJCckrrklyn075D8876XJqKf09jhfS3MFUdPX7x5+yEBeD8Y9d9zG2c6XWpKUkzki7SUZDaNubm5jY2NkH5O5enbaelp6UrxWX5Y6Jk7BE0qZX0DhmPSpOJd/Kj9nO+OHjv5mltPnTnL0s+F48ChI5269Ny3/yCBQkR3qQz88KNJk6dGxUST3MJn966EhYV/N21m3/6Db94MJPC+atSQO8Dx1q07KckpWW89e9ZfaJ8/F5B1gvj4hPv3uZVYHDQCRVbzpk3out95/wskD3r17E6vlUrVgZdPmJ4VXZzRyWhjwIC+BCA/IP0Mr8fqQEskRCVNjnG4nSqLydBlVCrn9enQ3pPGDO7YqpGbi6NwyDERHY0MRRbdkdGlXfMfJo3JefoZAOBdiU/gdv3Z2VoTAAAAACgs+nMj60uEcadHpsrZuzUvW1eYZumpzRkEewAA4HX23/QT0s8KU3mHMg3ZOdalQt6GK0Fo+nK9QaSfAaC4orOumlUq0N6Sh8GhJF/h3KzEwc5m9OCetLF8/e6EpMJLCgK8ExkvY8enpqelxkaFJSfG0zZdVZLJZHZ2dnK5nN2FjkxMTFSr1bSt1WoTEpNY24SY6Os+S9m6F599FqWfJYbos9GZOLA2li/oG0+vjxw9Tj+UV01z+PAxUohu376bmppGoHBp1OrAwFskb7L97NzcXRs3alC3Ti3yjlhZWdInQC8KuYKUROHhEV2699m5a+9rfsXwPmjY0JfwS9ibQdn8ls/5c6FnVgT9/IWLWSe4eOkyazRp3IgAFEnW1lb16tbmqt0/CSa51axp41KluPJm+w8cev2Ue/ZxJy5o2rRRaf709L6+9emixNnJiQDkCtLPkBMsA22us5GpbKyTyrlFNNRcL6fQWWm1GkrHH3KMDHRxUalCuWmTPu3WoQXdtUEAAIo8uquWXtvZWBEAAAAAKHhCf7f+DMkSvrvcEIMeUL2dmURfXCw0LuzorXMEAOAVktNTN17cLwy2L9PASm4u1WMxaO586xJhdoP0MwAUfxXLl6XX9x4+JfmqUM5MWeTVqubdsnHdU/7Xlq7ZOWXcECwtoEQS97MK/fcqlTI5MU7DB5opmUxmaWkpvpdarU5JSaE/CjqxUqVKT1fSkfqNORMJSznr08+s3jOfiGbJaBR+Lij829jAt/7Va9cjI6MuX7nWsIFP1qlSU1JP+p2ysDB3d3N79PgJ3nx4W127dKIX8u54Vyi/YvkSUiL88N03qWlcEX2ZTC6MVCpVrEYpvOfq1qltZW2VnJR89doNoyrOdOTFi1y+efSoEVO/m07bKckpllYvLamvXL1Grz09y9ILASiqWrVofuXq9XPnAliaPxfomkyf3r0WLV5KH+dZ6PMyHqWznezJk+CbN4Noo3evHmzM0iV/EoDcQvoZco5loHf8TXQ6blCVptu76Fn38WVcy3KJNGHvG91MJvw8jX6jsI1WBPXu2tazTCkCAFB8xPMnf7NFABoAAACgsLCNepIZg87Qlwwz1dmb2/So2GL7vRNsynUX9jStWN9SZk4AALLYcHFvmkpfocxRYdvEvZah/DOXe2YhaH31Z4kJ6gwCQMlQsXwZen3vUQjJV6gArfdBrw6uzg73H4fsPXqWAJQs4ipTQtVnjVodFx0RHxPJ0s90/cnW1tYo/ZyamsrSz3T65OSUtLR0wtLPJhK6ysWKPZvR//jKz/RKKPzMXSP9XMAsLCyaN2tKG4ePZF/m+YTf6dTUtPbt28pkMoIaYwDvVI0a1Rr4+tBLndo1CcDL6EKzgU992rh+44bRTf4XLmq12nLlynTt0tHO1pa2Ay5dMprm6tXrBOWfochr0pT7ivoHBJA86N+3F1uf3LN3/6um2bZ9F712dnJq37YNAcgbpJ/hbbEMtMSwp41loCNCklEHuhhB+hkAip34BL4CtK01AQAAAIBCJPSD6YjhQgAAEABJREFU0y5xllFkp0juUqmZg8KWTZOYlrzt8iECAJBFSGzYoaDTwmB3z+Zm+jOvs3mJKYtBswy0OHiD1A0AFGtuzg6WFuYPg59pWS2ZfIIK0HpmZtJxw/vN/P3fPYdP16hcvny50gSg+BP6U1lD6GpNSohNS9XXdaZrTJaWlnQdSnxHPvGcTK/pNLSnNjGJKyXCDmM1MRR+ZutdptIstZ/56DO7Zo+GlbAC0rFD22PHTx49evy7qZPpm29066HDR7lp2re7f+9BtndPSU5ZsnR5wIVLkZGRtC++arUqVatUHvzBAHd3N6Mp4+MT/lm24mbgrZBnz7QabZUqlSpXqtiyZfNGDX3ZBGfP+X8y5n+sHRR0u1pNriL19q3r6QOS16J3/G/dxrt379N27do1W7dq0bx502ynpN/VzVu379l7ICwsPCkpqVKlivTSo2vnevXqZJ1YrdbsP3DI79SZ+w8eRIRHurq5VChffuCAvs2aNhamGfrRqCtXrw8dMmjq118Z3b1v/8F37t77ZNSIiRPGsTFjx0/0O3V21sxpLZo3XbX6vxs3gx48euTu6tqiRbORw4fa29vRaejTO3XqTGDgLYnE1Nu7/FeTJmT78nft3nfunD99/NjYuKpVK1erVnXY0A+cnZzE06xYsea3BQu7d+s895dZ23bsOnPmPJ1eqVTWqlmjSeOGffv0ksnMxK+Ctf/3OfdCOrRvu+D3uWxMWnr6gQOHb9wIDH769PHjJzK5vKJ3Bfq+9enV3cvLU/gIXvXZsafh6upy8tgB8dPL4Tcn56/iVa7fCPxwyAja2Ldnm1AxVKvVrl697px/AP020m9mpYre5b286tev261rZ7oof/0D3n/wsFefQfqnt3yJT/1627bvPHDw8N37D7wreNWpVWvokA9LlXLL9r737j/cuGnL9Rs3Q5+/cHZy9K5QoXr1qkM/HGRUi/dVBnwwjL69tFGuXJmD+3bSBn0m9PkIE6xeu55eaOPs6WMO/DeKvdh1GzZfunTl9p27dIZMf3f0rf5o2GB7wwRQYjRo4HPi5Klr127QZa54iUxnF4QPN9ORTZo0PHDwyLlzAW1btxImoL+CW7fv0kbjxi+Vjs7h73TJ0n8XLV7at3fPKZO/+O33P+kyxb2Ue/WqVab/8C1bdj9+Erx8xepr167HxsXXrFG9YQOfDwf2z/Yl3L13f+WqtQ8ePqK/EXtbWzobrFypUq+e3el3nuQMvS+dydM34cGjhzKpWZmyZZo2bjhwYH8nRwfxZFHR0Xt277/34MGT4KfBT0NcnZ29vbnfY/++ve3sbIXJLl66PHzkGPrXD+zdsezfVbt276Ujq1WtMnHC+L37Dmb7qumq0tZtO52dnehMTyIxPkz05znz163f5OtTb82qZa96CW8131vw52L6xOjnQme5Ro/zy9z5/63bVL9enf/W/CseT2dEBw8efkQ/leCnYRERXp7l6Gv3qVe3R/eu4hkgW2bN+OHbnj27/fvvqus3A+/cvmtnZ1ejZvX27VqLvz9v++YTruL49d279929f5+++XTOXKVK5d49u9euVYO8SZXKlTxKlwoIuJSUlGxtnVmdjs3q2bLm0uUrO3btvXv33ouwsBrVqtFF/KCB/R0d7IWJ6afTsmUzP78z9DmM++yTrH+FrgDs3rOPNrp37yK8J/V9m9EFIn1DBvTvI0x57ITfjp27g4NDIsIjPDxKly/vRb/hffv0tLW1EaYpuM8oW29c3YJChvQz5I6hDvQt1IEGgKJj1fU8HYT2Th4Zco5VgLazQQAaAAAAoPAYFYGmTa7+s452u2vlZmaDqrdfcmUbm3LPjROda7RwsXEkAAAi/5zepDOEebxtPKo5eAnln/UJaEP5Z6OygwAAxV0V73JXbt599CS0UoV8O8E1AtCZSrs7D+rZfv2Ow0vW7Jj51WhLCwUBKLZeFX1OSUpISU4khsNSLS0tWXlgMbVanZKSwqZJTUtLTU1jG2/8Gha/osVCz6Zc5Wc2SNfG2BQo/FyY2rRpZWFpERMbF3DhUtMmL9X+TEhIPH3mnKODffNmjRcu+jvrfW/dvvu/CZPCwyOEMf7+F+hl48YtY8aMGv3xcGF8SEjoqE/HhYY+F8bQP0cva/7bMGLE0MlfTqBjbKytGzdq8Cz0OZ3MytqqZvVqdKSFucVrnrxKpZ7+4+zdu/cJY44dP0kvvXt1Z4Pib05iYtL4z7+8fOWaMOb69Zv0smXL9l69uk2d8pU4ShUREfnFpK+v3wgUxgQHh9DL8RN+HwzqP+27r0luhUdEDvzwI+FNe5CU/ODho1Onzmz4b+WGzVsX/LlYmDIqOnrQhx9t+G9V9epVhZH0Q5k2fRZ9jcIY/4CL9LJ1244vv/h8QL/eWf/iHwsWLV+xWhikL4Fetm3ftWrFUhu+Z6tKlcr0x3jh4mXarlqlsp2drXcFLzbxkyfBn46dIP7guJcQHnHm7Pk1a9fPnP4de6vf9rPL+Tcn568i55Qq1dhxE+mbJoyhHzS97Ni1Z/eefX8v+dNckdNld2Rk1NDho27eDGKDN24E0cu2nbu/nzqlZ4+u4ilTklPm/Pr79p27hTFPU1KfPn3Gv4qdM6d/b/Tryy9hYeFfT50m/trT50w/vl179s35+Ufk4UoY9oHSBe7t23dribKkJ0+doddNmjSk140bcQHos3wkWnD5KvcNMTOTNmrYUBiZi9/pF199c/48l12IjYu3tbVlc+CNm7bO+fU3tVojfpATJ09pdVry8lzaz+/MpMlT09LT2SD91YQ+f+F36uyKVWt//21OuzatyJts2LiF/tA0Go0whi7d6Hx+05btdF7hXaE8G3nixKnJX38n/CHqcXLK4yfBR44e/2/dxqVL/qxWtYrRIy/7d9Wffy1h7aio6J9mTX/Vqx732Sdbt+2k09AfWssWzcQPkq5U7t/PFero0b0ryYF8nO8JFi1eumTpS1nbW7fu0Atdkm7eun31v0vpKoH41pTU1HH/+5K9QMK/RvpG7dmzv3v3LnN//lE8ZQ7ffK1Wu3TZiiV/LxdWMukslF7osnjQwH6Tv5r4+jkw/cI0b96UfqkuXr6cbQj7+Em/Lyd9k/l94xeR69dvXrZ0YY0a1YTJevfsTr9v9AtGZ48+9esaPcipM2fpK6WNfn16vebJLF7yz+K/lwuDdGlOL4ePHFu7bsPqFf94euZyY/ttPyOxnKxuQWFC+hnyAhloAAAoTLHx3J5eBzsEoAEAAAAKm1CNlXaPs35yaYaU9sk39Kh58KH/kwRuXx/dnb7q3PavO39CAAAMLj8NvPVcX8OOzkd6lW8lVJHnShDy0Wc+/Cxhsxeh+CD2IgJACeBZxv3KzbuPQ57nYwBaQkCkTTOfWlW94+IT/12/mwAUW1k77Km0lOSo8FAh/axQKOzs7LKmn1N47BHi4xPE6Wd98NmMoXeV0TYdpithEv42pJ8LiSF4ZK5QtG7ZgjaOHjthNMnho8c1Gk379m2zVoYmXCgqbfLX34WHRzg62M+f9zNXc9H/1IZ1q3zq101LT/9jwaI9ezMr/s77bUFo6PNKlbzplAf37aRTrvz37y6dO9CbVq36j1UerVWrxorlSzq0b0vbnuXK0ja9vL7q54KFi1n6efTHw+nDXr54dv1/K2vWrL5z117Dq8w8H/TMWT9fvnKNvpYJn489sHfHlUtnd+/c/MEgrgrprl37fvv9T/Ejf/fDjyz9/MmoEfv2bLt04cx/a/5lE2/ctFUcuX5bK1asjouLm/zVRPqwp/2OfPP1JDry4aPHoz8bv+DPxcOGfkDHnz197Ifvv7GwMFerNX+9HD3/8qtvjh0/Wb161bm/zDp0YBd9FVs3/TdgQN+kpOQZM2f7nTpr9OeOn/BbvmJ11y6dtmxcezng9PJ/FjVv1oSOv3P33vqNm/UvdurkxX/9ztpjx46mb/v4cWPY4LfTZtAPzsHebtp3X2/bso7+uQN7ts/44VuP0qXod2POvN9SU1LJW352b/XNyfmryLkNG7f4B1y0trGibz59UfRrs3nDmrFjRhGu2uuVLVt35PyhZs2ec/NmEP2k6tSuaWerrxqbkpwy9bvp9+5nFmamM89Px04Qp5/FXrwIH/3p+DNnz5P8plSp6CML6WdnJ6fq1fSxzsjIqI9HjxU/SSgBKlX0dnFxpo2r128II+nPJCoqmi5eWbiZRe3p7/rR4yfCNFf5L0n9enUtLczZmFz8Tk/RL/H5gHZtW48cMYxO1q5tKzry5MnTs2bPpbOypk0bbd+6/urlc3t2benZsxv94dznv37CXJo+7PSZs+l1m9Yt//n7r1MnDtE55F9/zqezOzq3mfXTnHSl8vUv/8rV6z/9/CuduEwZj+VLFwWcO3ni6P55c3+i86KYmNjPJ37F/hZ9N775fjr9Q3Rh8cdvc9jigM4KPvt0FF0gRkfH/L5gkdEjx8bF/fPPivr16owYMbR1qxYdOrQVQrpZX3XdOrUqelegN+3bd9DocY4fPxkXH29lbdWpUwfyJvk732P8/M6wZC1d/tK3yO/4QfourVn1T/dunQlfv3/t+o1Gd1m85J9Lly6PG/sJnfn7nz3x65yf2Lx9716u0LIwWQ7ffOqf5asWL1nm7Oz01Ref79i2kX4l9u/ZNmXyF/Z2dps2b6M3vfFV0I+AXp8/fyHrTbGxsZ9PmFzR23vZ0oUXz/vRt44uVQl3Ou+EP/5aLJ6yVcsW7LQJ+w8czvo4e/bsJ9zRAg1eE2KmbxdLP4/4aMja1cvpD4QuvmfNnEaXBXQG+/uChSRXcvEZieVkdQsKDdLPkHcsAy2cToBloCNCkrVaOsfV6LRatpHOvmPk5W0fAACAtxIbx+3sdXTAqaIAAAAACpUQRmRoJzmLLLICrh/V7ips7Ps/vh70/D4BAOBpM3QrzmwTBhu51nSxsDPVx3H08xBTof6z6LzrAAAlQ5lSrvT62fNIkn9QAdrYqME9v5+79Oadh8fPXGrbHOUVoZgR954KffYqZXpCfAztaWXrRnK53NLSMut9af9rUlISu69Wq42LT8gs/Mz/z9LP3DFnrAI0X/iZMjGseIlXv7AeVjg6dGi7/8ChQ4ePTvvua3HW+fDho/S6c6f22d7r519+DQ5+qpDL1/+3qmxZDzayTu2aK//9+9PPPvcPuDj/9z+bNWviYG9HvxWnTnPB3PHjxgglPBs19K1fr+6DB49UatWtW7eFXGbOvXgRvn79JtoY9fHwLyaOZyPr1qm1euU//QYMefIkWDzxjp17Dh7iXs4vs2d269qJjazoXYG+ZPoMF/+9fMu2nV27dvL1qU/Hn/e/wKpdfvnF+FEjh7OJ69erQy9h4eF+fmcOHj7as2c3kivpSuW8X2d37dyRDQ4b8sGlS1eOn/C7cSPoww8GfDNlEhs/aGC/tPT0efMX0HdSrdawU97v3XeQDnpXKL9q+d9WhnrV1atXpZfKFVtsHjMAABAASURBVL1nzZ7740+/+NbfYmmV+dtMTU0T1+ls2qQRfef7Dxp69+59cVXgbD189Jg+K9qY9v03HTu0YyM9vcrRi7u7G/2UkxKTg27fbuDrQ95Gzr85+fIqsjrHf7h9evagbz4bU7NmdXoJC4+gf/2JKBX6RvSJdWjfdvaPP9D3XKPRfD11GvuaUb/O/2PFMn3ebtWq/65eu87a5b08p0z+on7dOtExsbv37Ptn+Uo2w6Sf3c6tG61EZchzYteOTU+fPuvcTV/5e/iwwfTBhVtXr1n32PBD+OnHH/r07kH4WuafT/yKfrj07y5avHThn/MJlCD017Fz194bour1rNizr089Fm52c3OtUqUS/e3QH0KF8vpa71f472ejRg2Ee+XidxodHfPp6JETPh8rfj6//fEXvfapX3fp4j/Z8oXOwX75aYZOq937cj44KOh2VDSXC5wze6bwQ6CLDO/y5Qd8OMzO1vbB/Yf0d0pejZ2pwNXVZcvGtba2NrRtY2PdtUuncmXLDvhgGP3mX7t+s17d2sdP+iUnJdOZ6sIF81lenKpWtQq90F/x8hWrL1y4RBt0FUV4ZDqvoy9hzaplWVdLsn3V/fr2/mXu/GMnTiYmJolLNe/awx0806VjeyFo/hr5O99j9h88zF7sr3N+khjydHTBRy+hoS+uXb9Bl0djPvnY6GnMnPF9/776Qsh0AUrfirYdutEZCH0abKFJcvzmh4SErlix2lyhWLrkryqVK7L7enl50gt9dQMGDVu5am2Hdm3E9cuzogsd+s08c+Zc1lqndHFJH+q/tf+yhHqNGtXoRaVSb9q8jb408cdKvwB0Of7vitV09efbb75iC1kmJjbupN9p2ujdq8drnsbZ89wviy5/J381kY0pb2VJ5/C0seDPRZFRUfTvymRm5C3l4jMSFNDqFuQO0s+QX1AHGgAACoFWp0tISra0UMjM0NEDAAAA8G4YAtASuldJKAJd3qF087J1zz7TdzAtPbV54YffmxBs+AMAORDoF5YQxdoKU3mHMg0Nx04YakCbclWgDRmczPqD2HkIACVDmVIu9PpZWATJP6gAbYzuLvxsWB/a2Lzn2POwKAJQTIhrRwlVnzVqdUxUWGx0BEs/07UlOzu7bNPParU6ISGBPUJKSoo4/WzKr2mZyWT0wtV75us/syS0hGWjsxx8hnWvQtOqRXMbG+vExKTz/pn1FKNjYgMuXHJxcfapXy/rXVKSU1iV5Y9HDhOycQz9qL+e8iXhY2F+fISIfqwsDnX27PnUtHRhSvr57965+eC+nQP69yFvz+/UabVaY21jNfrj4eLx5grFR8MGG028dTtX1reBr4+QfhZ8/PHw0qXdaWOXoa7z0WMn6XWZMh7Dhhg/zthPR/8w7Zuhgz8gueXm5iqkn5mqVfVpJKOnXbdObXqt0WieG85lv33HLnrdu3ePrDHZHt260B9ReHjE6SyFhOlzFg/SyerVrUMb8XHx5LXoL33er7OnTP6iTetWRjdVq1aVNVKSU8nbeKtvTr68iqxs+TzijcCgsLBw8fjZs6afOLp/xvTvSI45OjrM/mkGS5zT50/b9PNlN/n7X4iK4nJOdC66ftMWNpL+0FatXNqieVN6l3Llynz+v88++1SfY3v+PGzfwUMkX23bvpM12rVtzdLPlKdn2c8NYc3jJ/xYDW8oMRo24I67EwL31LlzXOK/aeNGwpgmfDsgQD/Dp7/K23xdWGGaXP9OO3RoKx68d/8hi+CPG/up0ZkEPhk90ui+NjY2rHHwyDFxAUv6jb143o8uLF6ffo6IiLx4iStIPPazT9gSR1CjRrXvpk6e+8ssN1fu5+nrU//nn2b8OP17If0sqMZnQ7VabbpoUcW0b9f2VaslRq+a6tWzm1wuUypVBw5mVhcOff6CFS3u0SOnx8/k43yPoUtbOov7atIEIVkrqF6dm6unpBrPEDxKlxLSzwydy1WsyJW4jo/XP42cv/m79+xLS09v0qSRkH4WVKlcqTafe96z7wB5Lbou2aiRL30/797Lpt7JyOFDhfrcDEtp04VpYlKyeHyfnt0Jn24/6XdKPH7P3v30O2BvZ9e+fRvyajbW3KIk7EXYtes3xeP79ul55tTRTetX5yL9THL1GQkKaHULcgHpZ8hfqAMNAAAFLS6eK//sYGdDAAAAAKDQCZFEiR7ft851r3NBxgHV25lJ9EephcaFHbvtTwDgvZecnrrhwn5hsH2ZBlZyc6meofyzxFQizFaQfgaAEsfO1trSQvEiPEqj1ZJ8gsIA2ahUoWzXdk33Hzu3ePW26ZNGyXPVBQ5QaIRe0gwRrVabGB+jTE9jN9HVJSsrK6MMkyAlJUWlUrFHiIuP12q0Jiz6rI8/60s+c+nnlws/c9cmLx12RrDuVbjMzKRt27TauWvvkSPHmzdrwkbu23+QfpTdunbO9rN49lwfya2fXTy6UkVvZ2enqKjokJBnbEyH9m03btq6ZeuOA4eONPT1qVq1Su1aNerWrmVhaUFy69q1G/S6auUq1lnSwC0MryLzCYeEEi4FVTfr4yjk8jq1az9/HiY821u3b9Nr+gyzppdYOUmSB1lTX9ZW3POXy2WlS7mLx5ub60uEqjRqwudog27foY158xfQy6se3yjUS39fLN4tZscHpNgP9jWcHB2MstoxsXH0Y3369OnJU2fYGI1WQ97G235zmLy8iqzatm198NDR69dvdujcs4Fvff23sW4d+nrJW2rZvJm4kiv9LvXs3vWf5SvZYOjzF/TlXL8RGB6uP+ysd8/uzk5O4kcYOXzYkqX/snZQ4G0ygOSXqJgY+q1mbVsbm4uXLgs3ZbASgrz7Dx/VqV2TQEnRpAkXYqY/oidPgr28PJOSki9d5pKpjZs0zJymccOVq9ZeNBTEvXT5Kl3cO9jbVTOUhs3d79TCwrxypZfmb9cMOWx2OIdYhfJe5b08H4tK9Veu5E0f+f6Dh9Nn/LT831X16tWhj1andq2aNaqJizG/ShA/36bq1a2d9dbBHw4U/2mh9DXh487R0TGRkVG37949ZKjgrtYYz9leFb/O+qopulSiS729+w7u2Xdg0MB+bOTuPfvoUrWid4Vsn2FW+TvfY3x96tGLMKhUqSIiIulHeeXqNVYaX6M2fuFlynhkfRw7Wzv+7mo2mPM3//YdLmp//IRftZqvPHWA0VIsW61atvA7dfb8uYCqVSoT4ydc2miMnZ0ta6hfft88vco1btTAP+Di/gOH6ecljN/NHw3Vs0dXuUxGXvsc5s77PTYufvDQkXTFoHq1alWrVKpbtzb9iEke5OIzEiuI1S14W0g/Q0F4D+tAq/Jtj+XrICsOAMDExPEBaHtbAgAAAADvAtuWJ5kx6Ax9fTFTnb25TfeKzXfcO8mm/C9gV/NK9RVSOQGA99iGS/vSVPoMj6PCtol7LUP5Z/0p2V8uP2iC7A0AlEhlSrneffj0RXh02dKuJD8gAJ293p1b3r7/5EnIi3XbD338QXcCUCSJo8+ED1my3vrE+Ni01GTWdUrXjKysrMzMss/x07skJSXp+M5YjUYTFxfPTtKjr/tsSD+bSc1YBlqcfmbrXCj8/M51aN925669R4+f+GHaVHYi+CNHjtHrzh3bZzt9uOE8AqVLl8p2grJlPKKiop+/0Ocvv/zi88jIqOMn/JKTkuk1vRC+VPPgwYNGjfzIhq/I+7YiIiPptaurc9abXF1d6KtQG0JCKckpsXy9zFKlsn+2LHkc8iyUDbLCva6u+bOMNGJpaZXteGtra6Nyj0Y/hQcPH+ekWG90dLR40NnZKWt2kG74kBwXh9uz98CRo8fpb/zOvfvJL5fPJG9fYe5tvzlM3l+FWJdOHe7dvb9qzTo6v/IPuEgvbHzXzh3HjxtTrlyZnD+Uu7vxl8TDIzN7Fxr6vG6dWuKQaNmyxg9uYWlRqpTbixdc4C8w6BbJP7cCbwvt7Tt300u2kz1+/AQB6JLEydGhapXKd+7eu3rthpeX59lz/vQ3Qn9B4pxo/fp16ew3NTXt2vUbvj71L1+9Rkc2a95UWP7m+ndqNBOLiODm0m5urtmWwi1V2l0cgKZ+nfvTlG++v3//If3thBoq37u4OI8b+2mfXt1fdfwVExMdq3/YUu7kTdLS09et33Tx0uXk5OTbt++qsyRKs85WnJwcs32orK+a6d2rx959B69fv0lfY3kvT/op7NrNFdXu1TOnWwT5O98ThIdHrFm7/v6Dh3Sh/OjxE6Nbsz5yti+c7jVjU7PBnL/5QbdukzeJenkpli0W9Pc7febjjz8yusnoIJPMZ5vdq+vZoxtdBJw+czYxMYmtity8GUTfHMJVYu5LXovOuufNnT1r9tyYmNigoNv0wsbXqFHty4n/a9TQl+TW235GYgWxugVvBelnKDjZZqC7jS3j5lkyM9CIJgMAFKaYuAR67YgK0AAAAADvlKgUtAmXfdbpaI86vepaqbnf06ux6dw6W2Ja8paLB4c16UUA4H31Ij7qUGDmmS27ezY3MzWUIjTVh3H0Z2A3lYirECKHAwAlDAtAP3sRgQB0waLLj/Ej+v0wb9n5Sze9PT1aNq5LAIoY8UlyhX56lTI9PjaKjaQdqJaWlnL5Kw8kValUKSkprJ2WlpaUlCwxHJTK1q+46LPZSytddH2LP3mPaeYRZ0g/v2vNmjZ2dLCPiY07d86/VavmISGh128ElvfyZOdbz4p+sKyh0+pe87D0E2YNSwvzhX/Of/Dw0ZGjx69eu3HjZmBqSmpaevq/K1bv2r139qzpzbPUbM4L+kWysbamL4cNSg3ZO53udc9WSNfJ5TKS52+j9hXnWZCa5XKhqdPpH3Dlv3/nPFklNc1TwubLr745dPgYa3t5eTb09XFxcfYsV87Xt16ffh+St/e23xwmj68iqy8mjh8yZNDBQ0cvX75640Ygy9vtP3j48NHj/xs/ZvTHw3P4OMnJKUZjxF8bNheVyWVGY15Fpc5lVddsqXNWnNsogQolQMNGvnfu3rt5M7Bvn57n+ZKxrVo0E08gl8maNGl0/ITfpcvXfH3qX+UD0E0bNxImyN3vlC7cs53sVV97K0tLozGVKnrv2LrhwsXLp0+fvX7zZlDQHTojjYyMmj7jp02btv4+f85rjk8QjtF6Y14qNi5+xMhP6fKI8Ke2qFq1skfpUi7OzpX4Qs7fTZuZ7b1eNRd61atu2MDHy8vzyZPg3bv30RmOf8DF58/DzMykPXp0JTmT9/meRmO8GLp69fr4zyfFJ3A7yi2tLBv41nd1cy3t7l6nTq0zZ8+v37A564NIcvA0cv7ma/mnNO6z0ePGfkrygH5k9NtCVyfoaqfRWSAkkrd43zp2bDf319/j4uMPHDzManXv3X+QXjfw9fH0LPvGu3do37Z586bHj/udDwgICrz98NFjOjIo6PbIUZ916dxh1o8/mCsUr3+EfPmMxAp5dQuMZE0/H137WJx+divAWXc5AAAQAElEQVRnhfQz5IV3LYf+/6u5dVGQTst92VRpuv1LnnUr0XWgAQCgcMTFcxWgHR1QARoAAADgnTEqAk2bfAY6w9RUKzczG1yj48LLW9iUu28c71yzubO1IwGA99KKM1t0hv6Yyrblqjl4CeWf9QloQ/lnoygOAEAJU4bPPT9++rypby2SHxCAfiU7W+vxI/r/umTd+u2HPEq5VChXmgAUDVmjz5RarYqPjdKo1Ww1yNzc3MLidafMTk5OVqvV7EHi4uM1ag2LNWceXWZmJhSBpm2h8DN3LcIeDete7xD9RNq1a7t5y7Zjx0+2atX84OEjdGS3bp1fNX25svpg0IuwsGwTaayasqODg3hkRe8K7NTwarXmwsVLp06f3bVnX3R0zMxZPx85uCfbIpqv4cA/+IuXS5AySpVKSD8TPu3n4VE6NPR5WFhYtg/F6pgKdS7pqwsJCY2IiMg6ZUpq2rNnz1xcXBzs7YghXqDNLiMYx9eczkfly3uxxv0HD/NSWjLn/PzOsPTzR0M/HDF8qItLZrHt0OcvSK7k7ptTEJydnIYN+YBeCJ9X8zt1es++g/RL8seCRe3btPb0KpeTBwnnC9yKiWuXepbjXqyri4sw5pmhyrggOSmZlX+mqlSuTN7eq+acHqLavV998fnIkcMIvB8aNfBdvXrdjcAg2j573p8b06ih0TSNGzU4fsLvxo2bKckpgXzl2kaNGwi35tfvlM2lIyIi09LTsyZBw8LDs96FzlTpc6MX2k5KSj7pd/rEyVNHjh6/c/fekn+Wz/35x1f9rXKG8uoR4eFeXp5GtwY/eSqRmrq7udG1khWr1jx4+Igu9Wb88G2nTh0sLcyFyXbt3kfyCf1h9urZjc5P9uw7MHHCuN1799ORbVq3cnSwJ/lKvxjSZXPITWJCotGYeb8viE9IoAvE6dOm0uWIuKj20aMnSG7l/M2nC7Kr167ff/CI5Fmrls3p0vDMufNdOnUguUVXD7p377z2v40sAE1XHg4ePEy4At45LdRNv9jdunaiF8KtkIQfO3Hy0OGj16/fPHDwSMOGDfr35QqxFP5nlL+rW5BDWdPPxzcE3/CLEiZwK2f14Ze1kH6GPPKqZtd/fA0hA61M0+1bhAw0AADkVVQMtw/N2TGft1YAAAAA4G2Ji0CzYmLSDKlOl+FTunrFx2UfxIYQfk/j8jPbvu2SpxoTAFBMXQu5fSVEf0phE2LS3au5qYRFn/nShHz0mQ8/S9hsRDgTO3YSAkDJ4+7CRbwio+NIPkEf6utUqlB2QI+2Wp1u4YotiVlKRQIUPtYrT0Qlnym1ShUTGRYd8UKjVtObZDKZo6Pja9LP9C5xcXEs/azVaqOio1n6mTLjQs/0fzMz+ihmMv4f+q+MrXexadjRq+L1LaxyvXMdO7Sl1yf9TtMPdM/eA7TdpVPHV01curQ7/TRp48TJU1lvvXL1elQUFwOtUoULdEZERK5eu/7rqdOUKn2BW/r9aNa08XdTJ0/64n+EzwyFh+uDpDn/JtSowVWnvhkYxP6WmJ/faaMxZfl41gm/01lrkSYlJbMiqdWqVDa8Oi45evHSFY3GuIbumTPn+vT7sG37Lin8/Jy9CYmJxgEm+pTEQdh8IZfJypb1oI1Dh45kvfXuvQe+jVt279n/3LkA8vYysnvbWWLP07PclMlfiNPP1P17D1iD7nYRRubks3urb05BSFcqt+3YNePHn2/eDBJG1qhRbfy4MUsW/cEGWXI0J/xOnTbKgh8/4Se0vSuUJ/xrsTIUKN25e2/sy8n41WvXZU7P59XelonEuOY0U65MZm416PZt8V0ePHy0ZdtO/4CLz0Kfv6pUORRf9evXo7+y+/cf3rgZFMFn9FmeWKwJH4kODLx19foN+h2gPwFnx8xyEfn1O6UPyxp+fmeMboqKibl9+654zK3bdxf/vfz3BYuEMdbWVj26d1nw+9yuXTqxZ/uav1WmjAdrBFy4lPXWLyZ/06lLr0WLl9L2zh176HXvnt379ukpTj9TDx48ZI3Xny4gh3r16k7nivQjuHT5Cnsne/XsRvKblK++HB+fkPWme/cfiAfv3rt/4wY3cxs3ZnTTJo1MXy7tfP8h99p1Gbl54Tl/89lhIef8A+gXwGgylUrdsUsvelm+YjXJgSZNuO/wqVNnSN707tWTXl++ci3kWSidgdNZtL2dXadO7d94x1Onz/7624IdO/cIY0qVchs25IO1q5bRXxAdDDIsSgrtM3qr1S3IX9mmn68dyzyUDulnyEcsAy0x1a8Bsgx0REiyVku3XTQ6rZZt4Iu3+gkAAMBrRUZzeypcnBCABgAAAHiXxJ3mlCmrK2Yo7PpRrW7CNv7FJzduPX9AAOA9o83QLTudeaLIJm61XCzsDKdmN1z0MWhTIYoDAFBSuTpz5diiY/OtNiUC0G/QoWXDejUrJyWnLlyxVavNh0QFQO6IO0F1InExkVERz1UqJeHPY+7g4GBtbf2ax1GpVPHx8exxUlNTY2JjTYiJocozl35miWczMxk3bGbGqkFL9BtqpuLoM8HRZkWGr089FxfnuPj49Ru3PHkSXKdOLRa3zRb9HHvzQa7t23cFB4eIb6L97n8tXEL42E2rls1pIz4h8dd5f+zddzBrUIl9+nRKO76gMuFivmbsQcibdGjXjvDVDRf/vczops1bthuN6d6Vq2Z99+59lu0W+3fF6jj++9y6dUs2phs/cURE5NFjJ8VT0i/81u07aaN5s6aWVpbEUDTa3/9CakqqeMp/lq8kBYC9ius3AvftPyQer9Vq583/IyU5JTI6qk7d2uTtsbed0qgz33mlMp3/1zgzQd+Htes26P+0qKRlTj67t/rmFAS5TLZw4dItW3fsP3jI6CZhXuTs7JTDR1MqVZ+MGX/x0mXCvy0LFy0NCtJHjdu2aWVhyR1DYmlh3o2PbxIuK5/00fDRZ8/50y/M06fP/vxryd//rGA3OTrY9+3dg7w9+oqEdtCt2/QXERMbR6/pX6fPgY0/dPjYAUNu/sWL8Pm//Tlj5uyPR4/t2Lnnw0dPCJQs9CtH5+e0sWEjtxPEp35dOzvjExl7epXz8Cgdn5Cwb/9BYshDC/Lrd1rXsBxZsXKNSqUW37Rly3a1+qV5xY0bNxcv+WfV6v8iI6OMHof9NF1e+8OkP9smTRrRxsZNW41uor/Qe/wxGx06tKO/U6VSme0jxMbF796jrwCdkR8BaGdHx/bt2hDu5a+l82dnJ6fmzZqQ/ObkyG3X0TeNLhrE448eO/Hw0WPxmPR05asexD/gIsuX63K1nZLDN58YzixBZ4CLF/9jNOXSf/599iyUXurWydFSrE7t2vZ2dmfP+ucx2Fe5kjdd4SHcfPLokSPHaaN7987i+eqr7Nm7f/XqdRs3bzWKywuLEicn/Te20D6jt1rdgnyE9DMUPmSgAQAgf0XyFaDdXXK6MwQAAAAACpSQgdYXgeaVtXNtWa6+MM3fpzZlEGzvA7xfDgWeDkvQd6IpTOUdyjTg484Sce5ZFMbJPBk7AjkAUCJZWpjT2R0C0IVq9OCepd2dHz99vn7HIQJQ6LKt+kwlxseGhQanpXK1bOnakL29va2t7etPjZ3MI3x9xJjY2OSUFO7sGaam+vizGR995tPPZnwZaFYNmk0gXtVij4aVraKDfgE6d+RKHi7gC3B25LNKrzFhwnh7O7t0pXLoRx8fPHQ0IiIyNS396rUbH48ee+nyVTrBp5+MsrHhkvSVK3lXquhNG7/M/U1cn/jsOf8//+SCdB3atbUwV7CRllZcrdwnT4JPnDh18dLllFcXzi9b1mPQwH60sWXrjhkzZz9+Esy+1b/+tiBrEcqePbqyROD3P/z4z/KVwcEh9Jk/ePjop59/ZcUmmzZt1KxpYzZxvbq1u/MhrV/mzmevJS09nTYmfvm1v/8Fc4Vi7Gej2ZT169Wl1zGxcVOmTmPFHRMSEmfNnrth4xaLlwuL5ouRIz/y8ChNG1O/m05fxdOnz+h7fuHi5THjJvgHXKTjx3wyyjJXf5f+PFmk+/gJPy6vdp8rM1m9Gldjm75X837/k5WTpHOP02fODf1o9MVLV9gd09LShAfJ4WeX829OQaDznA58sfP/1m2i3xwhgvnw0eNpP/xIG25urg186+f8Aen7M3zkmJ69BzZv2f7vf/5lI+mvadLE/wnTTPx8HPvgqEePn3wy5n8+jVp07tabfohCHuWXn3+kf5q8PTs7O2FGeuXq9dr1GtFn8pyvSz3h87EKuZzd9NXkb+nzHDR4eLuO3c6cPc9G9u3dk/48CZQ4DRv60mv6+6LXjRs3zHaali2avWaa/Pqd/m/8Z/T69p27wz/+9MbNIDYn2X/g0MqVa42mbNO6JZ0RabXaKd98T2cjbKRKpV67biM75KNTxzcU5Z3y1UT606O/5anfz2B/KPT5i01btk2e8j1td+3csXq1KvTHUqtWDTq4fefu/QcPszvSOfzW7bsGffiRUKA95eVjWnKtVw8uR85+cX379Hz9+lXu1KtXhzW+nzaTzl4IH1KnM7evpnxrtBiqVKkimyEsXrqcfiJsZFRMzMJFSz//YjIbTE3L5QvPyZtPG40a+nbp3IHwC+5Jk6fevXefvvl37t6jy82ly7ijQdq2aeVTv67wsPSj/3baDHqJjok1+ot0TbNZs8Zx8fE3bua0Zv+r9O7FHXxCl+/nAy4QQ03oN2rfjluU3Lp1Z9bsX+MM3xz6Ffphxk/Pn4fRtlBGutA+o7da3YL8gvQzvCvIQAMAQH6hi4u4+EQrSwvaZU4AAAAA4J0SoooSPT4DbYhBD6zeXibR1zMKjQs7dtufAMB7I0WVtuHiPmGwU9lGFnS/M0vpSDNj0Eg/A8B7xdnRnu7aSs6nzn0pgTehnfQTRg2cPm/5Kf9r5cuVbtYgNxU6AXJH3OUp9M2np6bEx0WzCeiKkZWVlexN5e7ovRISEug1XUmivaoxsbF0s8uUjzbzq1ZmLAPNnVuDyz1zJZ/ZoWYmhvUsFH4u4tq3a7Pmvw3pSiX9dLoaata+ioO93R+/z5k5a86TJ8GTJk81unXkiGGfffqxMLjgt7nDRn4SERE5esx4oymdnZwmTBgnDDbwqU//ulKpGj9hEh3868/57dq0etVz+HLC+KdPQ/wDLm7ZtpNehPFjPvl4245d0dEx4oln/zTjx59+OXvW/8+/ltCL+KYWzZvO+flH8bnmJ3/1RUpK6omTpz4a8Yl4SvrcvvnmqyqVK7HBfn170b9++MgxOmWT5m2FyYYMHkSv163fRPKVuULxx/w5M36cfev23ayvYviwwSM+GkJyq3HDBseOn9y3/xC9VK9edeum/z4aOnj/wSPBwU9Xr163ZeuOShW9Q56GsIAgfcdCQ58/fhIcEhIqPEIOP7u3+uYUhC8m/u/27bvXrt+Y8ePP9CK+iX4Hfvh+Kp195fCh+vXpdfXadfo+PHj4SBhJ7z592R5vVwAAEABJREFU2lRPr3LCGBsb60V//Tblm+/v88lyIx6lS82Y/l2TV6RU34iuYHTr2mnvvoPikRGRkZ6eZb0rlN+wftUXk75++vQZ4Uuxiqdp3arF999/TaAkatiAC0CzcuyNG2X/1aI/+fUbNtNprKyt6hsCmoL8+p127dzx9p27q1b9d/36zQ8GDxfGN2vWmK4f+J06K4xxc3P9bd7PX3419eKlK1179DN6HF+fer3fVCKdzqPm/Dxzzq+/7969j16Mbprxw7es/dWkiUOGjaRzqslTvpsz9zcPj1L37z1MS+cK3tO56Oq162kj5Nkz+gsiedaiRdNSpdxevAin7T59chSrfVv0Z/7N15PoC6Ezou49+wvj6TvWo3vXadNnCWMszBWTv5o4a/ZcOvfuN2CIp2c5hUJ+794DulpoaWVJ52Z0uRkREZWclEy/EuQt5fDNp775+iuNRnvk6PGDh46y/L2ggW/9Ob/MEo+5c+furl3co40ZPYrwdZTFWrZsTmd9fn6n69SuSfKgS+eOc+bMv3CRm0PS30IODwvp1LHd5SsDNmzcsnnLNnoxupX+Rip6V2DtwvyMcr66BfkC6Wd4t1gGeuuiIJ2W+yqyDHS38WVcy3KzCGF1lh1+Q9fS6bcU2+AAAJBVeCS394ydMxQAAAAA3jm2CU8yY9AZfB1o2vuus1FY9qrcassd/W7V/wJ2Na9UXyGVEwB4D2y6sC9FqU/4OSvsG7nVMJVwOR2We+Yz0KbsjOxCApoAAJR09rbWEVGxsfyx/STPEIDOEUd727HD+/62dMPaLQfcXZ0qlCtNAApY1ugzpVKmx8dGsVwUXe+xsrIyN39zyVilUpmSksI6TVNTUxOTkkz58DNlZmZGN7u4ay4EbcaOMmPpZ/25eYpn4eenoWHlPNzJ+6RevTquri4REZGNGvo6Ob6556OBr8/ObRs3b9l+9dr1e/fvR0ZFe1coX69O7Y4d29fmS2wKPL3K7dm5Zcu2HWfOnAuPiAgPj9RqtRXKe3Xv3qVvn16ODvbClNWrV12y6I/NW7ZdvXYjLS0tMSHxNU/Aytpq2dKFa9dtXLlyTUxsnKOjQ+1aNdu3bd2zZ7dtO3YZTexRutSyvxceOXrc7/SZB/cfPn4cXLp0qWrVq7Zt06pdm1ZG30n68hf99dvR4ydP+p26f+/hkyfBrm4uFb29PxszSkg/Ez5PMG/uT02bNjp71v/a9RtmZtKqVao0a9Z4YP++v8ydTwoAfX82b1y7Y9eeixcv02f16NET+sQ8y5UbOWIYK3Gdaz/Pmk7fIv8LF+/de0B/7IR/e9evXbFm7fpz5/2fPw+7fv2mhaVF40YNevbo1r1b559+/vXxk+Bjx098MWEce/dy/tnl/JtTECzMFatWLN23/+DBw0fo64oIj0hLT6dfws6dOw7o34c+k5w/lIuL06b1q+kLOR9w4WbQLWsrq7JlPD4f/1m9LHHSShW9t25ad/T4iXPn/O/cvRfyLJR+x+g3qmbN6kM+GGiRt7Wx6T98J5fJDxw6nJrKFeSuXq2KlZU+G0e/rps3rF2xcg39sOgl7EWYm7sb/en16N6lXdvW7/mm77HTAa2bNTCVlMAzmdSqWZ3+fpOTku3t7F71m2rYqAGdZanVmoa+PtmG/vPrdzr5ywk+desu+Gvxg4ePLCzMa1Sv7utb/5NRI6Z+94PRlO3btdm7a+uGTVvo7DQyIioqOpo9DTrD6dats/xNh2lRXbt0atK40br1mwJv3bpzmyugW6aMR9vWrYYM/UC4O/2BbN+6gf4oAgNvPX/+4saNILrsaNmy2QeDBtC56Hn/C/cfPDx69ESL5k1JntFlRJNGjejyqHHjhnQGSwrGsCEfeHmWO3T46O07d8PCwqtXr1anVs3Ro0ecPn3WaMoPBvUvW7bM+o2bHz9+8uxZKF0Qe3qWbdSwwfBhQ+RyGX2edOXw2Am/Xj27kbeXkzef8IvXBb/P5Y4dOnz04aMnd+7ctbG1KeNRukePrn1793yrmVLzpk3o9HT2OzFvuV5LC/NuXTtt3c6tNrBq0Dn0/bdT6Ix0+47dDx4+DA+PSExMUsjldKWiV8/udMVAPGWhfUY5X916H1y8GuRdvqyDnQ0pGEg/Q1GADDQAAORdWCS35eXu4kgAAAAAoMgQlYI2oX3x3Gme+DqvHb0b+4VciUzhzpiXmJa85dLBYY17EQAo6V7ER+0P9BMGe3u1lPLzBFNTln7mKxZy9eJR/hkA3i+sHzA2PqlsaTeSZyY4mWbO7T92bscBP2srix+nfGJjZUmgRBC6vSmNRqNWq28EJ4QlaBQy004+5ci7kG30mT6zuNhItUpF23TdR6FQCCG510tMTKSvi3WXxsfHK1UqrvYzO5sG+58v+cyKQLMxQuHnYpp+psZ9PbtFo/o9Orc2V7z1sbPsDdfy6NseFpM8buFpOl4uM10/vR8BgGLr/oOHvfoMYu2xY0aNHzeGQME4cyPkzy3cGdwquZmP71ZeIVfI5JTCTCZjB9twC5qXly9vZeyU2W6uTgN7dqzs7UnekrDcpzN5+r9KrZq9/vL1R1zdrPH9Graq60kACKHrS+06dIuJif1l9syePboSAHjZ0B+3pym5YzJ/6O/t7mjFZvIyOpM3k0m5AyzzVKli7Za9V2/c7tyuebuWjfL9WJc3pp9LV7AZ+HkNpJ+hcDy5HS9koCm5uaTH52WdPSzp5jmr+iLeKifo9ijyxPuXtBoNXc8MXbE+6cpNepOlh7vP9EkEAIqkM+O+1alUtCFv7mvZqolcoZDL6H9yumLDakawuTF57Xz4cXjizcdcHLmSbYqFQkb33Mp5ZrwCquO19+jZXQdP9e/etlPrRgRKrsyFi1ZLOy9SE6MSngXQ8aUrNbG0zYc+QgAAAMhf4v1OWi2LH3BbiCqV+sKzoIWXNrPJ6Gb/34NnuNjgYDaAEm7W3sVXQm6xdlU7zxHVuptJpXRXupzb8mT0eR3DvkAJ9gQCQCF4EnhYnZ6iltgQSy9hRxY/SzKT5jnOkRM7DvjtP3ZucN9ObZrWJ3mGCtBvoWu7pg+fhN6883Dhiq3fjB9GFz8EIF8JByRkiNBto7jYqPS0VDZbofMdG5sclUOjm1Xx8fHsMenu0eiYGPoIrPYzH3g2y5p+ZnWhjdLP2T7DPCro1TX6NE/5X7kWdLdPt3a+dWpg5RAAoIQJj4j+c9n6+rWr9uvRwdY6R0cEAeTcoUNHY2JibWysO3RoSwCg0KnUmt0HT164Gji4X9cK5TxIPslJ+nnQxJpmsne/pa9MV9avmX09e4W5wtXF2cnFyb2Um1d5zw+GDKAzq1c9zv27D/1Onr5+5cazZ8/DwsI9PEpVqVa5StXK9X3q1KxtfE6Af/9ZvWD+Ita2tLTYd3SHs7NT1sf8/de/Vi5fy9rlPMtu37OBPiVSWDZv2DZr+hzaqFTZe8e+TdlOQ3sWD+w9fOnC5fv3HgY/eVqmrId3pQo+Der36tMt2zMnvENZ60DvXfSs+/gyzh4vHXKPOtAAAJCt8AjuUF5UgAYAAAAoasRFoNkZl6UZUp0uw6dUtYoOZR/EhtBbtTrtqnPbv+78CQGAkutayG0h/WxCTLp6NjOVSFhZQlaXUCj+zGYXSD8DwPuDVYCOi08k+QEB6Lfz6bDes/5Y+fjp8w07Dw/t15kA5BNx9Jnw2WXWK58QF5OaksS6OelakK2trSRnVdCUSmVycjJrp6WlxSck6FefTE35uiNSM+4/LgMtVIMWp58LKPfMsI7brCNJfktMSlm9cffp81cG9+3q7uZEAACgZLly486tu4+6dWjZsqlPvlcJhffQmbPn5XLZs2fP/1r4Nx38dPTH5orCS/UBgJHwiOjfFq9p5FurZ6fWeT/WpRiln18vPS396dNn9MIGN63fumjZgurVqxhNlpaaPuen+du37hKPfPjgMb3s232Qtjt2bjdpyoRSHu7CrSNGDT28/+idO/doOyUldd7Pf/z6x2yjh338KHjd2szY8czZ3xdm+jk5OWX50lWvn8bvxJnZP84Nex4ujLl75z690Ff936r1U3+Y0qixLylKjDLQ6SlaZKABACCHXkRwNafdXbHPEwAAAKAIETbeGdo9n5FhSnv+TU21tDf+o1rdpvktYd3k/o+v3w1/UsXNiwBASaTN0C07vVkYbOpWy8XCjg89m7J4Dh+CZjFo06wRHQCAko0FoGPzKQCNpMjbUchlE0YNlMvM/M5fPXvxBgHID0ad8VqtlvbHJyclhD9/mpKcSMfQNR57Xg7Tz4mJiSz9TB8nJiYmPiGBO7rUUPuZSz/zJ3CU6g8uk3JHnppkU/JZOL9eRr7K+pjCyycF4PHT0NkLlu3Yd1ylUhMAAChZ0pWqbXuPzv5j+b2HwQQgbzZu2jJ85Jhp02dFRUfXrVN76JBBBADetYBLN2f++vfJs5fysrGQUVLSz1lFRUaPGz1RpVSJRyYlJX/80Rij9LORwwePde/cb/OGbcIYutU5c840oUbygX2HLwRcNrrXrz//Jvyt/oP6+DSo96rHDwq6ExsbT/JPVFT0iA8/CQ+LeM00twJvT/nyWyH9rDBX1KpTw9lFHwt79PDJ+E+/oNOQIoZloCWm+i1xloGOCk3RaNTczgF+/4CwBU3y+/hkAAAovp6HR9L9uM6OdgQAAAAAih4hA60vAs0ra+faomzmed6XndqYQbCZD1AyHQo8HZYQxdoKU3n7Mg34uLNEnHs2NRWfmt0E5Z8B4P1hb8ed3RQB6HfGxcl+zLA+tLF2y4GnoeEEIA+yTQanpaZEvAiJj42mbbpyY2tr6+jomMNz9dK7xMbGqlRcn7RGowkLC1MqldyWFfefRJx45lemDOfTMBxPJn4mWkM/K2vnF93LxBloUmBdufTvHDsd8OP8pTeC7hEAAChxwiOi/1y2fsX6HQlJyQQgt6pXr8YarVu1WLLojxyufQFAQUtXqrbuOTLnr5UhudoAL+7p51Kl3VeuWyq+/Lv279FjRtANOjZBdFT0/n2HxXf5etL3N68HCYNVq1b++JOP/loy//vpX3fr2Vmo2axMV/7847y7t+8LU1arVmXYiA+FwZ+mz1GrNcLg0UPHz572Z21XN5cvJ3/+mqd9xu9c+5Zdp33z4/27D0ne0E9t5/a9/XsOYdWpX2Patz+mpqSx9lffTDx38fiGratPnjtE37HSHqUIXz970oSpdEuZFDHIQAMAwNuKiomnywcPd1d0jQMAAAAUNUKEUeiH50uV6WPQA6q3M5fqd848jg49dtufAECJk6JK23BxnzDYqUwjC5mCr/3Mlyk0xKCRfgaA95a+AnRc/gSg0amfG7Wqeffp0mrHAb8FyzZ9/8UIR3tbAvCWxN2WQme8SqWMi4lU8/FlumZjycv5YyqVyuTk5Az+rDpqtZq26d0zt6tYEWi2gWVCTOif1Wm0RJeh0wqHn9L7CkWm2Ql6SG5lPUyO9eYAABAASURBVDmvUZv+PZncXFxzWghhF9BaXWx84j9rt1WqUG5w367OTvYEAN4zlSp63w68TKDkunLjzq27j7p1aNmyqY+pBIf5wVsb99kn9EIAoEh69jx87sIVzRvVp/N5K0vzHN6rBNR+VijkDRr6GI1s1NiXbvGtXrGODQbdvNW7b3fW3rFt9+mTZ1nb2tpqyneTevXpJmxhDRrS/0Vo2OxZv546cYYOarXan2bOWbNhuRCnHvu/T44f9XsaHELbTx4Hr17x3+gxI2g7LTX993kLhScwddpkaxsr8lrKdOXO7XvohT7bQYP7t2nfSvL2S+cLAZf/mLeQvsA3ThkRHimErT8cNnD4x0OEm+gTmDz1i4njJtN26LPntwLv1K5bkxQxLAO9dVGQTst9aVkGuvv4Ms4eL+0TYO9h1s1tAAB43zwNDaPXZT1cCQAAAAAUPUI/uyEGncHXgTaVSnU2Css+lVutv3WITflfwK7mleorpHICACXIpgv7UpSprO2ssG/kXsNUYsqXKzRlNQtZxUJWAtroPO0AAO8DSwtzOv+LjU+ga0x5nwUiGpJLXds1bdGobmJyyvy/16ekphOAHBMXbRKqPmvU6ujIsMiwUNqgN5mbm7u4uLxV+plKT09nnaD02szMzI5nY2NjbW1taWFhYW4uk9HRUlO6BkUydFqNlv4xZbpKmaZMT6WX1JSk9LSUlORE2qDXrJGWmiy+Fi50SnYtXOgjGF3TRxaPEaZn7TT6V5LiC7MONHP/0dNZv/2z78hpjUZLAACgZElXqrbtPTr7j+X3HgYTAAAoWehWwmn/KzPn/X3uwvWcbDGUgPTza9StX0doJydnngBhxT9rhPbHnw7v3be70d7zUh7u837/2dHJgQ1ev3pz/dpNwq0Kc8XM2d8Lg/8sWRH2giu8vXL56mchoWxk2/at2nVoTXIswP/SxPFTunfou2bluqS3PFfD/t0HhfRz+05t3Uu7vWrK1NTU3n17NGjo4+Ts2MsQBxeULlNKaN+9U0TPC4Q60AAAkHPs1JTlXr1kBAAAAIB3TqjqKpGY6M/OzNd/bVuhoYulfs9MYlrylksHCQCUIC/io/YH+gmDvb1aSvnfPjcHMGVnbTfV1y5E+WcAeI85O9rTHg8lXyU2jxCAzr1h/TvXrFohMjpuwfJNKnWRO4MqFEHZRp+p2OiI8Bch6WncEWBmZmbOzs42Njbk7VlaWspkMrrGxMWc3/KarmxlHa9fCcu/a6MazxJTqVEnbuH04Gq02gPHzvz421LE4wAASqTwiOg/l61fsX5HwlumrAAAoOhLSU1bv33/b0vWhIVHv3FiYfurhKWfqYcPHgntcuXKGkY+ZsWbKffSbkM/+iDb+1pYmo8eM1IY3L/3sPhWnwb1+g3oxdrpaem//vLHs5DQVYZq0/b2dtNmTiVv0rZ9K/oglpYWwpinT5/N+2VB2+adf541T3iSOeTk7DRn/qw/Fs41VyheNY1Xec9Zc35YuW6p3/nD1apVMbr12KETQtvNvehmxZCBBgCAHGIB6LIIQAMAAAAUVeJzILMzNgv1Xml3/pAanYUpd18/HpkYQwCgpFhxZovOsNeuqp2nt30Z9tvXR5/1Xoo/EwCA94+lBXe6V5VKTfJMSiC36EJo7PB+v/y15vHT50tWb5swaiAWS/Aa4u5JocMyKTE+IS5GqNlsa2srleb+V0nvm7vkdCGgLzktLU041w/d0DM1k9MrOl5C3xbRaYBIYYmOif9z2fr6tav17trWwa6Ivm8AAJBrV27cuXX3UbcOLVs29TGV4Kg/AIAS5fHT0NkLlrVp1rBzu2bmimxOEioEQ1lgtCSln6Oios+dDlj973/CmOYtm7DGrcDbwshatWrIFa88fWo938wC0tFRxlHyL6Z8fvrUuciIKNo+euj40+Cn6Wnphpv+5+TsSN6kUmXvGbO/n/ztl4cPHt236+DFC5fZ+NSUtA1rN2/8b0uL1s0+HDKwafNGr38cRyeHyVMnDvygn8JcQXJFo9H8Nvev/1ZvYIPlPMs2adaIFGEsA711UZBOy32HWQa6x//KOpW2EE8m4ddt2M4E7IwCAHgP0S4Jel2ujDsBAAAAgCJMqOoqkZjwGWiJNEOq02XUdqtUw7lCUBR3fLtWp119fseUTqMJABR/10JuXwnRn9HOhJj0LN+C9lHy0WfuikWfWT14NltgMWiC8s8A8P6RmXEJSWV+BKCRBckT+klMGvOBo71t4J1Ha7fi1CSQvYyXsQ741JTksNDghDjuaE66TuPg4ODo6JiX9HORRV9yWlpaamqqEHHWEUmGian+rcjQsca7qlx15cbtH+f9ffjkea1ORwAAoGRJV6q27T06+4/lKPkPAFDy0G2IY6cDZs77++K1IKObxCfeoU5sfFp808+PHwXXqOgjvrRu0un7b2YkGc5yMGzE4Jq1a7B2VGRmlLlU6dclojw8SgvtyIgoo80xW1ubKd9+KQzev/uQNRo1adCnX0+SY5aWFnT6leuW7j+6Y/SYEa5uLmw8/XOnTpz5dOT4b6dMf/0jTJg07qORQ3Kdfk5OTvl0xHgh/WxlZblg8Twzs6K+3Z21DvSehSHRz1M1Wo1Wq80QVYAGAID3U3RsQlq60t3VSVbkF2oAAAAA7zMh1Miw+s/0ilWBHVKrq5B2PP/o2t3wJwQAijm6527Z6c3CYFO3Wg4KG1bwmf3w+RC0VF//2RB9BgB4P8nMzAgXgFaRPMMOsryysrT46rPBs/5YeTrgmrOjXZe2TQiAgbjqs9D7rlKmR0eFazUawkefra2tzc3NSQmVnp6u0WhYSSrutau1hNu6M6VvSUJS8vWgh2ytTji7B3kXR7ep1JrdB09euBo4uF/XCuU8CAAA5Acbk4SMlMQL11T8tjzdmBdtz9MLKby5fXhENF/yv2q/Hh1srCwJAADkmZykW5qkBt5++MRCxu+9ZTN5rhtHIl6xf3vPnke81fSJSSmrN+4+f/H6wJ6d3N2chPHC0afHNwRfPRoujC/WtZ+NeJX3HD9xTMfO7YQxSUlJQvv1dZptbOiWqBVLUdM3Kjk5hQ6KJ+jUpf2eHftOnzonjJEr5DNnf09ypZxn2QmTxtFne+5swOIFS28F3WHj4+MTSIFJT0v/eOgY4W+V9ii1YMm8ipUqkOIgax3oPQtDek3wdCxtYaI1YX2nwjHGKAINAPC+efAkhF5X9CpDAAAAAKA4YL3hdPudFYHWZXA700pZO7bxbHA8+CKbZtmpjb8NnEq3+QkAFFuHAk+HJUSxtrmpvH2ZBnzcWSLknlkFaEP4WY+g/DMAvJdkMi4ArcqPCtAIQOcDFyf7iZ8Mmrto7fb9J50c7BrUrUbgvSdUYxLXftao1TFR4UplOlt9sbS0pH3OpIRSKpUq0VEaKalpWq2OP6jVlNvGM5EkJKWcOHeZFBnhEdG/LV4zZviAmlW9CQAA5JmtSUJGqurC9UhSNFy5cScpOXXCJ4MJAADkmdxE6SCJDbwbS/JbBslNP8/9R09/+fPfyeNHlCntmvlQGRlPAuPF6Weq/aAKJSD9bGNj/cfieQ0b+RiNL1Uqs+pzZET0ax4hKSlZqCFtbW1llH5mpv/0Xa8uA4TJxk8YU9qjFMmtpMTkgweO7Nt9QEgkF7Sli/8V/laTZo3m/v6Tvb0dKT68qtlVb+AS6K8/JCA9RXt4xbNB33lr6Qa1TqITdZAAAMD75uGTUMIFoFHHAQAAAKCoEx+3nJmB5mPQUqm0f/W250NvpmnS6a2Po0OP3fZvXw3l9gCKqxRV2oaL+4TBTmUbW8gUrHoIX0BEH4NG+hkAgGFnNlMiAF10VChXesywPotXbft3/W4rS/NqlbwIvMeMCj/reLHREWmpKWwLR6FQ2NkVp57Xt6JWq5VKpVD1OS09PS0t3YQvByc+Ua+ttWWbpj5GFaBZrThC8npw6/5jZ8hbcnN1GtizY2VvT5xKGAAgXyRk2LpamjSoZJ/vFaBzMZM3V8i7d2zZsokPAQCA/KDMkMfqHFpWc7DK7wrQ12/dfx72dkWgqUoVygkVoMXr8+Wq2/h2crt0KDMDvW1h0Idf1XZwLTYn4SlfwXP3wa3hYRFPnz779++VAf6X6MjExKQfp/28fNXiUh7u4onLlS8ntEOfhb7mYZ+Jbq1StXK207i6udSuW/PsaX822KZ9K/L26McRcP7i3t0HDh88pkxXim9q1Nj3wyEDScFQqdTbt+xi7VZtW/y5eB79ipJi5fyBECH9TCksJa2GuGg0GroeRfcwEEPtKII+EgCA98+Dx8/otTcqQAMAAAAUB+KTOPE9JBnczjRdhk6qs5SZ96ncav2tQ2zK/wJ2Na9UXyGVEwAohjZd2JeiTGVtZ4V9Q7fqdHe5lO8jlZqyDDQrGGiaeYJ0AID3GCpAF0X1alb+oFeHjbuOLFy59bsJwz3cXQi8l8TpZ9orSRvxsdGJCXHsVplMZm9vT1doSEmk1WrT0tKEd4C2k5JT6Hqb0NNs2K6T0Ja9rU27Fr76PBy/rickoUmee3DfKhsnM5N2bte8XctGpiX0cwEAeCcSM2zdLM0b1i2vkCtkckphRtdhpWZ8GNrUJA9lC982AO1Tp1rf7u1t+dqWOMoFACBfKIlCmaGoWc3b3dGKzeTplo6ZmUxqZpbHHbgx8QlvFYC2sbbs061dg7o1jMYL5+Fp0stdo9FeO6Y/82ByonrD/BuDJ9exd1GQYoK+k+6l3Oilbt1aw4d8GngjiI58Ghwy9pMJ67eutrS0EKYsXyHzYOyLAZdjY+MdHLI/8vbEET+h7SmKTeejF6Fhu3bs3bfnQMjTl6LY1tZW3Xt3HTCor3fF8qTA0PcnLi6etUeOGlbs0s/+h56d3v1UGJSZk9Yj7K2duOhzBr+fwcTwJUdPSZEl/mi06ar42w8IABRJdL4qtIvFTDUlNf15eJSVpYWLkz0BAAAAgGJC6AGnu834MtAmrKZA2woNjwdfDk/hTuSVmJa89dKhoY17EgAobl7ER+0P9BMGe3u1lBrqhvDpZ753VGKK8s8AAAIzVIAumtq18I2Oiz966uJvf2/4YdLH9rbWBN5LQvo5JSkxLjaKK9HEh4AdHBzoqg0pieiLTUtL02q1bP1MqVTGxceTDGJiWINjGWcWdDZlleEkEolQCjQPMbg8qlHVe1Dvzg52NgQAAEocJ0e7wX27Vvb2JAAAUOLQrYfmjer37NzaXGFcF0c43IUlRBv35OrmBvrpj0pNTlSvn3e9eGWgGblCPn/Bz/16fJiUlEwHHz54/MPUH3/7a44wgYuLU5Nmjc6fDaBtOs3alesmfjU+6+PExyesXb1eGOzVpzvJb5s3bJs1fY7RyIqVKgz6sH/Xnp2trCxJAUuITxDarm7F7AB1/0PPTu0MFgZl5qTFUGsbR1Ou8DP/ldZl6IyO6UISuohLj4658cc/BACKA/2JLIpwLa5rQffodY2tvrMMAAAQAElEQVTKBXgcEQAAAADkL6Mi0LRJO8x1ugypVCfTSofX7jbn/Go25Z4bxztWb+Zi40gAoFhZcWaLzrC/rpqdl7d9GVbrWR991pOIT5BOAADebzIzvgK0GgHoomdgj/bRsQnXAu/N/3v9t58Pt7QoZv2pkEdCH6RWqw1/EaJScmf4Zesu9KaYmBh2K9vIEa6Fu79qLSfv4984hq5tWVlZ5W41KzU1VaPRsMdUq9XRMTE6rY7lm9mhqxKJcFCb/gg3dgM7xM0kSwa6cNb2nBzt+nfvULNaRQIAACWOTGbWpV3zNs0a0KUNAQCAEqd8OY8BPTuW9XB7/WTCdkXD7k50G+32mUQ2WHwz0KU9Sk37ceqUL75jg4cPHmuydVff/r2ECb76ZmLf7h+wLdMN6zZXr1G1fae24kdISEj8dsr01JQ0Ntixc7vadWuS/BYbGy+0zcyk7Tu27Teod4OGPqSwVK5SaeW6pazt7OxEio+s6ecmgxTWjhLxyaYYnNeiaHpphwa6sgCKlawFGormfPbKjbv02qd2FQIAAAAAxYq4CDQfgNbpMrg+9KrOXrVcKt6M5E4cpNZqVp/fMaXTaAIAxce1kNtXQm6xtgkx6VG+uamERZ+5KxaNMeXjMywdU8jBGACAokmGCtBFFl08jRnWe+6i/x4/fb5g+aavxw+VFrcTrUIesRpjKpVSpVSK8810E0ZIPL+qnfVaeMys443uKzyBrONzMkaj0dAxb3te4PT0dJVKJbzA6OholVr9UrFnPuUsTj+z03xIDFOI08+ksNBn0KF1k05tmiIVBwBQIqG6PwBACWZpYd6rc5smDeq8ZgNCKKuTIRrj29Vep9XePZ/CxhTfDHSXbh1PHPU7dOAoG/x19u+NGzcs5eHOBitV9u4/qM+WjdtpOzUl7Yv/fd27b/dadWuVLu2emJgUHhaxbs1Ges0mlsll2ZaIzi/upd369OvVb2Cvwo8gJyclX7l0nbXNpGZ169cmxUHW9HPDAWZWjqIDhkVdI+ggKYLENb1MCD4ggGJGqML1Tio15FC6UnXr/mMzM2nNat4EAAAAAIoPoV+eMWSguSLQWq3phzU7Bx5/wHZknX907W74kypuXgQAigNthm7Z6c3CYAv3ug4KGyEso0/KSAz1n0W1n7FzDwDeczIZXwEaAeiiiS68Jo4e9NOClY+fPl+0cuv4kf2RgX5PiMsvyWRyJxd3tUqp42l1Wnoz19Bqucn4kRkkg92qvy+fnBYeSpx+zvq3suaesyUUnxbfSxik61g2NvpwmEKheKv0s5InPMP4+PjklBS6ukbX3yTCGTz4uLNEn3rWN1j0Wb9uJ8k8xwcprE7cShXKDe7b1dnJngAAQIljb2czqFcnVPcHACiR6IZC80b1u3VoaWVpnuO7GPqU6JWJpH4XO12G7r6/vvhx8c1AT502+dLFKzHRsbSdkpL6049zlyxbINz62f9GX7ty/cH9R2xw5/a99JL1Qeh7MnHSuDJlPUgBqFDB8/e/5rRp34puA5J3ISwsfPGf+grQFhaKYhGANko/mykyfPtJrR0yt50FJsQ4k4f+kiJF+HScu3e0bdlYo1arNWruWq3O4HcQZRgQAHinDKsJ3HyW22tpZ8M6pIUDTkjRm8FeD7qv1erq1ayMHgcAAACAYoqtgtJNQv5syhJWBLq0jVMbzwbHgy+yaZad2vjbwKk4sBagWDgUeDosIYq1zU3l7cr6Sg0VAln5Z9OXws8mhVwcEACgyJKZIQBdtFlaKCaPHTJ30drAO48Wrdz6v48HmPL5TnhPsE4sucLczEym0Wp0Wq2GR2g7g2TQvdQZhOvv0ulldn1lOadtvjwT8aA+Z52RYWVpaWNjwzaurKysct4tTXvs0tLShAdPSkqKT0h4Y/SZjeM25Pj0s9B9a7SGV6Creg52Nv17dKhdozIBAIAShy5S2jZv2LV9C3akIAAAlDBlSrsN7tu1rIdbDqcXFdShfUrcFomWq6tjWr+TLd2QeRCQziYrphloRyeHKd9++fWX37PB0yfPHjpwtFOX9mzQ2dlp8851S/76Z9W//2m12mwfoYK316xfpteqU4MUjA6d2xF4G9mln01tHA3nVpLoT6/EtqZZMg89JUWT/nPhPyC5s6PE1lqtUkk0agm95ncQUWxHEEEAGuDdyjz/OJvXSs3MzCT6kxIb1+UqOi7fvEuv69eqSgAAAACguBEXOGMZaL4ItI7Vhu1fve350JtpGm6f1ePo0ON3AtpVbUwAoGhLUaVtuLhPGOxSrqlCKhMSM/TXzWLQWdPP2LMHAMAVe+GKt+ZDpBYB6ILiYGfz9fhhP/+1JvDOo79Xbx87vB/72OA9kW05H6EDno3XEW7AlA9Ck5fDyvlbByjDkKvO4FPX9MrW1kYmk9EGXesSikC/Ee2lS01Npc+WbZ7RdkxsLIs+Gzpk+dCzkH42VH1mt4qjz8JbQQqlZhX9g22aNezWAak4AICSqXw5j8F9u7q7OREAAChxFHJZ946tWjX1yeH2AttaIeKCOjpuM4RukWTopPS/eh25A0EfXtCf0KaYZqC7du90+MCxE8f82OD8OQuat2xqaWnBBumGz8Svxrdq0+LQgSMvnoc/f/48NOS5lbVVmbIepUq7V/AuP2TYILlCTqBoyJp+9ukrsXHSb2VLuUieWeZGt8nLHSboLCkyxDMfNv8x0fFnNJZK2bHodKSWnxkRVIAGKBr0c1ETE3a4CZ3d6ndy8nswjeaxRWF+q1Jrbt5+QJ9g7eo46xEAAABAsZRltxV3xmapjttlZSkz71Ol9fqgg2zKtf47m1Wsp5Bi7w1Akbbpwr4UZSpru5k7+rpWNZWYCuWfWVRGH5aRSLArDwBATK3W0Gvz/OirQgC6ADnY2XwzfujPf665FnR/2bpdnwzphQz0e8XQFZlZTYSw4zj5HesSUeFnodOrIHq/WNVn1mJJaytLC5YDMOfl5EHoHVNTU4XiYenp6bGxsVqdjvUK0NemP4eHxHAyD77XwDRzbY5rEBMT4xN7FEovAlJxAAAlmKWFee8ubRr71sEeAwCAEqmRb62enVrbWluRtyQU0mDbYnQrhSUOpRnchli9jjaEJBbZDLRcIQ96cPmNk/319/zXT1CnXi16IXmwdMVCUpTsObQth1PW86mTk/ewKDBOP5tn+PSR2DpLWS1SffqZj0GzI43ZNnjRrEsKAjbzoTtDMkzpbEe/q4erMkv3BfGnAiMFswsIAN5K5vki+K5oQ/e0lA2SonecyY1bD7RaXd2alWVm6NYBAAAAKMZEu634TUW69ajjVkXblm9w/Mml8JRoemtiWvLWS4eGNu5JAKCoehEftT/QTxjsU6GV1FAfUCoEZySmQkZG2KGH3XoAAJRaw6UQFXIEoIs8Jwe7r8cPnbvov0vXb9PBT4f2wpLsfWBihMWNWc8WHTLR0Q6wDEMcmRRAp5c4UW3CX7Pzq5pKTOgaFvsS2tjY0HWunDxaSkqKRqNhbdqIjo7WaLX0NZlJzTILPBuiz1wngUR/Rg+h6rNR4edCiz7bWFv26dbOt04N/OyguEhKSl67bmNgYNDtO3fpD6h8ea8qVSpN/nICKUi/zvtj9dr1rH3k0B6P0qUIQDHRyLdWny7trCxzdDAPQEly5OjxiV9+zdpzf5nVvVtnAlDiuLk6De7XtUI5D5IHJobTzlAZJPPo06KfgYb3RNb0c4N+EmvHl9LPUr4hHHVstHFN0GVS9Ij3BZlmmLKdr/wILXdWrpfnRQQA3pGXjpUy0Z8sgu3TzNyfWcQy0Fdu3qHXPrWrEAAAAAAotrIWgeYy0FxXu06mlQ6v3W3O+dVsyj03jnes3szFxpEAQJG04swWnWHfTjU7L0+bUqw6YGbNQFPDSYZEu6kBAIBhWUSFQkbyDAHoAufq7PD1+KE//7Xm0vXbdBn38Yfd0TX1PjBUf85cj6GDLIXMromhoyvfu7vY10v/4ESftNZqtaYm+jOu0pUsW1vbnDxUWlqaSqVi96IPEhcXl5qWRu/Oos8GUn3eme+PlRi6CiQmhhN5vIvoM33gFo3q9+jc2hyndYbig/5OR3w85vadu8KYiIhI+jMkAJBFvqTiAACgaJKZSTu3a96uZSPT3O4UZj1JQrCJHZHKCrGKJ0MGGt6tN6Sf2f8yWWYMmt/6ZnVJUQG6yDKe87CRZnwpetqbjfLPAEWMuH4F24fJTmRnUvTOTZyckno18B5dCNSpXokAAAAAQDEn2njk+u65bcUMrr+9qrNXLZeKNyMf0FvVWs3q8zundBpFAKDouRZy+0rILdY2ISY9yjc3lUj0NQMN6RlTCcvMmEhE25jYpwcAwLAK0PmS60MAujC4Ojt8M37oLwvX+F8JpIMff9gDS7QSSdzLzhp0PYb2a5nyqzI6E53E1FDmpyAr/Qi5aoFOpyU6DXtKCoXCwsLijQ+iUqlSU1NZm25wJScnJyYliaPPrNKz4bwdpiz6LJwjknUVsPx3titzBb1WN+V/I8t5uBOAYiXo1h0h/Ux/QVWqVEpPS69RvRoBgJf16da2dbMGpjhUGgCgJKri7dWtQ0sHOxuSN8LWGbdRptNxmyfZ7QFBBhrelbyknwvnuGLIC2HOo2N7hCgTSYZoVw03ETLQAO+WaC8lq2MhEZ+WuOjV2t937JxWq2vaoJZCng91cQAAAADgHRJ2WxkOxmMZ6AypVKfVmn5Ys3PQiUe6DO7o2fOPrt4Nf1LFzYsAQFGizdAtO71ZGGzuXsfR3FY4qxA7hzrLzBgVMsCuPAAAAasAjQB0ceLu6jR57NB5S/7zvxJoZmb60YCuBEo0tuLCVmW4Ti9D7Z+MQog+E0MAmi81rVala1TptEGfgLW1tVT6hl89nb+kpqZqtVq26UXbcfHx9L7iqs8SPvEsnIFXOIGHhK3IvVz1mdXALuRVOqSfoTgKff5caE/+auKwIR+QQjFwQL9WrZqztpMTTqQFxUC7Fo0IAACUUA3q1SD5BBloKLLymH5GwZgiS5jtCIfHc/uCWG+2TkdEx6sTACgahNkpH4E2eakgdBEr/+x3/ip9Uj07tiAAAAAAUFIIpw/i6ouZSlgR6NI2Tm29Ghx9HMCmWXZq428Dp5oQ7AEAKEIOBZ4OS4hibXNTefuyDUwl+ugz24+nr//88rnSCQAAiLAK0PlyqD8C0IWnTCmXyWOHzl209nTAdbq0G9ynI4ESShz2Fbq+skaf87HHy0T0mAJNRkZqcoJOy80v6FfO1tb29Q/CKj3r+Ng0fc5paWmxcXG0IXS1sgLPpobCz5lFoFlHrImEnSDypZU40ZocVukAXi89LV1oly5deCH+cuXK0AsBAAAAKHGQgYYi6A3pZynSz8WbOP0s7A5indmIPgMUWS/FoAkpgrs0D50MUKs1TXxrOdrbEgAAAAAo/owPnc3I4ItA61jBsb5VW58NuZ6m4foNH0eHHr8T0K5qYwIARUOKLsaGkQAAEABJREFUKm3DxX3CYJdyTRVSmaH8s+Ec6hLTrOln7M0DABCjO7votQIVoIudMqVcvvps8K+L/ztx9jIdRAa65GHbKuTldRdhJCno2s8Z3PlUWfeaSqVMio9ht5qbm1tYWLzm7nRrKjU1Va1Ws6eq0Wiio6N1/IYWV8zZEH1m3a5Zo8/iqs9G6WciehMIQJEUH5+wfuOWW7dvP3zwKDY+vpSbm5eXZ48eXdq0apn1e0t/ICf8Tu3ate/R48cR4ZHlK3iV9/L08anfr09Po4kPHDry1eRvWfvs6WP0tuX/rrp95+6de/fKenjUqVN70MB+FcrrT1n137pNv8ydL777/z7/ijUCzp2Mi4vv3K03Gxw5YthXX34uTPb06bNX3ZSclLxsxeoLFy9FRkbFx8fb29u7ubrQp/rBwH7u7m7iv/XrvD9Wr13P2kcO7fEoXUp8a1p6+p69+w8fPhb8NCQpOblKpYr0aXfq1KFRQ1/yslmz527ctJU2qlapvH3r+lu37mzesp2+3pBnz6pVqVK/Xp3BHw6yt7cjAAAF4MHDR3v2Hrh27caDRw9lUrMyZcs0bdxw4MD+To4O4smioqP37N5/78GDJ8FP6WzN1dnZ27tC9epV+/ftbWeXmSRYsvTfRYuX9u3dc8rkL377/c9jx0+6l3KvXrXK9B++/fufFdneRFfFtm7b6ezsdPLYAXb6C7Gf58xft36Tr0+9NauWveZVaLXabTt27d9/KCIyKioyytLSwsXFhc5U+/XrXad2zdfckc6rV65ae/Xq9cBbt73Le9WqVaNP756VKnobTRYeHrFh09aLly7TRmJCopu7q7u7u2e5sn169aBvgjDZ/QcPe/UZxNorli/xqV9v2/adBw4evnv/gXcFrzq1ag0d8mGpUm5Zn0ZCQuKKVWtv3bp95849O3s7+gTq1q09+IMBbzwDCUCBQgYaipQ3p5/NkH4u9sTd2ES0UwjpZ4AiLtvQc1GY36ampdPeBPpEurdvRgAAAACgpBDnCvgMNOH64XUZOqnOUmbep0rr9UEH2ZRr/Xc2q1hPIc2HeBAA5N2mC/tSlKms7W7h5Ota1aj8c+bZ0w079AgAAGSRls51yZkjAF0ceZZxn/TZ4N/+Xk/3WtKurQE92hIoWV6VgRZPk7+dXuLzq+r4As6pKUn0wm61tbV9fegkJSVFpVKxtkajiYuLU6nVdFXMzJSv98zSz4aqz2yEqSESzao+C+lnRJ+h2Nmybedffy2OjYsXxjx89Jhejh470blT+7m/zBL/fJ4+fTb1ux+u3wgUxty6dYde9u47uHPXnp9nzfD0LJvtX3n06PF302aGhj7X3+v2XXrZtHnbzz/N6N6tMykAt+/c/fSzz2NiYoUx4eER9EKf/Pr1m5YsXtCwgU9OHsc/4OK338+IiIgUxly5ep1e6Ps2oF/vSV9OsLa2yvaOR4+f/OabaWnp+prWFy5eppfNW7b/u/zvypW8CQBAvtqwccucX3+nqzHCmJjYuOvXb27asn3ViqXeFcqzkSdOnJr89XfCrIl6nJzy+EnwkaPH/1u3cemSP6tVrWL0yF989c3589ypBumSgq5TiddqjG4a99knW7ftjIqKPnP2fMsWL+US0pXK/fsP0UaP7l3JqyUnJY8aM/7mzSDxHekLuXP33o5de76YOH70x8OzvWNISMiQoR/TydggndXTy8ZNW5f/s6iBb+bc/uq1G5+O/TwlOUUYExwcQi/+/he2bd/5x/y5bdq0zPrgkZFRQ4ePEp7VjRtB9LJt5+7vp07p2eOll0OXDl9P/f7Fi3A2GJ+QEBz8lL63Bw8d+XXOT2XLeBCAdwcZaCgikH5+fxjtGjKKRANA0ZT1R1pEfrZH/C4oVerG9Wu6ONkTAAAAAChZRCch4UpBc7sBdFxHfNvyDY4/uRSeEk1vTUxL3nb58JBGPQgAvGsv4qP2B/oJg73Lt5Sa6ksHSk2zKf/M/iHYoQcAkEUS322tkMtInkkIFLoK5UpP+mywzEx62C9gy57jBEoco3ohWUnyg/jR2N+i3Wk6rTYhLiolOZEO0nUsR0fH16Sf09LSuLgzn36m96XtiMhIjVZLO1ql/Cl3eXKuJZdzF26UnP7PemSlfB+tqSEYLX5WWd8HgCLIP+DijJmzhfSzR+lSVapUEm49eOjoH38tFgajoqMHDx0hTj+LXb9+88MhIyIjo7K99bPxE0NDn5srFFWrVBZGarXaX+f9nq7kEjaurs6NGzWo6F1BuJVOScfQi5QP6LyVtPT08Z9PYulnhVzesIHPiBFD6TWbG9Bb/zfxKyGg9hoBFy59PHqsOP0stmXbzjFjJ+h0uqw3PQ0JmTBxMv1Djg72ZUSJt5jYuL8WLiEAAPnqytXrP/38q0ajoTOc5UsXBZw7eeLo/nlzfypXrgydE34+8SsWP4qKiv7m++l01lSzZvU/fptzYO+OK5fObtuy7rNPR9H5c3R0zO8LFhk98qkzZ8+fD2jXtvXIEcN86tdt17bVa26qW6cWm43v23fQ6HGOHz8ZFx9vZW3VqVOH17yQaTN+EnLG1atV+Wjoh+3btbG20R9n8seCRcdO+GV7x8V/L79z956ZmbRO7ZoWlvqTfqjVmp9m/yocdJeYmPT5hElC+tnO1lZcH5pO/Muv87N98Fmz59BnZWFhTh+c3ouNpI8z9bvp9+4/FCZ78iR49CfjhIWLd4XyZcvq5//07iNHjVEaDrcDeFeEvcxsm4WFSvmSHPrgKd3Moa16HW28G2Yea84y0HGR6QQgz5B+ft9kPTgcAIq41/yE36F0perIqQv0ufTo2JwAAAAAQMliIupVFzIArJQs3UEwvHY3Ycrd149FJsYQAHjXVpzZojP0vNSwr+BpU4rVes4sJ2iqz86YiJI8AACQVUJSSr6knwkqQL8rFcqV/uKTD377Z8NhvwC1RvNh747owCp5su4lz9/Cz+zxM3isoVYp42IidTodvcnc3NzCwuJV91WpVCkpKULp6OTk5KTkZLr6JTVUfTaUfuYGpfyBahLDOLbdJVR9FoeeTYrS2SEBXi9dqZw1ey5rm5lJ5/7yU6eO7Qif+h3/+ZepqWm0vXnL9jGjP2ZFjqfP+EmISrdq2eyzT0dX8K4QHBz899J/j/OJtPiEhBmzfl6y8I+sfys1JXX6D1N79ewul8lu3gwaM3YCnZjwgeCgoNs+9et2aN+WXrbv2D1t+ix2l7FjR7dt3Up//+i326MRGBgUHh7B2ps3rRVy1fRvDfhgmIWFec3q1e7evVeqlNtrHoTOFL7+Zhpr01/0xyM/6tOzu7Oz0/WbgXPm/vbo8RM6/tr1G6vXrB85Yqjx601Nc3Fx/mX2zEYNfekcZuv2nTN//IXddObseTqPwsYeAOSjhYv+JtyRJC5bNq61tbWhbRsb665dOpUrW5bO9IKDQ65dv1mvbu3jJ/3onI3O8BcumE/nUey+1apWoReNRrN8xeoLFy7RhvjIsejomE9Hj5zw+disfzTbm/r17f3L3PnHTpxMTEyiz0EYv2vPPnrdpWN7SwvzV70KulTyO3WatX/4/ptBA/uxdkJC4qDBH4WGvqhZoxpd6Lzq7l9+Mf6DQQPp46empQ/7aNTtO3cJf06DO3fvsbLWR4+doCt7bOJZM6f17NGVvtKo6OhpP8w6feYcHfn8eVjo8xcepUsZPTKdpdMl1Owff7C0sqTvz9dTpx08dJTd9Ov8P1Ys0x8pNHvOfHZIj7OT05JFf1SvXpW2z50L+N+ESXT8ixfhGzZuGfHREALwTpmgDjS8O0g/v7fwkQFAHm3efVSpUjesVx3lnwEAAABKKpPM4/a5g/b5Ez5zHfRVnb1quXjfjOTqUKi1mtXnd07pNIoAwLtzLeT2lZBbrG1qIunm1ZTuvOOjz/orvvwzO4m6SbZBGgAAECQlpygUcpIfkEB6ZypVKPvVZ4MVctmJs5eXrdupza6IJpQwJvlEeMAMA7odlJwYHxsdwdLPNjY2r0o/azSa+Pj45ORkFptOS0sLCw9PSU3lV8jMWN1nvvaznOJKP3Mln+WsGjS95ntis6/6bJJ5gh6svUExcOnSleDgp6zdu1cPln6mGjX0HfXx8MqVK/bu1X3i/8aqNRo68unTZ36nzrIJ6tSptXjhHzVrVrcwV1SrWmXhn/Pr16vDbvLzO/Pw0eOsf6tli2YD+/elvyXarlWrxsABfYWbYmNjSX6je0iE9i9z5p86fTY1JZW2a9Sotnf31ov+p1YsX9KmTcvXP8iBQ0eioqNZe+SIYV9OHO/pVc7SyrJpk0arVy0Tgn1r123I9u5DBg9s3KgBCxjR1+5Tvy4bz82CEhIJAEA+iYiIvHjpCm2M/ewTln4W0Jned1Mnz/1llpurKx309an/808zfpz+vZB+FlSrxkWEtVpteppxkdcOHdq+6k9nvalXz25yuUypVB04eFgYGfr8xfnzF2ijR49u5NW4o8sMc++16zbu2Lknmi/kT1/UsqWLLl04vWHdqlEjh2d7X7qUoTexdDVdNnXr1lm4ia7msUbfPj0vBpz+b82/9A2hbZbzdnZyatUqs4xcQnbzZ0dHh9k/zaDzf9qm96JtNzdXdpO//4WoKG5JERwccv58ABs5cuQwln6mmjZtJCzyDh85RgCKABPUgYZ3AelnAADInauB904HXDdXyAf2bEcAAAAAoCQS97ALGWhWBJpePqzZRdhvfP7R1bvhTwgAvCPaDN2y05uFwWZudRzNbQ1VBPXxGb4adGaKhk2JfXoAAFllZJDklDRzVIAuASp6lZn6+Ufz/15/8drtlNS08SMHyMzwicAbCPWe2bVOp+MChbGRav7E4lKp1M7OLts7ciHp5GQNn+YkfBHouHiunC1X3VkiEQo88xtUwvk5pKwQNNfzasJNQgzn38k2kI1VNyhGnj4NEdqtWrx0FtExn3xML+IxR44dF9ojRwwz+qp/PHL4lasTWTsw8JZ3hfJGf6tu3driQS8vT6Gdnq4k+a1mzeqWVpYpySmEL2hNL7RRvVoVn/r1WrRoVrZMmZwUYD5x8pTQ/nTUCPFNjg72/fr2XrlqLW1HRkY9C31exqO00d3r1qkjHizv5Xn5yjXWVqYjPAQA+Sbo9m3WqPfynJYZ/OFAoV2hvBe9CINarTY6OobOxG7fvXvIUNJYbVhNYiwszCtXqkiyk+1N1tZWHdq33bvv4J59B4QSzrv37KMrbBW9K2T7DAVmZtL6PnXPnvUnXJ746fc//EgbHh6l69ap1bZNK3vbhkT+yuNffX3qiwednRyFtjjSLZfJ6terQy8xsXG3bt1+8SLs7v0Hx45mLuDSs5s/t2zeTFy4WiGX9+ze9Z/lK9lg6PMXzs5O9D0UJqBrjBcvXRYGrfjkNPXw4SOcAQCKCBPUgYbChfQzAADkTlx84ooNe2jjk6G9bPmzkwEAAABACcb2VtHdVny/vYQVgS5t49TWq/HcOZgAABAASURBVMHRx/ryE8tObfx94LcEAN6FQ4GnwxKiWNvcVN6urK9wrILUkKvJUkIQO/QAALKXkMSduzi/KkAjbvuOebi7fD9x5K+L/7t17wm9/vLTDyzM0Z8KryROP3Nnv8nIUKuU0ZFh7FYLXrZ3TEpKUqvVrKdfpVIlJCZytaIJdwipCXdWjsy4Mzs1h4TFoPluV+5ANbaahugzlCChz58LbTd319dPHPL0mdAuW8bD6FbPsmWEdmDQrd69uhtN4OjgIB4UL8J1b1n+P4NkiAc1Wk3WaRRy+dLFf44ZN4FloJlbt+/Sy5r/NpQu7T5j2ndNmzYir/U0RB8Qd3JytMrSzVauXFmhfTMwKGsA2tnJSTwoF71knPEAAPJRTLS+jn6pUu5vnDgtPX3d+k0XL11OTk6+ffuuWm08C814edDZ2elVgd1X3dS7V4+9+w5ev37z8ZPg8l6edNVr1+69hCsO3Z28yexZ00d+/Nmjx5k1PEJDn9MLfUBLK8vPRn/80UeDWVLTiFHpa5koKi1+jelK5f79h3bs3HPt+g2SY+5ZFpEeonk+fXp169S6dfuOMOaXufOzfZzU1LTQ5y+yLkMB3glkoKHQIP0MAAC5Q9dVFq/enq5UtWxct1ZVbwIAAAAAJZewq4q2WQaa7hzg91lxHfV9q7Y+G3I9TcNVr3gcHXrsjn+7qo0JABSuFFXahov7hMEuZZsqpDJ9jUGhwKA+V2OC3XoAAG+UxMeZHOxsSH5ACa53z8nB9vsvRri5OD4JeTH7z9WJorwagJiQfmaFn6mkhLioiBeEX22ytbXNNv2ckpISExOjVqsJH7WMj4+Pi4/P0GWw0zzTi1wu53pcZXL+Si6XcYPcSNYLKzXTr6+xPLSB+IQdWGmD4kg4YxSVmpL6+ollotMuZGS8bkq1Sp11pNFBS3QziOSWTqMVD76qgHT9enUO7NsxZfIXderUMrrp+fOw0WPGHzp8jLwWnRWwRsbrX3AOX7Ik9y8ZAOA1zMzMWONN8yoSGxc/6IOP/liw6Ny5gFu37lapUrlzp/YfDf1w9qzp9JLtXV4z73rVTQ0b+Hh5edLG7t3cjjD/gIt0rktXp3r06ErexNnJaeuWdfN+nd2ieVPFy/WeU5JT5v/x15xff8/2jnQNTjxIV9OyThP6/EXvvoOmTZ/F0s+ODvb0r4z+ePjQIYNEd8xm2zA5y7aJeMVPf1Tey8umV3n8OJgAFBnC3me2acMip3ypDn0slf6yaKteRxvvhpm/R5aBjovE6SwgRy4df470MwAA5M7eo2dpZ4GLk/0HvToQAAAAACjpxD3vrC9eSFVaysz7VmkjTLnWf2e6Jv/PLgsAr7fpwr4UpT5R4G7h1MCtmpB7lkpNDQUHJaaiPXsEAABeLSYukV6XcnMm+QEVoIsEGyvL7yYM//2fjXS35k9/rJoybqiTgy0BMBAXfhbSz7HR4SqlkvXW29vbZ71Xenp6amoqO2BUq9XSdmpaGlf1WcKveZmaGlV9ZuO58s9s7cxEwupDC7EAo85XrLRBsebpWU5oR0VHi2+Kjok9c+Zc9epVvSuUZ2kwV1cX4dZnoaGVK71Ueif4aYjQrly5Yta/ZSLJ0+FG4t+aRvtSyCw+Lv5V93J2dBw+bDC9xMcnBFy4dOrM2fPnA6Ki9K90/u8LOnVsR17NxdX5/oOHtBETE5uQkGhUXjT46VOhXaVKpax3N5Fg/gAAhaGcoQZ/RHi4l5en0a3BT55KpKbubm5mZtIVq9Y8ePiIrtvM+OHbTp06WFqYC5Pt2r2P5BM6x+7Vs9sfCxbt2Xdg4oRxu/fupyPbtG7l6GCfk7sr5PKunTvSS7pSeeXytfP+AefOB7C5MbV+w+bBgwZ4epUjb2/e/AVP+bMZ0Gf4zZRJQu55245dr79jeESk0RjxQtOTPyFAqVKlhDEb16+uXasGASgOUAcaCtSl48+Pb3ksDCL9DAAAOXf+0s3dh07TZcL4kf3pIoIAAAAAwPtB2BVA/+Uz0BJTHdd336a877EnF8NTuB2ziWnJ2y4fHtKoBwGAwvIiPmp/oJ8w2Lt8S1ND4oYPP7Piz5nln4V6gtizBwDwKhFRMfS6tJsTyQ+oAF1UWJgrpowbWr2yV0xcwk8LVoaGRRIAnjj9zKLPapUyMuwZSz9bWFhkTT+rVKrY2NiUlBRWLpo2omNi0tOVdK2LVX1mfa3cRVT1mWvzdc64qs/8qprk5ZLP4i5YrKtBceclCpAdOXpcfNOxYye+mzazV59BDZq0OnHiFB1TV1RHedWq/4weavmK1UK7YsX8Py2puWVmSi8sLFx80517d7NOf/HS5bXrNs759bevpnyr1Wrt7Gw7dWz3y08zjh/Z16Z1SzbNixfhRrFvI3Xr1Bba/65cI74pNi5++3Z9YI5u11UoX54AALwjZcp4sEbAhUtZb/1i8jeduvRatHgpbe/csYde9+7ZvW+fnuL0M/XAkDCma1kkz3r16k5XkyIiIi9dvnLiJLcQ6dWz2xvv9fDR4y3bdv6xYNGkyVMfPwlWyOVNmzaa/NXEXTs2TZr4P2Gy2/fukbdH1wbPnj3P2i1bNBVXfY6OjhHa2a7d+Z06Hfr8hXjM8RN+Qtu7ArcIKONRWhgTFHRLPPG5cwG79+y/evX66xc6AO8K6kBDAUH6GQAAcu38pZsrNu6ljf7d25bOpyo4AAAAAFD0ZS0CTbHCsnQPwvDamTuZd18/FpkYQwCgsKw4s0VnOA9pDfsKnjalxOWfDfShGokEMTwAgDcLj4wl+VcBGnPeIkRmJp0welCDutWSklN/+WvNgyfPCLz3hPSzUPg5MT42KuIFbdCVJ1tbWwsLC/H0Go0mPj4+MTGR3VGlUsXExqampumrO+uTz1zqWcaiz/LM6LO+/1VqJqypGaWfCaLPUILUqV27oncF1j546Ois2XODnzylP5ybN4MWLlrKxus02nr16tCGr099YeJr1298Nm5iYOCt1LT0W7fujP98Eh3DbmpAp+Onz192NrZyuYy1T5w8dfTYCda+fOXamjXrs07v739xztzf1v638cDBI0v+Xq41FI2m22EqtYq1nZ2dnJ1edyhVz+7d6PSsvXLV2vm//0Xfn5TklHPnA0aOGpOYmMRu+njEMNQiAoB3iM7NmjRpRBsbN201uunipcv37j2gjQ4d2tHZu1KZ/WkBY+Pid+/RV4DOyI8AtLOjY/t23BkJV6xcS2ebdGbbvFmTN94rIjxyxszZy1espouk+b8tEGazlI5kCO1KuTrMhq680dU91g4NfaFU6ZcFd+/d37vvYOYfevkkA4xSqfpkzHj6ZhJ+jZQuIoOCbrOb2rZpZWHJrYj6NvARTpWweMkyoWT19RuBM3/6Zep304d8NGrwkJHpSpyZEYoiZKAh3yH9DAAAuXY64BpLP3du07h9iwYEAAAAAN4zwp4BupOA76w3YedyrursVctFv3NYrdWs8d9JAKBQXAu5fSVEX/nF1ETSs3wLU1ag3VD+mS8ALWE/2GzPrA4AAFlFRsfS2WQp1/ypAI3QUtFCF4mfDOmtkMtOB1yfv2T92OF9a1evSOC9JC78LKSfY6LC1Hxmha5GGRV+prcmJSWp1WrCr0vRRkpqqkat4VavDCfg4Fe7DAejsTNyiMZzJ302HFFqIiL8CayiQUliZiad+s1XI0d9xgY3btqaNTz39ddf2tnZsvasmdOGDh+lVmto+9Tps/RiNLGDvd3cX34UQsP5+1QbN27o53eGDU74YoqnZzkXZ6eLl67QQblcplSqxNN/OHjgth27YmK446X+/uffo8dONG/WxNLK6tr16+fOBbBp+vbu+fo/WqqU28TPx83//U/Cz4JWrlpLL0bT1K1Te/y4T0keLFq89EV4uK21zddTviQAALky5auJffsPfvjo8dTvZ8z44Vu5TBb6/MXZc+f//vtfemvXzh2rV6tCG7Vq1bhw8fL2nbsbNvKlI+mYtPT0ffsPLf93VWxcPHuolJRU5/w4yrRXj25Hjh4/wxdd7tunZ04O92/atFEDXx+WM/Y7dbZbz34tmzdzL+Ue9iJslyGf3cC3Pqu4nAsNG/iy42foGzX6k3ENG/oGBd02WpYlJiVne9/g4JDhI8dU9K4QQxcthveKrjcKpaktLcwn/G/st9/PoO34hIQhH42qWb1aRETk4yfBwoOM/ewThVwfHk1NS//p5zm0UadWrQH9+xCAd41u5tC1HZaBpltV3GZRdvtK6nW0oT+Uhxf0UX6WgR48uY69i4IAGCD9DAAAuXY64NqaLQdo48M+Hds28yEAAAAA8J4RdlKJM9A6XYZUqtNqTT+s2SXoxCJdBlfF49zDq91rP6ni5kUAoCBpM3TLTm8WBluUqmensGIZG6GoIEvaCDEbNiV27gEAvF54VKybi1N+zS1RAbrIoZ/sRwO69urUQqPVLly55dylmwTeP+L0M4s+q1XKiBchLP1saWlplH5OSkqKjY3VaDRs+oREKkmn1QlVn6Wsl9WMq/osY1WfzfRVn7m2lHbESiX88aNGhZ/Z46PwM5RIjRr6Tp408VWR5U9GjRjYv68wWKtWjd/mz3Gwt8t24oYNfNb/t0qof5nv/jdujJAbI1wW7SlLP0/9+qushZydHR2XLv7TytqKDT589HjVmnWLFi8V0s/t2rbOSXB55Iih48Z+yjJAWQ0a2O+fJX/mMfB95pz/rl37jp88RQAAcqtSRe85P890dHTYvXtf3fpNqtX06dCpx4+z5kRFR9ObZvzwLZvsq0kT6UoQXbmaPOW75q06fDBkeLPm7abP+Ck09PnwYYPZNCHP8ucELC1aNC1Vyo21+/TpmcN7Lfh9bqVK+hoe0dEx23fuprNues0K+Xt6lpv362ySWxM/HyssRy5fubZ4yTKWfqZLN2GaJ6K8sqBfn17lvTxp48HDR0L6mc786Rvr6VVOmKxXz26/zfuFFYROTkr2D7goTj9PnDCOTiAMajUaOvOnl+s3saUDRQXqQEO+MEo/yyyQfgYAgJw6fvbymi0H6BJg5AfdkX4GAAAAeM8JO6kkQqFZqbS0jVNbT19hmmWnNhIAKGCHAk+HJUSxtpWZRRuP+nzBQf7C79nT139+ucYgAQCA19JotPEJSaXd8qMyGQ8VoIuo7h2a29pY0Z2eKzfuTUpO6dS6MYH3hpB+ZrjSzglxSYlc4oSuLdnZ2dG+UmHilJSUtLQ01qZTpqSmqpQqbnPIsJ7FB5pNM/PN/D/iqs8SdiqOV3S4Yv0MSrYRw4c08K2/YOHisBfhUTHROl2Gm4tL+fJeo0Z+VLNmdaOJ27VpVa9unQMHDl24ePnxk+DwsPDyFbzKe3k28PXp07tHgf5YqlapvGH9qj8WLGL1RAlfK/STUSN9fer9t25D1umrV6+6f8+2vXsPnjl7LjwiIjIiSi6XOzs7eXiU/vCDAU2bNCI5M+6z0Z07tT985Njly1efhoSE27jbAAAQAElEQVTEJyRWrVypQnmvLl060ldNAACKhq5dOjVp3Gjd+k2Bt27duX2XjilTxqNt61ZDhn4gl8nYNNWrVdm+dcOKlWsCA289f/7ixo0gR0eHli2bfTBoAJ2Xnve/cP/Bw6NHT7Ro3pTkGV2tatKo0bYduxo3buhRulQO72VnZ7tx/epjx04eOHj4xYuwiMhIjVbr4uzk6uLStWunnt27mZnlftvNy8tzy+b//l25Jijw1rPQULVaU6VKpe7dugz+YOAnY/7HKk8fO36SLhaN7uji4rRp/erNW7afD7hwM+iWtZVV2TIen4//rF69OkZT0uUF/Svbtu8Mfhry+PGTpORk+tprVq8+ePCgyoZgN0BRlpc60EO/qWvrKCfwfsuafvbtJ7F2QPoZAADeID4xecOOw1du3qULBpwQEgAAAOA9J+yhIvx+Ztrmi0DrWL9+32ptzj67kabhjsZ/HB16/E5A26o57fIDgLeVokrbcHGfMNi5TGOFVMZCz1LhtOsS06zpZ+zfAwB4vbDIaHqdjwFoExa1hKKJ7vf8Z+1OrU7XtEGt4QO60aUmgfwmhIwpjUajVqtvBCeEJWgUMtNOPuVI4RIXfhaeVUxUmEqpZHXIHBwchImVSmVSUhKbkt6alk5x3fCsz16IPutPv8EXMGMZaNbDytLPxDAxos8C9pXQ8ugXIiwmedzC03S8XGa6fno/AgAAb3LmRsifW/xpo5Kb+fhu5RVyhUxOKbjTDkjN2FLpXR0GLSz36Uye/q9Sq2avv3z9UQy9aXy/hq3qehKAPFOqVO06dIuJif1l9syePbqS4ub+g4e9+gxi7bFjRo0fN4YAvGzoj9vTlNzJZ37o7+3uaMVm8jL+3DJSMzNTUaCTFDfibTG2UUAXFhruP25TkV6pVCrauno4MwNNWdvLhkyugwz0+0xIP2tMlVKtXJ9+ts8sIo70MwBAyfY4PPHmY67nppJtioVCplAo5Dx+AfC6taODJ/x3Hz5N1zLsba0/GdKrUoWyBOBlQjcBXTWla6SpiVEJz7iTvJWu1MTS1o0AAABASSQulEb3TvEZBg3tzlAqVYcfBKwLOsAmszG3WjZslkKKXVIABWLFma17b55kbXcLp4m1B8n0Z103k3NnXqdbfFIZt+tPKAItwS4+ACgungQeVqenqCU2xNJL2JHF9/Sx2VrBxjnOXw5csWHPZx/18aldleQHCYEirH6tKlPGD7UwV5y7eHPe3+tSUnFq3ZJMnH5m+zRVyvSIFyF0U4aOMTc3F9LPdEdnTExMYmIi2+yhgwmJSUq+8DM74MzQw8qtfNE1L/YPd8WfuJnvbuXyZywdLcmu/DPWyQAAAABy59ChozExsTY21h06tCUAUKwIG0RsE4lFVPnzGeo3stgmVb2ONt4NM/uWkuJU6+ZdT4hREngvCelnuoUe4Xwp3PWiWe3gVF2KBLWfAQDg1e48CP76p8Xb9p2ge3e7tG3y89TPkH4GAAAAAIGJqJ4sX/hMwmIA7So0cLfSl0tMTEvedvkwAYAC8CI+an+gnzDYu3xL/QnW+d3FUn3x58zyz0g/AwDkXHDIC5KvFaBzfxplKBzenh7TJ436Y9nG+49CZv7271efDXZxsidQ4gjpZ+FozqSEuKTEeNqmq0p2dna0o5ROoNVqExMTNRoNuxcdTElNY21JJlb02VDvWTQoMeEGTIxOwvFy3BkrZAAAAAC5cObseblc9uzZ878W/k0HPx39sblCQQCguBHONEo3mvgTjJqS7Had1OtoQ7uZhDrQLAONOtDvISH9TGnMUjMkOg1Jv/f0Gb1YmsvLlnZlF3dXS6SfAQCAUqk1F64GnfK/9oTv6aniXe6jAV2xwx8AAAAAxNjuKWI4Sp826TXdpaCT6rRa0yE1O83z/49Nue3KoTvhjwgA5LeopBgd/zOkajl4e9q487lnU3YxyMzoEAAAyLEnz8Jol4ibiyPJJwhAFwNODrbTvhi5aOXWOw+CZ/7277gR/apV8iJQUogLPxtOZKONiQpTq1R0DO0itbe3p9s2XCQ6KUnFjyR8ieh0pYpOKfSY8vXn9cecsXUuicSU1aWX8P/rKz1nST8LzwQdrgAAAAC5tnHTFr9TZ1m7bp3aQ4cMIgBQPCEDDTkkTj9TljKLvq2bxacnBL+IfvYiKiVNeedhCL3Qm+imuZuLk5uzo6uzg7urs7OTg7OjvUxmhvQzAMD740V49MnzV/wvB9KdunTQ0d52UK/29WpWJgAAAAAA2RGdqYxLArCdVLT3v6ZrxdqulW5E3GeT3Xr+gABAgZGamHbzasYXNZBIWQRaXwCaj+FITFDjAADgrdAOuKfPwkq5OufjPBMB6OJBIZdNGvPhlj3Hj5y68Ps/Gwf2aNe+ZQMCxZ84/Uw3WmhDpUyPjgxjdaAtLS2trKzoTUlJSenp6awPnptGpdZotaw4tOFsGlys+TVVnxF9BgAAAChQ1atXYwHo1q1a/PzTDLomRgCg2EIGGt7IKP0ss8jw7Sextpc6SUtVrVhOKjV7ERn7PCI2NCw6PDJaqVKHvoigF/Ej2FhbOjnYO9jb2Nva2NvbOtnbWVtZ2tpa29lYEQAAKCnoftyrV2+dvXjz8dPnhFvHINUrezVvWKdezSp0ly0BAAAAAMiOsG+KMWSgM6RSuqdKN7hmJyEADQAFqkWpuo7mtrTHhzu9m778s4SvQWgoQWgI2yB1AwCQE89eRGh1ulJuziT/oFe+2KALy4E925V2d16zZf+m3UeDn4WN/LC7Kc6kUJwJ6WeGq/GcEJeYEEf4j9vBwYGuQqWlpSUnJwvnuNFotGqNRtjaEaLPQtVnU4mh/DM75QaffjbJzEkbH3mGlTAAAACAfDHus0/ohRR/lSp63w68TADee8hAw2u8Kv1squ8LoVdm3l5lqlQszw2amSUmpUTFxIdHxUbHxEfFxNFLYlIyHUkvj59m8/h2NlZ2tjYKhVwul8llZnIZvZYpFDJLSwsrCwtra0srC3MrKwsbK0sCAABFD92F+zwi7NmLqCfPwoJDw9VqDeFLPjdrULtZw9oOdjYEAAAAACBn2L4pVhmNdv7rMrggdCkb5w7lGx55fIEAQEGyMrNo79lAqq/8zFWBzqz//HL5QQIAADnzJCSMXpd2cyL5BwHoYobuJHVzcfxz+eaAq0FRsfGffzzAytKcQHEjLvzMos9arTYmKkylVNJ1I7rVYm9vr1aro6Oj6Xi2tqTjCz8T/i50TYpPLpuw6DOr+mw4zIwb4MZLjKs+S/i4PKLPAAAAAAAAOYEMNGQrJ+lnM5mMNegVvcHZ0cHVxblWdYm4UyQiMiY2PjE2LiE+ITE2PiEuIYk2EhKT05Wq+MRkesnJk6E7A+Qy/i+aSem/MsPfFBpmptzzkMnNzBVyc4XC0lxhbqGwUCjMzRUWdFguIwAAkB+0Gk1cTFTMo+fhkbHh0XFarY6Npx3jPrWr0L361StXoLtpCQAAAABAzgg7pggfD6Btvgi0ju4KoO0htboMqNperdbw6Oqnlj/bdIY4hwAAuSA+pbqphCWeTbmdbPQ/ffjZVF+NULSjD/EbAIAcehLCnSTN26sMyT8IQBc/3p4e0yeN+mPZxkfBoTN++3fSmA/dXRwJFB/irQ4dvyGiUqZHR4bRNh1jzouNjWWD3JSEqDVafRFoPsSszzXrKz9nVn3WF37OEn02OuwM614AAAAAAAA5gQw0GMlF+pltqou30An/1XJzdaKXrH9CpdbExScmJienpymVKrVKpaLXSnqtVCUkU6mpqekJSckpKanpShXt46QXQtJJbnFdOFIp/9RZMRt9m51oyoz169CGKevkMTVj5W5MTfnXxu+MeKkEDj8o0Y8RbqIQtgaAkoGuGMQlJMXExkfHxsfGxsfEcY2IqLiklGRiCJnIzKSeHm4VypWuWL5MxfJlzRVyfilAAAAAAADeCtsxRTLrQBO6fU2v+ZyzmRDUpDdptaY6IQGN9DNAHghHHbDEjT4ALdXv6uN3dEmMdvQBAEDO3XsUQjsLKlcoR/IPAtDFkpOD7bQvRi5aufXOg+BZv68Y81GfWlW9CRQHQvqZodshifGxSYnx7LQ1NjY2qTy2McNtq2QQnUZH957zq076DRhx9FmiL/osNZHoB4hhmqzRZ4L0MwAAAAAAwNtABhoE+Zh+fs1fkZlJXZ0d6IXkQLpSpVKr1SoN/UfF/atWpquSU9PS0tJTU9NS6HVaWmpqerpSqVZr1BqNiqsNpdW3VWr6CCxCnUaUpLDIZWbsIG6p/n8+PG3KldJ5zb3MDEV2hPvyPU5S+mB8PzD9T38kOH9EuIn+ykR/mzBe2F2in9SE+3yIodOYmBAJv/eFTUP3xrCpuQPSDbeaGCYgXGcY1+Ya4vHCZNxh7PoPnT2szAx7YgGKIpVawx1tolQrlap0NTc/TU1Lp7PTNKWSzj/T0pSp6dy8lI6MjU+IjonP9kHMZHJ7R+dKHrZeHq5eZUvJeaxCPwEAAAAAyANhZwLdxuQD0JTUcBNXOo1u2et0GQhAA+QL0S9OwioQ8hUDTFnhAH1NQklmJocghAMAkGNx8YmR0XG+darm73nSsPetuFLIZZPGfLh174nDfgF//bu5b9c2nds0JlCECVsaQvSZXkeGh9Kd64TryTOjq0cJCQmZd5CYarQ64ZhOfZ+dEH3mVqpMjao+Z1v4WXg8rHUBAAAAAADkAjLQQAor/fy26N6hPFZWZmWkuVi0IRjNJaL5Mayl1mi13I0aNoZvG27VCjdxDTqSO8mVSq3VaflHoP9y07Ap6YOzv8gXtFYTeBn9ypgYgtfi/TpCkxjGS0Q3SITb9JFvE/Y//5D675rwxROfGOyl/wxTcFeGO7x8LxPRjeL76e+VOSj8wQz909I/iNHjGz0Bo8cX/8mC+NkUL5nvcOb7YPSuCB8TefkDMtwx+7sZ7pP54Rg9SIb+AUQf2UsPaHTHlz8y0TCbNPNTJ9l8YcQD/F7TDO4/viHsRBWyHNxJ8zKIfoIM/XRsQJeRmfmg/9CJVHS2xh0cwl/zbbVaq6I0au64Ef6SizmSnY2Vs6ODo6Odk6O9k4Odi5NDstr0YXgKvamSbYqFAgXvAQAAACDfmBgXgc5gO6aEW7n4gFaiD0CTDPHJqAHgbYn2h3Bbq5kZaD79zE6AJlSAJgAA8JZu3H5Ir2tVq0jyFQLQxRhdoA7o0bZsadcVG/ds23ci9EXkiA+6SUXru1B0iLc02I54ZXpadGQYG0NXkmjPIZuS77Piz1xD9+bz9D1YfLjZlK1MSfRVn7m1LRP9SESfAQAAAAAACggy0O+5opl+zhdcfroofT25itZcsJqLU+u0Oj48zeWuU1LTWLFqPoWtYyNZtDpDq2OpRxaa1BkikJkBSsN4nSFHqU9V6kdmcDts+KkJC1OyvTcZGewYdn480Y9ng9y+HW7QhE2WkWUywh6WGMZz1/TZvuaFCwFxco+R0QAAEABJREFUAHgnLMzp7NBMJpcpZDI5f2yJgqvgLKOjFQq5pYW5uUJBr+1srN3dnLLe/XF4IiEpBAAAAACgYAj7E+h+BvFI7oTSXPpZqtPpt3UJ0s8AeSbszWMZHKEqIRfR0Z96rEjv7gMAKLKC7nH9LHVrVCL5CgHoYq9R/RpOjnZ//bsl4GrQi4iocSP6OTnYEShKhC0NQUJcTGJCHLuVrg/Rjj3WNpWaZRCTDJ1OfBwnW7ESR5/161eG9DMxyTy/RtYaMAQAAAAAAADyDBno91YJTj8XQTIZfS/NyHtGpdaITxeWYchhZ+gyo9XZ3Kq/C38Q/cs3kJd2RumHuP+4puE/o+mMz1320m2Z/3HD+ltM9A+TOSW71TCZ0fPI8gTEj/9yJ32G0aOi8x5yS8rPlWXcP1IZd+HmMFJ+jJwb4K7NFVhAAwAAAECRJuySIob8ANEHNLUSnQndASEc8IsANEC+EJcdZIFnQ1yHawgxHoLdfQAAb4Ourdy697iCp0e+745DALok8Pb0mDl59OJV256EvJg+b/mIQd18alclUAS83HXE0Wq1keGhKqVSWB9imyumplKJ1IyVHiKGNSoh2WwUfeYGJMZVn4VNHfYXsaYFAAAAAACQv5CBfg8h/QyFQGaGPbQAAAAAAADwSka7pPh9DtygcKIjUfqZAEDe8WmdzDrQ/LXQkBAAAHh7j56GqlTqOtUrkvyG3eslhL2t9dTPP9qx/+ShkwF/r9nRpmn9gb3aS/m+WHhXjCrd0A0PZXpadGQYbYg7PrlOU5lCfFYaE0OU2Tj6zJpZos/iLlWCXlUAAAAAAIACgwz0ewXpZwAAAAAAAAAoOtguKRZ3pvuo6O4HvmkqBKAJKkAD5I1R8IYlobPd14c9fgAAb+XWXa63pXY1BKDh1Wj3Wv/ubat4ey5fv+vEuSsPg0PHjejn5GBH4F0QnWlULzE+NiE+Vjg9DUX7ROUKC8LVeDdEn0XHkPGrUBKWe9Z3oPKDJPNW4+gzwToWAAAAAABAAUMG+j2B9DMAAAAAAAAAFBFsfxQRJS9FVZ8zxKFnBKAB8iJr/CbbHX3Y4wcA8LauBt2ztbYq7e5M8hsC0CVNzaoVZk7+ZPGqbU9CXkyft3zEoG4+tasSKFxG6WfaIx4R9kyl5Lq92aaIVCqVKSxodzm9LYOwAzT1K0xcRymfcRaiz1ybr/qcbeFn4Y9iBQsAAAAAAKBwIANd4iH9DAAAAAAAAABFilEGWmig9jNAQXhN4hl7/AAA3taL8OjnYVFtmtYnBQAB6BLI3tZ66ucfbd938rBfwN9rdrRqUu+DXh2kUlMChcIo/axSpkeEhdIecWJYDbKytpWYSrmqz3QkHZFBMtPPJhI6kJPoM8GxZQAAAAAAAO8OMtAlGNLPAAAAAAAAAFAEiRPPWWPQ2BEBkL+y/qbwKwMAyJ2Aq0H0ulb1iqQAIABdMtE+twE92lat6Ll8/S6/81cfPHk2bng/V2cHAoVCyEAnxsfGxUazkXRNyNzCUq6w0PH0x19mEBNiwrpI+brPBrTf1IT9ayqMR/QZAAAAAACg6EAGukS6dipMnH6WW2X49EH6GQAAAAAAAACKCmGfg7jkM3ZEABQc/L4AAPLo/KWbtDulakVPUgAQgC7JalatMHPyJ4tXbXsS8mLGb/9+NKBLo3o1CBQk8fllwkKfKpXpbE3I3MLSwsomwxB91k9m8hKh6rPEEIQWV32mDYLoMwAAAAAAQFGCDHQJc+1U2OEND4VBuRVX+9nKFulnAAAAAAAAAChysP8BAAAAir7HT5/HJSTVrVFJynei5TsJgRLN3tZ66ucfdWzVSKVSL1+3e82W/Sq1hkABo/3f6WmpLP0sk8ld3EpbWtuSjAwh+mxiKOpsypOynlQzM67JDUnZv6Z8H6pR+WeCLRkAAAAAAIAiQwi8sg03FoflcrGGyKxMJqOteh1tvBtmxp1ZBjohRkmgyED6GQAAAAAAAAAAAAAAIB9duHaLXjf2qUkKBgLQJR/tiBvQo+3E0YPMFfLTAdd//O3fiKhYAgWAhZvZtUyucHZxd3X3cHBypb2fwjRCOWeWfpZKDXFnUfSZxaIlIuLoM3pSAQAAAAAAihRkoEuAKydfiNPPCmuknwEAAAAAAAAAAAAAAHIvI4NcuHrL3ta6Xs3KpGAgAP2+qFm1wszJo73KlgqLjJkxf/mx05f4mC4UIIWFJe0ZFY8R0s+mhsrPEvYPH32W8F2npi+nnxF9BgAAAAAAKPqQgS7Wrp0KO7rpkTAot8rw6ftS+pl+fEg/AwAAAAAAAAAAAAAA5NyN2w+SklPbtWhQcB0oCEC/Rxztbad+/lHPTi20Wt3GXUfmLFwTHZtAoIBldoUKtZ9Z0Flf+Tkz+syNMESfxXFnRJ8BAAAAAACKPmSgi6lrp8LEtZ/lVsa1n9kHh/QzAAAAAAAAAAAAAABAzh07fVFmJm3VpB4pMAhAv19o71yPDs2nfTmylJvTw+DQab/+c/LcFQIFJkOo+swnn/XRZ4nhYvg3a/RZ6D1FByoAAAAAAEBxgQx0sYP0MwAAAAAAAAAAAAAAQL6Liom/8yC4iW8thVxGCgwC0O+jMqVcZ0wa3bVdU7Vas277oV8Xr4uNTySQr0xE9D3fotyzKV8BmkWf2a2IPgMAAAAAAJQAyEAXI0g/AwAAAAAAAAAAAAAAFIRDJ/3pdafWjUlBkhJ4L9Heuj5dWtWrWfmf/3bee/R02tx/BvZs16JRXQL5gfZ9ZmRksA5v2iAZGaaG3tDMmtASCXk5Jy2+OwEAAAAAAIDiSbxJqNPpTE1NSXb7X+p1tCEk8eEFfeiZZaCHTK5j6ygnUPCQfgYAAIDiLIO/AAAAAAAAAADkBte7YWKM5J90per8pZvVK3s5O9qRgoQA9HvNs4z7j5M/2XHQ7+ipC2u2HLh47faoD3vY2VoTyBWhk5tdi0dyMWhRJTBxA9FnAAAAAACAEgYZ6CIO6WcAAAAoLsR9DUL7+X1/AgAAAAAAAACQB1lDz/nY63Ha/5pKrWnXogEpYBIC7zfaizewR7tvPx/uaG9750Hw93P/OXvxBoG8EXpDWc8ovTblSbLIdt8lAAAAAAAAFHdCQJZt+rH4LJejfTliW6+jjXfDzLgzy0AnxCgJFBiknwEAAAAAAAAAAAAA4H0mdGBlLeGadxqt9tDJACcHu5pVvEkBQwVo4JQvV/qnb8Zs3Xv8xNnLqzbtC7gS9MmQXjbWlgTeEqvyRV6uysDGGI0U34UAAAAAAABAiYM60EUQ0s8AAABQ7AgrIVKZhdy+vFZEZ0AnE3oiAAAAAAAAAACyEno6uLqtZpZGJVyzTTbmztkLNxKSkj/s3aEQ+lIQgAY9mZl0cJ+O9WtV+XfDnjsPgr/95e8P+3Rs4lOTwFsyykCz3m6S3awB3aUAAAAAAAAlGzLQRQrSzwAAAFB8cScVMVNYOnqreESt1qpUOo1GiEGzyRCDBgAAAAAAAAAjrF+DdXZIpVJCOz+43hC+E0SUgSb50QNC91PsP3ZOIZc1b1iHFDwEoOElVbzLzf5mzMadR85cuL5iw55zF298NKCri5M9gbeRbdVnowkIAAAAAAAAvAeQgS4ikH4GAACAYkpYFWFdknQVhfZQZvDoIAtAs0ECAAAAAAAAAJCdrPsWTA3YeKEfhOStK+TcxRux8YntWzSQycxIwUMAGozJZWbDB3Zt4lNz5aa9dx8+/X7u0k6tG3dv34z2/RHIMXSIAgAAAAAAAIMM9DuH9DMAAAAUU8KaJFuZpKsoLO7MbtLyMgwIAAAAAAAAAEB2hCLQQgDaKAMtDkDnmkql3nvkLG20be5LCgUirZC9ShXK/vTNmMMnA/YePbv/2Dn/y4Ef9O5Qr2ZlAvA+ERfzBgCAt4WoEADA+0A/k8es/k2QgX6HkH4GAACAYk1IP9P1SbqWIqSfs5Z/xt5sAAAAAAAAAMhK6OYQF4EW6kCzMfnSCXLoZEBsfGIT31rOjnakUCAADa9Ev91d2zVt7FNz9eb9t+49XrxqW/XK5Yf07eTiZE8A3j9qte6X/84QAAB4k9iEVNbIDAwVvd43Yd1d6Brcd+6ef9AzAgAAb6JSa1kjXw4Ef68gA/1OIP0MAAAAJYBRBlqoBo3yzwAAAAAAAACQQ0KvhzgDLTEQ94nkTmJyysET52mjd+eWpLAgAA1v4GBn8+WnH1wPur9+x+Fb9x5Pm/tPpzaNu7VrSvsECUDJJczNhYYuI+PK3RcEAAByjMt4EZPMleiil5Pjn5D+KQWHxdMLAQCAHDOavSMemhPIQBcypJ8BAACgWBPWHomh5DNr0DVJtj4plUpZBWgCAAAAAAAAAPAmRhlocfqZ7XbIi92HTqvUmo6tGjnY2ZDCggwr5EidGpWqVfLac+TMEb8L+46e9b8c+EHvDnVrVCIAJVfRzOoBABQjmTNSUR3oIpUiwkweACAvTIrwIS5FGTLQhcYo/aywzvDpi/QzAAAAFFds7VFYUWHVoOkYIjq9FQAAAAAAAADAawgdH2zfgnAt7hDJXbdIdGzCKf9rbi6OPTo2J4UIAWjIKZnMrF+3Ns0a1F65ad+j4NBFK7dWr1x+WP8uTg62BKDksrE0G9O1qkar0Wm1Gg39V6PVaVlRjQx+5zIAAAj0a8OGAwQdrBXCCVPYGnNR6I4Tr7ubEJNujcs1rOJM5/FqtZqb1dMZPo/wfYfoQQQAMGLCz9K52buJxNZSLuEbiEG/rbxkoIdNqWPtgAz0m2VNP/v2l1haI/0MAAAAxYyw6kivWehZGKToCkwG9mAAAAAAAAAAQA4YpZyFrhDhlFMkD9Zs2U/3Tgwf2FUhl5FChAA0vB03F8dvP//o/OXALXuO3br3+Ltf/u7ctkm3dk2lUlMCULKwuby53Kx1ndIqlUqtVqm5azWXjtPyGWicWxAA4GV8opjLcrH8kJnUzJSuIki4IBEpYkEiE0Nd6lrlndRsJk+pVPzRLpkZaMznAQAEwpyTztWldPZuyuVGMwOjBGnRt5P7DPT8G0O/rmNlW6g7j4odpJ8BAACgJBFWHcWDwi4L7LsAAAAAAAAAgLcizkCTl3tDctczEnA16Pb9Jw3qVq/oVYYULgSgITea+NSsU73i1r0nTgdc23vkzPlLNz/s05GOIQAlhX4Wb2LCFbTjk3wZOmmGGbcrmStkaqpl6WfsXAYAMMKCXPyM05RLPxuuxXWghSlJoRO6DAXsueroTN5QQomO408hi6NcAACMCbNOU4kpl4Hmj3IRYqNENJOHnMhdBjohRrl+3o3Bk2sjA/0qSD8DAABAycNWHYloFcVoXQU7MQAAAAAAAADgjYz2J7x+MIfS0pUbdhyRmUkH9mxHCh0C0JBLFuaKjwZ0adWk3sqNe0PDIheu2OLt6TG4b6eypV0JQDEnzM25UwrqdCwbJ+xflmi1plpthgEBAAARQwCaO3qE1QdliSL6v0kRC654nC8AABAASURBVMbpn6qOm8tLDbN0/iAXrQ5HuQAAZEc4dIQdIsjFRtlRLiYScXIUsdGcy10GOi4qHRnoV8l5+pk2WJAf6WcAAAAoFtj6iVEM2uhWAAAAAAAAAIBcyMuOhY07j6SkpvXp0srOxooUOgSgIU/KebjNnDz62OlLe46cfhgcOvO3fxvVr9G3a2sHOxsCUMxlVgbNMGUzS0O5O61OqkMAGgAgK7ZOzPJDLBwnlUpZ+pml5YpOKi6z/jObz5sa0s+GmbxOpyOonwQA8LLM8vkmQq1/qT45ys9RCbw9ZKDz0Y1zEUg/AwAAQMmGws8AAAAAAAAAkEf52A9y/1HIuUs33VwcO7VpTN4FBKAhH7Rr4dusYe39x84dOXUh4ErQ5Rt32rdo0LVdU3OFnAAUN+KTCeoTz+wGKWGpDh1fDVpIP2MXMwCAQBwbYuXz+eNGTFnDKFr0bp8nEQ50MdXP5oWZPCv/TPg5PGbyAACCl2aehmL/rPyzKfKjeYMMdL64cS7i4Nr7wiDSzwAAAPA+wKoLAAAAAAAAALwrGq323w17aDfLmGF9TN9RpSQEoCF/KOSyvl1bt23ms/2A3/lLNw+e8D8dcL1nx+atmtSnnYkEoLgRipjSax0hpvwYnYlOJ5Ho83BIPwMAvCyzy01UH5RluYT0c5EqDip+PtxMnjKRZLDYM1/+mWA+DwAgYjSflxjm74Q/mKSIHOJSfOU8A21ulRx4PI0NIgMtQPoZAAAAAAAAAAAAAACgMG3ZczwmLqFPl1ZlSrmQdwQBaMhPdrbWH3/QvVOrRut2HLr/KGTDziPHzlzq161N/VpVCEBxIy5iypIIJjqdqaj2M0EwDgAgC3F9UK5tCMkZ5YreYbpISJixQfbcdKzkvz78rCN8VWjM5AEAjAgzT2EmLxzfggB03uUwA121qRW9RgZaDOlnAAAAAAAAAAAAAACAwnTzzsPjZy6V83Dr0rYJeXcQgIb8V9rd+etxQwPvPtq65/jz8Kglq7d7lS01pG8nzzLuBKA4YMkDIqSfDYQ2QSoOAOC1jGLQRTNXJH4ypqammXN7vk0AAOAVxDN58vLcXjwB5EJOMtD0VmSgxZB+BgAAAAAAAAAAAAAAKEwJScnL/ttFO13GDOvzbntYEICGglKzSoUalcufvXhz5wG/JyEvZv2xsk71ir27tPJwf2cFzwFyTpyBFg+i9jMAQE4Ylwh9OVT0zgNGWWfyhJ+xYyYPAJATRkFno/k8UqR5ZII60G8D6WcAAAAAAAAAAAAAAIDClJFB/l69Iy1dOahXexcne/JOIQANBYj2IDZvWLthveqHT/ofPOF//dYDeqlXs3Lvzq1KuTkRgKLNKB4njCQAAJBjRrPNojMXFULPmMkDAORFkZ3PF2vIQOcQ0s8AAAAAAAAAAAAAAACF7MDxcw+ePKta0bNd8wbkXUMAGgqczEzavUPz1k3r7z9+/uS5K1cD79GLb51qvTq1cHNxJABFmBCPI+gUBwDIm6I5F8V8HgAgv2Aumr+QgX4jpJ8BAAAAAAAAAAAAAAAK2ZOQF7sOnXKwsxk3ol9R6GMxnTFjBgEoeDKZWY3K5Vs0rqvVakNCI0LDIk+euxwRFVemlKulhTl519hZ73W8iHhlslInNZV4l7IjAHyPeLYIAABkp9jNMzGTBwDIOawbFxohnivO6Zqw//RjuP8dSptKpBmRTzTsXumpmgfXY6rUd5YpTEnJhfQzAAAUKXHJyoi4VNpwVKjNuMWRninPaOkDAAAAAAAAAABQTCWnpM5ZtFaj0U4ZP9TR3pYUASas4h1AYYpPTN539OzpgGtarY7u9m3iU7NHx+ZODu8mbSyOPms0GrVafSM4ISxBo5CZdvIpRwAAAAAAAADeEbbThm200mst3YrWajXcf9zWK3+lVqtUd84lC3WgKXtnRQmuA430MwAAFDWPwxNvPo6mjUq2KRYKmUKhkPPMeOIMNAEAAAAAAAAAACieNBrtLwvXBD8LGz2kZ6N6NUjRgArQ8A4o5LJa1bybNayTrlSFvoh4+jz8xNnLsXGJZUq7WpgryLuACtAAAAAAAABQ1KAOtBGknwEAoAhCBWgAAAAAAAAAACjxlq7deedBcPOGdbq1b0aKDASg4Z0xV8jrVK/Y2KdmWrry2fPIp6FcDDo+MblsaTd6EylcCEADAAAAAABAEYQMtADpZwAAKJoQgAYAAAAAAAAAgJJt/7FzJ85eLl+u9Ljh/ejuLlJkIAAN75iFuaJujcqN6tdITU1/FhYR/Czs+NlLMXEJpdycLS3MSWFBABoAAAAAAACKJmSgCdLPAABQhCEADQAAAAAAAAAAJdiNWw9Wb9nv4mQ/ZdxQudyMFCUIQEORYGlhXq9W5QZ1qyenpD4Pi3waGnHi7KVnLyLdXBxsbaxIwUMAGgAAAAAAAIqs9zwDbZR+NrfN8O2H9DMAABQVCEADAAAAAAAAAEBJFRYRPX/pBgtz+dTPPyqcJOdbQQAaihArSwuf2lUb1a+pUqlCw6JehEef8r9272GIjY2lq5MDKUgIQAMAAAAAAEBRlpcMdFVfF5m8uGags0s/m1ham7H0sxmXeUb6GQAA3iUEoAEAAAAAAAAAoESKjU+cs3CtWqOZMnaou6sTKXoQgIYix9LCvE6NSi0a16V7hEPDIiOiYgOuBF0LvGeuUJRydS6g3cQIQAMAAAAAAEARl+sM9KObMVV8nItjBjrb9LOFVWb6masAjfQzAAC8UwhAAwAAAAAAAABAyROfmDxn4Zr4xKTxI/tXrlCWFEkIQEMRpZDLqlcu36aZj7lC/jw8Kiom/srNu+cv3aR7jEu7u9Brkq8QgAYAAAAAAICiL3cZ6LTkYpmBRvoZAACKBQSgAQAAAAAAAACghElJTfvlrzVRMfGDerVv4lOTFFUIQEORRrsxK5Yv066Fr6O9TXhkDP1FBd55dMr/qkajKVvajd5K8gkC0AAAAAAAAFAsvCcZaKSfAQCguEAAGgAAAADg/+zdiXOcZ54f9hfdQHejGzfAC7zvQ6QoDXXMjDWaazUz2Zk9vId3dtcu55qqpMpVdiWp5E/wJuVUUtlNlcuxa+117ezGVXFsz+5Wdq6VRjMaSauLIilSPECCF0gQ9301kOftF2g2Lw0l8UADnw8fPXze5326G5QEsN/3/fbvBQBWkqnpmf/5j/5tT2//L3/189966YVoGROApgqEc8RbN234ygvPbupc2zcw3Ns3eOps9w9/8ubg8Oj6Ne0NhfroUxOABgAAoFqs+Az0/aSf6zIZ6WcAlgMBaAAAAABWjJmZ2X/2z7/bffnaSy8+9/d+9avR8iYATdUI54c713W8+Nmn9+3aNjI63tPbf+FSz49++ta5C5cLhfq1HW2f5gSyADQAAABVZAVnoD9N+rkcMouknwF4VASgAQAAAFgZJqem/9d//t2u7isvvfjct3/9pWjZE4Cm+nS0NX/2yMFnDx8oFotXr/dd6x14450Tr79zPJxB3rh+TTivHH18AtAAAABUlxWZgb7/9HNwZ/o5qvjXEgHAIyEADQAAAMAKMDY++b/8n/+2+/K1L33+M7//G1+PqoEANNWqsSH/1BN7vvx3nqnPZXt6+/sHh4+dPPejV/92dGxiw7qOfH3uYz2bADQAAABVZ4VloKWfAahGAtAAAAAAVLuh4dF/+of/pqe3/4XnDv/Dv/fNqEoIQFPdMnW1e3Zs+aUXn92wtmNgaKRvYKir+8oPX32z+/K1psbCmvb7TTALQAMAAFCNVkwGWvoZgColAA0AAABAVesfHP6n/8e/6RsY/soLz/yD3/rlKjqPJQDNShBOIW/asPbFzz59cO+OqemZnt7+0F5769jbR0+FU8xbN63/hc8gAA0AAECVWgEZaOlnAKqXADQAAAAA1ev6jYE/+MM/GRwe/c1vfjm06jqJJQDNitLW0vTM4f1feO5wOLN8+Wpv+LY8euLMq28cnZqaWb+uPZfN3OuBAtAAAABUr6rOQJ94o/cv/7X0MwDVSgAaAAAAgCp16WrvH/zRn4yNT/yXv/srX33hmajaCECzAtXnsgf2bH/pxefaWpp6+wb7+oc+PNf91y+/cflqbyZTt35t+50PEYAGAACgqlVpBvrEG71/8ccfljelnwGoOgLQAAAAAFSj90+e/d//xZ/Nzs79o//it5996kBUhQSgWbHCyeVtmzd89YVnvvT5z+Ry2Rt9g10Xr7757om4IPT0zPq1txSEFoAGAACg2lVdBjpJPy8sLG5KPwNQjQSgAQAAAKg6f/Wj1/71//0X4SzWf/ff/N6BPduj6iQAzcqXy2b27tz60ovPbd/aOT0z232p59TZ7u+/8uaFyz31uezajtZIABoAAIAVoYoy0NLPAKwMAtAAAAAAVJG5YvFfffd7P/jJm40N+f/pH/2D7Zs7o6pVG8HqEM4vP7l/V2jDo2M/ef29V19/7+iJM6G1tjR94fnDLzz3ZGMhHwEAAECVC8e/CwsLoU+lUvPz8+l0nGm+8wTQ/r/TEPpjP5pMNvuvTX73nx39vf/hcKGxLnr4pJ8BAAAAAAAesbHxyf/tX/zZhUs9mzvX/uP/+ndaW5qiaqYCNKtOqSD0ll968bkd2zbGBaEvxwWhf/jqW10Xr4arpu0tTTdGZ1WABgAAoHot8zrQ0s8ArCQqQAMAAABQFa703PiDP/qTa739zz514J9859uFfH1U5eKaQBGsYsOjY6++/t6rb7zXNzAcleLRm7dsbl6/rXPDhm88szUCAACA6pSc8wn9/Px86IvF4nyxOBf/mpudnS11s7MzMyd/NlauAx20r6//+//jU/WFh3XTMOlnAFaYrmsj73f1hcGe5vF8LpPL5bIlpb/X6ioz0BEAAAAAPCavvnH0u//+/5udK/7Wt77yjS9/NloRVIBmtctm6nZv3/zlzx/ZtX1TuB58rbe/90bf1YvnL104Fy4Dt7e15OtzEQAAAFSbT1wHuuv4wP5n1tZlUtGDJv0MwMqjAjQAAAAAy9nMzOz/9af/8a9+9FomU/ePv/M7nztyMFopVIBmtVsomS+Zm5sbn5j8y1ePnzh1drDvWvLNsWvb5uePPHnkqQO5bCYCAACAqvLJ6kCv2Zj/vf/+8IOtA31b+jnfuvDsb6bCS0g/A1DVVIAGAAAAYNm6cu3GH/6rf3ejf6hzfcc/+c6321uboxVEAJrV7rYAdLjse/TCcM/wXDQ/k58bfP3t969dj09eh+uuTx3c+/yRJw/s2eFUNQAAAFVkOWSg70w/P/fb6Vx9WvoZgGonAA0AAADA8vTya+/82X/4/txc8QvPP/X7v/H1uroHWfhmORCAZrW7VwA6l0l/45mtYcHFy9def/v9t947MTYe38ewqaHw9JP7jzx1YOfWzU5ZAwAAUBUebwb6Xunn2nCmLY48Sz8DUMUEoAEAAABYbqamZ/7ln/7Hd4+frs9l/6vf/ZWnD+2NViK2NcpiAAAQAElEQVQBaFa7XxiAThTn50+cOvfG2++//8HpcJk4zLS2NB158sCRwwe2bt4QAQAAwPL2uDLQ0s8ArGwC0AAAAAAsK6fOdv/L7/6nwaGRHVs3/rf/8DfaWpqiFUoAmtXuPgPQZZNT0+8dO/XW0RMfnr0QLhmHmTUdrUeePPDM4Sc6N6yJAAAAYLl69Blo6WcAVjwBaAAAAACWiemZ2X/3n3748mvvhHNR3/ylF37t6y+GU1PRyiUAzWr3cQPQZeMTk++8f/Kt9z44e747+TbasL7jyOEnnj38xJqO1ggAAACWn0eZgZZ+BmA1EIAGAAAAYDkoF35e29H6nd//tR1bN0YrnQA0q90nDkCXjYyNv/3eB2+/d6Lr4pVkZsvG9UeeeuLI4QMruHo8AAAAVerRZKClnwFYJQSgAQAAAHi8Kgo/13zti8//3f/si+FqTLQKCECz2n36AHTZ4NDIW0dPvPXeB5euXEtmtm3uPHxw79MH961d0xYBAADA8vCwM9CfIP2cSqfT0s8AVCEBaAAAAAAeo7eOnvzz//CDweHR9WvavvP3f33b5g3RqiEAzWr3AAPQZf0Dw2+8e+ydox9cvXYjmVm/tv2pg/sOH9y7ddMq+vkCAADAsvXwMtDSzwCsKgLQAAAAADwWfQPDf/zn3zt1tjucevr6lz77d3/5i7XpdLSaCECz2j2MAHRZ742Bd4+feu/Yqe7LPclMa0vT4QN7njq0b9f2LeG8dwQAAACPycPIQEs/A7DaCEADAAAA8IjNzRX/8oc/+6sfvxYGq7Dwc5kANKvdQw1Alw0Njx498eG7x06dPX8xXFYOM4V8/aEndj/1xL4De3aE670RAAAAPHIPNgMt/QzAKiQADQAAAMCjdPLMhT/+87/oHxzOZOp+5aUXvv6lz4ZTUNGqJADNavdoAtBl4xNTxz44/d6JD0+e7gqXksNM+DG0b/f2Q/t2Hzqwu6mxEAEAAMAj9KAy0NLPAKxOAtAAAAAAPBpDw6N/+u//+p1jH4bxs08d+Pavv9TS1BCtYgLQrHaPOABdNjMz+8HprveOnzr2wZnJqelkcsvG9Yf27z54YPeWjRucDwcAAODR+PQZaOlnAFYtAWgAAAAAHrap6Zm/+tFrP3jljZnZufVr2//z3/nm7u2bo1VPAJrV7nEFoMuK8/Pnzl86fvLssVNnrvf2J5NNjYWD+3cd2rd7354d2UxdBAAAAA/Tp8lAdx0fuDP9XJ+vjYPO0s8ArHQC0AAAAAA8POGKzd/87O3v/eCnY+MT9bnsr339xa9+4dlwwilCABoeewC6Uv/A0PsfnDl28syZru7wkyvM1KbTu3duPXRg96H9u9tbmyMAAAB4OO4zA33iJ6MnXp4qP6q5PTvcP13ebGhfeOY3pZ8BWEUEoAEAAAB4GMJ1m79978T/85cv9w0MhXNMX/z8Z37t6y82FOojlghAs9otqwB02fTM7MnTXcdOnjlx6uzI6HgyuX5dx6F9uw8d2L1z2yanywEAAHjg7jsDPXbi5ck7H15oW3jut2tz9WnpZwBWDwFoAAAAAB64D89d/LP/9/uXrl4P42efOvBb3/pKR5vyqberjYDlJ5upe+rg3tDCpeeLV3qOl8pCX7xy7dr1vh+88vP6XHbf7u37d+/Yv3eHstAAAAA8KDU18UflQ59Kpebn59PpdHS3k0dPvNhQk1o4/uOpyslCW/Tcb9fW5+OIc11dXRJ6ln4GAAAAAAC4f6fOdn/v+6+GPoz37Nzyu7/+tS0b10XcjQA0LGvhKvDWTRtC++bXXhwZHT9+8uyxU2dOne5699ip0MKCNR2tcRJ6z469u7blspkIAAAAPoX7zUB/oSlaiI7/zWIGutAWff7b2Ux9knBOSz8DAAAAAAB8LCc+PP+9H7x6putSGG/asPa3vvWVQ/t3RtybADRUjabGwuefOxxasTh/7sKlk6e7Qrt09dpP+t7+yc/fTqVqdmzZtG/P9v17dmzb3OkSMgAAAJ/MfdeBbooWao6/PNnQVvPC7+cz9fH6JP8cV4BeKgIt/QwAAAAAAPARjp08973vv3qu+0pUij5/66UXnjm831WUXyi+oBXBKrZQMl8yNzc3Ozt79MJwz/BcLpP+xjNbo2VvfGLy5OnzJ890nTpzfnBoJJnM1+f27tq2f/eOJ/btbG1pigAAAOBjSk4ZJYfMoS8Wi/PF4lz8qyQcP8/NhvHJn4127qurb4pjzamaVLn+cxKDln4GYMXrujbyfldfGOxpHs/nMrlcLltSuhtCXfI3YE1JBAAAAAC3eu/Eme99/9ULl3rCeMvG9b/6tReePrQ34v6oAA3VrZCvf+apA6GF8bXe/rgs9JmuM+e63z12KrQw2d7WsnfXtj07t4a+ubEhAgAAgPtwrzrQ5QhX6Ivp9BMvphdKCemaZGkqVZuuXcxA19amU2npZwAAAAAAgEpzxeLrbx///itvXOm5ETa3b+n81a994ckDuyI+DgFoWDnWr20P7csvPFucn++6cDkOQ5/uunil57U33wstLFi3pm3PzjgMHfrGhnwEAAAA93bXDHScXS7dTiyuZzk3l06l5xfmk3LRqZrwKxUXfS7VgZZ+BgAAAAAAqDQ2Pvk3P3vrxz99e2RsPGzu3r75V772whN7d0R8fALQsAKFa8u7d2wJ7Ve/8aWJyakzXRdPn7twpqv78tXe6zcGXn39nbBmw/qOPTuSMPTWQr4+AgAAgDvcmYGer6lZrANdijXPlyxWgE7m4shzOulSSyLpZwAAAAAAYBW71tv/1y+//tpbx+bmiuFyyZEn9730xed2b98c8UkJQMMKl6/PHX5iT2hhPD4xGYehz1443dV99dqNnmt9r7z2Vpjf1Lk2DkPv2rZ7x5b6XDYCAACAJbdloJM0czI/X5NaLP9cqgAdVoTJuPBzKi4FnU6nk0dF0s8AAAAAAMBq9cHp899/+Y1jp86FcS6b+dLnP/O1Lz7f3toc8ekIQMMqUsjXP3Vwb2hRqZb+6XMXTp/rPl2qDB3aj3/6ZrgSvXHD2h1bN+/ctnnHtk1+yAIAABDdLQMdV3sOg1Lt50QSbl7cVar6LP0MAAAAAACsWhOTUz978/1Xfv5OT29/2GxrafqlF5998bNPK1H6oAhAwyrVUKj/zJP7QwvjkbHxM+e64zD0uQtJGPonP387zLe2NO3ctnnntk2h37hhrWvVAAAAq1ZlBrqceJ4vHSdWBqDLoefFJPTSgaQjSgAAAAAAYJU43XXxlZ+/+9bRk3NzxbC5fUvn1774/DOH94eLJxEPjgA0EDU1FI4cPhBaGI+OTZw+d+FM18Uz57t7rvW99d6J0KJS7f3tWzft3LZp1/Yt27ZszNT56QEAALC6lDPQlePQ37Ym6aWfAQAAAACAVWVyavqnbx595efv9lzvC5uZTN0Xnj/4xc99ZvuWzoiHQIQRuEVjQ74chh6fmDrb1Z2EoS9fvX7ydFdoUVzHq2Zz5/qd2zfv3LZ51/Yt4SERAAAAq0BlBrq8eduC6NbEs/QzAAAAAACwsp05f+mV197926MfJCWfN3eu++Lnnv7cM4dy2UzEQyMADdxTIZ87fHBvaGE8NT1ztutiHIbu6r54paf7ctx+/OqbYVd7W/P2LRu3bdkY+s0b19em0xEAAAArVDn0fGey+bYZ0WcAAAAAAGAF6xsYeu2tY6+/ffz6jYFIyedHTgAauC+5bObg/l2hhfHM7Ny585fOdHWf7bp4/tKV/oHh0N5674OwK51Obe5cn4Shd2zd2N7WEgEAALCyJMnme8WgI9FnAAAAAABg5RqfmHz9nROvv328q/tKMrO5c+2Ln/vM55V8frQEoIGPLVNXu3/P9tDCeK5YvHTl2vmLVy5cvHr+4uX+geELl66G9vLP/jbsbSjkt23pLIWhN23d3OnnOwAAwIoh5QwAAAAAAKweM7Nz7xw79frbx0982DU/H5eJaWlufP7pJz575OCWjesiHjkBaOBTqU2nt5fqPSeb4xOTXRcun794JbTuS1fHxieOnzwbWrJ33dr2rZs2bEla5/pMpi4CAAAAAAAAAACAZWl6ZvboidNvHT117NS5mZnZMFOfyx55ct9njxzct2urejGPkQA08CAV8vWHDuwOLYrvhhxdu9534dKVru4r3ZevXOm5cb23P7Q33zkexaXCovXrOrZu6kzy0Js3rKur8xMJAAAAAAAAAACAx2xyavrdYx++/f6p4x92zc0Vo1Kp0KcP7f3ckYOHD+yurU1HPG7ihsDDUlMTbVjfEdrnnj0clW4BcPFKz8XLceu+3HO9t7/nWl9or7/1ftibStV0rl+zZdOGJBK9ccPa8BdGBAAAAAAAAAAAAI/E+MTk2+9/+Pb7J0+evlCcn49KwbaD+3Y899QTn3lyb30uG7FsCEADj0imrnbXts2hJZtT0zMXr1y7ePlqkoe+0Td4+WpvaK+9eTTsTadSnRvWbtm4YdvmuD50GIeZCAAAAAAAAAAAAB6ovoGhoyfOvHPsw1Nnu8uT+3Ztfebw/ueefqKQz0UsPwLQwOORy2b27NgSWrI5OTV98XLPhUuLeeiBweFLV66F9rM33w170+lU5/o1Gzes29S5btOGdZs3rvdhGgAAAAAAAAAAAD6Zmdm5D892Hzt59tipc719g+X53ds3P/v0geefPtBQyEcsYwLQwLJQn8vu3bUttGRzfGKy+1JPd6k+dGiDw6OXrlwPrby+raUpCUNvLPVrOlojAAAAAAAAAAAAuLdrvf3HTp07dvLsiQ/PV87v27X18IHdzx95ormxIaIaCEADy1EhX39g747Qks3xialLV3ouXb1+pef65avXr/X2DQyNhPb+B2eSBblsZuP6tRs7123uXIxE19amIwAAAACAR6KmJAIAAABg+ZmZmf3gzIXjpdxz38Bweb69tfnQ/p2H9u3cv2d7NlMXUVUEoOF2yUnqhYWF4fGZiOUitaFzY2jJxlyxeL237+q13mvXe3uu3ei53js1NX2u+3JoyYLw37CttWXd2jXr13asC23Nmo6O1nQqFQEAAAAAPDhT03PJIDmxXFMhAgAAAODxmZ2dO3P+0qmz3afPXey6eKVYnE/ma2vTe3duObRv18H9OzesbY+oWjULCwsRrGILS4ols7OzRy8MXx2ajagqk+PjoyODo8NDo8MDoZ+cGL9tQU1NqtDQ2NDc3NDY3NDUEvr6QqNrEAAAAADAA7GvdTKfy+RyuUwmk81m6+rqasPFtHQ6lUrJQwMAAAA8GuXQ84dnu89fuloOPQdrO1oP7tt5aP/Ofbu2ZerUDl4J/FeEuCaHTwJUu/pCIbS1GzYlm3Ozs2OjQ2Mjw6Mjw2MjQ+OjwzPT02Ojw6GVHxKuPRQamxqaWgpxJLq5sbE5ly9EAAAAAAAfXznrLPEMAAAA8CjNzs6d7rr04blS6Pni1eL8zdBze2vzvl1b9+7cunfX1o625oiVVvAlZwAAEABJREFURe6T1S75FpgvmSsZGJkanZwOg9nwo3FurlgMPxLnQ1+uFe3MdTWanpkZGh4bGh4N/fDo2PDIaPjPe9uautp0U1NDU2NohdA3NxYaCvlwtSICAAAAAFiSnCUuZ53TJa35dDZTl81mM5lMXUltbW2qRB4aAAAA4MEqh55Pne2+cNfQ866tT+zZ3tLcGLFyCUCz2iXfAqEvliQZ6JmS2dnZ0CczSQy6vDii+o1NTA0MjQ2OjIV+YHg8DCpveZAI1yaaGvKtTYXW5oaWpnxLYyGMa2vTEQAAAACwWiVp5iTWnKSf65ZkSpL0cxKArlkSAQAAAPBJLSxE1270d3VfKbWrl3uuz8/fTPF1tDUnZZ6FnlcVAWiIkrrOSZnnICn8PLskST9XVoCOWInCf9nR8cn+odHB4bHB4fGBMBgZm5qevXNlQ6G+tanQUmqtTQ2tzQ1NDfUuYAAAAADAqpJUgA5uy0CX089hMlkQLWWmAQAAALh/4xOTZ89f7rp4tav7yvmLVyenpiv3xqHnXVv37dx6QOh5tRKAhpsB6HIGOglAl2s/l8s/C0CvNhOT0/2DIwPDY6HvHxodGBodGZu4c1kqVdPa1NDW0tgS9w1tzY2tLQ2F+lwEAAAAAKxQSV3ncgC69lbJZFIBOhKABgAAALgPc8Vi96Weru6rXRfjSs99A8OVe7OZum2bO3dsDW3jru2bmhoKEaubADRE5WTzbRnopE9mpJ9JhP8v+odG+gZGQj8wOBr6/sGR6Zm7FIoOf+O2tzbFraUx9G0t8biuNh0BAAAAACtCkm8uZ6DLSejK9HMiAgAAAOBurt8YKMWd4zLPl65cL87Pl3eFkyob16/ZviVOPO/Y2hnGTrNQSQAaouS7IAlAhz6p91wu/JwQgOYjjE1M9g+M3BgY7hsY7h+M+4Hh0fC/z50rGwv5ttbG9pam1pbQN7a1NLW1NObVigYAAACAalMu7ZxaUs49J73yzwAAAAC3mZsrXrp6/dLV3lJ//fLV3smp6coFLc2NO7Z0Loaet3RmMnUR3IMANNwMQJfrQCcx6HJNaOlnPq7wf0v/4EjfwPCN/qEbA0Nx3z80PDp+18W5bGZNe0tSIrq9tbkj9G3NTQ0Fl0UAAAAAYDmrqZCqkGyWaz8LQAMAAACr1sDQyOWluPOlK9ev9w3clsLLZOq2bd6wY0tc43nHls7WlqYI7o8ANMRuy0CXY9CVIvh0ZmbnkvrQff1DfYOL5aIHBkcqb9xQVldX29bStKatuaO9paO1uaOtpaOtua21KZ1KRQAAAADA8lBOOd+We5Z+BgAAAFahuWLxSs+Npbhz7+We6+MTU7etaW1u3Ny5bvPGdZs2rA39+jVtzp/wyQhAw6JyBjq6NQld/h7xzcLDMD+/MDg8kpSI7hsYiuPRpYrR0zOzdy4Of9mHdwBxlei25va25o7WuG9raWpubPA2AAAAAAAesfLFudsSz+VxJAANAAAArFxT0zM91/uuXu/rKbUwuNE/dFvKrjad7lzfESeeS6HnrZvW1+eyETwIAtCw6M6gc2UkOhKA5tEaGRvv6x+6MTB0o2+oFI8eDOPRsYm7Lq6tTcclopeC0e2tzWvaW1qbGxsK+QgAAAAAeDgqw813Lfks/QwAAACsGCNj4z3X+ysTz4PDo3cua2oslOLOa5PQ84Z1HamUMyQ8FALQcIvK7wjfHSw30zOzfQND/QPD4e1DGAwMxqWj+weH7rxVRCJTV9vWGpeIbmtpXBrErb2tuTadjgAAAACAB+e2uLP0MwAAAFClFhai/sHhcl3neNDbd9eEUltL04Z1HZ3rOjbErX3j+jWFfH0Ej4QANNyF7wuqy9T0TJyEHhjqGxjuL2Wjw2BgaPheweigoVC/pr21pamhrbW5tbmxvbUpSUiHcQQAAAAAfAqizwAAAEC1WFhY6B8c6e0b6O0bvF7qw/hG/9Ds7NxtK1OpmjXtreW4c9JnM3URPCYC0AArVngj0jc4PDA4MjA0HN6pDITx0Eh/qZ+bK971IelUqrmpobWUhI5bS6lvbgqDluZGdaMBAAAAAAAAAKAaFefn+/qHkojz9VIfxn0DQ8Xi/J2La2vTG9a2b0hKO6/t6FzfsX5NezqdimDZEIAGWI1GxsZLwehSHnpwMRUdBsOjYx/xqIZCviIV3biUk47j0fW5bAQAAAAAAAAAADxuc3PF3qWIc7muc//gyF3zopm62jUdrWs72taV+rVx39rW0uweVyxzAtAA3FScnx8aHh0MbSj0I2GwtDkyNDw2Vyze64HhnVBzU0NLU2PoS4Nb+oZCPgIAAAAAAAAAAB6cmZnZ3v7B/oHh/sHF1jcw/BE1EHPZzNqbKeck8dza0twYQRUSgAbgfo2NTyxloxdT0UlCemBoZHJq+iMemE6lmu5IRTc3Lg6aGhtSKR8ZAwAAAAAAAACAuxgZHV8MNw8Nl+POYfMjEjv5+lxlynntmjj03NRQiGClEIAG4AGYmZ0bHhkbGhkNfWlwSz82PvERj62piRoLhXI2+tYC0o2hr61NRwAAAAAAAAAAsHLNzy8MDo/0Dwz3JeWcK+o6z83d87btTQ2F9rbm9takNcV9aTNfn4tgRROABuChK87Pj9yRih4eXRyMjI6FN3Af8fBcNtPUWGgs5BsbklZYHBTiQVNojQ3pdCoCAAAAAAAAAIBlrHQD9rjI4FDpvutDI2NDpTuxDw2PjYyN3SvOmUrVtDY3Laacy3HntuaOtubatMKCrFIC0AA8fiOj4+Vg9MjoWPL2rpyT/ogPsZVlM3WV2ejmMMrnGguFhkJ9QxyVjifrc9kIAAAAAAAAAAAepmu9/XGmOU45x1nnwaHFoHOY/egHZupq2xZrOcfh5tC3tS7mniPgVgLQACx3U9MzI6Pjo+MTo2OhjYd+pNQvjeNBsTj/C58nnU415OMkdEOhvlRAOgzypXh02CxFpQv5poaCYtIAAAAAAAAAAHyE8YnJkbGJkdHxkdGxUqxlcnhkNAwmpqbD3tPnLt7rgZm62uamhpbmxpamhjBobrw5bmlqLORzEXB/BKABWAkmJqeSYPTY2MRSVLrUxifG4jY5OjY+Mzt3P09VV1dbqM/V1+fy9blCqc/XZ/P5+rhf3CztyufqcznvOwEAAAAAAAAAVpiR0fHh0fGx8Ynh+Gbm8Tiu1rc0GBoe/YjHtjY31tXVtjQ1loLODUm4ubW5qbmxEAb5elETeDAEoAFYRQaGRkbHJkofwhsfG5scm5hMykjHCenxeCbMRx9TfS5bjkQX8vWhNTbkw7ghny/EVaXrw1vXpLx0BAAAAAAAAADAY7KwEFduHhuPC+qNx1mRyaSs3thSfb3SrsmJycl7xSqzmbqmxkJTQyHu49bQ1JCvHMs3wyMjAA0At5ianglvdicmpyenpsYnpiYmSy0MpsJgeqK0K8yMT05NhhXTM/f/zOE9bkOhvrGQz5fi0WFcWIxHx+NcNhNaNrRMRmFpAAAAAAAAAID7tLCwMD4x9WmSzYl8fS5JMzc3FhobFgdNDYXG0qClqbG2Nh0By4MANAB8KmPx++M4JD05NR0Xk56YHB+P+zAf3lKPT06Njo2HcdgbfUyFfGUqui6Xy+YyYVyXy2Zz2bpsaVeuFJgO63K50OfCoKFQHwEAAAAAAAAAVL9SsnmydGfvJMd8e6Z5/D6SzTU1NaVbeS+WqCuVq8snd/NuqChdF/pUqiYCqoQANAA8InE8ejxJSE8mCenFd+QTk3GF6cnF2tKfICp9m0xdbRyGrs/W57L5uI+D0WEzH+ekQx/vyofZbCb0YVdjQz4CAAAAAAAAAHiYFhaiyak4F5Hcl3sy7qcnpqYnS2GJu85/9K250+lUHGVuWAw0F/L1jQ35hnwccW4s5Jfuy12fr6+vEWyGFUcAGgCWnfD2PbyJn1h8c7/0zn4yOQaYSt7ul9/0h5npmdno06lNp7PZumxmqdp0GJX60kxpPtks7c0m86VBLumzWR+CBAAAAAAAAIBVYnxianpmZnp6Jvw2PTM7HfdhHA+mwmAxyrwUbCjlHybvL95QqvWWy8eV3erjPh/GuUI8k6uvvzku7arPZuoiYLUSgAaAqhf+Mi8dSMwsHVGEwWzpGOPmwUZ85FFxsDFdWjxVOggJuz79+4F0OlVORcf9LeO6TCaTKwWpl3LV8Uw5Wr00yPjAJQAAAAAAAAA8bHFkeeaOaEEpRXAzWnCX1MFssmyuWLz/18rU1cZ55Xwun8stDioCzYV8rjLuXJ/L1ogOAPdHABoAiGZm5xaPYUpHL2Fzamp6ambp6GXxw5qLRzgz8YHQzaOgMJ6cmo4ekFw2U1dXW1dbG/pwFBTE27XpMC7PL/bJICzIxMuSyZamhtID65KHJ5MRAAAAAAAAAFS58YlwJT+YTSqjLUaWK67jz87NzcaKYVgaz83NFe+cD5PRJ1XI53LZOKYcWri+n4sHcZ+PN7PJZqFUmLkUa841NRYigIdDABoAeADmisXkKCvJScfJ6dKnRZcGN2PTMzM3l01XjMOB1kN6V5JEpZMIdZKNXoxHx8PF+dCymUw6napNp0MLg/BPbTxamqmN58JMbWnX4t5UqjSzuD4c3UUAAAAAAAAArGIzs3HyOMkZl/rFIPJMaSPJJc+GXaU1S5uLayo348plpbhzuM4+PjEZPVDhQnkprLyYY14cLI2THHN9Nltfn4tTzkuTGQXIgOVEABoAWC4qDvCKS59AXTzwW/p8aun4sLSZHB+WP6iaHAEOjYwmx4HJQ8JxYPQ4hGO/yjLV5fLVtRV1qSsLXd8xU5eqqalJhV81qVRpuNgvDRZnolQsWXjLXnWvAQAAAAAAgFVremZ2ftFCcWmQ/FasGJc3byaV54o3+/Bbcb50qbp4y67F69rFcpp56eHFh32FOlyJzmYzuUxdtpRIzmTqknRyPJkNF6nT5YpglbXASuNb5sMDI4DqJwANAKxw06VD0vDPTCkbHcwkierFnPTiruSINLTEXNzmKzfDwW04+k2OcpdmblkTniRafpJK1UHy273GYVlNFKeoF1cv7Y1nUmWlcbq8Kx7ULC6oKQWwU6ml327ZtbinJpmNXyJJeC++ymLGu2LzLruyDsIBAAAAAACg2pz4sOtm4HhhoZw5XihHk8OwmCy5uSzsLSePS/HixUHpMm4xyRwvxpGLi7seV3msu6rPZcMV2LhIVuiT2HGmLlwALVfFKvfhMmi4MloxGT8qns9mwmOzmUw54qz6MsBtBKABAB6k8v2MZpcGSb3qW+pYLw7mZm5dObsY0S7ePLBfWCiPbptJDvuTEwHlvaELD49WmXDkHxfELlW/Dps1N0VJF36lFjfiFTd3Lc1Et66/bUHF/qhUbjvZGVW8VpTsKb1UxdcRlV8zSqWSrZtfUsXK0pcXLT1P6pZXXFy19Ku8svJrC+dKosVnjmpuvnjFi5Zf8Y5Ft/4pK/8gUeXXmpVeSA4AAAMsSURBVLr1YXc8aOlfzs0XuuXPEgEAAAAAAFStJF4VrsYlw4VSFyWDZF+pX1jaXtoqL6lcEC0tXHra8ii++lf5xNHNl6t4WGkUj4s3CxjHvy1tLpTH5b3FYnJ5sbLy8dJ1xqUuuf5YTh8nK4tVe/Gxrq42ua1uue5S6m7ln1JLFaNq0+kkr1yOLN+yWeprl9LJYfHNBaV9dUvj+lw2AuBREYAGAFjJZmZmb577WDzZsVAxjsVFrStv+RRvLZTOgySftV648xRJckol2ZU8unLZ0rNVzCzcPJlSXDqhUrzjBMrNMHeyrHwWZmFhdlkW2AYAAAAAAIDqUldXm166E+vSjV5rlu7NevtkxY1ea24+pDx/++Ka8vzS3WLjh0YfX3h4nDMuJ4/jPl2KKSfJ4/IgWRAP0um0GskAq4oANAAA1Wp2dq7iw/QVH3xf+uT9zU/PJ5+YjxfcXF/+kH7yYfr5hYXKj9FXfua+4tP20V1eK6r8Lar8XP/tn+Ov/JT/0hNWfsq/4sP80S2f8b/n5/vj3+aXCg5U7I0qn6Dyi79Zc+D2rzCqKClwx6NuDu5SzKDyi7yjFEHpaQAAAAAAgAdq6W6OFTMVG0t3cCwtXFqWPCS6c1xeV/mYW8e/8Mk/+oVqau588jv/FHcZ3+V17/V1fvSf8f6e/K4vdPOGm7feaLOm5o6bf1asuPM2obfdh/PmzUVr7nETzsrnWboDZ+X+cjHjdLpc53hxnESWy/njTKYuAoAVRwAaAAAAAAAAAAAAAKgayv4DAAAAAAAAAAAAAFVDABoAAAAAAAAAAAAAqBoC0AAAAAAAAAAAAABA1RCABgAAAAAAAAAAAACqhgA0AAAAAAAAAAAAAFA1BKABAAAAAAAAAAAAgKohAA0AAAAAAAAAAAAAVA0BaAAAAAAAAAAAAACgaghAAwAAAAAAAAAAAABVQwAaAAAAAAAAAAAAAKgaAtAAAAAAAAAAAAAAQNUQgAYAAAAAAAAAAAAAqoYANAAAAAAAAAAAAABQNQSgAQAAAAAAAAAAAICqIQANAAAAAAAAAAAAAFQNAWgAAAAAAAAAAAAAoGr8/wAAAP//ulxukwAAAAZJREFUAwB+4lIy177WWQAAAABJRU5ErkJggg=="/>
</p:tagLst>
</file>

<file path=ppt/tags/tag15.xml><?xml version="1.0" encoding="utf-8"?>
<p:tagLst xmlns:a="http://schemas.openxmlformats.org/drawingml/2006/main" xmlns:r="http://schemas.openxmlformats.org/officeDocument/2006/relationships" xmlns:p="http://schemas.openxmlformats.org/presentationml/2006/main">
  <p:tag name="MCDIAGRAM" val="mcDiagram:25d9e851-f712-4f1d-accf-4ee7e2a76413:478c63dc-47c1-419a-b4a9-dac33707fc55:0:1"/>
  <p:tag name="MC:BASE64" val="iVBORw0KGgoAAAANSUhEUgAABYkAAA8ACAIAAAAp5hUlAAAQAElEQVR4nOzdBYDc1NbA8ZuxdfetuxsVahTqLaVYcYeHOzzs8eDBBzz04e4uxV1aCkVaCtTdbbvtusto8t3MbLfbtW7btWT/P4ZpJpPJ3GRmsrknJyc2TdMEAAAAAABAC7EJAAAAAACAlkNsAgAAAAAAtCRiEwAAAAAAoCURmwAAAAAAAC2J2AQAAAAAAGhJxCYAAAAAAEBLIjYBAABaEpczBwDA6BRFEYeH2AQAAGgZlVGJwEDVewAA0JoFghGV94E/34cToSA2AQAAWkBlJMJTWqj5vKqqNjw20RzRC/keSi3vpNX1RNM3p0lmeqBFaalAUaO970F+XC23vJoiFO3Q3v/wvpKG+Ygbr6GtepGb4Kvvn2Vr2mo1fUNa/iNu3hY0y7sFvlFVhjVNj0cIER8fb7PZlL00/3hxSIhNAACAlqH5rXrqYtfujTIioSj+wETFsZeK/ZvKMXt7boHxQqvYNao+pRA1Rwr/XeVL9KnU6jOs4031KQOvrRxTZ/PU/RtWy/zrfO1+bauYRtSxEvYuUWVfo5a2icopK8ar+71LnUtRy3oLvJcQB78UtbVtv6U46LaJveuk+ro6cNsquv372lbHa/dv295PX9SyBqotReXc6m/b3uXdf71VzL8BP4Hq67P2T6cBbavyLa18x71PVF0De+e/X9v2ftuVOn4XDV/Dez99Ufu71LEUVcfs7YLXs4brbluVb1TNKQ9yDdd8l4NoW43P5QBLUeXTFP5vabX1VvuWp75Pv+rWo95fd63fk32vrbqN0tsmDrgUtbattl/Q3vmrdW7bq6w30eAt7YHaVss2qu5tu9j3a6psWz3fk4Nvm6hjG3Wg7ae+3qp9OnX/QtWabav2C91/DSxYsGDAgAEWP0HeBAAAMJa9O6Oaqqpej3feTvWbrQdzTFGrOU7b/4lAp6VypFLbweV9L9H27eHWnFX16bXa37Ta9Ip/hKIFhg98X/X1dU+5b55Vl8tS5YjWfvc13r02Wq2DB6DV84RyiPPcO3FDZ3FYrW2MeSq1fhPrnL6WV9Q15zreoI4pG0xr8AsaNuHe7tNBLVfDZnzwX5t6n1b2fbcaNr/A5kBp+BelcX47DZzyEOe5b0vY8BVc+wwOOGXDZ9uAlzXsb0Plt7Guzfx+Y/b9FhqwedYq/4CI+jalVd/wwBMpDfw9NvjzOsitbl1/vfZbUG3fcO0rQPV6SzM9flar1WazyfDE4aROEJsAAAAtQPPz+XxyOKdcrM452H7Wwb1blXvTqCXAYQrmWyIABte4GyQDbuRqbaymemQMIhCbEP6MicM8p8MiAAAAWkIgb0Kj/CXQCvRsp550ZJkAgAaTf7/dbreMTXi9++pGHTJiEwAAoAUEAhP6royqKRwjB1rUEd3VD24tK3cJAGi4yrwJn89X8Tf9MMITxCYAAEALqCw54U8BFQBahN2mnX6075M7PH+s8ny/PFQAQIPJP+JerzcQmDj8HEhiEwAAoGVUnNOhkTcBtJhbTtOeu0YpyCt+9Isw0bzuuuz8n198PDQ4uNZnTx5/1B9vPHdk/z4CQGulX8dEVasmTRxOhIJamAAAoEU1tFw5gMaUFKPce0XcWRMULW/jyz9Yt2Y5DviSMYMGnDH1mCmjRrg93ne+mfPxvF+27NotDlWQwxEcFFTXs4pFiQonjwNo1bQqxGEjNgEAAFpGxd6M/5LpAJpTcrT2/gMdhnUtE8W7flrifGVeUkNetWDFqi3p6TI2sXbLtofefF8cntuffrnamH9dePYDr78bGP5k3q/yJgC0YoELc1QGJqiFCQAAjI28CaA5jelvXfBW9xG9NMWZlZuV/+/3YtzehnYKSkr1a3k43R7R2Ab06DqwZzcBwDgaKyoRQGwCAAC0MPImgOahCO3qk6zvPNQzKaRAK94pSrM++s22Lj1ItDQZlXj0hisEAENRGvXvN+d0AACAFkW9CaBZhARpN54edvs1/UXRTlGWo3mdxSWet35PSI6VT+79EWpqVoHF4zu4/sakkcNOmTAur7h4yshhEaGh29L3pGVm3fXCG6dNGX/8uNH3vPRmYmz0ecdNTYiJeur9z979bq58yaCe3c+aPnH0wP5H/eOa8JDgm889Iz46OjYq8qOH7l62YdObX885a9rEmeNG3/jYs4vXbgi8y8kTjpo+5sjYyMi4qMiflyy756W35KHa1IT4et4FQJPSGvXvN7EJAADQoqg3ATS9lBj1mZvjJ4zrJPI3Cle+PsoWZI1Mnn2HVVH2ZmWrXk9x7swH4nZkH7guZqUxgwY8ev3lk6+4KSu/4JtfF7129y1LN2y6/emXjxk6OCY8vF1i/BlTJ8hoxTvfzr181vFXn35SIGrQs2P7YX16hQbrKRsl5c5z7/zvJ4/c4/Z6z/zXPXLM5COH9ercISkupvJdZGDihrNPO+3Wu/fk5A7r2+u1u24NdgT96+mX5HzqeRcATapx8yY4pwMAALQw8iaAJpUUrb11Z8S0Kb0czjThzNN/cvq1ey1hofaOSaJDotI+QbSP90Uq2Y98FnJQgQnp/JlT9+TkycCE8BfLLCwp7ZCYKIfnL1n+55p1cuD35aseevP9D3746ZOffo2NiuiYrNfd/OjH+cs3bK5rnnP/XPzjn0srH8r+z/Vnnfrh3J9lYEI+XLx2w+c//y6jFSMH9K3/XQA0qcbNmyA2AQAAWhh5E0DTGdbN+d2dWaPa79C2z9FyVmtlWVpppubMF44oYQ+vmMjnztiVdfEzUe8tiBIHKdjhiIkMr3xY7nRmFxQEht1er7zflZkdeJidXyjvI8Iqrgzq8tZXUNPtcVcOjxrYNykuJn3vfKRflq2Q92OHDDjguwBoOtSbAAAAJkK9CaApbdpjv/S5yL2P9NCDxWJ55SZ7t45dRd46/bCnz71hY855T8ev2RUsDt5nP/324HWXnnDMmC/mL+jXrYvdZn/t828DT9U4pqr5313Z+2y9863ybPvEBHkfGrKvebsys+R9bFTkAd8FQNOh3gQAADAR6k0ATamwzLp4S0jVMSeO1jr27iPKc4TPqXnKf11ScvNbCWt3HeLVOj6b/1vPTu3HDRnUs2MHt9d7+m3/l+YPHDSijJw8ed8+KaFyjKrqPaI92bkCQMshbwIAAJgKeRNAs7Eo2g1nx9ltipa7U3WX/7io8LxnkkqcVnGoOiQl2u22fz7+nDg88gBsXb2cv9dtyCkonDB8yIOvvxcY0zklWd7P+3OJANByyJsAAACmQt4E0Gz+dZZl6IBYkb+xvKTkla/dD31+cIGJyHC9tITDYa8cc/mpJ4wZ2M/nUyvHrNm67ctfFsqB0CC9rGbl6RUWi17qzm6teDub1WK17Ct+V1ha2rdL5x4d2o0fPuSlT7+22az+afT7cqfr5U+//tdFZ1956gnPffRFaHDw+TOnfD7/97XbdhzwXQA0ncbNm7DefffdAgAAoHnJgy2qqvp8vuxFn63amb8si9wJoMkN6aa9fn9vpTxTK9p1zzvafZ/GOj0HURp/7OAB15xxcpd2KXFRUUUlZWVOZ35RscfjmXTksNSE+AE9ug7v13ton55TRg632+zFpaXXn3VKUlxsRGhoZl5+Qkz0RSccmxIfFxkWsjlt9zFHDDpp/FGxUZFBDvuG7TvLXW4ZgJg2ZkS/7p1f+PjLnp06XHjCsakJcREhIVt37ckpLFy+cbPL7Tlt8vgzp078x0nT/169/u4X3pCbkX5dO9fzLnmFRQJAE5F/xp2Fp556alJSkt3P6ifjg4cWs1A00igBAEDzkrsfMiohuzQul2vtY+d+sHDrq6tUAaApWS3aszeEnDMjZtf6tXe+bf9oYVij5Cz989zTFq5Y/cfKtYGHHZISe3XpeMHMqef8+78CgHlpqsdXlPbBBx8MHDgw1M/hcAQiFIcWm+CcDgAA0MI4UAI0gxG9tDPGlBRv23LGw/HLtweJxsjFHjt4wCkTj3n07Q8rx6RlZpU5nQO6dRUAzI56EwAAwFSoNwE0tfhI9eXrvQuXl178dOLufLtoJMlxsbFREa/ffetnP/9W6nTpbxQd2bdz54fefF8AMDuu0wEAAExEIW8CaHIXT/UsXll0/euxBWWNWSTy43m/WK2WY8eMvO2Csx0O24qNW779fdFdL74uALQB5E0AAAAT0cibAJrcD4vFg9sSRBOYPedneRMA2h7yJgAAgKmQNwE0tWXbggQANCryJgAAgKmQNwEAgOGQNwEAAEyEehMAABgQeRMAAMBEqDcBAIABkTcBAABMhbwJAAAMh7wJAABgKuRNAABgOORNAAAAE6HeBAAABkTeBAAAMBHqTQAAYEDkTQAAAFMhbwIwnz4p1qN6OVKjLbFhlpgwJSFCiQuXA1YB1M3pVktdWpFTk/d5pdrynZ4VO71Ld3iKnQKtEHkTAADAVMibAExjeBfbxL5B0wY42sdaC4t9rnKv4tNsqqq6NHeJtset6udxAXVQrPKmhFsUhyYiHEq/YY5rJ4fJ8ZsyvN+udH2wyJldQjC7FSFvAgAAmAj1JgDjiwwWl00IPfPI4MgQS36h11fk3pXudZf7BHAYCrNdJVYREmUPD7NdMT70uilh369yvfl7+d/bvAKtAHkTAADARKg3ARhZkE2cNyb4yomhdosozXSm5Xk8LsKNaDQ+nyjJ84g8T3p6eUSCY2zXoGkDov/e6r7ni9J1ewh+tTDyJgAAgKmQNwEY1Okjgq6fEhoVrBRlOnOy3BpdRTQZTRVFmW55K46wdU8O+uqGmA//cj74dUkRpShaDnkTAADAVMibAAwnIli8eEHUkI7WggzX7k1u1UeIEc2kvNgrb94E+0lDQif2sd88u+TXjR6BltC4eRMWAQAA0IKoNwEYTYdYyxfXRQ9IVvasLi7e7SIwgeZXnO3ZvbpILfG+dnHUxUcHC7QE8iYAAICJUG8CMJRBHW1vXhyplXkz1pVxEgdakM+jFaeVa2W+22aEJ4RbHvimTKB5UW8CAACYCnkTgFHMGGh/9MzIkkxX3q5yrgaK1qAk1+11+c4dHRYfrtw0u0Tja9mMGjdvgnM6AABACyNvAjCEmQPtT54TlbetLG+Xk8AEWg9niS9zXcm0/o7HTg8XaEbUmwAAACZCvQnACHqnWB86IyJ7a6l+QUeglfE41awNpdMHBV8wltoTzYe8CQAAYCLUmwBavYRw5Z1LI8tz3MU5BCbQSsnwRPaWkttnho3sRuGCZkLeBAAAMBXyJoDWzGHT3r0syu5Vc3eWC6AVKy/05e8qf/nCyC7xVoGmR94EAAAwFfImgNbs6bMjUiKU7M2l1JhA61e4x+0p9LxzaWRUCF/XJkfeBAAAMBHqTQCt2IxBjon9gnO3lqpcLhQGkbu9PDZU3DojVKCJkTcBAABMhHoTQGslI4e3HhtWnON2l6kCMAjZX87f5TplWHCHWHq7TYu8CQAAYCrkTQCt06xhwUmRSn4aZSZgMCU5BbWdewAAEABJREFUrvIy3z+nkTrRtMibAAAApkLeBNAK2SzihqmhRZkur4fwIQxHKUovP25wcNcEOrxNiLwJAABgItSbAFqlM0cGRYUohXtcAjCg8kJfQb77lhlhAk2mcfMmuPQrAABoUdSbAFqlc0aFlOe6mrYEpqKFxTlD41z2YK+mKq5Se0lmiLvULoDG4MxyT+obHhtWkldKCLxJNG7eBLEJAADQwsibAFqbxAilW5Jtz7omrDRhtfu6T86N7tPdaitTSpfLMapX8ZTbdi2Nz1gZS8wSh6+8yOP1qhP7Oj76m/SfJkHeBAAAMBX6IEBrM7lfkNujlhd79dOumkBYfHnPE2yh/S4SQQl6eDIjRBT8YbFpQRGebkfvCY93bv01RfVx+jkOi6YpJQXe8b2JTTQV6k0AAAATod4E0PqM72MvK/Q0UWDC6vB1nVASOvBsPTAhaR5RvqPqBIl98hN7FwjgsHmKPeN62S0Kf2aaBHkTAADARKg3AbQydqsY09ORt71MNI2wOGdEj17CFqYHJl17ROZXwrW76gSKRXQalZm9KcrnttY/q8UZ6kcbtHKPSAwV7SOVfnHKjiLtlF5Ncvx1d4l29wI1vUTfYH0wU4lwHNyWK6tU+yVNe3ed5lH1F/aJFaqm5btEuF1JDhOn91a6x1Sf4Z4S7Zst2uYC4fZpFkVOpg1LVo7uoFQerP5+m/raSq3Uqz8Mt4srB4ujOigW/7NbC9Svtog528WxXcRFA5UQm1K1JQ/9pcYEKbccqTish7j9XZalPb9MPbqD5ey+9c2h2K3du1Bdk6tP868jxdj2zX1ovDTfE985dGQ3+8LNXoHGRt4EAAAwFfImgFalR5LVahHlBR7RNGI7FyuOcH2oZJ1Ie1PIrnXwGGFLFREnVx46tQX7IlNL65/Pkgz1rgXi+O7KU5Osd4y2ysDEo4vV1TmiiaSGK8d0OPSeWGKYcmpvS7+4iodXH6E8NsH68NGWIKtYuFvc9ou6rXC/TeF7a9Urf1Tnp2kXDRByygfHKZ2ilEf+Frf+ou4sUgPTTOtiuXBAZZO0YSkVgQmpa7RlQLwyvoN21RGWqoEJ6Y/dYn2e8scesTb30De+32/VZJjmvXWaV61vJjKCc16/A3c5dxRqn25URRNQvaK4yNsvlUPyTaJx8yaITQAAgBZG3gTQqiRHWcvK1Ka7Qoc9zCvKtgp3rsj9WYRMEiGjRfhUEXW+UJ0iePC+yYIP0ALZMQ6xaqNTK7Ygw1OUW4+0eHxNGOy0W8VhCtm/j5wQqpzTTx8o9ymfbtzX8q82q++uE26f8s/hlp6xepfNZlVO7WUZnCDW5Cr//UO4vBUTT+9qGZqkD5R49puD9MN29cIBtXT3RqWKHjFiVIrWN+7QN77TuigpYeKsPorNcoCZBB1opcllefRvtQk/N5eaHE23t0mQNwEAAEyEehNAK5MYaVG9TfizdBXbRekGsfNFUb5dqAVCkwfMVaGWiZARwpNWOVn9FxOVB2w35Old+tkb9jV1SKLSIdJgwc6k0IqBXcUVA3tK1DdW6wOJodqQpP0WZ3xH/5Ql4u21+5b6/P4V03y9RSt2V4xfkK4NiFfiQmpZG4lhyhMTLHeMth7yCR2SbNgr0w5wQkdDFLu0exaqWwqb8FNTPVq7qMOOKqE21JsAAAAmQr0JoJVJjFS0psw+yN8e0X5IjiJy9Qflf4moc4QSpEclwqYL392BabxOa1FGaD0zkQds20coacXi7TUis1Sd1UNp749KnNpLv99doj2wSNtaqE/5v2OUb7aoS7NE7xjlzL5Kj71lHXYUau+u1VRNW50resWK47spQ5P1A7eL92hPLlXznEpqmPbSVMvba7S5O7Qzeiszuu13WNerah9t0N5ZK4YmiVN6KgMT9dnO26G9t1ab0ElpeKc9a29Zj46RFQPzdginP2VEBheqTeyvSaF/ND9s0y4eWDGyW7Qytp32e7qeOvHFJu2cfopP1T7fpN07ppY2yMDH/YtEYM08O0npHKV8sF6V61Ca3kWvfbo0U08PmdVTTO5csbyfblTlcrl8yp5ScUSSuHesZWmm+vBfMg6ixASJd47TJ8sq1T7ZpK3P1bpEKfPTKmpqJIdpr07bFxSQI59eoi7YrXWPVmQ8RX4QBU7tup/UnHJ9YhmOeWO1en5f5bQ+jfwnwefTkqOJTTQJ8iYAAICpkDcBtCopURaLr0lO/g8oyw8qyQ0ODLvKSpzFbn0rEDQgfeFdFVsDTez4M1H1HKCrMrFjxcCc7eKyuXp9x4wSLZApkBquTOlc8ewnG7QjU5UukeLPDHHfH5rTo7/HtkLtpvlqVLC4Y7T1ikHK4gzlvkWaPIYvnxqWogxKqHjtO2u1X9KEjFNsrnHZEJtF6Roljukg7hpdEZiQPt6oZpTpJ5sE3uWAZOf85RX6gOzkn7W3T55RWvHayKDq01eOKfMqec59b3Fa74rXfuVPnfhumzaxkwi219JvTAm3zOi235jTeil2iz6rhbvlq5Rju+kRnyeWiMD8F2eor64Sx3VXXp6qXDRA8fiDJkckWYZVSejw+rT7/lC/3iKmdrZcP8xyqr8W6fgOompgQvgrd/aLV9qHK8uyxGOL9S9YdLDy/JSKT/mC/uKbWZZGD0wIveSEmhhJt7dJUG8CAACYCnkTQKvSLtqiqk0YMvS5rRmrYv2H/0VRptub/ZLI+bea9X/O7D+9bn1kWV5Q9oboA85nVi/lrCpd2V/TxJU/qn/vqWh55QkLcrKj2lsCJz7klItfdukTLMvUZPd+/k59ODFMf8rtU7YVVswqUFEyu1xEB4lHxyvyYP6J3atvp7LLtD92ixuGKdYqBRdGpujDI1JqjwtU9f027Y7f1Et/ULcViZN7iGcmKUlhFS8pcFUMhNbIcQ+uMia3fN+wP3VCHyjxKB+t1/5IF1M619mAoP1P5ZAL6/B3Cse0U3rHKQPiK1bgziJ/EMcflPl4vdicL2b1VLrt/ViCqrREBm4CJ2WkRugv6Rip3/+cJkrc+32LJnS0TOikjGqn+GeuNDB8c/h8Pi02nD8zTYK8CQAAYCLUmwBamdgwS5Oe0yHJ0EPe9gg5ENdeFGbJQ+ha/h6R0EnY/XkBe1bGHfDqocLfqT67r/LAUUrPmIoxLp/ywJ+qjBpUnSzKP8+uURWdqHX+U0kmd1KO7y6O66b461ZUTF++f5UNuQ4mdlLksX15ML+T/+WV/bBCp7j9NzXMLqpVgjy/v0Ue/L9rdD2drIrpp3dRukSJwOU/N+XrGQSVUyTuPZeluMaVUpxVroOZGLLfU5WpE59sEif22HfBjoaz+VtdGWop97etV6x+n1Em/jlfm71eu2hALbON2pvNoWn6s5r/hI6YIBG6f8GQMLu+eiuvGeJqsmKr1WheYbNaIoIFGh15EwAAwESoNwG0MnmlqtXWtN0E2YnNXJcoYo6yOMJsjsAYERlf8WzOlsgDzsHl1f7co58XMDBReXyC5T+jRV//5TlleOLP3bX0l2xWJcKhjy/2p2ZEBCmXDbIMSVT+b6FWuQlSxX4bo9hg2bveb0zlfB/6S9tdony+WWwtOPSTX87pqyT7wxCrcsScbfva3G7vQf4CZ/WXFLoqBqKCtKjg/drWLVrpFlUxk3YR4vD5/LkzcvXKII7wR2reWqM9vbSWdZsSrkzupA+sytafXZmjBVvF1UeI+uMjzRWaEBab3oUudhIFb3zkTQAAAFMhbwJoVTKKVdXa5CHD8nyH19JOa395cUFE+nqRkyaytouSfOFxWr3OAydNyJ7tvO37Hh6ZYrlvrF69Up+zt/aXuP294Qh/KESGNh78U739N/WsPqJXTO0L66i7q3TtEUpiqP5ezy072EPHWuU/QTbl6iMq3vr1NWqRq+Kpo9qLIKs+vCZH8+1/cs2W/IqHM7rW0jiLpfE/tTynJoM4lw+qyHeYu0OvpllzsuuHWc7uIxakiycWq/lOvQbHyNQG9TSbITRts1sKS9Vmeas2h7wJAABgKuRNAK1KTrGm2Jq8m1BUGv7W7LjF7//ly4+KLI4NdsaXZ3Sbv3j6u8tub2A3cuFubWXWvq6R7OqP8Jd76BFb29u59CtNyIF+/uyMzzZrv+0SnSJFz9hDWdLkcHFRf/2F6/L0yhGV419dqZ72he/ehQ1NphiSpIzvoPmbp7y+umI+iWHKmf4TNHKdyvKs/fp+P/sLZAxMEKf3Fs1jeaZYnqXO7G753zFKqE1/98oLi1S1MF1bkK49PUmRQYo7R1sqi4MeUDN0Ry12JbukCWu7tmXkTQAAABOh3gTQyuSWaDZ7k4cMFZ/qi+mR3nnszn4zlnQ+YduA49d3mZbfa4Ijr6SBc9CE8vBf+4pfFji1JZliVIoYnLhfH+fjDZp8av5OfTg5VIxr769zWao/3FEkXlmh/rl3DtsLtfRifThQbaNmd9a7d5RPFUd1UIYk6sOvr9Jy9la4WLRbK/Uqi/ZUL11RKVDEofItpIsHWiKD9AdztovKUMupvfVUBYuivb1W5JbrI90+7b216vJsZWY3ce9YxVZbioRr70w99Z4vUZmLofo3vvLQdyBq4/Xt99rAEgTb5CoSZV6tR6zSN150iBC9/RUoAvPw7U0DeXetGmQVteZtuKusNP/DipcE3s5h1StTCP3ipnqeyKa8xv97YLNbMguJTTSJxs2bsAkAAIAWRL0JoJXJKfEFBTf5IUybz+XetvnT4rE2i8Wrym6yFmy3dwgWR+94v4FzGJ4sjmpv+W6r9vxytUOkjHMqkzqJmd2qb1CGJIkbf1Yzy5SOkdotIyxB/pMTpndVthepMtbQPUaMba8sy9I25YudRSIpTPaQ1WV6jEDJKVO+26pO33v2xJ4S7Xf9Gh/6yz9cr106WGkfIZZl6fUs7/hdu+1I0TlKObWX5f316uROSoitejNkiOGvDG1NbsUc3lqjHt9NGZpsiQ5WLuhnecpfx+GBv9TLBinHdNDfcWZ3S9do7acd2qN/a4pQVaH0iBb/Pap65CVgU762WW9/xZt+tEGb0ln0iRP2Gufm7CnVrzAaaMNvu0RyuPbtFi0QhliSqe0sUr/aUjHlnG1iSIIWYhPbisQ1c7WEUC2zTNw9WpErcEVWICSkFLmUBenqmHaWQpfIdyknfCZHamE2rVuMfoHVM3orMvTw5eaK7uu8naJH7L51+PFG7coh8ri7ctMI7Z01crWLXrHa1C6N/8XTbEpWSbNVt2hbGjdvQtE4VAEAAJqX3P3w+Xwej8flcq197Nz3F2x9bTUHtYDWYkwP+5uXRKWtLPI4m/aHmRbZ/ZsuZ4VEhJcXFDqs8qCpllCSNn3rWzatEXqSP2zTAh3+l6cqqVxCson9sE19eqnsWO63nsekittHtXyefsqAiLf+dD3ybZlAo9JUj7dw5+zZswcOHBjq53A47Ha71Wo9tJgFeRMAAKCFkTcBtCpr0r0ygBgaZSt0ukVTisOcy6kAABAASURBVHfldI6Lj0xN3pO2K18qLU3M225VvWwUjCXfqRfvODJFOaajfo5GvlM/QePnndrO4pb/HB0h1pAQ6+o0r0ATaNy8CWITAACgRVFvAmhlCsq0v7Z6e0bbRWbTxiZCXAUZf3zwja2zqljjwsMjbZZealZj9XbUvVsWlaysJpZRqp/bctsI5aj2FZ+dy6utztGmdG752ERItM3j1X5a37Tf5DaLehMAAMBEqDcBtD4/rHYNPz6sYJvQmrhjf0b5ooj8LUudMUHCMyk6u0twcaNc6nFPiTZne8XwF5u1WT1FMqd1NJk+ccqVg7Xvt6nfbtMv8NIxQo84n9PXMiSp5de5Ldz22ya3yyPQFMibAAAApkLeBNDafL/S/Z8TwkMibWUFTZsMHyzUWTGZs0SmaFQp4crjEwhGNJ8Z3SwzuonWRnacI6JtP85r6JVfcLAaN2+Ca4gCAIAWRt4E0NpkFaurd3ntERzIhIGFxuiXS5mzihM6mkrj5k0QmwAAAC2KehNAq/TWgvLwOIfVKgCDcsQHfb3cXVDO35imQt4EAAAwEepNAK3SZ0ucuwvVkJRgARhQaLQtMtL2v+9LBZoMeRMAAMBUyJsAWiEZNnzw29L45CB7MF0GGI4Wmhry3qLy9Hwu09KEyJsAAACmQt4E0DrNW+NZm+4NI3UCRhORGGR3KM/8WC7QlMibAAAAJkK9CaAVu/er0tgER0gkZSdgGBariEgNfuWX8twS/ro0LfImAACAiVBvAmjFlmz3vvV7eUTHUKtdAEagRXUK3Zbje/7nMoEmRt4EAAAwFfImgNbsvq9K1mf6YruHK3Qd0OrFdgpVQmz/eLXY7SXs3eTImwAAAKZC3gTQmqmacvkbxaU+Edc1VM90AlqrqOSg8Hj7Ra8VZhVTArM5kDcBAABMhHoTQKtXUK7947WioHBbXKcQAbRKoTH22A7Bt39cujLNJ9AsyJsAAAAmQr0JwAg2ZKg3vF8SlRSc0CVE8JtFKxMaY0voGvreIuenS1wCzYW8CQAAYCrkTQCGMGeN+7I3C4NiHEm9wixW4hNoLSIT7Undwz5Z4rr7sxKBZkTeBAAAMBXyJgCjmLfGc8ozBeWKNblvuD2Eny5amPzzEd8lJL5z2FNzy27/uEQjpad5kTcBAABMhHoTgKGs3e07/on8rflqSp/I4EibAFpIaJQtuV94WJzjxveLnv6xXKDZkTcBAABMhHoTgNFkFWunPlM4d60rtXd4VKcQezC/YTQrq02J6xKa3Ct8W7520pMFXy5zC7SExs2bINIJAABaGHkTgOG4vOKad0om93ffNC20S//IwmxX8W6X18OPGU3L5rBEpTjC4hzFTnH7x8Uf/kXly5bUuHkTxCYAAEALI28CMKi5q93z1rhOHhp83ZTQ9oOCnMXesnxPSZ5b9QqgcYVEWiOTgkKj7KoQ7y0qf+z7MhmeQMsibwIAAJgI9SYAI1M15ePFrq+Wu84ZHXLFhJD4zva4jiHlJd7yPE9JvtvnEcChUSxaUJgtOMwaFG63yfsgS0aB75Ufyz7625VRqAq0AuRNAAAAE6HeBGB8Lq949ddyeRvexXZkV/vo7vbBnULiOod6vap+oodXU/0DPo8quJIC6qRZ7RarXbE5LBa7xe6oqI24cY/nr/WuOWvcCzcR62pdyJsAAACmQt4EYBp/b/PK2zPz9IsmDO5oS4myxIZZYsOVpEglKUIOW20WYhP7BNmEVxU+kgD2KilTC8vVvDJfqUvLK9VWpHmW7/Q6iUi0VuRNAAAAUyFvAjAl2atcLlCft6dbP9+sfrKJAC0MibwJAABgItSbANBW2SzCq7IFhFE1bt6ERQAAALQg6k0AaKssivBqbAFhVORNAAAAUyFvAkDbZLcIr08ABkW9CQAAYCrkTQBom2x63oQADIq8CQAAYCLUmwDQVtms+nU6AIMibwIAAJgI9SYAtFU2i0JsAsZF3gQAADAV8iYAtEFWf7fOyxYQhkXeBAAAMBXyJgC0QXb/JRN91MKEYZE3AQAATIR6EwDaJJtF3/ZRCxPGRd4EAAAwEepNAGiTbP68CQ/1JmBY5E0AAABTIW8CQBu0t96EAAyKvAkAAGAq5E0AaINsFn3bp5I3AcMibwIAAJgI9SYAtEmc0wGja9y8CYsAAABoQdSbANAmBWITXpXoLIyKvAkAAGAq5E0AaIPs1JuAwVFvAgAAmAp5EwDaIGtF3oQADIq8CQAAYCLUmwDQJgWu0+FTic7CqMibAAAAJkK9CQBtkiVwTgd5EzCsxs2boBYmAABoYeRNAGiDArUwNcEWEEZF3gQAADAV8iYAtEFW/7bPyzkdMCzyJgAAgIlQbwJAm2S16Ns+H1tAGBZ5EwAAwESoNwGgTQrUm/ARmoBhcZ0OAABgKhw1BNAGBc7pUDWiszAq8iYAAICpkDcBoA2yWjSfSmgWBkbeBAAAMBHqTQBok6wKJ3TA2MibAAAAJkK9CQBtklVRiE3A0MibAAAApkLeBIA2SM+bUAVgXORNAAAAUyFvAkAbZLVwTgeMjbwJAABgItSbANAmWag3AYMjbwIAAJgI9SYAtElWRaic0wEjI28CAACYCnkTANogG+d0wODImwAAAKZC3gSANsgiiE3A2MibAAAAJkK9CQBtkr9bx+YPBkbeBAAAMBHqTQBok+SmTyU0ASMjbwIAAJgKeRMA2iDFH5sVgGGRNwEAAEyFvAkAbRCndMDoyJsAAAAmQr0JAG2Sfk4HwQkYGXkTAADARKg3AaBNUojMwuDImwAAAKbC3jmANsiiKJpGaBYGRt4EAAAwFfImALRNBGZhaORNAAAAEyGrGUCbxMYPRkfeBAAAMBHqTQBokxTyJmBw5E0AAABT4dAhgLaIxAkYHHkTAADAVMibANAGWQS1MGFsjZs3YREAAAAtiCOHANokRWHbB2MjbwIAAJgI9SYAmFqUQ3t5ii06uPYt3ZxTaumR3b3Qu3C3AFo58iYAAICpkDcBwMQK3cqba9WGT78wXSUwAUNo3LwJYhMAAKCFkTcBwNy+26puyGtQeMLt055ZfhCBDKAFkTcBAABMhHoTAMxOFcrTy1SfeuCN3ewNWk65AAyBvAkAAGAi1JsA0AZszBffbztARy6tSPtgvU8ABkHeBAAAMBXyJgC0BW+s8RU469vePb/C51EJ1sIwyJsAAACmQt4EgLag0K28sqrOWhIL09XFmQIwEPImAACAiVBvAkCbMWeHVmtRzDIPJTBhPORNAAAAE6HeBIC2pNaimO+vVymBCcMhbwIAAJgKeRMA2o6aRTHTirRPN5E0AeMhbwIAAJgKeRMA2pRqRTGfWkYJTBgSeRMAAMBEqDcBoI2pWhRz/k51RbYAjIi8CQAAYCLUmwDQ9gSKYpZ5tJdWcTYHjKpx8yZsAgAAoEWRNwGgDXp6mdonVlACE8bVuHkTxCYAAEALI28CQBu0MV+/AcZF3gQAADAR6k0AAGBA5E0AAAATod4EcDCUvQQ5R0CrEeika3uJtoG8CQAAYCrkTQANZLVaZV/AIin6/5VBCgAtSAYjVFWVf8tU/V99UP4v2gDyJgAAgKnQtwIawqqzTOqohNj1uITFH6IQezMpBIBmV5kloaqWBXtEoUt4PB6fosqfpM/nE2ZH3gQAADAR6k0ADRCIRNis1gt6e4LsXrevoktAVAJocfLvWIRdSXNGbSrQZADR7fZ4vF5Ns5g+e4K8CQAAYCLUmwAORNGzJBSrxeJw2IXifW+3fW4uu/FAa5FgV5/u546MCIvwqKVl5f5TPPSbMDvyJgAAgKmQNwEckMVisdlsdrtdUZwCQOsTEa7HJuSAT1W9Xp9PVVRVMXddTPImAACAqZA3AdQvUFHCZrMGOeycxAG0TuHhoeFu1ePxOl0ut9uiePWfrbljE+RNAAAAE6HeBHAggVqX8s5uY+8daKXCQkPCXGp5udNut1ktVotiEcLk5TDJmwAAACZCvQmgAZTAhTmsFvImgNYpJDgoOEi1O2Rkwqbo19DRTP9rJW8CAACYCnkTwAH5r9NhsVqtejxPEJ4AWh2HXcYlfFaLRQYm9MvqtIEwInkTAADAVDgMDDQQPxag1ZKhQ4tF899bRNu4vi95EwAAwESoNwE0jOwFKGRMAK1VIF3Cn9nUVpA3AQAATIR6EwAAGBB5EwAAwFTImwAAwHDImwAAAKZC3gQAAIZD3gQAADAR6k0AAGBA5E0AAAATod4EAAAGRN4EAAAwFfImAAAwHPImAACAqZA3AQCA4ZA3AQAATIR6EwAAGBB5EwAAwESoNwEAgAGRNwEAAEyFvAkAAAyHvAkAAGAq5E0AAGA45E0AAAATod4EAAAGRN4EAAAwEepNAABgQI2bN2ERAAAALYq8CcBAwkNDz5x50ruPPXfhrDMOOPEtl171xQtvhgQHi1amc7sO37323rknnirQysju7nETJn/41MsTRo4VaN3ImwAAAKZC3gTQ2gwbMPi48ZN6dunm9frKnOXbdu388JsvzjjuxAdeeKpLh86pCUndO3X5ccGvB5xPkN0R7AgSrVJocKjdRm+o1RnUu+/YoSM6tWsv0OpRbwIAAJgI9SaAVuayM887a+bJz7/35mOvvVBUUiLH9Ove67bLrhnQq4+MTazasLaguPC0GSc0ZFb3Pvu4aJW2p6cdfdaJDZlSHr13elwLl/wt0JSuv+DSJ954SQ4sX7cmPjZuPEkTRtC4eROc0wEAAFoU9SaA1mTSmHEXnXLmO198/MHXnwUCE9KazRtuvP+u3VkZMVHR8qHb7RZtxozxkwSaWJAjaOLooyofutrSF8zQqDcBAABMhbwJoPW46pwLnS6XjE1UG19aXvbFvB+iIyJFW3Lt+RePHXakQFOKjIh85Nb/xEXHVI7xqT4BI6DeBAAAMBXyJoBWYmj/gamJyX+vWl7udNZ89ou539X6KnnQ+4qzzk+Iiwt2BCmK5YX339y4bYsc369n71OmHTd8wJDjLjlbTnPs0RNnjJ+0cfuWub/9cvlZ53ft2PnXvxY+8srzU486+twTT02Ii1+8cvltj9zn8Xrla0cPHX73tTe/8/nHb332Yc13HDZg8DknzMrOy0tNTFq+bvXLs9+pNoHs7p4waeq0o8Z/NW+OnOEp04+LiYz64sfvn3/vTeEv5zlz4tQZx0z65a8/Kl87fdzEs44/0WKxqqrvlQ/fk0+dOv34sUP1wMS151188alnv//VZ5PGjDvmyNEvvPfm6598MKBX339edHmf7j3uf/6JL3784ZgRo2dOnBIRFv7i+2/964pri8tKL7zlOqvV+s9/XNGjU+fUpJRtaTsefOmZXXt211ycuiardTF7dul2yrSZ40eOOe3aS+674bbO7Tvc++zjg3v3m3b0+IdffjYhNu6MGSfKfv7Ls9/96LsvA/O/7oJLY6Oik+ITBvfpJ5snG1/13eNjYk6cfOz0oyfKDy40OPismbMZDHt5AAAQAElEQVRCQ0I++u6rtz//6MYLLxs/6qiQ4OCPvv1SPhuYXh4qv/zM8/p065mSkKhYLe9+/slnc7+ttWHX3Xfn5u1b5Ztefe4/ghyO8LCwT3/4Vs622uJfdfYFXTp2kivhtQefKCsvu/r/bq98SsaGpo0bX1hc/PTbr1aeVnPSlGPHDR+ZX1SYGBf/+dzvflzwa3BQ8HHjJ8+YMGnp6pW///3nFWdf0LNL17kLfvvvc630lCLTIG8CAACYCPUmgFZjcJ/+8j4zO6vWZ4tKSirP8qjq6nMvGjFoyL8ffeCfD9ztsNseuuWOwPjuHTvJfmloiH6Rjg6p7WKjowf06tOne8/Tjjvh65/nrli3+rgJU+69/tYRA4+QAYjfF/85dtiRU8eNr5xteEiozWqt+XbJ8YmP3HrnD7/Olz3P1z5+7+LTzp419bhq08h+fvuklO6dugwfOFh2kj/85svikpILZp0hu7Xy2a4du8iZ9OjctXL6kyYfe9yEyVf859azb7xy47at995wW6+u3WTf/gV/LOOpt1656Lbr5y745YnXX6p8yaoNa5999/XAcGR4RGJ83JB+A8JCQ8cMG7Fo+ZLIsAg5/q5rblq7ecMl/77pnH9e1bVjp0du/Y+oTa2T1bWYXTt06tezV2R4+BkzTvhzxVKrxdIuKTkqMjIlIWnWlBmdUtt/+O2XTqfr4lPPCsxcviosOOSuJx++/M6bX/3ovZrv3rNztw7Jqe2TU06eMkPGF977+tPC4qKrzrnw7mtuks++9MGbO/fsOu+kU2V7AtPfceX1/Xv2ueH+/5x67SWffv/NbZdfc8LkabU2TFPV7p27XnbW+Tc9+H/n3nT1t/Pnya+KDIJUa8ADLzw1/4/ffT6fXMlVAxNnHX+SjGjIYIq8v+2SawIjJ4wae9tl19zzzGP3PP3oinVr7rnuFvm+ndu1l1+Vvt169u/RW36OX/70w4atW46fOKVfj14CTYl6EwAAwESoNwG0GnExsfK+uLT0oF7VISU1PSMjMLwtbWdCbHxg+Isff1i1YX1gWB4/lx1j2f/cmZ7+r0f++9VPc/792APyYZmzXA58OW/O3U8+4vX5enSqiBfIg+Ty8PtrH79f8+1kV9xqtaVl6pkFqzfq809OSKg2zZLVKz/+4etAex599Xl5YP/GB+/2eL2nHXu8HLly/ZqP9+YUSGEhoZedee7sbz8vKSuTD3/4ff6m7VtFbVRNrfqwzD+90KM2xR9++9XWnTuiIqJe+uCd/73y/KyrLurXvVffHj2//mmunCC/sOCXvxbJXvSowcOqzbOuyepazO9//emvFUvlwK9/LZIxnWkXnfnJ918vXbNSjvlzxZKn3nzlsznffvXznOioqA7JKXJkry7denTtGrgiySfff1NtEfRVvWzxD7//LAfm/Db/kZef+2Lu94EEjeXr1zz62gvyo3ll9rtWq7V31+5yZI8uXWVE6TX/RykfvvfVp5t3br/q7AvDQ0NrNmzLzu2XnX7unF/nFxQVyvGzv/lC3p84aZpomN+X/K2358cfvpo3JykhQQZfhP/ir3mF+XJFyeHNO7bLhiXFJazfull+o+SYnIK8e599XK7Ml2a/rS+7v81oOlynAwAAmAp5E0ArUVKqp0UEBx3cVT+vv+9O4T+zY9q4Y/r26FX1wpwez35FDT0+b2l5ReDD5XY73S6Pt2ICGThwuV2hIaGVE+/K2FPr2y1Zs3LcmfpVQrp36jJt3Hh55NZus9ecTPXpnfCc/LzAw7Td6UtXrxw+cHBwULDT5ZRvXTmlbHNMVPSuPRVv99eKZfImDp6mqVm52XLmgYdHDBjosNmvv+DSwMPIsPA1mzaEhYVWe1Vdk/2xYHFdi6mq+qKt2byhciYet0fe78qsiBDlFuTL+/CwcHm/YsPaEyZP++z5Nz/4+rP3v/7szU9rOUfG49UDDSV7P5qi4mJ57/Z4Ag8DIZjQUL3lE0bpFSt37E6rfO3fK5adOfOkgb36yhhHzYYN7NXH7XVXXhB01Ya1JWUNjXztTN8VGAjEjMLDw0S2kOGqQMRq9BHDphx1tBxwOPTVIoNc8j5jb8pPVk62vA8LDRVoStSbAAAApkLeBNBK7NyTLu/b+4+3N1xIcPAlp58jD19/+sM3y9et7t+zd+VTmti/63KgjoyiNKirM2LQENkfXr52tTw+f9bMk0XD7MnOtFgskWFhMnxQtU+VmqQfkA/05BtRUly80+UKXBfz0CZr+GJWW8+BpbMoeo78Nz/PlRGimy6+8prz/jFl7DH/eeKh7elp1V/egB5m4Ah5cryeuxEeGp6Tnx8Yn+GPAsTGxNR8iQwDRUdF/bFscSAr5JB5fXoJEoe1IjRzyrSZY4YOn/P7L3K2E/ZearTaIgQeKIK/Lk2LehMAAMBEqDcBtBoLlywuLi0d0m9gIH++mvDQ0H7dazmB/65rburUrsMdjz+4xH9mQVPr16PX/267+9WP3n/z0w9rrX9RD3kEPisvt9rI7NwceT+kb7+qIys7vVWpB3P9iMzcnNSk5KqBniBHUJ9uPRo42eEsZjWyG3/KNZe8+ensrh073X7FdeIw5ObpeSgd27XbN8q/BU/fU0uSi4wBFRQWDu6z34od0KuvOAwyWHPeiafe9eTD3/0yTxP88Whh1JsAAAAmQr0JoNXIK8z/4OvPbFbrv6/UrzFR9Sn58IYLL9udnVntJdGRUeNHjtmRnqY1V5Rx5oQpsjGbtm1tyMR2+77TPTqmtp+/6Pea06zetFHGLM454dSh/QYGxuj1Gv3bpWqH34tKSuViRu29kGrnDh3lvcVirfWtl65aKdfkzZdcFRwUHBhz+VnnhYWGNXCyg1rMelx59gV2m62ouOi5d994+/OPqma1HIJf/l4k7485ckzlGBlYycnPW7Zuda3Tr9q4btq4iZVVNpLiE8447oRap2zgEfjjxk/Oyss+zGANGgv1JgAAgKmQNwG0Hq98+G6Qw3HeSac9fMudz7z92rZdO4U/Of+6Cy6Zs+CXQA1Ch8Mh723+uhLlznK3x3P8xGk5eXkpCYn9e/eRI0+dfrx84eJVy61Wm1XZdzRUdraVKg8tes9mX99GTln5cNyIkXdcecM7X3xS8xqipeVlsjP/4M3/XrDk7749egq9IkPn046d+eG3X9VcnFFDhgUuWtmzS7funbrc/dQjgfE2/wkCgZ6V7Le//9Wnl5x+ztN33f/r34sKi4tio2JuefgeoRenzPfPZKjDZs8uyFu9Yd2ujN2ybSvXr+3WqfMR/fVYxuDe/QqLin5a9Ltc2Kq1NtZs3vDjgl8njz363ceeW7Z2ZfeOXUvKSp584+VqLaxrMvmmdS2m1R8NCQsJlasiMJOQYD2uYd0bJQkMWP2NiY2Ovvb8Sx599Xk5XFBUuHbzxppryW61BT6Ois/Fatnvoc1a+XDVhrU/L/p9ythjvp0/T36+7VNSJ4056sUP3q76vlUb9vKH7wwfNOTR2+9etHypHHnkoCF3PP5gzQYUlhRbLJYJo8amJiZ//P3XQTb9C6Z/HWosTll52cDe/eS3sbikZGBvPQXjiH4DQ4NDFyz9S2+kpeLbpfgHar3OCxpR40YkrXfffbcAAABoXnKHRlVVn8+X/cdna3blL8siPgHUSfa4bDarw2GXXdCJicVrSpSt5U2Y/vz3yuW7szK7dug4a9pxp00/vnfX7l3ad/zm5x8DV4tISUiSPcPO7TrIY+DZebmbd2xz2O0jBx/Rp1uPj777Wk5z5KChy9aunvP7/BnjJ88YPykmKloGO7Jz8y6YdfqgPv1kx7XMWV5YVHj2CaeMGHRESEiIx+PNK8g7ZfrMUUcMDwsNlYfE5Tzl/GccM2n52tVyVtWal56RMX7kmN7deni8ngdfeGrM0OFyY/LWZx9VK7IYGxUt279p+9YTJk0d3Ke/7ELf8/SjgVIL7ZNTLj79nJ6du4aHhmbl5qTtSV+6ZpUMK3RIad8xtf2O9F33v/CEx6vXOMjMzZFd32H9Bm3dtXPewl/lmC1pO4YPGHzy1Bk7du9698tPxgwdsXrT+kUrlh49YqRcXrlOZGO2pO10+Wtt/rZ4kRzTvWPnzh06rli3+p5nHpNtrrnCa52srsXs36P3GcefFBUe0S4pZcuO7TKS0qtrt8vOPC8xNj48NCwnLzcuNvbs409Kik+MCAvdtittQK/eJ0+ZIZvXp1sv+dk99NLTpXsvLxIgozbnnXxax9R28uVZebmhoaHnnXhq5/YdQkNCcwvyQoJDTj/2BBkWCQ8LT8/YnZGT/ctff8gVeObMk46fOPWkydNf/fD9z+d+J+czctDQag2TI3Pz89ds2iCXQn49rBbLY6+9+MfSxTXXgHzfY4aPHtK3/3e/zJPfdvnppCYmyS9Ddm5OfGxcYHHCQkPkbLen7xo3YlT/nn3kbF/68J0TJ01Nz9zzzfy5Mv4iY0/yJXLpXB73WTNPlu8YERaemZOVlrFbNLEwq3Zsoi8tpHtuuVZcUlpaVl7udMkvts+naiaOvmuq5i465ZRTkpKS7H5WP/kJHlo+hWLmlQUAAFolufshoxIej8flcq19/Nz3f9/62mpVAKiD3N0PDnKEhYXERkf9t1/6h3ssc3NJfz6Abh07v/f484+/9uIH33wugKaUYFef7udeEDNtQ64vfU9mZnZeXn5hWVm5y+0JXGzVlDTV4y3cOXv27IEDB4b6OWQA1R+hOLTYBBs1AADQoqg3AQCAAVFvAgAAmApJnAAaXaD0g5WKA0CT4TodAADAVMibANC4enbpdubMk+XA8ROnjq/taqAADh95EwAAwEQU8iYANLKN27bc9eTD8iYANJnGzZsgNgEAAFoU9SYAADAg8iYAAICpkDcBAIDhkDcBAABMhbwJAAAMh7wJAABgItSbAADAgMibAAAAJkK9CQAADIi8CQAAYCrkTQAAYDjkTQAAAFMhbwIAAMMhbwIAAJgI9SYAADAg8iYAAICJUG8CAAADaty8CYsAAABoUeRNAKYXHhp6yennzHl9dpDDIVqxyIjIa8+/+NPnXhOHRHbVjpsw+cOnXp4wcqzA/qxW66nTj//8hTf6de9V89nO7Tp899p75554qoBxkDcBAABMhbwJwPSG9h80afS4qMhI0bqdMHHq5LHHOKyH2Esa1Lvv2KEjOrVrL1DDMUeOnn70hJSEpLomCA0OtdvonxoJeRMAAMBEqDcBmNf1F1waGPjlrz8Wr14uWr23P/9o1Ya14iBVLubydWt+XPibOCSVMzGKg23wvIW//fDbz3U9uz097eizTnzt4/crx0wYOXb00OECrVjj5k0QmwAAAC2KehOASQU5giaOPqryodvjEUbgcR9cO6stpsvtFgevX/de/Xr0FMZxaA12H8y6nTF+kkDrRt4EAAAwFfImAPOJjIh85Nb/xEXHVI5RVVUYgU87iHbWXEyf6hMHqV+PXv93/c3COA65AONGUwAAEABJREFUwarW0JVz7fkXjx12pEDrRr0JAABgKuRNAOZz1dkXdOnYyWq1vvbgE2XlZVf/3+2B8ZHh4TddfNWIgYPXbNrw0ItPp2XsCYwf3Kff1ef+I8jhCA8L+/SHb9/+/KNqMxw/cuztV1wnX/70W6++//VnN1502QmTprs97g+/+fKF999MSUiSz8bHxt715CMbt22Jj4m58uwLY6Kie3TulleQ//Arz67esE7O5JgRo2dOnBIRFv7i+2/964pri8tKL7zlOjm+Z5duJ06e7vF4oiMi2yUnV76pnM/1F1zmdDv79+zTpX3Hi2//Z7UzPupaTOHvXU8bN76wuPjpt19duOTvwMiTphw7bvjI/KLCxLj4z+d+9+OCX8NCQuWCy+hGTFSMnMmqDesef/3FasseGR5x3fkX+3xq9y5d+nXv5XQ6t6Tt+PDbL7//9Sf51v/8xxU9OnVOTUrZlrbjwZee2bVnt5zmpKnTjx4xZtpFZ1x97kVTjzqmtLTsnmcfr2x8zbUdHBQ8c8KU6UdPWLl+bdqe3RefftbPixY8/NKzDW/wrKnHHXvMxOjIqHJn+TNvvbZoxZLAe8kx/zjlTI/PGxUeERYaWuu3JTw0dObEqTOOmfTLX3+8PPudU6cfP3aoHpi49ryLLz717Puff3Lzjm0CrQ95EwAAwESoNwGY0QMvPDX/j999Pt9Ft11ftcd+x1U3rt+y6bVPPhjQu+/lZ10QGNm9c9fLzjr/pgf/79ybrv52/jzZnZ5+9MRqM/x50e/vfKEHLJatXSVn+8jLz/3y50K32/3iB2/JkXuyM1duWPvGJx/IwITdZnv6rgeycnNv+O9/Zl110a7M3U/ecV+vrt1kDz8xPm5IvwGyhzxm2IhFy5dEhkXI144aPOx/t931xsfvyz72E2++3KNLt8o3ve6CyxYs+fu+Z58447rLFq9a0fDFPOv4k2TPX0ZA5P1tl1wTGDlh1NjbLrvmnmceu+fpR1esW3PPdbd07dCptLzsiv/csiM9fevObXImNQMT0kO33FnmdN7/wpMX3Xr90rWr7Hb7v/73XxmYkE/ddc1NazdvuOTfN53zz6u6duz0yK3/kSM7pKZ2TGkvO/x3XHVDfmHhh99+lZiQcMGs0+tZ2906dIqOjOzXo1en9u1joqLWb90cERbR8AafNPnYnl26Xn7nzXKFFxQXPXzbf9onp8jxifEJbzz85F+rlj/15iv3Pvu4fChq07Vjl+T4xB6duwYefvTdly+896YceOqtV+RbEJhotag3AQAATIR6E0Bb8vKH777+yQdvf/bR0jUre3XrHhh52ennzvl1fkFRoRye/c0X8v7ESdNqvva7+fNkFGD8yDGBh3+tWhYTFX3MiNGBh3279/zpj9/lwKxpM5PiE1796F2hV39wPfnGyzab9Zpz/1FUUix76Vt37oiKiHrpg3f+98rzsiMtD/xef+Gl8/9cmJWXK6fPLyz4c/nSynfs1rFTv54VVRW++PE70WC/L/lbRk+++PGHr+bNSUpICFyconO7DnmF+fIt5PDmHdutVmtSXMIBZ9W/V58j+g2QMZeKpV6+VL4wcCmQft179e3R8+uf5gZa/stfi2TsQIZavv/15807t8lFk+v5rc8+lCGbVevXdu3QsZ61vWbzhpdnvyO7mqpPfeXDd2+47z93Pv5gAxss4y8Xn372W5995PF65cOv5v0gx5zg/wQvO/2c/KLC3/5eFJhy3oLaC4WuXL/m4+++FDCaxs2b4JwOAADQwsibANqOTXv72GVl5SFBwYHhgb36uL3uyktvrtqwtqSstOZrZfhg8aoV40eOfebt1+TDMUeMKCwpnjpu/M9/LujeqUtmTnagbzxu+Mjs3NzAsCTHb9mxfVCf/rJrLUMbsvedlZvtdDkDzw7u3a9z+w7vff1p5btUfes1mzaeOv34wX36vzL73Tm//yIabGf6rr1zK5P34eFhIlu89vH7getQjD5i2JSjjpYDDof9gLMKrKXKkhalTn2Ge7Kz5P0RAwY6bPbK62VEhoWv2bQhLEw/b8Lj8aqqujVtR+CpvMLCHp0qshLqWdvyJWl7dle+dQMbLAMi8TGxp06fGXgYGhwimxEoLzJpzNE/Lfq9csqSshJRB6fbJWA01JsAAACmQt4E0AZ5fT6bxSoHgoOCo6Oi/li2OHD8v35zF/xyx1U3DOnTPzs/V1V9P//x+/SjJ0aGRxw3fvJX8+YEpkmMi3PYHFVfJYMR/Xr0io2Kys7LqzbDju31Lrrsydf6dvc//0ROQd75J5760K13zv39lwdeeKq0vEwc3GLqc3ZYK7r0p0ybOWbocBnmkAs7YeTYhsxh8arlm3dsmzz26Le/+FjGVob1H/z1T3PSdqfLp5Li4p0u1xNvvFTzVdU6jZUPD2ptN7DBqUl6hY53v/y42upNjk8MDgryehtU/1IjSm1A1JsAAAAmQr0JoG1zupwFhYWD+/SrOnJAr761Tiw7ySVlZZOPOmbWtONmf/3Flz/qpw/MGD+pS4eOazZvCEyTV1AQEx0d5AiqfJXcxsiYQs3AhFTqz2tISUis9e1kh/nF99488/rLf1z4q4wOXDjrDHEYzpx50nknnnrXkw9/98s8TTR0wyfbcOP9dxUWF9966TWXnH7OouVL7n328cBTmbk5Mi4QqOwQIJe6T7ce9cztoNZ2Axu8OzND3o8YNLTaPItLS2TjZahIwKSoNwEAAEyEehOAeTXwsOqqjeumjZs4avCwwMOk+IQzjjuh1ildbtcvfy08esSoTqkdlq1bLeMRm3duv+Ck01f5L8MRsHDZYofdPm3cMZVjkhMS/165vNYZbtiyyefzTTtqfNWRFqs1MHDVORfK+x27d/370QcWr1oxsHffw1nM48ZPzsrLLiqp5bwGTdHqmckJk6Y9/dYr9z//xMuz3/n0h28qxy9dtdJmtd58yVXBe8+Oufys88JCw0S9Gr62G9jgrWk7cgvyLj7trMooybgRI0cfMUzGg9L27B42YHCHKtETUWX11iPQ5VUEfx5aNepNAAAAUyFvAjClwpJii8UyYdTY1MTkj7//2m7Tz2tQlIqDo1aLxWqr6Iy8/OE7wwcNefT2uxctXyo7tEcOGnLH4w/WNds5v86fccykl/56K/Dwx99/ueT0c6qeofDxd18eP3HKRaectXDp39l5eUcNH9mlXYf/PvdkxftabXbbvk5QWsae2d9+cdbMk++94bZn336td9fuwwcO0S9pOWHKmk0bxgwdsXH71rn+ShOFJUWZOdkHXMwg/+kkikXZu5h6PzywpGXlZQN797vugkuKS0oCYY4j+g0MDQ797td5xcUlvbp069qh09hhR7712YdV558Yn3DhrDM6pbbP9lfrlMrdrm9+mrMrY48Mzfy4QE/oePex55atXdm9Y9eSspIn33hZ6OduBFXtNzZkbcvprVZr1YoSDW/wax99cPMlV7720JN/Ll8aFR7RITX1kttvlNM/9+4b/73xtgduvuPBl55xulwnTJouR44dOjw0JLhqzVHJZg18PSranF+YL+9HDRnqsNmzC/JWV4k9ofVo3LwJ69133y0AAACal14NXlXl4crsPz5bsyt/WRbxCaBOsutrs+mdxpDg4ImJxWtKlK3lBkh/zsrLPWb46CF9+3/3y7z42LjzTzotPDQsIiwsbfeuof0GzZp2XExklOwMr9+yaU92lgwE9O7Wo0+3HrIX/dhrL/6xdHFds92VuWfMsBH/e+X5QL9oV0Z6j87dPvr+q8oJ3B7Pr38tGjpg0LknnXbipGlD+w/8z+MPr928QYYkZk6YPGP85KT4BLn92ZK20+Wvvyg7yTl5eUcfOepi/0UlcvJyZS960/Yty9aunjX1uJOmHNu/Z++Rg4fK0MCz77xeszNWdTHlJyVnkpqYFBYamp2bI5f67ONPSopPDAsN2bJj+/b0XeNGjOrfs49c2Jc+fOfESVPTM/e89fmHsjHyHSeMHivXwBufzC4u3S9Poay8fGCvvqlJST27dJUBAhkdkO81acxRcxf+VlpW9tviRXJxunfs3LlDxxXrVt/zzGMer2fCyLFnHn9SWEioDBPs2pN+RN+Bs6bra1uugY3btu7OzKi5tvUIyMmnD+rTr0NKu6zcnMBlOwuKixrY4LWbN8oxPTt3lQGL3IL8u554eHdWppzD9l07l69bLedw2RnntktK/uWvP9onJ6/fsnnBkr8ry5FK7ZNT5HqTL5dRIfnuaXvSM3Nz5JIO6zdo666d8xb+Klq3MKt2bKIvLaR7brlWXFJaKj8zp8vj8fp8qpnraGiq5i465ZRTkpKS7H5WP/krOLR8CoWiIwAAoJnJ3Q8ZlfB4PC6Xa+3j577/+9bXVqsCQB3k7n5wkCMsLCQ2Ouq//dI/3GOZm0v6c1vRPiX14lPPuvup/wUeBgcFd+vY6ewTZs35df78vxYKtAIJdvXpfu4FMdM25PrS92RmZufl5ReWlZW73B75x06YlKZ6vIU7Z8+ePXDgwFA/hwyg+iMUhxaboN4EAABoUdSbAIC6/fvK67fs3FH50Olyrtm0YWd6+upNnOaAFka9CQAAYCokcQJAXeKjYs498RR5UHr95o2BMYP79l+/ZVNOfr4AWlTjnoRBbAIAALQw8iYAoC43Pfh/Z8w86ZgRo845ftbO3btWrF/z9mcf78nOFEBLI28CAACYiELeBADUacfuXQ+9+LQAWh/yJgAAgIlQbwIAAAMibwIAAJgKeRMAABgOeRMAAMBUyJsAAMBwyJsAAAAmQr0JAAAMiLwJAABgItSbAADAgMibAAAApkLeBAAAhkPeBAAAMBXyJgAAMBzyJgAAgIlQbwIAAAMibwIAAJgI9SYAADAg8iYAAAAAAIB5EJsAAAAtjHM6AAAwHM7pAAAApsI5HQAAGA7ndAAAABOhFiYAAAZE3gQAADARamECAGBA5E0AAABTIW8CAADDIW8CAACYCnkTAAAYDnkTAADARKg3AQCAAZE3AQAATIR6EwAAGBB5EwAAwFTImwAAwHDImwAAAKZC3gQAAIZD3gQAADAR6k0AAGBA5E0AAAATod4EAAAGRN4EAAAwFfImAAAwHPImAACAqZA3AQCA4ZA3AQAATIR6EwAAGBB5EwAAwESoNwEAgAGRNwEAAEyFvAkAAAyHvAkAAGAq5E0AAGA45E0AAAATod4EAAAGRN4EAAAwEepNAABgQORNAAAAUyFvAgAAwyFvAgAAmAp5EwAAGA55EwAAwESoNwEAgAGRNwEAAEyEehMAABgQeRMAAMBUyJsAAMBwyJsAAACmQt4E0HD8XAC0EuRNAAAAE6HeBHAgNkUMTVLGdFaGdLQ6SgQAtAbkTQAAABOh3gRQhzCbNjJVGZ1qGZpiCQqybCpRftqlTokQANAakDcBAABMhbwJoKrYIHFUeyFDEgMSFJ8qlmVpLy7Xlub5NIcaG61N7icAoJJWmb4AABAASURBVDUgbwIAAJgKeROA1CVKjElVRqUqPWIsRS71zwztv4u0vzNVt0+xWpXgIBHmEADQepA3AQAATIR6E2jD5Nd/QLxlVKqeJZESrmSWagt3ay+t9K7K1tSKqpeE7gC0UuRNAAAAE6HeBNoeu0UblqwXkjgyWYkOVrYUqD/u1Bam+7YUVk7CrwJAa0feBAAAMBXyJtBGhNvFaL22pTI0SbFZxOoc8d569bddaq6TSAQA4yFvAgAAmAp5EzC3+BAxrr0yKsXSP154fGJxlvbUUvWPPVqJJ/A8PwAAhkTeBAAAMBHqTcCkukeJUanK6HaWbtFKgVNbtEf7ZJO6JFPzqIe+N68Jfi1AK6X6tam/aORNAAAAE6HeBEzEIrSBCXohidGpIjHMsrtEW5iuPrtMW5Mrd+EPq7al7APovR5/R6BbqFquegWA1iHCqt+rPrWSaBvImwAAAKZC3gSMLsiqDU+S8QhlRIoSGaRszNO+264u3O3ZVli54364e/Can8/n86iWMTHeMTFqoFegENsDWpr+2xQWl8fr9vi8Pp+mam0kQkHeBAAAMBX6VjCoKIc2Sk+RUIYkKlaLWJmtvbVW/X2XlucKPN+Y32x/3oQq+z2P7OgaFxedEBcbGxMVGREWHBRkt1klAaB5BX6VHq+vvNxZVFKam1fgdBZ43HKEV4Yn2kIpGfImAACAiVBvAkaTGKrXtpQhib5xitMnFmdojy/1LdqtlXmbqiuid4H8vSC3x1PudJWWljvsxXK82+0OCnLI0ITFYhEAmp3Pp3p9PpfLVVJaXlRcUlJa5nTJn6kc7VM1VTP7nzfyJgAAgIlQbwIG0TNGBApJdI6y5Dm1P3ars9drSzI1b8XOeRN+jwMndHi9PnlEVh6htdn0LAnZASotDXY47BY/ARhEtyihCuHyinKvkNG9cq9RUwwCP0wZNHS53TJoWFJSVixDFOXOQHAi8KwwNfImAACAqZA3gVbLqojBCcqodmJ0iiU+VEkr1kMSTyz1rs1p1qBaoBCm7O14PJ4yp1OOkXEKp9NV7LDbbDaLRTaFCB8Mo7tVjEndF01TVVHmFaUe/aq6ZR59oFS/129yvBzpasWFXzWh/zY9Hq/bH56Qv8pyl4xUuH0+/yU7yJs4GMQmAABACyNvAq1NsFWMSNGzJEYkK2F2sSFP+3KLunC3trN47xTN/q3Vi02oPrdbH5bdHnlgtqys3OqvNCFDE1TEhIHMLRKjoiyVX1oZpYiUN/nI4b/tb0+J9vDfrbeoZOB8K5/P5/V69QiFP0jhdnt8qvlP6BDkTQAAAFOh3gRajaggbUw7/QqgQxL0He7l2dqrq9WF6Vq+S7Q4/0U69B6a5tKTJjweT+BUDtk3kHcCMI5cIValWQYmHPhEJJdHu/VHn2jF5N+vyjM7fDq9/IT+j/9SHcLsyJsAAAAmQr0JtLQO4WK0DEmkKL3jlDKv+HuP9sjf6qI9mrOV9YkCOeKqRfOpisfrDaRLKCRNwIC+2ygGRR+4K3rWF634dI69tAoiUPwyEJVoC0kTgrwJAABgMuRNoAVomoxEjE5VxqRaOkQqueXaH7u1t9f6lmULXyv+QvqzJ+QhWUISMLbfd2hZvbyJYfV9h3/coTldRko90CqjFG0GeRMAAMBU6GGh2VgVcUSiXkhiZDsRF2zZUaT+nq4t/Nu3Ic9ICTxtrf8D8/EJ8fUW7R8DrHVNsL1QfeQv858TYXTkTQAAABOh3gSaXqhNOzJFLyQxPFkJtol1ueKzjeqv6Z6M0r071kTIgOb13Tbt/H6arbZqKV6fdulcAhMGQN4EAAAwEepNoMnEBIkx7RR5GxSvyI7OsiztpZXqgnS10B34zvHNA1pMkVv8vks7pmMtP8NdJVr7cG1XCb/Q1o68CQAAYCrkTaBxdYoUgUISPWJEiUf8tUd74C/fXxmay0dIAmhFvt4qYxPVR/6doYbYxHMTbc+tUL/fzp+HVo28CQAAYCrkTeDwKULrq9e2tIxuJ9qFW7JKtT/26FcAXZGtqRohCaA1Wpmtbi9UOkftu5hoRon2799V+XM+q4/luiMsQ5O0Rxerre2KOahE3gQAADAR6k3gMNgUMTRZz5IYmWyNCVG2Fmjzd6oLd3s3FVROQkgCaK0U5btt2hWDKx55fdp53+txCE0o767Tlmf57hhpfWmy9d5Fviq/aLQi5E0AAAATod4EDl6YTRuZahnTTgxNsgRZxZoc7cON6i+7tJxyAcBA5u3ULuynBdv1PwPHfrZfgsSaXHHJHN/tIy1Pjre+sUb9cIPKX4vWhrwJAABgKuRNoIHigrWx7WRIQukfr/hUsTRTe26Zb+FuUewRAIyoyC1+TdemdFYWptdyYY4Sj7j9N/XUHsqFAyzDkpX/LvLtLWSLVoG8CQAAYCocCUP9ukaK0e2UUalKjxhLoUv7K0O9b5G2OFN1+/jqAIb39VZ1YLxy9x91XjT0o03a8mzfXaOsL06xPfCnb0W2QCtB3gQAADAR6k2gNvJ7MSDeMjpVjE61JIcrGSXaH3vUF1f4VuWomqC2JWAe6/NEoMxEPTYViMvmem8dYX14nPXDjerrq9W9NW7RksibAAAAJkK9CVThsGrDkvTLbRyZokQFKZsL1Lk7tQW7fFuLKifh6wK0RaVe5T8L1RO6iUsHWockWO5d5MssE2hZ5E0AAABTIW8C4XYxJlWMSrUMTVJsFrEqR3t3nfrbLjXXSSQCwD5fbBGrsn13j7a+OMX68F96uRm0IPImAACAqZA30WbFh4hx7ZXRqUq/OMWtiiWZ2pNL1T92q/IAqf95vhkAqttapJ/fceMw692jbb+kqf9b7HNReqaFkDcBAABMhHoTbU+PaDEqVT9xo2u0ku/UFu3RPtroW5qpeVRCEgAOrNyn/PdPdVmWduVgy4uTrXctVHcUCTQ/8iYAAICJUG+ibbAo2qAEPR4xKkVJDFN2l6gL0rVnlvnW5GrUtgRwCL7dpq3L8949yvbMBOvzK1T5UKB5kTcBAABMhbwJEwuyaiOSlVEplhEpSmSQsjFP+3abunC3tp3algAO27ZC5fK53ttGWK8fau0R43tyiUq0uzmRNwEAAEyFPUnziXJoeopEqnJEkmIRYkW29uYaPVEizyUAoBGV+5S7/lDP6q1d0N8aZlPu/0sVaC7kTQAAABOh3oSJJIdpR6VaRrez9IkTTp/4e4/26GLfn3u0Mi/xJwBN6L31WnaZ75/DLdHBljsW+NxUx2wW5E0AAAATod6E8fWK0S//OTpVdI6y5DrVRbvV99drSzKFr2KvlQ8YQJObu1Mrcqt3jrL8b5z19t99JR62PE2OvAkAAGAq5E0YkVURgxOU0e3E6FRLXIiSVqwt3K0+vtS7LodoE4CW8WeGdssvvvuPsj4x3iYHOImsqZE3AQAATIWerLEMSRSTOilj21lCbMr6XPXzzeofu7WdxXuf5uME0HLW5okb5nsfHme77yjL1T/6VPK2mhJ5EwAAwCT03RrqTRjHuPbijN6W7tGWJRnqyyv0y21wWBJAa7OtULl7oe+xY6yn97K8v4E/ME2IvAkAAGAinAHQ6jms2vTOllk9LPEh4qc07f5Fnl0lfGYAWq81ueKLzdo5fS2/7PLtLhVoIkoV4rARmwAAAC0jsCsjj7qkhCkjU2rZrTnA4RhNNOR4TZ3TaP6gSAMO+hywGQeepq75aP4ykVq1wbomUmpZ4hovO+iW1PbGVR+F2MS1R9iigsTCdN8vu7Rit4gOElFBNd9yXzsDow6iJVoDpmmSOVRp7YGae+DvSQMW+FC/S/utVaW+b3Vdc6h1wrrepO5p6ps8sAoO9TtQ50xrTFP/TLQDTVD3m2m1jz7gfGpMcxjf59rmUH2tNmg+DfgmNPaWrUY7D7BlqzmH+p44hG/1u2u00alht48Qt/5crurbz6otqb1djfJtFA3YLjX0K63Vt/4O/9vYkPnUMwdN8wb+hFYGJg4zQkFsAgAAtBi5H+Nw2Me1V45qZ5HDmj9eoFXp4VSO0Z9VtcAJIHJY1VRl776mGni2Itag/yefqjpSf/nefby9k8kHFv+wRauc0t/5VyretCJ2oc9HH1Px2n1T7j//ygWq+lp/gyumrJhPXW3zv3hf2yoWtvJdVH/b1Nrbtve1++apNqBtVZaisj0122ZVRIdoh7zfnu9MDVXO6LHvA9KqL0Wtbat1eau0rbIXUzGmStvEflPq7dSXK/A5Vl9vB/PlOVDb9r22onOy97Oot237vmOBMRU79A1qm1YRHKloWx2fRe1tq/hq7vtu11jDFauslk+/9qWoOqbaUlR5x/qWItByEWhmPUtR9Rvb0Lbt+9T2/qLVBrct8FzFlP61rdbTtn2fphCinjVcX9vq+yxqbdu+b1r1z6Ketomqv6DKb3vD2lZlXdW25WlY2/bbJhyobVrtW4962lb9F1Rl61FlE1Lb9tOnvba45LajU87s6f1+U2Ed2/b9toG1fDOrL0X17WcdS3GgbdS+4cAabtj2s/Zte21ruL7tZ+Uarnit5QBr+ABts1qtFr/DT53Yb6kAAACagdz9UFXV6/W63W5nebmzvMzlcjmdTo/HI0fKpwyxf2L6XSjN49R+fEyUFShTb1XC40RrpjXg4Kz5m9Bsqi1rm1nug8d6aSoNX7N/vSd2/KWd9LBic4hWwBxfCRmGkMEIm83mcDjCwsKC97Lb7XLkIccpyJsAAAAtI3C8xSb3ZdRgTbHIm9Xu9fl8RolNmJ7r94+95YUhJ/zHEpUsAMCAtNFnlG5dEJy7wd59tEAjCcQm9L/g/vCEze/wUyeITQAAgBYQ2LMJHHgJRCLkGJ+f5ifQotTyopL186OOvTEopasAAIMKDfV0GqxtWRA6cJJAIwkUv7T6yeMLMjzRKGd2EJsAAAAtozIpVOzNoVD9CEy0Bnl/vGeLiIsZOKFRqq8DQIsZMi3rs/uD1HJbRLxAI6l6gKFq3gSxCQAAYCSV+y5yV6ZyQO7ZVAYmCE+0LF95cdGSL5OPvSY0NFQAgJEFD56U8+3jrnXzI44+V6AxBP6IV4YnqiVNHHJ4gtgEAABoGYHdmsBhFq0KgZaWv/43iz0oafTJFptdAIDBxQ6ZWrDkm/ZTLxFoPEoVh580IYhNAACAFqHsvbBZ1diEQOvgyU2L6nVkUAhJEwDMIPHI43MWfe5KXxveeZBAo6oMSRxm0oQgNgEAAFpKYA+mMkIhOJWj1XBm7wyKTqo84wYADC2q2xHCYi3Zujyy6xCBRlIzDEHeBAAAMLCquzKHuVuDxuLM2hHRsS+xCQCmIeOtnqJsNmutGbEJAAAA7KcsY6sjJkkAgFkExaa6C3MEWjHiRgAAANjHW1qgussdkQkCAMwiOC7FXZgl0IoRmwAAAMA+ms8r7xWLVQCAWQTFproKsgVaMc7pAAAAAACYmX5OR36GQCtG3gQAAAAAwMyCYlM01esrLxJorYj4dP0PAAAQAElEQVRNAAAAAADMzBYSKe+95aUCrRXndA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AAAAAA0JKITQAAAAAAgJZEbAIAAAAAALQkYhMAAAAAAKAlEZsAAAAAAAAtidgEAAAAAABoScQmAAAAAABASyI2AQAAAAAAWhKxCQBoAZqmCQBolQIbKM1PAIApsGVrEYqiNHxiYhMA0Nwq/zoK/kYCaH18Pp+8V1U1MAAAJiC3acK/fWPL1tQC8QjFL7CX28AIBbEJAGhWgWCEuyjXXZglB+RfSrm9lvc1IxQNilg0LKzRuMEP7YBPKwfxltoBZlTrTOt8A+2w23OAuR0GTRxue2qZWyPRRM05Hsr63ze3RmmVJvdmROPG7hphZlq1fxtB3V+KymeUOqeqbfRhtk0tK5D3GTs2OVwH/4U90AuaZb3VNumhTNWA9X84bTuYddG46+0gnzjA3JTGa56231wDg9U2BAf3KTSiVroN97ensbeT2iFv/6vOZf9/G8chzs2/EGrWdjm4bs1qS/ieytGN4rC+FHVu2hvjU6jy+sNsT9Xn6xGIR8iBAQMG2Gw2ZS+5l9uQ8ITC8ToAaDbaXrt+eGXXN8+IfTtd+j+BDbd/s1yxH7xvTOBZOWbf+Co7bIHhvX/JKv8A1HyhqPZGFc/u/Uu0b5JAWof+KkUo1ZpX2cgaz+63D3lwi1Y5z1oXbW97GrBaqj67d7VUm49SZT3UWLqq89z7bG2ruq72731Vbc/ut573fiC1tH+/tV3Ls/vaU7n/0OB1UvVZIfZbM3W2p+5PvKI9VWZWZT61fLL1r7Fqn9R+y1X/0lX/TAPBlirLtd/aPvAnXue3SOy/dFW/RfUv3X6fWo2lq/33Vfv3ofIT3/9Tq/GqWteY2P/XKur4FoXYLdN6Rv2ytTi33FvrGhP7lq7Gp1ZlPR/Mb6TadqP2rUfVz0hodW4Ya/xG6v19afVtFdVa21OzDXX+Rvb/xCt+IwexVdy39ahjq1jvNqfm96HaJ14xHz1EXu86qWObWf0PUH2/r/rWWN3f51r/BtW5zax3q3iAT7yeP691t7+O9tS6za/lF1THJ65W/wVV+xYd1CdetYXVtor1bVG1hmwV61i6qq9V6/s7UuNvUB3fogN8H6r/Rur8fXWNDbpvSrtrvtyZU+atba+j2tIdeItabwtr7HXUuT73zrP2z3S/7YZo4Cde49mq7fG3/+B/I5Xbxv0+8Tr3HDZv3pyYmGi1Wi0Wi7KXOBDyJgCguQWyJHLdthvnuWoEp7VDOEB3QIc6I62h99p+HdRDn099LVVq3mt1jK9y36D57Hevr3v//f7zabQPo177f/DVvgwH/5XQDvnJRnZY73WQi94Sn1TTvqzeo2eNLDDf6CAxraeYkx68IV87wKSH/V7NQ6vnicZbnc21RNrerZ/YbwGa7KvRAp9UE79lMy3R3o53s72Z1jS7EHtnv98sD2Ludf15r+ePf11/kPd/tvr9gRRZ9OkKLYkFtlra0yq2SI02oypBmXrfTasxXDnmYPeu9s3B61LLsjwej9frlbu7NpstEJ4IhC1EvYhNAEAzCcS/1UpC2VNa6x+Muv6Mo6051P0vmE1de+VNxeaffalXKXLzlQMOg5n+kht/WQJFJnyKTR8wx7atlS1FRXMsPrnH63a7ZXhCf9TgwIQgNgEAzakyPKEPaEQfAIge0RFHJ8dl5uR+l1PsFQAAGJsMQ3j8LHs18IXEJgCgWWl+/rQJDkgCbd3Y1MR3ph8V4Swt3L6tc3DWM2l5GlsGAICRyR1dl8vl9XptNpvVag3s+jYkb6KhMQwAwOHTqiBvAmjjesdEPj9pZKxVuLMygyzKVd1Sr7jq4vj27QQAAIYlwxA+n0/GJuR9xU5vwxCbAIBmVSU4AaBNe3va2I42pWTjBtVZLh+6+g8cdtqpF/7n9sj4eNGaREeE33vlRe/899+/vPzEBcdPF81I7uCePOGo755+eOqo4eKwXXvGyc/eet3f77woF+eMKRP+eOO5I/v3EU1DrrRbzz/zx+cfrRzz2WP3Pn3LNaIVk2v72LEjX7vr1hf+fWPlyNbfbACtjdzJlVGJwCnMB7XDS2wCAJpbYDNN3jbQllmFiMzPLt26WfN55RahJDl10/QTyxVrnz7djp/e2Wo5rOjlrInjZPfyh2cfnv3Af967/07ZJ0+Mjbnz4vPEIXn8n1f9tXrdOf/+76rNW/914Vkjmqw/X9MRvXuOHza4a/sUcdiuOePk+Ojoqx568tkPPz9t8vhxQwdFhYeKJnPKxKNnHDUqLCSkckyIIygkOFi0YgnRUYkx0SMH9LFWOTm89TcbQGuj7L2SfcVlUBscoaDeBAC0DPImgLbMJ8T5C1e/3KddrMOW173XmtPPzw0KD7EqlsJl956xPVVxPPqO26cedAwzPCT48Zuu7tWp4/+9/OavS1Z4vHp5zWmjR3z44F27c3LFwRvSu/voQf3vffktOXzXC2+s2Lg1NT72mKGD5y9ZLprM1FHDXW6PfIsl6zYkxUZPGTVCHB7Z2T53xpQn3/tEDr/x5Xcut3vFhs1XPvC4OHiVbat/slc+/2ZAj64j+u2L40y7+hbRumXlF7zx1ffnHTe16sjW32wArU2gsNohJAqTNwEALYO8CaCNW1RU/n/phSvHTfnxlAvTrKFlXrWkaPeA9Oej1bIbz3ZcONNuOfjsiX+ee9q4Iwbd9MTz8/5cEghMSN8v/OuK+x8Lr3IMv+H6duki78tcLnmfW1j08mdfTxt9pGhiJ40/qnLY6XaLw9YpJSkqPMy1d1bvfz9v7bYd4pBUbVv93G6PMCCP15DNBtB6KIda1JnYBAC0DPImAHyZU/xJRLLXoefMhxZvGZ91RY+IX0XWnqAycf9VwTef4ziokzs6pyafMXXiknUb/1q9rtpT67bv/HvNenHwwkP0tqk+NfDw1vPPHD98iGhK1d5CHnsThy08LNQ/K1UcnoNafJ92uG8HAEZ0yEXVOKcDAFoGeRMA3E7ny7fdfs6/b5vcKWvErqfCQsuVTsIRmefOszhsSTee48gt1F770qNqDdpgzBw32mKxLFq5ptZnX/n8G3k/aeSwUyaMiwwPe+K9j++78qKikrJTbrmrQ1LiP889rdTpapcQtzsn9/l33hbCG+RwfPTQ7XHRUfJVz99+o+zY/7lq3THD9J75zeefcdVpJ97x/KsbtqeJRnX29MnV3qLyKRkXmHnM6IKikv+9NbvylIrE2Jj7r744MjQ0JSH+lyXL73/t3TKns9o8H77u8t6dO8qBy06Zeea0iR/Onb9w5Zqzpk2Uq+vGx55dvHZDretkSO/ul5w4s7C09KgjBjhs9hHnXl6zbTUXv2+XTqdNGe/2eGIiIjokJwZGykOI08ccOWviOLkOL7n3f3JMkMN+49mnJcXFBDscikV58t2PK/M4osLDb73wTJ/P16dzxwE9upU7XZt27nr72zllLvcBP7gHXn2nuKw8MSZatuGEY8Y+/u5HYcHBF54wXQaY3vl27sufffPvf5wzddSIkGDHO9/++MS7H4l61Wx2PSv85AlHjR82WBPK0UcM+mvNusrpAbRBh5w3QWwCAFoGeRMAhD9M+cFDD2d0LR5/xp4IjzV/e0R051J7eK4nW3PEpPz3yqDYKOWxdz1e34FnNahXd3mfnp1T67N7cnJlvzc5NmZ4v97pWTnjhw7+fdmqo44YJJ964uar127dfudzr8k+84LXnwmzeET6Oy63+9Rb777i1BOuP+uUK+5/LCu/QE65asvWp2659pE3P2iiehPvfjc3p6Cg6lukxMXJ+wuPn75u2/Yn3/3kslkz777sgmMuvV6OtNtsz912nWz2uu07Rw7o++Y9/5Ij73ju1WrzvOXJF2Sg4YMH7nrx468+/fk3OWbykcN6de4gQwPCHwuodZ08esNVp916d05BYXRE+AcP/KfWtlVz1JAB9135j1Nv/b+svPy4qMifXny8zKmfC5MQEy279CP69alMXbnlvDNH9O898/rb5fDrd9/69K3XTby84tIYz9x63cYdafe+ohf4eOe+24/o3fPaR56W85k5btQBP7ggu/2fjz0nAzGdkpM6JieeOXXi5rS0N7787uxjJ//z3NN7dGgvQy1PvvfxGVMnXHrSjA/n/Ly7jq9KQM1m17XCe3Rsf95xU0+88Q75UI7/x4nHCgBt2CHnTXBOBwC0DPImAAT4vOq8jWFXfZLs0rxhnpKCHWFyv84Rkavl7Qlyi5vPDbroeLvSgHhmgj/HoaCktK4JCktK5PHzzTt3xURGPDX703tefmvyFf+UB7jk4fft6RlyApfbIwfkgXfRyshYwP+99NZHP87/5KdfUxLi2iUmyJHnzZiyLT1D9pPl8KJVazdsT5s5brTsPx9wbnP/XPzjn0sDw7Wuk9jIiHaJ8cP79pITFBSXfLfwrwPOU67Gf110zpxFi2VgQvhrc/y+fFXgKTlGBggC4wM6pSalZWQHhrfs2h2IkkiDe3WXMYu127YHHi5YscZqtXZtl9LADy45LlYO/7ps5de//SEHvv59oVxpH86d/9QHn8qHS9ZvvO+Vtz+e98uzH34uZ9u3W+f6l6hms+ta4X27dkqJj5PtDIxfvWW7ANCGkTcBAAZD3gSAqr5ZE37J7JTnT9kjwxP528KjO5U6wvM82cIWk3LP5Y7IMPH4ewe4ckdxWZm8Dw1y1P9GqhAZObnl/kP6Z/dRBidYfnn5qt5CPDkhKD4mKnrTex6PS26hrh5sLfWIdtqizB+3/HtIudtr1V8btlO0hG3pewIDRSX6MkaGhqQLMbxf75iI8H9deHbgqaz8fJfbnRwXk5aZfcAZuj37ldisuk6k/OIS+Y6P3njlrElHP/rW7Cff+/iAMxzap2e39qmyM185JvBxVHlHb+Xwxfc8Ivxndhw/bszA7l0r4ymhwUFib4xJKikrF1USYao1Uh6ZHHHu5XJAxpJOGn9UQkxUVl5B4CmPT3+v4tLywMPC4hJRjVrPPAAAEABJREFUpTZnoGERwQ2qjVq12XWt8NWbtznstk//d+9Xvy188r1PGrK6AJgY9SYAwGDImwBQlSaUr9dEyAEZnggXxQU7ImK6lDoict15WpAl5fYLHUWl4uXP3FrdG4+dGVnD+/bunJoiGuzXNO3M3sJhDczTJ0Semp+nByEU0T0mMDLXmZnbJ1YENlofZsfUOp/uHdrdcfG54uAt27D5oLqyPlU/ucVm1/dgE+Ni1m/f+cDr74pDUO+es9yxPvvf991z+YWTRg4bOaDv8x998eyHn4t6BbIGPB5f3W+47y1Dg4OvOf2k5PjY93/4afG6jYGTcaQ/VurJCMeOHfXyZ9/4VFW+9Sc//bp9d0Zd8+yYnHTD2afkFRa//e2cY4YPsVksle0XB9LA45pVm13PCj/3jvvvv/qS0yaPnzD8iDuff+2nv5YKAG0VeRMAYDDkTQCo6du14dd+mvzUyRlhWiB7oswenu/JUxQt9e7LgsKCxVMfun2+2nf75iz8e9aEcVNGDntm9mc1e6f9unZOy8wuKt3vjI+0EvHVNsus7g3aIM3fqaZZI2p9anNa+gV3PSiaV1Zu/uCe3auO6dGxfXZ+QYE/TeAw5RYWXfXQk6MG9r35/DOvPXPWqk1bf122sp7pAzkOqYlxDZn5w9ddarPZrrj/cfkxHTN0cOV4+fCy/z760LWX/d/lF2bm5f+2bNUHP8yrayYywPH2vf9677t5L376lWgW9azw1Vu2nfTPO06ZfPS1Z8x67IYrR114VWV+B4C2hnoTAGAw5E0AqEnVlM9WRV48O7Vc9UT4ivK3h8rdPEd4rpazK9Sj3XVp0NnTwup67fwly39fvqpnpw7XnnFytacSY2POnjG5WmAiIDtyiDU0VhxImUd7aZUa2OE85GNiDdHwt1i8dkO39qnXn31q4KF8ye0XnV3WGF3ixJjoy06eKfyJDOffeX9hSemIAX3qb9vqLdt9Pt/McaOrjrRaa9nTjo2MmDxy+LZde2rdfT910tEPvfn+Hc+9+vQHn9YTmJAmjhiSHB+3cecu0VzqWuEnjz9qQI+uPlWd/cPPNz3+XEhw0PA+vQSAtoq8CQAwGPImANRl7oaw6z9LfuKkjDBLSd7W8KiOZY7IfE+2zRLU/6TpXd/65qe6Xnj9I08/efO1V552ot1ue/2L7+TBfzmyXWLCTeee9shbswPT2CwWu33fHmBeqTtu2FlZvz5Tf5PeXKPmlIvADI8aMsBmtWYXFCzfsFk0tmpvEajFYNm7p2vxn7Zgt+rnnbz97Zwzpk644pTjRw/ou2nX7lED+n72829uj6fmPEOD9NoKYaH7KizYbPocbP75iBrrRDpv5tR5fy/dnJbudHtKy8qXrt9Us21VF39nRuabX/9w0QnHPnrjlY++/WHfbp1HD+wfERoya+K4lRu3bEpLt1ll2/WlKCmXs/SeMvmYrIKCdgnxgUyEs6dP3pqevm13xhWnntClXUpl5Ygyl+vTeb+mZWbVbGSgnMTN55+RGBc9sHu3lLhY+QZyhfy2bFVguQJvJ1n9K03Z+zDwbOXDauw2u9Vi3bei9ja7/hX+rwvPvvTeR+Si5eQXFpeVrd/eMnVJALQGh5w3Yb377rsFAKBZyI21qqry2Frx1mU5m5Z/utErAKAGTShrM4OW7go+cWBBuOIuLIgMi3dbg8qUxPO69Bj10vsLy52eWl8oO71f/rpQdiWH9Op56cnHzRg7snfnju0T45/98PPsfL2fP2vCuJMmHJUSHye3RZv0jrd7+56M0aMmxFsKvSVZdbXHY4/5xdlja3pGRm7eiH59juzfd3P6ru8WHPjqFYeg6ltsTtt9zRknt09KCAsLleMTY6Nl5182Pjw0ZNPOXdn5hfP+XtanS6e+XTslxkR/9OP8WqtCDO3T6+rTT2qXGN8+MbG4rFSuh37dulx4wrGpCXERISE792QdPXRwtXUSFhIsX3LiMWO7tk89/ugxs+f+/O3vi6q1rebiL1i+Ws584oih15xxUl5hUWZeQbnLvX7bzhWbtsjPYsLwIRGhYbInv2z9JofNNnbIgP7dOr/zzY8rNm4eM7j/krUbvv7tj9Jy55DePWQ75UId0bvHiP59hvfrPX3skXP/XDx15IiaH5xszIAeXdsnJjz0+nsRYSEdkhK/mL9A/p255OTjuqSmyMhIVl5+eHCIfHe5IGHBIXKNhQUHnztjSs9OHWRjdmZk7cnJrWy//Hpcf9as8cOHyJWpqdqardsvP+X4ymav3LTF51NrXeFyzLnHTQmsrvHDhtz78tsypiOAViYuWMzoavl0k1rGzleTUr2ap+S8886LjIy0+9lsMrKqO2A+hXLIUQ0AwEEJBCa8Xq/b7d4997W1375xzldOAQB1UIR26uCix0/MDLI4PAndInr2FEnnKhb7E6/O//ej34hG1SFcPD/ZurcoZnU3/+JdceBrX+BwdUpJvuq0E2958oXAw5DgoB4d2//jhGO/+u2PHxctFgAOQ49o8ewk29nfeLPLBZqO5nV6i9PnzZvXrl270NDQkJCQoKAgGZ6wWq0HjE1QbwIAWgb1JgDUTxPKh8ujznynY3l4u4ghV4jkC2RgQo4PDgoJcjTyablpJWL2htqPV83ZrhKYaB7/veqijTvSKh+WO10rN27ZtjtjZROcOwMATYR6EwBgMCStAWiIXzcHj/5fzIlTVk4e6+zWMXHz9ty/VqQnxkWl7ckVjeqD9b6pnZTEsP32Kcs82ssrfURTm0d8dPQlJ88ICw1ZvWVbYMywPj3XbN2elV8gAMAgDvnMDGITANAy2NMH0EBpu/OffuPXl99fGB4alBQX3aNLanCQXTQ2j6o8t8J39+j9dg7fXKMWutlcNZMrH3j8/OOmTT5y6MUnztiWvmfJ+g2vfPZtehZZKwCMhLwJADAY8iYAHBSnyytvOfmlazany6NSTXEhz4W7xcJ0dXS7inN+N+ZpX2xWCaU2m63pe+568XUBAEZ2yHkT1JsAgJbBzj6AQ9YUgYmAZ5arbl/FbuWTS30q2yoAwME45L9QxCYAoGWQNwGgFcopryiKOWe7uokqBwCAg0TeBAAYDMciAbROH6z3rc5R/SUwAQA4ONSbAACDIW8CQOvkUZUb51NmAgBwKLhOBwAYDHv9AAAAMBnyJgDAYMibAAAAgMmQNwEABkPeBAAAAEyGvAkAMBjyJoCGCLFqUcECaAtK3EqJRwCAoZE3AQAGQ94E0BDjO1quH2oVQBvwwXrfa6sJXAMwNvImAMBg2P0EGqjUo/37N68ATO0GYnAATIG8CQAwGPImgAbyqWJLgQDMzeUTAGAC5E0AgMGQNwEAAACTIW8CAAyGvAkAAACYDHkTAGAw5E0AAADAZMibAACDIW8CAAAAJkPeBAAYDHkTAAAAMBnyJgDAYMibAAAAgMmQNwEABkPeBAAAAEyGvAkAMBjyJgAAAGAy5E0AgMGQNwEAAACTIW8CAAyGvAkAAACYDHkTAGAw5E0AAADAZMibAACDIW8CAAAAJkPeBAAYDHkTAAAAMBnyJgDAYMibAFozRRMWIW+aQ7EECUuQot9CLbZgxSrH2P03m/93rBz6ISIcPE3/T/UPujXVpfn896pT88mbq2JY9Ql911jfO+azAYDmRd4EABgMeRNAKyGP8OhhCE3vxkYptiirI9pij1SsoTIYISxRFpt8GG2xxVgcCdbgWKsjwmKPsNjCrLZgYbMoMn6hWOgANxf5Ycm4g6oJn6aVaJ4Cn6dE8+b5XHk+d77PXai6CzRvjs9TKnylqq9UqMWar8jnKVQ9MmChKpr+IfNhAUBTIm8CAAyGvWOg5WmaIhSbUIIV/RYilIGOqIFBUQPtkR1soXG2oDhrkE2xCLQaMrKgp6v4N6AhwpogA0S1yfa6Mn1lGV7nZk/pGneRvO30OV2a5lGER6tIqSBIAQBNgbwJADAY8iaAlmXRRKSwRlqsyUrQwODIQY6YQUGRIYotVLGGWqwOxWpThJUoojFFW+1hlogO9rCBQdFTtZQy1bvZU7LEVbDUlbfVW1YutHJNcwsAQOMjbwIADIYeD9AirJoWOFlDdl972cPlbYAjKsUanGIPSalyEF7hN2pkgYIgckBTtHh/kYoka3AnW9iRQTHbvWXr3MUbPCVbPaUuRY9QePmoAaDxkDcBAAZD3gTQrAJFJeQRdcXexRbcxRbazRbayx7RKyiilyNKwKT2lpdQ4qyOWKtjQFBkns+9xlW02l240l2Y5nPu9DkzfS5NUSicCQCNgrwJADAYdoGB5mRVlDBNCVWUbtbgo0MSjwlJGBYcK9BmVAYp4q1BR4XGjwmNS/eW/1ieNa88+69yj1sIefMIAMDhIm8CAAyGvAmgeQQO4ERb7EMckUc4Ioc4olNswam2EIG2Sr+0ilCiLY6hjugYxT7EHrXOW7LeW7rBWyYAAIeHvAkAMBjyJoDm4RBKuFCSFXsPW6gMTAwNjg1SLEFcfaOtqjygF2axdraHJVqDu9rDQ5y2UtW3Qy2VO9QuC5tnADh05E0AgMGQNwE0jxiLbYAlNMEW1MMe1t4eGm8LEoBeL9MaY5U3EWm1Z3ide2xle6zBHqFt5AoeAHAYyJsAAIPhwBzQPJKtwVNDkiIsto728FiLXQD7swlLgtXR2x7uU30lmm+jK1sAAA4VeRMAYDDkTQDNI9EWPDk82aZYQhRrqMKeD6qzKUqqLVR+Q1KsIdmq+31iEwBwGMibAACDIW8CaB7BijXJGqIIxaIIK7881CC/FVEWe7BiSbAG7fY5BQDgMJA3AQAGQ94E0DxkzzPYYhVAHeROdIjFGiQsEZrNzbYZAA4PeRMAYDAcvQWA1kDxH+OzyK2yImwqF3ABgMNC3gQAGAzH5gAAAGAy5E0AgMGQNwEAAACTIW8CAAyGvAnA8KwWEeIQoUHC7t+hkkeKtMC9JlR5U4Wvys3rq3iKH381ir4nKyzyZtFXqc1aMSBvcqQSuAl9lQZWrMtTcQMAtD7kTQCAwZA3ARhesF20ixNdk0V0eEXQQfac9UiET49EuL3+m78X7fSIcrc+MnCTYYuKKdWKEIbq73VrqmkjF4HQg36tFEtF6KFyjN0qbDb93mETwQ4RZPffbMJh1+MUgSCFDE94vPqqk2syM19kFug3AEDrQ94EABgMh04Bw4sIFQO6iGlDRY/U/X/SWuWdCBw+CtyXukSZU5S5RGGpKJC3EpFVKHKKRG6R/rC4XBSVmTAdILCPGhkqosJEbISIixRx/vuYMD2mI0fKp0IcelTC5o9BVLxEqRLBVfQITql/1eUXiyWb9RuxCQBolcibAACDIW8CMDzFf1qHPMgv+9UNISeLDtOzKjz+rAqPV88C0BMrvKLcpfe9S5wir1gPVciAhRwo8IcwissqThVp/QKpEHarHoOIiRCJUf5ghP8WGqyf/BIeUpEQ4bDpN3vgZq1IprDUvV30qfrqkrfAlErZH2kAABAASURBVApbUABopcibAACDIW8CMLzASRxen95nDnSYLfXukNms+k3Ya3kqMBMZsCgur0ipCNznB+5L9FQL+VQgd0DeWoNAdoOMLIQH67kPEaH+5Ah/fkR0uIgJF/GRFQ/lLbDsjsPY8/Sq+vqR0Ry5olRVAABaJfImAMBgOOoHGJ7c/ZL95ECwIJACYLGKQxPouocE6d349vH6GJ+qp1S4/fPfkSV254mMPP0ckKwC/d7p1sfL+8oCnM1DbrkCCQ4Ou34ihrzJBifH6G2W9/otVg9JBBbHfqhro6bKVV3i1MMTXmITANBKkTcBAAZD3gRgeDJ84HT58xqKRViwCAtpzN647P/rhSEdIiJE7+0P8SdoFJRW1KrYsEus3CY2pFfEL+R982xTbDY9SyLUIdrFi17tRe/2on1CRd5EkH1fectGJ2MTMhCjJ5WU6MkjcpEBAK0SeRMAYDDkTQCGJ2MT8jB+dqEePoiL1PMmQoNEY6laFVJ2+KVAgYboMNHOp2co9Omg16TYlim2ZYitGXpLZIRCz6QQjS/YXlEwQr6vjEd0SRZJ0fqJG7IxMihj23vhz6ajav5CmP7qoaasGAoAZkHeBAAYDHkTgOF5faKoXD/bQkYNZM88PEQ0Kbm3FyghKQXCBB6v6JykXyVkV47ejN25+tkf5W5/2UhfI5zooZf59F/RU75Xu3j9gqny1jFRpMTquRKV1wFtBnJZAmEguYwyIlPeOipuAABqIG8CAAyGvAnA8GT/v6BEpGXrwyFB+pkXzSZQ3kIE6UGKLkl6lGR7ln6ix4ptekEK2XvXO/D+ahTqwe8jyohD4HIYMiSRGK2nSMi36J4quqfo1SUCZ200z5UyKndwvap+MktGvtiZredNtJJqoACAGsibAACDIW8CMDyPVw8BuDz6LSZCTyhofhXX/hB69kT7eDGqt16EYuU2PUiRma83TEYofAdZOTIsWD9LJSJUDOoiBnQW/TvpDyuKfTZ7WFVV9fCKXJD8YpGeI3Zk6nEKH7UwAaCVIm8CAAyGvAnA8GQPWfb83V69056Rp/eco0L1RAbZtw92iOZReXjKYdODFGFBespDXITo21HszBKbdovVO/SMA9m9l538+ncX9eiDVb/v1U6vcylvqbEiNkK/6TU+FX2zpTTvpktGfwrL9PZnF4r0PL0IqNNTcWkSAECrRN4EABgMu9aAGfj8x/CLyvSKDzIe4XSL1Di9BkSzxSYq6adayH+sIi5KRIbpbeiYKJJi9HKV6bkiu0jkFOolG+oRKCchb12S9ZM45H2oQ5+tDHYoLRRNlZGIPXl6sc/t/pKfBaWHcooKAKAZkTcBAAZD3gRgHi6PXopS3ucU6QkL4SH6NTUDdRmszVIqsio998Gql6KQby2DCykxFaUo1qfpjfT69DIZledEyKBDkL3i1q+jfvpG/856ncuwYH0pmr/xAar/gqk+/zVTd2aLNTvF+l16aY/icgEAaN3ImwAAg+HYH2AeMiqRma8XoUzL1uOOSVF6tkKwQ7+FNHsCRSUZXJC3ystqOGwiLESv2pBXoid6BNgsevCiXbxeq0JGVbql6AUvW5zXH5Uo9mejbNqtByZkbAUAYATkTQCAwZA3AZiKfq6Bpp/TsT1T/GbRr+WpnxmRLLomixYXHS76ddIjFGk5YvV2sWqHfnKHzX+yhgxedE8Vg7vqt4hQPV2iNShzirU79JDEtgyRWaAXmwAAGAR5EwBgMORNACbk8YmMAlHq0qMAhWX6Q4dNT50IdrRkt1++e0KUiAnXL7fh9vgvwKlVtCoqTPTtoIcnOiXq53dYWjRqKiM7MmhSUq7XmFi1Xa/iKVdj4DIoAACDIG8CAAyGvAnAhFRN71rLW16x/iOXneqiUj1hITXO3/n313cI3JqT1SKs/lNLfKp+iofbK2LD9YyJiFD9wiLJMSI5Wr88R0sJXCVU3suVtiNLv+3MEpv36JUm8ksEAMBQyJsAAIMhbwIwM7dHbNmjl0v4Y504orsY2l2/rmfgCp0tGAUIsuuX4Qhx6EUl9NhEiJ7N0bJNEv5kk3K3/3SYLLF0s1iySR/w+vQbAMBoyJsAAIMhbwIwM7lj5vbqve4yl1i7Uz/+v2m3XmmyW7J+H+TwZ0+I5k6gcNhEbIR+DRFV9SdTWCuuD9oilwitTJfYkSU2pus3GcrJKhBZhXqcQi/fQQgXAIyHvAkAMBh2ugGTC1THlMf+ZX+7qEwvnbA7T6Tnil25IilaxEfpt8qreDRPcMBiEUEWPXuiBcmIg34TIq9Ir82Rma8nmGzL1MteygiODOjIm8oGEgCMirwJADAY8iaAtsLp0W8FpaLcJXbn6leg6JTkz6FI1a82Ghqk32zWiokVk24bAvEI+X+JU5SW6/fbM/Vcko3peuXLonL9iqEeTuIAAMMjbwIADIbDgkCbk1+i37YKsSVDv5ZnYrTo2U70SNVv0RH6RT1lhMJiqYhcmiBIETh0FghJyLiDx58TsX6X2JAmNuwSmYUiv1jklXAZDgAwE/ImAMBgyJsA2q6iMr0ORXqunjuwZLOIjxTt40WXZNE1Wb9qRqBkZmUmhXHJ3VOXP2fE5dbDMVv2iHX+0ht5JRWnb/h8wqsKAICJkDcBAAZD3gTQdvlU/Sb77fImO+o7s/V++9qdFUGKlFj9FhcpwoJEaPC+mhRGIRet2H+Ohly0jDz9lA15yynSbxn5evZEIIeCjSAAmBF5EwBgMORNAPD30n2i1KnnEezK0a+aERuhhyfaxem3ZH+QIsFfMjPYLhwtWsPygLz+i5KUu/XAxO5cvfDnjkw9KrHbH5uouCoHAQkAMDnyJgDAYNhDB7CPplXEKXb7O/Nyvy4qTHRPFd1TRNcU0TFBD1LER1Zc79PSmmKbmj/iIO+Ly8SObP2CoDuz9Ht9IFsAANoY8iYAwGDImwBQJ7lfV1yuV2fYmiGiNogh3USfDnqoIjK04tZ6uDwit0hkFui5EhvTxcbdelTC7dHLSQAA2h7yJgDAYMibAFAfnypKXfqtuEx/uDtPrEsTPfzX9eiZql/OQ96sFtFSZPM8Xv08jrxi/dIby7fqIQkZpMgt1it9AgDaKvImAMBgyJsA0CAen9iVKzIK9BwK2e2XEQGbRYSHiOgwEdFyCRROtx6VkLddOWLNTrF4k37ZEY2KEgDQ1pE3AQAGw/47gIbSr23hT1KQ4Qk5kFmgX220Twc9QlFJaZaAZ+BomLwrLNXP4FiXJrZliKxCPV1CNg8A0OaRNwEABkPeBICDIzv/Gfl6UGBLhn5pj9hw0SFeP7OjOatj+lS9kISMj2T58zhWbtNjEx4f1SUAAAHkTQCAwZA3AeDgyCNR5W699mRhmV5+YleOSIwWYcEVN2uzhCfku+cUirwSPTCRnuuvLlEuAADYi7wJADAY8iYAHDS5w+fz7/MVl+lnduzIEglReqQzJEhYRXNwy9hEkR4Wkbe8Yr3qBAAAVZA3AQAGQ94EgEPn9OjJC7vz9Et1hAULTRXNE5zw+PR6nDIskl2gX+WUGhMAgP0dct5Ey116CgDaNvImABw6r1eUOUVhiX7v9jZfsNOn6ueVyKhEiVO43PpDAACqIG8CAAyGvAkAh86n6QUpXR7h9ukBAq25tij6SSWqni4hb7INGlsyAMB+qDcBAAZD3gSAQyf3/FR/7Qm12QME2t4bAAA1kDcBAAbDjj0AAABMhrwJADAY8iYAAABgMuRNAIDBkDcBAAAAkyFvAgAMhrwJAAAAmAx5EwBgMORNAAAAwGTImwAAgyFvAgAAACZD3gQAGAx5EwAOndMtcov9VxJVRVGZ2J0n7FbRDPJLxJY9Ij1XHyh1Cq9PAABQBXkTAGAw5E0AOHRlLpFdoEclsovElgwRFiwszbJRcXlEQakoKRflLuH2Cg+xCQDAfsibAACDIW8CwKGTMQJ5E6UCAIDWhLwJADAY8iYAAABgMuRNAIDBkDcBAAAAkyFvAgAMhrwJAGgNArvRmv/m04gbA8BhIW8CAAyG/V+geQQ6nIEdJeUw9plgYh5N9QrhFWq5RnVPADgs5E0AgMHQPQKah09oTuGTvzibZrEqwsqPD/uT35BizVfkcxep3kyfSwAADgN5EwBgMORNAM0jy+f8qTQzVLEmW4OTbCHxtiABVOHV1ExP2WZPyVZ3SYHmFQCAw0DeBAAYDIdugeaR6XXOKd0Ta3UMdMTYFSuxCVTj1USGz7XWXfy3M9dJ3BgADg95EwBgMOz/As0jx+f+3ZeXYgsOUewptpCOaqhVCItisVJ4om1TNc2jqfJWoHp2+5ybvaUrPMWqfMIiAACHjLwJADAYekVA8ygT6g7N51ataapLdkE7+Jwhii3MYgtRrAJtmFtT87yuPNWV7nVu9Zalq+5cRd+fVtg8A8BhIG8CAAyGvAmgmSh6j7NA8/zpzNvhKfmjPPuIoNgjQmL6OCIF2h5NVFwxNF91/+XOW1Seu8xVmKd584SXa7gAwOEjbwIADIZdYKDZyD6nU9PSNWeW6sr0ufM1b5bPtSOoNNkarN/sIQJtRqnPu8tXluYtX+cuWusuWeMp2uwt8ymaqidMsGEGgMNF3gQAGAx5E0Bz0hThEopLCI/qdroLt3nL/nbl9XVEytsALSpcsYZb7BFWu4BJlau+ItVd5POme8tWuAtXuArXeIqLNF+x8LksCuFiAGgs5E0AgMGwIwy0CJeipWuedJ9nja9sna/0D2deD3vIIEf04OCYIdZYAZPa7S3/05n7Z3nOOk9JrurJE75CoQoAQGMjbwIADIa8CaBleTUtw+fJV3zbVedyT8m35VkJFkdvR0QfR6S8RVpsDsXqUCwW8vwNqFz1laleeZ/mK9vgLlnvLtriLc32eXI0d5Hm82iaVwYm+GQBoAmQNwEABsNOMdDCFMUlNJfwFaleeSB9qyhzCMtab2k7d2E7a0i0xRZusYQJW6TVFqnYoiz2SIsj1uqItNqDFEugMgGlE1uWqmmqkDdR6HMX6OdreApVj/w081U9AFGs+ko0b7bPne4t3+0rz1M9XhmQktMrgQtx8NkBQJMgbwIADIa8CaC1UBS3EG59SM31lqzwlsgfaJiQgQlLqGKJtzoSLEGJtuBEa1CqLUQOhFisiqZYCE20NJ8/NuETIstbnukrz/Q6s72uLNW9x1teoqllQi33PysCO8oVHxafGQA0LfImAMBg2EEGWqG98QalTIgyvR6BusPnFb4y4REwkr2RCLa0ANDMyJsAAIMhbwIAAAAmQ94EABgMR/MAAABgMuRNAIDBkDcBAAAAkyFvAgAMhrwJAAAAmAx5EwBgMORNAAAAwGTImwAAgyFvAgAAACZD3gQAGAx5EwAAADAZ8iYAwGDImwAAAIDJkDcBAAZD3gQAAABMhrwJADAY8iYAAABgMuRNAIDBkDcBAAAAkyFvAgAMhrwJAAAAmAx5EwBgMORNAAAAwGTImwAAgyFvAgDHCE8zAAAQAElEQVQAACZD3gQAGAx5EwAAADAZ8iYAwGDImwAAAIDJkDcBAAZD3gQAAABMhrwJADAY8iYAAABgMuRNAIDBkDcBAAAAkyFvAgAMhrwJAAAAmAx5EwBgMORNAAAAwGTImwAAgyFvAgAAACZD3gQAGAx5EwAAADAZ8iYAwGDImwAAAIDJkDcBAAZD3gQAAABMhrwJADAY8iYAAABgMuRNAIDBkDcBAAAAkyFvAgAMhrwJAAAAmAx5EwBgMORNAAAAwGTImwAAgyFvAgAAACZD3gQAGAx5EwAAADAZ8iYAwGDImwAAAIDJHHLehEUAAFoCeRMADofVaj3z9Flzvv1oQL8+4jDc+a9/zv3m49CQkJpPdezQ7r7/+9c7bzwvjK9rl06/zPvyovPPrvlUY61JAIAgbwIADIe8CaD5jR414qQTZvTt09PlckeEheXmF/w0/7fkpMR7/vuIMJpJE8bNPG5qakqKODxBwY7g4OBaxgc5Ro0cMW3KpC1bth1wJrNOOu6cs0/r0a3r8pWrzzn/8poTyMNoc77+KCU1+dff/3j/g49/W/CnaHahIaF2Ry27vo21JgEAgrwJADAc8iaAZnbJRee+8Mz/0tN3X3jxNSefdv7kGafccNO/o6IiZb/6kHekGtEt/7z2oKb/Ye7P3343Vxy2O+564KiJx5WVl1driQzfzP7os+3bdzRkJp989vULL74uBwYP7D9k8MCaExw7bZIMTMiBRx9/tkUCE1u37Rg+etKLL79Z86nGWpMAAHEYeRPEJgCgZZA3ATSn00458bprLrvv/kefePrFrOycwMg9GZmPPPq07JomJyWKFjWgX58B/XuLg+R2uUVjq9YSp7uhb1FQWLR+/UY5cNYZs2o+e9qsEzds3CwHysrKRevTFGsSANom8iYAwGDImwCaTWpqys03XrV1644PP/mi5rMvv/KW1qK/yIH9+z54/3/EwfOpPtGoarZEU9UGvlYeKNu8ZfvqNesnjh+XlBhf9amePbt7fN6MjEzRWjX6mgSANot6EwBgMORNAM1m1knHhYSE/PjTL7U+u2nL1sphq9X6r1uv79WjW/v2qVu2bL/n/v/t3LlrQL8+p516wsTxRx814bgbr7tixrGTS4pL77j7geUrVgVedcSQgTdef2VwUFBERPjsDz9/7c13Q4JDTjzh2JnHTV2+fPWOtLQrL7vwxx9/ufeBR48cMfTC887Mys5t1y5lydLlz73wWnhY6A3XXxEfHyu99/ZLK1aseeh/T8p5nn7aSccfNy02JrqsrPyxJ55f8EfFeRAxMdGXX3K+x+ONjo4MCwurdYmuuvwfl11yfmlZ+Y0335Gbl3/FpRdMnniMDM28/e7sjz79ctTI4f+6+fodO9P+c8+DHdq3O+O0k0YeOWzClBPraonwJ1Pcduv1Xbt0nvfT/P+7738ej0fU4eNPv7j7zlvPOvPUx5/cV0Hz/HNO+/Djz084blq1iWsuowxqnHbKScfNmPLQ/546+qgxkyaMe/LZF4Uqjj9++ob1m7794cfrrrq0e/euP83/9b8PPHHs9IkXXXB2UmLin38tvv6mOwKtkkt03bWXlZeVpaSkZGRkPPTIU8UlpRHhYSedeNwJM6fP+/lXuc4bviYBAAeLvAkAMBjyJoBmM3jQAHmfvnt31ZGyG3zrTde98+YLsh8u708+cYYcef+9d6xeve7cC6+cddqF3bt3eerxB+TIjp06dOrYMTw87N67/5WfX/Du+58kJydd8o9zA/Pp2bP7tVddes31t51yxoVffvX9jddfMfO4ad27dY6JiRrYv2+XLh1l33vtuo0RkREpKclPPX7/N9/N/c//PfDiS29cedlFsnNeUlp24cXXbN+WtnnzlrPOvTQQDjht1gm9e/a44B9XT595en5BoWyG7HLL8cnJibPfffmPP5f87/Fn77jrAdmMWpf32Rde/W3BIp/H+8eivzdu3HzDTXfs2Z2RtmuXDEzIZ+XI9D177nvgf3JZenTvMvSIQaGhoXJ8rS2RomOibrrh6s8+//q773888fgZp846XtTtsy++zc8rOPn4GUFBjsCYyMiIQQP6z5n7c7Upa13GPn16d+rUoV1qypSJ47ds3ZaTm5eUlBQbFzN4YP9+/fqcfeYpn3357dJlK2QzHn7grlEjR7z6+jvzf1tw9LgxM6ZPDsz20YfukZGjO+9+8Krrbpk44Zg7/32zHNm9e7eU5ORePbtXvnsD1yQA4GBRbwIADIa8CaDZxMZGy/vCwuKqIzOzcmT3W3akZQThhzk/ffr5N/5SC30+//Jb+Wxefv68n3/r3rXL2NEjv/l2zqZNW+SBoNdef/eV1995+dW3lq9Y1b1bl8B8rrni4m+/myv7+XL47fc/kvennjRz1Zp18vi83D9Tfb7nX3z9iqtvuuVfd7dvl2Kz2nempctpVqxaLe9TausSy179FZdfKHvdgUQAGRSQY2adPFMOX33FP/LyCuf/8ntgStnsuhb5+x/myZjCuLEjAw//Xrpc9uRjYvT1IO+dTqdcfOGvYbl8xWpRL4vFesPNd3z86Vf3/PeRoqLiAf361jqZohM+n++TL76OiY0+YeaxgfFnnTHr86++beAyykX7+ts5cszmLVvfemf2CbPOefqZl1546Q052x07dt54852fffHNP2/9j3xYVlZ2063/kZ/av/59r9fr7dWzR6AN7dun7tiZJoddTteOHWnJiQlyeNnyle/P/rhqAxq+JgEAB+WQ8yY4pwMAWgZ5E0CzKSrQoxKx/p55NVk5ehc9cDWKEcOPsNsdldfLiIqMXLl6bXi4nlPg9nhVVd28teJqmrl5+b16VByEl4f0XR53586dAg9l2KK4pCQwLF+yY2d65Xv9vXjZ0JET5EDPHt2OmzFFRi4cdkfNJnXv1jUhPv6sM04JPAwNDZHNCNR9mDp54tx58yunLC4uFnX4fs5Pt9183bSpk379fZHVapXv6HDYZ86YKjv8x02f/OO8fae3eDwHKAOZl5snIzWB4dKSUtme+qd//4OPzzv79NNmHf/hx5/LPdTpUyede+EVosHLKKM58n7r/tcH8Xi8JSWlgWGXy13udLn3NltGN+SjsDD9Y5KrdPTR0+VAQnzcCcdPj4uLzc6pqHvqdLqqzrDhaxIAcFCoNwEABkPeBNBsdqTtGjp0UP/+fWuphanqu1CBgo/JyYnOcufDjz5Vcw7V97T2PgwJDomJjf7990WBbIsDGjVy+HnnnL5k6fJXXnvn/HPOqHWa9u1S5P0bb71XeT2RgJSU5JCQYK+3QVUbZY/9519+mzjhGLvdPmP65K+++cFitRw7bbKMTYwaNeK6G28XdS1avXyaarNZ658mMyvnp19+mzZ5wtAjBiUmxC9fsbqoqHrPv65lrMsBG6koFRN07NDu2qsvy8vLe/eDT44+arTVZqs5h4NakwCAg0K9CQAwGPImgGbz9Tc/yPvx48aEhtR3zD8jI6t9+5RAZYeAoOCgfn3ru7RnubM8P69g6BEDq44MlLeoaWD/vs888dALL70hAxM1u+uVdqXvkfcyglBtnsVFRbKDXe0SGPX48usfIsLDJk88euqUCR99/MV338/r36/3uLGjsrNz6ylm2SjeeusDeX/e2aefesoJMgBRc4K6llEcHvn5vvrS0+s3bLz/oSd27Eira7KDXZMAgIaj3gQAGAx5E0Cz+Wvx0q+/mRMTG33DdZfXN9nfS2022x3/ujEkuCKEce2Vl/w/e3cB2OS1sHH8RJq6UqyFIqU4FIq7wxgDxgRmMFfu5N7dufvu7E6+ud8pMxi2DWfIcHenONRdIt9JX8hKaUtb2ibnzf/37etN0zRNk9Cc87xPzgkKOs8ODhs3b7nk4hF9e59e2aFhg/rXXXtlqZe8dOwok8m4Y9fuc7/kKHagac/efUnJyXfdfqMrJRk0sG+/Pj2zsnMOJh7u0b1LTOPo4t/rqgac++skHjp80/XXJCYeysnNnT5jttVqfeGZx36dUV7Fw3EBh7xcNm3Ztnnr9gH9e9tt9v0HEs+9QFm/o7gwgwb1a9ig3q7d+8q/WGXvSQBAxdGbAADF0JsAatMjTzz35ddTrp5w+eQ7bjaZTr8roUGDenEtmttstuycHPmpnE7/PmdBn949fvnxi+eefnjK15+0atli5aq18kt+fr7FB1tGk8nsc3oe++6Hn9ls9nff/s+777z6yktP//jdZz//MkMUDc7kD/K1+Li+Kzs7W2Yf/331+avGX/bCs48J58ITza+56nJ5IiMjo0njxi2aN7vlxuvy8ws++OjL6KiG33/9sbzCj9574+EH7v3+h1/kxd5650N5tf997YX4ju1btmxx+WXOLTMG9OvV++wCgsucuQvj4mK/+sa5QueJk0l/rVyTlZO9bv2m4peRv4rJ+PevVvyWyE99fCxG49/DRaPR4Lr3SggKDPTz83N9+uNP0+QvO+XHaa5z/IsWqggOCRZFa0aU9Ttqd6yv5ayVOJxvJCl2I+UtKv5wyNuvfZpZ1Eb5932Tx18+9tmnHmlQv379evXGX3FpVFRDs4/zgTAaTv8ulb0nAQAVVOXehOnpp58WAIBa4Vy0326XE6HMfeuTdm/4ZZdVAChXXLihcz3DL7vt4oIt/2vV7j37unbtfMnI4ZddOurqqy6/YtyYvfsOPPTYM9t37NIus2jxMnngPS42tnnzpus2bHz8yRcKCguHDx00aeL4wMDA0NDgxMTDXbt0vmrCuPDwMB8f8/adu48cPrppy7a2bVu1b9PaZDK+9OpbS5etkKnHrTdPSujUsUlM4xMnTu7avVde+aFDR4YOGdiubavCwsJnnn+lfz9nreCTL77JzMzKzc0bPnxguzatP/r0fxmZmVu2bs/Ny2vdskWb1nFJySkPP/qs9iaIffsPrFu3qWPHtv+485bG0VELFi5p3Chq6/adf/75l7z8ub/ysRMnoxo2mPLT6YBATt9PnUpetWad6wJjx1x86ZiLIsLDLb6Wnbv25OXlFb8lF40YMm7sxYFBgfL3Onz4yKVjLr5o+JCg4MDsrOxt23cW/0EjRwy5ftLV8oY5f+jxk1lZWfv2H+zWpfPrb74ritaAuGrCZSOHD/Hx8WkS0yg1NTXx0JFSf8dWrVrceP21TWMaN20SIx+sY8dPyNt29+TbEjp3lNlHdk5uWmrqjZOu6dWzW0BAQGFBYVJy8tUTLuvXp1dQUFB6RubceYu6du3Uvl2b6EZRr772TnBwoLx/Zsz6Q97Dd91xU+tWcUFBgcdPnDqYeKiy92QtGNHUeCxbrD8pANSEOn5iVHOjfDXJYfBVo+xWR2HWpEmTQkJCfIrInNpY5Lx9CkOVUw0AQKVowYTVai0oKDg697Nts7+4boZ7RsCAQi5uZripvfHaWYwloXOvDzStO+n4bAsjc6BGxIWJd4ea5avJqVyBmuOw5lkzj8yfPz86OlqGyP7+H2Gz/QAAEABJREFU/r6+vjKeMJlM580meFsdALgH600AAABAZ6q83gTZBAC4B4fGAAAAoDNVfmcG2QQAuAe9CQAAAOgMvQkAUAy9CQAAAOgMvQkAUAy9CQAAAOgMvQkAUAy9CQAAAOgMvQkAUAy9CQAAAOgMvQkAUAy9CQAAAOgMvQkAUAy9CQAAAOgMvQkAUAy9CQAAAOgMvQkAUAy9CQAAAOgMvQkAUAy9CQAAAOgMvQkAUAy9CQAAAOgMvQkAUAy9CQAAAOgMvQkAUAy9CQAAAOgMvQkAUAy9CQAAAOgMvQkAUAy9CQAAAOgMvQkAUAy9CQAAAOgMvQkAUAy9CQAAAOgMvQkAUAy9CQAAAOgMvQkAUAy9CQAAAOgMvQkAUAy9CQAAAOgMvQkAUAy9CaCCfE3iujZGAehaHX8DqTUAHaA3AQCKYQQKVERavjiU5ejSkDSv9piEqB8oknNFvl2g1qTmO5JzeWUAoDx6EwCgGGZaQEUsP+qQ/wnUonBfMWW0+dGl1m3JAgCASqE3AQCKYbIF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AAAAnaE3AQCKoTcBwO3ujDeMizOV+qU3B5UySlx93P7YUrsAAKAMVe5NGAUAwB3oTQBwuy+22NPyKvrXqMDmeH+DTQAAULYq9ybIJgDAPehNAHC7XJvhk80V7UFM2ek4nMWfLgBAeehNAIBi6E0A8ARzDjp2ppw/njiZ7fh+B6UJAMB50JsAAMVw8BGAh3hnvd1mP89Q8r2NtkI7f7cAAOdBbwIAFENvAoCH2JUqpu8trzqx/Ih9+VEBAMB50ZsAAMVw/BGA5yhnUcwCm+P/NrA3BwCgQuhNAIBi6E0A8BzlLIo5ZacjKVcAAFAR9CYAQDH0JgB4lDkHHetOlIwnDmWwBCYAoBLoTQCAYuhNAPA0756zKOb7LIEJAKgMehMAoBgG+wA8zaGssxbFXH7EvuaEAACg4uhNAIBi6E0A8EBfbLGfzHb+fcopZAlMAECl0ZsAAMXQmwDggVyLYn63w84SmACAyqpyb8IsAADuQG8CgGdadNjRfq/tl912QlQAQGVVuTdBNgEA7sGQH4DH+r/1Dv5KAQCqgN4EACiG3gQAAAB0ht4EACiGI5IAAADQGXoTAKAYehMAPJDhjKLTznPkATDHGQIAgHKxTwcAKIbeBABPYyxiNpua1TXf0Nff12Kx+Pj4mE3yHJPJ+SUBAEC56E0AgGI4/gjAoxTFDwb5/03r+nxyvaVBqCkk0PbVSmGz2mx2W2GhVf6vvJjdbhcAAJSB9SYAQDH0JgB4DpOT0cdsbhJp/niij8NmW7A+b/LAQD9f8zerDfn5BSZjYUFhYaHBarUSTwAAykRvAgAUQ28CgIdwBRNN61k+utZkdNjfm5WelevIyXfc3CvIYvH/bq1vTk6uIff0cJN4AgBQFnoTAKAYehMAPEHxYOLj68wGu+29GWkymJBfWrwpV36c2FP4mIO/XRNkNBqdi2TmO/96EU8AAEpFbwIAFENvAoDblRNMaLR44qqe8pJh36wOLD7gJJ4AAJyL3gQAKIbeBAD3Om8wodHiiSt7yg+h364JKv4l4gkAQAn0JgBAMfQmALhRBYMJjSueMBjCvllNPAEAKBO9CQBQDL0JAO5SqWBCo8UTVzjbE3/HE9oAlHgCAOBCbwIAFENvAoBbVCGY0JQaT4g85wfiCQCAht4EACiG3gSA2lflYEJzbjzhGoMSTwAABL0JAFAOvQkAtewCgwmNK54osIX9uI61JwAAZ6E3AQCKoTcBoDZVSzCh0eKJa4raEz+sDSz+JeIJAPBy9CYAQDH0JgDUmmoMJjTEEwCAUtGbAADF0JsAUDuqPZjQEE8AAM5FbwIAFENvAkAtqKFgQkM8AQAogd4EACiG3gSAmlajwYSGeAIAUBy9CQBQDL0JADWqFoIJDfEEAMCF3gQAKIbeBICaU2vBhIZ4AgCgoTcBAIqhNwGghtRyMKEhngAACHoTAKAcehMAaoJbggkN8QQAgN4EACiG3gSAaufGYEJDPAEAXo7eBAAoht4EgOrl9mBCQzwBAN6M3gQAKIbeBIBq5CHBhIZ4AgC8Fr0JAFAMvQkA1cWjggkN8QQAeCd6EwCgGHoTAKqFBwYTGuIJAPBC9CYAQDH0JgBcOI8NJjTEEwDgbehNAIBi6E0AuEAeHkxoiCcAwKvQmwAAxdCbAHAhlAgmNMQTAOA96E0AgGLoTQCoMoWCCQ3xBAB4CXoTAKAYehMAqka5YEJDPAEA3oDeBAAoht4EgCpQNJjQEE8AgO7RmwAAxdCbAFBZSgcTGuIJANA3ehMAoBh6EwAqRQfBhIZ4AgB0jN4EACiG3gSAinMFE40jfZQOJjTEEwCgV/QmAEAx9CYAVJDRaPw7mJiofDChIZ4AAF2iNwEAiqE3AaAiZDBhNptcwYTZYddBMKEhngAA/aE3AQCKoTcB4Lx0HExoiCcAQGfoTQCAYuhNACif7oMJDfEEAOgJvQkAUAy9CQDl8JJgQkM8AQC6QW8CABRDbwJAWbwqmNAQTwCAPtCbAADF0JsAUCovDCY0xBMAoAP0JgBAMfQmAJzLa4MJDfEEAKiO3gQAKIbeBIASvDyY0BBPAIDS6E0AgGLoTQAojmDChXgCANRFbwIAFENvAoALwUQJxBMAoCh6EwCgGHoTADQEE6UingAAFdGbAADF0JsAIAgmykU8AQDKoTcBAIqhNwGAYOK8iCcAQC30JgBAMUw+AC9HMFFBxBMAoBB6EwCgGHoTgDcjmKgU4gkAUAW9CQBQDFMQwGsRTFQB8QQAKIHeBAAoht4E4J0IJqqMeAIAPB+9CQBQDBMRwAsRTFwg4gkA8HD0JgBAMfQmAG9DMFEtiCcAwJPRmwAAxTAdAbwKwUQ1Ip4AAI9FbwIAFENvAvAeBBPVjngCADwTvQkAUAyTEsBLEEzUEFc8YbWH/7KeeAIAPAK9CQBQDL0JwBuUCCaMdvt7Mwkmqo0WT0xytiec8UTx8TDxBAC4Bb0JAFAMUxNA90oJJmak5uQJVKMS8UTxLxFPAEDtozcBAIqhNwHoG8FErSkeT/y8jngCANyJ3gQAKIbeBKBjBBO1jHgCADwEvQkAUAy9CUCvCCbcgngCADwBvQkAUAy9CUCXCCbciHgCANyO3gQAKIbeBKA/BBNuRzwBAO5FbwIAFENvAtAZggkPQTwBAG5EbwIAFENvAtATggmPQjwBAO5CbwIAFENvAtANggkPRDwBAG5BbwIAFENvAtAHggmPRTwBALWP3gQAKIbeBKADBBMejngCAGoZvQkAUAy9CUB1BBNKIJ4AgNpEbwIAFENvAlAawYRCiCcAoNbQmwAAxdCbANRFMKEc4gkAqB30JgBAMfQmAEURTCiKeAIAagG9CQBQDL0JQEUEE0ojngCAmkZvAgAUQ28CUA7BhA4QTwBAjaI3AQCKoTcBqIVgQjeIJwCg5tCbAADF0JsAFEIwoTPEEwBQQ+hNAIBi6E0AqiCY0CXiCQCoCfQmAEAx9CYAJbiCiegIy8cTTQQTekI8AQDVjt4EACiG3gTg+YoHEx8RTOgR8QQAVC96EwCgGHoTgIcrEUz4CIIJfSKeAIBqRG8CABRDbwLwZAQTXoV4AgCqC70JAFAMvQnAYxFMeCHiCQCoFvQmAEAx9CYAz0Qw4bWIJwDgwtGbAADF0JsAPBDBhJcjngCAC0RvAgAUQ28C8DQEExDEEwBwYehNAIBi6E0AHoVgAi7EEwBQZfQmAEAx9CYAz0EwgRKIJwCgauhNAIBi6E0AHoJgAqUingCAKqA3AQCKoTcBeAKCCZSDeAIAKoveBAAoht4E4HYEEzgv4gkAqBR6EwCgGHoTgHsRTKCCiCcAoOLoTQCAYuhNAG5EMIFKIZ4AgAqiNwEAiqE3AbgLwQSqgHgCACqC3gQAKIbeBOAWBBOoMuIJADgvehMAoBh6E0DtI5jABSKeAIDy0ZsAAMXQmwBqGcEEqgXxBACUg94EACiG3gRQmwgmUI2IJwCgLPQmAEAx9CaAWkMwgWpHPAEApaI3AQCKoTcB1A6CCdQQ4gkAOBe9CQBQDL0JoBYQTKBGEU8AQAn0JgBAMfQmgJpGMIFa4IonrLY6v24kngDg7ehNAIBi6E0ANYpgArVGiydu7CH/rkcSTwDwcvQmAEAx9CaAmkMwgVp2Jp4QxBMAvBy9CQBQDL0JoIYQTMAtXPGEw1Fn+ibiCQBeit4EACiG3gRQEwgm4EZaPHGTsz3hjCeKD9CJJwB4CXoTAKAYehNAtXMFE43rWD6ZZDI6bB/MSCeYQG2S8YTRIG7qLoriiaDiXyKeAOAN6E0AgGLoTQDVq9RgIjOXGBC1beHGovYE8QQAr0RvAgAUw4QJqEYEE/AoxBMAvBa9CQBQDL0JoLr8HUxE+nwykWACHoF4AoB3ojcBAIph2gRUi+LBxMcTzQQT8BzEEwC8EL0JAFAMvQngwpUIJiwG+7vTCSbgQYgnAHgbehMAoBgmT8AFOjeYeH96GsEEPA3xBACvQm8CABRDbwK4EKUGE+k5BBPwRMQTALwHvQkAUAxTKKDKCCagHOIJAF6C3gQAKIbeBFA1BBNQFPEEAG9AbwIAFMNECqgCggkojXgCgO7RmwAAxdCbACqLYAI6QDwBQN/oTQCAYphOAZVCMAHdIJ4AoGP0JgBAMfQmgIojmIDOEE8A0Ct6EwCgGCZVQAURTECXiCcA6BK9CQBQDL0JoCIIJqBjMp4wGg03d5NHGSN+3Ug8AUAP6E0AgGKYWgHnRTAB3Zlrh+cAABAASURBVJu/Psdud9zYXR5odLYnio/piScAqIjeBAAoht4EUD5XMBEdYfl4oolgAnq1cGOuySjOtCcCi3+JeAKAcuhNAIBimGAB5SgeTHxEMAG9m7c+1+JjuDFBa08QTwBQGL0JAFAMvQmgLCWCCX8TwQT0b/aqHPnxpi6iaGnMwOKDe+IJAAqhNwEAimGaBZSKYAJe6+x4gqUxASiJ3gQAKIbeBHAuggl4OeIJAKqjNwEAimGyBZRAMAEI4gkAiqM3AQCKoTcBFEcwAbgQTwBQF70JAFAMUy7AhWACKIF4AoCi6E0AgGLoTQAaggmgVMQTAFREbwIAFMPECxAEE0C5iCcAKIfeBAAoht4EQDABnBfxBAC10JsAAMUw/YKXI5gAKoh4AoBC6E0AgGLoTcCbEUwAlUI8AUAV9CYAQDFMwuC1CCaAKiCeAKAEehMAoBh6E/BOBBNAlRFPAPB89CYAQDFMxeCFCCYU5RcQ2H/0Vb0vuuyF28cVFhQIHYlt13nwlTecTNz362dvCRUQTwDwcPQmAEAx9CbgbWo5mDBbfBP6Dxt8+fUR9Roe3b/7zxlTNv+1QM6rW3To0mPomPi+Q2zWwgW/fLVp+cITh/YLd6jfqOnAS6/JycqKadVOfjrn+092b1xd/AIxLdv1GzW+VUJPi6/f5y8+tHPDCteXIqMadxs8qv/oCfu3bfxz5g871i4XNSm2fULH3oMDQkKFvtRpEB0X3y2uQxeZTQh1EE8A8GRV7k0YBQDAHThSDK9S+40Ja0H+qnkzNy1fIE//9ccv6xb/rh3w37N57dRP3pAnjh3YO3fKZ7UcTIy+4R7X6Zsff23Zb7/M+OLt9x+/Kzc786ZHX4lqFlf8wom7tn7z36d+eOcFo8l01T2Ph0U2cH0p6eih377+4PDenbO+er8iwURQaMSwCTeJqtq6asneLWuFXrjujeTjR2Q+JRQk44lFG3Nu6pI8pqMxJDgoMMDf19ci/33Jf2Xy35oAAPepcm+CP14A4B70JuA93PhWjsKCfOfH/PziZ+ZkpgvnEebafm9C4xZtGse11k7XjYoJq9sgKDRMnrbbbGsWzDKZfVp06Hrudx3et9NmLQwMDbvmn0/KkKL4lwrycuV/ogK6Db7Y4usnLkBhoX7eylH83qjgHeiBSsQTMp8gngDgCehNAIBi6E3AS7DGhCYmru3V9z3p+jQzLTkrPbVhkxbap3arTRTdV+d+o0M4Du7aumfzuqatO15y/T9E5XUZOHLQZRPFhXHo5Z0C594bMhsSaioeTwQHBRJPAPAErDcBAIqhNwFvIA+emExGs8kUFe7j4cFE18EXd+w9OCg4LCg0fPu65dM+fkOOrsIiG/QYNiZhwLCpH78RGhHZd9T4oLCIuVM+W/7bz9p3yTOvuOthv8Dg8Mj6O9atmP75W9px+EtuuDs4NDwssn7TNh3/+O6T5bN/HDnxzuCwiKDQiH+8/NHBnVtnfP7WszeNdv306BatCvJyNiydV9bN+/r1J+579dM+F19xYMemTcsXlnqZpm06DBx7bUBQSHj9qBOJ+75/+zkZf8gze100zi8gML7vsGZtO62YM23NgtnFv8ts8R15ze0hdSItFl9hMP7x3UdH9+8u62b4B4Vcfcu/4jp2ObR7+y8fvpp0/EhZ1xAQHNp96CWd+w1fM3+m1WrtPfKywJCwVfNm/P7tRyazT3zvwV0GXpSTlbly3vTh429q0LTFro0rf3r35byc7HG33d9rxDh5tTO+eGfJjCnyRIuOXcdPfvTk4QPyTpAXcN2YFh26dBs8qlFs64+f/dclN9zVMr7HicMHfnrvZe19OqXeqnLujYT+I4Zccb1fYOCf06cs/vVboYiz154IdE0JtBOsPQGg9tGbAADF0JuAN5AHb+UB3IbhPh9PMnt4MHHR1bf98sGrbz90y3dvPdt10Kjxkx+R5zdo0iwgJCS8bsNewy+tGxWzbPbPhXl5w668UfsuOcee9NBLs7/54N1Hbv/u7WflVHzMjffK8+XU2tcvQF7P+09Mnv/jF/KcvNycD5+8+9SRQ8cT9/7fw7fJYKL4T7f4+XcbNGreT1+mJZ0o6xbmZKZ/9doT1sKCK+58ODKq8bkXqN+42U2Pvrbij6nvPX7Xu4/cERpZ7/Zn3pbz8wPbN3/4pLNtsXHpXPmjSwQT0qiJd8bFd/3m9Sc/f+khHx+fSQ++KMom75bDe3fO//l/TVp3GHHN7eVcQ8MmsXXqR8uPMlmo16jJslk/5WZlDr58Us/hl4bVrS8jg9j2CTLZ6T7kktULZyXu3NKx56Bxt94vv3HqR6+vXei8kZv+Oh3B7Nm0Jjc78/u3ny8eTEh1o5vEdkjwDQgYcc0tezatW79kTkxc2+sffkl750upt6qseyOmdYdO/YYumPr1ycMHR026S96ZQh2u9sTojgbnyhN+vhYfHxkIGo1k4ADcgPUmAEAxjBmhe85gwmSsF2r+aKLZ12hzYzDRsffg0TfcU/y/4l+VR3hGXH2bPICvRQP7t29cu+i3LoMulvPeHWv/2rd1vTxz18ZVM79813mYfeHswNCwyAbR8sy+o66UccOx/Xvk6b2b1x07uLdz/2EysIhq1jKqeZw8Ic9f/vtUh+M8bxmQ13N4z45FU78p9asGeQOL/mAc2rN92sdvyGP+Ex94XoYOJS42/KqbD+/ZvmP9Snk6Len4gp//JyfYg8ddJ84nsmGjlONHtdMnDu2XeUE5F57zw+cLfv5S3tS9W9dHx7Ys5xr2blm3/I9fis458Ounb66Y++vnLz9ksxb2ufjy5GOH5TVkZaTKr37736dXz5/16fP3nzqS2LHP4LDI+s6fMuVzu83Wb9SV2nVGN28lvyUrPaXEjfnr918Sd22z+PrP+Pwd+dA4Q43Fv0c2aNSp77DK/l7ZGWmfv/igzER+//Zj+WnTVh2EUmQ8sXBDzi1dU0d3NAYE+FtkOOFjNhYRAFC7qtyb4D0dAOAe9Cage3J0YjQYzWZzlYcp1WXT8gXr/pxT/Jx+o8e7Tsd26CInriknj7vO2bl+Rc/hY1vF95CJg62gUJ6TfOL0LDcjzTlD9gsMlh+bt40PCA51JR0ZKacKC/JD69Q9sHNzj2GjH3n/xyUzf1gyc8rCX74u/+Y1adnumzeeFhWwesGsxnFt5W27/I4Hprz9vOt8GQK16tRj4/L5rnO2rFjkuPvxFh26zJnyafnX+enz/xZntlxtFNdWi1TKcmz/Lu1Efk6OaznJsq7BYXO+oSAzNUn7NOnoob1b1sd17CrThIL8XHlcLSM9+fQlHY71S+cOn3Bzo9jWMiFKPXVsx7q/ug68eM73n8lL9hx+6ZrFv5V6e+wOW35erra4qfP+mTej68CRjWJbrVv8e6V+r+Sjh7QDfdpV+foHCNUUWJ0ffX0tgf7mAqmw0GgwuP2fHgAvxHoTAKAYBozQPTktMhoN6XnG+6f5v3VF4V1jw9/7NdUD39NRp35D+dHP3991TkpREqFtouEoESQWDbm0KV9IRN1jB3bP+OLtElcov91WWDD2ln+OmnRXp75Dv3vzmZNHDpb106Obt9y4bIGcgYuKmfbJG/Jbugy4aP+2Da4zQ8LrWvz8Lb5/z6gLCwpkjBIYEnbeK5TfOHzCTaF16q/4Y+qB7RtlUCIqwG6zmozmyl5D6qnjBqPRPzDw3N83pWjpCv/AIO3Txb9+2/b593oMH/PXH9NiWrb9+YP/iAo4fuiAcD6UAaLKv5fdWXIxmRUbIV/cPWBQp8CZiXHrkywW3xTnYphFrMou8wlAXaw3AQCKoTcBb1B04NaQkW98bkG9AoPv5EsjQgM8LpdLTzopP4bXi3Kdox3zSS179QdNRsqpmJbti5/TIKZ5QHCoPLFh6bxX775m4S9fNYhpdsWdD5VzJT4Wv8Q920SF2W22r159PDMteezN/wytU087My3puLWwMKxu/RIXTjvfryBddffjdaObfPvfp/YWvXulCip1DXk52ekpSWV99dTRQ9qJ/ds3Hd6zo8/Iyzv3G7pj7XJRMdqAWCu5XPjvpQotmFia3mVHdmOfM7GEttgEvQkAtY/1JgBAMQwY4Q1cA5T0fMP/rYu1mvw8MJ7Yt21TVnpK2669XedENnQuNrl11ZLyv1HOn+s1ajLi6tu0T+U8cMyN9xTm54689naT2ScnM/23bz5cNO3bmDNH7B2GUuaKB3ZsSjozIa8gmTh89+azRqNR/nTXmXs2r4lp0Sai/umExS8gMCgkdGfR8hN2+99djxICQ8La9xxw6sjBKg8lz3sNJh+L63RkVOMtKxa5PjWb/n6fRd3opqeOJB7cudl1zoq50+SvM+KqW1fNnynKZipa+VIT3bylzVq4cfmCcm5VOfeGirRgYl1Bn925TWyS3e78f/lLFv3eVX5YAaDK6E0AgGIYMEL35LTI7pwp2axWa2FBYXKW/bPt7YXFvzbjCV8/5zs1LL7+xc/U3ulgNp+eMxfk5y745WuZRwy54npR9F6AvpdcuXbx79pWmpaiazAaT0+ADUWLC2qLFyyd/VPKiaNDrpg0+aUPr5z88MPv/7B/x6bCgoKgsPBLrp+sXT47I+3Qnu3a6dzMjMgGjes3bjbozBKVcgB3/5tf/ePlj8r5FfwDg8y+JVe+3LN5rbZqo8uCn78qLCwYd+u/tEHhsPE3p5w49lfRapRyup6Xm9OkVfu6UTHdh15S/LsK8nKshYXdhozuP/qqsTfd27x9gjyz98jLW3ToUuInar+ywXD6fnBuwFL0xofzXkOrzj20E1HN4qKatJgz5TPXdcrUJig0XLuTO/cf9tvXHxSfS69Z+FtGatLJI4nJRW/3KIu8BtfP6jVi3LLffpFZTzm3qsS9IX8vo8lkOLNmpHbCWCzv8GRaMLHJ3n9XbkxuXl5uXn5efn5hYaHNqsUUdqIJALWvyqmo6emnnxYAgFoh/1hrU7XMfeuTdm/4ZZdVAPplKFoM0ySP7xuMJrOc7pnsRsvB/Mad6qV0izNv2puXXyhqjtni22PY2J7DL/ULCAytUy8rPS311DH5z69Fx64jr76tbnRMYGhYQU52fl6ujA8Sd20tLMzvMWyMnNwOGHv1vq3rp370uvwHK4/Dj7j61tCIuvJKMlKSgiMiB4yZEBZZ3y8w8OThA/KcrauWyil3dLO4kLDIVfNmzCvaMbRd977y58qPjWLbhNdt8MtHr2mbXxbk53XsPbBRbOv5P/8vNztTu4v6j71anvjrj6ml/hatO/cYfMX1TVu19/X1T08+lX1m0Ufp4M7N9Ro13btlnbZ8Y1rSicN7dnbsPWjw5df3ufhyGVB89epjOVmZ2oVlRtO+x0AZysz5/pPi1y/vELOPpWWn7tGxrZb/9kviri0t47vv27Zhw9J5xS8m77RB4ybKO0EGJUlHE5u3S+h10aVBIWHyQZV3nfw1Sr0GmRr0umjcsQN7egwd3bQTBcTuAAAQAElEQVRNfKc+g6e884Jr6Y3+Y65KTzkV17FrXMcuXQeNWj77p43LFxT/ofL+rxfddPu6ZVpIVKqOfQYHh0TIaCO+z9BOfYeknjo+84t3zvt7ue6NFX9MHT7hZhmR+PoH5uVkyTij3+gJjWNb+wcEyasqPxNxOy2Y2CwG7Mpukp6ZmZaemZqekZ6elZmVnZ2Tl19QUGi1OdMJ8gmgSB0/Maq58Zfd9hwGXzXKbnUUZk2aNCkkJMSniNl8etug8/YpDPzBAoDaoQUT8gByQUHB0bmfbZv9xXUz8gSgX3IUYjIZ5ajEz883KDAgNCQoIjy0TnhYTD3/ibEbHAU5705L8cClMVFdGsQ0/9d//zfjs7eWzPrx3K8+9vG0g7s2f/3qE+Vcwz3/+eS9JyZbC/LLusB1DzzXpGWHF269VHgZLZjYIgbuzG4sU4mUtPTklLRTyampaRnpGZmZWTn5znCi0Gq1MdQHNHFh4t2h5mtnWU9VdOlhVIXDmmfNPDJ//vzo6OiAgAB/f39fX19tJZzzZhO8pwMA3IP1JqB7RXmcQx66lZOknNw8eThXm0QdTsr/el9ngyXAM5fGhIfo2HvQwV1bygkmvFaJYCI1PUMGEympRaWJTGdpQoslKE0AcIsqrzfBHqIA4B4MGOENit7EJMcoVkN+0Y4d4vRHIcK+Fp2va75+8qWC9oRenV6iwlT6aLNoM4lSvpQw4KKxN993YMfmulGN3ntssiiX2eSjbUjhPc4NJpKSU2UwkZqWnpGZlZWTm59f4OxL2JzvHxQAUOvYpwMAFMPBYngJW9GqfPI4bl5evpw4ZWRkaYd5D53Koz2hY1HN4vqPniBPdB9ySYeeA4t/KSyy/qBx1wWFhsd26DLw0mtLHGGzWQssvr4+Pj5fvPRwVnpKWdfvY7F07jesWZv44LA6Y266NzSynvACZQUTKanp6RlZmdk5+c5koiiaIJgA4CZV7k2w3gQA1BLWm4A3MxUdJbf4+Pj5+QYHBoSEBIWHhtSJCGtc1++65utZewI4r3KDicyixsSZzgTBBHAO1puoHaw3AQDq4TAxvErx9oQ8ukt7AqiU8oMJrTFBMAHAE1S5N0E2AQDuwQFieBstnpCTJzmFKh5PHE4ingDKU4FgooBgAoCHYL0JAFAMMzB4ITlxktOngsLC4vFEUjLxBFCmigUTBQQTADwEvQkAUAy9CXgn4gmg4ioYTLArBwDPQW8CABTD3Atei3gCqAiCCQAqojcBAIqhNwFvRjwBlI9gAoCi6E0AgGKYdcHLEU8AZSGYAKAuehMAoBh6EwDxBHAuggkASqM3AQCKYb4FCOIJ4GwEEwBUR28CABRDbwLQEE8AGoIJADpAbwIAFMNMC3AhngAIJgDoA70JAFAMvQmguPLjCZPFn3gCOnZRVy2Y6E8wAUB19CYAQDHMsYASyoknvjmQQDwBvbq4e8CQBK0x0YRgAoDq6E0AgGLoTQDnKiueOHiSeAL6RGMCgM7QmwAAxTC7AkpVTjzx7UHiCehKOY2JjMwsggkAKqI3AQCKoTcBlKXUeCI5Jf3ACeIJ6Ec5i18STABQF70JAFAM8yqgHKXEE2nEE9CP8wYTeXn5BBMAVERvAgAUQ28CKF+JeELO2IgnoA8VCSbkM59gAoCK6E0AgGKYUQHnRTwB/algMCGf+QQTAFREbwIAFENvAqgI4gnoSTnBhLYrB8EEANXRmwAAxTCXAiqIeAL6QDABwBvQmwAAxdCbACqOeAKqO28woe3KQTABQHX0JgBAMcyigEohnoC6KhhMsPglAB2gNwEAiqE3AVRWReKJsEDiCXgWggkAXoXeBAAohvkTUAXnjSfuGks8AQ9CMAHA29CbAADF0JsAqqb8eMLHl3gCnoJgAoAXojcBAIph5gRUWXnxxAHiCXgEggkA3oneBAAoht4EcCHKiif2EU/AAxBMAPBa9CYAQDHMmYALRDwBz0QwAcCb0ZsAAMXQmwAuHPEEPA3BBAAvR28CABTDbAmoFiXiiYzMLOIJuAvBBADQmwAAxdCbAKoL8QQ8AcEEAAh6EwCgHOZJQDVyxRN5efnEE6h9BBMAoKE3AQCKoTcBVC/iCbgLwQQAuNCbAADFMEMCqh3xBGofwQQAFEdvAgAUQ28CqAl2u514ArWGYAIASqA3AQCKYW4E1AQ5JCKeQO0gmACAc9GbAADF0JsAagjxBGoBwQQAlIreBAAohlkRUHOIJ1CjCCYAoCz0JgBAMfQmgBpFPIEaQjABAOWgNwEAimE+BNQ04glUO4IJACgfvQkAUAy9CaAWEE+gGhFMAMB50ZsAAMUwEwJqB/EEqgXBBABUBL0JAFAMvQmg1hBP4AIRTABABdGbAADFMAcCahPxBKqMYAIAKo7eBAAoht4EUMuIJ1AFBBMAUCn0JgBAMcx+gNpHPIFKIZgAgMqiNwEAiqE3AbgF8QQqiGACAKqA3gQAKIZ5D+AuxBM4Ly2Y2Cb6ymAiPSOreDAhny0EEwBQFnoTAKAYehOAGxFPoByuYGJ7djMZTKSkpSenpBFMAEBF0JsAAMUw4wHcq5x44tCpvA2ZXfz8iCe8UclgItUZTMhnRWra6WBCPlsIJgCgLPQmAEAx9CYAtysrnhgdlRliz595jPaE1yklmEiVwUSaDCbkp1owIZ8tBBMAUJYq9ybMAgDgDsx1AE9wJp4468wFu0SSw2YODEvNS7im6ToZT7z3a0paNomizpUdTGQUDyZkmEUwAQBloTcBAIphlgN4CC2eMNit41vYjNY8OQVdsDvrwIlM1p7wKucNJvLzCSYA4PxYbwIAFMMsB/AckX6O/xtkHNLYVsdiZWlML1SRYEImEwQTAHBeVe5N8J4OAHAPehOA5ziVK5Yftf20S2TbjObSBkffCt7coVsEEwBQjehNAIBiOPwKuF0dP8fENqf/LX62xZFRwMaiXodgAgCqF+tNAIBiOPAKuFeXeoaPh5v7NTIE+fz9z7GcjUWJJ/SHYAIAqh29CQBQDDMbwL2S8xxbkhz3LLBnFZ71z5F4wksQTABATaA3AQCKoTcBuEWIRcSFOU8cyBBPLrfnlTbrJJ7QPYIJAKgh9CYAQDHMaYDa16OB4ePhpuvbn3/8QzyhYwQTAFBz2KcDABRDbwKofe0ixbyDjs+32Cty4TPxROlfZecORWnBxC5j3+2ZBBMAUP2q3JsgmwAA9+BgK1BrWoaLI5mObKvhsy2OSgWDxBM6owUTiT59C4zNHXmZBBMAUO1YbwIAFMM8Bqgd17Yx/N8Q8+jYKo55eHOHbrjeyrE6vVlaRmabgAxLQTrBBABUL9abAADFMI8BaoGP0TGsifGrbfbvd1Y9DySe0IGz1phIz1qxN+3IqbRhddPriEyCCQCoRqw3AQCKoTcB1KggH5FVKArthrvmWXOsF5oa8OYOpZW2+GX6z3vThtXPvKFFdlpSzsoUggkAqB70JgBAMRxgBWrO2FjDd6NM2l6hFx5MaGhPKKqsXTlS0jI+WpWxKjHrn/HWjuFWggkAqBasNwEAiuHQKlBDZCRxSwfjR5vsu9NE9SKeUM55tgvNyf3vyrzFB/Mf7eboUb9Cu7cAAMpHbwIAFMPcBah2QT7OjzKSuHqWbca+GgkAiScUcp5gQltjotD62srCP/YXPtHT2DuKRw0ALhS9CQBQDL0JoBr5mcQ/uxg/GWHSPs0qFDWHeEIJFQomtDUm7Pa31jl+P2CX8cTARjxqAHBBqtybYC1MAHAPxr9ANbqypWFwY8OLq2ppvQCWxvRwlQgmzqwxIeMJq93xSA953M6+6DCPGgBUEft0AIBiGPkC1ejHXY6lR23700WtqWA88c7UlMxc/rnXqioEE5p3N9iFMMp4wmy0z0vkUQOAqqA3AQCKoTcBXCCzQdzU3mB1iM+2OPJsojaDCU3F4onw935NJZ6oNVUOJjQyniiwGR/o5mxPEE8AQBXQmwAAxTDmBS7QM32MLcIMb6xx5/YKFYsnBPFE7bjAYELz8WZne0LGExaTffZ+HjUAqBx6EwCgGHoTwAX6Yov9RI7IKBDuRTzhIaolmNDIeCLPZryvi0kIG/EEAFQK+3QAgGIY7QJVEOErXu1v6hDpPL07zf3BhOa8O3f4+QfcNTY82J9MsqZUYzCh+Wqb/aNNNhlPjInlUQOASqA3AQCKYbQLVFaQj/hkhCm7UGR6RiRRHO0JN6r2YELz0y75SNn+0dnZnpi+l0cNACqE9SYAQDGMc4HKyioU3223/3bAIU94IOIJt6ihYEIj44kCG/EEAFQCvQkAUAy9CaCCgnwc41sZP9viHOv8uNuj54fEE7WsRoMJTVEk4YwnLCZbUZMCAFAeehMAoBhGuEBFxIWJZ/uasgsMM/baTuUKz0c8UWtqIZjQyHjCardpS2MSTwBA+ehNAIBi6E0AFXEsW8zZL77ebi20K/OPhniiFtRaMKEp2q3Ddm+C0d/s+GqbO7etBQAPR28CABTDjAQoR2yo6FjXMHWPc2mJz7falUvziCdqVC0HExoZTxTY7A90M/qZjB9vJp4AgNLRmwAAxdCbAMpycXNxX4J540nH1D3VNrGsfcQTNcQtwYRmXqLDarc/0sMoBPEEAJSO3gQAKIa5CFCWrAIxbbf9g4021UM84olq58ZgQrPosHyk7A91N1pMxnc3EE8AQEn0JgBAMfQmgBIaBMoPjuPZhj8Piz8Pq/c+jlIRT1QjtwcTGhlPFNjtT/R0tieIJwCghCr3JowCAOAOzEKA4kY1N3w8zDSuhUnozpl4wlZQWJiXly+n0BmZWXI6nZySvu9E3rcHEvz8A+4aGx7sT2JZHg8JJjTLjzqeW2GXT9p7E3jUAOAsVe5NkE0AgHswngWKi480fLbF/v5GfR6FJp64QB4VTGhkPPHMcvuIpkZnPOEgbQaA0+hNAIBiGMkCUud6p0+8uMo+dY+e/1kQT1SZBwYTmpXHi+KJJsYHuhuJJwBAQ28CABTD/ANezsfouLez8T/9zb2ihJcgnqgCjw0mNDKeeHyZfVAj4gkAOI3eBAAohjEsvJy/2dA7yvDyKutfR4X3IJ6oFA8PJjTrTjrjiQGNjM69RYknAHg9ehMAoBhmHvBaQT7OjxkF4sY/rAsShbchnqggJYIJjYwnHl1i7xPtjCeMJM8AvBu9CQBQDKNXeKeb2hu+HmUKLooncqxeOv0mnjgvhYIJzaYkZzzRO8r4eC8T8QQAb0ZvAgAUQ28CXmhAI8PFzQz/WWXLLBRejniiHMoFExoZTzy0xJZQ30A8AcCb0ZsAAMUwboVX0YoSiw87bv7D5lULTJSDeKJUigYTmm3J4sHFZ+IJA3/mAXgjehMAoBh6E/ASEb7ixX7Gl/qZtE/TC3ju/414ogSlgwnNrlRnPNG5nuFp4gkAXoneBAAohhErvMQd8cbYUMM76z10Jul2xBMuOggmNDKe+PciW4e6znjCRBYHwMvQmwAALkXs0wAAEABJREFUxTBehb75ne5JiM+22u+cZ92ZKlAW4gmho2BCszfdGU+0rWN4vq+ReAKAV6E3AQCKoTcBHYv0F28NMl3R0jk6OZ4tUvKYnJ2Hl8cTOgsmNDKeuH+xLS7MGU/4GPmTD8Bb0JsAAMUwV4OOyWDCYnZsPMl8rBK8Np7QZTChOZjhjCdiQw0v9jUTTwDwEvQmAEAxjFKhYy+vst02x7Y7TaBSvDCe0HEwoZHxxL8WWZuECBlPWEz84Qegf/QmAEAx9CagMzHB4s2BpsZBztObk0Shned4VXhVPKH7YEJzOMsg44nGIeI//YgnAOgfvQkAUAzjU+iJDCY+GWHOKHBkFvLUvlBeEk94STChkfHEfQttDYOc8YRrmVgA0CV6EwCgGI4pQ08SM8UTS21PLren5fPUrga6jye8KpjQHM8WMp6oHyBeHWAkngCgY/QmAEAxHFyGDrStI57tfXossfI4T+rqpON4wguDCY0znlhkq+NnkPFEgJl/LwD0id4EACiGg8tQXb9o8eYgc6CP8Oct9DVDl/GE1wYTmpM5zngizNfw2kAT8QQAXaI3AQCKYUwK1e1LE59sst2/2J5rI2qrKTqLJ7w8mNA444mF1gCzM54I8hEAoDP0JgBAMUzmoKiEeoaBjZ3P3yPZ4oddhGw1TjfxBMGES3Ke4Z8LbTKeeGOgkXgCgM7QmwAAxTClg4pubGd8ub8pNkygNukgniCYKCE1X8h4wmQgngCgN/QmAEAx9Cagov3pjof/tH26mWyttikdTxBMlErGE/9aZNXiiVAL/6YA6AS9CQBQDONQKGRMrCHS3/mcXXTYse4kT173UDSeIJgoR3qBQcYT8sQbA83EEwD0gd4EACiG3gRUcW9n4z86m/pE8Zx1P+XiCYKJ8yqKJ+w2h0PGE+G+AgBUR28CABTDATIowcfoaBRseO4v6697BTyBQvEEwUQFZRUKGU/k2x3/HWQingCgOnoTAKAYjkHDw/Vo4HySFtoND/xpW3JEwHMoEU8QTFSKjCf+vciWY3XGE3X8yK4BKIzeBAAohrEnPFaIRTzb2/hcX1OTEAHP5OHxBMFEFeRYDTKeyCxwvDnITDwBQF30JgBAMfQm4LGCLSLUIm6bYz2YIeCxPDaeIJioMhlPPLDYnpbvjCfqBQgAUBG9CQBQDAfF4IFahTs/HskS9y6yHyCY8HgeGE8QTFygPJuQ8URSrnhzoIl4AoCK6E0AgGLoTcCjhFoc/x1oera3SUApHhVPDOtCMFENZDzx0BLriRxnPNEgUACAWuhNAIBi6E3Ao4xpYYrwE0/+xYxRPR4STwyK9x/ehWCiehTYDDKeOJIl3hxEPAFAMfQmAEAx9CbgIfxNzjHEV9vsd8y17kwRUJHb4wkZTFzcI4hgohrJeOLRpdb96Q4ZTzQKIs0GoAx6EwCgGEaacDs54XlvqPHOTqffx5FrIzFTmBvjCYKJGlJoNzy+1C7jiTcGmoknAKiC3gQAKIZZINzu313NqXniiy12AV1wSzxBMFGjbA4h44kdKc54gj19ASiB3gQAKIZDYHCXAPPpZ9+Ty22PLbWn5AvoRi3HEwQTtUDGE0//ZZPxxOsDTMQTADwfvQkAUAy9CbhFi1Dx0TBzt/rO0xkFAvpTa/EEwUStsTsMMp7YlEQ8AUAB9CYAQDH0JlD7Qn0d/x1kOpUrDmYK6FgtxBMEE7VMxhPPn4knYkMFAHgsehMAoBh6E6h96fmGp5fb/7nIdjJHQN9qNJ4gmHALu3DGE2tP2F8bSDwBwHPRmwAAxdCbQK3pECneGWwM9nGeXnuSp563qKF4gmDCjWQ88dJK+6pjzniiZbgAAA9EbwIAFENvArWjewPx+kDznlRRYCeV8DrVHk8QTLifwRlPLD9qf2UA8QQAT0RvAgAUwzQRtWPVcfHQn9a31tvzbQRi3qga4wmCCU9hMLy6yr7siDOeaFtHAIBHoTcBAIphmoga1S9a/KPz6WfZ+pMC3qxa4gmCCc9SFE8sTLT/px/xBADPQm8CABRDbwI1Z3xLwxO9zKEWEjCcdoHxBMGEJzIY3lrnmFcUT3SM5B87AE9BbwIAFMNAEjVnd5rjxRW2F1baBXBGleMJgglPJuOJ3w84XuxnTKjHqwoAj0BvAgAUQ28C1e6ipgbt8On6k2LRYZ5iKKl4PHFXu4JGltLjiUC/v4eVBBOe790N9ml77M/3MfZoQDwBwP3oTQCAYhhCono92cvwr66mRiFEEiiPFk8Mb2zv3cA+tmlhqe2JyWfiCS2Y2Cr6bMtqmpaeSTDhsT7Z7Phsq/2p3sQTANyvyr0JswAAuAMzSFSvjSfFN9use9MFUL76AY6b2wtht7aPEK2D7Tsyz/rqt47OVzdde9eY8F2H8/u2D9hk7bE9p0lmZmZaRibBhCf7aZd8VXHGE8+vsC8/yisMALehNwEAiuHYFqrF1a0NFpNzEPDrXgfBBM7LbBCPdDMGmJ2DRxlPXNvKXnLtiZP53x7oFBDgJ4OJVdmd16U0cp6fmpaUnCq/SjDhyWQ88cFG+xM9jb2jeIUB4Db0JgBAMRzVwgUKMDse7Wnq3sC4J9Wx+oQAKmJSO0ObSOehKUPRka1mwbaEOrZ1yX9fwO6wW60hnxe0a1MnZ3NmpM2ampOXl5mZXZRKZBJMeLjpe53tCRlPPEd7AoCbVLk3QTYBAO7BUS1cIB+jCLWI+xZYt6UIoCJaR4jxrf7uzGrxxFUtxao/C/KKznGuRuGw22z2vPyAxGR/kymp6HRBVnaODCaysnIIJjyfjCesdvvjPY2vrLKzJi6A2kdvAgAUw4ARVZZQz7DupCO9wHD3AnYJRUUF+YiHu5uMZw8ZZTzRPNQwIMqx8GihOJNNyNwhLy/fYvExmYwymygoKMzJzcvOycnOyZOxREEhwYSnm73f2Z54uIfMoYgnANQ2ehMAoBh6E6iCBoHi0e7G6GDDpNnWbCtPIlTCPZ2NUUGlPGdkPHFVKzE/0VpwZhcPGT7IbMLHYjYajDKqKCywykQiN88ZS8hgQqYVBBOeT8YTBTZnPGE22uclEk8AqD30JgBAMQwVUQUNAkSOVdw2h2AClTOwkWFgTJkroEcFiRFNxW8HbI4iMp4oKLSajE7ytM1ut1qtMrAo6ksQTCijKJKw/7ubsz1BPAGg1tCbAADFMLNExQWYHfUDxf50w4ZTYsMpO08fVEqDQPGPzufZmu26NoY5B5yxg8PhbEaYTFYZTGhfcsYTMpJwZhQOggm1yEjCarc/2J14AkDtoTcBAIphkIgKig4Uz/U15VjFP+azugQqzSAcj3QzhfieZ6QY4WcY18IwZacMIAx2o8Nqcw4utfGlzCac+406P/J3Sz1F60044wmLyV60DgUA1Cx6EwCgGA58o4ImtjNmF4qXVhJMoCrGtzJqm4ae14RWxpl7rdlWYbPZShz1IpVQmownCop27pAhBfEEgJpGbwIAFMPwEOULNDu0RSXeXmfLYXUJVEnrCDGpbYWCCSnIYrispemrbc4UjDBCZ5YfdTy/whlPmI326Xt5cAHUIHoTAKAY5pooR7s64uHu5pn77FN2OggmUGU7UsSoqaWsEPHGQKOvSRzIcASZDYEWEehjCPZxBFoMl7YwzNwrUvMF9EfGE88stz/Vy9meIJ4AUHPoTQCAYhgYohyP9jCtOeGYvodlL1EjgnzEokOOb3c4+FPkVVYedzzzlzOesJjsP+3ioQdQI+hNAIBimHHiXAHm0y2J2+fasgoFTxPUkGBfkVEg4IVkPPH4MvuzfZztCeIJADWhyr2Jir4FEQBQvRgSooTO9cT/RpoaBTmfGkXBBFBTInwNWWQT3mrdSceTy+w3tDNe0ZL0E0D1q3JvgmwCANyDISGKiwsT/+lv3pQkj2bz1EDN8jU55EGtrAICUu8l44lHl9ivb2uc2IY/OACqGetNAIBimBaguN1p4omltpXHeV6gxgVbnB8z6OZ4t01JjseW2l/oa/QzOz7ezBbFAKoNvQkAUAzHqiANjhGv9Deaip4NBBOoHcEW5xMuk804vJ6MJx5aYhsVa7i1AzMCANWG9SYAQDFMQzGuheHh7uZNpxw2ng2oRcE+RdkEvQkIsS1ZPFoUT0zuxKQAQPVgnw4AUAy9Ccw5YN+W7NiZKoDaFGxxDhyd600Y+DsEZzzx4GLbf/qb5DHLdzfw5g4AF4reBAAohiPlXmtCK4O2PH621UAwgdons4nMAkEwAZddqeKhP21DmxjuTeBZAeBCsd4EACiGAaB3+mcX480dTAHUFuE+wT4iq5B0FGeR8cS/F9n6RRuJJwBcIPbpAADFMDPwTptOORYkWjeeEoC7BPsW9SaAs+1Nd7Ynit7cYX9rrZ1mDYCqoTcBAIph0OdVrmltaBDoPDE/0UEwAfcK9jFkkE2gNDKeuH+xrU+U8YHuRuEgQgdQFaw3AQCKYdDnJQLNjrcGGq9sZWwUJABPQG8C5TiYIR7409atPvEEgCqiNwEAiqE34SWyrYY1Jxy3zbGtOSEATxDEehMol4wn/rXI2qW+8ZEexBMAKo3eBAAohuGevvkYHde2Of3a/NV2x6lcAXgI5z4d+QIox+Esw78XWePrOeMJI69XACqD3gQAKIbehI5F+DneHGS6vp0pJlgAnibUYkgjm8D5yHjivoW2DpHGx3uZiCcAVBy9CQBQDAM9HQu2GApshpt/tyZmCsCj+Bgd9QINx7L5C4TzO54t/rXY1jrcQDwBoOLoTQCAYuhN6I+vydE2wnniYIb45yLboSwBeJpGRV2ew6RmqBgZT9y3yBYXVhRPGIgnAJwfvQkAUAxDPJ1pHSE+GmZ2rmwPeLCoQKPN7jhObwIVdjLHubGojCeeJp4AUAH0JgBAMfQmdCY2zLA1yTF5nk0AHiw6SBzLdtj5C4TKkPHEfQutMSHOeMLEcwdAuehNAIBiOPakD5H+oq6/88SsfY5X1thzrAzb4dGigw28oQNVkJxnuH+RM554vq+ReAJAOehNAIBiGNrpQJs64t0hphva82BCGY2CxNEsolFUhYwn/rnQVs/fGU/4GHkWASgdvQkAUAzDurLY7XaHIv9d30asPWb7YIO1/ItJAvAMUcEshImqS80X/17sjCde7GsmngBQqir3JswCAOAOHGovi49RmI1q3D1PLddefY1+5b6cWm0OVqGAJ5CTyTp+xiPZVgFUlYwn/rXI+uoAk4wnHl1qLbTzagbgLPQmAEAxHG8CUMuahjjHi0fY3RYXJr3AcP8ie5BFPNvbJADgbKw3AQCK4UgTgFoWFWQosDlO5gjgAmUWioeXWBsHG/7VhdkEgLPQmwAAxdCbAFDL2kcatiXztwfVIz3f8OhSW//GhnEtCNsB/I3eBAAohqEcgFrWt5FYdoRsAtUmMVM8v9x2a0djQj1e0wCcRm8CABTD/ABAbWoVLur4GZcc5m8PqtOak+LjTfanehtjggUACCqEl2EAABAASURBVHoTAKAcjjFduLFjLl4yf2b3rgnydFRUw/vvu2v+H9M6xXeQnwYHBU66bsIvP3x52y3Xn/uNJS5cvubNmiyeP/2m668VgMr6RBt2pdpT8gVQvabucSxMtL/UzxRqIfkCQG8CAFTDCO7CGQ2GkNDTh+ratm7ZqmWL+vUitU9jY5tHRzVoGRdb6jeWuPB5BfgH+FjYdRtqG9zY8NdR/vCgRry9zn4ky/FCX7OPkecY4O3oTQCAYuhNVEGdiIi77rjJ9enUX2fFdx2was06eXregsULFi11fWnDxs3fTvmlrOspceHy7dt/sFvvoR9+/KUAlNUkRNQLNC4/ahdADbALw4srbY1DxFWtmFwA3o7eBAAohkNLVTBu7MX+fn5lfbWwsKD4pwX5BaJsJS4M6FufKMPJbPv+dEJR1JS0fMNPuxxXtDIG+wgA3ozeBAAohilCZY0ZPfLmmyYKAJXXJ9qw+LAAatSPO+15heK6tswvAK9GbwIAFENvohx1I+u8+vIzzz398K8/f71l/dJO8R0SOne4avy44KDAkRcN+/arjy4dc3FUVMN/3Xfn/D+mdUmIFxcgJCT46y8/kD9l8fzp/fv20s684rLR8pz77r5dW1Pz5ylfaO8ladiwwT2Tb5sz+0d5SXmZaT9/tXThrKsnXP73tYWGPP/MI08/8dB3X38sr2H18rny1o4ZNUIA7lPXX8SF84YO1Lg8m/hsi310c0OkPy9xgPeiNwEAiqE3UY4H7r/7zyXLn3j65bGXX7dytXM5iXXrN994yz/kid9+n3vNxNumTZ/dtnXLli1iK76eZVkyMjKvv2ny/v2JmRlZfy79Sztz6fKVW7fuePOdD1u0iG3YoEGrli208+Nim4WGhUQ1bDjhykubNon59rufc3Pz7rrtRte1vfX6Czk5uU8/95+rr7t1zdoNFovl/geemD7rDwG4z+hYQ0a+fWsS00XUuDkH7YcyxY3tTQKAt6I3AQCKYZZQjri45h07tNVO//zL9FIvM2/B4oWLl4nqYLPZvvpmStOmMf379dbOGX3xiJm/zZEn1m/Y9N2Un1yXlOHFmjXr5Yllf6167b/v/vDTNJmShEeExTSOlmfGd2zfrUvn7Tt2axdevmK1yWSSVysA9wnycYxpYZy+1yEMJKKocfJ59t5G25AYQ6MgXuUAL0VvAgAUwyyhHJs3b796wuU/T/liyKD+s3+ft2Hj5lIvlp+fL6rJz9NmnkpKuu7qK7RPhwwe8OvM37XTeXln/ZSCgkL58fDho9qnSckp8mNwsHMrU39/5zqdkXUitC9lZ2fLj0ePHReA+1ze0ij/2vy8izd0oJZsPCXWHHfc1pHqBOCl6E0AgGI4olSOp559+cNPvmwR2+ytN1589eVnggIDSr1YNd6HNptt6rTZvXp2axkXm9C5w+EjRzPSM07/lLPjf8fZP1b7qrHoZXjlqrW7du8dedFQk8k5KO/Rrcu06bMOHjwkADcJ8nGMizP+tMuRbSUORe2ZtsfeM8rIqhOAd6I3AQCKYaJQDvmq9s67H196xcTf5y4YOWLIrbdcL2reV9/+kJ9fcP3Eqy4fN2bar7NF5cmbPfmeB9PS05987IHJd9y87K9Vjz/1kgDcZ1ycyW537p4ggFq04aTIK3R0b8gLHeCNqtybMAsAgDtwOKkc991zx5tvf7D/QOK/H3wy/KOwzvEd5Jl2u/M+M9TYe+ZTU9P+mLvgouFD9u8/8NiTL4gquXzc6Nf/+97WbTsE4G5+JnFpC8OPu+x5NgHUJqtDrDlp79nAOHsfuRjgdarcmyCbAAD34HBSOQb0771z5+7f/pgvT6elpR0/flKeKCwszMrO6RTfvlnTmITOHX+eOtPH7HzrhPYGCsnHx1L06elKoMXX+anZXPp7nktcWPPl11PGXHLR4iV/FT/T7OMjnO/aOH1Jf39/56dnfqjRaHRdpkGDerfdMqlp05iTJ5O0r+bm5U77dfb+g4cFUOsub+lM8qbuJgiFG6w4KiZ3NvgYHYV2Xu4A70JvAgAUw3ShHCaD6ZWXnh47emRqavqxYyf++/YH2vnfff/TpOuuuv2WGx554rkuCfFjLhkpz7z2qivS0jOCAv3HXzFWfnrXHTe/9c6HSckp9997l/xUZg179u6fM3dh8etP6Nyh+IU3bd6qnb9r1549+/b/PG2m65KNG0XfcdsN8sTAAX02bdnmXC/zmivlp/Lbs7OzCwoKR40cKj+ddN34rMws+b0rVq5p3qxJxw5tQkJCtWUyLh93yRVX33LkRJIAapGfSVwWZ5yyk9IE3GPlMfv9XY3xdQ1rTggAXqXKvQlDlb8TAFAp8u+t3W63Wq0FBQVH5362ffYX187IEziHSdjNRvccZ4uJafTog/fd8Y9/iyqR337nrTfK3ET71N/PP65Fs+snXTVj1tw/Fi4VQC26qpXh8pbGa2ZZOWoNd/nvQNOeNMe7G3hbBzxCXJh4d6j52lnWU7kCNcdhzbNlHZ03b150dHRAQIC/v7+vr6/ZbDaZTOftU7AWJgC4B8GwB5p4zZW//DpLVNWzTz68e88+16e5ebmbtmw7ePDwxk1bBVCLIv3F1W2cpQmCCbjRimP23lE8AwGvw3oTAKAYxmue49GH7rt4xLCt23fIRP+Fl/8rqiqyTsRNN1wTGBTgWguzS+f4bdt3nkpKFgYOBqCWGITjiZ6m41liGitNwK3+Ouq4uYMhyEdkFQoA3oP1JgBAMUwaPIfN5vDz9zuVlPTyK2+JC3D3Px++7trxQwb3v3HSNQcOJq5fv+nTL789evSYAGrRNW2MzUMNd8yzWfkrA7dKzBSFNkcdf7IJwLvQmwAAxdCb8Bz/ee0t+Z+4YPsPJD73wmsCcJ8WoWJiW+M76+1HsgTgdhkFItLPcDCDnAzwIvQmAEAxjNQAVC8/k3iil2nVMcesffyBgUdIy3f2JgB4FXoTAKAYehMAqtednQwWs+OV1WyLAE+RlifIJgBvQ28CABTDYc2y2BzCbnPP3VPX33FDe9Nnm+3J1bq7q90hDGRRqGE9Ghguamr892Ib7+2H58gooDcBeB16EwCgGOaqZTIY3RXcnMwT7SNNw5oavttZnTeBYAI1LcJXPNDN+OMu++YkAXiO9HxDvQBBGg94FXoTAKAYRmqe6cEltpQ8B9kR1PLv7saTuY5PNvN3BZ4lvcDRpg5/TgHvQm8CABTDYM0zHc8WPDhQy03tDe3qGO6aaxOAh0nPExF+/EUFvEuVexNGAQBwB45veqzO9UTbCAEoYUiMGN/K+Nxy25FsAXgam0P4cSQU8DJV7k2QTQCAe3AgyWMNbWK8rh2vj1CADNHu72L6dJN9zUkBAIAnoDcBAIqhN+GxVh93dK5rCDDzEMGjNQh0PNvHtOyo48fdPFcBAJ6C3gQAKIbehMdae9zx+FJ7jpWHCJ7LzyRe6Gs+lu14ZTXLTAAAPAj7dACAYjjQ6bEyC8Xakzw+8FwG4WxMBJjFA4vshXZCNACAB6E3AQCKYT7h4fpG8RDBQ90Rb2oTYXh8qS0lXwAA4FFYbwIAFMNxeU9WP0A82dvUrb4APM3IpoZxccYXVtr2pgsAADwNvQkAUAwH5T3ZiRyxN83RO4pXSXiWthHingTj/7baVhwTAAB4INabAADF0JvwcO9tsB3LdhAiwXMUbcxhXnrE8fV2/n4AADxUlXsTZBMA4B5MeT3c5iTBowTPEWB2vNDXfDJX25iDZyYAwEPRmwAAxXDc0/NF+IqYELHhlADcyygcT/dmYw54Lh+jY3wro/GcCUmLMGExiYltS3l/3K4Ux8rjvBICOkRvAgAUw/TC801obezV0DDpd5sA3OrOTs6NOe5byMYc8FAyMguxiHFxpa/RM7FtyVe8Apvjjrk0gAB9Yp8OAFAMR4s83/Kj9gZBhphgAbjRyKaGsS3YmAOe7ost9pPZFX1lm7LTcTiLYALQJ/bpAADFMCjzfBtPief+siZmCsBd4uuyMQfUkGszfLLZXpFLHspwfL+DPhqgW/QmAEAx9CaUsOSIANwlOkg83dvExhxQxaLDjg0nzx9PvL3exrIpgI7RmwAAxTAuU0XneiLcVwC1LMDseLaP6Vi2tjEHoIa319kKbOVNSxYl2jeywDCga/QmAEAxHAZVgsXkeL6PqXsDoiTUKtfGHI8vYWMOqORwlmHKzjJf33IKHR9V7H0fANRFbwIAFMNsQwkFNsOa445uDXm4UKvuSTC2iTA8vpSNOaCe73fYyloU88ut9qRcAUDf6E0AgGLoTaji25323/dzoA+1Z0ys4eLmJjbmgKIK7Yb3NpbyRqRdKY5f9/C3FNA/ehMAoBgOxKtiZ4pYc0IAtSO+rrgzno05oLblR8XyIyVjiLfW2ey89AFegN4EACiG3oRCfIyOhgECqGlszAHd+L8N9pzCv5/Gcw7Yd6cJAN6A3gQAKIaDRwoZE2t8Y5BJADUpyEe82JeNOaATSbnO1SW002l5jo838awGvAW9CQBQDEdFFSKPY9fxN7QMF0ANMQrHs32MFhMbc0A/ft1jP5ThfK37ZLM9vYBnNeAt6E0AgGIYpinkRI54c60tJU8ANeSeBGNcGBtzQFfswvD2etuGk/Y5B0njAS9S5d6EWQAA3IGRmlpm7+cRQ00ZW7Qxx5PLrGzMAZ3ZeEr+x94cgHehNwEAiqE3oZxIf0eQDwkFqplzY45ObMwBANAJ1psAAMUwx1XOu0PMI5vyuonqpG3MseQwG3MAAHSC3gQAKIbehHJWHLP3juZ1E9WGjTmge/LwqbGYKh9NBaAQ1psAAMVwkFQ5CxMdseG8cRrVw2QQ2sYc/1zIxhzQIS2VkDOUYD9jTqHzGe4oYrdrH/lbCuhWlXsTZBMA4B7MRZSz4ZT8j0wJ1eP+Ls6NOe5byMYc0CGtJGEymYL9TR9O9D2V6Xh4qr2Iw2q12ux2mVzYbNSFAH1ivQkAUAxzXEWF+fLQ4UJdFmcY2tT4wkobG3NAf2QsYTIZzSZTWJDl40n+dQMc3ZsYX7vCNygwICDAz9/Pz+LjIy8gkwsBQI9YbwIAFENvQkW9osQPo338GFHjAnStJ27ryMYc0CdXMBEe4vvJREuEn+3DGenvz0jr3Mj2yjhDWEhgYKBMJ3x9LRazvBDxBKBH9CYAQDEcfFfR1iTn0YCu9UmWUEXRQeJxNuaATmnBhI/ZHB7s+/F1lgh/20cz03MKHEkZ9g9mpLWtb31mpDU8NDA4MEDGExYfH+IJQJfoTQCAYpjdqiijQHy7w34sm1klqkLbmONoFhtzQIeKBxMfXecT7md9f4YzmNC+KuOJ96entorMf3x4PvEEoG/0JgBAMcxuFfXlVgdrBKAKXBtzPL6EjTmgN8WDiQ+vNWvBRHbeWS90WjwRF577yNBc4glAx+hNAIBimJooLdRCuITK0TbmeHwpG3NAbyoSTGi0eKJFWM5Dg7OJJwC9ojfA6tvHAAAQAElEQVQBAIphaquuV/ubrmvLMBqVcHlLNuaAPlU8mNAQTwC6R28CABRDb0Jd25IdfaN5AFFRXeuJWzuwMQd0qLLBhKZ4PBERFiTjCX//v+OJKh9xBeAh6E0AgGLoTahryWH7rH12AVRATDAbc0CfXMFERLCl4sGExhVPPDI4Q8YTQQHOeELmEzKekFdLPAEojd4EACiGkZe69qQL5pmoCDbmgF4VDyY+nlS5YEKjxRPNQvNc8YSfn69WnyCeAJRGbwIAFMPUFtA3bWMOk5GNOaA3JYKJEB9bZYMJTanxhMViJp4AlEZvAgAUw5hLac1DxJRLTCEWAZSFjTmgS9UVTGiIJwD9oTcBAIqhN6G0AxkOi0n0bMi4GaUbz8Yc0KPqDSY0xBOAztCbAADFMNpSml0Yft5lL2BBTJSmaz1xMxtzQHdqIpjQEE8AekJvAgAUQ29CdV9vdyw6xMOIkrSNOf5kYw7oS80FExriCUA36E0AgGIYZwH6E+rrYGMO6E9NBxMa4glAH+hNAIBiOKKqA3d0NNyXwHAZp/kYHc/3MbExB3SmdoIJDfEEoAP0JgBAMYywdCAxUwxobDQSNKHIPxNMTUPYmAO6UpvBhIZ4AlAdvQkAUAzTWR1YcdSx6pg91JexMsSEVmzMAb1xBRN1Q2spmNAQTwBKozcBAIphbKUD8vD4S6scqRwk93o9G4qb2rMxB3SleDDx6SSfWgsmNMQTgLroTQCAYuhNAPoQEywe68HGHNCVEsGEv8lam8GEhngCUBS9CQBQDKMqfQj1dbwz2NgiVMA7aRtzHGJjDuiIJwQTGuIJQEX0JgBAMRxg1Yf0PNEg0NArmtdTb8TGHNAfzwkmNMQTgHLoTQCAYhhP6YTBsOgQQZOXerAbG3NAVzwtmNAQTwBqoTcBAIphOqsb726wf7XNLuBlrm5tGNCYjTmgHyWCiQCz7cOZ7g8mNMQTgELoTQCAYhhJAerq2VDc0I6NOaAf5wYTH8xIy8z1oBSdeAJQBb0JAFAMvQk9GRZjeKYXL6neIjaUjTmgK54fTGiIJwAl0JsAAMUwhtITm3D0jDKEWAR0L9TX8Twbc0BHVAkmNMQTgOejNwEAiuF4q56sPOo4kC4i/AT0TduYQ55gYw7og1rBhIZ4AvBw9CYAQDGMnvQk22q4fZ7tQIaAvrExB/TEFUzUD1cmmNAQTwCejN4EACiG3gSglmvbsDEH9OOsYGKiSaFgQkM8AXgsehMAoBjGTfrzSn9jjwY8sPrUs6G4vp2JjTmgDyWCCT+TQ61gQkM8AXgmehMAoBh6E/oTYDZ0byigP9rGHIsP2dmYAzqgj2BCQzwBeCB6EwCgGEZM+rP0iL2uPw+s3kT4CjbmgG7oKZjQEE8AnobeBAAohsOv+vP9TseTy+0COuLcmKOfc7DExhzQAf0FExriCcCj0JsAAMUwVgI834PdTI2D2JgDenD2rhxm3QQTGuIJwHPQmwAAxdCb0KX4uuIfnRgE68TEtkY25oA+lAwmjIrtylERxBOAh6A3AQCKYZSkS4U2MaaFKcJXQHX9op3ZBBtzQAdKCybSdRZMaIgnAE9AbwIAFENvQpe2pYijWfaWEQJKiw0VD3VnYw7ogfcEExriCcDt6E0AgGIYH+nVDb/bOdKuNG1jjsRMNuaA8rwtmNAQTwDuRW8CABTD0VjAA1lMbMwBnXAFE1F1vCiY0BBPAG5EbwIAFMPISMdu7mDo0YBHWEmPdWdjDuhB8WDis4k+XhVMaMqPJwSAGkNvAgAUQ29CxxoGGoY1JZtQz6S2hl7RbMwB5cm5t9lssvj4RNfxlcGE2WD1tmBCo8UTsWF5jwzJKh5PyDtHEgBqBr0JAFAMM1cdW3bEHh3EI6yYftHiurYmNuaA6rRgwtmYiLB8OtHstcGERsYT78l4IiSneDzha/EhngBqDr0JAFAMvQkdW3hI3DmPZRRV0jKcjTmgBwQT5zqVbn9vBvEEUHvoTQCAYjiqDniICF/xXB825oDySgQTviavW2OiLMQTQG2iNwEAimG0qG/1AsQ/OhFAKUDbmMPuYGMOqK20YCKNYMKFeAKoNfQmAEAxzIH0LcgsxrQwtY0Q8GgOBxtzQAdKDSbSsgkmzkI8AdQOehMAoBjGjPq2L0OcyHa0qUMG5dFuaG9iYw6ojmCi4ogngFpAbwIAFMOcVffuXmD9eTfTA8/VL1pc08bIxhxQGsFEZRFPADWN3gQAKIaRo+6l5RNAeS425oAOuIKJxpE+BBMVRzwB1Ch6EwCgGKat3qB/IzEkhofa40T6szEHlFc8mPiYYKKSiCeAmkNvAgAUw/jRG3RrYBzXgpdaz2IxOV7sy8YcUFuJYMJisBNMVBbxBFBD6E0AgGKYEnmDZUfsTUJEgJkJg8co2pijYSAbc0Bh5wYT708nmKgK4gmgJtCbAADFMIr0BmtPOMbPsOZYSaI8xU0djGzMAaWVGkyk5/CSUkXEE0C1ozcBAIphtuoNCu2GXBsPtacYEiOuam1iYw6oi2CiJhBPANWL3gQAKIaxpJcIsYjJnYx+jG/drWW4uL8LG3NAYQQTNYd4AqhG9CYAQDEcTPceY2INXerzgLuTtjHHATbmgLIIJmoa8QRQXehNAIBiGFF6iYwCsemU6NZAwF38TIKNOaA0gonaQTwBVAt6EwCgGGZI3kMeq/9wo13ALRyOJ3oZ2ZgD6iKYqE3EE8CFozcBAIphXOk9TuUKVsR0l1s6Grs1YGMOqIpgovYRTwAXiN4EACiGqapXaR0hutYXqGVDYsT4VmzMAVURTLjLufGEry/xBFBR9CYAQDGMLr2KPHR/Rzwj2lrVNoKNOaAwggn3kvHE+zNTY0NzHhqUGRoSFBxIPAFUFL0JAFAMvQmvsvyIPSbEUD9AoHZE+otn2ZgDyiKY8AQn0+zvTU+NC8t9fJizPUE8AVQQvQkAUAxjTK+yN13cOsd6IkegFmgbcxTa2ZgDSiKY8Byn39wRmvPQ4CxXe8LiQzwBlIfeBAAohgmTtzmYIVALDIKNOaAwgglP44wnpqfGhea42hN+fsQTQHnoTQCAYhhpehsfo2NEE0OYL498zbqlg4mNOaAoggnPVGJpTOIJoHz0JgBAMfQmvI3NLiZ3MvaO4pW3BsXXFVe2MrIxB1REMOHJiCeAiqM3AQCKYbzpbezCsPqEo2dDUqmaEh0knu5tWphoY2MOKIdgwvOVGk+wNCZwLnoTAKAYZqheaMpO+4cb7QI1IMDseLGvaXeq47U13MNQDMGEKs6NJ9i5AzgXvQkAUAyjTi+0K1UcyRaodkbheLq3yeoQTy+3sTEH1EIwoRbaE8B50ZsAAMUwf/JOQT6OHg148KvZPQnGuHDDY0utOVbuW6iEYEJFJeKJoADiCeAs9CYAQDGMPb3TRc2MD/cwGnn8q8/o5oYRTY1PL7cdzyaYgEoIJtRFPAGUg94EACiGWZR3WnLYEehj6FyP19/qEV9X3NXJ+PY6+8ZTAlAIwYTqiCeAstCbAADFMAL1TidyxDPLbWtP8vhXA21jjln77L8d4P6ESggm9IF4AigVvQkAUAy9Ca+17CgzkGrg2pjjvQ1szAGVEEzoCfEEcC56EwCgGMah3qx1hIgKFKiy4htz2An6oA6CCf0pP56o8iQNUBe9CQBQDKMVb/ZUL9OIprwEVx0bc0BFBBN6VU48IR904gl4G3oTAKAYRqPebNkRe+9ogaphYw6oiGBC386KJ0IDXfGEfMSJJ+Bt6E0AgGIYp3iz6XsdL69klYSqYGMOqIhgwhu44oknh/8dT1gsZuIJeBt6EwCgGMak3iwxU+xNF6gsbWOOmfscbMwBhRBMeA8tnogJyiWegDejNwEAimGEgsZBAhXn2pjj/Q02ASiCYMLbEE8A9CYAQDGMTL1cv2jxwTCTxcQToULYmAMqIpjwTsQT8HL0JgBAMYxNvNzK485X7m71eSGukHsSjM1D2ZgDKiGY8GbEE/Bm9CYAQDGMT71cgc3w6hr7wQxWxDw/bWOOJ5exMQeU4QomoiMsBBPeiXgCXoveBAAohlEJFh1yHM7iiXAero05tqUIQAnFg4mPJpoIJrwW8QS8E70JAFAMo1RIIRYR7itQFm1jjhl72ZgDyigRTPibCCa8GvEEvBC9CQBQDOMRSE/3Nl7dmtfi0v29McdGNuaAGggmcC7iCXgbehMAoBjGqpBWHHX0a8TAtBTFN+ZwEOVBBQQTKAvxBLwKvQkAUAwjEUgLDzk+38JymKVgYw6ohWAC5SOegPegNwEAimHECulUrphzkOdCSWNi2ZgDKiGYQEUQT8BL0JsAAMUwBoFLmC9zmL/F1xV3xrMxB5RBMIGK0+KJJiHEE9AzehMAoBjGrdDEhYkfRvs0COQZ4aRtzDGdjTmgCIIJVJaMJz6ckUY8AR2jNwEAimH0Ac3+dJFvdfSJ4hX57405PmBjDqiAYAJVcyzVRjwBHaM3AQCKYfQKjdUhvtpm350qvBwbc0AtBBO4EMQT0DF6EwCgGMYdcPlhl2NTkrdPadiYAwohmMCFI56AXtGbAADFMIZFCRG+wmuxMQcUQjCB6kI8AV2iNwEAimHEgeIe6Ga4r4uXviizMQcUQjCB6kU8Af2hNwEAimEki+K2J4ku9Q0Wk9c9L85szGFnYw54PoIJ1ATiCegMvQkAUAxjDRS3/Khj6h67j5c9LbSNObYlOz7YaBeAZyOYQM0hnoCe0JsAAMUwnkVxKfnik82ObG9aBtK1Mcdzf9nZmAMejmACNY14ArpBbwIAFMMoA+cK8vGiqY5rY448mwA8GcEEagfxBPSB3gQAKIZRLUqI8BW/jPXpGOkVo88xsYbhTdiYAwogmEBtIp6ADtCbAADFML5ACSn54niWo0+00D1tY47X19rYmAMejmACtY94AqqjNwEAimFsi3N9t8O+8ZTOnxraxhzT9tjnJwrAkxFMwF2IJ6A0ehMAoBhGFjjXbwccy48KHXNtzPHRJjbmgEcjmIB7EU9AXfQmAEAxjHDhbdiYA6ogmIAnIJ6AouhNAIBiGFOgVFe0NDzXp5RX53s7G+/urPazho05oASCCXgO4gmoiN4EACiGcS5KdShDdK1vCDCffoI83tM47VLTnCvMo2KNhzOFusbGCjbmgOcjmICnIZ6AcqrcmzALAIA7MJpAqdaecBTaxNuDzdFBwmQ862my5riqE6T4uuKOeNNra9iYAx6NYAKeSYsnbh8tnhwunp0TVPxLhVar3W6v8lQQqAn0JgBAMYwjcK53hxhnX2728zHEhBhKBBMnsh2HsoSKtI05pu5mYw54NIIJeDLaE1AIvQkAUAzjCGgmdzL2aijqBZ7naIGie4sG+QhtY46PN9t51sNjEUzA89GegCroTQCAYhhBINDseLW/aWwL43mDCWmTgtmEUTie7WNkYw54OIIJqIL2BJTAPh0AoBhGEMi2Gh5dal18yF6RC6vYNbRolAAAEABJREFUm7gnwRgTzMYc8GgEE1AL8QQ8H70JAFAMI19IhXbDCytsX207TzxxIttxIkeohY054PkIJqAi4gl4OHoTAKAYxg44zWCQ2cTrq202e5mv5cqVJuLrijs7mV5fy8Yc8FwEE1AX8QQ8Gb0JAFAM418U98dBx5PLbHmFpT8v1FpsQtuY4+ddDjbmgMcimIDqiCfgsehNAIBiGDWghNUnxP2Lbal5pbyiK9SbcG3M8clmFpmAhyKYgD4QT8Az0ZsAAMUwCsa5dqeJ+xbYjmadtfyEQotNaBtz5NscbMwBj0UwAT0hnoAHojcBAIphvIBSHcsR9y607Ur5+3VdodKEtjHHo0vtbMwBz0QwAf0hnoCnoTcBAIphLIyypOcb7l9sXXXsdHtClcUmxsYatI05knIF4IEIJqBXxBPwKPQmAEAxjBRQjnybQU7ylx91xhNHshSYOxVtzGFkYw54LIIJ6BvxBDwHvQkAUAwjYpTPLgxPL7cn5TisHv9cYWMOeDiCCXgD4gl4CHoTAKAYxgioiGtm23Z6dhOBjTng4Qgm4D2IJ+AJqvxMMwsAgDt44LhYey1h7IKKc27M0deUbxcvrHQYjCaeOtVFO+hU5UNPcCGYgLfR4onbR4snh4tn5wQV/1Kh1Wq32/nDgppW5ecY2QQAuIeHzOIMf3MO4gXZBCpjcrwhJtR4z0KbzWj0oYtZTVzBRBHnCTmdEKg8+TfNZDKaTSaCCXgV4gm4F70JAFCMJ4wLjE4G5/C96JSp6H/kLSOeQEWMaCqGNDc+s8KeK3wC/ASqi4wjiiYPwmazyf+12W3yn6Q8LVAZ2t80H7O5QbgvwQS8DfEE3IjeBAAoxu2zfy2YaFHP55Xx/kXvQjWciSQcZBM4L/kUaRhoSMsXzzRmgFudioZ0zn+Aadn2u6fYrVZrYaHBWhRMEE9UXPFg4pNJBBPwRsQTcBd6EwCgGPeOCLQkwmwyBweY20aZVp/Iz7dRGkflHE8TqCENAs2tgs0hQYG5eflGQ4EoKCh6f4eRN3dURIlgItBMMAEvRTwBt6A3AQCKcXszwfk27KIl4uTpv47lpxYw5wE8Rde6jvpRPqEhwUaTcxkPe9GbPOR/AudDMAEURzyB2lfl3gTrVgGAe7h3LKAtNGE2mSy+FgHA8xiEISw0OCQoMMDfz8fHR863ea/VeRFMAOdiY1HUsioHXmQTAOAeHrDehMF0pjcBwNPICUNIiJxE+Pv6WuS/06JswsAsohwEE0BZiCdQm+hNAIBi3L3ehPOVw0w2AXgq+S80KDCgqDRBMHF+BBNA+YgnUGvoTQCAYtw+CpADEaPBOZoXADyPnCnIiYMMJk6XJoSBeKIsBBNARRBPoHbQmwAAxXjCPh3OeMLICwHgoSzON3OYja5gwv2RpicimAAqjngCtYDeBAAoxjNe/xm+Ax7qdHroyhCZMpSGYAKoLOIJ1DR6EwCgGE8YO8sXDwfxBOCpXP0mgdIQTABVQzyBGkVvAgAUwys/AFQZwQRwIYgnUHPoTQCAYhhBA0DVEEwAF454AjWE3gQAKIbXfACoAoIJoLr8HU8MI55AtaE3AQCKYRwNAJVFMAFULy2eaBZGPIFqQ28CABTDqz0AVArBBFATnPHETOIJVBt6EwCgGEbTAFBxBBNAzTmSTDyBakNvAgAUw+s8AFQQwQRQ04gnUF3oTQCAYhhTA0BFEEwAtYN4AtWC3gQAKIZXeAA4L4IJoDYRT+DC0ZsAAMUwsgaA8hFMALWPeAIXiN4EACiG13YAKAfBBOAuxBO4EPQmAEAxjK8BoCwEE4B7FY8n6oQHEE+g4uhNAIBieFUHgFIRTACewBVPPD08JzIiMDgwkHgCFUFvAgAUwyi7gvwDQoYNu+Puu78590ty/tKt27h77vkuOqp1+VciXybj4y+afOeXbdsMEB5MldtZBRERUWPHPHjTje+ISgoLbTBs6B333fdjo0btBbwAwURNaxnfY/JLHw4ad532aZdBFz/12czY9gnnXjIgOPSS6yc//N4P571Ov4DA4RNufvrzWT4Wi/Bg9Rs1vfb+Z69/6CWhgth2nW99+q2xN90r3EeLJ2KCc54all0nPIB4AhVR5d6EWQAA3IHX8xYtejZtEj9v/oflX6xzp4vbtRtiNpbygtW6db+OHYbJuas4n8aN2rds2atOZIzwbKrczsoymy3NmnVt23bwqVMHRCU1bBhXv15sSHCkgBeouWCiaZsO/S6Z0KHnQHk6PSUpIzUpMCgkIyVp/k//27lhxbmXT+g/on3PAX7+ARb/gOz01E1/LVq76DftS3UaNhp9/T/adusrT586kjj3h882LJ2nfUmeOebGeyLqR21esWjx9O8Td24RHia6ecvuwy9p0rLdtlVLtHPk/NI/KLjUC3cfckl832Fm0/nnCzLa6Nh7cEBIqPBg/kEh3YZe0rHnwB3r/hIer06D6Lj4bnEdupxM3CfcSosnbr9EPDVMPDM3UJw+Kp4nTxRarXa7vcoTUegVvQkAUAyv5F0SLmnfYeh5X8CWL//+8OHSx/fbti3asnVeOd87fNhk7UTioc1bty4SHk+V21lBgYERAwbcIE9YrQVr105PTk4Ulbd9x5Idu5YJeIEabUwc2L7569eesBYWHkvc+8Ktl77z4C1fvfZ4SETkpIdeaNGhS/FLBgSH3vjoKz2Hj/35g1c+eua+/3v4tj++/2T4VTfd8sTrQaER8gLJxw5/8fLDG5ctkKcT92xzBRPSttVLd25YuWXF4q9efby6ggn5Q4dNuElUkyP7ds39/rPi56xeMOvh8QP2bll37oUXTfvm4M5N5Vzb6Bvu0U5sXbVk75a1wrPlZmXM/OL/0lOThQdzPdzJx48s+OUr4RlKtCeCAgL8/f1oT6AsrDcBAIrx8lfykJB6cXE95cHw9u2HnPfCNmthWV+SM42yvmT28W3b9u93Rlit+UIFqtzOiujU6SKLj5/r00JrgagSm62K3wiF1MJbOeRwuTA/z/WpnKXP++kLH4vvsPFnzfyvuPOhZm3iP3vxgeyMNO2co/t3f/fWsy079bj01vtcF5v2yRtZ6akdegyQx7ddZ5rMPjFx7X764BVRfboNvtji6yeqT2FBJf7IWAusZX2pcYs2jeP+fj9dYaEa/05tnn07iz/cBXm5wmMQT6Di6E0AgGK8vDfRJWHM5s1z5YlO8Red98J2h73sL9lKPd8/IOSqK58PCor4+5L2Mq/Eo6hyO8+rY8cRfftcc9ZZ9H5RBnetMZF66rj8GBgS5jqn25BR7Xv0Xz1/Vl5OdvFLHti+ed+2DR17DdbeyiHJ5GLO959a/PxH33C362KDLrtu5dzpOZnpopp0GThy0GUTRbWy22yVuHAZf2Nj4tpefd+Txc9x8Df2gp37cFfqwappxBOoINabAADFePNruBzBdOgw+NNPJ9et26xp087h4VGpqUdLXKZBgxYJCaNt1sKAgJDw8IbFvxQQENa/33U2uzXAP8TiG1jqjxgy6NbIek3lfOfmm94rKMj56ut/u740bNgdHdoPy83NmDvvwz17Tr/PPCQ48pJLHvDzDwoNqb9nz8o/5rxTUJBX/ApDQ+sndB7doeOQ2bPfCgmp06P7FYGBEYv//GL16qnaBWQOMmTwrQGBYQ3qx2Vnpcz+/a3Dh7fK89u07hcfP9LXL2DqL88PHzE5tnn3kyf2fvfDY3m5maJcpd5Omem0bNUrJyc9OLjuunUzt21baDKZ27Ud3LHjsLy8zLXrZg3sf329+rF7962eMePV/PzsZs0SOsWPjIpq9fU3D8grjG3e7VTSQfmlU6cOdOw4fPQlD8hv37hpzry5H2TnpIaHRV166SPyF/nhhydPnNzruiXlXElZt6pxTPtuXcf6+ga2azc4JqbjmrXTN278XbtwdFTrERfdXTeyyY4df86c9YbN5jwq26JFz3GXPrr8r++XLftWVEB8/EXt2g0M8A8LCgzftfuv335/yzUSkj+6T6+r/f2CQ8MbJp08MHXai/JXk1lVQqdR7TsM2bD+N/nM6db10oDA0PXrZi1Y+KnrClu27CWvJK5Fz4OJG7799mGB2uLGxS+bt+0kP+7d+vfbGfqMvFx+3L62lLcR7d64Wl6+2+BR21Yv1c5ZMWdal4EXybSidULPHetWhEXWj22f8OGTd5fzE9t37y/jD5lrtO850C8g8NSRxOSTRz97/t9mi+/Ia24PqRNpsfgKg/GP7z46un930zYdel00Tl4svu+wZm07yR+3ZsHs0IjIK+562C8wODyyvvyh0z9/Szu6PmzCTb1HXv7N60/u2VzKeyvkX90hV1wvr8rXP8hRLO0Nr9uw10WXdu4/4ts3ntq/faN2ZlSzuB7DxlgLrYHBoXUaNDz32vz8A0ZOvDM4LCIoNOIfL390cOfWGZ+/pX3JPyjk6lv+Fdexy6Hd23/58NWk40e085u16XjxxLt8LL5+gUEr/pi2aFrJ5Y2HT7hZ3sL8vNyvXns8Kz116JU3dOg58OThg0tmTFk5b3pcfLexN92XdPTQj++/LO+9kPA6I6+9PTA0PKppXGZaytRP3tDeQaPdvf6BwX989/Hldz6Ym5P9zoO3yPPj+wxu1iZenvCx+Mk4yfVDm7TqMOjSa3OzM1p27mE2W566fmRpD5roNWJcwsCLgkLC5M2b/b/3d21cKc8s9SGTj07PEeM69x8+4/O323Tp075n/9+//Vje+V0HX7xvy7ptq5fJmx3VrMXGZQt/fK/kepylPtzalxL6j3A+fIGBf06fsvjX038k5T+bsTff17BJbET9qJOHDvz80WvJxw6LGnbu2hNFWHsCZ6E3AQCK8eZXbzlfPXpsp5wxbto8x2Aw9uh+WYkLtIjtPmHCC0uXfPXHnP+bM+f9+vXjXF8KCal3yy3v79u/bu7cD36d/or8tNQfMXPW6zu2L7bbbZ9+dlfxYKJnzyt8zL4LF31q9rFccvE/tTPl/PzK8c/NX/jRZ59Nnjrthc6dLx4xvOTsQsYocrwbFtqga5cxdeo0XrVqqrUwb0C/Sa5rmHjd6xkZyd9998g7716bknbk2mv+06BhnK9vgMw7GjduHxRYZ/jwu/btW7N9+6LGMR26JowW5Sr1drZpM2DUqH9O//WVX399+fChzZeNe6xu3aYyNAkOriMjnuCgyM6dLt6w6bcjh7e1bTPg4pHO8nmdOjHNmnWWN2PgwJv271u/efO86Kg2E8Y/LyeDmzbNmf3bG/IyBw9ukI+FPJGadjQl5fD8+R8VDybKv5KybtWhxC1f/s95A7ZuXSAfAlcwIZOmoUPv3LBh9pYtC2Rk06XY/SCvX7vC85I5wuBBt8yc+cYnn94hH69OnUaOGf3gmYep6TVXvbxmza+ff3nP55//Izi07qRJb5h9fOvXay4jsPr1Yps16xIZGbNq1S95uVl9+14nUxX5XfXqNuvR/fIff3zqp5+e/p9oLlIAABAASURBVO77RwRqkbuCCTl0lseoB4y5KnH3trlT/l5/ITLKuRJt8vGj535LWvIp+TGkTt3iZ/7y0WsyXxt78z/lTHX0jXf/9tX75fzQlp26X3Xfkz9/8MoP77709etPyHMO7twsgwl5YtTEO+Piu8pk4fOXHvLx8Zn04IuiqKzx4ZP/kCc2Lp37fw/fJmeqJrPPpIdemv3NB+8+cvt3bz/bfeglY248vYmD2ewjp7Vl/egbH3tVhgIzv3z35w/+U1jw95saopu3lJNbOaN2ndOqU88bHv7Pgp++lHHDzC/fiWrW8txry8vNkRHMqSOHjifulTfMFUxI4yc/cnjvzvk//69J6w4jrrldO7Nh0xYjrrnti5cffvPfN65b9PvFE+9MGFCyMTdnyqc71q+wW60yAzp2YM9Xrz6edup48vHDMpgQRcFQyqljUz9+TQYT8k649ak305KTPnvhgZcnT0g+cfiWx1+Xv4iMRUIj6zZr19k3ILBN1967NqwKCHSu8Tn48uv7jLxi+udvT/vkv9vXLCv+y17zzyd/+uCVKf/34uv3TZKBSKl3Xc9hY2VY88ET//jP5AnZmenXP/yS9i6eUh+y6NjWkQ0bR9Rr2KHnoBOH98vcREZIZpOpcWzrmLh23QZfvGrBzCP7dssAJSaubYkfdO7DrZ0f07pDp35DF0z9WiY1oybdVb9xM+38CXc/fmjP9vceu+vN+2+sH9PshtrafIT2BM6L9SYAQDHe/OrdqdPF69bNkifkHDU/P6d9uyHFJ6VyZDN82OQd25dmZCbJT+W0ed++1a6vDhp4Q052+q5dy7VPt1Vy5chdu1fM/u2t9etny+PnIaH1tD0+une/PCX50Injzgn5gQPr5cy8ffshprOXpt+zZ8XBAxvkCXljZCyydt30DRt/CwgMi4iIkmd27XqpTEn+XPKFcC6BkS/zFKPRPGzI7fK3W7/+t/T0E/LxnjHzNflby4/yzHr1mlfhdspJdXZ2ipYjnDixT95poSH1UlKOLFv+XU6O843xv0x9Tv64b757MDn5ULt2A+VNWrNm2uHD23x8/ObMfVfe5tm/vSnzoIiIaG2ZD3nh1NSjCZ0v1n6ovMJGjdpt3/FniRtT/pWUeqvK+r0MRpOc/8v7YdbsN3LzMqPObP4q795335u0ZMn5F36TT49Bg25et35mRsZJ+enBxE0bN/4h0wqZzshPBw688ejRHXv2rpKn5d2+dOnXMq3o2/vqAwc2rF47TZ55KunA77+/s3bdjO+mPCqnlN27jxPOkk6cjHhkBCOKngBHj+0WqBVuCSaCQyPG3Xb/k5/OGP+PR3/+4FU5yXdNSoNCw+VxfYfdnnrq2LnfmJbkfAOINt11kbPov36fKier1/3rmfycbJl0lPOj+466Mj3pZEbRWoxy5pyblRleP0r7UmTDRilnApETh/YXnz+XuAaZCBzbv0ee3rt53bGDezv3Hybn6vLT37758LV7ryu1NNFt8KjYdp0X/Hz639faRbNdX9qycvHW1X+XROS/L5mwyDPTU5x/fuU9I2+nqIw5P3y+4OcvF039Zu/W9dGxp3ONERNu2fDnXG39jiWzfpQfewwtJZ/duHR+QEho64Se2qd7t22Ii++uveNGfizMz9NuVa+LxoVG1p/34+fCuRxG/swv3jWZzaMm3pWblbFs9s8nEvcFBofO+f4zmUTINCEyqvGQK67/c8YU7c0RW1b9mZl2ei1MeZ3hdRs2b+fsU+Rkpm9asfDcm+RjsQydcOPCqV9ryx6tmT9TntO96MaX+pBtW710/ZI5RefsWzJjyuv3XvfbNx+sXuB8vctIS5aZlEwcZAojP41q3kpUjLzfPn/xwbULZ//+7cfy06atOojTi3200fIL+TBtWbVEZhYyVxK1gngC5avyc4D3dACAe3htb6JuZJPQkLr79q2RpwsK8nbsXBLfcUR8/HA5T9YuENO4Q2TdmBWrfnB9S17+32/8btt20Lbtfxb7UqaojJTkw8Wv09c/UKSLJjHx/gEhrk09MjOSrYUFIcH1UtPOOnZqszrffZCSenrSkpmVIj/6+TonKq1a9snMSNLeniDJafPJk/saN+4oZ152OSK2Wwuz02QkIYoOJuTmplssAafvjbpNXdefnZ2mRQxl3U45dddm73EterRrP1g4F96zaBezOxyZ2SnaafkjNm+ZP3DADdFRreQtsTvs+QW5uTkZ2lfXr5sl7/CGDVpt2uQcQMtZ+tAhtzeOaX8ocYsMiXbtWVHq4Y5yrqScW3Wu7KxULcUQzmXeciyWv8vV576vp1RNmyaEBEempR13nSOTiC5dRsfGdktM3NSiebet2/6eYGzf/uelYx9p1jRh0eIvHDZnjz0rM9l1D8uwqVnzBB8f/6PHdsgo6rZbPti8ZcHCRZ8tOvNGD9QotwQTDuFwvgXgo9fTk5MuuubWpm06rl8y1/VVOccryMu1+PmHRTbQkoji/P2DhHP/0VMlzv/924869h7UpmufZ286Tx/Kx+JbfJfN/LzcrNTT/2w/LWpPmC2+Cf2HNYprq8UN52reNj4gONS1O0ZGyqnCgvzQOnVTTjj/+ZRV6e/Ud2h68knXKhg5mRnFvyrjVNfppq071mvUZMnM713n5OZkico4tn+XdiI/J8e1pmOTVu0LrQV1o5tonx7cuTmvtKvduHzBmJvvje87dMe6FfLJ0TAm1uzjkzBghJzkJ/QbtmXFYu1i7br1zUg+5VojOS3phMxomraJl98i/9w6HPa05JMF+adXkezcb5hMEw7v3en6KXk5OWfuh/RTRxKvue9pmd3M/uaDP4pm/iXUb9w8JDyyz8grtE/lc0PGT9rKGmU9ZPJvvvx48shB15XkF73pJu3U6WdUetIJ+dEvIEBUTPLRQ9qfZe0R9PV3fmNshwSz2eJ6JgQEhsgb5hdY0eu8cLy5A+VgvQkAUIzXHlaQ08jU1GOuIEC7Jzp1HOnKJupENhbO7SpKWRxeHtyWR++rZW0w7UrMRudoUs51T5zcM2fuu+V/i6NEoFT0mXZwIDgk0sd01oQ8I/NUdHSbwMCwTDkZPvtF2nU9rVr1mTD+edf5CxZ+snTpN+XcTlFU0IiL67F168KNG39v22aAKENqinOi4usXdO6XTiYdkB/9zrzjes2aaX37XNuz+3iZTciEaNbsN0QFlLiSCt6qkr+asBmNlR6HhIc7KyS+xUKNtKK0KCgwLDg40sfiXzzvsFoLZIQUEBBa6lWlpR83GIz+foFJSYlffnnfmLEPJiSMatWq18xZb+zcya6lNcttb+Uo+j9JHttv16Nfz2FjN69YvGfTGtcF5GQ1OrZVnYZR52YToZHOd3OcOHygxPkyzkhLOhkUEu7a16Msaxb+NuHuxxL6j1j35x+NYlvLifeiM2sHyEnv8Ak3hdapv+KPqQe2b2zSsl2p1xASUffYgd0zvnhbVEZ4vQa2sv9sFv/7VK+Rsz1kLbSKC2a3WU1F/8AtMlsNDdu5foXrTQplkXHDtlVL2vccKOf5nfsPW7f4D4PJ2KnfMJlNxHXq/uV/HtUuJrMY89kBqExeYuLaBoWGZxQVK4qLKGqmWEvbm0NOn95/YvJltz/Qvkf/Fh26zP/py3k/fnHOtzuX21g8/dtzr7mCD5k4Z56mfWKo/ChASz1MZue9GlanXmF+XmWfCdWLeAJlYb0JAFCMd75iywFlbGyP76c8KoMA7b9ff33pyNEdjRq3rxt5+pBaXp7zoFZYaP1zvz0vL1OOdUJCIkW1yshMio46a1hZr24z/4AQUWE5WakBgeFmH1/XOfJ25ufnZJ45Sl+qY8d2T/v1Zdd/u3etKPeHiJ49ruzb++ppU1/ctGlORYZ8ycmHzj1TGzG42h8FBXmbNv3RqlXv6Oi2RqNPSkqFygvFr6Syt+oCZaQ7j1qHFlseVVvYLy39ZHr6Cau1MOScZ0560bs/SpWfn629dejY8V0ff3z7rFnOaOaySx/z8fEXqDFuXPyyuB/eeUE+Ycbf9bCf/99Hm+Whe/mxbdd+516+RYeuMitcPW+mqKq1i377c/p3rRJ6XjzxTpmMvPvoHUf2nT6ef9Xdj9eNbvLtf5/au3V9OdeQkXIqpmX74uc0iGkeEBwqyiXTk9CIuhWZLWi7k4TXrS+qT0F+bnZ6WrM2HYuf2aTojQnnWvvnH34BgR16DujYe/CKub9uXDq/cWzr1l16ZaQku4oSWWmpQWERZkuxv7fCkZebc2584Pzpuc4XlMio6FJ/XFZ66v9eefSjp+89nrh/+FW3tO7co8QFUk44/8rFxXc/98ZX8CGrIWnJJ2VuUnz/WnmHyMBL1C7e3IFSsd4EACjGO1+x4zuO2L17uXbwx2XrlgVyBNOjx+nS7PHjO+UFOnQYWvwyBpNzQQo5209JOdKsWWdtlYe/v1rG4fcKDowSD22KrBszaOAtru8aMWJy4dn7dJRv996VZrNPh6L1FzRhoQ32719b/ndlZJyUuYDrvxIrUJ4rvtOIjMyTuXmlv43FbPq7BB4Z2UQGE9pGIcK5VOffy3k0bNDSZrMWf+PDqtW/yI8Txj+n7epalrKupKxbdXovgOp+oh9M3JydndIyrpfrnDp1GsmPO3c6t07Yf2BtdFTr8LDTTw9f38DAgLA9e/9er6R4VT6iTuMdRYtrxMdfJL9LPuvWrpvxy9QXfCz+TWKccw8ZpUUUXTmqkYcEE6JojYD5P/0vrG6DS2+933Xm4l+/PXH4QI+hl5SY8MvD72269F6z8LfDe3eIqpIzSZPJ/N2bz8z+6v0/vv04+cweFoEhYe17Djh15OC5A3p57FkU+1O2f/umeo2ajLj6Nu1Tef6YG+8pPPP+hbIcPbhXTvi7DDprEwpDaUvPHtm7U+YvnfsNL36m0VT6IrUOQ0X/xh7ctSWh/wjXaghhkfX7XnJlqZfcu3ld0vHDAy+9JvnoIRmprF04W/6pmTD5seJrZOxYv8L5Xo/+w1znhNdtWLz8ctZvVPQek+6DLyl+pvaCEhJeZ9Bl18kTezav/fCpu3OzMpu3Syjx7ScO7ctMSx42/kZXCtC2u3NblnIesgtR4uEuh7yjjCbzuFv/ZfE9HaRedM2t5SyGWnOIJ3AuehMAoBgv7E3IKUnXbmO3bV9S4vzNW+bLeWzHjsO1FR/loftVq36uU6fxZeOeCA2t37pVv2bNuvj5BnbqNLJu3aYLFnwsX/WuuOLZRo3a1a8fm9DZOeJsGdejeWzXElebk5tpMBjbtBnQq9cEeRjcR5uUnnm9NBidr4DGogUvV62empp2tF+/a2+66d0xox+4++5vEw9tsVpLdoAtFr+i38J47jWsXj1NXkP/vpOCg+s4b0/L3pGRMYv//FK7pNnHIoq9TstbVc6GFOXcTnn4sVGj9sOH3dmv38Tu3ZyLODZt0qljh9OziOhGbQIDwrXb2aHD4PnzP3YNmuX5zZqdHnN37TJwn8n5AAAQAElEQVRm1ZqprvUstDt89+6/fHz8Nm0pL5so60rKulVyRiGzpMaN2tWpE9O5aLlNk8nHaDCWej+0atXn3/f/2qfPNaX+aFPR+2VMRXdFYWHu0mXf1YloJH+c9st273H5xk1zjh93rg64dOk38oEbOfJebWA0oP8NaalH16yZ5rqqFrGnj4s2aNCifv3mCxd9oX06fNhdvr7Og+dZWSn5+dnHTziv7eab37v91k+axHQUqCbuDSbks8Jssfj6/d2SWPjL/w7t2Z4wYMTgyyZq58h/NVPefj7l5LGbn3g9KDRCO7N+o6Y3PvKfxF1bZ39d+jYc8krlL+YfFFzuzxeDL5/Yrnv/0Tfc4/ovob/z329BXo61sLDbkNH9R1819qZ7m7d3/kPrPfLyFh262KyFebk5TVq1rxsV033oJUtn/5Ry4uiQKyZNfunDKyc//PD7P+zfsUnbd2PENbc+/fks+S3n/ty533+Wk5UxatLkjr0HhUZEDptwozwzJq5NfB/nAjFms/OfobHoY9LxI0tn/1g3Ouaafz4dFtmgfff+cR27yRlvt8GjXNtDuORmZkQ2aCzPHzTOOcPXgj+D4fQ/avlQG82nU+O5P3xmt9tvfPQ/Nz76qrzme1/7bNW8GWXdS5uXL2wQE6stmZmekrR705q83GwZyrgusPy3n+WdMPSKG0KKlp9s261v/egY+SNO/1yT2Vwsglw1b+bBnVsSBlw0+PJJ8gEdeOm1YZH1Ihs26jF0jHw+9LtkvHxw5cXkfZifm31g1+YSN0aeP+/HLyPqNbz7Px/LW37LE2+MufHev37/pZyHTFtHWT7TXFfiH+Rs4RlKvnaU8ipQ4uGWd6m8WKnfKJ+3m5YtaNmpxz/f+EI+E+75zydRTVqUuhJqLSCeQAlVzuxMTz/9tAAA1Ar5x9ruXBrRlrlvfdLuDb/sqob39FaNyTloNPv6WqIiLCNaFaw8np9nq9npgZygXnbpY40bty8okAPaU9lnFn30Dwjp0H5IixY95EC2SdPO6eknU1IO7923JjMzuVXrvnJumZOTlpWZVFiQd+LknoMHN508uS/x0Kbo6LYDB9wYHh61Y+dS+fHYsV17dq0sLDyr6ZCZmdS6Vd8mTTpu2jRHTokHDLghLKyBPJAuf3pQcGSvnleGhtaT09GTJ/fL6eiuncvrN4hrWL9FcFDkuvWz/vzzfyVuf4OGcYMG3hwSHOnrF5iVmRwUXKdXz/HyGvz8gpJOHczIOCmvoWnTzr37XJ3Q6ZKmzTpPnfr8kaPO46t9+17bru0gf78gOT5LTT0qExb5qZ9/YGFh/tGjJQ/A1qvbrJzbmZSU2KpVXxnKHDmyY/GfXyQkjEpLO7ps+bfyadWz5/jMjKRmzbs0b5YQ32nk6lXTXM2Itm0HBgWGy+ihffvB7doPTks/MXfOeyV+rkwNZJKwffufZT185VxJTk56WbfK1+LfunX/wIDQRYs/75IwpnPniyy+gfKBlnlBfKeLnPeDX0B+Xs6x47siI5t0ih9xMHFTYuKmEj+6cUz7Af0nBQVGhIY1SE4+lJl56siRbTKAkD9IRiS9e1918MCG2b+9qY2E5ANx7Oiutu0G9O17XVFQYvjpp6e0TkdgYHjXrmNPnNiT0HlUTOOO7doN/PXXl5OSE0VRTtG9+2UyT5E3o2Vcz99/f/tUknMdu969J8gDw35+wTt2LBG1KyrQ1DzUd3VK06ysnMzsnJyc3Lz8fKvVZlP5LdzuDSaatukw+oa7GzZp4R8YHBAcIg+GZ6Y516GUc7yug0a26tyjTZfeSccOpZ46npGatGr+zICgUDlx7XXRpX1Hje/cb7g8Vv/dW88W5JVsKMiZ+YCxV7fp2kf+dvWjm2amp6SePFbWbbAVWtv16B9et37juNbN28Y3bdNRHnuXU+ldG1bJBLNlp+7Rsa2W//ZL4q4tLeO779u2YcPSecK5cIx/+x4D5YH6Od9/YrdZt65aGtUsLrpZXEhYpJzhu5ZIaN25Z/P2ndf/OSflnBuQl5O1cdmCiPoNB102Uf7EJTOmtOrU4+DurTvWrZBzYDm7DqtbX/5ROnnkYFZairwxGSlJ7Xr0Gz7hxqyM9MyUUwX5eUcP7N6/bUOJtX7k+R17D2wU23r+z/+Tt3zQuIkyxfAPDEo6mti8XYK864JCwuRDfmTvDnmvJu7eJi8jLyzvqOmfvbVzXZlvYUtLPhlet8GKP05HinJem5GavHfLOtcFZCgg7wSZAgwcd12PoaNj2yd8+99n5OMoZ/LdBl/cddDFMn2Qr7QnDh0oLHAu87l+yVyZVvQYPqbvqCs3LV9Yr3GTE4f27928Pis9Zej4m7oMHFGvUdOE/iNWzp2+cen8c2/P4T3b5W8a3bSFvNvlc+b7N5+V97C8K0p9yE4cOTBg7LV1oxrLO/ZE4r60pBMh4XXG3HhPwyax8s7Jz8kuLCzoN3pC49jW8nmYnnQ86Ux3xsX1cK/4Y+rwCTfHtGzn6x8oH0H5W5/+xoCgVOfuqke2rVkWHllP5jj1Gjc9sH3jD//nfI+ScJPMXMeuwwVDOpg6NxKrjgbKZ4qjaMij/Y/wDHX8xKjmxl9223PcNvjyDnarozBr0qRJISEhPkXMRSlVRYIqA4uUAEDt0IIJq5xUFRQcnfvZttlfXDejEu8aqF7ylcLP1zckOLBLbOAbYzLf3pCRWmAXUNZ99/14+PDWn356+twvXXHF0zI4ePPNK8v59nGXPrpm3fRDiVvKukBFrsTDydznjjs+++OP/1u56ueKf5dMwTrFX1TBJUKrUde6liExIe/tGXjs+KmjJ06dOpWSmp6Rm5tfUFhotyv5T9Vz3srhRiOvu2P3xtWug9t1GkQ3jImVE873n5gsAPVF1zHdfklYYmbAM3MDk1NzsmSqmptXUGD1kKUx48LEu0PN186ynsoVqDkOa54188j8+fOjo6MDnCUaf19fXxlPmEym82YTvKcDANyDjiM8REhIvZDQeuUEE17LZDL36X3Vhg2zBS4MwYTUMr5H98GXFG/dy0PfB3Zu3r99owB0gTd3QFPlx5o9RAHAPSitoRrJwxGmMtawMJ+9yoNLnToxN9zwZkrS4eCQyBkzXxflKutKFGIqWiu0UruWjhn90IaNvx85WvW1DyEIJs4IjYwMDA277ak31yycnV/03pDg0IiGzeNmffmuAPSCjUUh2KcDAJTD4QNUi5CQen36XBMYEN60aULv3lcVP1hhNlvatx/SOKZDUFDEiOF3y0sW/0a7zWoQpoDAsN9+f7ucLUXKvxJVNGjQomdP5xtSOne6uE3r/hX8rqnTXti1a7nABSCYcFk9f9bP778iDMZLbrh7wt2P9xoxzmazTv3wtXPXsACURnsC9CYAQDEcOEC1yMg4uWzZt/K/c79ktRZs2TJf/lfqN6amHX3t9bHifMq/ElUcP75HBg3yP4FaRDBRwsp50+V/AtC7c9sT2oF0h3BYrcJ29qKq0B96EwCgGA4cANAxg3OTWIPJaIwMNhNMAN6meHsiIsw/KCDA19fX4uPjfP+hySSga1XuTZBNAIB7MEIHoGNFpQlTZLDPx5MsBBOAFzorngj1D/D3de4mKcMJ5xs7OECjZ/QmAEAxvCwD0CtD0dRDTkEeHeUbW8/43cJMggnAC8l44qc/M1vXzb+6i8257IRzL0n5h8FJQL/oTQCAYhinA9AxrTfx1iLD/iRxzeCQsEDyWMDrRNcxXdE/eF9a0ILE+jKZsPiYJf4W6B69CQBQDK/NAPRKO2hmNBqyCkxPzQ3NsfveOSaceALwKjKYuGN0eIq97s+H4g1m50YdpqLShEwteUuHvtGbAADF0JsAoHtyhJqZb3xjRXS+IeCusRHEE4CX0IKJDGODeel97AYfg4E1JrwIvQkAUAwv0QD06vR+gQ6HzWa3Wm2pOY6Pt7QsMBJPAF5BCyayTA2X5Q3OLbAXFEpWa6HVYXfYizg4PqNr9CYAQDG8LgPQMTn9kMGEnI8UFBTm5uWfyrB+tbuD1RxEPAHomxZMZJuj/rIOS88pyM7JzZb/n5eXly//GBSSTHgDehMAoBjG5goZOPDG8Vc+++ADMy4Z9W+Lxa+C3yUv2b//9f/+11Rf3wBR3epGNrn88icnjH9OVIfY5t1uuundPn2uETWgem8qlOBwEkWlCauck2Rn52ZkZh1Lzftmb0ebTzDxhOrue+2ziQ88L6qVPNAa33fIrU/+98ZHXxFQVvFgIi0rLz0jKy09MyMzOysrJzfXGU8UFlod2h8I6Be9CQBQDC/Lqhgw4IbAgPAffnzyzz//l5Awqlevqyr4jU2bJrRt0z8gMExUNz//4M6dL27bZoDBYBIXrEHDuM4JoxpFtxU1oHpvKhTi7E3YbfI4qZyNyEmJzCZS0zKOJOV+uy+eeEJ1PhY/i29FU9oKCg6LCA6rE9s+wXBmd0n/oODRN9479ub7ZFpx/5tf9bn4cgHPVjyYSM3Mlf/kU1LT5X+p6RkZWc7uREFBgdUm2ckm9K3Kj69ZAADcgVG5EoxGU/fuly1a9Lk8vWLlj1ZbweHDWyv4vbt2LW/StFO9es1FdcvLzZwz9/22bQeJ6nD82O7Fi7+Q8YGoAdV7U6EQOTa12x1yHpKfX2Asmm0azvhWxF/TfONdY8V7v6akZTNFUc+r91R/xyojNXnpzB/6XXKl65zLbnvgyP6di6Z+I08PvfKGsTf/U55YNvtnAY90bjCRnJKenJImg4l0mUxk5+blO9/U4Uwm7GQTOkdvAgAUw8uyEsLDo/39gq3WPO3TNWt+PX58T8W/3WYtEDXGZisU1cRaWIO3U1TrTYVCbEUHSAvlv5+8/OycPHnk1DldSU07fCqH9gRKZS20uk43adk2IChEOy1jCzmbbdGhq4BHKiuYSElLT0vPzMrKycnJldEEpQkvwXoTAKAYxuNK8PMLFM52uicOpOShJ1FNbHarqEnVeFOhFi2eKCgslPFEVk4u8QQq7uSRxPqNmmqn5ZzWYbezCaVnqlAwUVAgY0qCCS9R5X+qvKcDANyDF2fPd+nYR+o3iJUn+va5tmuXMevWz1y/fnZQUMSQ/2fvLgCjuNY2jp9ZibsRgUCCu7s7FChQo0XqTl1uvaXut+1XN9pe6t7SUqEUihV3dwhJIO7ZrM13dhfSNCQhhGyyk/x/l+6dtcnurM155p13Rlzj5x8S3aR1YUHWgl9fce3l0a7t4G7dxvv6BCxeMnfCxDtLTIXvvX992bl16TJGznD79sX79q/ZvPlXOZ+xY26yWIrjmnaMjGg+94Objx7ddtqH1KHD8ObxneWEweBj/HdXzl69Jss/4e8XUmIuXvTH2/sPrHXczOg9YtjVgUHhRoOPolMWL36/tO5DrjoMHjTL28fP2ytAVavKDuKbdR456jqjwVsmNevW/7hy5edGo2/XrmO7dR13+PCmPXtWjhh+dZPoVtu3L5n/03OnOzbXzAAAEABJREFUfahNm3YaOOBikym/Zcs+eoPx+efPFWjQZDghT82igtoZdu7wTIMmXDjh0hvlx/OPLz9Y9M3/bFZLu579p1x9x8HtG799978deg/sPXyCXbXPfeIu1+0nXn5zYHBoSESTFu27/PbZe+v+/GnolJkDxk/du2WdvE1QWMS5V93apd/wdUt++fLVJ+Xtw6Pjxs24zmwqComMyU0/9uMH/2cqKjz1Ybz3+B2l0y3addbp9RuW/ibgYQgmcCr6TQCAxrD1x/N9/8PTciB95RWvLl/xiUwT5CV6vWHWzBd37Vrxw4/PymH/lMn3zpj+7Efzbs/JORYUFNG8edec3NTWbfod2L+2Vau+5eYWG9Pm99/fWLX6K9fZMaNn7927asvW3+X0rFn/rc7jGTxoZquWfeSfs9ttMgrp3n38sdS9rqt69pgU3aTVRx/darNZZ858cdq0J95864rs7JRRI69t0aL7W29d6fgrM1+46MLH/u/VEzuKX3LJ0xnph39f+KaclilJZX+0SZOWw0dc9cUXDxYV5QwbevmokdcVFGSlpx3S6/SxsW2t1hI/v6ANmxZ07zZePp4NG+cnJ++s+qGed94D778/u7Awy9cv6MrLXxNoBIgntGX5z1+FNYmVCcX+7RtlMCEv2bX+76yJyV+/9XxAUHBQaERix+4Hd2xy3bj/2Kky4vzslcfk9JhpVwln54j5H7zSvld/1w3ysjI+eeHhdh//Xjr/mXc8dvTAnm/eetbg5f3w+z/K009fmlP1Qxo84cKd61ZsWblYwJMQTKBC9JsAAI3hJ1qLevWaEhQUtXTZh8KxX3TJ77+/qdMZRo+8zlScv2btd2npB/18Q5Ys+eiXX//v1ddmlL1jv74XFhRmlwYTUlSThLi4dq7pjRt/Ou2fDgtvOnjwLDkHOdqXZ3ftXiYzAtdVBoPX0KGXrVjxmQwm5NlNmxbIS3p0n+C4V2jT7KwU183S0w8FBka6prt1G988vtuyFZ+4zm7e8mtlf3fY0Cu2bV0kgwk5vWqNowudnHPqsT2bNv8ip/MLMn/48TkZ3Cz5y9EuNDq6ddUP1c8vJCQ4unnzLnK6uChv+86/BBoHdu7QlhULvlbt9m6DRrvOxiW2Tdq3U+YUuVkZy+Z/kZedUXrL2IQ2sYmt9QajnF7563eqanNdrpbZFU4OSi0lJa5pOWiRwUdGapKctppL0lOTgsMiq34w8W07RcbFf/XGMwKehGAClaFuAgA0hnVwLWrbZmB+XoYrApDy8tLS0g40a9ZFp9M7xuGqKi+xWIrL3WvgwOlN4zr+b97tZS9MPrqrd++pzeK7LP3ro23b/jztn+7caZRMHFJS95ReUlJS5JqIikwICAiXc3Od9fLyTU7e6dpN49PP7hHOPTs6dxoZG9derz/xu9+p44i8/HSZDrjOFp2cOFWzph2tNnN4eLzr7NGj20wmR/W12ex4mnm5aaWLQp76ePtX/VCLi3MzM5POm/pgt67jFy1+Z8ni9wUaDaonNCTzWPL+bRs69x/6w9yXZYLQb8zkRV9/VHqtzfLPi3ho99a+oyfd9+ZXy376ctlPXyz+9uOq5ywHLY9cNl5OBIWG9xw+PjA4rGzSUaG+oyb+77kHCnKzBTwGwQSqQL8JANAYfqi1KDAowqj3KnuJHOHHxbX39w/Jz8+s4A7OFbLw8GbNm3dp0aLboUObSq/56efn8wszBw245KKLHtu+ffFPP79QOoCvUEhIjDy1WisY14WEOq76e9Xnpz4GLy+foUMvDw6KWrfux6QjW5vGdXBdHhwS7SpqqJrR6OvnH7Jv3xrXLi3/fmbqKU/UsT5S9UOV9/rww1snTLi9XbvBCQk9li2bt3TZ/wQaDeIJDVmz6KfpXeZ0HzRq4/I/fPwCcjKOl15V9uO/fvECm8U8+erbJ1x6Y7dBoz57+dG05MNVzzkiOm7s9OsKcrNW/PJN+54DdPrTjEdyMzOOHTkg4DEIJlA1jtMBABpD3YQWFRVk+/mHGozepZfIH2CZKVQcTJy0YMErubnHp5x7n49vYNk7Lln8/ptvXbl9x+KOHYcPGjRTVMlidiQXYeGxp16Vk50qTxMTe5e9sGnTTvJ08rn3h4c3/+bbxw8d3vTvuRUHBUacdsuGxVJcVJjjamlZbs41e6hSYVH2l189PO/jO9PTDg4bdkWrln0EGhN27tCKzSsW5WZldBsypvvgUTvWLqvilpuW//H8zdMXfzsvOj7hghvuOXFpJYMTLx/fax99NeXQnh/efzkjJUlUQ9rRQwIeIyZUf92kMIIJVIF+EwCgMfxca9He/asNBmPnTiNLLwkJjj54cH2ld3D+PFutpu+/fzogMGzihDtLrxk54hp5mpl55JtvHjt4aGP8yQF/ZERznU5/6pxSjzl6Sfbodk7ZC3V6x+94WvrBgoKsoUMuDQ09EQe0bTuwdas+fn4h7dsPzsw8fOra4fG0A97e/l26jP3X3JQK1gqOJu/o3HlMaYIQFBTVt+95okpVPNSAgLBBAx3NOA8e3PDRvNuLTfnNW3QTaGSIJzRBfm+sX7ygZYdunfsN27yy0v3Oxs+4Tm8wFuXn/vLJ20u+/zS+TUfX5SZTkV9AkGs6Mjbe6OOjd36zdewzOCQiKvXwGdRByOxDwDPIYOKGyWFFhhiCCVSBugkA0BjWuzXBy9tx8Etvbz/X2bVrv8/OSRky6NLAwHB5tk2bARER8X8tPbEbtswU9Hpj2bsb9I4KC52iP5K0dfnKzzu0H9qnz4mBfes2/Tt2HO6aLi7OTU5xHN5ChgXXXz/3ogsfO/WRbNy4IOnodhkTDBo0w98/bMCAi4OCIsNCm/boPtFmsyxdNi8kJObqq946b+pDM6c/P3bM7LXrvjebi6xWS/duE/r1u2jc2JuaN3ekAL17T01I6PHXkg+Li/NHj7qhQ4dhQYERw4ZeJq+Ki2vfocPwcn93ydIP7XbbxRc/dcklT8uZX3vNu/KRyMtdNSCl20YUnc61BKp+qPL2ffueL/MX4YhsSsymItcRWNHYEE9owt+/fy9PM1KP2m3/2gXMETXqTgwiAkJCJ1422zVdmJeTtG+nazrt6KG4xDa9R0zoO+rc866/W86hSbMW8mxxYb68duKls/uNnnzhjfeFhDcJDo/qN2ZKaKRjXzCD0aD/dzgrb/Pge9/LdEOgvhFMoJpqXDehnzNnjgAA1An5U22X4zybLf/AxvS9m77dYxX1RK/XGQwGb2+v2DCvsW3Nq4+VmGysRpQX36zzkCGXh4REh4bEmEyFBQVZJlP+nt0rW7ToPmDgJT26TWyR0P27755ITtml1xu6dRvXteu44OAou2pPzzhktZR07jS6e7fxfv7BPj4BmZlHfHz82rYZmJjYy9c3SAYcnTuO6tlzUtO4Di1b9s4vyFi06F359mga17F16/5+fiE7dy2Vf6vc49m2fZHMPnr2mNS3z/k7d/wVGRmfln7o0KGNWdnJKSm7zBZTdJNWMdGtCgqzv/vuyZycY/K9ZjAY5fxjYtrKVOVo8o6WLXsdPrJl27ZFcjy4Y/tiGWcMHDi9XfvBq1d91apl76NHd+zbt7rQeUiOUvJZJyfvjI1pExvTVtEpv/32mrxNQEDY2DE3NWmS6O3tX2IqstrM/fpdKG/g6x2Qm3tcPp7KHmpBYdbQIZd37TomPKJ5l86j12/8afv20/cBbYRi/fWJwd5rs1rI1f38Qscav6mkxLnC33DW+J1PRFGd7Cf+kxepVrv+sLlZp4jsvq31Ww+YTBaB+lJSVNisVfsl338iQwfXJQYv7xHnX9qh9yBf3wCr1Zy0d0fHPoNksiBPm7ZsHxoZ/e07L5iKHO1yj+7dEdO81eCJF3n5+Hzx2pM9Bo8+un/3ns1r9m1Zn9ixm5xtWJPY+R++6ivzyyaxG5b+duzIgXGXXNO+18CgsAj5bji8a6vrL3YfNDo6PmH1wvlF+bkC9acBBBPhPmJCou7bvfaielv5ahzsVntJ3mWXXRYUFGR0kiucOqfTZhYKmRYA1A1XMGGVa3Nmc8rCuTsXfDhjvknUE/lL4ePtHRTo37Ol/3/Pzf+/TXnZZruAZ7h42lPz5z9fWERT+sarV6TXyPigN/YNSz2WnnI8PT09Kzs3r1iu+Vss8mtENCB6B52X0ejj4x3g5xsUFBAaEhQeGtI00m964ma9JZ/WmEC9axgVE61DxOujDDN+tqYXC7iPajXZClL++OOPuLg4Pz8/X19fb29vGU/I7/rTZhPs0wEA9YN1bVSoRfNuFouJYAKNBDt3AB6OXTlwpmr8NuAYogBQP1jXxqk6dBjWIqH7/J+eE0CjwYFFAY9FMIEaqHG/CbIJAKgf/IDjVDt2LJH/BNDIEE8AHohgAjXDcToAQGOomwCAUuzcAXgUggnUWI3rJsgmAKB+8DMOAGURTwAegmACZ4O6CQDQGNavAaAc4gmg3hFM4CxRNwEAGsOPOQCcingCqEcEEzh71E0AgMawZg0AFSKeAOoFwQRqBXUTAKAx/KQDQGWIJ4A6RjCB2kLdBABoDOvUAFAF4gmgzhBMoBZRNwEAGsMPOwBUjXgCqAMEE6hd1E0AgMawNg0Ap0U8AbgVwQRqHXUTAKAx/LwDQHUQTwBuQjABd6BuAgA0hvVoAKgm4gmg1hFMwE2omwAAjeFHHgCqj3gCqEUEE3Af6iYAQGNYgwaAM0I8AdQKggm4FXUTAKAx/NQDwJmqTjwR6Es8AVSKYALuRt0EAGgM684AUAPViCdCiSeAChFMoA5QNwEAGsMPPgDUTNXxhPAOIp4ATkUwgbpB3QQAaAxrzQBQY8QTwBkhmECdoW4CADTGE372WfkAPBmf0KoRTwDVRDCBukTdBABojIesLysUcACeSrU7/icxVKgM8QRwWgQTqGM1rpswCABAfaj3H3/VQchhj5zuH+NtsrI6AniKmAC9/Hza7HbHUMH5P/mVodKmpiIynJCnZmE59apPRdfpiZtvnCze+EGOyFh6aIwIJlD3avxGIpsAgPpRvxvynMGEY4NssUUcyjZG+3sb9HqDwaBTFJ1O5wy8WUEB6oFco3N8NlV7hsVgKikxWxxDBkflhPNTK1AR4gmgQgQTqBfUTQCAxtTvKoBroCNHPAczbPf/HhEZHhoeFhIaEhTg5+flZTQY9I6Egt09gLolP5dyjCDziOJiU25eflFRXolj3GCRwwZXiRODh8oQTwDlEEygvlA3AQAaU+/jfrujXNwmN8rKUVB+QaFer5drJ3LaaHRkEwQTQN1zVkyoVvmpNJUUFBbmyU9m4T+DBxpPVI14AihFMIF6RN0EAGhMfddNOIZAclVerpoUFZn0Or0c9ZhKSvILvB3JhJ5OyUD9cIaGdlOJWQaFcviQX1hoMpVYzBb5aWX4cFrEE4AgmEB9o24CADSm3vtNyCGQxWLVKWZFKPKs2WKRKytGL6Njd44TLScA1DVXNnS1G3QAABAASURBVGG1Wh0fyWKTDCaKZTZhtdpV+k1UC/EEGjmCCdQ76iYAQGPqv27C7ug3Icc/MiaRayimkhKj0aDX6RWdQjYB1BdXbmi32eXIQf5zdJtwjiEYRVQf8QQaLYIJeALqJgBAY+p96O/ohelcNZEhhV4vh0A6VzDhIgDUE1dfCcmVSbiOJEqziTNCPIFGiGACHoK6CQDQmHpfKXBmEzZV1TkLKBTF6iiYkBcTTAD1yzlmUFwHDXVGEoJgogaIJ9CoEEzAc1A3AQAa4yEBgOvAhHa74+FQMQF4CNeKXdlT1ADxBBoJggl4FOomAEBjPGrVgCEQgAaJeAINHsEEPE2N32YcJQ4A6gf1CQBQB1xNO8wWi8lUUlBUnJdX4Bi8ZeccTS/69EBX4R104+TQQF++kqFJBBPwQDWumyCbAID6wQoCANQN4gk0SAQT8EzUTQCAxrAWDAB1hngCDQzBBDwWdRMAoDGsJgBAXaosnkjOKJbxhM7Hf/bksADiCWhBZLDu+klhRcboldZRBBPwNNRNAIDGsP4LAHWswngiIytbxhMf7++h+PjdRDwBjyeDiZsmhxd7R6+0jM7JNxFMwNNQNwEAGsPKAgDUPeIJaBrBBDwfdRMAoDGs+QJAvSCegEYRTEATqJsAAI1hlQEA6gvxBDSHYAJaQd0EAGgM67wAUI+IJ6AhBBPQEOomAEBjWHEAgPpFPAFNIJiAtlA3AQAaw9ouANQ74gl4OIIJaA51EwCgMaw+AIAnqE48EexHPIF6QDABLaJuAgA0hvVcAPAQp40nZk8hnkBdI5iARlE3AQAaw0oEAHiOquMJ1Yt4AnWKYALaRd0EAGgMa7gA4FGIJ+AhTgYTsQQT0CLqJgBAY1iVAABPQzyBekcwAa2jbgIANIZ1WwDwQMQTqEf/DiaKCCagRdRNAIDGsEIBAJ6JeAL1gmACDQN1EwCgMazVAoDHqiKe+ORAT4V4ArWNYAINBnUTAKAxrFYAgCerLJ44ml708YHuxBOoRQQTaEiomwAAjWF9FgA8XGXxRFK6iXgCtYVgAg0MdRMAoDGsXACA56swnpDjxuQM04ac7gYf4gmcFYIJNDzUTQCAxrAmCwCacGo8YSvKHR+dG64rmZ9E9QRqjmACDRJ1EwCgMaxiAIBWlI0nmvmYbu1UbC/O+2BN1uaj7NyBGiKYQENF3QQAaAzrsACgIY50wmo7L9F6f0/z6sOFzyzNT8rIlyNJek+gBggm0IDVuG7CIAAA9YEVDQDQEH+D+kA/0TlK/HdNyd/H7T4+qu2f7/GQj0X3mYkbZ08Rr3+flVvEFzyqQjCBho26CQDQGDauAYBWJASrb4/WxwUosxea/zxsl4PGkhJzfmGRozVmrqM15tEMqidQLQQTaPDoNwEAGsPqBgBowrgWyv8NNxzKE9cvtB7Jd+zcIYeNZoulbDyRkUk8gdMjmEBjUOO3Lvt0AED9YL0VADycUafe2VM/tJny0Xb757vV0m9uGU9Ucg927kClCCbQSNBvAgA0hpUOAPBkkb7i8YGGCF/1nqX2LRnlv7OJJ3BGCCbQeNBvAgA0hroJAPBYvZuIt0frzTb1uoW2U4MJF3buQDURTKBRoW4CADSGVQ8A8ECKUC/tqJveTvfjfvXNzXKkWNVKNtUTOC2CCTQ29JsAAI1hUxoAeJpAo3i4v6FdmHhilW1ZsqjOVzXxBKpAMIFGiLoJANAYVkAAwKO0ChaPDdRb7GL2ItuR/DO4I/EEKkQwgcaJfhMAoDHUTQCA55iUqLwyQr83W3UdKPRM0XsC5RBMoNGibgIANIbVEADwBF569T+99QNjlblb7V/tVWscHVM9gVIEE2jM6DcBABrD5jMAqHfR/urjA/VBXsqdf9l2ZIqzRDwBQTCBRq/GdRPs0wEA9YOVEQCoX/1ixFujDMUWccPCWggmXNi5o5EjmAComwAAjWHNFADqi06oV3XWX9hW991e29tb7FUfKPRMUT3RaBFMAIJ+EwCgOaySAEC9CPZW5/Q3JIaIh1dYV6UKd2TFxBONEMEE4MJxOgBAY6ibAIC61yFcvDVaL+OJGxfanMGEu7BzR6NCMAGUot8EAGgMKyYAUMfOb628MFS/J1Pc+Ic9uVC4G/FEI0EwAZRFvwkA0BjWRgGgzvjoxX19dL1jlPe22r/dW3eDQ3buaPAIJoBy6DcBABrD6gkA1I34QDFngM7XKO76q9aOx1F9xBMNGMEEcCr6TQCAxlA3AQB1YHCceH2kPrdEuX5hPQQTLuzc0SARTAAVom4CADSGlRQAcCudol7fRT+lte6r3fb3t9rs9ZoJUz3RwBBMAJWh3wQAaAwbyADAfcK8xZwB+ubBivsOFHqmqo4nLk3cMHtKGPGEJriCiQLvpqstI2UwkZWdl5VNMAGcwHE6AEBjWFUBADfpEqG8OVrvaxTuPlDomapi545PDvXQe/myc4fnKw0mVp0MJmQqQTABlKLfBABoDOueAOAOF7dVnh2i25qhzl5kq4MDhZ6pyuKJw2nEExpQNpjIJZgAKkK/CQDQGFZYAKB2+erVB/rpe0Qpb222/7Bf9dgQuIqdOz5Vekxvzs4dHsoVTOR7xa0+JZjIzSsgmABc6DcBABrDRjEAqEUJweqc/gYvg3r7EtvubOHhKownXBsbPxXEE56oNJhwVUw4m18STAAVoN8EAGgMqy0AUFuGNxOvjjBkmcT1CzUQTLhUsHOH81gPh46bPj3Mzh2e5d/BRHG5YCJfvn7FBBPACdRNAIDGsL4JAGfPoIjZ3XQTWuo+32X7cJvdrqkv18p37qB6woOcNpgoNkklMpYgmAAE/SYAQHNYeQGAsxTpK+YM0MUFKA8ss649LrSY+hJPeDhHMDElPN/Y9G/LqLz8QoIJ4LQ4TgcAaAx1EwBwNrpHibdH67304vo/XMGEVpXbuSM3L5+dOzzEiYoJY9wqy4hywURObj7BBFAh6iYAQGNYhQGAGlLVWR31M9ory5PV59bazDbNj9upnvBAroqJPGPTVadUTLgOF0owAVSIfhMAoDFsAgOAGvA3qA/203eJVF7baP/pgOceKPRMEU94lNKKidUVVUwQTABVoG4CADSGFRkAOFOtgsWcAXqdotz6p21frmhgiCc8RBXNLwkmgNOi3wQAaAx1EwBwRs5JUF4eoU8tVK5b2ACDCRd6T9S7qo/KQTABnBZ1EwCgMazOAEA1GXXqnT31w+OVz3apH223qQ063aV6oh5RMQGcPfpNAIDGsNkLAKoj2l+d098Q5SceXG7T6IFCzxTxRL2gYgKoFTWum2CfDgCoH6zUAMBp9W4i3hrl2JZ23UKbpg8UeqbYuaOOVR1McLhQoPqomwAAjWGNEgCqoAj1ik66aW11i4+oL663WeyN7luT6ok6ExGku5FgAqgl9JsAAI1h1QYAKhPsrT7Y19A+XLyywb7gYMM5UOiZIp6oAzKYmD0lvJBgAqgl1E0AgMZQNwEAFWobKuYM1Kt2cVtDPFDomSKecCuCCaDW0W8CADSGFRwAONXkluKlYfpDOaIBHyj0TFWn90SIP4n3GSOYANyBugkA0BjWIgGgLB+9uKu3bnCc8vEO+7wddqHwNfmP01ZP3Dg57I0fsnIKGT9XF8EE4Cb0mwAAjWE1BwBKxfmLxwfpQryVe5fZNqYJgolTVR1PXBK/8cbJgniimggmAPep8UeGfToAoH6w3g0ALv1ixBuj9Wabct1CZzCBSlSxc8fHh3vqjH43TmbnjtMjmADciroJANAYVnYAQCfUa7rozm+j/+Wg7bWN9kZ4oNAzVUX1xMei58zm66meqBrBBOBu9JsAAI1hBRxAIxfmLR7qb2gdKp5ebV2cJPherKYK4wnXYIB4omoEE0AdoG4CADSGVR4AjVmHcPFIf73Fpt78p+1gLqnEmTk1nlBP/qrMU3vMarFBxhOvfpeVX8xPzT8IJoC6Qd0EAGgMa+IAGq0L2ihXdtJtTlOfWGUrtPJ1WBNV7NwxT7jiCfWNH7KJJ1wIJoA6Q90EAGgMKz4AGiFfvXpvH33fWGXeDvsnHCj07FQjnhDEE4JgAqhb1E0AgMawPg6gsYkPFI8PNPgb1fs4UGgtIZ44LYIJoI7VuG6CY4gCQP1g9QdAozI4Trw+Ul9gUTlQaO0qd2DRvLyC7Ny8jMyco+nF8w71MHr73zg5NNC3kcZABBNA3aNuAgA0hs2FABoJgyKu76ac21L/837765vsVpXvv1pG9USFCCaAekG/CQDQGFaCADQG4T7qYwP1zYOUkwcKhVsQT5RDMAHUF+omAEBj2G4IoMHrEqE83F9XaFFu/tPKgULdrbJ4Qg4TZDwxPaERxRMEE0A9om4CADSGVSEADdsl7ZTLOurWHVOfXGUtthFM1IUqqic+VnvMTGwU8YQrmCjwil9tGUYwAdQ96iYAQGNYTwfQUPkb1Pv66ns2UT7aZv9st8oXXl2qKp4QrnhCeeOHrIYaT1QRTOTk5hcUFBFMAO5G3QQAaAwrRAAapIRg9fEBeh+DuGepfUsGX3X1oDSeOHXs7YgnWqy/cXJYg4wnTgQTxmYEE0A9qvGHi2OIAkD9YDMigIZneDPx6ghDlklct9BGMFGPSg8sKofi+YVFubn5cnyekZWdnF788aGeOi9fGU80sAOL/hNMWIfLYCIrO5dgAqgX1E0AgMawWgSgITHq1Ju668Yn6H/cZ3tjs93OgULrm6t6wiwsp141T+0xy9Eas+FUT5waTLiyCYIJoO7RbwIANIbVdgANRqSveHygIS5APP63dVmy4BvOQ1QeT4Q6DizaUOIJggnAo9S4boJ9OgCgfrByBKBh6B4l3h6t9zWI2YtszmACHsTmHJC7du6Qg/S8vILsnLyMrOyUDNO8gz0awM4dFQYT8gkSTAD1hX4TAKAxbFUEoHWKUC/toDwzWL8jU71+ofVIvoAHasDxRGXBhHyCBBNAfaHfBABoDKtIADQt0Cge7m/oFCHe32r/cg8HCvVoDXLnDoIJwDPRbwIANIa1eADa1SpYPDZQr9eJO/+y7cgU8HwNLJ4gmAA8Fv0mAEBjWFECoFETE5RXRugzitUbFhJMaEmD2bmDYALwZNRNAIDGUDcBQHO89Op/euuHNNV9t9f+9hYbBwrVnKqrJ2Ymbr5xsnjt+6xCk+eO5wkmAA9HvwkA0BhWlwBoS7S/+vhAfZSfwoFCNa2qeELtNqvlptmT1dd/yPbMeIJgAvB8HKcDADSGlXoAGtK7iXhrlEGviBsXcqBQzats547UzOJ5+7vpfAJnTw719/G4nymCCUATqJsAAI1hpQmAJuiEekVn3bS2+r+T7U+vsZtsAg1A5dUTYp5wVU8Ij6qeIJgAtIJ+EwCgMdRNAPB8wd7qnP6GtmHi7c22b/Yy3mtQKosn5LjC0+IJgglAQ6ibAACNYdUJgIdrGyrmDNTrhLiLA4U2UJqoniCYALSFfhMAoDHUTQCg6DhQAAAQAElEQVTwZFNbKS8N1x8rUDhQaMNWYe+JzOyclIwiT+g94QomCr0IJgDNoG4CADSGFSgAnslHL+7ro+sfp/t6t+29rXY7UWpD57HVE65gwuLbbCvBBKAd9JsAAI1hZR+AB4rzF48P0oX7Kg+vsK5KFXxXNRIeGE+U7spxzDiiOK+IYALQCuomAEBjWI0C4GkGx4m7euszi9UbF9qSCwUaFY+KJ/7VYyKFYALQEuomAEBj2BYJwHPoFPW6LrqprfVLj9pfWMuBQhspD4knaH4JaFqN6ybohQkA9YOVKQAeIsxbvDxMPylR9/pG2xOrCCYatXpvjXlqMKEU5/YIzCGYALSCugkA0BjqJgB4gg7h4pH+ertQb19i250tgKqrJ6YnbnZf9USFFRMBluyOzQoL8ggmAG2gbgIANIZVKgD17qI2yotD9SkF4vqFBBP4RxXVE58e6K56B7mjeqKyXTmOpOWJkvxAlWAC0AbqJgBAY6ibAFCPfPXqA/30fWJ0X+y2fcCBQnGKKqonPhXdpydurN3qiap7TNy3qOhQJsEEoA0cpwMANIYVKwD1JT5QPD7QEOwtHlhmXXtcEJaiQuXiCbXMD1ftxhOnbX6ZTsUEoB01/pCyTwcA1A+GAgDqxfBm4vWRerNdvf4PVzABVKrszh2FRabcvHzXzh3J6fm1tXNHdY7KEedT0iuKYALQBuomAEBjWL0CUMcMirixm25iS93So/bn1trMNjJSnF7Z6oly0cDZV09U83ChAxPUzmFieRK/nIAG0G8CADSGMQGAuhTuoz42UN8iSHl1g23+AZUvIVRfdXpPvPZddpH5zAYk1QwmrDZbSp46ppkAoAnUTQCAxrD1B0Cd6R4lHuirN9uUOzhQKGrktPHE9eeKt348g3ii+sGEzWbflGZ/w0qaBmgDdRMAoDGsZAGoC6o6s4NO/tuaLh7725ZvEUDN1GI8cUbBhBznHC1QjhYIAJpA3QQAaAx1EwDczd+gPthP36OJ8vku9cPtNpVQFGenVuIJVzCRa2yxzjqkOsGE616BRmHUq1km3sOAp+M4HQCgMaxeAXCrVsHi7dH69uHKg8ttH2y3E0ygVpQeuaOkxFxQWOw6ckdWTq7ryB16v6Drzw3186r0zVYaTKy1Dq1+MCE9O1Q3pRUjF0ADqJsAAI2hbgKA+5yToNzYTXc0X9y11HqskFQCtanq6omLW2yqrHqibDCRl19U/WBCSi0QsQEKP56A56PfBABoDGMFAO5g1Kl39tSPaK7787D9xfU2i50vG9S+quIJtdv0hAriiX9VTOQVOqotqh1MSOuPqz4MXAAtoG4CADSGTT8Aal2kr3h8oKFpoHh5g3XBAUEKCvepsnqifDzhCiZyDM3X1SiYkBYc5GcT0AbqJgBAYxgxAKhdvZuI+/rqTVZx25+2fbkCcLeq4gml2/STO3f4+SgymMiWwYRlaF6BI5jIzMrJzM6pfjABQEOomwAAjWHlC0BtUYR6WUf9Je2UDcfVp1bbOVAo6kyF8YQrX/jE3mV6yy03n6f4GJU0tdnaooGFhfk5zt6ZNQgmjDr1vTGGVzbYN6Tx+wl4NOomAEBjqJsAUCsCjeLh/oYukeKTnfb/bbcLhW8X1KlT4wnXyMSu2ufZOs1svTXTErg0v7vZnFNUXJybV5CVk1uDigmLXfExiNgAsSFNAPBk1E0AgMaw3QfA2WsbKh7pr5djtnuX2TamCYIJ1IsKqyfsdtVqtb1X0lox+isi02K1FRUV5+UXyHgiJ88RTJhKSs5oV45lyXY7P56Ax6NuAgA0hgEEgLN0bkvl+i66I/ni1sW29GIB1KNy8YQcm8jEwWyxFBf7eXmZ5HZUq9VabCqRkUR+oVRcLGOJEvMZ9Zh4bSPBBKAB1E0AgMawhgWgxrz06n9664c05UCh8CCl8YTqZLe7sgmTl9HovNZeYjbLs0XO/TjMZivNL4EGiboJANAYRhIAaibOX8wZqI/2U/67zvbrIZWvE3gOVzwhhFX+Z7fZLVarjCEMer3cjmpX7RaLzVRSYrVancGE9UyDiaYBjp6vT662CwAejLoJANAYthMBqIF+MY4DheaXqLcsth7MJZWAx3HFE6pqcVZF2PV6neIkYwib8yKLo2DCLp3pxlWjXgxtpvtwuz25QADwWNRNAIDGMKQAcEZ0Qr2qs/7Ctrr1x+xPrLIVWvkWgYeSCYSq6mT4IOMHpcwmVLtzRw85bKlBMCEdzXfMKdZfkE0Anoy6CQDQGOomAFRfsLc6p7+hfbj433bbxzs4UCg8nUwfXLUSZUcp6kmiRix2MeZrqwDg2aibAACNYWABoJo6hIuH+uuNinrfMjsHCoVWnE0MAUC7alw3oRMAgPrA+hqA6ji/jfLCUH1Wsbhuoc0RTACNWLMAMawp2Rzg0aibAACNYd0KQNV89OK+Prr+cbqf99tf32S3qnxtoLHrFa1c1Fa35KhNAPBU9JsAAI2hbgJAFeIDxZwBuig/5enV1sVJAoCUlK+G+ypGnaP3BADPRN0EAGgMG0ABVGZwnPhPb31uiXrznxwoFPjHtgxx1xKbM97ncwF4KOomAEBjqJsAcCqdot7QVT+5lW5Nqv3p1RwoFPgXk01sySCYADwadRMAoDGsWAEoJ9xHfaS/vk2Y8sFW22e7GYABFfAzqP5GJb1YAPBM1E0AgMZQNwGgrC4RysP9HQdQ+89fdueWYQAVuLePvtAinl1LwwnAQ1E3AQAaw/ZQAKUuaatc2lF3IFd9eIUt08TXA1Cpo/lql0idAOCpqJsAAI1hqygAyd+g3tdX3ydG9+N+21ubVA4UClRtyVF1czpFE4Dnom4CADSG8QeAhGD18QH6YG/l8b+ty5IFgNPaky2I9wFPRt0EAGgMK1ZAIze8mbizlyGzWMxeZDuSLwAAaABqXDfBzloAUD+omwAaLYMibu2h3NfXsClNvX6hlWACOCNvjNKNjudXFPBQ1E0AgMZQNwE0TpG+Ys4AXWKw8t4W25d7OFAocMYUoTQL4lcU8FD0mwAAjWE4AjRC3aPEQ/30Fru48y/bjkwBoAaWHbUfLxIAPBN1EwCgMWzxARoXVZ3VQTezg253ljpnpT2rRAComU938RMKeC7qJgBAY6ibABqPQKO4v6++Z7Tuu732t7fY7BwoFADQQNW4boJemABQP9joAzQSrYLF26P1nSIcBwp9c7OdYAI4S2He4p7eujAffkgBT8RxOgBAYxidAI3BhETl5RF6k02dvci2LFkAOHt2oY5srmsWyA8p4InoNwEAGsPmHqBh89Krd/TQj2iu+zvZ/vQau8kmANSKnBLleKHqwzgG8Ej0mwAAjWFzD9CARfurjw/UxwUob2+xfbOHKBKoZbN+Ie0DPBR1EwCgMQxWgIaqdxPxQD9DiU3cxYFCAQCNDHUTAKAx1E0ADY9OqJd30k1rq5ORxON/2zhQKOAmcQGibZj484gA4GmomwAAjaFuAmhggr3VB/saukYp3+yxvbvFbieBBNymVxMxvb3+zyPs2QF4HOomAEBjGLUADUnbUDFnoN7PIB5eYV2VKviIA251rEiE+ihGnbDYBQCPQt0EAGgMdRNAgzGllXJtZ92xIvWuxbbkQgE0Xqq9bmK5zcfVC3+wW231kQIq8hdcJwBUgroJANAYNqoCDYCPXtzVWzekKQcKBRz0QjHoRR1QhSI/bl518rfK/2lVNbN5AagcdRMAoDGs2ABaF+cvHh+ki/ZT3thk+34fn2kAAKibAACtoW4C0LR+MeK+vvoiq3r7EtvubAEAAAR1EwCgOWxjBbTrms66C9vqNqepT6y25ZaQNAIAcAJ1EwCgMYxmAI26vadufILuq932d7fa+SgDAFAWdRMAoDHUTQCao1PU+/rohzbTvbnJ9h0NJgAAOAV1EwCgMWxsBbTFqFMf6a/vHa28uNb222GCCQAAKkDdBABoDCMbQEO89OrTg/QdI5Rn19r+PCIAAECFqJsAAI2hbgLQCj+DI5hoHao8+rft7xQBAAAqQ90EAGgMdROAVtzWQ98yVHlghW1jmgAAAFWgbgIANIa6CUATukQow+J1r24gmADczmg0jhsz4tyJ43Lz8r/+9scbr7uyTZtWK/9e/cijz+QXFLpuM+Xcc8aOGREWEhIWFrp02connvlv6UCoR/fOV142IygoKC4udv/+A/c+8HhWdravj++UyedMmjh206Zth5OSbrzuij/++Ovxp18UANyDugkA0BjqJgDPZ9Spd/bS78lS5++3C4VEEXCvmJgmUZERfXr32Lxl+3lTJn7/48/jxowcM2q4xWy554HHhDOYuOWma2dcel3qseM9e3R9542XfHy9H3j4KXlVq8SE1//vhf/c+/CyFatjYqLfeu2Fue/937QZV7dq2SI0NLhLpw65MvAoyN+xc09gUKAA4DY1rpvQCQBAfWCUA3i+6e11UX7ihXU2ggmgDhw5cvT9Dz/Jys6W0/+5b8633/983ew7Dx06MnbMiJjoJnJj7M2zr/362x9lMCFvsH7D5h/m/zJ50jkyy5BnZ9941fbtO2UwIadTU4+98/7/ZFpx9eUzt27f+cZbc+VgyW6zvfn2BzfcdJecswDgNjWumyCbAID6Qd0E4OGaBqjT2uq+22s/lCcA1Bm7XWRkZrqmZabw868LDQZDxw7t+vbp2SQqIjnlWOktl69cJU8HDuir1+sHDeibeuyfq/5YtMRut8u7nJyn/fCRZAHA/eg3AQAaw0ZYwMNd3E6fbRIf7rDzeQXqUVKSI1MIDAwICQmSE/5+vqVXHT3qOHBOeFhIVFSkr4Nf6VUlJeb0jKzQkBABoG7RbwIANIa6CcCTGXXq4KbKR9vtZhvBBFD/Dh1OCvB3pBJxcbGlF6p2x29pSurx1NRjZrMlJqZJuXsdO35cAKhb9JsAAI1huAN4skFxio9e/HnELgDUOS+jsXQ6MaHFoUNHNm3eum79lsysrGFDBpRe1bx5M3n655Jl8nTVmnWdO7ZvejK5CAzwDwsNXr5ytQBQt+g3AQAaQ90E4MlGxus2pqk5JaSIQD3o0qVjWGionPDz9Z1wzuiX/u8tuSW22FT83tyPm8c3u+6ay1xXzZx+4Y8//bpr11559t3355WUmB+87w7XuOiG6646ejT18y+/Fc6Rkl6v9/YyCgDuR78JANAYRjyAxwr2VntFKy+tswkA9SEl5fjjj96XlZUVFh7+2hvvLVq81HX5vE++9DIaL7pwysTxYwMC/f5Y9Nczz/+f66qNm7bcducDd905+49fv7NaLQcPHr76+ltkWhEdHXXJtPPlDc4ZP3rj5q0/LfhdAHAn+k0AgMZQNwF4rBHNdHa7+OuoAFAvUlJT77j7oQqvev/DT+S/Cq9a8ffqFReU34nj2LG0l155U/4TAOoEdRMAoDHUTQAea2Rz5e9U1UTZBAAAZ4h+EwCgMdRNAJ5Jp6htQnVbM/iMAvXD2HMRWQAAEABJREFUaNQb9GxABbSK43QAgMZQNwF4pig/x6czrYhsAqhrMdFNrr5iZlhoaJ8+Pa+8bEaNt74CqEf0mwAAjWHcA3imcB/HaVqhAFDHUo8df++Dj+U/AUCz6DcBABrDxiDAM4X7Ok6PFQkAAHCmqJsAAI2hbgLwTOE+SolVLbAIAABwpqibAACNoW4C8EzhviK5QAAAgBqgbgIANIa6CcAzhfsoNMIEasYmVLu9wWfvbFwAqsJxOgBAY1i1ATyTv1FklwgANaHoVKHU2T9fg3huiKFFcN39Rdc/AaBy1E0AgMawWRbwTHKdipEHoAk6RXSNUoK8BADPQb8JANAYBj8AAJyNEpvYnKYW0bkW8CTUTQCAxlA3AQDA2bDYlbuX2gQAT0LdBABoDHUTAAAAaGBqXDdBL0wAqB/UTQAAcJZmtlfiAwUAz8FxOgBAY6ibAADgLE1vr2sRLAB4DuomAEBjqJsAAOBsOQ7pSdoPeBD6TQCAxrAmBQDAWbpnmS0pX+VHFfAcHKcDADSGugkAAM7S1gxBMAF4FPpNAIDGsCYFAMBZ6hwhQrxJ+wEPQr8JANAY1qQAADhLzwzWd48i7Qc8CP0mAEBjWJMCAABAA0PdBABoDHUTAACcpU922g/l8YsKeBDqJgBAY6ibAADgLH26i4N0AJ6F43QAgMawlQcAAKBu+BocA2aTVcDdOE4HAGgMW3kAADhLP0/VD28mgNMK9RFWm5pvEXA36iYAQGOomwAAAKgbMpvIMgnUAfpNAIDGUDcBAMBZ2pKh5pQI4LTCfARvlbpB3QQAaAx1EwAAnKX7ltkFUA2hPkqWiZWvukC/CQDQGOomAAAA6oZznw6yibpQ47oJsgkAqB/8PAIAcJYmt1QmJJL24/TCfEQ2+3TUCeomAEBjWJMCPJO3noPMAZrRPkzp3YRfVJxeqMwm6IVZJ6ibAACNoW4C8Eyx/iK1kA8ooA3JhSLYm2wCpxHspYb76PZl891eFzhOBwBoDGtSgAfSCTXKX5dSYBMAtODH/bZ5O/hFxWn0j9UVmNUdmapQeLe4HcfpAACNIboHPFDTQMcaVUoBH1BAG3JLGGri9PrEKOuOEUzUEfpNAIDG8PMIeKCBsY6PZjLZBKAdbcNEn2gBVEYn1F5RytpjfLHXEfpNAIDG8AsJeBofvbigrW7pUbud8BDQji7hyuxuegFUomuU4mNU1hyzC9SJeug3UeM/CQAapdRqKSBDH8DTnNtS8TOId7aw/gpoyaIk+zVd9W1CxZ5sAZyqb7SyJ0vNNbPmVUfqrt9E2UiCeAJAo3X2OQVfoIBH8dKrF7TR/3RATSsSADQky6RcNN+SQ+MJVKJ3jO6vJELnulNHdROuP6OeJIgnADQOriSi9FSS335nGU+wDgV4jlh/cX9fg49efLSd9VdAewgmUJlof7VZoLL2OIPWulMXdROuPMKcl5m9Y7lqt6snYwm73e5aTRelmwFV50q3KkRFGwbVE9eW3khR/7nDibupZeZQOstK5nPqbZxXqI5GrKrztOxN/zWfkzcsP+dKb1PJY3b8lcrnU/XSKPNoXY9TFeWf2Jks1VPmXPYx//NX/j3n08xHnLI0TplzuQd3ZktVnG5pVDSf0yzVU29TyWM+m6VRfqmWnfMpz/T0S/WUv17+PaacGgWe+dJQK/rEnXzM1XyPVXWbKpdGufmUe4SV3qbCT1zlS6PM8z3d+7B0Pv/+/ikzB+G4iWJ3xhBS375927RpIyd0Ot3ZxxOqAFD/5FfFeW10l3fQpRaqty22F1gEAC3qHCEu66i76y/iRfzL1Fa6gznqzkyBOuP2uonSKomi4wcPfPKwRdXZywxO5JXOqOKfkevJe5W5zT/zOTFCEv+eQ7nbqGXGlKLMSrxa5uKy9xJq2dv8M4ey8xdlRh5q6cCyosdwcm6VPJeyw13naEyc8niqeC5VPN9/Pc5T/la5AEit8Bmd+kj+9dyrcZsql0xpTKOWe0aVPNp/P8LTPSOl3C1P8+pU5/lW/Or8a+B6Iluq3mtd0W3+ebRVvNalz/df78xKblnxe7v8K1jJoy19RhXfRvzzcEWVz7fcK3jKa61W/L6t7L39r0d4xp/E6r3WFT2jUx6JqMYnsfQ2jgDi5C1tNusLL7yQmJgogwl5ydnHE2ziAepRswDRJUrpFql0iVACvcUXu+wf71RtqgCgUXlm0SVSd3Fb9fPdfJJxQpSfmJSoe3ilTaAO1V3dhGv9f+bP5myT8Gyn/VZSypxWfRsAbqBUMu1JSr9H5AM0FB61Wq0Wi8VgOPHN6YonRE2x6gTUjWAvNTZQifNX4gJEXIASG6DEBQp/o5JaoG5Is7++2b7xuMinXALQuMN54vNdNh0r7yjjms663dli3XGBuuT2ugnX37Db7TYbsROARkkVMpswm83CmQfLYOIs9+lg9Qlwh3ZhJwKIpgFqjL8SH6T4GR2ftkyTPSVfJBeI5cn25AL1QK5jGkBDMncbsT/+0SpYDG2mm/2HVaBuub1uwlUxYXe2mRCoET9//87duh0/lnpo/wEBQGtUobrqJnRlCOfXY82+gvkyBc6Gn0F1ZRCxAcJx6u84Dfd17GmVWezIHVIK1eXJaspuNblQlWGE2UYeCDQWM9orn+zkZ7axu7m7bmWyfW+OQB1zb93EP7udO+MJgTPXrEWL62bf2LtXz5zc3G+//f6Hr74yFRcLANohAwibzSazCb1ebzAYSndzo98E4G7B3qozfTgRQLjCiGBvx2coy6SmFMh/YkOaOv+AY/pQXoUxBB84oLFoEyou66gP97H/30aGLY3XgFjRNly56jdK/utB3fWbIJs4U/EJCRPPPXfsOWPtNvvBpOQAP9/LL790yNDBX3z86cb16/Lz8gUALZBfgDYnu9PZF5GxQQcoT1XDfUVcgE6mDzH+rgzCEUP4Gx3VEOlFjlIImT6sSBbOPMJREFFCDAHg3/Zki4dWWKe30wUY1QILXwiNkU6o13TRLzyssu9evaiLfhPiZDwhUD3e3t7TL798wqRzjEZjUvIxs8Uil15hUVFGdk5EaMhDjz68Zcu2t197fc+uXUJrHrnusmE9uk249b4ik6lrm1Yzxo/q17n9kKtvFXViULfOt1x83h9r1r/z7U/y7HnDB9992SW3vfDq6m07BeA2ilDsJ5UeukicBVaX0JgpQm3iL2L9dTEyfXB2qXTlEd4GxWpX04rUlEJHALHziEgusKcWyGlhVSuaDQCcYnWq/Gd3fUUEGml22+hc11VnVJR3NlM0UT/qom4C1efr69uzT59pMy5JSEjIyMrJyjlWdgwjt7sez8jMyc9PTEx49qUXf/rxpwU//pianFz1PBPjYqaNGdGnczsfo3d6dk5uQf7nvy1p2Sxm854Dm/fsE3XL28vLx9vbNd2qWWzvDm1Lz7pbx8QWF40Z3rVtK5lNuC5RdEpwgJ8A3Mx1XNHS2jHqJoBq0isydHDslBHjyCAc1RAxctpPGPSK2aYeKzxRBLH+uEgttMsM4liRalcJHQDUgr4x4v6++qdW2Vcf41e3sRjbXJyToLv5TxuZVH2po7oJnJZ8Jdq0b3/19dd269pVjpmzc/KMBkOTiIgKb1xcYvbz9Zkx45JBQwZ+9cXXv//0k9VacSPZsf17P3nT1QuWrZ799Csp6RnykpiI8NkXTblw9LBrHnte1Ln7X323dPqbRUsHdus8qFtnUSe2Hzj06mffyAVS9gHIf6Kxuu+KGU9/8ImA+8kMuLRcolYqyBh7oeHx0quxJ/bFcByzM9rfcciMKH+hU5Riq6MrhEwfDuaJlSnOPTIKRHqRKhR2ygDgLqtTxbd77Y8P0l/1qzWJ8v5GoEuEcltP3eOrbIfyBOoLdROeIrZp3CWzZjZr2iw7J0duX9Xr5OYiu87ZQk+v159c35JbhFTnAQjtFrM5PSMjwD9g0uRJB/bu3bV9+6nzbNYk6umbr920e9/Db80tvTA1I/PBN94P9PcLCw4S9c1sqdNY0uQ8iCOEo4DFOH5gH7KJulHre7SxBQea5qtXmwYqMQHCkUEEOHbKkDFEmI9jjSTfrKYWOPbF2JUtFic5jpEhz2aVVDQXhRgCgHt9tF3dcJxgolGIDxSPDtR9tce+MkWgHlE34SmOpR576ZnnLr50Rkyz+PTUlKiY2NTko9GxcYcP7GvRsrXe4FjgdpstMz0tMjrmmLwqrqk8DYuI/P3nn/bt2VPhPG+++Dx/X5+P5v966lXvfDO/Z4c2opGx2mjI6hASGPDiHTdGhAQL1AmltrflMiaDVgR7qTEBrpYQuhg/mUE4dsoI8XG8hbOLnY0hCtVNaerPB+zOygiRR4AMwJNsddQcO/Yve3aI7ru96ooUtg40QPKn6unBht1Z6gfb7Kxk1S/qJjyFarfn5+eNHj1K0elEh3Zyw2jH9m1Vu9qudSvhypCcr1TrlgnyqsTmzeQr17JFvLxk24aYNRVVH8gN4yP6dC8oKl65pYKSiu0HDmWdPNJHVGjI7TMvCg8Oap/QPD0n57F3Ptq0e5+88OqpE2aMHyXvfs3jL0SGhjx0zaVj+/f+bvGye//vnc6tEy8eO3J03579L7vxrkunTRo6oKCw+L7X3tm460QDC3mDB6+caTAYZDjy3Z/L3v52vrywa5tW08ePHNCl0+CrbhZ1RS6oGy+cHODrG+Dvq5aJJuKiIqePGzlpyIA7/vv6uh275SXnjRg8vFc3uaCH9ui6ZvtO+ayFs/bkzlkXFZpK4iLDUzIyn37/4/yiE8dwbR3f9LZLzk/PyR3So2tcVERadvax9KxH3vqge7s2U4YN3LBr76HUYzdNm/r7qrWPvv2RXqeTC7Bti/imTSL2HUme8/ZHh1OPueZzybiRU4cNCg0OKjKZnv/o8+WbtnZIaD5tzIhxA3uPv+meq6dOnDJs0LGsrNe++G7bvoOPXX9Fr45ti4pNT8395NeVa1xziAoLfeqmq4P8/GIiI/5av0leJWc1um+v80cOCfDzueO/bz5w1cxB3TrvPpx0w1Mv5RYU3DHzwtbNmur1+q+enVNQXHzFnGfLLbT+XTpcNWXC8czsplGR63bufvXzb12Xd2/X6popk3ILCwf36OxlMPaZdb1ANaiCugk0fGE+qqMlhL9MH3TODMLRqDLAy7FDU0axoyFlSqF9ZaqccPSnPFogTDQaA6ARNlVsTFMfGaB/baPtx/38CDcoRp365CCDxS4e/9umEkzUN+omPMsvP/9y0SUXy4k9u3ft2L518NDh4eERJSWmH7//tnWbtl279ZBX7dq549DB/cNHjvF2dpHctHFzhbPqlJgQ6Od3MDnVUkkritSMTHlqNBjmzrnnjzUb7nv1HRlnPHfr9e89fPdlDz0twws5xB3Wu7vrxunZObc+/+rGT090i2gR0yQhNjrQz/epm6/Zn5T88c8Lb7hg8nXnn3v9k/+V17ZrHv/SHbOvfPS5I8eOywRu2zMAABAASURBVAH/0zdfW2gyfbxgYZv4pr3at/XzqaPmly7vPHjnvqTkZz/8TE7ff+WM0svl+L9ti2ZNwkNdZ2XQcOnEsVPueFBO9+ssR+bnuC5/+e6bdhw49NAbc+XCWfHBa95G453/fUM4A50PHr3niXfnyYBALodFb79UUGi68J45MpQJCw7s0qZlTkFBflGRvG+Qv7+8vVywKzZvnfP2hzID+uHlJ1+/99aJt94nL582dnj7hPgZDz4pX6YPH733jftun3DLvS3iYrq0TQwJDHzixqu3Hzj4/vc/y4Ti0euu2Lh777b9B//esv3q8ybceskFrmxCvoJv3HurfIQ7Dx2Rj/yjxxyzfeaDT4ID/Lu3a52Tn3/fFdNXbNpaUGy6YOSQi8cMlznRw29+8ODVVhnNyAd86hKLjYx4/d7bH33nwx+WrOjbqf3/Hr8/Iyf3s18XyatevH32RffMkWdDAgM+f/phgepRFOom0HAoQo3yc7WlFHH+OmcY4YgkfIyKzXGYjBNH69x1xBFGOCKJAtVi5z0LQNs+2amuO2bluJINjF4Rjw3UNw0SN/1hLbTyU1X/qJvwLIt+/6Nn/35+vn4ymDh65NCBgwctNvV4asqxlKOq3R4d5yiU2LRhbVZWZkKrtiGhYfv37Dt04ECFs4qODJen+YVFVf/FGeNHxUSEv/7Fd3K6xGx55oNPf33tubsunebalq7a/6k0kDlWccmJctv5S//u0b5Nj3at3/v2p71JjgOFyEGs3BTvuvauyy/+Y816GUzI6eUbt67dvlPOWU5/9ccSOXge1qubqCvnjxzSp2P7u19+y3X2+8XLL5s0zjW9cPW68JDgwd27uM52SGwul0NiXMyB5NRVW3f07dxBOD8ezZpELVi2SjgXzqHkY9HhYa7bnzdySGRIyIZde+V0flHx5j375B+S01v3HpD/Zl80xWazv+ZcqsJZRdK5TeKdLzlCjczcvEWrNlw8bsTg7p1Xb9t107Sp0+973JUffb3or/5dOl40ZtiL877smNiiQ0KLpz/4OOl4unBWRlx+7rjnP/o86XiaPCsfxhWTx8tUQt7x0gljDiYfk8GEvFw+8t2HkiYNGfDoOx/Juc2cMFomQQ+98b4MJr76469x/Xu3ad7stAutaZNIg15/ONXx8m3c7SiEiXW+l8KCAuOiInp3aPvLyjU5+QW/nKzawGnRbwIapVPUGD9Xf0rnThnO/pTR/sKoVyzOw2Q4+kEUqpvSXRmESK34MBms7QFoCHZnn5iY1UEXYBTvbbURvGqaDCaeGKTrGKbct8x2tICX0iNQN+FZSkpMUaGhUU2i1v+tk6+NHDy3SmheUuhoF6uqdjktJ37My7PbbHLDtTy7beOGymaVm++Idr29vKr+iyN69zielV1aW5GakbnncFKvDu30Op3NXlV3BovFarfbXcGElJWb366F4+HJ8XyfDu2Wrt/kujwtO2fmg0/98wStddr8csKg/sezsnLyT6Tc2fn/irvNln/2bN6276CX0fDtC4/PX7bylU+/eeXTr4Xz4+HabSEqNGTq8MGRocFpWTmu27sWrIwz0rIcv1SFxSYZOpTOTS4Z19jepV+nDt4Gw31XnKjaCArw27Jnf6CfX+v4pvLlnnnOGNflfr7e8nLXUjc7X5Hsk/vdFBQ7diQpOdnLs6ikRC7n4AD/jJzc3h3bhQYGlM48LTtb3iw6PFSGGlarNTPXLIMJ13ORy8Hf10eczpptO7tMu1JOtG3R7NwhA+UdvQxG19I7mJz64h03nj9q6Iv/+8K1iFAd9JuA5zPqHIfqdB0mI9bfdapE+Qm9TjFZTjSGSMoXq47ZnL0qHYfJqKj2lfcmgIZve4b6nz66dmH6WxfTyEyrDIp4fJCuU7hy7zLb9kwBD0HdhGZUdpTQyuw+nCRPY6PCXVvXK7tZdESoa+RZ6lhmZpc2LcOCg9Kzc6qYf7lUqzTlksN1by9jgK9vde5VmTfuvV0O1MUZKigquunZ/yt7SdMmERZr5fs0l3kw+4+mzHrwqaduuuai0cNlXvPQm3P/XOPIfeKjm9w+4wKZvMxb8Puw3t0NOp3r9guW/T1rwugLRg3ZvGdfkL9/x5YJb371Q2V/JyYirMhkPvWgGOMH9JGn733/cwWLuhpLSuf89EaFh+46dKTCI25U9hqd1sCunS4/d9y67bvf/mb+FeeOK737jAeeeOz6K0b169Wvcwf5fF//8nuBaqDfBDyKj140dfWDcIUR/o72EOG+jhWCArPraJ3q7iyx5Igt2dEkQs0yVbiiQAwBoJHakKZe/ZtNfnNCu+YMcAQTD60gmPAs1E00WHK4u2nX3m7tWp8zqO8PS1aceoO+ndqv3rYzIyevc6tEmSa4drsQjmGPUlBU7Bot2888Dj6emSWjEJlulL1wdN9eC1evq/5MbnzmJVEbCk2mZk2i5Ap3dd7o2/YfnHrngxeMHnrLxef/9/Yb+18xW27unvf4fZ/+ssjVy7OsvUnJd774xtVTJz549ayCYtOctz5YsXlbZXNOzchqFh0pH4lrjwzh7FTaqlnTI879NQZ36/zt4mWlN+7erlVpS9HqSMvM7tamVdlLWsc3lS9fTn4N94mUr92b999x6cNPbdpd/mFk5ubNfvaV/l063H3ZJbdccv7WvQeWbtwicDr0m0B9CfJy9aR07IvhOF6GvxLjL0J9nYfJMKnHClSZPmzJUH855DxMRoGaa6YUAgBOr8ByYheP1iHixm76Z9fajhUKaIJBEXMG6rpFKg8ut21KF/AoNV5n1gnUmZoGSC9/9rXdbr9z5rSYiPByV91w4WSDXi8nlm7Y7GU0nDtkYOlVsRHhq04e2qOwuDgk4EQsnBgX4+fjZdDpq/6jNrt9y94Dw3t1nzXhxK4KLWKju7ZtKerD7kNJgX5+U4cPKnuhXl/BUzhv+ODOrRPlg//it8V3vfSGr4937/ZtR/bpHh0RvufI0VNvbzQYJgzuf+Wjzz7x3ryXP/mqimBCWrVth1zaj1x/ue/JPqC3Tb8gyN9375Gj6Tk5s6dNlbGF6/IRfXoM6d5VnIl1O3a3bBp724wLXWflR/r+K2cUmUpOe8fKPvwXjBiq1yk7Dx4ud3lUaMh1502SE39v2XHZQ0/lFhT26dxeoBroN4E6EOYtOoaLMc2Vyzoq9/fRvTZC/825+q/PNfzfcP21XfTdohSrXaxKtb++2Tb7D+vk7yzTfrLdusT+3Dr7vB32P4+IXVmiomACAFCVzGJhsqrvjtZH+Ap4vtJg4v5ldoIJD0TdhCeSg0ad/p/0x2qr4ZHW5Bjy9hdff/rma957+O6n3v+4dPx8+bnjLRar6+wnCxZeMHLojRdOXrJ+k9zYPqJ395bNYh98/X3XLfcnp0wc1O/8kUPk0Hri4AEWm61lfKw8+82ipb7e3mUHt/IBGwwnxvyvfv7N3EfuefDqWfK+m/fu79q65c3Pv+q6yqCXN/znqXkZjQa9XrjNq59/J1OSey6/pNhUsn7X3psuPk9e2KVV4jkD+y5Ysdr1gEsfwH1XzLj28ecLik0Z2bn5RUW7Dh3pkNhCXn73ZRdHhYd0adUyJjxMp9NdPHbEso1b+3Zsd86gvnmFhTbbidoSufQ++fUP+YfkYpHxh5fXP5+RrXsPyD83YVC/H196as32Xe2aN5N3dB065I0vf3jk2su+fv7R5Zu2hgQGtIiJvuS+xxyPyvnYdOWSoJMLXClzdt6C3+VDuuGCcwd07rD3aEr/zh2+W7zM7DysrLeXl91kKr23fPClr1FOfoE8O25An7jIiE9/W1RcJssoKC42GAyv/udW+Zbo0jpRXtKmedOZ54z+/e+1l04au2jthn1JySazpbCo2NUKFKdFvwnUJlWN9FPiSvfICBAx/jp56mtwHCYjvcjVn1IsOWpPKXDsoJFc8WEyeBMBQC3IKhH3Lbf3jFIyigU8XNlgYksGG3o8UY3rJvRz5syp5k1l/mGz2UyZKbkbfvl6j910Zm0TGpeAgIBzJk6Qpzu2b8vOymrTtl2T6Ohjqan79u729fPr1dvRnuDvlcttNmvHTl3CwsN37dz194qVVcxQDiPXbd8dFxUxccgAGUB0a9u6XULzbfsOfL9kuesGZot10dqNfbu0v3bqpAtHD+vbqf2dL725Zd+JY39s2XugXUL8ZRPH+nh73fPq25MGD9i+/9DyTdvkkPXyyeMCfH3lcPpQyvHendpPHz8yLCjIaDDK7e3yj+4/mtIhsXmL2GiL1fbgG+8np2UIZ23C1OGDw4KDvL2Muw8dGdO/96wJYwL9fKPCQnYeOlJQVPtf6vmFRb+sWBMXFXnteZPG9u/14Q+/DOreedOefX+t35wYF3PF5HNiI8MDfX0PHE2NDA2ZNXHMlGGDEpvGyjjj8XfnyWdxKPVYn47tO7dObBoV+ewHnwb6+zZrEvXDkhXbDxyUA/ihPbrFREZ0bpXQq0PbXh3bDuzWqWf71iu3bL/+gnN7tm/TPCb6eGaWq+uH9OfajdER4W3im7VsGrtu5577Xn3H1e1y674DMhdon9Bc5iAyE7n75TeTjqeP6NPj4rEjI0KCggP8Dqceb5/Y/KopE8KCAuWySjqW1qZ5M5kRRIQEB/n77T2SlJWXL19B5xyaR4WGfPXHElcbCPkwxg/sExjgJzMIOROZKMlEJtDPr9hsln/0eFbOqD495SP/Ycly+WKVXWhHjh0f2793x5YJVov14TfnDu3VzW5X3/3uZ7vdftO0qa5FdO7QgV8sXLxg+SqBalDNuQMG9O/atavRSUY/Mr2Sr4viVN2ZqKp8CeR3af6Bjel7N327h2/Shs9xmAx/pW2Y6BWtDG+mnNtSN6O97tquuova6uXZZkGKXhFphcrGNHXBQUf5wztb1G/3qYuOqKuPqTsyRVK+yCkRFR04AwBQm1JP7tDx2ABdkVXlUKMeiGBCA+xWe0neZZddFiQHlSfXmXVOp11hrtYO/KqTXJk2m83Ze9Yefu/maT9Zs00ClRk8bOh1s2d7+3hvWr926+YNY8ZPahIbV5CX991XnzZvkThkpGMviTUrlx3cv2/i5PMDg4MP7tv/4L33mopZpnVtZN+ebeObvnGy/6UMDlrHN33omkvPu+thV80C8I/Co3fecfusWbP8/Px8fX19fHzkt62MJ6qfTbiCCavVKr9LUxbO3bngwxnz+dQ3KHKd6eShOksPluE4TIZBp5RYT/SndHWmTHEetvN4oVCpfQAAT+JnUB8dYOgapby+0frDfgHPQTChCarVZCtI+eOPP+Li4lzrzN7e3q5NeqddYWafjtrXs2/fCVPPM1ks8l9UbLMOQqf38sl1HEVS6dKrf2BgoHNaNG3Ryj8o1GxXs3PzQiIiLpo565vPPissIKGtO8EBAU/fdM2Vc54tvSQrL3/1tp1rt+8kmMCp6DeBsnz0Is6xI8aJPTLiAnQx/iLSz1HHWGhRXTu6WIBfAAAQAElEQVRi7M0Sfx2xyw1xyQX2zOJ/9uc6iVQCADxOkVW5e6ntwtbKihQBz0EwoSH0m/AUAUFBzRNbpB1Plf9KL9y7Z3fpdFFh4fFjx0rP5u040a4yINC/bfv2G9auFagrIYEBAb4+L9x+w8cLFqZmZslLZKbXv2vHT37+QwCnoN9EoxVoPHGozrgTjSFkHqGE+ThewNySEzGEXE/69ZDqKojILamoMQSvNwBox1d7Twyuzm+thPuIudtUK8Ph+kMwoS017jdBNlHLIiIju/bs7evjI86czSbIJurS4dRjVz/+/CVjR1w1+Zyw4KBdBw8v37ztqbmfFFfj6BhohFRB3UTDF+otowfHoTodGYQzjJBJRJC34yc2s9iROyQXiLXHXHmEnFbl5rVT5kEIAQANh5deXNBW3y7cfscSu0B9IJjQHOomPMWh/fsfuesuAY1YuXm7/CeAaqhxBlzpDAXqj6pGOA+TIWOI6DJhhJ9BsasnD5NRIJYmqcmFamqhXUYSZhsxBAA0Op/tUjenWaP8+MKvHwQTWkTdBAC4F/0mNEon1CbOGCI64EQYESOn/RRvg2K1qceK1JRCIWOIrRkyjHAWRBQKW/nXhlVSAGi8dmTJf44fhjBvMamV8tF2fsDrCMGERlE3AQDuRb8Jz+c6TIarP2Wcsw5CTshgwnWYjNRCRynE0Xx1TarzeBmFalqhaud1AABUT3SAOCdB1y9GfWCZPYs9gN2MYEK7qJsAAPei34RH8dKrcc4jdDozCOGaiPBTdIpSZHH1pBT7c9TlRx17Z6QU2jOKTj1MhiAgAgBU345Mce1C69RWeoIJdyOY0DTqJgDAveg3UV/8DarzGBll+lMGiHAfnbwqr8QuMwj5b3umuvCwkBlESoGaw2EyAADukVuifLj9RFPMWR10Cw7YMk38wNQyggmto24CANyLfhN1IMTbEUPE+iulB8uQ/4K8HTFEpsme6owh1jkOkyGSC6wyhijkMBkAgPogc/OeUcp5rQ1Pr7atOXb62/eNEatTBU5Lp6hzBuoJJjSNuomqKCedPCsA1C/XV5Z6ktAC+k3UJsdhMkSsv86VPsS6Ygh/xc/oOExGhrM/ZXKBujxZnorUAmtyoVrCYTIAAB5DhuO3LbFNa6sk51fr9nP6669baDtSvRs3WjKYeKSfvmsEwYS2UTdRKZ1OJ5eOXi//T06IsiEFgPoi8wi73S5/c+wOquus8Gz0m6gZnVCj/B2lELH+IvbkYTJi/J2HybCraUWqM31Qt2c49shwVUZYK1g0fG8DADzOF7tP/GINjhMlNlFZAcWH4+RYRJnaSvfKRk9f26lHrmCiRxPlnmW2HZkC2kXdRMX0zkyiX4xi1CtyypFPODMKAaAeqSeyiY0ZusISm81ml/8TzpxCeDD6TZyWXpGhgxoXoItxZRDOMCLaTzHoFbPtxGEykgvUdcdlGGGXkcTxIg6TAQBoCFoE62Z10H231/7m5vIrM/f30cUGOH7sRsYrc7eJfIvAqQgmGhLqJiqgc4YRRoPhPz0scgOdHPgIAJ7knvUhSXk2s9lssbj271A8ef8O+k2U5TxMhkwidHGOAEJxhRGRfsJxmAyrzCAcLSEO5qkrU2QY4YghMopUDpMBAGio5u2wb0qzx/hX8Ls2LF7nmvAxKuckKqWlFihFMNHAUDdRnmvfDb1O5+VlFMLy2mHDimy9AOAZ4n3VZ9uaA/z9AqzWImcpk3PHDmGz2YSnarT9Jnz1atNAxdmi8sRhMuR0uK/j4eeVOKohUgrUnZli0WE1uUA9VigqPrIaO9MBABq0rRnyn2NIFu6jnpOol2mFnP560r8GIOe21H21x2pX+U38B8FEw0PdRAV0OsVgMBiNRtfmSZUNdIDHsDvz1KBA/0C7VRWqY7cOm7P1hN1zSycaQ7+J4BOHyZDpg87VHkJuAgrxcXx5Zpkce2SkFNo3pIn5B05URlCYCgBAOfKXdEorpW+MzmITQd7/GoBE+ilD4nRLjlI6cQLBRINE3UR5Mq3R6XR6vc7by0jzS8AzBQUGBFjNFovVbLZaLBbF6ih38thsokH1m1DVcF/hOlqn6xgZrp0y/I2O5Z9RLJwH6bSvSBaphXbntDB5bkULAAAeZGuGuOZ324P99J0iKvipn9paIZtwIZhoqKibKM91NA69Xu/lqJsA4IkCA/wDzIbi4pIio8l5JB2PjhE12m9CEWqUn3LiOJ0nDpbhOOttUGx29XiRSHHulLHriCOMkDFEaqFqsZPnAgBQc1km0Ta04qvah+vahdl3ZYlGjmCiAaNuogKu0gmdXicAeCRfX29vb9XoZTDo9fKjqrihNqEWaaLfRJSfiHMWQYT76ORakcwgmgae+A5MynP0g5D/NqU7MghHNUShqKvHBQBAI/LWKL1RX+nv6XmtdE+tadRN+gkmGjbqJipwoh0m2QTgqYwGg/wnYwlNHNnX0/pNuPpBxAYo0X7C1asyPujEYnQdGuNgrroyVU3Jt6cWiuNFAgAA1IErOymJIVWt2AxqqkRsVTOKG+nGAIKJBo+6iQo4own57iebADyUo15C7zjWbynhweqr34RBETEnd8Rw1kQ4jpQR5acYdIrVpqYWieR8x8Ey1h2XMYQqI4njRaqd2gcAAOrJRW1PM/qQv+DnttTN3dYYu04QTDQG1E1UjC6YgCdThHPHq5PhhPBsddBvwkuvOtIHf11cmTAiws/RisMiY4hCkVKgHslT/04RqQVqcqH9eGGFRyDiew8AgPrx2QS9rhqrNOckKJ/stJfYGtdPNsFEI0HdBADt0VZ6WLv9JlSr2ajYhzQVcf6KqxRChhHhvo4/YbY5mlOmFoj9OerSZJlHONpDpBWpp8QQZBAAAHiQ+/voXD/lpxXkrZuYqH6ztxGVThBMNB7UTQCAe9W434S1ILs4I8mUfqQ4zfHPMZF+xFaUG+ol7u6lTy1Uk/PFriyxKMmWku84Wmd6kUwhqIYAAEBjfjlkX5Gi+nupAQbHYbkDvFQ/eWoUAUbFcaFz2ttw4gf9yk66TWm2/bmiMZDBxMP99N0JJhoH6iYANHzeerUeqx+rkwGbc9Nl9GDKSJLpgynNeSpjCFOBvEpn9PGJbOYd0SygZfeQnufkH9p6YNWvl/xQUkEMwc5oAABNKds3Sp402r2qt2VXceWJZaITarC3EuSlTm2ty7IIo7HhLysZTDzQR989SnlghW1vnsFoFKhFpUGA6//lWbu9no8CQ90EgAauiZ94uL9+9qJ6+7b9Vwasquac48U5qZasZJOzJsKULpOIJLu5WF6p9/bziYyXSURo+/4+Q6b5RDTzjWrmFdxE3l/+WlitVrPZbMrNtKk6YggAgKbJQYirc5TjPzkKLdPgWqAScl2h2Cze2u4IKny8RcMms5g7euu6RSqP/W0/WGho8M+37qlOwrmSaXcGE/LT55ystz2GqJsA0JB1CBePDtDL7Qw3dFXf3FynX7XyNzXKX3F0hWga1LZwS+6PT2XnHbfmHFetZnmtwT9EZhC+kfFhXUe6Mgh5agwMr3he//6mZq0NAKBprmAiOkQ/vrO3nNDrdWWqJ/iVg0P/WKV5oFiSpPbtKPoKuIUrC8jIt/26TW4Cs1ltkowq6q2AgroJAA3WhETlxq46o97xNdc0UBHCXdmE3nG0TjUuQBfjOECG4jwVTXwVg16RX/qZxcE6a47i2yKgWSe/6OYB0QkBMS29/INqvHWoMR46DADQgLjyiIRIr3vP8c412eRvpfP3kN83/MO1ijQ+XMCtfAzKkWzDsgPGErNFMpsVi2oV9YS6CQANkEERN3bTTWz5z3HC4wNrZzuMl16N9XccpDM2wFkT4QwjIv2E3OJjs6tpRSKl0HGkjI1p8tRxmIzkAtWSl3znnRfOGj3Lz8/P19fXx8dHf3Z7TLJFCQCgXc6iCcVoMBiMjgHFuzsLCi2kEkD9GNnUO9Y7IDjIv6i4uLBIcRRNqPb66j1B3QSAhibIy7EfR8eIf327RfiKM+WjF80CRbS/qxTCcbROORHm4/jetNjU1EKRUqAezlP/TnFkEPLfsSJhq2DlSlFre0MQa3AAAO1y7dBhMOi9HEk9v2lAPdPrdUGBAXLCZrPbrDar1Vpfu1ZRNwGgQWkV7Oh8GR1Q/itVr6vqS1bGGTEBIrY0hnAWRIT6OO5SbFVl7pBaaN+VJf48IqfVlELH0TrVapcv1Pr3O3UTAADtcmQTiqLX640GOaCwCAD1Sn4Yg4MD7KrdbLGUmC16i95qs4n6QN0EgIZjRLy4rbvep8qjaoV5ixNdIfxFrGPC0SQi0Mtxl7wSNbXQkT5sTFN/PnBi74yskgpncwZfnbXe7phtTAAA7ZKjD1fdhNFINgHUP0fdRIB/SYm5qMhUXFxS2pu27g/YQd0EgAZBVa/urFzUVl/FTd4cpZdhhK/BEStkmRy5Q0qhfWWK3ZlHOHbKyHfPCpIiqJsAAOAE1z4dep3cWKsXAOqb/Dz6+vp4e3kZDYbSg/mK+kDdBADN8zWo9/bU9485TdRqstqfXyOOFapJBWqJre6+c+k3AQBAWXIA4voHoN7JRMDLKHMJmRbKmEJXejRf6iYA4Iw9PdiQEGAT6ml2jcs3K8tTXD2H63RtiH4TAACU46qeEADqm+Lo/+JMJVy5hCo0VzfBV4nGBAUG3XLZ1d++Mbfqm3Vs027OLXfNf2ee0LiosPC7r7nxk5ferP5d5r3w6jN3P1DNG48bMvzx2+/9be7nLz34WLPYOKFBvj4+V180Qz4Ff1+/Cm9wRgukfj260vblHlteyWmi1kg/US/oNwEAQDn1WDcOoBydk6hv1E3Uj56duvTv3is9KzMtM3PxquXC/SaPHDt60DAv/WleuMSm8d07dPbx9hFnoWlM7B1XXN8sOiYgwD8sOFResmXX9mseuEvUoX7de47qP6TQVFT9u/h4+VTziffp2n36pPMv+8/NHVq3feux5+65ZvZNj95/6s0unXrR2MHDWjVPWLd1802P3lf2wzZ60NCZ514gF9T/vvvi92V/paYfF3WuV+duw/sPCgkOruwG1V8g9S67RHywTf3fNuuoeN2UVkqL4Iq/W6P96ykDpt8EAAAAPJZzmFLvcSH9JuqaXq+/97pbOrRqfftTj6RlpIu6Mu/7r9q3at2zQ5eqbzb/z9/7du3Rt1tPUVORYWFvPvbcGx9/8OvSP+XZQb36/ufam0Sd+3HR76MGDG0aE1P9u1x4yzXVvOUlk6YmpSbLrGH7nl13P/2on69vhTf733dfyn8fPPdKr85dZ8+44rWP/ylaWbj8L1NJiQyMPvr2S1FPlq1d1aNjl1bxLSq7QfUXiIcw25QFB1X5r3uUfWorXd+Y8htk/I31dKxm+k0AAAAAVaJuoq49esvdHdu0vfaBO9OzskTdspirdRACs/WsjlUwZfQ5OkX55a9FrrNyAGyzWq+44GJR58wWs3CPxKbN03etdAAAEABJREFU12/b7JpetXl91Tc+mHSkdfPEmVMu2LZn15I1K0svLygoKDG76xFWk8VSzw/ATTamyX/2aH8xtZUytoXOz6jVDLjSGQoAAACgQaHfRJ2aNmHy6EFDX5s3t+6DCcmm2oX7RYaGhwQFt2qRWHrJyo3rUo7Xwz4Ldre1lvX19rFXf2Gq6rtfzLPZ7Q/Mvj2uyRnUceAsHSsUb25WL/nJ+s4W2/HC+iw1oN8EAAAAUDXqJuqOt5f3FedffCDp8KKVy6q+2TlDR04YPmrPof0Ll/11/fTLEuNbLF2z8vn33hw7eOisKRdGhkes27Lp3uefsFitwhkvXX/Jpe1btomJjFL0uk++/+a7hQtK59YmoeWU0eMtFktIYFBcdHTZP9StfcebZl3l7eUV4O//7W8L5n3/VYWPZ+KI0YN69pFvkwE9em/YvuX2Jx4WVdqyZ8fk0ePeeuy5lz54++fFC10X/rj499IbTB1zzpDe/bLzcqPCI75f+MsfK5bKCwf37jdpxJjI8PD7n3/qpkuv7Net17Y9O1+a+3ZwUOBtV1yX2Kz50dSUe194Mikl2TWT88dOPGfYSBmCFJuKX/vf3CqKF6Ijou686oZenbvsPnjgoZeelqlQVFj41LETxg0Z/vIH7wzs2XdYvwGvz3u/yGSaNHyMTbWVPkF5s/tvvC3QP6BJRNTKDWtf+uCtYpNJLv/h/QbKJSaXxtxnXt6+Z9eLc98Sp7PrwL63PvvopplXPn3XA9c8cEeF5RIRoaE3zrgiNDikdYuWWTnZz733+rbdO8vdJigwaPKoseMGD5+/6Hf56l8wfmJoUPAPf/z65qcfuW6g1+vlk23dvEVsk5iDSYefeec1udyquLys8UNHzrnlroXL/5IL8+fFf4waOKR0gfh4+0wcPnrCiFEbtm1Zvnb1DTMub5OQuHDFsiffeKn07ldfNCOhabyX0Wtgz97yz+3Yv0fe+NX/vS/qW7FN+XqP+u0ea79Y3XmtlSs7KXO31fXQnn4TAAAAQNXoN1F3hvcbIEeeqzdteOHeR7q07ygHqPMX/fbO5+WPiNEsNi4sJKRz2/Z6g17e/qfFC4f26T9xxJiggCCzxfy/777s263nqAFDxg4Z/tOfjpH/gzfeFh3Z5JbHH7DZbNMnnXfv9Tfbhf2Hhb/Kq/p363XfDbdcfd/taVmZclbfv/Whqdjk+iutWiReN/2yu555NCcv95ppM2+adWVGdlbpjhilWsa3mHbO5Fl3ORpG9Ozcdebk80/7NOWjapvQ6sLxkx6+6Y7JI8e+9vEHW3ZtX7/1xB4QI/oPuve6m8ddeUl2bo78u4/d+p8DRw4npSbHRjXp3qFzUXHRf66bvXztmoysLDmH+2+4taCoaMHiRU3CIy6eNPXyqRc9/rpjMDx19DlybHz9Q3fL8flrc55+7t6Hp99+/dFjqac+GF8fnxnnnrd07d+ZOVkyE3nxvscuvfumti1bx8fExUZFj+g3aNfBfV1y2ocGhfj5mrt37LxpxzbXHY0GwzP3PPT0W/+39+AB+cTfmPOMvPCpN1+WCY78t/Cjr2Ra8cTrL4tqm/fdV13adBjSp98dV14vZ1vuWvnnXn3k6b9W//3Ya/+V4dQjt9z5yoNP3PjIf3Yf2F/2ZjJcaNokplXzhN5duqWkHf/y5x+ny8Vy/sXHMtK/+90RSD1y811rtmx47p3X5Mv9yX9ff/6ehy+57foqLi+rQ8vWL3/4zmfzvxPOXCYiNKx0gbSIa2rQ6zu0bGMuMcuQ68c/f5Oxxbkjx3y/cMH2vbvlDeR7aUC3Xpf952Y5fcP0y+RD+ubXn1zvTw9hF8rKFFX+CzSKuke/CQAAAKBqNa6bYJ+OM9arc1d5WlRievClZ6+897Z9hw9cdeH0iydOLXezfYcOvP/VpzJoOJKcfN/zT87/8/cH/vu0PFtkKpYTPy76fc4rz1ttttbNHTtNtE5IlLHFXOft5dlP53+778ih2TOuCPDzk7HTbVdcu2T1ShlMyKtkFiBjkdK/ct20Wb8vXSKDCTn9xc8/yNMpo8ad+pjbtGjZJDKqeWxTOS3zhV3/HipX5sX335z9yL3H09O7tu/47pMvPHrrf7y9vFxXtYhrlpWbLR+M45kePiQ3sDcJj5QRg3wMcnu+2Wy+97knvvntp5c+eHvXgX3hoWF3Pv3IV7/8+NrHc3ft35MQ31w46kq8rp4243/ffeUqG5H5jrxkckUPXrJabf/94G25DJ95+1WZ17RNbDl+yMhla1f9umyxvHZ/0mE5FL/41us+/PYLOZGRnVl6x2kTpiQlJ8tgwvXE9x0+OHbIMJkgiBqQr4TqiAAffuXZI8lHp4weLx9DuZucP25Sk4jI97/6RE6XmEte+fBdg0F/86yryt1s/bYtX//2k3D2sJAL+buFC+54Zo5cDhedc668sGOrth1at3ElAnIJ/7VmVWKz5jKfquzysnO+ZNLUzNwcVzAhyfdM2QUiXwu5DOVERk6WjIfkrN75wpGptU1sdeLxj50g38+u6eXr18rTpk1ihUfKP6tuKjVEvwkAAACgatRN1J1Q59E0P/zmc1OJ6WhqyiOvvDD/nf+dN+acz3/67tQbW2zWwuJC13SJ2Wwyl1isJ3YEkGNROXz18/UTjjKEwfL0cEpS6R3Xbt4ox5ld2nYoNplaNG326U/fll5VUFRYOt2lbXuz1dw8rqnr7NbdO8peW2rn/j1eBsP/nn/1t2VL3vrsf2+f3HfgtNZv3zLzrtm3XHbVhGGjxw0ZHhMZde2DjmOIzv36M/lPOPYQ6TVm8FA54eV1YkO2DFzk0yzd36GwqMjf1680PCs2lUSGh8sJOa6Wm/QvHD/Jdbmfj6/cdG+3V9z9wWK1lM7h85+/nzx6XJvExF+WLrLZHVHO4eSkf93YYi2d7t6hU3Bg0G2XX+s6m56VKR9YVHhk8vFUUVPyFfnPc4+/+9R/773upt0H95W9akjvfumZma60RTqekb7/8KGu7TvJ7MaVOpWy2xzPNCP7RL+SpJTkDdu29O7Szcfbp0fnLl4GY+ljDvIPkEvG39+vVUJChZeXzvOy8y7q1Kb9jY/cU+4Bl10gMhqTp8fS01xnXYeY8fdzzER+ifh4ebve3lJBYUHZRwhBvwkAAADgdOg3UXeyc7PlaU5enutsXn7e9j27u7TrUPGtT/e6yG3xwtFMIVKeBvgFZGRnuy4/5hw0hoWGymGt+PfwspQcx4YEB/+9cd1pq+4PJSdd/9B/HrrpDjmqH9yn79Nv/d/SNauqvkv39p027nTsCJBXkP/E6y//unTJs/95qGv7jiMHDHY12rhg3KSBPXv/vvwv+ddH9BtUesfTvhddO+3HNnF0zfjkx6/PtJ/o4ZSjMsKQWUZlNyj7ACLDIvYe2v/yh++IWnXw6JFHX33huf889MzdD77w/hulfzEqPNzL4FX2lmmZ6R1btw0LDj7t00xNP67T6YL8/ZuER5hKSk59zHddfUOFl4uTTzk+Nk5mMT07dVm/bcup1546LU6+PV2viLzq17/+HDt0eNPomKPHUgf06L3n4L7fly8WOIl+EwAAAEDVOE5H3TmY5NhKHxURUXpJVk52UVGROAuZzoFrfFzcPxc5x5DJqamFzjnHREadei9TiSknN7db+45lL+zctuKUZNeBfZfeffMzb70qpx+/9R6Za4gq9e/RKyosvPTsuq2bHn/1RTkhR9rCue/ApVMufOSV5375a1HNdsJPOX5Mnvbp2lNU48GX5evtLcfwB5OOiGpIz8ro1KZ92UtaxrcICgwSZ23Z2lXzvv+qeVzTm2ddVfrxy8rJCQ0J8fbyLr2ZXDSFxUXVzF8KiorSsjKPZ2bI4EYGBKWXyxm2b9m6sstLzz73zhvHMtIeuemuoIBAUSPPvvvamk0br7zgkuumX+bn63v1/XflFRQInES/CQAAAKBq9JuoOwtXLjWZTL06dS29xN/fb9Ou7eIs/LXWUcUwrO/A0kvkKDQjO2vjzm279++12WzjBg8ve3uds5hC2rpn57ghI0ubDjSJiLx44uRT5z9h+OiOrdrK+Xy3cMFDLz3n4+PTo0MncTpjh4woe/aocz+IvQcPytOJw0enZaWfzcD1QNLhzJysqy+aXjrYHtKn34AevU57x16dumXlZv+2fImohk07t7do2uz6Sy5znZUhwu1XXFtSYhK14Y1PPly9aUObhJall6zcuM7LaBw3ZFjpJdGRUWu3bKpsDkbjPx0d42ObLlm1XE5s2LrFoNfffc3s0vzo+umX+vv5V3a5OJlNlphLHv2/F8LDwu674RZRI/269Vy7dcNjr/337U8/eveLj+UMBcqg3wQAAABQNfpN1J20jPQPv/1i6uhzFi5fIjd0JzZr3qp54m2PP1jhjfV6vaL8EwDpHC/UPy+VXtG5zm7dvWPxquVjBg1bsGTRuq2bmsbEjho4+G3nsT+SjqV+seCH6ZPOe/z2e1+fN7ddYqveXboH+PlNGjFm+97d7375ce+u3V+8f86qTRvk9vm+Xbs/+NIzrpl7GYwG/T9/+tbLr7n9yYflbbJysuXD3nPI0Q7z5kuvmjhs9J3PPnrqcS6lmeeen5OX+9eala4MYvq55+07fPDXZX/K6aLioi7tOsp55hcUuPZn6dGxi5+P3y9LF8nxs073z9+VT1hX5t0pn7HuxEDaPPerz+++5sa5z74iR/jBAYHNYmOvuf8OUZEAX/+gwKC8/DyjwTBt0pT/zn3b1YbTqHe8gb28vP69zB1/wzX95YIfp44Zf8UFF/fu0u3g0cO9Onf7efEfrl4YjvYK3t6+ZfYNefPx5yKCQ6ffcUNpw4iy/Hx8fH3L70jy8CvPffDsP4f5+PqXH88dOebKC6av3LA2PStrcO9+CXHNnnzjFVGJ/t17uY75KgOOVs0T5vzf83J6+77df6xYOnrQ0E/++8bGHVtaxScWFBW88uG78qrKLvcyermeuMxi/vf9V1eef/FFE8798ucfT10grpKK0hdIcU4YTkZdt1x6dX5hfmzUibTIrtqXrvlbzlOc7q3SSNBvAgAAAKhajdeZ9XPmzKnmTeXfkBveTZkpuRt++XqP3WQVnkyOvgwGvZeX0dfHZ0xU7vo8/RFTrRWJbN+7q2fnLjfOvLJ5bNzYwcOeeev/dh8sf+SL0OCQ6y+5tGv7jv6+fkWm4ty83BmTL+jTtYcc31os1qycrAvGT+rfo7e/n58c+csx/19r/m4aHXPJpKnnjhw7dfT497/87PuFv7hmJYfuGVlZQ/v2v3razOy83IysTFNJyd5D+zfu2HY8I0MmFO1atm7fsrWMBOSg/e8N6+Rdxg8ZedGEyQF+/pFh4XsOHYhrEj1twuTxQ0cmxMUP7NXnxfffOODcJ2Jwz76d2rb/eckfaZkZ5R6/HMz3695zSJ/+0889f1ifASMHDCo2mR579YWiYkczxZz8PHlVpzbt5V9/5+3hAbgAABAASURBVMuPp4wam3w89X/ff3nROZNHDhgcGhIiH8z+Iwdl2jJ51NiAgADH2aTDw/sNnDxqfHBQkHwz7dy/Z+vunfKJtGmR2DahZWZO9iMvP5eSdvzUpX0wOSk6Kuquq24Y3Ktv787dv/nt5yWrVwrnwU1mTr4wPjZO/jtw5NCxjHRvL+8rzr94cO/+gb7+ZqtZPjb5jl26ZpUc+cs/ERES/sMfv77/1afC2YlTDuBlqhIVHlliLiksKpLP6MJxkwIDAr5c8EO5lpxNIiLPGztBLtKW8S1kKLP/yOHSq+Tj37Z7V6sWLZY6K1/MFov8cz07d5019aIpo8b17NTl4Zee27Fv96lPKiw45PxxE/ceOiCXT7f2nWQU9dirLx462dRz2bpV8o+2im/Roln85p3bHnvtvxarpbLLxw0ZIYOqkKDgQP+AQylHA/38hvTu37dLDxlDpOVknT9mQukCOZ6RdtsV18kQRL7r5FMusZhl5iXfOfKO8qqkYymhwcHyHdssNq5Tm3YybOraruM5Q0fuOrAvKTW5irdKzQQb1DERtkM+bbKKrPkFRYVF8v1VYrFYbHZ7rUcAtUUx5w8Y0L9r165GJ4P8inEmcYpTNWcin518g8l3Zv6BjRl7N327x7O/SQEAqIT8DZS/hd7eXvERXiNblaw8VmKxCwD1IjHIEOEXsDkrNr+wqKDQsWpdUmK22uSadZ2vWtutqqXg0ksvDQoKKl1n1jmddoVZqc5jVZ3kyrTZbM7es/bwezdP+8maXTt18e4ixww+3l4BAX5hIcHPdzz8zlHj8myKROApZMzx6UtvvjT37c9//l54Bvm18eht/3nmrVfzCvKF8xPUIq7ZkN79ZOrx0gdvi9rWzMf+fDvzkpCJ+zKKU46lH0/PzM7JKywsMlus5Y5p4jnUgqS77rxj1qxZfn5+MmT08fGR37bO2qjqZhOuYMJqtcrv0pSFc3cs+HDmfM/+JgUAoBJyxOHr4x0UGDCwXcCT43Jf2JhbaKmfrQsGo3ff3uf17nPeRx/dmp2dckb37dp13OiR13397aOHDm0KCY7u3XtKx04jv/760aNHt5W7pa9f0KCB09u1G/zqqzOqno+ABzhn/G2tW/V78+3LzeYzWNfy9vbv3u2crt3G7ti+ZNnyj4V2jGzq3TaiyUf7eqUcT089np6WnpmbWyDzCblRvLIjIbqJajVZ85MXLVoUFxfnWmf29vZ2bdI77Qozw3UADldfNMPLYHQFE5IMCPYfOdQ8rumBpMMCTvSbAADAHQwGrx49JsqRf0BAuAzwMzIOG42+dtV2+MjmPxa+edqxZULzbjIyCAqMEGfOsZOv74km4jExrZtEtaxsPnLI2rHjSIPOcNr5wBMYjV5Go/eZ3isyMiEkpIl8G8hsQqCm6DcBaInR4Pjo6U82evAEkWHh/Xv0fvimO5atXW1XHfFqQrPm8nvlg28+F3Ci3wQAAO4g84g1a74NDIwYOOCS+fNf2LptoV5vGDH86v79p4UERX/62T1V333vvtUxse3i4tqLM7dp0y/yn2t6565l/gHhiS0rbs2+cuXnsbFtW8R3O+18UB1jRs/+feHrovZ0aD/UbCnZt2+V6+wPPz4nztzRo9uKinP69Dlf4CxwnA5AM9oktLxk0nly4tyRY4f3GyQ8w3/nvvXRt18kxDefc8tdt15+zaiBQzft2EowUZYiqJsAAMBdzCVFpdM2m3XhH29lZh5t1apPq5Z9Tntfq7V2Di5ms5mrutbZ/wtnz2D07tBhqKhVXbqMFbXBajELnB3qJgDN2HNw/yOvPCf/CU9SUFT0zufz3nEeHQYVUgV1EwAA1J3cvLTw8Kb+AWGnvaVqr4sfVVdhKc6Sr1/Q+VMeCqjGy1p9o0df36ZN/3XrfxTwADWumyCbAIBqod8EAAB1xtvbP6ZJS4ul5ODBDWUv79VrcpcuY/z9QkrMxYv+eHv/gbWlVyk63bixN3XqOLK4OO/nX14+dGhjTHSbwYNntms3ePHi95ct/7hp007yBrGxbef/9PzGjQtCgqPl3Dp1HvXdt48fPrKlwocRHd2qR49JNqvFzy8oNDSmwtuUm09cbLuePSe1bTf4xRenjhp5badOo0pKCn/48bly/TX1ekPHDiO6dBltMuWv3/DzsCGXRTVpKZ/O/PnPy9vLv9u719R27Qe/8fpl553/UGRE/Cef3nP8+P5m8Z0G9r/E1ycwODQmI+3Qd98/VViU7Zrh6DE3BviFBgVFxcd3XrJkrquVo06nHzfuliZRifLBp6cf+nnBS1lZyac+BZkUjBxxjZ9/SHST1oUFWQt+feXoUcdR5Nu1Hdyt23hfn4DFS+ZOmHhnianwvfevL3dfuYI0avQNCS16GA3eubnHFi58Sz6kgQOm9+49+cDB9Z9+em9gYPjYsTd3aD9085bffvjhmZHDr4mIaiEf2FVXvmE2F837+K5TH8+pr3IVS7V376ltWvUXzoRi6JBLf/rpRYPRW84hMaHnSy9fUNmzqM6SkY9h0sS75Su1ecvvfzifV2hI7JQp98nF9eWXDx9P2y9QkRqvM7NPBwBUC/0mAACoG6GhsVOn3O/l7f/b76/m5aWVXt6zx6ToJq0++ujWV1+bUVSUO23aE/KWpdf273tRdk7K6rXfBgVFTrvocTmMTD225/ff3yi9gRzHLvrz3dKzMTGto6ISq2ii2apln2nTnly+bN5vv7/2++9vNmnSusKblZtPWHjT8LBmPt7+kyb9p7Aod43j8UQNGlT+6B7BwU3koL1Fi+6BARHdu52zacsvyUd3yAH8OeNvk9dGRiTExbWTGUTfvucdOLBOxi6q3R4Z2WL6xc+sW/fDBx/d8sEHNwUGR1566X8Nzo6PcijubfT77vsnP/rfrcuW/a/0r0yZfF9y8s4PPrz57beviYxMmHbRE6c+fjn2njXzxby8zM8+u+/V12dk5STPmP5sdExrH9/AoKCI5s27evn4tW7T78D+tb4V9fucfO69iqq+++41b7x5aXBQ1LRpj5tMBXKJ5eQcd90gPz/zm28etZiLXWd/+vnFXTv/sttt78+9scJgosJXuYqlunbtdzJ0kBMyFpHzlJFBVFSL5vGdvbx85YWVPYvqLJktW35f8Mt/5cThw5tcGZB8g2VlHV206B2CiSrQbwIA3It+EwAAuFvHjsNmzXzhptkfG43eb7xx2YYNP5deZTB4DR162YoVn9lsVuFoP7nAcYCP7hNKbyDHqKtXf7ts2byfF7zs7e0/cOB0ccqOGOaSwtLpnbuW7d6zorJHIrf9jhk9e9fO5Xn5GfKsHJoeKFOjUVa5+Wzd+sfxtANyBitXfrZixafLl38iM5GoyObl7iW30q9Y+VlRUY6c/va7xzdu/OWTz/6TmZkkl4AcdW/dtlBGEvKq3btXyJm8+OJ5aekHhw27IiVl1779a+TlubnHly//WKYVgwZcIs9GN2kdHd1KpgyO5bDuR9X5rONi28XGttu8+VfX49+1Z7m8/an9O3r1miL/4tJlHwpHt4USmcLodIbRI68zFeevWfud/Lt+viFLlnz0y6//J8OCcvdtHt+lU6cRfy6Zqzpt3PxLVmayojjavZcdoMppi6VaPUEqe5WruVRdNm5ccPToDtd0hc+imkvGOatfsrNTenQ/x3VWp9M3bdpx566lApWj3wQAuBf9JgAAcB/X7+z2HYvl2Pu6a9+Pi2uv/jtWiIpMCAgI7917quus3Cout3uXvY3lZEfMLVt/HzHymsioFqf9o1ZrpY0P45t1joiMX7Xmy9JLTGVyjarnI8fV8oGlpx9ynS0szGkS1bLCO9pVNb8wyzUtB/Bbty0aNvTyuNi2eXlprrF9csou17VyVNwqsbdcPqX33blzqdz4n9Cix5K/Pkw6uq1Hjwm33Pz5qtVfrV799fIVn8obtGjRXW8wyoTFdXs/n0C5xLy8/cs9hrZtBubnZbiyAEn+6bS0A82adZF/0W63yYclL7FYiit8/AktexcUZFtP5g4rV34u/4mzUMWrXP2lKk5ta/rvZ1HNJeOyfsP8USOvaxbfKenItk4dR+7Zt6rWa2kbGPpNAIB70W8CAAD3OVGfqCrFRXk//fTi9EuePnfyvf/7322lNwhxtnv4e9Xn+fmZp51bbu5xb2dJf42FRzQTjtDBKs5cubFZ9Ydq2Vkp8tTbJ+DUqwIDI4xevl5lnpQMRPILsvz8guX05s2/ytH4uLG3jh51feeOI7/9/omMjCNBQZFWs+m0h+oMDIow6r3KXpKXny6zIX//kNMu6uCgKK+zW87lVPEqn9FSrfraai4Zl3Xrvh80cEa/PhfJbKJr1zE/L/ivQJXoNwEA7kW/CQAA6sa+fau2bl3YonnXfn0vLL0wJztVniYm9i57y6ZNO1U4BxlMZGQmCcfPt03UiMnkOKZpSHATUecynY+8HJm2WK2WoFMeT+7Jfhzbtv35+puzlq/4JDIqYdIERx+HvLz0kNDYsi05DEbv2Ji25eZQVJDt5x/q6lvhItd5SkqKqpMBFRZk+fgEyCCj9JKgoKjm8V2cc6nJYU3O6FWusWouGRez2bRly29t2w6Ii+ug0xmznPkRqkC/CQBwL/pNAABQZ379/TU5Nh427Iro6FauS9LSDxYUZA0dcmnpkLJt24GtW1XQI8DXJzA0JGb9+vlyuthUIEdKvr7BrqsiIlvIU51y+uLxY8d22+22zp1Hlb1Q0etFbTPojaXTERHNZTDhOkbGqQ4eWh8X2y405MTT9/b29/cL2bff0QVjxIir9XpDcVHen3++t3LlZ3FNO8gLDx3aqNPpzxl/m9F4orRhxLArvX3K77mwd/9qg8HYudPI0ktCgqMPHlwvquHAIcfNJk68s7QV6KDBM9IzjsiJEnOxr0+Q68Lw8Hijl49O+WfpVbZpvfqvclmuwXD1t9ZXc8mUWrP2W3k67aLHZWQmcDrUTQCAe9FvAgAA95FjV+HYncHPdVYOs3/99RUvL98LL3zUNe61Ws1Ll80LCYm5+qq3zpv60Mzpz48dM3vtuu9L5yCvck0MGjRj4+ZfXKNrq6UkKzu5bbsBHdoPHTb08m7dxskL4+M7ybPCcYgKx2hZ0Z0YM+uduzbodY4hktw8vmbNN+HhzeTfCg5u0q7t4ISEnj7e/t26jY90BhxllZuP0ehddngmh8E6faVpSFzT9v5+ocLRW8Gnc+cRixa9e3Kk7Zibt7df6S2XL/9ELoTx4291zXzokMtzslPWOZdAgH/o6NE3uG5WVJzj6lIhT3fsWNKyZe/rr3vv3El3y+XWpEnLcsdkFY4eot9n56QMGXRpYGC4PNumzYCIiPi/ln5U+uD1ZdKTcg7sXyf/NYlqed31cydNvFu+WEUF2a4Gn+kZh2NiWsvF1aP7xAkT7pBBT2Rkc3nW+QjzFUXXvv3Q/v2nlaYDLlW8ylUs1cJCx0E0WrXs077d4KZNOzrsYFVbAAAQAElEQVRfC4Pu3zcu+yyqWDIGo+M9UO71km+GvXv/Nhp9tmwjmzi9GtdN6OfMmVPNm8q/YbPZTJkpuRt++XqP3VSTfa/qjk6nMxj0Xl5GXx+fMVG56/P0R0wEMYCnCDaoYyJsh3zaZBVZ8wuKCouKTaYSi8Vis9s9tr2QYskf0L9/165djU4G+RWjl2sv8odPqX48LJ+dXf4422z5BzZm7N307R7P/iYFAKAS8jdQ/hZ6e3vFR3iNbFWy8liJpSYl/A4Gg1f37hMGDrhEDj7DQmPNFlNm5hH5a5mRcSQsLK55827yWjls3rdvTUrKLnltdJNWMdGtCgqzv/vuyZycY8J5zAt534GDZvToNrF58y45ucf+/PO90vmnpx9KSOjeq+e5GZlH//77yzat+yUn79iz9++oyIT+fS+SuYMc/2dkHgkLj5Ob6wP8w4JDojMzk/Lz0/cfWJefn9m23SCZAsjxdkF+hsVsOp627/DhLY4mkSc1j+9Sdj7ybL9+F8ppX9/ArOyjzeO79e492c8vRK83pB7fV65rZr9+F+XnZSQk9kxM6NG12/i1a753dbtsmdi7X78LfH2D5AI5nnawuDhXOLtUpqbs6dBx6KBBM/s4ukUqX3/9SLEpXziLC3r2PFeexsa2Cw6O/nnBSyXOzp179qwIDoqSzzQiskVS0pYffnzWZrOUW/7ykj27V7Zo0X3AwEvkAmyR0P27756Qo3f5gGWU07XruODgKLtqT884ZK3oWBu796wMD28aFhoXGBS5e9fyZcs/dl2emrKrSVSrvn3Pl5nLDz8807njyNTUPQf2r83NS8vPz2jXdpB8pbZs+T0j43C5GVb4KsssqYqlmpV1VL5PEpp3S08/vGPHYvmYu3Yd6+8fKt9a8l3UseOwU59FhUsmJDh6zOgbZDQjbyxf+rKPTUYbNmvJzp0eeoSOxCBDhF/A5qzY/MKigkLHqnVJidlqk2vWdb5qbbeqloJLL700KCiodJ1Z53TaFWalOo/VdUgYuTJtNpuz96w9/N7N036yZpuEJ5NjBh9vr4AAv7CQ4Oc7Hn7nqHF5No0/AU/RzMf+fDvzkpCJ+zKKU46lH0/PzM7JKywsMlvkt2gN9wt1N7Ug6a4775g1a5afn/xdlLGnj/y2lV811c8mXMGEVa6VmM0pC+fuWPDhzPme/U0KAEAl5IjD18c7KDBgYLuAJ8flvrAxt9BCReAZu+22r44e3f7113MEPNvUKfev2/Bj0pFtwiONbOrdNqLJR/t6pRxPTz2enpaemZtbIPMJi8UqVz5FHVKtJmt+8qJFi+Li4lzrzN7e3q5NeqddYWa4DgDVQr8JAACARigoKCooOMpjgwlPU+N+E2QTAFAt9JsAAAC1S+/YQbT2+2uiVoSHx19++ctZGUcDgyLm//SiQPVwnA4AcK8aZ8CVzlAAAIBGSm6KHzhwur9faIsWPQYMuLjWVzNw9uw2qyL0fv4hv/z6f9U8cAkEdRMA4G613kmIugkAABqtvLy0FSs+lf8EPFV2TsoLL04WOEM1XmcmmwCAaqHfBAAAAFA16iYAwL3oNwEAAABUjboJAHAv+k0AAAAAVaNuAgDci34TAAAAQNWomwAA96LfBAAAAFA16iYAwL3oNwEAAABUjboJAHAv+k0AAAAAVaNuAgDci34TAAAAQNWomwAA96LfBAAAAFA16iYAwL3oNwEAAABUjboJAHAv+k0AAAAAVaNuAgDci34TAAAAQNWomwAA96LfBAAAAFA16iYAwL3oNwEAAABUjboJAHAv+k0AAAAAVaNuAgDci34TAAAA8HC1vspaZw+AbAIAqoV+EwAAlKM6CQAeQBUe8XmkbgIA3It+EwAAlKWqZBOAB7HZ7JJqd34klXoroKBuAgDci34TAACUI8cgdudA6MZOQapS+7+VAKrDoKg5FrvFKjnyCRlS1GNoSN0EALgX/SYAACglfxZdm2iTc9QPNoQGBvgF+Eu+Pt5eRoNRp1PIKYA6YLPZrDZbSYkls8BmMpWYzRazxWq3nyhoqpeEgroJAHAv+k0AAFDKtUOH3Eiblmv7bZdXWJh/WEhwSHCgr48jndAb9DqdTgBwJ/kZlMmExWotLCrOLyjML8gtKjaZLRarI69whIeiPlA3AQDuRb8JAADKkttm5TZbORCS4yKDwTGskGMiGU0YDXqJbAJwN1f5kswmSkrM+QVFMp4oKi42m82uPTtcAaKoc9RNAIB70W8CAIBSrh06ZBhhKjHLIEL+SspNtSZTibeXl86JXTqAOlAaERabSoqKiouKTHLCarXa669PLXUTAOBe9JsAAKAsm82uU+xyI61rusRsLiwsNhodu3MoCv0mALdzHSjHZrdbrY54wmy2mEok514dNhvH6QCAhol+EwAAlHIVk1ttVmF2brm12kwlZtfOHMpJAoCbnYgnbHb5P5lQWK1WmVC4jiVK3QQANEz0mwAAoCzXiEhVrXZVbra1unpMKM4jiRJMAHVDPcG5m5XdbnP9n12tr0aYgroJAHA3+k0AAFCOq3pCnjr7TdhIJYD6Utr8Uq2/ThMu1E0AgHvRbwIAgFOVHQgRTAD1qH4jiVLUTQCAe9FvAgCAqnnI0AhAPaJuAoD2aGsNhn4TAAAAQNWom6gY2S3g0RRR73vEVR/9JgAAAICqUTdRMUfDUtXRodSgCC+FnALwFF7OryzH4Y5Kuwl7fEJBvwkAAACgatRNVMC1PVYOeeT09fFW+U8A8CQWi9Vqc6QTqr3+WwqfFv0mAAAAgKpRN1GBE4d4tdo+OR4fGhIQHBQQGBDg6+vt7eXlOPqyohMow6gXoT6OwVKWSVhsAnAT5yHQbSUl5sKi4qxCYSopsZgtNrtNdcSIHj1ap98EAAAAUDXqJspzbYG12+xyu+z2XL8wxSdcHxCsD/DX+fkIL4MjnNCx1bJUhK+SGCzMNrErSzURTMB9VEdoKD+VJrM532TIKcgrLpYxhcViscp4wlU+ITwV/SYAAACAqlE3UZ6rPtxmt5vNlqJik9FgkGGEHBE5po0GRzKho27ihE4RSmuDkpaurkpVrXYBuJXMJqw2m+uDmV9QWFBQaDLJdEJeZvfw3TroNwEAAABUjbqJCjiGQFarHAIVF5tkeCPPFptM3l5eMptQdAr7dEhGnRifoDT3UjYcUFcm21W241bb+a2VbRnq7myBM+LMHlTVrpotFpPJLD+ShUXFMqSwOvpOuBpienDdBP0mAAAAgCpRN1Geqwumo27CYhHFMqdQLWaLl7djbw6DQa84FlhjHxeE+IhLOurCFPHVevumNIEzYm6iGxclBgSLvdnqvhx1b45aaGakWS0ym3A0grE5PpsWZ0JRUiIjRGfLCc/uhUm/CQAAAKBq1E1UwLFPh80uhOPwHDabrcRsMJhMOkWnc/4nGrc2oWJ2W73FLJ5aZUvKFzhT87eK23rpg4XoFez4p8aLo/nq9kx1R4bYk2O32skpKlV6AB2bs7JJfjadzSYcRRPyP+HB6DcBAAAAVI26iQo4xz9254RFZ9PJ8Y+zy4ROafQDgtHNlSs76Q5liafW2PLNAjWw1aSqnQylHzz5f828RbNYMS5WmK3qrmx1S5q6OV09nKcK3nAVce2+4UwkZIZok+mqPBWejX4TAAAAQNWom6iYs3RCbpFVdDrHAnLsyOEcKCqNdbioE+LmHrrRzXWLj1heWW+3MjaqKVOJOJxlTwyp4I3ko4huYY5/op3ILlY3patrj6lLk1nW/3B9Yaknmk+oHt4CsxT9JgAAAICqUTdRFVdCUXq20QYTAUbxyAB9hzDbmxss3+9jqHy29mXZEwJPs3NQiJfo20R9ZhXHZS1PE2FEOfSbAAAAAKpG3cQZ0OKg6Ow1CxRPDtL7G9UHlts3pjEmqgU7M+1jmp8m58ouVqf9TDDRQNBvAgAAAKgadROoSu9o5cF+uvQicfdftuNFArViV+ZpIp60QvvMXzy6uSPOCP0mAAAAgKpRN4FKXdRGubKzbt0x9YlVdhOb8GvPgVw1x6SG+FScCx7Nt1/5G8FEg0K/CQAAAKBq1E2gAgZF3NlbNzJe9+lO+4fbbBwwonapQtmbo/aOrmCpHsxRr/uDYKKhod8EAAAAUDXqJlBesLd4YqA+IVg8/rdtWTJHsnSLXVmid3T5C2121WQT3npRQpVKw0K/CQAAAKBqNV5n1gk0RC1DxFuj9KE+4tbFzmAC7rEzs3xxxIbj9psX2eICROsQgQaGfhMAAABA1aibwD8Gxyn39NHtzRYPr7TlmwXcZ2+2aldV3clocGWyfc7fjrTisl+shVY2ijc09JsAAAAAqkbdBE64tIPyUH/94iT1zr8IJtwu16wk55+YXnT4RDAhuYKJaH9VvhwCDQX9JgAAAICqUTcBR4OD+/rq+kQrr26wzT/AqKeO7MxSmwUp8/fbXt1Yfpn7G5UL2ujig9QnV9l5PRoA+k0AAAAAVeM4HY1dpK94cpA+3Ffcs9S2NUOgzshsIstkm7utgvBhf454eIVtYkudItNDxqHaR78JAAAAoGrUTTRqHcLFYwP0WSZx4x+240UCdemPw/YSW6W5w6Z0+c/OBvKGgX4TAAAAQNWom2i8RjRT7u6tW31MfXq1nYNW1r0qgomyprZSvPXi891sKdcw+k0AAAAAVaNuojFShHpdF93U1rqPd6rzdtgFPFiQt5jRXr83x7b+OANSraLfBAAAAFA16iYao0cH6LtHKY/+bVuZIuDhPtquNvG1N/EnmNAw+k0AAAAAVaNuotF5bICuQ7hy22Lb/lwBTXhuHbUt2ka/CQAAAKBqNa6b0AlojU4RTw7SdYhQ7vqLYEJ7ov3FzPaMSTWJfhMAAABA1WpcN0E2oTEymHikv65tmHLXEtuhPAHNifYTl3bUD44T0Bz6TQAAAABVo26iUXAFEx0jCCY0bFO6WHDANqQpHz3tod8EAAAAUDX6TTR8BBMNxrtb7IVWNplrD/0mAAAAgKpRN9HwzWiv6x+re+JvO8GE1pUGE4FGAQ2h3wQAAABQNfpNNHCRvmJaW2XxEdumdIYzDcTsbrq7e/MB1BL6TQAAAABVo26igbupm85kE69tJJhoOLak2/vF6loFC2gF/SYAAACAqrnWmRWnM7oj2YQG9G6i9I/TvbnJlm8RaDCWJYtv9tjsDE+1oxb7Tbi+qambAAAAQAMjV3R1Ol3pdPXvSC9MT2fUiVt76jam2RcdEWhg3t5CMqEltdVv4kQwoSgRXpZfL/BSnTOWAbO8xBEzO09PTAtFXqM44md5sXBeUDrtvPbkLf91X+e9XNHHKVeduKL8rMrMRBGnPIwysz157SkPSZyYj6j4KSiVPEHX4zkxT3FibhXc91+PsPTaMvMU/36OZZ77v5/jyYVTyX3LXvvvZyf+eY7l71vJ46zWMq90yZy63Mos89L3ZGX3rfCNUbrM/3nSpY+qgiVT/tWv8FUos3zKZKqnKAAAEABJREFUPp6qX8GKltspj8r5iavg71b0Cpa5tvSR/PvZVeO+pS9Pha9+Bc+u3Metqle/3HMsv2Sq+NRU9M7/17uxgk9NxUvm1OdeZpmf8hzPbJn/6739r3dUVd8n5edWjU/cab5PTveFWeEyP807v9w76jT3rejb8l/PTpzynXnGn5pyy6o2vk9Kl/YZfJ+ceO6uO5d7VNX4Pql6mf/rXV3xK1jBcqvoHXXqcyz/qRen/dRU/I463efi1FfwX5+18p/cSt85p74ryryLyi3zaryjTvm2qeQXoer7nvn3iVAr/TWp6Lmf+fdJJZ+4E49HrWBt5/TfJ/+8i8o9Ktd9K/rUVOud/69nJ2r+K1zuvf3v37uKXsFK3vnlv8NPXcms3qfm5OM5OQfdScpJohrIJjzdtLZKoJd4bo1doCEKMKodw3Wrj6kCHq+a36rVmYk8DewwWAREWK1Ws9ksT22S3fExd60rVOrk70f1ncwpyp3+a4ala5jVnme5uZxydQWT1Z1zNf+YerpHUaN5VpdarYuquLiyB1RmoFuNW1eTWu071PY8yzyjajxq9ZTwpepZn/4WNXpvV3m1WjZYqfk7sJKra+Fx1vB9WO4deMrFNZlnJbd00zwruF6p9HlVPk/FfZ+Xat6yqmv+NSpVqz3Tat2u7CBHVFdV70Olmu/t8t8PtTHPCu562rlVesvqz7n8G6h6z6uyeVbjxajbeVbyvKr3Sanu+0o9s5WcM3pvV/zHzvSVqukvSzXXmiq5oKo5n3JRuZ/Smr4Dy11Uvc+Lq1xCnhqNxuDgYL1e7zorqo1swqPphLigje7Xg2qmSaBBGtJMuaGL7sL5NpNNwMOpZxQJVM71xe0XnagPjTOZTCUlJRaLRcYTdrtddRIAAACAdrgyCLmKazAYZDbh5eUlJ0pLJ6o5E7IJj9YjSvgZlcVJDFsbrKVJ6m09lMFxysIjjEg9XW31m3BlEzJLll/Z8otbnpXTzrIJO8EEAAAAtMi170bpKq5MKFzxBPt0NBADmyrpRequLIGGqsCiPLTctiXdLmpp3Av3Oft+E6U7dLiyCfmVLU4GzHYnUXvVGQAAAEDdKLeW66qecO3WUf3SCbIJjza4qe7n/QxUGjhnswmCCQ2olX4Tokyo7JqWE2X35iCbAAAAgOaU7tbhondin44GokuEEuSlLDlqZeDa4AV7O4ajuSW80B6tdvtNiDLRMsEEAAAAtK70qByuSKJs0UR1EgqyCc81KE5JLVAP5jJebfheGKpfmqTO28m41KPVSr+J0mM7yW9q10TZbAIAAADQqNIAQilDVLv6mGzCcw1ppvywj0OHNgpb00WniDM6bhfqgSpqrW7ClUooZ3IQOAAAAEAryuYU1bwL2YSHCvNRw3yUXVmMWxqFXw/ZQ70pkPF0tdVvonZnBQAAAHiaGqzukk14KNdINcsk0BjsyRYUTXg+d9Q4EFIAAAAAgmzCY4U4s4lssgnAYyh0pQUAAADcQyfgkUJ8HL3x8swCjcRnE/QTExn6ejSV2hYAAADAPaib8FAh3kpmsUDjkV6kRvkJeDL2vwAAAADchGzCQwV702yicVl7XBzJE/BkHFMDAAAAcBOyCQ8V4q1kmRgINSLzdnC8WE9HvwkAAADATeg34aECvNRCiwDgOeg3AQAAALgJ2YTHYgtt4zIhUbmpGy+6R6PfBAAAAOAmZBOAR2jiJ1qHMvT1aPSbAAAAANyEfhOAp9ARTXg2+k0AAAAAbkI2AXiEudtUQTsDz0a/CQAAAMBNyCYAoFroNwEAAAC4Cf0mAI/QPUqck8DQ16PRbwIAAABwE7IJwCN0j1LGk014NvpNAAAAAG7CPh0eymYXOoWNtI2Iogg7L7hno98EAAAA4CZkEx6q2CpCvBWaIzYePx9Q/zrCy+3R6DcBAAAAuAnZhIeS2USMPwOhRuRYoYCHo98EAAAA4CZkEx6qyKr6GgUAz0G/CQAAAMBN6IXpoUxW4Udw1Jjc2l331GA+jx6NfhMAAACAmzD89VBFFkHdRKPiZVBlIAVPRr8JAAAAwE3IJjxUsaNugoFQI7IqRbWrvOIejX4TAAAAgJuQTXgomU34kk00JsuSBYdl8XD0mwAAAADchP3bPVSxs7zfV89gFfAU9JsAAAAA3IS6CQ9VZHWMgnyNotgmUMdUu13UuRu6KVvS1BUpwh3km0mnI4g8W/SbAAAAANyEbMJDudoi+hlElkBd89bXwyj0g23yRPFxzyfSZGODfy2g3wQAAADgJmQTHqrItU8HLScAj0G/CQAAAMBNKPP2UNkmx2m4rwDgIeg3AQAAALgJ2YSHsthFSoEaH8h2WsBT0G8CAAAAcBOyCc+VlK82JZsAPAb9JgAAAAA3IZvwXEl51E0AHoR+EwAAAICbkE14rqMFIiFEoF60ad1y6Z/zr75ipvAkiQnN/1r045WXzRCoD/SbAAAAANyEbMJzJeWrvgYlxJvhUP3w8/UzehmFh3E+Kg6vUz/oNwEAAAC4CYMczyWzCXnaLFDJKRGoY3v27u/Vf6Q4C+FhYdMumvLGW3NF7Tlw8HDvAaME6gn9JgAAAAA3oW7Cc+WUKIUWtRktJ7Rp6uRzfH18BBoQ+k0AAAAAbkI24dEO54pmgQKac+6k8VddOUugYaHfBAAAAOAm7NPh0ZIKXHUTjIjqVGCA/9TJE86dOH7p8r9ffePd4cMGzb7+qnZtW8+8/IZNm7fK3OH2W66LjIgYPf781GPH5e3vvvPmiLDQ6CZNevTo8uob761bv+Hii6bKmYwfN7pnz25ffvX99z8uKJ25r4/v5HPHTzn3nLXrNixZuuLWm65r167Vr78tfvjRp103UBTlltnXdOzQLjYmWqfXffjRZ19+88OJRzVl4uRJ4xctXuraVaRb185XXT4jLz9v4IC+XkavAUPHu+bQo3uXO2670cfbOzAw4Isvv5/70ScCtYF+EwAAAICbkE14tKQ8tUsitS11LTExwdvbu337NjKbkGcXL1keERb2yEP/cV374/xfmsc3ve7qy1xnp1001d/P754HHpPTMsKQpxs2br3i6pvWr/rzl18XvvjyG+VmnpAQbzToO3VsZy4pCQ0N/vb7n86bPOG8KRO+/uaHLdt2yBs8PufemJiYa2+43WazXTbr4ocfvNuu2r/+dn6rVi1joqPbtmklswnXrJ57+uFLZl6XmZUVHBL8yQdvui5s06bVLbOvvfm2e7Ozc+TjueO2G9IzM7/64ReBs0a/CQAAAMBNGPd6tD3ZakyAEuhxB4to4DZv2fbzr3+UvUSmA2XPFhcVl063b9umXdvWRqPjRfr8y+/sdluV8xY7du7+7oef5URaZuaDjzz9/Y8LXnvzfcd82reVp23btppy7oS33vlABhPy7EfzPt+zb/9tN18fGOC/cdOWz774unQ+oaEhsTExvXp2ldO5Obm//bHYdfnNN1y94JeFMpiQ0/M++0qeXjh1kkBtoN8EAAAA4CbUTXi07ZnCbFN7NlGWHGWDbZ0ymUzVvOXGzVsvOG/Sbz9/Ne+TL//38Rfvzf34tHcpdEYbqSnHXGePHXfsGBLg7ydPx4waLk8PHTpSeuNVq9ZfOvOibl07LVux2mT655AtOTm58mbPPT1n6uQJL7361quvv+u6vFuXTiUWc4sWzV1nN23eml9QIFAb6DcBAAAAuAnZhEez2MW2DLVblFhyVKAu2atdvf/DjwssZvP999x+5203njN21D0PPHrg4OGq71Ju1wDXOVcvg5joJvI0MDAgPSPTdW3qMUeEER4eXu6OcvrSK2c/8uDdI0cM6dun59vvffTWOx/6+viGhoUsX76qbIcL1Bb6TQAAAABuwj4dnm5TmtqjCS9TPbPZ7FVcu+DXPyZMnf7e3HmtWiXMeegecRZckUTz5s3+uciZRyQdTT71xlnZ2bfeef9V1926b9/Bm264evDAvsWm4uysnJ49upS9WbeunQVqA/0mAAAAADdh0OvpNqap0f5KtL9APSosLJKnYWEhrrMtWjiyA4PBUXZ0283XGY3G3Jzcl199e+6Hn3bt0lFeaLc7BrE12My+eMlyeTpqxNDSS+LiYtMzMtZv2FzulpER4VdfOVNOrF6z/sprb87Ly+/Vq4c8u3nrtonnjB00oJ/rZjHRTWbOuFCgNtBvAgAAAHATsglPtydbFFvVHlEMiurT7r37bDbbhedPHjF88AvPPtaieby8cNyYET26dwkPD737jtmum2Xn5GzdvlNOWCyWgsKibl07JbSIP3/qxHJzCwoOkqc63YlPn07vmNAb9MLZHmLhoiXnjBvVt09PeTY+vum4sSNedzbLlAzOjps65cQdZ824qGViCzlhKjEXFhTK+8rp19+ea7PZX/+/Z19/9fnnnp7z1Wdzv/l2vkBtoN8EAAAA4Cb6OXPmVPOmqqrK4ZkpMyV3wy9f77GbrAJ1o12oEuWnLEtmXFRH9Irq4+tz1eUz1q3ftGbdBnlJbm5eTk7euDHDR48Y9u33P6WmHg+PCNuxc8+Kv9cM7N/nogumjBg2qGPH9nEx0Y8/+UJBQaG8i7+f76gRw0JDQl57872yM4+MCL/3rlvatG4ZEOgvb1liNl86c1qnDu2CAgKPHTt2JCn5z8XLmjWNmzVz2nlTJ15w3uS33/nwq29/lHeUF954/ZXt2rYOCPA/djw9IyPzhuuuPHfS2MSEFpPOGStv88tvi+TN5OVbtu3o0KFtp/bt9Hrd08+/snzFKqtKr4RaoFjyB/Tv37VrV6OTwWDQy0Ws0ylOAgAAAEBNKdXZg1p1ksGE2WzO3rP28Hs3T/vJml3d4xjgbE1uqczqqLvgR5tAnfBS7CGhISsW//zkMy999sU3QvtMNlVRKJI6W2pB0l133jFr1iw/Pz9fX18fHx+ZUMh4gmwCAAAAOEsMVzRgU7oa5KW0DBaoM97OvSeOHuX4KPgH/SYAAAAAN+EYohpwOE9kmdTuTZT9uezWURf69O4hN4PvO3Bw2YrVAjiJfhMAAACAm1A3oQ2bjqvdaIdZV/7vv09PnjT+ltvvE0AZ7LgBAAAAuAl1E9qwMU29tafO3ygKLQLu1m/wWEahOFV1uvMAAAAAqAHqJrRhVapjUDQyngEzUG/oNwEAAAC4CdmENuSaHfHE+AReL6De0G8CAAAAcBP26dCM3w6qjw/StQoW+3IF3MqiKnUwCO0TLVoGK5/trovhrqqyk0otYCECAAAAbkI2oRlrjqk5JerYBN2+TXYBd1LrpHR/9THHP1Enf0tHwU1toN8EAAAA4CYMWTRDjop+PWgfGa/o2XYL1Af6TQAAAABuQjahJT8fUAO8lEFxDJA0b3gzMaM9r6PG0G8CAAAAcBOyCS05XiS2ZdjHJTCm1bxzEvThPryOGkO/CQAAAMBNyCY05vdDao8oJcxHQNMi/cTyZDbCawz9JgAAAAA3IZvQmMVJqsUut7qz/VbbLv/VtrWG9NYAABAASURBVCGNga7G0G8CAAAAcBOyCY0psYlFR9TRzXnhgLpGvwkAAADATRjias9vh+wxAUrfaDbhalKYt7ihqy7AyChXe+g3AQAAALgJ2YT27MgU+3PUqa0ZJmnS4KbinETFZOXl0x76TQAAAABuQjahSV/vsfdoomsWKKA5nSJ0fyerVga5GkS/CQAAAMBNyCY0aXGSmm1Sz6d0QoOeXG1/c7NdQIPoNwEAAAC4CdmEJtlV8eN++6jmukCjgOZklwhoEf0mAAAAADchm9CqH/c5NuFOTGSwpCVXdlJaBgtoFP0mAAAAADchm9CqfIv484g6pbVORzqhEZG+4uJ2+ih/AY2i3wQAAADgJmQTGvbVHnuojzIkjvGSNnSJFEVW9e8UAY2i3wQAAADgJgYBzUrKF5vS7FNbK0uOMmTSgEVHxPrjVsG2d82i3wQAAADgJtRNaNu3e+3tw3WJtDDQiJwSBrcaRr8JAAAAwE3IJrRtVapILVAvasvr6OlGxytDmgpoGv0mAAAAADdhTKt53+2zD22qhHgLeLIL2ui6R/Jx0zb6TQAAAABuwmBJ8345qJbYxJRWvJSeK8xbJIQoi5MY2Wob/SYAAAAAN2FAq3kymPj1oH1iS8XIi+mpskrEhfMtWzLIJrSNfhMAAACAmzCcbQi+3qsGGMWoeDbqeq5cumBqH/0mAAAAADchm2gIMorF38nq+W14NT1RQrB6aQfGtA0B/SYAAAAAN2E020B8t0+ND1K6RQp4mpHxujEt+KA1BPSbAAAAANyEIVMDsSVDPZKnnteaF9TjdI1UFifZBbSPfhMAAACAmzCUbTi+3G3vG6NE+wt4lJv/tH+5izFtQ0C/CQAAAMBNyCYajsVJar5FTG3F8MnjyNcFDQD9JgAAAAA3IZtoOCx28cM+dXyCzlsv4CFu7q5E+Qk0DPSbAAAAANyEbKJBmb/fbtSJ8QmMoDxC10gxqaXewKvRUNBvAgAAAHATsokGJadE/Jlkn9qKl9UjdIlQDuSoKYUCDQP9JgAAAAA3YRDb0HyzR40JUPrFiAZJURRdGR5eYz9vp3r/MptAQ0G/CQAAAMBNyCYamgO5Ykt6AyydkDGEXq83GPRh/o5To9EgT+U/yZMTiqwSgQaDfhMAAACAm5BNNEDf7lW7N9E1CxQNhk6n0+t1Mo5oEWmcf2vATaP8fH28fby9vIzOjMKglzcQHub8NkrXSIGGhH4TAAAAgJuQTTRAf6eo6UXqBW0ayDZeR2mEXidjiBZRhg+v8MkrsN04zHjjCO8Af39fXx8fHy8PjCf0ipjVXtcmhM3sDQr9JgAAAAA3IZtogFRH6YR9ZLwu0Ci0rjSYaB7l9cHl3unZlncW5L79U/bM3vYrB+mDAwP8HPGEt6fFE61DhZ9RWXyUzewNCv0mAAAAADchm2iYFhxU7aqYmKjtzbyuYELmDjKYmHup4Ximed4f+Xa72Jdi/eDX3Ok9Si7rrwQHBQb4+3laPLErS1w035JRLNCQ0G8CAAAAcBOyiYap2Cp+PahO+X/27gI+6vp/4Pjncp0sGN3dJSXSjYAoIAIqFnb97Na/3Y3dWCgmGCCICApId8Oosbz19f9z9x3HGNsYsO+uXk/32+92u11uPvy87vt9f5trtX67mCodJt6bpvOECYWSJy5snz+1hyM6KiIyIkzmCaNr+oSv5IkcM+vYQMO8CQAAAEAltImA9e1OR2yI6FfPL1fIlYcJhZInxrfJvaS7zBORMk+EuKdjej1PdEnSjG0qEHiYNwEAAACohDYRsI4UiH8POye19L+XuCphQqHkibGtcnwqT4xuqulTl7+sAMS8CQAAAEAlrKAC2dydjqaxmlbxwo9UPUwofDBPtE/QLE5lERuAmDcBAAAAqIQ2EcjWHBX7c53jm/nNgqpMmMjMtlYeJhQyT7w/P8d38sTUebY/9tMmAhDzJgAAAACV0CYC3Jztjn71tLEhwvedHCY+/C33lGFC4VN5wmzXFNsFAg/zJgAAAACV0CYC3ML9zgKbGN/M11/ocsOEvWphQlFJnpBEjYg0OG/srIkyCAQk5k0AAAAAKqFNBDirQ/y4yzGqqcbgwy/12YcJRUV5Ql55zeSJfvW0IxprbSxgAxTzJgAAAACV0CYC3/c7nRF6MbiBjy6rqitMKLybJzokaP495CyyCQQk5k0AAAAAKtELBLocs1ic6pzQQjt/r89NQfCEiSbJxrennm2YUCh5YsYIeTL2s5WR4tjb3RZhlZ/tdhWfhKdWOuL9YbQHzgzzJgAAAACVsN1EUPh6u6NBtKZzkvAppcPE+9P11RImFGW3nggPCw0NqZmtJ7LMAoGKeRMAAACASmgTQWG3SWzMcPjURMwyYSIt01JdYUJxQp6Irok8MaOdplmMQABj3gQAAACgEtpEsJi7w3FOiqZ2hPAFaocJhSdPXNXLonaeiA0Rk1pqkyJYuwYy5k0AAAAAKqFNBIulB0VGkU8cTLRmwoRCyRODm+aqnSc6J4kiu1h2iLVrIGPeBAAAAKAS2kSwkIvm73Y4RjTWhHl1/mlNhgmFzBMf/Zqndp5YlCoum8/xOQIc8yYAAAAAldAmgshPe1wrq+GNvPbeb82HCcW2A5YayBM5Zt5UD3DMmwAAAABUQpsIIkU28ds+xzgv7dbhrTChUDVPDGqg6VdPIOAxbwIAAABQCW0iuMzZ7qwdIXqmiBrm3TCh8OSJ6/qYqzdPXNRC2zmJd9QDH/MmAAAAAJXQJoLLkQKx8ojzguY1+rr7QphQKHnivMZ51Zgn4kNEk1jN4lTeUQ98zJsAAAAAVEKbCDpzdzg7JWnrR4ma4TthQlHteSLLLC743rouXSDgMW8CAAAAUAltIuj8d9S5P9d5YYuaWGX5WphQVHueyLeyZA0KzJsAAAAAVEKbCEbf7nAMaqCNMghV+WaYUFRXnmgc47y0DWEiWDBvAgAAAFAJbSIY/b7PWWwXo5uquNDyhIkWKSHvTdcfTDe/94uvhAnF8TzR98yP3DGwgXZII/6IggXzJgAAAACVsKwKRlaHmLfbdTBRrTp1ovQWE29P1R3NtHy6IE/4HiVP9D+LPNExQfMnUzCDBvMmAAAAAJXQJoLUtzuc0UZxXj1R7Y5vMVEnxNd25TiZzBMf/pJ7xnnipkWOL7f56mNDdWPeBAAAAKAS2kSQyjGLJQccE1ue4YEzK1I6TLw3TefjYUJxlnki1yIQJJg3AQAAAKiENhG8vt3pbBqraRVf/nfPq3fay7AyYeJQuh+ECcWZ5YkbOmuSwwWCB/MmAAAAAJXQJoLXtiyxK8d5QbOyvwNvD9H+dqE+PlScFv8NE4rTzRMdEjTnN9WFG1isBhHmTQAAAAAq0QsEsS+3Ou7qoY1d59rF44r2mhGNtNEhJauvtMLTWHX7e5hQKHnisuHyZNQbSyM951uEVX622+2lL9wxSbMv17HHxGI1iDBvAgAAAFAJbSKoLTnovNYinu2nrRup0etOWGan5lb1SkqHiXf9Nkwoqp4nPtns+HmXQFBh3gQAAACgEtpEUHuxvzYuVCM/ypxvdzgP5jtFFVZiJ4eJj/w2TCiqnieyzAJBhXkTAAAAgEpoE8Ho4laa85tqa4VVmB4yioQjKMOE4pR54oLmmj0m55qjAkGFeRMAAACASmgTweW2rtqBDTRG3SmWWEcKxCkFaphQVJIn5JM3rY34fItjzVHeRQ8uzJsAAAAAVEKbCCKdk0S35FOHCVGFQZiBHSYUnjxh0Ea9vKQkT8h3zhtFWCKM2kWp7NERdJg3AQAAAKiEY4gGkTVHxdW/2xbtt5/ykql5lbWJYAgTCiVP9GmYd3O/kgOLhoQY9xYYL5lvz7LoBIIM8yYAAAAAldAmgku+VfPkCucT/9jzLJWtsippE8ETJhSl80RMTJSSJ4pFiHwS5BMhEEyYNwEAAACohH06gtHiA84NGbY7uuu6JJcfp9IqmDcRbGFCUWr2hJi3ISpOo/1us+u02WIRJx65A4GNeRMAAACASthuIkhlFmvuXmJ/Y63dbCtnuVXuvIngDBMKz9YT1/Uxd6oXFRURHhJiDDEa2XoiqDBvAgAAAFAJbSKIaTTf7XRev9C+I/uEwJBvceZby67BgjlMKJQ8US8ur15KUXR0JHkiCDFvAgAAAFAJbSLY7c8TN/3hmL3FYXeUrLtOHjbhCRNt6gVpmFDIPPHBL7mtkvJuOtdMnghCzJsAAAAAVEKbgLA7xYebHLf/aT+U76oSqXknfLd0mHjrEm3QhgmFZ+cO8kQQYt4EAAAAoBLaBEpszhQzf7fP221PKzx+ZpkwcTDdGsxhQkGeCFrMmwAAAABUwnE6cFyxXby02imO7VRPmKhI6SN3vPJXpOd8jtwR2Jg3AQAAAKiENoHyESYqR54IQsybAAAAAFRCm0A5CBNVQZ4INsybAAAAAFRCm0BZhImqI08EFeZNAAAAACqhTeAEhInTRZ4IHsybAAAAAFRCm8BxhIkzc2KeiPCcT54IMMybAAAAAFRCm0AJT5hoVz/kjYu1RzKtn/xOmKgqT57QaqNe+pM8EZiYNwEAAACoRCuAk8JEWpb1w19zrSyoT4eSJ3rVz7vlPEt0dERURHhIiDHEaJRPrHxyBfwf200AAAAAKqFNgDBRbcgTgY3tJgAAAACV0CaCHWGiepEnAhjH6QAAAABUQpsIaoQJNZAnAhXH6QAAAABUQpsIXoQJ9ZAnAhLzJgAAAACV0CaCFGFCbeSJwMO8CQAAAEAltIlgRJioGeSJAMO8CQAAAEAltImgQ5ioSeSJQMK8CQAAAEAltIngQpioeeSJgMG8CQAAAEAltIkgQpjwFvJEYGDeBAAAAKAS2kSwIEx4F3kiADBvAgAAAFAJbSIoECZ8AXnC3zFvAgAAAFAJbSLwESZ8B3nCrzFvAgAAAFAJbSLAESZ8DXnCfzFvAgAAAFAJbSKQESZ8E3nCTzFvAgAAAFAJbSJgESZ8GXnCHzFvAgAAAFAJbSIwESZ8H3nC7zBvAgAAAFAJbSIAESb8BXnCvzBvAgAAAFAJbSLQECb8C3nCjzBvAgAAAFAJbSKgECb8EXnCXzBvAgAAAFAJbSJwECb8F3nCLzBvAgAAAFAJbSJAECb8HXnC9zFvAgAAAFAJbSIQECYCA3nCxzFvAgAAAFAJbcLvESYCiZInetcjT/gi5k0AAAAAKqFN+DfCROCReeLjBeQJX8S8CQAAAEAltAk/RpgIVJv3kSd8EfMmAAAAAJXQJvwVYSKwkSd8EPMmAAAAAJXQJvwSYSIYkCd8DfMmAAAAAJXQJvwPYSJ4kCd8CvMmAAAAAJXQJvwMYSLYkCd8B/MmAAAAAJXQJvwJYSI4kSd8BPMmAAAAAJXQJvwGYSKYkSd8AfMmAAAAAJXQJvwDYQLkCa9j3gQAAACgEtqEHyBMQEGe8C7mTQAAAAAqoU34OsIESvPkiRvOtUZHR5InahJPzHmyAAAQAElEQVTzJgAAAACV0CZ8GmECJ1PyRL8GuTeca/HkCaPBQJ5QG/MmAAAAAJXQJnwXYQIVKZMnIsPDQkNDyBNqY94EAAAAoBLahI8qEyYyTYQJnKB0noiJiSJP1ADmTQAAAAAqoU34opPDxLvzCBMoizxRw5g3AQAAAKiENuFzCBOoOk+euL6vmZ071Ma8CQAAAEAlegFfQpjA6VLyxPTB8mTUa39Fes63CKv8bLfz21NtmDcBAAAAqIQ24UMIEzgz5ImawbwJAAAAQCW0CV9BmMDZIE/UAOZNAAAAACqhTfgEwgTOHnlCbcybAAAAAFRCm/A+wgSqC3lCVcybAAAAAFRCm/AywgSqF3lCPcybAAAAAFRCm/AmwgTUQJ5QCfMmAAAAAJXQJryGMAH1kCfUwLwJAAAAQCW0Ce8gTEBt5Ilqx7wJAAAAQCW0CS8gTKBmkCeqF/MmAAAAAJXQJmoaYQI1iTxRjZg3AQAAAKiENlGjCBOoeeSJ6sK8CQAAAEAltImaQ5iAt5AnqgXzJgAAAACV0CZqCGEC3kWeOHvMmwAAAABUQpuoCYQJ+ALyxFli3gQAAACgEtqE6ggT8B3kibPBvAkAAABAJbQJdREm4GvIE2eMeRMAAACASmgTKiJMwDeRJ84M8yYAAAAAldAm1EKYgC8jT5wB5k0AAAAAKqFNqIIwAd9HnjhdzJsAAAAAVEKbqH6eMNGyDmECPo08cVqYNwEAAACohDZRzUqHiben6jJNFsIEfBl5ouqYNwEAAACohDZRncqEiSzCBPwBeaKKmDcBAAAAqIQ2UW0IE/Bf5ImqYN4EAAAAoBLaRPUgTMDfkSdOiXkTAAAAgEpoE9WAMIHAQJ6oHPMmAAAAAJXQJs4WYQKBROaJ2X/kThkkyBMnY94EAAAAoBLaxFkhTCDwrN9jEQvJE+Vg3gQAAACgEtrEmSNMIFCRJ8rFvAkAAABAJbSJM0SYQGAjT5yMeRMAAACASmgTZ4IwgWBAniiDeRMAAACASmgTp+2EMHEJYQKBjDxRGvMmAAAAAJXQJk5POWFiPmECgYw84cG8CQAAAEAltInTQJhAcCJPKJg3AQAAAKiENlFVhAkEM/KEYN4EAAAAoBraRJUQJgDyBPMmAAAAAJXQJk6NMAEogjxPMG8CAAAAUAlt4hQIE0BpwZwnmDcBAAAAqIQ2URnCBHCyoM0TzJsAAAAAVEKbqBBhAqhIcOYJ5k0AAAAAKqFNlI8wAVQuCPME8yYAAAAAldAmykGYAKoi2PIE8yYAAAAAldAmyiJMAFUXVHmCeRMAAACASmgTJyBMAKcrePIE8yYAAAAAldAmjiNMAGcmSPIE8yYAAAAAldAmShAmgLMRDHmCeRMAAACASmgTLoQJ4OwFfJ5g3gQAAACgEtoEYQKoNoGdJ5g3AQAAAKgk2NtEmTCRk2clTABnI4DzBPMmAAAAAJUEdZs4OUy8Q5gAzlqg5gnmTQAAAAAqCd42UW6YsFhZewDVICDzBPMmAAAAAJUEaZsgTABqC7w8wbwJAAAAQCXB2CYIE0DNCLA8wbwJAAAAQCVB1yYIE0BNCqQ8wbwJAAAAQCXB1SYIE0DNC5g8wbwJAAAAQCVB1CYIE4C3BEaeYN4EAAAAoJJgaROECcC7AiBPMG8CAAAAUElQtAnCBOAL/D1PMG8CAAAAUEngtwnCBOA7PHnC5oyetdTP8gTzJgAAAACVBHibIEwAvqbU1hN+lieYNwEAAACoJJDbBGEC8E1+mieYNwEAAACoJGDbBGEC8GX+mCeYNwEAAACoJDDbBGEC8H1+lyeYNwEAAACoJADbBGEC8Bf+lSeYNwEAAACoJNDaBGEC8C9+lCeYNwEAAACoJKDaBGEC8Ef+kieYNwEAAACoJHDaBGGiWnTuN7R1197N23c7uG/HgZ1b5el1f//xxzcfyW8l1W0487FXl/zw5eLvPhN+Rb7d3aHPwB4DR9ts1g+euFPA9/hFnmDeBAAAAKCSAGkTNRwmjKFh3QeNGjB+anRcgs1qNWUeLcrPCwkLz0w7uH3dyhULfrQUFwk/1Lxj935jJr9y5xX1m7e59rHXk+o0iE1Ilm3CcwFjaLhO73+/M1Gx8VGxtZq267J9/UoRoFp17dWpzxBzUX7DVh1MGWk/fvBKxpGDwq/4fp5g3gQAAACgEq3wfzW/xYRMD3//PGf14l/l6W/eevbp6ye9cteV7z52+9EDe0dNv+6mp99NqttQ+KFzx0zKOHzA6XTu377pgyfu+vP7z0t/9+jBffdPGbxwzkenvJ7ImPghk2YIn5Gbnbn0p69MWUfFaerQc4Bc84vqNuaym0S1qtO4+bgrb/v27WfnvvPCu4/eVqdJy6sefslgNAp/I/PE7IW5gxvnzuxrjY6OjAwPCw0NMRoM8g9c/pELb2PeBAAAAKASv28TXtyVo7iosPSX2emHf/ro9bcfujmxTv1L73oyLDJK+Jva9RrZLMXK6e3r/t204i9xRroPHGkMCRU+xma1idPUdcBwUd30xpD2vQeIatWoVYfwyGjlOc83ZW3698+4xJRE/wxkMk98sTjPN/ME8yYAAAAAlfh3m/DBGRN7tqxbtWh+Yt0G551/sfA3xpAwh9Mhzk7X/iMGXDBN+L/Rl17fulsfUa3Co2Iuu+vJ6Nh4Ua3SDuwxGI3xtesqX9rtrhdRo/HXv+41O82+mSeYNwEAAACoxI/nTWi1WiVMtEgx+tTwy1WLfu4+aFT7nv1/mf22cG8HPuziq+o1bRWXWFuj0y757vN/fv/ec+Few8Z36T88MjrWXFw07+M3t6/7V54ZHVdrzGU3WSxFDVq0S67X6PV7r923bcPJN9Sl37B+50/SaHVOh/33rz7wbObQqHX7/mMvkW+kxyXXSdu/+4tXHss3Zcvu0HXAiG4DR+7euHrzyr9HXHJNncbN1v296Os3npQ/0n/cJe16nhcaEdmqS68bnno7dfum799/ufRthYZHdB80WnaHTSuW/P7l+8qZ9Zu1Pn/GzTqdPiQsfNXieYu+/VTedK/h4+WFO/Yd0rhNp39++27VH/M8VxITn9Bz2PjO/Yb++MErrbv2adez388fv75y4c/y/Auvuzs0IiouIXnr6n9++ODlmPjEiTfc07Bl+7TUPV+++viBXVtDw8JHX3ZTqy495cPZueE/+dqPveKWlIZN45PrHE3d+83bz2UePiBvolbtusMvucZSXBibmGJKP/LDB68UFxaIU5E3NGDcJUUFuS06n6PXGx+6dETvERPkPZTfGjX9+sEXXf7Dey/Va9a6y3nD9m3dmHE4dciky3dvXid/Adud0++X2e/88c1H8hrGzri5XrNWc958asWCn5TXfdSlNzRr39VgDMlJP/LTR68d3rdLPu3JDZrIOy+fZEtR4dL5c4ZOvKJO4+bKSyyf3hFTr4mOS3jimgmFebnyxSp9ixv++XPu28+f/FxZiot2bVh9z6Tj22LUadT00J7tB3dvE35L5gn5eXJ/ocyecLo2WXC6N1uwyc8Ox9kWtDPDvAkAAABAJf76zqpc+Gm1cqWvbV7b8M5UvU8dlePgnh3yc0Kd+soO/xddd7dMDO8/ccezN03555fvLph5xzlDxiiX7DlkrFyXznrghqevn1SQZ7r07idrud/6Hn3ZjVv+W/b16089f/PUnRtWl3sr8me7DRw168EbX7zt0kN7dky59ZG6TVrI85PrN55x73P//Dr3jfuve/2emTEJSdc88oreGJJYt4Fep6vftFWD5m27Dxy54o+fDu7eIRtKg+Zt5E8t/u6z1+6+2lxUuHX1cnmiTJiQajdoGptQu06jZp5zUho1u+S2R7585bFX7rpy0XefjrhkZp+RE/Zu2fDWgzfI765b+ru8ntJhQqrbtFVCSv34pJT2PQfIt/rzcrJkCNDpDdPvenLeZ7Nev+eaz195tMfg0edffnP6of0fPX2fXHXnZWfKMCHce9Ds37FR3pAME/LLSTfen7pzyxv3XffS7ZcnN2h82V1PKjcx9bZHiwsK5FP3wRN3tuvZ/4Jr7hBVMOXWB+fMeubL1554/pbpsuPIc5bN/+bX2e/IE7KeyAci18MR0THyuUqs1yAiJvbA7u0Ou/3HD171XIMsC/IhlL5OeQ/lYvbl/13+3E1TYhOSL737Kfn78M2sZzYuXyR/Vl7n24/csnnF0uW/zPX8yH+L56/842fldHL9RmVuMSwiqtznqsxjkZVEfnz7zgvCz52w9URUZER4WEiIUf4Oyz98b819YN4EAAAAoBJ/bRNat2a1De9O02fl+tbhQuWKWi6k5TImLjElpXEzWRAWfv2Bw32UgSU/fnF4/67hl8wMDY+QK9XBky5fNPdTu811GIJVC3+S5/QY7MoWtRs0adCijXJtKxb8cPJNhIaFD734yqXzvlI2ClizdMGhvTuUbw2dfMWBnVu2rnFtf5GTceSPbz6WtWLg+KnyXXRl3Zubk/nV60/KavDbl+/JL+s0aSmqYO/W9cvnzyl9zqhp125c8ZdyMIjta/7dvXmt1WKu/Eo2r1y65q/f5Im01N1//filLC/Lf53bd9RF6QdTD+/ZKc/ftWH14X27OvcbIhfhrrkJK5c2btspMqZkD4jmHXqsXOh6CPWbta7fvLUSPmRKkHdDPsaWnXrK5zw+uU7G4VR5vs1iTj+cGhOfKE4lIjpWvlJN2naUpwvzTOv/WXTyZWQH+f3L911v3NvtC7764P3/+9/sFx92nrj/i7nUBhqNW3fs2HfQL7PfUd7tl898xqFUjaac/RGc4oQrsRQVVXKLFT1Xpa9h0EWXzvv0zf3bNgr/p+SJoU3zru5tkW0iNCTEYNC79uPSeudfXMybAAAAAFTix/t0yAWKXqeXawWtzrfezAyPipHtwOlwZBw5oByuIv3Qfs93d67779wxExu1bJefa4qOS+gz4kLlfGNo2P4dm53ujdVTd2zpPWJCo9YdF3z5/tqlC06+iXrN20TGxGUeLjlI5I51K+WHcD0Vupadzlm3bKHnkhv/Wey88f5m7bvKEmF2H9k0J/2I8i1TRppw7awRLqrGUio9yArQuE3nrav/Ub7Mzc6c9cANVbkSh8PVaI4e3Oc5p0mbjvIZ8xy6IjcrXTaOmFqJWWmH/p7/Tedzh/QaPk6u0mWhkNFHOThr0/Zd9Hqj50fCI6LlUxcaES6Xjg9dOkK4d4rpOmBEVEx8bnbGKe+S7BHpB/dPueXh7gNHzftslrK5RLlcr+nhKh2Ys0XnHnk52bZjz9ji7z6TH+L0lbnFSp4r5ZyUhk3zsjOW/vSVCBhOUWh2Gg2G8DCj2WwxWyw6q82u8c7xRJk3AQAAAKjEL9uExr1Nt3zv9IBJe8vcsJcnmK8ZFfPWzyYf2XSiTuPm8nPW0cMOuz02IVm41v+RcvWufDc7w5UGIuNqGcNcUeDPH2bnZpVdP89586ncnIwB46ZOv+uJdUsXfjPrz/If7gAAEABJREFU6TLHBKmVnCI/h0WUPRRIdFyibBzGkOO5wWqx5OZkRUTHipPe9VW+OI3lVqkfj6mVbDAaQ8Kq2jUqER2feHjvjh8/fOXkb8k3/w/t3dn1vOGyTchC4dnfIbZWktVcXO6PJNSuO2zKNfmmLNk1WnftrdWd+jdcPi1vPnD9Bdfc0e6cfjLiLJzz0YKvPxRnR77uIaFhorpV8lwpmnfoXklb8TsdmxovHhi1OqveL/sTQkIy9Qa9Xu/aaML9bwBNzW/FwLwJAAAAQCV+PG9CuPbs0KQXGh5bVDs22ijzhNHgE+9qdu03VH5ev9y1a0BelitJJNSt7/muxr2gyjx8MCvtsDzRvGOP0j/bsGV74V4tyxXm87dMW7fsj459Bw2ccGmZmzBlpsvPjdt0KH1mh54DcjKO2KzW2MTkMpfPcW8iUY1ys9PtNmuDFm1Ln9nunPPE6ZNv/jdo0a70ObUbNAmPilFOr/rj5/jkOk3bd6nbqMXereuVM3Myj8Ynp9Q6dlgK4T4wZ72mrWSXufqRVw/t3f79ey9lHEoVVZZvyv74mXvffvjmI/v3DJ18ZavO51Tlp5RtQMqVl50ZFhGpzPJQxCQkNW7dsbwrOY2xjpU/V5IpO91TwfydDBOXDIzeVtxsSWYb9xE6tK5RE0qZZN4EAAAAEFj8+xiiDodrf/y0fN0rq5vHx4bOHB3r9Twh159dzhtuysqQb7/LLzetXCpOXLTHJdfJzc7Ys2VdWuruvJzMIRMv96yx2/To26pLT3lixNSZwr0nyGfPP7hzw+pGrdqXuZX9O7YUFxb0H3tJ07adlXPkjTrdD33nhlUNmrWW63nl/NDwiMjomG3u8RPVyGG3p+7Y0rpr7z6jSvZJSahTX1mKyxdFnM4qbs+W9Un1Gg67+GrlS/mD519+k9VcMnZBtoniosLR02/YW+pIJbs2rNbq9OOvus0YUrJtwvApV8lH2rbHubEJSYf37RanIzqu1oALpgrXU/ffWw/dWJSf16RtF3H8TfIKH0hhfp5rRuaxNJBUv7Fw9TK9clXy84Rr74qJT1C+O3DCdM+eLKWfHHOha4uYyJhY5cvEOq6MpdOXv7lH5c+VcI0gXSgCghIm9jja/Jvf2eHi2kjC4XQo20p4a+4D8yYAAAAAlfjlPh3OY+x2+ea9zWq1HsoV72/rcEWrDTJPzPopp2Z27ggJK7vRfqe+gyfMvOPAnu1fvfq4Mhlh37YNG/5Z3Lnv4NWLf5Hr1Vop9Tr2GfjbF+8K994WC77+SC6wb3z6ne1rV4RHRsvl/Rv3uqqEXPMf2rtDWWcW5ufkZBwtc0OFeaYlP34xdNIVVz300uaVSwvyTFEx8R89c4/81h/ffNKkbWd5te8/fod8ioZMvCIr7fDyX7+V3wqLjJafNcfmCCon5PvRJV9qNIaQUGPo8d009O7jjOj0JRfQ6gzui5X8+G9fvnfVgy+OnXFLpz6DZStp0Lz1p8/dL8+XL4msCQ1btkus06Bxmw7KATU9dO6dLJRrViydN6fn0LGDLpzerEPXowf2NGvfddWi+fLJUb4rr2rD8j86nzvs3wU/en4kdeeW9X+7tii59YUPd29ek9KgWXFh/k8fvtaqay/53dHTr4+NT6zfvE1srWSNTtdz6DiZZrLTD+sNevnWuyjPuaMnbl6xNO3AXnm75qKCvdtdHSTflCU/t3IdVdSQm5OZun2TfK70xuODJ20Wc+aRA2179N23dUPthk2atHN1okatOhTmugZqyte0Racet734yYZ//gyLjEzbv6cgN0deoCA/Vz7z7XsNiE9KWf7L3EP7dsrQc87Qse7fnyGxCa7hnR17D5T1au/WDWVusfLnqm6Tllfc/9y6pQtOPsyKf1HCxH5Nu/+KOhcXm4qKiovNZrPFYrPa7Z5Q4Q3MmwAAAABUonv44YereFGlBRRnHjKtnj9nu6PYJrxIrpDlWlrnPlqHTq7fdDqbCDlgq98zJb1tA/2aXWb7aWwpf9qMoWGtuvTqM+LCiOiYFh26te15Xo9Bo7ueNzwhpd5/i3+d8/qTynEoFZtW/FWrdt2+YybJy5wzZOzCrz789/eSQ28c2LnFYi6u26hZncbN83Kyvnjp0ayjrh09+oy8UC5BG7Zo27LTOblZGfM+nXXyYmz3prXy3fWElPoJdRqkH9w/Z9bTyvE+cjLSDuzc1qH3gIETLu0zcoJ8h/6TZ++T7/BHx9WS77GnNGwaGh5hLiywWi3njplUv2mrsIgoU8YRncE4aML0Rq3au0Y5yPtUWCAjxZjLbkiq2zAuIdmUlSGvfMikGXUaNZc/npOZnnE4Vd5VuZiv27i5vA+yEc158+nsoyVTNkNCw9qd0z8iOlapMB4pjZudN/aSxDr1ZbZI279b2dNErsw3rVgqnwF5VdGxCSsW/Fhm3IO8WGRsrIw7pc/cvOrvuISk2g2aJtVvtHfLuq9ee9xms2YcPtCkbaf67s1Gfvzw1bCICHli9ZJfj+zfPfziq1p36xMdn+B0OmRKKH1VIWHhgyfO6Np/WFK9Rl36DZOvjlKFTJlHZeVp1raLfJj7tm8ceMH0Rq07yAebm3n08L5dys8eSXUFgp7DxqYf2r/khy9kHNm/Y9Pm/5YV5eduXrVUxqZatevF1EratGKJsh2N62qzMtp1P7dJm46r/5wvr1lesiAvt2PvAe179l+58Kec9LSo2PgDu7cfObCn3+jJZW6x8ucqOi6h17BxaQf2bVn1t/BbSphI1bZfXdQtN68gx5SXk+v6MOXmFxS6KoXValMKhahxToupd+9eHTt2NLi5pl/ojs+/EAAAAADOVJXmyXk2UrBYLNnbV+5798ZJP9myi4UXyZWAXBcYDYaQEGNUZHhMdFRcbHRirbimyaGXNF6VmV1UY1tPAKgupcNEtik3K9skPzIys+Vn2SZknSgqKrZYSzafEDWv4MDtt906bdq08PDwsLCw0NBQWShknqBNAAAAAGfJX+dNyFbicDitNpvFYi0oLM7LKzCZ8rOyc3cfNX+2p1utuDBfmD0BoOpKh4mc3LzsnFz5IatEjilPVon8wkLZRm2uLOH0Tphg3gQAAACgGj+ehSnXJ3KdIvOE2WzJLyzKzcvPzjFlZpnIE4DfKRMmlC0mMrNyXG1C/m3nFxYXuyZO2Nz7cwgvYd4EAAAAoBI/bhPuTScccq1isVrluiWvoNCUS54A/M8pw0RRcbFrFKbN5sVBmOL4oVsAAAAAVDP/PoYoeQLwd/4SJsTpHBkXAAAAwGnx7zYhyBOAP/OjMCGYNwEAAACoxu/bhCBPAP7Jv8KEYN4EAAAAoJpAaBOCPAH4G78LE4J5EwAAAIBqAqRNCPIE4D/8MUwI5k0AAAAAqgmcNiHIE4A/8NMwIZg3AQAAAKgmoNqEIE8Avs1/w4Rg3gQAAACgmkBrE4I8Afgqvw4TgnkTAAAAgGoCsE0I8gTge/w9TAjmTQAAAACqCcw2IcgTgC8JgDAhmDcBAAAAqCZg24QgTwC+ITDChGDeBAAAAKCaQG4TgjwBeFvAhAnBvAkAAABANQHeJgR5AvCeQAoTgnkTAAAAgGoCv00I8gTgDQEWJgTzJgAAAADVBEWbEOQJoGYFXpgQzJsAAAAAVBMsbUKQJ4CaEpBhQjBvAgAAAFBNELUJQZ4A1BeoYUIwbwIAAABQTXC1CUGeANQUwGFCMG8CAAAAUE3QtQlBngDUEdhhQjBvAgAAAFBNMLYJQZ4AqlvAhwnBvAkAAABANUHaJgR5Aqg+wRAmBPMmAAAAANUEb5sQ5AmgOgRJmBDMmwAAAABUE9RtQpAngLMTPGFCMG8CAAAAUE2wtwlBngDOVFCFCcG8CQAAAEA1tAkX8gRwuoItTAjmTQAAAACqoU2UIE8AVReEYUIwbwIAAABQDW3iOPIEUBXBGSYE8yYAAAAA1dAmTkCeACoXtGFCMG8CAAAAUA1toizyBFCRYA4TgnkTAAAAgGpoE+UgTwAnC/IwIZg3AQAAAKiGNlE+8gRQGmFCMG8CAAAAUA1tokLkCUBBmFAwbwIAAABQCW2iMlXME6EGAQQqwoQH8yYAAAAAldAmTqEqeeLasXHkCQQkwkRpzJsAAAAAVEKbOLVT5onYaPIEAhBhogzmTQAAAAAqoU1UCXkCwYYwcTLmTQAAAAAqoU1UFXkCwYMwUS7mTQAAAAAqoU2cBvIEggFhoiLMmwAAAABUQps4PeQJBDbCRCWYNwEAAACohDZx2sgTCFSEicoxbwIAAABQCW3iTJAnEHgIE6fEvAkAAABAJbSJM0SeQCAhTFQF8yYAAAAAldAmzhx5AoGBMFFFzJsAAAAAVEKbOCvkCfg7wkTVMW8CAAAAUAlt4myRJ+C/CBOnhXkTAAAAgEpoE9WAPAF/RJg4XTwJAAAAgEpoE9WDPAH/Qpg4A8ybAAAAAFRCm6g25An4C8LEmWHeBAAAAKAS2kR1Ik/A9xEmzhjzJgAAAACV0CaqGXkCvowwcTZ4QgAAAACV0CaqH3kCvokwcZaYNwEAAACohDahCvIEfA1h4uwxbwIAAABQCW1CLeQJ+A7CRLVg3gQAAACgEtqEisgT8AWEierCkwMAAACohDahLvIEvIswUY2YNwEAAACohDahOvIEvMUTJv4r7JptyiVMnCXmTQAAAAAqoU3UBPIEap4SJvZpO8kwIUtEdk4uYeIsMW8CAAAAUAltooaQJ1CTPGFiTWEnwkR14YkCAAAAVEKbqDnkCdSMU4SJAsLEGWLeBAAAAKAS2kSNIk9AbacOE0WEiTPEvAkAAABAJbSJmkaegHoIE6pi3gQAAACgEtqEF5AnoAbChNp40gAAAACV0Ca8gzyB6kWYqAHMmwAAAABUQpvwGvIEqgthomYwbwIAAABQCW3Cm8gTOHuEiRrDvAkAAABAJbQJLyNP4GwQJmoSTyAAAACgEtqE95EncGYIEzWMeRMAAACASmgTPoE8gdNFmKh5zJsAAAAAVEKb8BXkCVQdYcIrmDcBAAAAqIQ24UPIE6gKwoS38GQCAAAAKqFN+BbyBCpHmPAi5k0AAAAAKqFN+BzyBCpCmPAu5k0AAAAAKqFN+CLyBE5GmPA65k0AAAAAKqFN+CjyBEojTPgCnlgAAABAJbQJ30WegIIw4SOYNwEAAACohDbh08gTIEz4DuZNAAAAACqhTfg68kQwI0z4FOZNAAAAACqhTfgB8kRwIkz4Gp5kAAAAQCW0Cf9Angg2hAkfxLwJAAAAQCW0Cb9BnggehAnfxLwJAAAAQCW0CX9CnggGhAmfxbwJAAAAQCW0CT9DnghshAlfxhMOAAAAqIQ24X/IE4GKMOHjmDcBAAAAqIQ24ZfIE4GHMOH7mDcBAAAAqIQ24a/IE4GEMOEXmDcBAAAAqIQ24cfIE4GBMOEvePIBAAAAldAm/Bt5wt8RJvwI8yYAAAAAldAm/B55wn8RJvwL8yYAAAAAlYPiI4kAABAASURBVNAmAgF5wh8RJvwO8yYAAAAAldAmAgR5wr8QJvwRLwQAAACgEtpE4CBP+AvChJ9i3gQAAACgEtpEQCFP+D7ChP9i3gQAAACgEtpEoDllnoiKIk94DWHCrzFvAgAAAFAJbSIAVZ4nZu8lT3gHYcLf8aIAAAAAKqFNBKZK8sRe8oQ3ECYCAPMmAAAAAJXQJgIWecJ3ECYCA/MmAAAAAJXQJgIZecIXECYCBvMmAAAAAJXQJgIcecK7CBOBhBcIAAAAUAltIvCRJ7yFMBFgmDcBAAAAqIQ2ERTIEzWPMBF4mDcBAAAAqIQ2ESzIEzWJMBGQmDcBAAAAqIQ2EUTIEzWDMBGoeLEAAAAAldAmggt5Qm2EiQDGvAkAAABAJbSJoEOeUA9hIrAxbwIAAABQCW0iGJEn1ECYCHjMmwAAAABUQpsIUlXJEzPPJ09UFWEiGPDCAQAAACqhTQSvSvLEnrRimSdiosPJE1VBmAgSzJsAAAAAVEKbCGoV5Yms7FyZJz7b25U8cUqEieDBvAkAAABAJbSJYEeeOBuEiaDCvAkAAABAJbQJkCfOEGEi2PAiAgAAACqhTcCFPHG6CBNBiHkTAAAAgEpoEyhBnqg6wkRwYt4EAAAAoBLaBI4rN0+4V90m8oQHYSJoMW8CAAAAUAltAic4OU/I5bZcfpMnFISJYMYLCgAAAKiENoGyyBMVIUwEOeZNAAAAACqhTaAc5ImTESbAvAkAAABAJbQJlI88URphAoJ5EwAAAIBqaBOoEHlCQZiAghcXAAAAUAltApUhTxAm4MG8CQAAAEAltAmcQjDnCcIESmPeBAAAAKAS2gROLTjzBGECZTBvAgAAAFAJbQJVEmx5gjCBk/FCAwAAACqhTaCqgidPECZQLuZNAAAAACqhTeA0BEOeIEygIsybAAAAAFRCm8DpCew8QZhAJZg3AQAAAKiENoHTFqh5gjCByvGiAwAAACqhTeBMBF6eIEzglJg3AQAAAKiENoEzFEh5gjCBqmDeBAAAAKAS2gTOXGDkCcIEqoh5EwAAAIBK9AI4C8fyxAlnyhWcsoqbLbpe3Oi/G8ZpXv8hu8jsi6v6Do2NUwbG7NZ2W1/YVpYIT5WQH6bc/PxCV5gwW2SXsEsCwY0yBQAAAKiE7SZwtk7eekKu6rNz5PI+d3da8ed7u0ZEhl07Ji4sxOfec5Zh4pLBMXsIE6gatpsAAAAAVEKbQDWoPE/M3ts1Mirs+vN9K08QJnC62G4CAAAAUAltAtXjlFtPhEf6UJ4gTOAMcJwOAAAAQCW0CVQbf8kTbRoSJnAmOE4HAAAAoBLaBKpTFfNEeKjwFhkmpg8hTOBMMG8CAAAAUAltAtWsSnlibLxX8oQSJvbqCBM4E8ybAAAAAFRCm0D1O2WeCAv3Qp4gTOAsMW8CAAAAUAltAqrwtTxBmMDZY94EAAAAoBLaBNTiO3mCMIFqwbwJAAAAQCW0CajIF/JEu0aECVQP5k0AAAAAKqFNQF3ezRMyTEwjTKCaMG8CAAAAUAltAqqrUp44v/rzRMemrjCxU9uLMIFqwbwJAAAAQCW0CdSEUx9YNCK8evOEDBOXDIyWYWJjQXPCBKoF8yYAAAAAldAmUEMqzxOz93apxjyhhIkd2t4yTMhbIUygWjBvAgAAAFAJbQI1p2byRNfmIYQJqIF5EwAAAIBKaBOoUWrnCRkmJvWPOiFMZBMmUD2YNwEAAACohDaBmqZenig3TCgbTRAmcPaYNwEAAACohDYBLyg3T7h3vjCVzhORYaexFCRMQG3MmwAAAABUQpuAd5ycJ3Lz8rNzckvniRvGVjVPnNOKMAHVMW8CAAAAUAltAl5zyjwREhZWlTwhw8SF/aK3as8lTEBVzJsAAAAAVEKbgDedfZ5QwsQWTd8tBU3KDRPyagkTqBbMmwAAAABUQpuAl51NniBMoCYxbwIAAABQCW0C3ndmeaJ321AZJjaLPoQJ1AzmTQAAAAAqoU3AJ5xunpBhYnyfKBkmthY2lSVCJgnCBNTGvAkAAABAJXoB+IZjeaL8737m7HxJ4zUyT7z2fVaHJiEyTGx09tpa0CQ3L0/2iKwcU0ZmtmwZhAmoh3kTAAAAgEpoE/AhleaJmE9Fp0sarb1nci2jQbPe3HVjYcOCQtdWEsoWE4QJqI15EwAAAIBKaBPwLZXkCYcj+s+IDgOT1/2X02xDfl2zJScvryA3Lz8rO1cJE3kFhWYzYQJqYd4EAAAAoBLaBHxOuXnCKZx2h92cHL1G3+6PQ2FCZMoIUVhUbMrNM5nyZaHILyRMQF3MmwAAAABUQpuALyqTJ5QvZXEozrUXaUKPpBXIM202m2wT+QWFMkvkFxYRJqA25k0AAAAAKqFNwEeVzhNON7vDYc6323TFGZmu48vIDlFsthQXm2WhkFnCYiVMQF3MmwAAAABUQpuA7/LkCaVNyNOWQrvNYM7Mcn1XpgqZI5QoIf9ntzsIE1AV8yYAAAAAldAm4NOUJOE+aXN1CrPDYbbk5ru+dsg44XTlCbtrdw/CBFTHvAkAAABAJbQJ+DrX3hx2u+uzxmG3CafNXlioZAiNwxUuHA6Hp18AKmLeBAAAAKAS2gT8g6wPcmUoK4XT7rTaSjaRcB4jAPXxmwYAAACohDYBv6EMnZD/sPsGvIJ5EwAAAIBKaBMAUCXMmwAAAABUQpsAgCph3gQAAACgEtoEAFQJ8yYAAAAAldAmAKBKmDcBAAAAqIQ2AQBVwrwJAAAAQCW0CQCoEuZNAAAAACqhTQBAlTBvAgAAAFAJbQIAqoR5EwAAAIBKaBMAUCXMmwAAAABUQpsAgCph3gQAAACgEtoE/InDKT947xrewbwJAAAAQCW0CfgZLe9dw0uYNwEAAACohDYB/+IkTcBbmDcBAAAAqIQ2AX/idPLONbyGeRMAAACASmgT8CdO1/pQAF7BvAkAAABAJbQJ+BPWhvAi5k0AAAAAKqFNwJ84hUbL+hBewrwJAAAAQCW0CfgTuTikTMBbmDcBAAAAqIQ2AX/ietua5SG8hHkTAAAAgEpoE/AnHKcDXsS8CQAAAEAltAn4GTarh7cwbwIAAABQCW0C/sTp1PDeNbyFeRMAAACASmgT8Ce8bQ0vYt4EAAAAoBLaBPyJa6N63rqGl7DNDgAAAKAS2gT8icMhdCwP4SXMmwAAAABUQpuAP5FLQ9oEvIV5EwAAAIBKaBPwJ3bXdhOsD+EdzJsAAAAAVEKbgD+xO4VWy/oQ3sG8CQAAAEAltAn4E7sQOtaH8BLmTQAAAAAqoU3An7j26dAKwCuYNwEAAACohDYBf+Jgnw54D/MmAAAAAJXQJuBP7E726YDXMG8CAAAAUAltAv5Evm/NPh3wFuZNAAAAACqhTcCf2B1O2gS8hXkTAAAAgEpoE/AnNqdGJwDvYN4EAAAAoBLaBPyJw+nU8dY1vIR5EwAAAIBKaBPwJ3an0BMn4CXMmwAAAABUwr778CcOhytMaFgiwhuYNwEAAACohDYBf2J17/CvZYkIb2DeBAAAAKAS9umAj3q2n65jUvkNYv6Ecn5vX15t/3k3S0eoiHkTAAAAgErYbgI+6qXVdou9qq1ha6Zj/m6HANTEvAkAAABAJbQJ+KiD+eLLbVVdCr6+1uHgPW2ojHkTAAAAgEpoE/BdX2y1p+adOk/8ttexLVsAamPeBAAAAKAS2gR8l9Whefm/U+ypUWh1vrPBLgD1MW8CAAAAUAltAj5tfYbz512V5YnPtzpMZlaMqAnMmwAAAABUQpuAr3trvSO9sPw14b5cx7c7GIGJGsK8CQAAAEAltAn4umK7eH1t+XttvLXOYXWwXEQNYd4EAAAAoBLaBPzAskNi2cGy20esPOJYlSaAGsO8CQAAAEAltAn4h9fW2gttx9+1ttidb61jbw7UKOZNAAAAACqhTcA/ZBRpPtp4PEZ8u8OxP08ANYl5EwAAAIBKaBPwG9/vdGzPduWJ7GLn51vYaAI1jXkTAAAAgEpoE/AbDqF5+T+Hxe58b4OjyM472KhpzJsAAAAAVKIXgP/YkSOeXmH/66AAah7zJgAAAACV0CbgZwgT8BbmTQAAAAAqoU1UD2XR4lm6sIaBX/MMVlBOMGdBwfMAAAAAqIQ2cYZkfdBqte4TrtOeNuHeI915/EsiBfyHp0S4T2icwln6HKfTcyJIl+jMmwAAAABUQps4DZpjtFr3Z1edUL6U/ydcn4Xr3IRQR6xRhOiO/4gAfJ7F4cw1a0wWUezQOhwOd4pw/eM+LRxurhPOkhNB2CmYNwEAAACohDZxaqWThNbdIXQu2m7JzhbRjrhQEWO0Rxmd0XpHtMEZyjMKP2exizyrJs+mc322arMtmr352jUZIYVWp71ESago+b+giRR0RgAAAEAlrKQro2wT4UkSer0+2ii619ack2RrH2cx6sTWPE22TZNm1ezIFzlWXZ5N5Ng1uVaNyaYpdrCMgZ9JMDhi9SJK74zRixiDI0bniDHYG4WJwbVtIa20m02G9Tkhq9KNaQVOmztR2GylS4Uo2doicDFvAgAAAFAJbaJ8niqh07o2kWgUo+2e7OyWaGsWbSuwadbn6WalGtbkaosIEAggGVZthtXzlc5zyqAxtItydIt2DkspmNzQebBIvzY75L90444cYXX3Cfcnh+sfhzOACwXzJgAAAACV0CbKKl0l9HpdszjN5S1treOsh4s1q03aL46GbC3QOFiiIJhYnZo1ubo1ufKkvnGYvVuMs2tc8ag6dhkpvtkftSZDY7ZYba5/lA0phFIoRMBh3gQAAACgEtrEcZ6hEjqdTq/T1YnSXtLC1ivJtrtQ9/hOw4Z8nQCC3p4i3Z4i8fUR0SBUOyXFdlPL7B11Q75OjdqVE1IsE4WLzb0xhcbpDLRCwbwJAAAAQCW0iRLK5hI6ndag18eFaS9qbh+cUpRm0by417jCRJUAytpfrHtqj65ZuP3SOpZ7WqWvNkV8dyDyYK5BFgqdRUYKm93hkIUikHbxYN4EAAAAoBLahIuyE4dep4sI1Y9t7Dy/YXGBQ7x30Phnls7J7htAxXYW6h7YqescbZ9cu+ihNgXLsmN+SA3LyJeFwiwDhU1jt9ltAbOLB/MmAAAAAJUEe5vwbC6h7MTxYDdLqM75VZphQYbOxjoEqBrXNAqTtnecfVJK7sPtct/eW3tLpq5I9gmzRWMRNrtdXiYA8gTzJgAAAACVBHWb8IQJo8HQLlF7R4fig2bNs7tCCuxUCeA0aTTLcvQrcnTXNrDc1OTw52G1lx2J0Ov0Wm2xaw8PjWsChd0dKfwX8yYAAAAAlQRvm1DChF6vCzEahtR3XtGqaKVJ9+p+g8PJ8gM4QzaheXV/yCGzdVrdtHphcd+lRsr2V6gt1pg1FuE6PKlfj59g3gQAAACgkiBtE8cGTOhDQ/Qz2tiH1bV+ecTwXRrTN4Bq8E2a4bBZe22DrJQQy4f7amXJPzb3EXAsFtdeH192AAAQAElEQVQhPPw3TzBvAgAAAFBJMK7GPQMmYsMN/+tkbRFje36vYZWJMAFUm2U5ujSL8c7G+bc0s76XmpKapS0o0gpRLL/lv9MxmTcBAAAAqEQrgownTNSNNjxxjrlBpO2RnSGECaDa7SrU3bc9xOGw3twotW2SITIiPCw0NCTEIP/63BtS+N82CMybAAAAAFQSXG1CLi2UMBEXbniwu1lonffsCNldFHSBBqgZGVbtfduNewudM+oebJYQGhUV4c4TRnee0PrdUp95EwAAAIBKgmhZ7gkToUb9nV2sYXrH47uNWVbCBKCiIofmmd3GbJtzep2DybHhkZHK1hNGg14v84TwK8ybAAAAAFQSLCvzkqNy6PRyUXRFW3uzaNvTu0MIE0ANsDg1T+wyhmgs0+sdiouOiHBvPGE06vWyFOp0wn8wbwIAAABQSbAszpXDhcrl0JD6zqF1ba/tM7IrB1Bjsqyap3cZ6+oLxqdkx0ZHRYaHh7i2nTC49+3wm79E5k0AAAAAKgmK9bky/1IuhDol6Wa0KPruiG6FyZ/erQUCwK4i7ev7DN0iMvolm6OjIiLDw4zyb1Kv96M8wbwJAAAAQCWB3yaUMCGXQHWjdbe1K1ibq/3iMEflALzgX5P++zTdsKh9reNFZGR4hDtP+NFhO5g3AQAAAKgkwFfp7jETGrn4iQnT39upKMsmXt5nFGyYDXjJ54f0jcIcE+N259qa7baH22w2p4twOm12u134NuZNAAAAACoJ8O0m3BtN6OR7s5e2sieHOV7cG2JxEiYA79FoXt1r1GgcFyQejoqKiIgId8+d8I89O5g3AQAAAKgkkNuEctBQg15fL1rXL9m8KFN30Mz8S8DL8h2aOUd09fR5HeLs0ZEREWF+s2cH8yYAAAAAlQTyWt31PqxGI9+SvaiJ1eoUnx/xgx1Yenbs+t6TL04fP1H58vxBQ3/78Mtu7TudznUInU530Yjzv5v1YdtmLZVz7rz6+u9nfRQWGioCUde2HV57+MnbZ8wU1eGT51596o77BNT0S7o+3azpH7k/MjI8PNx9RFGjQefedkL4MOZNAAAAACoJ2DZRcmwOo6FRrK5novmndEOezZsP9sbpV/Tu0q3yy7Rs0nTs0OHtWrTynKPRaiPDI8Rp6n9O7xHnDUxJTPacE2IwhhpDRCCqVzulR8fO3U8z31Qi1CiXyoEZcXyHXWhmH9Yn6oo6x5kjwsPDwkI9m074cp5g3gQAAACgkoBtE64dOrRavV4/sbE5z6b5Ic2bj1S+ITy6/5Cxg0dUfrFtu3e988Wnpc/5/vdfek8cvWrDWnE6Fi7769e/FpU+57HXXxw2Y3JRcbE4U7dcdrXwJQN79u3dtbs8ceDI4Q+//VJUn4tuuuqW/3tA+Iz4mLirJk0V1crz7HnR8hzd7kJNT+PemKjwyPDwUPfYCWW/DuGrmDcBAAAAqCQw20TJcUMN+mZx2q61LF8c1luc3nykQ/v2j42J6d2le1xMbOWXNFssojpYLFZRfUKMIYN6nyt8yagBgz2nz6a5+L7RA4fIdbuoVqWfPS/68IAhXlvUOTrPtVtHqPwtM8iY6MtTJ5g3AQAAAKgkMNuEZ6OJKU2KDxSJRZk64VVjBw//edHv8m3hC4ePrvySNrtNVAeHs9oOxxgdFf3sXQ/Wio0TPuOmS6/s2+2c0uf4/uEnz8zI/oMvvWCSqFYnP3vesr1Q+0+2ppt+X3RkWESYa+iEjBM6re9OnWDeBAAAAKASPxgPebpkmJBvvcowUTdK1ybW+ugOo/Dq27CN6zWQ666XPnxnSN/+8v3qd778tMwF5B2eceHFEeHhcoHmcDo856ckJl8wbOSwcwc8+toLqzasnTx6/OUXTNLqdEMuvUh+97pLLrt4zAVH0o9edOOVyuVjo2OuuPBiq90WExklr81zPW1btJJNpHv7zqOvukQ5Jz4m7p6ZN8XFxCTEx6/etOGlD97Ozc+T53dr32nq2AnpWVl1kpLXbtmo3NXrL7mscYOGOp3u/adeKiwqvOGRe+WZnVq3vWHaFXIxGRkR8e2v8z757utTPg+jBw7p27WHfN+5d5fuqzetf+ilZ16499H2LVtnmbIfe/3FZf+tlJcZO2T4vTNv/ujbL//8d/n4YSPO69Fn+IzJN0ybMezc/gUFhY++/uKGbZsvGnF+366upfVN06+88qJLnnjz5Z379ig3MaLfoBkXTo6ICJ/9w9xPv5+jnCnv+e1XXNu8YaM6ySl7Uvc99fZrBw4fkue3b9lm+riL8gryenbuatAb5bMqX4jBffqNGTDU7rTf+n8Pyst89sIbDofDaisJRm2bt8wxmSbfOjPblJMUX+ve626JiohMTkhatnrlix/MqsrmGxOGjR7Zf5B8pYqKi177+P1/1v3XtW2Hu2fe1KBO3YzsrJsfu18uy1994PGNO7a+9sn70VGR8oWLDA8f2rd/5zbtf/zjN71OP+K8geu3bk49fOjKSVMW/fP3M2+/Xu6r5nlCppw/TqvVORz2d7+a/eeK5ZU8e17x2SHDSzHFrSKLc/NDQ+UzaDZbrFa7Q+NwaHxwIwXmTQAAAAAqCcDtJlw7dGh18v3X7kn2I8Vic4GXH+PEUWN/WrRALv6XrFwuc8OAnn3LXOCF+x6RK/xXPnr3iVkvl96no2XjprVi45ITEpUvv/hp7vK1qzzffeOzDzds2+L5Mikh8cNnXl6xYa28HrnUTzr2U1KzBg1lSggPK5nvGGIMmfXYMz8t+u3Ke2+7+v47RvQbeNfVN8jzayckPXvXA78uWfz4Gy++P2f2lRMvkQtpef6Ts15ZvHyp3W6fcfctSpho1qjJNVMu/d9Tj0z73w3zFi+U7WDEeYMqfQ5E0waNJo0ce/ezj9/z7OO3PfGQPCc3P/+aB+7Yd/BAfn6BEiak5Wv+27Jzh3xo9evUaZBSTy7L77/+1myT6at5PyYlJl42wbUFwdfzf5g1+yN54pWP35V3ybO0bteq9dBzz/tw7ld7Dxy4cfoVTeo3VM5/6Mb/bd657ar7/jf19uubNGj47F0PKuc/duud8qHJ7jP5lmtzTDnynMS4+IS4+M5t2+u1Jc1u3dbN8jHKW5EfMgTIc55//00ZJuTb+0/d9cDrn31wxT23PvTKM2MHD7v18lMfJWT8kJEtGjeZ+cAdE66fkZOX+8zdD9arnfLfpvU3PHLP0axM+TuQX1BgtVr3HTogn9s9B/av27L52gfvlD/429LF8g5s370rNjpa9pGG9erJrrR1986oiKiKXjXl5mQPuvbBuy657brte3Y/duvdLZs0rejZ85Z0q3ZToaGpMScyIty15YRB0mt9deoE8yYAAAAAlQRam9C491VXhk10ireuyfXy3hwhRmOfLt1/WPirPP3Twt+F+7CgpS8wZuDQLm07fPBNyTTHnxcv8Hxr8Ypl67ZtLn1hx4nvJMv33j2nr5k0NTvX9NfKf5QvF/79l+db3y/4dcO2rZ4v5XvseQX58i10efpoRvqvfy3KysmWp+sm19bp9Klprm0KNm53Xb52YqIozzWTpv22ZHFOrkme/vLn7+XncYOHi0q1aNQ0OTGpYZ168vR/G9Zt3b1LuHfE+PzHuQ3q1uvTtYdysZH9Bv7inuL5y5JFO/fvka/lJ3O//njuVx9+88WGrZub1G9QyU3I+yOrx8+Lfn/Tvfbu0LKN/Ny2Wcs2zVv89IfrmZdN4c8V/8hm0atTt9joGNmJOrdtJ8/Pzctd8M9S17ORlSnvT0Z2puc6f/9rsXKiWcPGV066RN6r35b+Kb+cNGpc6sGDO/bsVh6OXOEP69dfBotK7p78TZDX8PHcr5WtMH5c+Ks8Z6z7eUvLSH/2nddCjSE3XXbl/6687um3Xyt3k4FNO7e98+Wn8lsOu+Pdrz679f8efODFpyp61SLCwq+5eNqX877LLyyUX/66dPGOvbuFT1qZ7aznOBIWFhIaIhn1rt06fLRNMG8CAAAAUEmg7dPh3qFDK1c3EUZd80jz3HSj8KrzBw3/Z+1qZWv/5WtXHTp65JyOXZISEmUUUC4wtG//9MwMuTxWvjQdO6GwmKs60nJwn/P+cC+wFfmF+aW/a7Ue3xyja7uOaZnpni8ffuU55YR8A7/fxWOFex0+vN8AuQwz6A3l3laHlq0tNkvDuvWULzds25xfWCAqtWXXdrno/PjZV3/9a/Gszz9+y50PpB/++FWu2CeNHPv3fyvkl+f17H3zo/cfu882h8OxO3Wf8mWWydS8YZNKbuLAoUPK0lF5MsPDwuTnLu07GPUGz0FGoiMiN+3YFhERLp/n/QcPPHbLXbINvf7ZB577o9yu5/SaLRuF+5fqgetvyzGZnnn7NeX8zm3axURFe642PSvTbLEk1Uo8mHa4orsnm0hCXPxFI8YoX4aHhsl7Ih+g8uWSFf8s+HvJ4D79Zv/47a79e0XF5I+kuvdJUVT0qrVp3jIuJvbA4ZL7s2LdGvkhfNJ/udor6lvqhVpyPSMnXOzykfpaC2DeBAAAAKCSQGwTGo1c2XRNtMuVzaY8L28YMuzc/vsPHfAsYg+lpdVJqj1x+JjXPn1fOSclKclW8RzHKu7fXjshSb7nbLNV6XqSatWyWMs/GkiPjp0vHjN+7eaNH8/9asqYC8q9TGhIaGxMzPI1q5SNEapo78HUmQ/c+cANt40dMvzcHuc8OesVuRoX7k0nflz422UTJsmldUR42KEjR5TJF+Kk96irvky1O1zPg969FUNyrYRis/mlD98++WJXP3DH3dfc2P+c3t3ad/pgzufvfT27ohu6ZvL0Fo2b3PDovQVFhco5ifEJO/buKvdqK1Inubb8/NkPc9Kzssq9wPtzPpdtokubDuI0lfuq1UlOlp8jIyKFz8uyao9a9U1CsnaHJrjihFGvK3Ifq0PjcyMnmDcBAAAAqCTw9ulwzT5079Bh21ygt3n1fc52LVub8vMefe0FuYhVPu55/gn5Bvuw8wZ6NlkvKi6SC90qbsHudDjKPT+vIF+u4mR0EFWQlZPTvFGTEOPxw1L269FTLgnbNm/53N0Pv/f15x99+1Vufn5FP15sLs4xmTq1blv6zPbuHSgqt3X3zul33PjUrFfl6cduvks2DuX8L37+zmy1TDn/grGDR5xW76iKtMwMGQXq1U7xnCMfeOumzYV7F4+7nnns+ofv2b1/39WTp/Xu3K3ca2jbrOXUcRfOmf/jfxvWec5Mz8po16J16Ys1bdAoOipaVOxQ2hHh6ghdS59Z+nm75uLpb3z2QaumzaaOvVBUWUWvWnpmhnBt33HCyzTwpFknPuK/HFHHedR1FFH3Ph16g16JE8LHMG8CAAAAUElAtQllhw6dTqvXattHF67J9fJC4qJho7/7fX7pc3LzcpetXpkUX2vYuQOUc3bs2xsZHj5qwODSF9NVcAzFwqKiiLAw2RHk6bDQ0KRaCfLBytPy/fzUw4e6te9UuGNClQAAEABJREFUv9QiXJLPxclXsn7r5oS4+AdvuE3n/q5Br+/fo7csJmMGDpXnKDMUTlZ6VbZh+5bh/Qb16lSymE9OSJw8eqxyunG9BrrybnTUgCFykW+32+f+Pu+BF58JDQ3t0qad8q2cXNPCZX8N7t2vecNGpYd9VkJ587oqG9iv3rBer9PdcdX1nhQyc8r0iPCIhLi4Sy+YKL9ctWHtdQ/dKVf1XdqWs8GCfKofuPG2/YcOeLZzGXBOH/l57ZZNjerVn3nxpcqZ8sm59fKrzeZi5dkoN1LsTt2XmZN15cQpnlAik1DvLiXP4aRRY+XrIvvCfxvXz7joYs8oU2Wnj0qWxBW9aht3bM8vLJw69qKuxx6Xa16p+2qq/uzVmNUmTS2nKTZEI5/wENeGEy5arc+FAOZNAAAAACoJuDahketxXet4EaYXq706CLN2QlKX9h2Xrvq3zPmL/10mP08bV/Le+DtffGrKz7tp+pWDep8rm8VVk1yH+ZRvhg/u0+/k69yZulc+Ovkmv7zw8/c8Ik/Xio0f2X+wXA+/8dmHciX35B33t2vZulmjJmMHj5CX79u1+zmdugjXcTT1Ok3Ja/3x93PkIlle/5zX3r19xszXHnryt79c8x1l4JBrwqfuuO/C4WMevPF24Rph0GjiSNd8BHkPZfQZ2KuvfEtfLvLf+epTu8P+/L0Pv3Dvo4/devcnz732/YJf5MXkPZn94ptP33F/uU/IzZddFRHmOrJpVk62XDZv37vL863ZP841GgxLjx2tQxEaElJ6TS6XqrpjwyazTa7hnb06d5WlQD5eZUKB5thSVuMuO3p3Itm0c9uCv5f07NT1sxfeuP/6Wz58+pXmDRvLHiG/NXn0OFlS5AnZZQqLCtdvLxk7KhfFnqu6YeqMOkm1H3/9Jc/xU87t0VN+/mreDwfTDl9+4eT3nnxRXu3cNz9Yt3WzvIy8ws9eePOTZ1+NLHUMV4X87vtffyGv7f2nX5ZP2isPPH7r5dd888uP8luN6tY/t3tP5aCnL374Vogx5J5rblR+ymqzydelQ8vWDevUGzt4mMa9v5LReHwOSEWvmqxgn//4bXRk5KsPPfHUHfffM/OmgT37KocaKfPsCR+wtUBrdmiaGDJDXAMnXK+n/FBSo/AlzJsAAAAAVKJ7+OGHq3hR+Z6hfN+7OPOQafX8OdsdxTbha+RKxqDXyeVNrxRnrRDLN2kG4SWyCPzfLXfJZJCRk5WZnVnonoUpyRXmsHMHtGrSLD42rnXT5vK9dPmevFw810muPf2CiQN69pn947e9OnXbsGPLstWrsk05zRo2lmf+vHjB4aNp8se379klf3DsoGGtm7V4+YO3G9VtkJmTvW33jo07tsmrWrtlY7sWra+ZPK1ucu0/VyyvV7v21l07//5vpQwZowYMjouJleu+HXv3mPJy/1m7ulWz5nWTUiLCw9/+4tN/1v0nr/zgkSPytlo1bW61WZ+a9Uqfrt3lm/Yfz/06v7DgaFZm/+69O7dpN//PhXsO7M/Mzt60Y5u8pHwIMhm88P5by1e7tndo16JV327nxEbHyDVwmb1CWjRuOmnUWPnWfeO6Dfp06/H8e2/sTt3v+a6sFTJ8vPrRe56ZmnIhffH542XLiImMOnD4YJc2HSaMGB0XHSOXrdv37N4vz2nboVvbjrtdB9rccM3k6W1btJIXlj9utVovHnOBvGOR4RGH09MOHjn816p/5AvRrEGjRvUbrNuy8dHXXpAPMDws7MqJU0f2H9SoXoPh/QZ+9/v835f+KaPA5RMmn9u9V1RYhMVmkXHkjquul69d2xYtxw4ernx0atPuo2+/kn8IS1b8Ix9Uy8ZNE2JryTSjjKtIiK81fugI4RTZuaatu3aU+a3YvHN7sdncolET+VPyhXvopWcOHU2TYeKZux4sKCxYuWFNYVFRw5S6Q/r2a1K/oXzgu/btKSgqCg8N639OH/nY5y6Yf9n4SR1bt62fUvdoZoZy+M9KXrXVmzbIp6t+Sr0GdertO3jgiVkvKYcIScvM8Dx7C5ctET7AITSto0RcWNgeW5x8wi1mq9ki76zd7mPjMJ0WU+/evTp27Ghw07ujmHLEU3b3AAAAAM5GlabNOd3kesxisWRvX7nv3Rsn/WTLLha+Rq4U5PI7MiJ8eitHbEjh83u91iaqi1w2P3LzHRNvvGrfoQPCTzx/z8P/98ZLMqxU/UfqpdT53xXX3vJ/D4iAcNkFk45kHP1lySKBKpucYutZL/nHwpaHjqQfzcjKzsktLCyShcJe8aRYLyg4cPttt06bNi08XNatsNDQUFkoXNvs0CYAAACAsxNo+3S4hk3odXGhDpM1EJYK8rFYrNYDFR+Z0td0bduhqLj4tMKENHnU2B8W/ioCQlJCYo+OXZS9J1B12VZhdBTKpb5rnw5l2oTvrfeZNwEAAACoJHCOIaq8demehamL1jv2FfnxKmLc4BF9XTs+zKqTVFu+/e5bbx1XbFDvc7u17/T4my9V8fK3X3HtsL79t+zeoRGa5959U/i/Zg0bTxt74dNvveqZT4EqyrOJEHuR7BLKh4wTrsEfPhYnmDcBAAAAqCTQ2oRr0wmtNkpvz/O9cRhVFxYW2qdrj4Z16i1bs+r59/xm0b5w2V/yo+qXdzgcIaEhGVmZL7z/lggIO/fteeiVZwVOX65NE+Y0K0fo0LkLo+cv2ne2VnAKtpsAAAAAVBFYbUI5VIdOG6m15Nr8eNjE5z/OlR8i0L34wVvyQwDuNqHVOMN1dtd8Sb17lw7hc22CoRIAAACASgKnTQglTMh3XLUiyiCXOgKAv8hz77cULsyu4164/opdB4X1tX0omDcBAAAAqCTQ2oQUF+I6bbLxDifgN/Lcw2vDNVbd8UGY8hynT22qwLwJAAAAQCWBdpwOuZCJMziEe7QeAH9hE5oiuyZMFMsuoXX9T+ODB+Zk3gQAAACgkkCaN+H+7PrHdUrLG5yAv9E6ndpjfLBNMG8CAAAAUEngbTehybPp5OnYgNpbBQhwOuEM0znNujBPkfDBEMC8CQAAAEAlAdUmFEqbiDGwigD8Rrz7D9aiCxXHds4SvpcnmDcBAAAAqCQA24RdaItsmhidAOAvlJho1oQKH8a8CQAAAEAlAdgmpHynIZbtJgD/Ead3twltuPzscDiUnSd8bR8K5k0AAAAAKgmoNuF0LWWccmFT6NCzTwfgR2IMwiwMskkoYcJ5jPAlzJsAAAAAVBI4bcLzRqtUYDcE8CzMlMTkG6df8eM7n7Zv2UZUB51Od9GI87+b9WHbZi3LvUDrps2fv+fhh2/6n1DNqAFDfn3/i67tOohqEhkefvGY8Z+98MblEyYr5zSqW3/++7OnjbtI+J6T722wiTUIqz5CaYsKHwwBzJsAAAAAVBJo203IFY1c0+Q79LH6gH2Hs1WTZs0bNkmKryWqSf9zeo84b6BMHuV+NykhsVv7Tn27naPRqPjbotVooiIjRfVpXL9RncTkZg0blz4zPDTcoPfFalXuvQ0qMTqnVR9mtzvkh/wrFj656QTzJgAAAACVBNTWBcp7rfJznlVbP0wEqkX//l0rLv6cTl1ENVm47K+EuPi2zcvfaOJoRvon3319mcrv5//4x2/yQ1SfDds25+SZJo4a6zln78HU86aMEz7p5HsbbOJDNDZDhEO2CYfyyeFze3QwbwIAAABQTSDt0yEXMhpXm7A7DppDkoz2cK1DBCirzSKqlcVirfwCVms132INsFj86T77172tds0jHHn6eJvdZre704TTwbwJAAAAIHgEVJtwbQbucG03saMg3O7UdIoO2DZR7RxO+6kuwJMJtTQOs0frHEdDG8guYVPqhGvLCdevnE/lAOZNAAAAACoJqH06nO40IZc2Fptjnz2uR0zushwRJEYPHDKo97lxUbHxMbFLV//77DtvKIu6EGPItVMuTaxVK9QYotFoZ33+0fY9u5QfiY2OueLCi612W0xkVER4eFVupXuHztdMntakQcM/Vyx/9NXnPevGCcNGj+w/SF5hUXHRax+//8+6/yq66dCQ0DEDh444b+D6rZtTDx+6ctKURf/8/cncOROGjxrWb+CDLzy1ZsvGAef0kQ8nPDz8oRefvmXGNT07dd25d8//nnokNz9Pubn+PXqPGTQ0J9fUv2ffyPDw/QcPHDh6+Nb/e7CSey4vNmbQsFH9B8t7/s6Xn9ZOSBo3ZMTw8wY8887rifG1Jo8aVys27p0vP/t6/g/K5ZPia9173S1REZHJCUnLVq988YNZRcXFyvPct2sP+bB7d+m+etP6cm80IS7uuksuj4uJbd6oaVZO9jPvvr5x2xZ5/ikfl8eI8wbdd90tBr1+3p8LX/no3WxTTt3klIdvuj0+Nv6uZx7buW+PCCxdox2F+ph8TbjVViDLhM1uU0Zh+tpETOZNAAAAACoJwFmY8h1Xq822ozi6c7RdGxxrCbninXnxZU/NevWyu2566OVnRg8Y+sD1tyrfumHajB4dO9/3/JO3P/mw0aB/+s77lfOTEhI/fOblFRvWyqXvY6+/KL885a00rFOvd5du3y2Yv3nn9pHnDbr9ipnK+eOHjGzRuMnMB+6YcP2MnLzcZ+5+sF7tlIpuumn9hrHR0W2bt2xYr15cTMzW3TujIqJaNWnWrGFjZbpnRFh4VGRE+1ZtEmLjb77s6n/Xrf5j+V8dW7cdP3SEcnPndOryyC13PjnrZXm3733+cXnO+m2bKw8TUpMGjWWPaN6oScmXDRvGREenJCZPGDpKPq6v5v1QXGy+8qIpyndlFHjqrgde/+yDK+659aFXnhk7eNitl7sebNMGjSaNHHv3s4/f8+zjtz3xULk3JH/21YeePJqZeevjD8on5EDaoZfv/7+WTZqe8nGVNv/Phc+8/ao8sXrjehkm5ImDaYdlynn9k/cDL0xIvWppcmOaWK02+WGR/7MpecLha7tQMG8CAAAAUElA7dPhcO/QYXfY5eJmS36EUetsHxn4eyLI9dI1F1/6/YL5aRnp8ss1WzbOW7xg1IAhXdt3lF/WT6lz8MgR5ZJ7Uvcnxicop6+ZNDU71/TXyn+ULxf+/dcpb+hwRtrLH77z0x+/3/p/D8gV8rghI5MTEkOMxisnXfLx3K/lcy4v8+PCX+U5YwcPr+imN+3c9s6XnypjQd796jPZFB548alF//695Ng9KSgq/GHhb2npR+Uy8Ik3X/7+918ef+NleWbTBiXHsJg8atzRjPSM7Gx5+t+1q3Pz8+skp5zyzq/fumnOsW0ipGX/rVy9ab3rGtb9J+vM3N/m/bjot9iYmPruqjJp1LjUgwd37NktT/+3YZ18sMP69ZfRoUWjpsmJSbJlKOdv3b3r5BuaMHyMfFre+/ozedpsMctnTK/X3TjtilM+rjLkhQ8cOSyziPKlTqdr36K1fKJEwInVO+oabRmh9c0Wi1n+z2JzxQnXbh124WOYNwEAAACoJAFccUsAABAASURBVKD26ZBcG4TLt1yt9hyLOGKP6h5XvC5fBLZu7Tslxdc6dDTNc87yNavGDx3Zq2NXuX6+5f8eEO7dK4b369+meUvPETQH9znvj3+Wen4kv/D401Q3OUX2BeW0bD17D6Yqpz3zMuXS8YeFv942Y2aLxk0zsjIT4uIvGjFG+VZ4aNimHduUSQEV3bRytamHD5V+FJYTZ21a7bZiU45cugv3gtCUlxsRVnLkFXmFMdHRnksWFRdlZmeJKii2mE+4CffDOZBWUk8yc1yxIzLCdRzTzm3axURF33LZ1cq30rMy5ZI5qVbill3bjXr9x8+++utfi2d9/vFbsz86+Vb6de+ZnpmplBpJBqNd+/Z2bN1OxgX5y1nJ4zrZd7/Pv2HajI6t26zbsnlon/5LV68MyLXxObEOq9aYqatlsWTJ59nq2m7CteGE0/daAPMmAAAAAJUE2jFEHU6t/CQXNxazZZcltnvsoXdTRWCrk5wsXLtChHrOOeheb8fFxMjPYaGhV02amlwr8dtff167ZWO7Fq3kmbUTkkJDQuQCsNwrfPSWO5WLSab8vKGXTjz5MkoKiQgLNyYb5InPfpiTnlU2EJR70xUpuwh1lvnu8a9/WvT7QzfePqLfoPlLFrZu2txoMHz6/RxRBWUWumVmByjf1WpcWxIlxifs2LvrpQ/fPvlKZj5w5wM33DZ2yPBze5zz5KxXlqz4p8wFkmrVMuqNpc85mpnetnnL+JgY11NU8eM62Zxffrz0gkkXj75AtolRAwY9/darIhD1qaXNi25itdld20zIRmV11Qn3JlC+NWxCMG8CAAAAUE2gbTchFzOueRNWm9li3VIY2Tfc0T3atjI30B5maekZGfJzStLx/RqUFd0R9y4eD934P4PB8L8nH5Zn9u7aXblAXkG+/FKuosu9wve+/iw2OlY5bbOVf2xRWSXk5x17d8s0IE/06Nj150W/e77bvmWbDds2l3vTZ2/e4gXNGjbq1aVb04YNrXb7lffeduDIYVGt0rMy2rVoXfqcpg0apWdn5eblbt29c/odN54/cNjVF0997Oa7hs24uNhcXPqSWTk5rZu1CDGGmI9tpuF076hycrs5paLi4vmLF0wYPrpti1Z6vSG1uh+mL0gJcTQPs+wMa1BsNhfLp1I+a66BE3b3cTp87hiizJsAAAAAVBKQszBd8ybke7AHCnSH7dFT6jo0Af1u5+rNG7NM2ed26+E5p0FKXfn5zxXLY6NjBvTss+9gapk1nlwqpx4+1K19J2W8godWp5Ofl61eJdf/ysdvS/8s90ZbN23+38b1u/bv3Z26LzMn68qJU+odu6p+PXr27tKtops+e/KGDDr9gy89/don7781+6MDKqzY127Z1Khe/ZkXX6p8KVekt15+tVw7jxowpG2zlvIXbO7v8x548ZnQ0NAubdqV+dlla1bJXjO8X3/PObUTk1auXyvOyFfzvpefn73rgV/+/EMEoil17FZdeFpIPRkmilxtwmy1uPfp8L1hE4J5EwAAAIBqAnG7CYfD5h74bzZbFhU2nBK1oW+c/a/sgHqkBvdeA3qtKy3JBd1H334tF88zLrz4/Tmfh4WGThw9dt6fC7fv2RViNMo3oc8fNDwjKyslMaldK9e2ABeNOH/Pgf1vfPbh47fd/eQd9z/19mtyQTh2sOtoEX27dg8PC/137epybzSpVskczdoJSX26dr/lcdehMWQDev/rL+646rr3n35Z/mBMZFT9OnWuuve2ouKiim76v43rdDqd0WgofeV6vSuLaN2fhWuohLGo+PgcU61WZpOSb102YVKP9l3sjuPf3bp75y9Lylm6G91TM/TH5lzoda5b9Lz1LZ8o+VmnLbla5YTOfeGv5v0wfuiIyy+c3L1Dpz0H9smI8/OiBfKRym/dfNlVtz7+oIw7WTnZ+YWF2/eWHYc5Z/4P5w8aOuPCKctWr0zPyjq3e8/Gdes//sbLp3xcZe6tIvXI4aX/rejWvuP8JQHYJpqEObrH2PfW7lNktrrCRLFZ2afDtdWEqzP63CBb5k0AAAAAKtE9/PDDVbyoe3cJe3HmIdPq+XO2O4ptwjfJxadc7+m0WrnMsxoi6obbu0UU/JaucwTKuqJj6zZXTrwkPjaudmLyvkMH0jMzNm7fKt9uHjdk+IRho6eOvXD1pvXPvP268nrJ9/B7durSumnzr+f/JC92TseuazZv/G3p4r0H9rtnQLS+ZvK0usm1/1yxvF7t2lt37fz7v5VldlJQHEpLa9ui1e1XzOzWrlPb5i3k9e8/dFD51uad22XdaNGoScvGTTNzsh966ZlDR9Mquum1WzddfsGkjq3b1k+pezQzQzkiZufW7aaMuaB2YlJEWPjegwfOHzRscO9zIyMi5dL9YNqh0QOHDO7dLyoiQi5d5W3J6tTvnF6yd7Rp3qJzm/byqgb07GPQ61dtWFf6DqckJsuO0Khu/eSExPSsTFmrrpw0Vd7JyPBwebsywVxz8fSk+ITI8IiMrMxa8fGXnD8+OSEpKiJ8z4FUefklK/5p0bipfEQJsbW+X/DLe1/Pltcpz5k0auyI8wY1rtugT7cez7/3xu7U/WWeKLm0lj/btX3HaeMnjhs8vGu7Dg+++MzmnduEq6pMruhxZZtMpe+tLDieK5S/xhaLufTg0oBxS2NrWETsrlq9c3Lzs3Ny5UdufkFBYZHFvemED7YJp8XUu3evjh07GtzkS+P+N41W4yYAAAAAnClNVbZSdrrJ1abFYsnevnLfuzdO+smWXSx8k+s9eYM+PDwsJiqyVq3YFskRU8NWfXzI8GtGIE+dCB7XT73833VrVm0o2UuiXu2UZg0aTx4zfuYDd4hA9MhNd3z7+8/rtmwWgaVdpP3+Ztbdjc7fa41LS888nJZxND0z09UnCoqKzVbf3K2j4MDtt906bdq0cPnvl7Cw0NBQWSjkv3BoEwAAAMBZCqh5E4qS3TrcIyeKi82H851bNXXHJ9sMGvYV93s9O3Y9f+AwT5iQDhw5vG7b5nVbNopAlJyQmJSYGHhhQrgnTeSGJqcb68oUUVBYVFhUJJOE2eyag6kcpEP4HuZNAAAAACoJwE0JXMsah8bmOiShtVAue4qKlxc2mB52eGSi7fujBgF/lpRQKzYm5rWHnvhp0YKi4iJ5TnxMXIsmTV/56B0RQBrWqffW/z27/9DBxFq1nnjzFRFwesTYm4Q7dtQfWFhYVFBQmJdfWCD/UIvN7gOIWt3jJnyxAjBvAgAAAFBJYO7m4HA45buvcpFjNlvk4icjP3RTeONxyXt+z3AUOgJwU5Hg8cPC37Qa3ZC+591y2VUGg3HT9q2///3n02+9KgKL/O3VarVx0THPvfvmyvVrRGDRCOcldR2m2OYZzui8guz8gsKCQvln6koTrjETTp87dKiHM6CP+AMAAAB4UaC2CYfdbrfZ7MWuNlGcF1r4T15Sy8jU6xs5nt0l3/vkzU8/9t2C+fJDBLSDaYeHXjZJBKhJKfZEg31LUu+C/KL8/MLcvIKCAvceHRbJdzeaEKUO8gIAAACgegXsRgQOh9Nqs1mtVvl2rMwTWQXFfzjadYm2XVjbV48vAgSBc2Js45JtR+udl2U15OUX5Obly8/5rs0mzFarTTl0qO9uN8G8CQAAAEAdAdwmHPINWPk2rHvTCdfbs9vzQlZrW1+YYu8eTZ4AvKBhmOOGRrbc+NapUW3ln6Qp1xUm/GLShIJ5EwAAAIBKAnn4gnLADvlmrHxLVr4xK9+hXVGQtFdb98ZGtkahvngUACCAxeoddzexWCJq70kZlJfn2mLC9XFsownX3hwOHz08hwfzJgAAAACVBHKbUDadODYRszi/wPU+7SJrq2xt7F1NLVF68gRQQwwa5z1NrWGh4fuaXJBbWGzKyzfl5sk2kZ9f6D52qMV16FCH707BVDBvAgAAAFBJgB+0wpUnHA6La+qE2T11Lz/LlL9Y282gD727iU2ulwQA9V3f0FY3THuw5cScIpusEtk5uTmmvNzcgnzXHh2uSRN2V5vw9VzIvAkAAABAJQHeJpyu0Xqu44laLJaCwqLc/AK5IkozFS0x9mgQJtdLVgFAZVNSrD1j7Ueaj82whZly85UwkZObl1cg/yhde3P4xUYTgnkTAAAAgGoCvE0I96YTNptsEza5BpJLody8fLku2msSy0N6dItxPtrcEqnjvVBAFQaN8+aGlvOT7UcaDTmsq+3eYsIk24T8UA4dajabrTZ3mvD5jSYE8yYAAAAA1QR+m3BvOuGw2W2uqRNFxfKNWtcCyZS7JS9sUfiA+pHGp1ta6jMaE6hu0XrHY80t3eLEgeYXHAhrYcrNz8o2ZZWEiXwZCovdIzBlmvCLMCGYNwEAAACoRi+CgLJnh2vwhMUq24RcX2gljVajiTHHDeyt/fvxFqYX9urX5gbFswHUgEahjruaWkNDwlJbT860h5pMea4wkW1SdujIL3AdnMNiLTk2h7/McWDeBAAAAKCSYFmNu4/ZId/ztGnM8r1PjU6r07r+3/Uu6J+x/Xvo/ruzceoXh8UPR8kTwNnqFmO7qaHNHJGc2uLCnGKHKbckTGTlmHJMufkFrjkTMhQqe3P40YKfeRMAAACASoJoKW632+Vni7DKJJF3bNtsp3sA37K4bp2MCVM0a5uEO1/bq7exAgHO1EW1rRNq23NrtU5tMCwvv1jGiBxTXmZ2jmwTrmNz5OXnu8ZMWPxozIQH8yYAAAAAlQTXZgLKQki+X+vZbVy+aetwzaNw/BdbPy8mqpvz7xfa2D47qPnXxAYUwOlpEe64oqGzQYg9vcGAw7Edc00FJpNrtosy/FJGirz8Av8NE4J5EwAAAIBqgmsFXjIX06acLvnSvbuHQy6VrDFRWXGjOlg332rctafI8UGqfnth4M8KBc5e3RDHtLr2TtH2oqgGexsMzHZG5ckY4ToqR0mVMOXm5xcUyg9PmFC2Y/IvzJsAAAAAVBJ0WwecmCdcHE6nq03Y7FarzWqNyovpVCexdXPTykfD0labtJ8d0h80UyiA8sUZHJNq2/rF281hCYcaDsoIrVNQUJSXn60crDfHvd2E+6gcRYVFxX4dJgTzJgAAAADVBOOeC5484TxGrpRsrg+bJAuFOToyI2pAA11WM92/z8WY/szUfXlEl22lUADHhWmd45OtI5KcNl1YeqMBGTEtXcfozTLlFRTKGGEy5Zly810n8vILC4uLio4dL9QPd+XwYN4EAAAAoJIgnaqg9Aj3CasrVbjeyHW9l+sKExarfHtXrrKKoyOPJI5uaEvtpV15bnzR7mLjv1mO1SbtIQuRAsErXu/oEuPoHivaRjmERpdTr8/R+I5FVntBtqmgoChfCRPuKuHaWqKgqKDINWCiuNhsd+885b9hQjBvAgAAAFBNUE98lDHC6dTKPOFaMLkChcNms1ncbUK+zStXU7JQ5Icn7ksanyKyk8ypF0bsmlq3KMMl0OhEAAAQAElEQVSmX5XtXJ2r3Zyn5YgeCAYa4Wwe7uwaY+8er61jsFq1RnNCi6PRzbLC6xVbnUW5roOCFhQW5eUXyh6Rl1fgmnlZWOjaXMK1tYTk2l7Cvw4XWi7mTQAAAAAqCfajUbiihFPjdG+r7Z46YbNa7RarVb7TK5dVcrkVGREeGRmeHx5+IKxDWP0etZymxOLUfuE7hydm2Z0ix6bJtohMqybb9SGySk5o5IkiB9kC/sSoccYb5IdrhITyOc4gXOcY5WmnXiMsxuiiWi1To5vmhqfI3ODawii7oMiV8FxVoqCwMF+2CRkpCopk2lOmS8g/Jc9+HAGwsGfeBAAAAKASjpR5fPzEsWN2HG8TRUWuPOF6QzisIDw8LCI8LDc05HBIy5A67aM0lsTCvbH5u5sWHGom/HgzdaBy5ojaptimubHN8/SxNqvNYrWZs0zH/kBcDcL14d5ooqi4uMD1ySy/pWyCpEQJP518eTLmTQAAAAAqoU24KOMnnE6ta9eOksN22JRCUVgs113FoaEh4WEhMk+EhYbI06EhITkhxvSQhsb4Zoba+hCt06gVWmHXOZ06YdM6HRqna3Ime6erITZEFFiFlRxU3eSy26nVOzQ6p0Zv12gdrs86u9C793WyW4tsVkuO2WJxbS5RbC52j5AoVHZ9Ki5WIoVyvtVasrFEwGwu4cFfNAAAAKAS2sRxch0l1x5Wa8lhO1yHFLXYlNkTISHGUNeHEiaMymfJ/dmg1+vl/3Q6raTRaDVCp9EYxbGVDOuZ6pUYJ0y5It0sUL2UiOD+7NrDyeEaE+uayaLsk2F1pzpZHlyDLc1mJUO4T7u+VE4oh7mRXcKhTHDx57GX5WLeBAAAAKAS2sQJjh1U1DWBwr1/h0O+C2yxWIuKzTJBGA0GY4j8x+DuEgaZKuRn+SHDhPyfVkkTMk7I/3Ptl+5axhAmqp02Upud4TyUyyqx+h1be2ucwunpC0qecP0hyA+z1T3c0uo+IqhVmXMpTyjHuHFvK2FX/nYCchnPvAkAAABAJbSJcii7eDgcGofWaXdo5IpLp7Va9DpJX6Q36HWuHGHQl2wzYSjZaML1j1ZT0ic0ZVcxrGqqizZFm5XuPJRNm6g2ZccoOEsinStMuAuFa4MIZZsI10F2LZ6RsXabawsj+aWjZK+ogK0SCuZNAAAAACqhTVTIUyg0GodN4yoUsjzodFYlQ+j08h+djBIyTLi/du3SoVQJ5f+VK2G7iWqnL9RlZdiPZApUO09WcIeJko2I7O5NJ45lCPdnq63kTGV+7LFLBvwuD/w5AwAAACqhTZyCZ8UlV2BardZqE7pjm0fI/ykzJpRtJeRp+a6qcpodOlSi0whNkT4r25ZBm1CBZ58Ocez4Ne6dO9wnHDJS2Ev28giyJOHBvAkAAABAJbSJqlI2oxDHRmZ6to+QjcK1A4dG45l8eeyEQLUL0Qph0efn2/LyBVSiLMA90eFYpDh2wimCLUl4sGcWAAAAoBLaxGkrtSXFCTFCHOsRZTaXYOuJaqQ3CK3dUVRsK+Y4HdWtTGs4FiaOfxmcPaI05k0AAAAAKqFNnLlSx1ysDG2iGjm1TqddmC02q1WgerHDwinxtwwAAACohDahOpZ81UincWqE0xLIx4KA7+LXDgAAAFAJbQL+RK91fXY4BFDzmDcBAAAAqIQ2AX+ic29Ub6VNwBuYNwEAAACoRCsA/2Fw/8LaHCwR4QXMmwAAAABUwnYT8Cd699rQRpqANzBvAgAAAFAJbQL+RKdzfbaxTwe8gXkTAAAAgEpoE/AnJdtN0CbgDcybAAAAAFRCm4A/UWZh2h28fQ0vYN4EAAAAoBJmYcKfaDWuN655+xpewbwJAAAAQCVsNwF/omw3YWO7CXgD8yYAAAAAlbDdBPyJTut649rO29fwBjbYAQAAAFTCdhPwJ1r3+9Z2VojwBuZNAAAAACqhTcCfKPt0OJwsEeEFzJsAAAAAVEKbgD/RaZ12B+tDeAfzJgAAAACV0CbgT3QaduiA1zBvAgAAAFAJbQL+RKfR0CbgLcybAAAAAFRCm4A/cW034RCAVzBvAgAAAFAJbQL+RKdlnw54DfMmAAAAAJXQJuBPtMybgPcwbwIAAABQCW0C/kSnEQ726YCXMG8CAAAAUAltAv5Ezz4d8B7mTQAAAAAqoU3An7iPIcr6EN6hcW05UbLpBNtQAAAAANWINgF/4j5OB2tCeIcyb0Kj0RAmAAAAgOp1em3C81/k7wwPdThd5FnK/3sop93/Ea9RvuH5pucLZ8kl3Zc59v2Tvnv8ekpvS33idz1XpCm5gtLXcOwHjv9sqftT3nfL3vPj90pz4jW773nJT5x0i5776rlDx8/XlPmuqPC5Kn2xMs+VU1TwbJz0XJXzbFTwXJU8IM+jOeH+lLkzZe5PeY+o7OMq77ulH4izglf/2BWVPNmaDrUMkQbDhY0LRLmv4MnPZEWv78nP5En3rdQjO+m5On6xkj+Biu55mVus8LkqdT0nPTmn8bfg+c2s6P6U//qW+7hK7nPZ38zybvHEX8hyniv3b10Ffwun+M08fr3l3OKJv7el79sJz1WZX4Yyz1U5v5ml7vnx32GNxm63yX8HarVaTSkCAAAAwFk77TYRUqtewvDroy1Wm9VqtdkcDof87/WS/3zXaI6vFUpFB1FqCXH8nFJXe+xHy/ysxrMw0JRa0is/qym9aKnsu54ln0aIk+7bST97wn0rdUVOcdJ9O/54T3wsnuWO5oQFz4mP9PiF3Ovuso+39M+W80jLPpMn/uwJj7Tsz578TJb5otT69Nh98/xYqcVzOfetzDklj/eEnz3xkZ76t+Lk7ybkbA0vPNTvggvdvxVl7085z3NF9/ak3zfNCa/sKX4rKv7u8Rf4hN//k+7EqX5nTrpvJ/6+aSp+rsr//a/8b7PiR1re31eZb5z4mpZ5LJX/bVb++1/yUpz6t6LUd4//vpVz3yr9/T/xu2Xvm1ZpElptt27ddDqdJ08IAAAAANVBU8Xpbg43m81msVjMbsXFxVY35VtCCAbFQW221d869q8xjntMADXCs32ETBIGg8FoNIaEhISGhhrddG6C8RMAAADA2anqdhOl/wNdr9fLGCFLROnThAnUgCK93qLVhoeHC6CmeP7VJ8keIQuFctqz6QRhAgAAADhLp7FPh7JRs9Ij5JfytM29T4fSJgSgPqtBb9PqIiIiBFCDPP/2U7aekP8OdO/hoaVKAAAAANXi9OZNyP8WF+59N5T/UvdsNCGAGlGgN1h0OrabQA1TNpFQeoTuGMIEAAAAUF1OY58O5YSSJJT/QHceI4AaodfJXzx9aGioAGqWJ094IgXjMAEAAIDqcibHEFXeMPRsQyGAmuJaEGo1RqNRADWuzKFDGTYBAAAAVJfTmzfhOa2ECQV5AjVGedNaOTICUGNK/9vPc5oqAQAAAFSX09tuQpT3n+P8BzpqjPI+dek0BtQ8/qUHAAAAVK/TbhMK/tMcXuGew8rBEQAAAAAgoJxhmwC8w7UDEWECAAAAAAIKbQL+xUmaAAAAAIAAQ5uAX3Ht00GcAAAAAICAQpuAP3EdFEbDIEwAAAAACCi0CfgV5k0AAAAAQMChTcC/sE8HAAAAAAQa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QAAAAAAPAm2gT8ikYrNBoBAAAAAAggtAn4FafT9QEAAAAACCC0CfgVjcZJmwAAAACAwEKbgD/RaDTC6RAAAAAAgABCm4BfcQ2bYLsJAAAAAAgotAn4F/bpAAAAAIBAQ5uAX3Ht0yEAAAAAAIGENgF/ohHs0wEAAAAAgYY2Ab+iERxDFAAAAAACDG0CfkWjcbLdBAAAAAAEFtoE/IuG7SYAAAAAIMCcuk1wWAT4Do1G6/qN5HcSNUvjOngtAAAAALVU2CY8y7+TTwDe4nT/HjocDgGo7+QkQaQAAAAA1FB+m1AyhLMUz5cC8B6H0yHThM1mE4DKNMfI01qtVjlH/juQPAEAAABUO025uUHJENbC3E2vXWOz2R1Km3A4NVqNw1HSKYTyn+lCmU3ovh73KADPMR5dP6RRMofyDY3np5Tvao6NDjh2eaem5LvHL6kpdflSowZOuIxw3wfNiZdxlhzSoeS7nsuL4+ccv7z7Pp94u+LEe3v8Zstep6bUfSj7uI5d/sRnSbn+cp4l96M48XG5rr/Ms6Rcf9nHVXKdnmfA87jKPkvHXynPrZ/wuKr0yh6/TnHSs3TiK1vus1RyncJZhWfgxFe2RWh+gsG8LK/WSc9S2ftw/PrLf2Ure5bKXufxB3rqZ6nU794Jz6qmnOs/g2ep5PLlPUvlvrInPEsn3ufKfv8rfWUreJZOfvVLX1vZ66/0WTrhPnteR1H23zzOE/6tUuG/AU58Vst7XGX/QoX7aLUyhOn1+gcffHDQoEFat9K1AgAAAEA1Kme7Cc+2EnarpSh186JUR0ZRydrlhIuV+j+nOL4WPPH80lcryiwzPDfnWc1U7fIn3QfPQuvkuyfK3nPniTdQpXte4fnHV0JlL+886ebK3vNSt1vOIyp7+TL33OkpCqUvVeEjPfm1O/5gqvZIS59/dq91mZ/1XL7MbZVzz10/q29kCEvULVq9S5zhPT+tyx+/3bP5La3iayTKvyee39JK7mGl9/wMXmvniT/ruSMn/7go9xE5Pb3hlJcXZ/DbdYrznVW9vLNswDr+Wh/jsOSmpaXZbDadTifcW0+w6QQAAACghsrmTSh79f+0y7khwylOrSqXUeNnhXtRccY/VfozfF2bZE1zh2ZtdpiAj9Oc5vlepangtNOSJ8OE1WpVggVhAgAAAFBJhfMmHG4C8CV2h9CxMkRNkb9rFjfh3mhC/iuRfToAAAAANVTYJlz7dNjtAlBBgtbZPNSRpBfZdvF3gdZe5TfTXW1Ce5Zb2QBVp5H/GrRarTqdToYJz+4ebD0BAAAAVK+ybUKpEvIE203g7DVr0ig01Lhx83bPOTqn84baYly9WtFGgyM79XChc32hIcdZ1WWe/I3UsgMOaorDfVAYhcFg8MziIUwAAAAA1UtbyfecTt6gxpnTarXPPn7vFdMnKV/qDYYxjRIWnTNywgAAEABJREFUdYu/sXPbOtFRuvyjOo0oNrsOiFD167S5tpsQQM1wHa3D4bDb7cpubvwrEQAAAFBJZft0COAsyLXc5TP/Z7Xa5OnouLiLr7lqRFxI/aXzclPX280F8kyLTewpFPbT+UWTF9ZqnT3atb7uorE7Uw/+37ufnHyZCwace8elF9/y3Kv/btwigLNSMnnHsxEZ/2IEAAAA1KAXgGpyTLnyc93GjSZdfVX7nt2zszMPzn0t3B0mHE6xK0ccsmmLKvjZhim1773ikoa1k6MiwhNiY+Q5q7fu+OSdRw1afZ+O7Xt1aCvbRLk/qNFqYiLDBVANNJ5QS7EFAAAA1MM+HVBFRHhJHWjXrduVd9zeuW+v3Izsg5mm5RfcWhQVJ8/PKRK5ZrHFprGWt09HYlzsJ4/dO3/pvyNuvKvvjBuvfeKFtMxs4doWQyPfyX7rmx8quelvFi5pc+FlbDSBs+cUjJYAAAAAagL77qPazJg+MaV2knK6fr0UWbaatm594RWXN+/YXp9viss7XFdbXKtBgzUjZmYmNdpv1pvszn+tunKvavKwgRqt+G7xUuXN6j9Wrrn/9XeF+zgdeq0oLC4WgPo0DF4FAAAAagT7dKDazP7qe7PZopzeun1X03ZtL5l5TZO2rbMPHS7at2POj/O0Ws0VE8cXN2z5SbeJmeEbNy1abBK2cq8qKT42PiqqVcMGW/ftV85Zsmb9mH69HcKp5DQOcIsawbZjAAAAQE1guwlUG0tRcYRwJGpFQ53oVrd2jyGDwyMjMw4dzs8xOZwOZdt4udQ7kpW9Mytnc07BnmJbRVe1ZusOvV7/yeP3XTDgXM+Z3/yxxO7QlD5Ox9j+fX557ZmlH7x6xdiRyjl1kxLvmD55ybuvdGvTUn7Zq0Ob5265Vl6mTmLCy3fcuOqzt7566qHm9esKoErYbgIAAACoCbQJVBOnc2ak/skYwxNR2v+L1k655OLYxISMrKwCU67N4YxOrnv5pAmXTrzAGh63Zseuguzs1LVrKln2ffvHX5/+/HtUeNiTN109+4kHurRqLs/8Z8Nmu9PpaROdWjQb1bfX29/8uDv18J2XXawUhzaNG7ZsVD+5VpxymcZ165zToXVEeOjNUyYsX7/pxyXLOrRo+vq9t+q0/Obj1JxsNwEAAADUCFZoqAZG4bw9yjAwxKFzFFqdxRntOoT06RsbFZ1VkG9173yRWWQ7qgk/YDPOWbYyOzNzy28LnBZrVGREJdf52LsfT3/wycPpmV1bt/j8yQefu+Vao8HgOobosdmE2Xl51zz+/LeL/npx9lfyyy6tW8jPv/+7asG/qz1XMnv+gvXbdoWFhDz5/mdf/PrHI2999N3ipQ1rJ4/p11sAp8K8CQAAAKBm0CZwtpxO53UR+s5661GbWTnH3rGb/BxhMNTKM6VnZymzIaw229odOwryC3b9vcxSWBARHtbWXRMqsWLjlrG33T9n4RKHw9E7bOfXMzqObiJ/Y5339tBk/T0rfOech3pqHu2tnV73YNrCZzpHHFF+ymK1lL4Su9NZWGTOyctXvvz69z/l57ZNGwng1NhuAgAAAKgJzMJENaivs+bYrfItZotTpOlDNOHRMdt3tJg3t3j/nn8mX77fbo8NDVu3c1eOKWfLr78X5uTIH8nNy/9n5ZqKrrBbm5b1Lduv7aQTolgc+SD18w/kmWHy/Nqumta/ga4wdVWiEIl1lbhmNafvOCz6COE+bmily8mdqQeF6xCnYQI4NbabAAAAAGoC203gbGk0mqfyxHfFun+t2rUNI4tHtY3KTW/5xQfOdSuOduuRXKeezWJdseyvzJ3bdvy5RAkTp9SvS4flWTHbsx2iaqJaDi3SVCk3KHuEHDhyVACnwrwJAAAAoGbQJlAN0p3aBVb9oY7RDz/XbObIpl3/+NW8Z/uhDp3z+g3bmnpg5/798TaL7u+luUfSqn6do/v1efk/h91x6sVhZrEmpu3oSi6g1+k8p9s2aWS12eb9/a8AToV5EwAAAEDNoE2geoSFaB6+vkmYrnf2rE056elH6iRld+iw8bf5YUt/77ty8eBlvx21lhwxtF+fHjHRUae8wivGjerQtd8v+3WnvOS3+yK1xjBPgNDrXSdK94hasdG9OrRRTk8ZPujTeb/vPXREAKfGdhMAAABATWDeBKrHZWNjWtZvuuu+halb9ol2dSY8fdFTr82v+9uGjgZtkiEk1+E8aC95E3rJ3yuqcoXxMVFP3HCVpejigz/dp7XkVnSx3Xn6dr3HyRODzum6bvtus9UybsC58stpI4fk5OZv3bdfns7OzRs/oN/EIQP0Om3q0fSnPpgtgCphuwkAAACgJtAmUA1CQ8SUEbG2wpQsy8rokZ07XjekMG9p4fa9Q0OMtQ2h8gJ7LVaH5jSWeS98+rX8UE73riMe7l3+L6rd4XxxZfG2Xz946K0PPGdOufexMhezWG13vjxLAKeJeRMAAABAzaBNoBq0aRJSJyUxpLau2wsd9TGdnAV//d8Hm6ybipIjwzQajdVh32A98zXeskNi2UFH77rl7H/0yx7ntiwBqIR5EwAAAEDNoE2gGtRO0C9atj/TtKdFQ6Mpf+3XC/J+XlLQTKu9NEJjddqXFxd9Yz6rNd5ra+1tEzQxISdcSaHV+eFm+ym3ujfodFodK0ycGbabAAAAAGoCbQLVYN5f+b8sLXA4neGhWqvNqUy93OkQvxVbagnr8/mavLObuppRpHlnveN/3U+Yi/nRJoep0uRhNBiG9urWtU3LmMiI+66Y+t73845ksJUFTgtVCwAAAKgJtAlUC437WJ+awuIT3md+q8CuE9q86ljg/bbPOaShs2NSyVXtNTm+l/Gj0mu2WK0/LVkuPwRwRpg3AQAAANQMjiEKFeU6NdnOanvn+aXVdou9ZK349nqHg/e0oTLmTQAAAAA1gzYBv3EwX3y5zdUmlh10rEoTgPrYbgIAAACoCbQJ+JMvttp35zhfX+sQQE1guwkAAACgJjBvAv7E6tDMXGAXQI1g3gQAAABQM2gTAFA+5k0AAAAANYM2AQAVYbsJAAAAoCbQJgCgImw3AQAAANSEgGoTD/TURhtZSwB+78G/bUV27/8tM28CAAAAqBkB1Sba1NLsyXFuzyl/OVE/SnNuPe3sLUxSBLxpZBNtaq5zQ0b5f6fJ4WJQQ51eqxE+8JfKvAkAAACgZgTYPh3OVWmOn3eXv+bpVcfVJj7fwuEnAW/qU1ezPt3xxdby/07bJWgGNRQ+g+0mAAAAgJrAvAkAqAjbTQAAAAA1gTYBAOVj3gQAAABQM2gTAFA+5k0AAAAANYM2AQAVYbsJAAAAoCbQJgCgImw3AQAAANQE2gQAlI95EwAAAEDNoE0AQPmYNwEAAADUDNoEAFSE7SYAAACAmkCbAICKsN0EAAAAUBNoEwBQPuZNAAAAADWDNgEA5WPeBAAAAFAzaBMAUBG2mwAAAABqglYAVTDn8/dffO7/Kr9MnTopt99y3cJfv+vUsb0Ibg3q1/2/R+759MM3RU0Ze/7Ivxb+1KNbF3H6NBrNiGGD3nnzxddfeUbgBGw3AQAAANQEtps4W106t59+yeTBg86Tp/enHjDoDVabdc+efc+9+PqevfuFz+jXt1e3bp1eeOkMV8uhoaFhoaGVX6ZNqxYtWzRLTkoQ1apZk8a333Z9UmKCXEK/Mev9BX/8WcmFR40cesVllzz93Cv/rvhPqObHb2c3bFhPvr4FhYWNGzaIiorcuGmrUzjr160TGxtzw813JycnDh86eNeuPaKmaDWa6JgocUYSasUnJNTq0b3Lsn9WCpTCvAkAAACgZrDdxNlavWbDHfc8bLPZtu/cNfL8yaMvmDJv/oLz+vV5+82XYmJjxJm68/abTnmZiy44PzIiXFTNRRPGjhoxTC7vq3j5oYMHyJzh+XL0+Ckzb/hf5T8iq8Efi5eKahUVGfHma89t3bp9wqTLbr3j/ofuu6ND+7blXlI+tGuuuvTG665s0bypUJnZXDzuwmljJ0ydMu3qzVu3y3OuvOami6de1XfAqK/mfG80Gr78eu7evftE9akVH3/dzBmVXGDu9z937HbeilWrxelLz8j85LOv0o4eFTgR8yYAAACAmkGbqAZWq7XYbFFOm4vNr7357rLlK1JqJ02+aJw4I+3btm7frtUpLzZwYL+wsDBRBbVrJ/U7t1dyUsLIEUNE1YwdM1ycPqvVIqrVZdOnRESEz3rnQ3l6377UVWvWXnvN5eVe0ul0vvXOR+9/OFuo75ff/ti9p/z08MVX34aHu16UYkt1PhXjx4485XYrZ8lisQmUxXYTAAAAQE2gTahi0+at8nPjhg3F6evQrs1TTzwoqtXECeN+mverPDH+/JFVufz/br3+vH59hA8YPmygfDLNx9LPhg1bzu3Ts2OHdhVdvthsFup794NPK/rW9h27vvthnjzhdDhENTl/zIgrZkwT8AK2mwAAAABqAvMmVNG4katK7D62VX+Xzu1nXHpJdHR03bp1du3affd9j2VlZyvfuuP2GxPi42onJ3fp0uHVN96d/fnXt95ybUJCvDT7k7fXrdv09HMvi7Oj0WhGjRxy8dSrmzVp0qN7l/r16qYeOOj5bqtWzS+eOGHIoPNGj5vy7NOPNGnc4LsffjnvXFeYuP3W62dec/kjjz3TpHHD8WNH2R2Oa4/t1lErPv7hB+6Mi49NSqy1ctXap59/NdeUe/JN63S6e+66pWXzpvXqyQe+99Enntu//0DpC4SFht1/761jx4wsKCx44KGnfluwSJ558aQJMo48+8Jrfy/7t2GD+itWrvFcXrnnMk+sW7+x3AfrsNuFL2nftvXdd93SpHGjhX8sfuT/nrNarcr5kyaOP3/08Pi42MLCohdeevPv5f/KM0NCQ26+/pqk5ISwkBCh1b76+ttbt+6QvzyTJ46PiowYMXxI166d5n43T6/XjRk9bO3ajftSU6+75vIFC/5876PZkyeOGzVi2J33PPTf6nXKTYwZNezSqZO0Op18Tt54+4M/Fv1V0U0IVIB5EwAAAEDNYLuJ6jdwwLnyIzMr6/Mv5gj3KMfXX3nuy6/nTp9x3dTLZiYnJ73/7ityiSjcC9SI8PC77nv00iuvn/X2h/Kc/ILCy6+8ce+e1J07d02ZdvXZhwlp5PDBGzdtkTXkh59/0Wq1U6dcWPq78u61b986Ojpq2iUXLV++QtaEefN+e/WNd+S3nn/xdXkfcnJyEhMTunXtrNfplB+Rd/7Dd1+b+8PPUy+dOX3G9XIN/OC95Y+ieOKx+zdu3DLt8usmTLy8WbPGr7z4ZJkLFBUX3ffgE65Bkk7Nn3/9rZy5+M+li5cs/eKrbxs3diUek8nkuXxBYaH8HB0dKfxBbFzM/269Ye53P83/ZcG480ddNOF85fyJE8a2atH8situGDFmUnaOST4tMhjJ82+/+dpevbr9784Hr7/5rhCD4eXnnxDugfV77fwAABAASURBVCaXX3mDPDH/l9/ly7F167a4uJgO7do0btxApo3NW7ZHRUe1adWiRbOmpaeQypsYN3bU5VfdeMHES7du3/Hsk4+0bt2ioptARZg3AQAAANQM2kS1qRUfd8tNM//vkXuunDHtr6XLr7jq5rz8Ann+9dddsWnTlr/+dr0xfvjwkbff+1jmgCsvmyq/bN2yRauWzQ0Gg3DNKZjrcJziPf9OHdtvXLPU83Fun56Lfv/e8+Xjj95X7k+NHzd6zrc/yhNzv/tZto+Rw4bojlUG6ad5vy1f7jo6g3xf/d0PPu03cMyOXbtL/3ja0YyPP/0yPSPDc87l0y/Ozc9T3oc/cuToz/N+z8zMPPl23VMzWis7OMgysnDRX/KB9+3d8+RLzv3+58iI8KGDByhfjh459Ju5P8kTMdGuA09Yjm1rINndm0UoAx18n1aru/WO++WT/+jjz+bm5rVv20aeGRJivHbm5e998KmyDYUsF/KcCReMEa4jj9Y7kHpI+dldu/ckJZZzxJMNm7a8Met9p9PpsNvffOuDa2/43533PLzgjz8X/fm35zLyybzh+is/nf2V8hv48/wFMk8o36rKTaAUtpsAAAAAagL7dFSbzKzsl16ZVeZMWQH69j7nl98Wes5ZsHCx47H7z+nR9fVZ761Zt+HCC8b8+vPXn3z2lVz/v/v+p5XfxNp1G9p17uv58s3Xnnvw4SfTMzIr+ZGmTRrVTkpc7j42ZGFR0cI//hw7ZsTYMcO//e5nz2Uc7skIctFbyfVYzMcDQY/uXY4cSfN8ec8Dj5X7I/JiBoPRc8CRmOjo9Rs3R0aWc2CR7374+eYbrj5/9PAff3YNxejUsd07738iT+Tk5AjXfh/HZ0BGuI9LUlBQKPxBVmaWZ+edgvwCJak0a9okMSFhyuSSrVfkmfJpUYZTKEdCCQkNGT1iSLt2bZRoVS75ku3bf7D0OeZSgzbkz8bHxaUeu4B89ZcfOzho1W8Cbmw3AQAAANQE2oS6kpISw1yOL8jNZkt6RlZcbKw8/f0P86wWy7133Xr7LdeNHDb4rvseqejoD2ds4oVjDxw85AkEyjFEx50/qnSbqAr5Rr3ndHJSosV86oNQ1K6dVFxU/Mzzr5zykvI5mffrgokTxqbUTk5JSdq0ZZty/pEj6cK1B0e055LKcUlMuXnijIwaOXT82FHi9H3z7Q/zf10ozoLd6dDrXZur1KubIj9/+PHso+kZZS4THhZ23cwZtWsnf/n13NWr13Ws4Gip5Sr9/r5yE1HurU6q8SaCEPMmAAAAgJpBm1DX4cNHLBZrSkpymfOPpJVsdzDvlwV//7Py8mmTL502+eEH7po+4zpRfUJCjH169xw7Yaq91ITIxo0bdu7UvmmTRrt27xVnJDMzu2XLZvK9d3NxyXv1A/r3XbZ8hfnEYHHkyNF69VJKj96UP9KsSWPlICZlfP7FN5MuHDdh/BhZc15+9S3lzJ2796RnZNSrV8dzsZTkJPl56dJ/xBn5ed5v8kN41YGDh+XnXr16fO/e20XRqWP7tes2PPHY/Qaj4Yab75IlqF/fXuJMHT3qajpdu3RYs3a958yhgwf8tmBRdd1EkGDeBAAAAFAzmDdRbZRNEk72z4pV7du2rle3ZIEdFRkRHxezdJlr/MQtN15jMBhMOaaXXn3r/Q9nd+xQ8ib2/7N3H4BtVPcfwN+dtiVb8t52vO3svcggk0ASIOy9oQXKaFmlpRDCKn9oC7TsVcoIe4YwkkAgQAbZIYmdOInjeE/Jtrbu7v9O5xgT24md2PKT/P30UM+SIsmydPfe9977ndT1o/XIGQtO/e77H4Xfnrriiy9X0ge/5KLzjvIPW0dJdPEatmzbERsT89D9f1XqVtBfYfbMae4OIyk2/LxZrVbfc/efDPrW8hA333CtyWTs9DFpULJp87YF8+dq1Or6hoa2l7Hq2zVDBue33S0/P3ftup+3/7KLBK3iffvr6utv+N2VSv1L4k92pp40MTLSMnvW9AMHDrYfoqIQRfma7n8ktv2yu7nFftXlF48bO0q5ZuGCebSXfZSngC7gjQIAAAAACARkE72Ads51Wk1EeESnt7748uu030676Erf8vrfXV1WVvn2ux/S9ejoyDv+dKNyt0arta3iQ1NTU3pqqlwy88pLyPGiwcEF55+1YtV3R1z/+fIVoiievmBeUlLi4XvKw2dMxl8nnijpwNSTJsyeOX3E8KHyfdQ8x7d+Wl557S3au543d+byT9+++85bXn7uieVfrDr8Vmj9Dyjfk/46X379zUmTJ3z43n8fWPznd954KS83e/2GTV294I8+XU4TnFXfft/+yhdefM1ms116sZykJCTEDR2S/+hjrZNETpkz48fVyy+64Oz291cKKKhVgRsQpFSRiDCbj7ievhU8/+v3i+c5JcqhH4bnXngtOSnx7Tde/L9HFr/wzD//fMct9PPgcDg8Hu/ZixZefukF9F0dN3Y08Z9OdcL4MV6vt8XuGDliaMagtLMXLaAfJPpQ9CP3m6fzTxhRnoKmXf974+2IiPCXnnviiccfuu+eO+fOOnnFytVHeQq6otWq1e2KpIIfxk0AAAAAAASCavHixR2vlc8CIIpep73+h6Vfl0g1wVF5kJyTy+2ql/Y2dn5rajg3NYVfulskvWr0qGF/vv2WrKwM2renvcG6hoa6uob2d6iqqt61q2ju3BnXXn35xReeTfs6f7rjr0rFhJknTznvnDPp5ZAhBcmJCQ889HiL/8QKTqdr7tyThxTkv/Dy/5qau6yt8Pnyrx0OZ6c30U7s3x+6d+SIYXa7s6a6tq0io9liXnDqnKlTJtFuqFLSMiU5+bJLzjObI1JSkvcW77Na5RN2VlXX0EPu48eM3negZPX3P1539WUzpk8JN5o8Xs+OX3a5Xe4ff9wwZEg+7WCbTKb/PPvyj2vXK2/F9b+7Kjo6iqYeJSWl1TW1q7/7MTEhLicrKzNz0Oat2+6596H2J904QnHxfvosjz7+m/oUdodj/fpN55y1cPKkcdOmnfSPfz2zu3CPclNOdubC+afIwyh27FSumX/qnDNOPy0lOTEuLpb+IgdLD5G+RN/kSy48l8Y39M1MT0+tq28o98/XIHKZjzMXnXGa0WSkMU1ZWfmZp582b+4sU7jR3mLftbvol527nS5Xfm52QX4O/Vd//suSsvJKQRC0Wu3kSeOHFOQtfefD7Tt+mTRp/KbNW5d/uZI+oDHMMHvmyZEWy3sffXrtVZeOHjk8PS21urpmz959RJ6+MeLySy5ITIw3GY37Sw7W1zds3LRVo1GnpaUOSk87UFK6eMmjNODo6ilogHXzjddOn3ZSbEyMKIlbtu4gfem0TL60SfqlrvNb48K42en8u0Wip5e/qcdDdDfOnDGjoKCAvm809lLL6Y2KRk6cHwEAAAAAgF7CHTG6W/KjfRjak7E3VO955PTbVgs76oJjYPPS+fx7ReLn+zt/tZOSuL9MVC/80EsAoP/8Z7bqhzLx7cLOv6dDY7hHpqnP/sTXzMA3VbCVLFly/6JFi4xGo8Fg0Ol0NKGg8QSyCQAAAACA3oVamAAAXUG9CQAAAACAQEA2AQDQFQyOAAAAAAAIBGQTAACdkzBuAgAAAAAgIJBNAAB0jsO4CQAAAACAgEA2AQDQFYybAAAAAAAIBGQTAABdwbgJAAAAAIBAQDYBANA51JsAAAAAAAgMZBMAAJ1DvQkAAAAAgMBANgEA0BWMmwAAAAAACARkEwAAXcG4CQAAAACAQEA2AQDQOdSbAAAAAAAIDGQTAACdQ70JAAAAAIDAQDYBANAVjJsAAAAAAAgEZBPAnAnjx5y58LT8ghyfx+dwOIsPHHhr6fuXXHTe/Q/+HwEIKIybAAAAAAAIBGQTwJabbrj2skvOf+rpFx557ImmpmZ6zbAhBff99Y4RI4Z2J5uYO3uGy+X6/oe1BOCEod4EAAAAAEBg8ASAGfPmzvzdtZe/+r+3Xn/zXSWYoHbs3H3DzXeUlVdERUYe8xHOWDiPAPQS1JsAAAAAAAgMZBPAkD/ecr3T6frva0uPuL7F7vjwo2WRkeaj//Pb/3jj9GknEYBeg3ETAAAAAACBgGwCWDF+7OjkpMRtO3Y6nM6Ot7734ae1dfWXXnzemlXLfvruC+XKW2/63eb13y77WM4yLjz/7OlT5WDitj/e+NbrL+TmZBGAE4VxEwAAAAAAgYBsAlgxevRwellVVdXprU1NzXR5/c13f/hpfduVT/z7+a3bdyjrS9/54N/PvEhX/vGvpy+69Lo9e/cRgBODehMAAAAAAIGBWpjAipiYaCJnEPaj302UxPY/Oh1OAtA3UG8CAAAAACAwkE0AK1qaW+ilXq8jAKzAuAkAAAAAgEBANgGsKDl4iF6mpSYTAFZg3AQAAAAAQCCg3gSwYs0P65qbW8aOGZmUlNjx1nCTcdiQAroi/XZOB0DfQb0JAAAAAIDAQDYBrKhvaPjfm++o1eol996lUqna30R/vOuOm8sr5DKZdrvDaAzT6bR0PcxgiI+PU6tb7yxJ/p4kh2Pd0DtQbwIAAAAAIDAwpwMY8uzzr+p0umuuvOSpfz78zyef3be/hF5p0Btuv+3G5V+uamhspD/uLd5Po4o/XH/NLzt3n3/eIpVaFR0VdfrCU3/+eTNNN+gdpp40QavR1NbVb9v+CwE4IRg3AQAAAAAQCMgmgC1PPPXc/gMHT5l98hOPP8xxZOv2HWXllUuXflC8/4Byhw8+WlZQkHfBeYuqa6bet+TvV1x6YV1tveDz1dTWVVXX/Lxpy7w5s8orqlZ+8x0BOFEYNwEAAAAAEAjIJoA5n372BV26ulWSpAceepwuyo+bNm9rf+uV19xEAHoJ6k0AAAAAAAQGsgkAgM6h3gQAAAAAQGAgmwAA6ArGTQAAAAAABAKyCQCArmDcBAAAAABAICCbAADoHOpNAAAAAAAEBrIJAIDOod4EAAAAAEBgIJsAAOgKxk0AAAAAAAQCsgkAgK5g3AQAAAAAQCAgmwAA6BzqTQAAAAAABAayCQCAzqHeBAAAAABAYCCbAADoCsZNAAAAAAAEArIJAICuYNwEAAAAAEAgIJsAAOgc6k0AAAAAAAQGsgkAgM6h3gQAAAAAQGAgmwAA6ArGTQAAAAAABEKIZRNckokbGtP5bWkR8uXQGBwIBehPehUXF9bl9zTTLF8yEwlgcwEAAAAAEAihNm7i9GzV6dlHu8Mj0zBUBKCfzTGq5gwi7EO9CQAAAACAwAipjvqFnwsEQsj7C1Uvbhe+OkiYNT2F++tE1Ws7hTd3oxMbglBvAgAAAAAgMDCIABiVbCQROq7KQVj2XZkkrvXdPk41MpY8uN5nc6MrG2IQOQEAAAAABAJPAJiUH01ESdpdTxi3ppzcsEKw6KXn5qgGRxMILQibAAAAAAACAdkEMKogiiuxEY9I2FduJzeuEn6uJP+Yrjo/D73Z0IGDCKqkAAAQAElEQVR6EwAAAAAAgYE5HcCo/Ch+d0MwJBN+HoH75yZxSw350xjVsBjp0Q1is5dAsEO9CQAAAACAwMC4CWCRiiPZkaSQ+QkdR/j2kDyAIslEnp+jyoskEPwwbgIAAAAAIBCQTQCLaMee57jCxuDrGZY2kxtWirsapH+drDorB0fdgx3+ggAAAAAAgYBsAlhUEMPZvdLBJhKMXAJ5cJ34n23ClUP4+yfxBhWOvQcr1JsAAAAAAAgMZBPAovxIrqghuLuFy/eTm7/1DTJzz81RZ5sJBCPUmwAAAAAACAxkE8Cigihud5BnE9QBG/f7Fb4Sm/TETNWCTPRygxHGTQAAAAAABAKyCWBOhJbEGbmgK4TZKafA3bdWfHG7eP0I/p6JvF5FIKggUQIAAAAACARkE8CcoTFyhzAExk20+WSfdMs3Qn4keWY2n2HGofiggXoTAAAAAACBgWwCmFMQTSpapCYPCSXFNvK7FUJFC3lqhnreIByNDw6oNwEAAAAAEBjIJoA5+ZF8YX0IHq+2+7h7fhT/t1O8eTT/53G8FufvCAL4GwEAAAAABAKyCWALPU6dHx1SEzqO8N5e6fbvhOGx3NOzVMlGAmzDuAkAAAAAgEBANgFsyTQTnYorDN1sgtpVL8/vqHOQZ+aoZqQSYBbqTQAAAAAABAayCWDLILN8pLqokYS2Zi+5e43wTqF45zjVLaM5DY8+MItQbwIAAAAAIDCQTQBb0iPIoaaB0VHnuLcKpbu+Fycn8f+eqU4wIp5gEP4oAAAAAACBgGwC2JIWzh1sHkAdwu110vUrhGYPeW62emoyAcZg3AQAAAAAQCAgmwC2pEWQ0iYyoDS4yZ3f+z7aK94zUXXjSF6N7jAzUG8CAAAAACAwkE0AQ2i3PMnElTaLZICRCPfaLunPa4QZqeTJmXysgQALUG8CAAAAACAwkE0AQ1LCCc9xhwbYuIk2W2rk83d4BO75Oapx8QQYgHETAAAAAACBgGwCGJIWIV8esJEBq97F3bbat/yA+OAU1bXDeJ5D37h/YdwEAAAAAEAgIJsAhqRH8FUtkm9g98dFwr20Q7rnB+HUDO7hKSqtCvFEv0G9CQAAAACAwEA2AQxJCycD6iQdR/FzNblplZBiIo9NVYWp8Z70D9SbAAAAAAAIDGQTwJDUcG6gnaTjKMrt5OZvhXAd+cfJ6ggtgf6AVAgAAAAAIBCQTQAr6BHqVPkEougN/qrBxd36rXzWkidm4OQd/QLjJgAAAAAAAgHZBLAiyUg0PIc5HUdo8pDbVvsaXeSpmapkI4FAQr0JAAAAAIDAQDYBrEgd8Cfp6IrDx/15jbDPKv19GkpjBhTqTQAAAAAABAayCWBFegRX75TcAoGOvCJ3/1pBlMjVQ/GdDSQkQQAAAAAAgYB+DrAiLYIcRLGJrtF44h8bxTOz+bxIAoGCcRMAAAAAAIGAbAJYkR7O4yQdR7e9Tlp+QPzzBF6NLnNAoN4EAAAAAEBgIJsAVkQbcJKOY3t5h6hXkyuGIpwIBNSbAAAAAAAIDGQTwIowDal1IZs4hhYv9/Rm6ewcPstMoO/hAwkAAAAAEAjIJoAJ9PC0Qc05vThMfWw/VEiHmqXLh+DLGwD4QAIAAAAABAK6N8AEo0Y+QO304TB1t6w8KI2J5ww4n2gfQ70JAAAAAIDAQDYBTDD4qzs6fAS645tDoponk5Px/e1bqDcBAAAAABAY6NsAE4wa+dLpJdAddU5uW600PQU9576GcRMAAAAAAIGAbAKYEObPJjBuovtWYVpHICD9AQAAAAAIBGQTwIQwtXzpEgh003dlEu03Y1pHn0K9CQAAAACAwEDHBphgUBOHF/3AHqA5TrFVKogm0HdQbwIAAAAAIDCQTQATjBrOiQkdPVTrJLF6dJ77FPIyAAAAAIBAQDYBTAjTEAcKYfZQjUOKDiPQlxD9AAAAAAAEgpoAMADjJo5DjYPEGtB57kOoNwEAAAAAEBgYNwFMMKgkhw/9wJ6h2USknuM5vG99BfUmAAAAAAACA9kEMCFMQ5yY09FDNQ45lYgLQ/+57yD3AQAAAAAIBGQTwASjhnNgTkcP1Tnly1gDgT6D3AcAAAAAIBCQTQATDBqCehM91eiWL81a9J/7CupNAAAAAAAEBrIJYIJRzaHexPHhUG+iz6DeBAAAAABAYCCbACZoeCKI6AcCa5D7AAAAAAAEAs4hCgDQFeRlAAAAAACBgGwCAKBzqDcBAAAAABAYyCYAADqHehMAAAAAAIGBbAIAoCsYNwEAAAAAEAjIJgAAuoJxEwAAAAAAgYBsAiCI1TulKD2BPoJ6EwAAAAAAgYFziAIEsUq7lGDEsf2+gnoTAAAAAACBgWwCIIhV2klCGPrPfQfjJgAAAAAAAgHZBEAQq2qREkzIJvoO3lsAAAAAgEBANgEQxKodJMNMEow4vN8nUG8CAAAAACAwkE0AE2gnkOPQD+yx9ZWiVyDn5OCL3CdQbwIAAAAAIDDQpQEmSBLh0A3sOZuH+2SfeGoGb9IQ6APIywAAAAAAAgHnEAUmSJjZf7zeKxIXZPFn53Cv7UJHutfhUwkQIiRJ6uaVAAADCtfZ4UEOxwyhPyCbADZIyvh5NBN7zObhPtojnpvHF1vFHyvwBvYm1JsACA1KBtF2iUgCAKAjzk9ZodtJxBMQeMgmgAkSgokT8FahmBLO3TuJf3KzuPwA3sZeg3oTACFASSJEr6elfE9bMCGK4q936PJftv0f152kUurGVVIfPoIyAFH6zX2kLu96TNJvHvLEHuTI67huvMbDtx71NXTnEZSbj/lqO3unuSP+cc8fpJMbuvu+9fgRlKu5zt910uNPI+n0T3fM+3R1h9/8HXv2Gfj1Pkf99B/7EXr8WerkH3Qn2JSOfht3Yg/SySeh81+sp59GnufNZnNWVhaNJOg64gnoF8gmgAnd2alAV7wi99B6sdrB3TpGFakX3tyNt7O34J0ECG5tYyWcDZW/PH6RUttIpA1uwon+Zrf/Dkr04F/nSOs1/rtKR96ztXtzxH3kS/Hw/eXH93cU2m5tf88Oz0IfWXk97e7Tuuk54l/99p6t3ZtOn0W+pyi/ks5f7RHP1flr+O2zkE7fk7bX0OWztL4b9FI8/B52/hpaH6Ht3e7kPWn/LKTTex71PTn8mlv/mmK7v13H37c7r6H9vyUd35Oj//XlT8ivn6tOXk8n70lnr5N08llqfeVH/+u3vQbCdfp57uz37bv35Bjfmh59VqVOvzVt36nuvCdHvNsdnqVHn9VOPoGE6+I7fvieh781nf+mv74bv37fu7mlOuI9+e13il7Omzfv7bffpsEEvZL3kxBPQGAhmwAm+Pdh6AeekJd2SFUtwk2j+ZNTpW9KpW8PiVV27E5OEN5AgKBH29aiH13/24/Cwabu7mukbt1+5KX0m38sdXFJDm9eWi+lI6/p5D6ks/tI5DhDVOmI/+/ePzi+/XQP/pXUcbBCnz2d1PGn43lO6bhu7pN3spefS+p8mEH3vhjH9Yxd/dDtf9UXz/Xrd7m1e//rsIejfTU7PEbPX+hxvpNHHeWlvEC+3XobwVkvCILH41H7YdwE9AtkE8AKbP1O3LID0pYaYUEWd34ef+VQ1e568ftyaWu1tM9G4Dig3gRACJD8lGyi3kWqHQTawa63Pbwb0GcC9uE67ieSx1uJNJsghwtPtJWfAAgYZBPABAl9wF5SbifPb5de3emblcrTkOJ3w1X0ykaXtLVG3FJDNlVLtU4C3YR6EwChgTa46fFAAn3GEhObnJURFRPtdbsPFO2pPlRGACDY0O2k1+tV6k20zekgOGcHBBCyCWCChKMVvcojcF+USHRJDBNHxXOj4ujCz0iT3+OKFnFLNdksRxVSixfv+tEhMwMIYlI77YtfQu/SaHWzzz8vo6BAq9NazCaNivv4jXdWf/QxAYDgwfljXI/HQyMJZVqHhCOHEHDIJoAJSvkeAr2t0kEqD0jyyTskKcvC0ZxiZBw3M52bn6UWJam4sTWk+KVO8orIKTrCewIQ9NriCQJ9w+txf/LiiyOnTqWLICSYjIaLf3+l2+FY+9XXBACChOTfWvp8PvEwAhBwPAFgBfqBfYnj9tnI+3uke34Qz/pEuG21781dolck5+Tyj05Tf3SG+tGp/AV5XG4kQVHSNqg3ARAakE30Na/Hs2Hlytcfe4yutNidJaXVg8aMJSxJjou98/ILv3/pqVH52co1WSlJP776n2vOnE9CWlpC/MM3Xfv2I/cSgGNpSyUQ6UJ/wbgJYAI6gYEkSGRHHV2k13cLehUZEcuNiiMj4/grh3JXcVyTW9peJ26uIltqpHI7GchQbwIgZKCR3Rc4lUoXGSkKgttqba3/z8sHvQRBdKpUalO4r6W5J49HxuTnXnH6KXMnjafr1fWNNQ2NlnBTTaP12fc+XrNlBzkBgzPS8walxkdHtr/SZNBrNaHcEtZqNJNHDJ1/0sTiQ+UEoBvaggnlR5yqAwIM2QQwQTmnNASeSyDrq6T1VXRVMOukUXE8zSlGx/FTkuU/SI1d3FxDQwp6KdncA/BPhM4MAECXLNHRJ19yyd6GhsqdOxs2bxo/e45KLTcsaX/G7nHzeh3pYTaxqXDP5qK929955UBF1em33k2vGZI56Mk7bvrPXbf+/uF/rN2+ixyvFes3xkZZpowc1nbNvrKKERdc0/4+p0wa5/Z4V2/aSoLB3Vde/Mirb3Z6U4zFfOG8Wf9++0OP1/v2V6vOP+VkAnAsbcdjkORCP0I2AUyQcA5RBtD0YfUhafUhuiokhhGliObERG5ehryh2G+VtviLU2yvlRONgQEfSgCALnmcLkuYcU5GRmFiIpkyZfCgDOV6QRTrrVav1Up6jvaLnG53248795c8897Hj9x03R/OP+tEsgnK6/Ud/Q6LZkx9+6tvSDAYlpM5PDerq1vPmjnVoNO1/ehxe9VqNPjhGDCEGViATRWwAmUOmNJpEc3TMvmzczmfIBU2SvIZSatEuiJKIduBx34aAOAoWpqb9mzdMnXBghHp6e2v31ddVV9bJ/p8vbJ7qKitp5eREeGkL911+YUzxo0KimyCphKP3/r7elvnY1IWnTz1urMXvvv16rZrUNIQAIIFsglgAoaPsctfRHOfTXp/j6TiyOBoMjKWGx3PX5hPLh2sdnil7bXS5hoaVUgHm0iIQb0JAICjoJvIn5Z/kZienlFQoPKfcdAnCAfr6naWl+dkZ0/+020fv/i8s7mFnJhxQ/Lp5YZfdre/ckxB3p2Xna/TacPDwpZ+ueqljz+3hJvOnX3ywmmTP1j1ncfnu/jU2VEREe+t/O5fb77b8THDwwxnzz550YwpK9dv+vfbH1586pyTx46i199x+QU3nnfmPc++XFRyiPSqScMHnz1z+tDsjKvu/7+7rrjwpJFD9x+q+OvTL+31V4LQaTV/uvi8+OhIvVbL8dyTb76/68BB5R/++cqLRcYQaQAAEABJREFUYszmhNiosQV5Ty794PVlX91x6QUxFkuUOeK9RxdvKdr78Cu/zuwYk5970amz6HuyYOrEcYPzln616sNv1ig3DcvJ/NvVl2amJn29buN9z77q9bWOIrlw3qxFJ0+JNEc4XK7HXnv7h62/qeuhUatPmzLhjOlTbC0t761c/Yfzz8pLT/1x2y9//c+LzQ4nvUNqfNxtl55nd7mTY6Mr6uofefkN5XoqJy3l1gvPrrXapo0ekRwXU9PYWFXbcNdTz+8vr4yLinz4D9dEhIUlxsZ8t2kr/RXosxMAGPCQTQAbOAyfDwJdFdG8fgRH1bvErdVyBc2N1WKDKzT+nMjMAACORhKFT19+OX3I0JjcHLXJZLVabQ57Rl7eqEGDVDx/+pVXvf/ss4LXS44L3bOcOX3KVWecun3PPpogtF2fn572x4vPvv6RfzU0Nd90wVk0UKiz2irr6lMTYvMGpU4aPqS8pu715V9fufDU35+zsLKuruNoCNptToqJyh+URrMJ+uObX6yos1qfuvNm2jnvo3oTGclJE4YX0JVbLjp77fadDU1NF54y6+m//PHUG+8URPHOyy4cPzR/4a1/oXd4dfFd/77rllm//xPxBwdGg/72J56l6/Q3pZctTtelf3vog8eW0PzlwruXHPEsmwr3XHzPQzvefWXZmnX/99rStutpcEMDkfdXfTc0K/P8U2bs2lfyxvIV9Hq6XpCRRv8JjSr+e/+fn7n7j/Nv/vOh6pq2f5gUGxMXGTlxWMHWPfvOnjX9w1XfnzplwimTxnk8XuVVPXHHH3btL/nbM6/QeOXHV/+j02hu++cz9Pq4SMur99/14Iuvf/nTBpoErXr+Xy1217l3LSb+vOOZP99C/8nuktKJwwa/tkQuLHLPMy8T6FdohgMLcA5RYIKEbWKwUYpoPrdd+v1K4bxlvofXCxsqpSHR3O3jVG8v0Lw8V/WHkdzkJGJUB3X3Hp9KAIBj8LhcezdtXLt06ZoXX9zx3nulX3x5sLDQ488jMgYPvvqev5osFtJDMeaIxb+74qdXn37k5mv/9uwr5/35/nrbr2Pzbr7w7M/WrKXBBF3/37Kv6eW5c05e/8vupV+souvFZeUPvPS/d7769vcP/5N2uS85bU7Hx99cuPeN5StJAL31xcrtRfsMOt0jr7xJs5L7n3/t49U/pCfEL5w2md6anhR/qKpWuee+soq284kMzkwvGJSu8VeLWPrlKlE4zvkZahV/y//9+90Vq+997hVbi314jlyrQqvR/OH8RS9+uEwZQ0GTC5ovnDf35Pb/8GBl1YsfLatvkt98GjrQ+1yz5LED5ZWnnjQ+MSaahkep8XEl5XI9bbfHS1cSoqOUf3jWrGmxFgt9n+l6s8O5bU9xUmy0ctNl8+ceKK+iwQRdX7djV1HJIfomaFARo7/haAywABsCYIL/PB0cNoxBqtMimtNS+NOzOUGU9jZKysk+dtYRX1D9hVFvAgCgx0Tx4Fcr1oeHnzxjJs9zo8aNMP71zv8+9kRjTU03H0CSpDqrbfHz/61uaLz1onPGFOQu+35t+zuMys/x+LyZSUnKj1sK9zbbHXTFJ8pd99qG1hqcJRVVNLCYPHyIQa9zutxHPEv7ipuBIUiSw+m2Hp7k8t6K7xbNmDokaxANKWiHn/hndpw+7aTh2ZltHfUtu/eeN2fGN8//67+ffvHfz758/sPPyHGpsza1hTt2h9Oolytl5qSlxEVGXnLaXOX6MINu+559YmfphyTSR7C1rkvSsjVrb7rgrKFZGZV19eMv/T3xj5Kgv0tspLnm8Juv02rpJc0vahoa5Sd1utpewLgh+ZHhpruvvFj5saax0e3xJERHHqquJQAwsCGbACagCxgyOi2iuSiHu6hA7fZJO+qlLVVycYpiq8T+qVlQbwIA4DhIgm/DRx8nJqfk5uSUHqoePnbkHf967MUH/75/9+7ubFXp0XhlB/Hse5/MGjf6grkzV6zb+NO2ncqtNGiIMod/v3lbWyWFoyivqeV5PjwsrGM20c3te3Zq8j3XXEp6bktR8ZNvvX+UOxT7K00Ywwz0Mkyvv+n8RQkxUUu/+mbj7j0j8rKV+3z47Rq3z3fvtZfeecWF86dNuuNfz+4rqyAnRhBFlUpFV9LiY+nlSx9/XtvYszOqlFZV08sIU5j8IAnxf7z4nAZb8+vLvz553Cg13zoie/matZfOn3PO7Gnb9hRHGI1DsjLoX1O5KS46srCktKsToALAQIZsAtggoRcYcjorokmjiiuH8dfynM0tbfVX0NxcI1XZCasQmgEAHA/R41n+/AsRt9yUmJZeUlKZMSjp+nvvWvr8K1u+W9Oj8td3//uF9x9b8tAN1yy89e4Wp1wukaYMtCc8ZnB++2xiVH72lsLiTh+h2eFQDt0fH5ogXHHf30kfUPL5sip5OMn/3XKdWq2+/uF/SZJ08piR7e/2+Zq1P27dcdUZp151xmkP3HD1RX95gPSSUv84hakjh9EEpO3Ko7yTRzhQXkkjldcfuPutL1Z1HNCx91D5bf945ppFC2iyQ/9wi5979cdtvyg31dQ3jszNbn/nnLQUmo9YT7hsKpwIHI8BFqDeBDCBtlN4Hv3AkKUU0Xx9t/Sn1eJZnwh/+0FYdVBMDeduGc3/71T1a/NUt4zmpqWQcA1hDPbTAADHyW1vWfXu+4Lgc7u9hUUHo2NjbvrbXfMvu1yj1XX/QWgX97kPPk2Ki7n3uivartxatPeM6ZOnjhqm/JgYE335gnltt7avXJCRJJ+WgnSDEphwfTygT+0fsKAYkjnI6/Mt/3F9VET4nInjDpRVSh1Smz9dci79dWin/Z9vvPfih8tG5mYdfrVdnr5beZDu/Bp7S8tqrdYbz1+UGh+nXDNz/Ohpo0Z0emdNu1eemZJMg4ktRcWzxo9KiIneU1rWyf3V6vlTJ111/6MPvvT6E2++1xZMUBt3FWWlJN168bnKj/Q9/8tVFztcgZ5iA0fAPFZgAcZNABMO70mxWQx9ShHN9XLlLMGsk0bF8aPiyJg4fn4mR1tU+2zSlmqypVrcXi95hH6OBrCfBgA4EWXFe1csfWfWeedptJoDJZUpybELzj8j3BLxzfsf1pSXdfpPaE9Vp9EoBREUz73/6axxo844+aT9ZTSnkI/P/+edjyaPGPr8X29bs3VHi8M5ZeTQP/3jmbb7Txs94qWPP6crgzPS8wal3vnkc8r1Go3c6FXxrX1stT/CaNvNKNUQaN5B4wPaY99a1K2xAz0VbYmYNHzw2u276PpF82a9sXxFSUWVVqPxeH3nzDm5xmpNjo1RxhRcfOqc/eXl0RbLn6+46IGX/kevaWxu3rF3v/I4Nrt9cMagnNTkGeNGvfDhsvZPQfMO+p6Mys/JTE4cU5D33srVNFbg+F/3pzzPq9Xym+Dxep9595P7rrv8/cfu/2HrDku4aVBiQsdzfyhG5GZHmyPouxSm1y+cOumR/75Fd9nNdvl0oXdcfkFctGV4dlZidBR98AtOmblmy44JQ/JPmzKhyW4XDtfvrG20vvnlSqfL/fryr+l9rj/n9MnDBu8tq5g0bPBH367xHO/JXAAglKgWL17c8Vq6uRFF0eu01/+w9OsSqcZBAPrUjFTOI5K1FegKDixugStpIusqyUfF0soS8WAzMWq4yUnc/CzVubk0s+BjDMQrkkan1C+TfiS3bcaMGQUFBVotbTrSg0C0yaqiDS/OjwBAMFCaNO7mxsZ1H3y+X2p0EQikqtLSsPDwpEGD6B/Camux2eyW2NiMIYP3bN3qdjqPuPOY/Ny7r7oob1BahMkYGR5e12it9Zdg3L5n/6IZU6eOHj5j7KiSyioaHGzfu29wVuawrAy6UX7o5de/37yd3o12ni86dXZhSem5s6ePHZx36kkT7nrqhf3lFcoj/+H8RTEWM+38H6BxgFp90wWLCjLSw41h1fWNNCCoqm8YP6RgwtDBxeVlX/y4gfQB+nroK6R9e9ppXzB1Yllt3d9ffYv4C0DQ1zNl1LChWYPe+Hzltj3FJ40cumlX0bI1a2eNH0O78bMmjB6WlZkcG3vf8/+luQPxT2yZd9L4IdmDaHDTZD+ymW40GOZOHEvfwCff/oD+87NnTTMZDGoVf7Cq5qyZ0047aYIpzGB3OnfuK9lRvJ8+FH0fBmcOqmu03fHEs50WpLzy9FPp+zNpxJBJI4aeNXMqjVS++GE9vZ7+LeibNiwnMyUu9tFX3wo3GlLj4z5Z/ePO/QdanM7po0cmxsYMy86gf4uxQ/LoLzWmIOfDb9bQtGLVz1v8T5oeF2mh6cnT735MoL9JXntqcsL8+fM1fmjzQL/gjhg/JvkJguD1eu0N1XseOf221cKOOvQYoW/dP4lv9pLHNx7nybEgpPiLaI70n+xjWAxnUHMtHml7rVyZYku1dCiA01EF24ElS5YsWrTIaKQtPYNORw/m0eNPKuynAYJC+yZNU8X+ff+68PqVwj4rmjSBZo6JvujWP9HL5obGD55/LnfkqEnzTvn+00/XfvEF6VU5aSnLnnzk4ZffeG3ZV4Q9T91588jc7GnX3EyCzfcvPbV1T/HN//dU9//JrAlj8tJSnjlc/zIqIpz+df527WVn3X4vhkiwSXTUTBo34plnngnz0+v19MBMWzxBAAICczqACZI8jBPtRfA7XETzg98W0fz9CF7Nc3UOf0hRI26qlqzuvt5ZYmcMAHCibHX1H73w/KV33UVUXH1llSunhXZ1YhKTCIQos8n0yB+uvWrxo23XNDQ1r/9l9887dyOYYBZa4cACZBPABFEew4N6E3AkpYjmjjrp9d2SXkVGxHIj48ioOH5Oujx4ocQmbqkhm2vEbTVyGYteh3oTAAC9oqq09Idly6bMX3Djo3/XaDVet2fP1q2kt+k0ckVllZrRQu8aeghaFZSRtzK4v/v3t4SbTAb943+8/o3lKyrrG+g1OrV60oghb36+kgAAdA3ZBDBCwoAxOLoji2jG8qPiyaREflGO2idKRQ1kczWNKqTdDXKi0StwPi0AgN6y/usVzQ3WaWcspKnvmmWf9Xo2MTgj/YqF8tk6zpl1cllV3dfrfibM0Go0cyeNHTM4z2wy/vXqS17+ZHlVXQMJBokx0QunTYq2REwcNviaM+fTVy514xSwByurrnngsQtPmXn1GadFmSMKDxz8YdsvD7/yphMn4wCAo0I2AUyQJCQT0AM2N7e6TFotV3kXEsPIKH9xioVZ/KVDOKdP2lEr0ZBic410wEZODMZNAAD0DlHw/bJ+LV1I39h14ODtTzxLF8Iej9e77Pu1dCHBprKu/oUPlx1xKpDu+GnbTroQCB44HgMsQDYBTBAl1JuA41TpIJUHpOUHpPZFNC8bwv9uBNfolLbUyhU0N9WIdc7j2OliPw0AAAChD/NYgQXIJoAV/rwWm0U4Ab8tolkQRWhIMSqeu2UMr+ZV5S3ilmqyuVraWiu2eEwAjLwAABAASURBVLsVOmA/DQAAAAAQGMgmgAmSPG6CAPQWQSK/1NPlyCKa8zM5ifDFjXIFzS010i91klfs8pOH8Y0AAAAAAIGBbAKYINLPIrqB0Dc6LaJ5cgp/QT7n9kk76/3FKaqlYqsckf32n2LcBAAAAIQ+NMOBBcgmgA0StokQCO2LaCYYyeg4uTjF2Tn81cO4Jre0rVauoLm1Wiq3K3fHpxIAAABCH47GAAuQTQATJIJamBBoVXayvEMRzeuG8wY1V2MXN9WQjSVGteAkAAAAAADQx5BNABNEmk1IqIUJ/aSLIppzpieoy95veGOjK3O0JX+iJm880WgIAAAMSJyfsqJcIx1GAADghCGbAEZIHIphAgPaF9HUtJQ8dse1Y1NNrpItpRs+PMSrTYOG0ZDCkj8pImM44VUEAAAGBp7naUNFpeKz4/hGB9dol4+qiJJI0WhCEAQCEMxQ/xtYgGwCmCBJSCaAOS6BNIalmKYtMhqNGtHlObjdvn9jzbpPDi1/VqULM+eOM+dNsuRPCEvMJgAAELpUNJPgOfpfToLm1St09Xbx+rekRrskiILPJ/j8wYQ/pMAACghWOG86sADZBDBBxDlEgT3t99NqY6Rx1Ny48fNpC9VdX24rWmcrWn/oi+cOvP93TUSMJW+iJX9i5OCT6DoBAIAQopLxGrU6N0HzwiXqFocv1qh64RLVHz/U1DULbo/H6/XJi8+HeAIA4EQgmwAmYE8ODOpqfKM+JsUQe27ClHOJJNnLi6xF66yF6/a985DocRriM/yTPiaacyeo9EYCAADB7NdgIlH74iVqp8v3wvImo467/vTI/5wn3P5JWE0TvdKtHF9BPAEAcCKQTQAjUG8CGHSs9iXHGVPy6ZI86wpJ8DUf2EZDChpVVK55l8YWpvQhck6RNykicySnRhFNAIAg0zGYeHaZzemW6PLsp400nvi/0133fBlR1aj2Z9kugngCghZa4cACZBPABMzpACb14EPJqdQR2WPokrbgRtHttO39mYYUDdu/K/vyRV6jj8gebcmfZMmbQIMMfNYBANjXFkzkJeleuFjVFkwot9Y1iUo88dCpzfetsJS1btcRT0CwwucVWIBsAtiAWpjAnuOuC8XrDJFDp9GFrntbGmyF661Fayu/W1ry0T/URgtNKOTxFAUn6aISCQAAsOfowYSiLZ64f4518crIQ61XI54AADhOyCaAFQgngDW9cj4tjSkqZuypdKHrrroya+FaW9H6kk+e9L11vy46RSlOYcmbqDaaCQAAMKA7wYSiLZ5YPLsR8QQAwAlCNgFMEInESQgngDW93KbUx6QkTPlNEU1b4fq9r/9N9DiNKfn+nGJSRPZoXqMnAADQH7ofTCjaj564b4UF8QQEKQ4VJ4AByCaACRLGTQCL+uxD2bGIZtF6a+Haim/eIDwXkTnSkjfJnD8hPH0o4XgCAAABcUQw0ezwvri86SjBhALxBIQACRUngAHIJoANEtJaYE5g9tO/FtGcf0NbEc3aTV8e/OwplSHcnDNOmfdhiM8gAADQZ9qCiewEbfeDCQXiCQCAE4dsApggShyPgRPAmMCPb+ysiOa68pX/3f/uw1pLfGtxivxJmvBoAgAAvec3wcQlcjDxwjKby9uDR0A8AQBwgpBNABOwuwYm9ecH84gimraiddbCdfvfe9Rnt4YlZtGQwpw3yZw7TqULIwAAcAKOCCYcTl9PgwkF4gkIXjhCCCxANgGMwElEgUGsfCj1MSn6mHPiTzqnfRHNqh8/FH2e8EHDLPmTaFQRnjGc47FJBwDomd4KJhSIJyBI4XMJLEBDFpggSoRHNgGMYbEuVBdFNMu+fJHTaMzZY5V5H2FJuQQAAI6ld4MJRft44p6vzRWtVyOeAAA4BmQTwATspoFBjJ9P68gimsU/W3evrV77yYEPHlMbLZa8iVHDp6M4BQBAV/oimFD8Gk/Mtt23EvEEAEC3IJsAJkjyKUQxcAJYEzRtR7mI5pBpdKHrPruVhhTWonUHPnjc21wvF6comGzOHU8XFKcAAFD0XTChQDwBwQXtcGABsglggkQkngCwJij302qjpa2IpqNyn7Vwna1obfWPHwhed3j6MEv+BH9xipGcCtt/ABig+jqYUCCegCDC4jxWGHjQNgUmyJtDxLXAmBDYT4clZtElacbFRBSaDmz3n+xj7aGvXuJVmoicMZY8uTiFMTmPoBQtAAwYgQkmFO3jiXtXRFS2Xo14AgCgE8gmgAl014y+EbAmpMY38qqIrFF0ST3tetHttO7ZYCtaW7Pu45KP/qE2Wsy54+UimnkT9bGpBAAgdAUymFC0xRNL5jQhngAAOApkE8AESeJ4HLkF5oRme5HXGaKGTacLXfc21zfu+onmFIeWP7tv6RJdVJI86SNvkjl/gsYURQAAQkjggwkF4glgH1rhwAJkE8AE7JOBSaG/p9aER8dNWEgXuu6s2t+4ey3NKYrfWiy4HWFJuUpxCnP2OBpnEACAYNZfwYQC8QQwDp8/YAGyCWCCPLEfgS0wZqDVhTIkZNJFKU7RXLLDWriWLpWrl9KbwjOGmf3FKcIzhnM8dhwAEGT6N5hQIJ4AADg6NDGBCXR3zCObAMYM3PNp8arwzJF0UYpT2Pb+TEOK+i1fH1r+LK8zmLPHWvImmPMnGZNyUEQTANjXFkwMiuu3YEKBeAIA4CiQTQATUAsTmIQ2olycInLoNLoQf3EK6+6frIXrylf978CHj6tNkTSkkE/2UTBZF5VIAADY0z6YePFStcPp7a9gQoF4Atg0cI/HAEuQTQAb5KOv2CYCa/CZ/A1NeHTs+IV0If7iFP5JH+sOfPiY4LLrolPkM33462iqjWYCAMCAI4IJt6ufgwlF+3jinq8th69GPAH9aaDNYwU2IZsAJtDdMI9+IEDwUIpTJJ7crjhF0fqatR9Los+YnGvOn+QvojmG16KIJgD0j7ZgIp0GE5eoGAkmFDSeePqTxj+cEfm32db7V5jlXqHcCEI8Af0GrXBgAbIJYIIoEY7DbhjYgmMI3dK+OIXHadu7kYYUtsK1Fate41Tq8IwR/vEUE8PTh9F7EgCAgGgfTLxEgwm3j51gQtHQLP7HH0/cN8cmxxOtEE9A/8CnDViAbAKYIBHU1APmYO5lT/FaQ+SQqXSh6z671Vq4zlq4tvqnj0qXPa3SG80545STfYQlZhEAgD7DfjChQDwBANAesglgg4R+IDAIjcLjpzZaYsbMowtdd9WVKcUpDn3x7IH3/66JiLH4J31EFkym6wQAoPcESzChUOKJ60+33DeHIJ4AgAEO2QQwQcS4CWARPpS9Qx+TkjDlXLoQSbKXFcrjKYrW7Vv6gOh1GeIzlEkf5twJKr2RAACcgOAKJhQ0nnj6E+uNZyCegP6EY4TAAmQTwAT/OUSx6wW2oN5E7+M4Y2oBXZLnXCn5vE37t1qL1toK11d+/w690ZQ+RM4p8iZFZI7k1BoCANATwRhMKKwtiCegn6HNAyxANgGswLgJYA2OIfQpmj6Yc8fRhSwkgstu27PeWri+fuvKsi9f5DX6iOzRFn9xCmNKPrYOAHBMwRtMKBBPAAAgmwAmiOgHAovQEAwQld4YNXwmXei6t6mucfdaW9Haim/fKPn4n2qjxZI3QZn3oYtOIQAAHQR7MKFAPAEAAxyyCWCChJn9wCJ8KvuBJiImbsJCutB1Z9UBa5FcRPPAh/8QXC266GQlpLDkTVIbzQQAIFSCCQXiCegvaPEAC5BNABskbBOBOZh72e8MCRl0SZx+ERGF5tKdNKSwFa3bs/5Tyec1puQrkz4icsbwGj0BgAEplIIJBeIJ6Bf4VAELkE0AE0SJ8By2isAWzDNiCK8KHzScLqnzrhO9rqbizdaidTSqKP/mNY5XRWSOMsuDKSaEpw+l9yQAMDCEXjChQDwBAAMTsglggn8fi34gsAaNPxbxGr2lYDJd6LrPbvMX0VxXs/aj0s/+rdKbzLnjlEkfhoQMAgChK1SDCQXiCQAYgJBNABPkc4gimgDm4EPJOrXRHD1qLl3ouruh0lq4li6Hlj+//91HtOY4S/4Ec96kyIJJmogYAgAhJLSDCcVv4wnL4asRT0CfwFhRYAGyCWCEhC0isAb1JoKLLioxfvJZdKHr9vI9NppTFK3f984DottpSMhUilOY8yaodGEEAILZQAgmFG3xxD2zbA+uwugJ6ENo8wALkE0AE0SJw7gJYA2OIQQvY3IuXZJmXS6Jvub922hIYS1cW7nmHXpTePpQ5WQf4RkjORV2ggBBZuAEE4rD8QS5ZxZ5YGXE4asRTwBACEKzDJgg71dRCxOYg89k0ON4dUT2GLqkzb9BdDtte3+mIUX91lWHvnie1xoiskcrxSlokIF5ZQDsG2jBhKItnvjbbMQTABDKkE0AGyQcowYG4TMZUnidIXLoNLrQdW9Lg3X3Wmvhuspv3yz58B9qU6Qld4KcUxRM1kUlEgBgz8AMJhSIJ6CvocUDLEA2AUwQOdSbAOZg7mUI05iiYsfNpwtdd9UcpCGFtWjdgY/+Kby1WB+TYsmfZM6bYMmbqDaaCQAwYCAHE4p2kzsk1J6AXodPD7AA2QSwQcJwamAOxvIMEPq49AS6TDufSGJL6W4aUtCoonrdJ5LgNabkK5M+IrJH8xodAYD+gGBC0a40JkE8AQChB9kEsALhBLAHjbwBhuNN6UPokjL3asnnadq3xT+eYm35yv9yKnVE5kgaUtCogt6B3pMAQEAgmGgP8QQAhDBkE8AEUcIRamAQPpUDF6fWmvMm0CWd3CI4m61FG2hIUbP+04OfPaUyhJtzx1vy5PoUhvgMAgB9BsFER4gnoC9grCiwANkEMIHuRjFuAliDehOgoGFE9MhZdKHrHluNdfdP1sL1h758Yf+7D2st8coZSS35kzTh0QQAeg+Cia60iye4B1ehNCb0ArR5gAXIJoARqIUJzMExBOhIa46Lm3gmXei6o7LYWrjOVrRu39IHBLcjLDGLhhTmvEnm3HEqXRgBgBOAYOLo2pXGJIgnACA0IJsAJsjDJtANBOagYQdHE5aYTZekGZcQUWgu2aEU0az8/h3aJQhPH6aMpwjPGMGpsKsF6BkEE93RPp546BtM7gCAoIcGEzBBxJwOYBE+lNA9vCo8cyRdUk/9vehx2oo30ZCiYfs3h754jtcazDljLXkTzPmTjMm5BACOBcFE97XFE3+dSR78BqMn4PihxQMsQDYBTJCwTQT2YO4lHAcaRkQOnkIXuu6zW+UzfRSurfhu6YEPH9eYosz5Eyx5kyIHT9JaEggAdIBgoqfa4ol7Z3NLVoYfvhrxBPQMPiXAAmQTwAiJw0YRGIN6E3CC1EZLzJh5dKHrrroyGlLYitaXfPzP4jet+thU5YyklvwJKkMEAQAEE8dLiSeuX0jjCYJ4AgCCF7IJYALmdACT0JiDXqOPSUmYci5diCTZywqtRetpVLHntb8+kA6RAAAQAElEQVSIPrcpdbDZf0bSiKzRvEZHAAYkBBMngsYTz31m/T3iCQAIZsgmgAmohQlMwocS+gDHGVML6JI8+wrJ520+sI2GFNbCdeUr/8up1BFZo+TBFHkTTWmDCccTgIGhLZjIjNc+T4MJF4KJHmtEPAEnAGNFgQXIJoANEraIwBzUm4C+xqk1ETlj6ZK28CbBZbft2UBDipr1nx385EmVIcKSN06Z96GPSycAoat9MPHyZSqHE8HEcUI8AccNbR5gAbIJYIJIJIybANbgGAIEkkpvjBo+gy503dtU17h7ra1o3aEvX9j3zoO6yARznnxGUkvBJI0pigCEkI7BxPOfIZg4fognACB4IZsAJkgYNwEsQgMO+ocmIiZuwkK60HVn1QFr0Tpr4bp97zwkOJvDknKUSR/mnHG8zkAAghmCib6AeAIAghSyCWAFxk0Ae/ChhP5nSMigS+L0C4kkthzcKZ+UtGht5fdvE1EKzxhmyZ9kzptIVzgeO3QIMggm+k77eOKBVW1nAkI8AV1CiwdYgKYMMEGUOB7hBDAGcy+BLRxvGjSMLinzrhW97qbizTSkqN++unT5s7xWb84e5z8j6cSwpBwCwLy2YCIrXvvCpSq7XXhhOYKJ3tQWTyyeJS1eZT58NeIJ6Bw+DcACZBPABGwQgUGoNwHM4jU6S8EkutB1wdkkD6YoXF/5/dIDH/yfJjza4j8jqWXwSVpzHAFgT/sREy8pxS8/RzDR+9rFEwTxBACwD9kEMMK/d5TLTqA3COxAow2CgMoQET1qLl3ousda1bhrrbVobcnHT3jfuFcfl64Up6BphcoQTgAY0BZMZCfIpwttsftexIiJPnNkPNHayEI8AQAsQjYBTFB2jDSXwB4SWIKkDIKM1pIQP3kRXei6o2KPfzzFuj3/+4vocZnSBitnJI3IGsWptQSgP7QfMfHipfKIiRcxYqKPYfQEdAfGigILkE0AE0T/blHOJrB/BGag3gQEtbCkXLokzbxMEn3NB7bTkMJWtK585X8Jz0dkjVaKU5hSCwjHE4CAQPHL/oJ4Ao4JbR5gAbIJYIMkh7WIbIEp+EBCaOB4NQ0j6ELm3yC6nba9P1sL19b+/PnBT55Qh0WY8ybIkz7yJ+pj0whAn0Ew0b8QTwAA+5BNAEPQEQTGoKEGoYbXGSKHTqMLXfe2NFh3r7UWrS/76sV9bz+gi0r0F6eQS2yqjRYC0HsQTLAA8QQAMA7ZBDBB9O8OOU5SBlAAsAGfRghlGlNU7Lj5dKHrrpqDNKSwFq7d986DPkdTWFKuMunDnDOW1xoIwAlAMMEOxBPQFbR4gAXIJoAJbbUwAdiBuZcwcOjj0hPoMvU8Iokth3YrRTSr1rwjCUJ4xnB/TjEpfNAwwqsIQE8gmGAN4gnoFP7qwAJkE8AGpRYmAWAI6k3AQMTxprQhdEmZe7Xk8zTt20JDioZfvi9d/pxKqzfnjjP7i1OEJWYTgGM5IphobvG9hNOFMgDxBACwCdkEMEEkqIUJDELjDAY0Tq01502gSzq5RXA2W4s22IrWVX3/zoH3H9VExCgVNC0Fk7TmOALQAYIJliGeAAAGIZsAJiiD5zn5EvEEsAOfRoBWKkN49MhZdKHrHluNXESzcF3JJ094X7/HEDeotThF7nh6NwLQWTDxwvImD4IJliCegPZwgBBYgGwCGIJ6E8AU1JsA6JTWHBc38Qy60HVH5T4aUtiK1u75318Ft9OUPkQZTxGROYpTawgMSF0EE9iiMgfxBLRBmwdYgGwCmCCh3gSwB8cQAI4pLDGLLkkzLiai0Hxwh7+I5vryla9yvCoie7R8RtL8CcaUAmTPAweCieCCeAIA2IFsApgg+k8dyqHxCmxBgwyg23hVeMZIuqSe+nvR47QVb7IVrq/d+HnJx/9UG83m3AnKyT70MSkEQheCiWCEeAIAGIFsAhiCZAIYg48kwPHgtYbIwVPoQtd9dqu1SD4jadnXL+9bukQXlaSEFPRSbbQQCCEIJoIX4glAiwdYgGwCAm3xJH5yMt/pTR+c0ckH8vVdIl0IQMBh7iXAiaMBRMzoeXSh6+76Mv+kj3X73nmIZhbGlDxL3iRz/gRz9hgaZxAIZggmgh3iiQEOf11gAbIJCLT/bBVGxnNh6m7lszV26e1CAWEu9AvUmwDoXbrolPiTzqELkSR7eZGcUxStq/z+bUn0hWeMVE72EZ4+lPAqAkEFwURoQDwBAP0L2QQEWp2TW7pbvHpYt5qez2wTvCL6h9Bf0AgD6BscZ0zJp0vy7Cskwde8fysNKRp3rild/qxKqzfnjFPmfRgSMgkwD8FEKEE8AQD9CNkE9IMP94pz0/nUiGOEDj+Viz9VEID+g1wMoM9xKnVEzli6pC34g+B22PZssBauq1zz7v73/q41x5r9ZySNLJisiYghwB4EE6GnfTyxBPHEgIGxosACZBPQD7wi9+Rm8fGTjzZ0wiNI/9mKMhPQn1BvAiDAVLqwqGEn04Wue5vrrbt/ojnFwU+f2vu/vxoSMpQzkppzJ6j0RgIMQDARqtriiSVzpHtX+GvWyn9VxBOhDG0eYAGyCegf2+ukr0vEuYP4ru7wTpFU5yQA/QjHEAD6kSY8Onb8QrrQdWf1AX9xivV7/neP4LKHpw9VJn2EZ4zg1BoC/QHBRGg7HE9YlsyxtsYTMsQTANCHkE1Av3lhuzghkTPrOun+HWpCCUxgARpeAEwwxGfQJXH6hUQSWw7uVIpolq18leNUEdmjlTOSGpPzCIe9RoAgmBgIEE8AQIAhm4B+0+QhL24Xbx/XycyOZ1ECE5iADyEAYzjeNGgYXVLmXSt63U3Fm2lIUbvxi5KP/6kOM1vk4hQTooadjOIUfQrBxMCBeGLgQIsHWIBsAvrT1welOenSiLjfbA9/Khc3VhOAfoe5lwAs4zU6S8EkutB1wdlkLVxvLVxXtuKV4rfuNyRkmHPHW/InR2SPIdowAr0HwcRAg3higMBfEViAbAL62ZObfc/NUWtVrfGEw4sSmMAK1JsACBYqQ0T0qDl0oeuumoPKpI+9r/9NcLUYU/NNWeNUUcloe584BBMDE+IJAAgMZBPQz8pauHeKpEsHt3YClxaKKIEJzEBjCyD46OPSE+gy7XxJFJoP7mosXGsrWt/y/Vu093TzaG5tOdlcI+1tpD8hfOwZBBMDGeIJAAgAZBPQ/94uFOYN4mLDuENN0od7RUx5A2bgowgQzDjelD7EkJIfO/0S26Gi/U9eetBGTkrmrhjK271kW620pVraWiMdaiFwTAgmAPFEaMNYUWABsgnof16Re3qrsHiy+qktKIEJDEG9CYCQwak0hOM+2Sfus0pGtTQijh8dT87M5m8azdU5pC214pZqsrlaanAT6AjBBCgQT4QwtHmABcgmgAk/VZCH1wvbagkAO3AMASAk2X3cTxUS3e8QIkTppbHx/MhY7uph3J3judImaUsNXcRtNRK9GwEEE/BbiCcAoO8gmwBWrD6EnRmwBp9JgBDX4OK+PijRha6nRxAaUoyJ5+4Yp9KryN5GGlKQrbXiL3XSgB3Th2ACOkI8AQB9BNnE0XAc136l7UeAINXWXFBW0Ho4FnzlAQaQg010kT7ZJ/FEyovmRsdxo+K4c3JVokR21ivjKQZWEU0EE9AVxBOhBy0eYAGyid9Q0gee5/3rrSvyNZyyInF+BDkFBI+2GOJwQ4GTiNT+SklqW0FL4jcw9xJgYBIJt7ue7K6X3twt6VTSsBgaUvDTU7mrhvIth4tobqkRy1pCuSWAYAKODvFEiMFfC1iAbEJGgwYlhuB5OXrg/T/6KVGEfJVGLel0nE5HD6eQtoQCgH1en+T2cC433xZASKJ82M/fbpAvRaUFQa/2X4Ocog3qTQCAW+A2VpON1SLZQSK0ZFQcNzKOnJPL3zRapRTR3FxNtoRcEU0EE9AdiCcAoHcN6GyiLZKgO2BeXuXorlin5RLjxYhwSa+lYYSo0UgatWjQY9sKQc/rlXw+lVdQeTycx8vRwKKxUV3byAuCKAry/wTlv3YhBV0hAxq++ADwqyYP+a5M+q6MrgoJRqJM+vjdcM6iD6kimggmoPsQTwBALxqg2QTXOjKCU/HyDpguJiOXFC/GxwhRkT6vV2xuIl636LSJTR6JrrjdxEdXPJLbjS0sBBmVmmi0nLxoOK2O09IVnYqumMx8Rirn8xFrk662XltTr3W5RZ+PphOCckkbFILADexhFBg3AQCdq7KT5QckutAcN8vCjYqXc4pT0lWaw0U0aU6xsz74imgimICeQjwRGjBWFFgw4LIJJZXwD5SQR0nExfA0koiL8ZiMkssp1df6duzz2RoEbEUhZAg+ukguR/vPtFf5P7WaRMaqYhLEnEHOvCyu2a6rb9RV1Wpa7JKXNihkgk8eViE3LQbgGArUmwCAY+O4fTayzya9v0dSc2RwNA0pyKg4/rw8lU8kv9RJW2uDpogmggk4PognQgDaPMCCAZRNtKUSNJdQq9XJCVJBttdoFJttUl2Fd0+NYG8Z4MPXYcDx+UhtpVBb6eA4EhHJx8SLSbGezDTSaNPvKzXabKLbo0QUglceSsENtFkeOIYAAD3ik8j2Oml7HXltl2BQSSPkSR/8rDTu6mGqZo/UF0U0rxrKKSM4yAlrCyZyErUvXIJgAnoG8QQAnLgBkU20n8Gh0ahjo7nBue5Is1RX7S3c4nE6sK2EgY42GGwNoq3BuW83iYpVDcoVxwx11jWaSg6FNbcINKFQe71erzLVgxtILQxsHADgODkFbl0lWVcp57kWnTBGnvTBX5jfWkRzs/+MpCdeRHNcApdh5uxe8buyE9petQ8mXr5UbW32IpiAnmofTyxeaa5svRrxBAB0V+hnE62phEqlVqksZn5Ijjc+Tmys823+yW1vxiYS4EgNtUJ9jT0+SZ2eLY0e2lJTF36wPMzuULvcHp/P5/F4BZFT5nmQ0IdxEwDQC6xublUpWVUqbzZTTWRkHDc6jrthJB+u5Q42iVv9xSmOr4hmplk+cdhd43mnT9hQRY5PWzCRm6R76RIVggk4bm3xxAOnSH/7yoJ4IoigxQMsCOVsov0kDpNRPThXTEl02ZvEbevdTVZM3wDoEv3u1FQKtVWO+GR1WrYUE9VSXRd1sNzkcLjp98nj9Xo530AYQIG5lwDQ6w610EX6bL/EESk3Ug4pRsVzp2aoVJxcRHNzDdnakyKayhnN1Tz3t4mqB9YdTzyBYAJ6V7t4wop4IojgrwIsCNlsoi2YoLvbhDjVuJFOt0Mq3OaurxEIAHQDbTxUlflqKrxJadqUjPoos7bwQHRTk9rpcqs8lFwoM7RrZKLeBAD0HYlwRY2kqFFaWiRpeGlYDD8qnoyN5y/IV3mF1iKam6ulYmuXRTRvGcW3revUcjzxlx+EHXWk+xBMQF9APAEAxyc0swklmKD7Wq1WnZFGhuY5qyu8xTvdGK8E0FOiyJWVqpUVtgAAEABJREFUeKvLfUPGiMNyq/cfSqyrV9sd9Bvmkc+tKwj++4RqPIHGEwAEglfkNtfIgyYIEUwaaZS/iOa8DLmIZpNb2l4nhxRbOxTRHJvwmx9pPPHAFNUdq4W9VtIdCCag7yCeAIDjEILZhFJgQq1S6bTqkUN8KUm+A0WeilIvggmA4+b1StvWOwtG6rLTy8MMSRXV4S0tdhoCejyt8zsEISRHJGGjAQCB1uLl1pSTNeVy5htjEMbE8aPiuUsL+JtHq2od/gqah4toxhuP3EaFqblHpvJ3rxGPGU8gmIC+hngiuGCsKLAg1LIJeU/Lc3RfG2ZQjx/lMYf7ftnksjWgugTAiaJNiJ2bXRm5utTMSoMuuqQsnH7d7JxTTigIzf5I6LUzUG8CAPpXnZP76qBEF7qeGUFoSDEyjrtlFK/XcCW2zts2ETr+kankT6vF0uYuHxbBBAQG4okggjYPsIAnIUTZ12o1mshI9fSJLpPBt3UtggmAXkNjiJK9nqIdrkhzXV5WvSXCEG4K0+t1Oq1WrVbJA5a4kArdcQwBANixv4l8sFf624/imZ/6/vit7ygDu2g88eg0VYKx854GggkIJCWeMPJuGk8kRhtNpjCDXk9bDfQTGHrNBgA4QaGTTbTta5PiVVPGOgWvb8tPTqcDwQRAL6upkIcjGbQt+dnV0ZGGcKMST2iUdgYJKWisAwBzRInbWU+iDUe7T7SBe3SqumM8gWACAg/xBAB0U4h0JNpOyREdqRo7wtVkFbZvcHqxrwXoG02NwpZ1Dkl05aRXWyxhSjwhD55Qy81eEjrQYAIARoVrj7GBSjTJ8USU7tdrEExAf0E8wT78DYAFoZBNtAUT4SbNuJEuZ4tQuM0liviKAfQhl0Pa8bODV7kyUuoiwo2msDCdf/AE/TKGTDyBuZcAENT0KjI7vbU5hGAC+hfiCcZhWwAsCPpamP7Thcpn5aBbtwmjXDwRt212SpjJAdD33E6ya4tz6BiSmmwoq4ggcr1MmYd46WUInFgU9SYAgE2PTesyAhYlqahB+rlKWl8p7W2UiL/Lh2ACWIDSmABwdMGdTfiDCd5/ulDt6GHeMIOwdZ3T5yUAEBi2BnF/oTt7cI0QHyZKRkEUlLaF0rwI/ngCjSQAYFFB9JHXWF3SxippQ7W0pVq0eQ7nqggmgDGIJwDgKII7m5CDCbVKq9Xk5YiJcd5fNrqcdmzRAAKq8pDPGO6JTz7g9eUJglGJJg4nFFyQNzIwbgIAWKRVyVsnuoHda5V+rpQjicJ6urVVNlm/2XAhmADWIJ5gE8aKAguCOJtQykxoNZqURD5nkKNkj8faIBAACLjiXW59GBdjKXa5cwRBFARBakXoOglaqDcBAAw6L5dbXSpuqJI2VUuN7rarO+lXIJgANiGeYBDaPMCCYK2FyXGcsruNtPAjhzhrKn1lJZjLAdBfuN1b3V6PLzm+1BxhMJmMOi0V9HUxcQwBABj07h7p4Q3iytL2wUQnEEwAy1AaEwA6CtZsQh40wcuDJkYPcws+ce9ONwGA/iP4SNEOl0btTIxrCjeGGcMMcjghtzDkojAkWKERDwBBCcEEsA/xBAAcISj7DK2zObSatBQp3Cge2OPBiTkA+l2zVayt8obpKy1mPW1h0CaGfErR4G5eoGEEAMEHwQQEC8QT7MB7DSwIvmxCOWko3WZpNOrsDJe9Wagux2yO0BSTkJY3aspJ884fOm6mzmAkPZQ1ZNzE2WdzfKDnFNDoLCk9b+y0hSmZg8kAc6DIQ4gUE1kXbjLS9oVO1zqzI0iHTmDuJQAEHQQTEFwQTzAC2whgQfDVwvQPmlDRYCIjlYTppW3bPX262dLpjcmD8ixxiWqV2uV0eL3u8gO7jSZLU2OdvbmRQJ+JiIxNzxm28fvPTRGRY6cv4FWTtq9b2aNHUKnUvLofPuFhJrPeaAqPjK4q20cGGLdLqjzkTUwtjzQnuFwGj8fr9VGCIATl0CbUmwCA4IJgAoIRSmMCgCLIDmYqgybUKpVWox6U6mio9TY19uFZAKLiksfNPIP2b3esW7Xh20+2r1tRvGNDXFJm/qiTVBotCSqZ+aNJUEnLHmZvsdHciWZAW3/8qmz/btJDe7av/enLdySxlz8hx3wnW5oayg8UkgBi6o9bWuwRBSncVCkf+jDodXLRCVXQDp1AYwgAggaCCQhe7UdPpMSaMHoCYGAKst6CvwSmim6nMtIEvU70DyDvK1q9YcjY6bb66uJfNng9LuVKulL8y/qqQ/u0Wh0JHjTSiU/NJEHFZI4UD8cKtsaahppywoCwcEtEVNwx7yYG8MSZrP1xfT5Sut+r4irM4aqwML2/baFVy+FEMDYs0BgCgOCAYAKCXVs8seSUhrZ4QqfTIJ4IDIwVBRYEUzahDJqgu16dTjUo1VFV5nHY+3Cnm5E3Sq3Rlhb/0vGmkqLtmuDJJni1Zuj4GVp9GAkqKrVGEtlqVNFgYui4GYQlbP5xKw56fR7OFFYWbjTqlZETav/AiWAbOoF6EwAQFBBMQGhQ4gkD8bTFEzScQDwRGGjzAAuCqd6EP5vg6fYpJVHiOamkuA9LYNKnik0e5PN6bPU1HW912m0+b+tZS2l+kTl4jFZnCDdHe1yOwq0/KXUoIqMTEjPy9HrjLz9/mzVkbHR8qrW+au+ODWqtNm/4JFNEpKPZtuPnb9xOO32EhPSc5PTc4l9+Vqk06XnD1WpNafHOsv27s4aMiU/OVGnoj7+U7tl++Bl1+aNOouGI3mCqrSzdt2ujJAqRsUlJg3LVau3Ojd/lDBsfk5DabG3YsX6lIPiyCkaZIqLoWzdqyqmCz7t93Ur6jNlDxws+nyU6zmSO+vnbT1uaGtr/gpkFo83R8V29OTvWrfL5jhyxEpOQlpY7jCe8SMT9uzZb61pnCxrNUYNyhmm0BoMxnD7Lrk1rBNpt5Xn6eyWl5zbUVtRVH6LvT4Q5pupQ8d4d6+k/Sc7Ij0vOoC8yNjHNZI60NdS47M0ZBaM4wv/w5VJ6h/TcEYNyhzsdLRu++Uj5E3T8dYzhkcmZ+dFxKWtXvHeMv1TXb137X5DnVTlDx9E3Xas30HfSVl+9f/dm4q+4SR8wzBRBn7Ro609ul6PTN42+sJyh43kV/dtqy/bvKj9QSD9jcUmD6FM3Weury/dnDR4bHhFVU3Fg7y8bYhPSB+WP1BuM9TVlO3/+rm1mQcfnOuKPS99e+oCJaTlF29bSv0hCSkbFoX2pGfm8SlVeUrRv5yb65mt0hiFjpusMBvpJcNqbSR+QJLKv0Jk3vMoYlhYWpnc6XW6P1+v1CVyQVZ3AMQQAYB+CCQglbbUnaDxx71dR5RzXFkmg9gRAyAuybIIee6VHYGNjPPW1xNeH8zlIWIRFo9Ham6xdTTg/PMuDG3nSvJqKkj3b1tKuJo0MaBdx0/efO+1NemN4VEwS7cPnDp9UW3WQZhCp2UNpB5iGGhUlRfowU3rOMLrs2b4uLDzSaDSHmcwpmQUttsaDe7anZg/JHT6B5hder7t418bUzMEZeSMrS/b4n5QbNnHW7k0/uBxN4ZaYsdMX0Bexf9dGtVZH0xCPx037z/XVZT6vNyUzPyEtp/zAbhqICIKQmjVkyw9fKC8+a+j4usrSuqpSuj584pyOv53S6+4+GjTEp2Zt/eFLURRyh08cMXH2hm8/pQkO/TVHTZ63ff2qpoZqjVY/cvLcUVPmbfpumSEsnMYT5ug4QRRoxlJxoIgMIvTXp/1nR7OV9tvpMmXehTR52btjnfIU9JeNTUxX1g/u2WaOiqMPfpRfxxhuiYxJVGs0h19j538pt7PlKG9d+9+R/mrb1q4YPXW+KAhbf/pSuTJ/5En1NeX7dv6sUmsnzDxz2MTZG1d/2vH9obkMjR7o+0Djg7TsYfQtcjsdNBmhMYclJoG+HpqY0E9FXFI6zWU0Gh19Ww4UbY2JT0lIzapJKqmtKOnquY7449JfhH6QaHgRn5zRbK2n4YWd5kFbfhg6dnpjbaXg/8545ee2lRbv6KNgQlFT6csZypvC7GEGvV2vo+mEV+MVRDHYWhVoAAEA0xBMQOg5Mp5odxPiCYDQFjRDrOVgQkWDCZVWo4qMcNND6aQv6fXyGSu9hwdHdCUpPccQZirds4PIx4rF4l9+pgeoc4aNoz/RbnVLUyPtN+7c+G31oX20t9/UWEsPVu/Y8G3VoeKSoq30R6M5iv5D2m9XTuhQVbpv366NNeUH6PFt+mNjfdX+XZtqyw/QS3pg3OS/Mz0q7miy0mCCrjdb65ob6+k1dDNN7+Z0tNAr6QFz+gg08vB5PeH+f9IRvd58uGjCiVdt5HlV1tBxh4p/UcpDVB3a12StU27KKBjd1FhDf0HiT3MOFG6lT0070o4WG31P6JUel4O+VNr3pr+j/4VFd/UsR4w0EwTv0X+dmooDtvrqtvt09Zeir7lHb117YeEWGq8owQHt9tPgo/0raS8zf3RVaTENJvyvUI48kjMLaDRwaN9O+rej78buzd/Tx9m16Xv6oyD4Crf8QF/V7s0/0M+P8kq6+Vz0M1NdWkzkepyNFQeLfl79KX2f6UPRp0jJyG+7myUqvr66b+t30C+srUHSaBrCDP6CmFp/PUwu6AZkYtwEALALwQSEqo6TO1B7oq/hPQUWBM24CXlCBycXwoyNpjtjqbG2b2sN+jxyKqFSHeP9iUlMdzntbQdXafeb5gX0cL3yI+1mioKvLdylPV61Rtu2OfX5vHqD8fA9Rf81nsM3ySvS4XqKPn8/XK2WhwBYYhJ1On3beRlcLrsg+jQ6PT0YLkqi4HIqAQF9Fo/bxas1nb5s2mlPyxlqiU3Yv2tzffWhjncYOm5mbFIa6cIPX7zdVhyU+Gdt6PQGp6P1IDzNXNoGaMQkpNLApe2e9LnouxEZn0QP2gv+367t0L0yFaLdMIce6OrXEdudoeMYf6luv3XtRcYk0Fym7W+h0Wit9dUqdScncDHHJtCnMIZblB+tdVVeT2vsJYmi19v6d6dvDv3ACL/W0ZR/VvlfSfefS5k1YW+2tr+ybP/u3OET6V/KbmuISUirrTwYgN16TaUzMqYmzJCn02l1Op3a6VapvLzAicEzsQNzLwGAWQgmILS1jZ64f279fV9Hl7W7CaMn+gLeTWBBUGUTPKdSq2KiPM1NpK9Pg2Bvkbt2emO4P0bs8tuqDzPRHmP7a2gH2BIdTzMIn7cbc07aOojd3h4YDMZmW/3+ws7mXHTYRnfV/9yzfT3NAjLyR42cPLeytHjPtrXib0+0+cvP35BuM/jnVqg79JM1Wr1aPveTut0LlNxOh06r7+y1KS/+eHrMXf067d+PY/yluv3Wtac3mASft/O/RfuH4nmdzlBXdUgZ9XCEbvzlue4/V1cqDu4dlD8qLXvo7k3fJw3KLdz6E+l7DTX0ryAYdPK0Dp2WHutoPZMoxwVNewL1JgCATQgmYCBAPAEw0ATHnI52EzSZfKAAABAASURBVDo0URZXY10fVsFU0P4qPbhNj07TI/+d3iHcEkMv3W6HTm+gscmvN0jyv+1WMHFcnE77EVUq5V63umfDDWjHWy7ksOKDqkP7EtOy03KGkROgDHk44lVFxSV7PS5REPz5zq8kTlImUPRY17uf7vw6ffGXcjlbDMYIrd7Q7pXwYSbzEXeTRNHtdlqiE9pfaYo49pyR43iurkiiUHlwT1zSIGN4JM1KPF0U7OxdNEB0u1QqdYM8DFOrpV/eIJzWgUYPADAHwQQMHG2TO2g8gckdACEvaLIJfyFMVbhJ0uvExhof6XvFOzfRODZn2ASN/zh/eymZg5WtYX3lIV6laqvRSPyDCPp0Jr+tvsoUEZmWO1z5kXbYc4dPlIRjvyHtN9+DckcQOVOw7968hr5ac0w8OQHNtgavx5ORN7KtWkRMQut8kPqacnNUnEbX2qPmeZVOa6irKiM95/N5VRqN8ltwvEpvMLX9Rt35dXrxL9X2RjbWVdF+fu7wSdzhU2MOyhvR6TwLW11VUnpOW3kI+olKzR5CeuLoz9WdfXPZfrnOxYhJc6oO7iWBUlvhFn3leiWZ0PqzCZ4LqpYEGj0AwBYEEzDQIJ4IDIwVBRYETTZBtz28io+L9nm9UpOtj2d0+DVba5XTbY6cPDciMrbt+qT0PEkSmxpr6XpFSZGjpSlz8Gh6N+I/S4IxIvLA4YH38iyUdt9zf5+s/df+11vlO7brYbZe39mPFSV76DNmFYweNeXUnGETJ84+m/ZalSFt9Aj1b7fPXNswAY/HRX+IiktOGpRHX1VMUnp0fIpyk9fjaursPKndJ/q8JXu3aXS60dPmF4yZljNsfHxyhtLtLyncKghC3ohJyqAHGiI47U1VpXvI4Voev/7K/peqvA/En7mo1Or25SdabA10D5SeO4L+FsPGz6S/hVYfRrMG2s/v6tfh5De49QGP/pc6ylt3BPr4YeFmfZgpOaPA0WytOrQvNjFt/Iwz6N9i9NT54ZZo+rGRfxGVyv8CWh9k/+6t9A0YedK8oeNm5I2aMn7mmW01O3nuiL76b388fOtRnuuIP65yf5VKdcQr97gctZUH6btaU3GQBEpdrZemRlqNWx45oZGbEcEVT6DeBAAwBcEEDEyIJwIAbR5ggWrx4sUdr5Vr8omi12mv/2Hp1yVSTSAGgB+NsiemG6H0FK+zyVlfE4hsgvgrNdIj/7QjmpCWPSh3OO0NhoVbmhvraB9PuQN9o2orSiyxCel5wxPTciLjkn/5+VuHvwxhUnpuQkqW1hAmCoK9qTEmMS0lI1+j09MfW5qtUfEpKRkFWp1e8Pl8Xg/tchvDLbTb7Ghppu0O+qMpIlKl1jgdzTyvSs0aQp+adtTtzVa5h1lRQm8Nj4zR6Y0VJbsP7dtJ/EM54lOz1BqdKAqOFltcSkZiWjb90etxtzQ1uB32mMR0S0xiZWmx29GSnJFP728yR0fGJLpcdpogkBPT1FBLPzLy2SvDLfYma9H2dcpgeI/baaurik/NpO8efVKasezY8K0o+OhvmjN0PP2lVBqt2+2k19Df0RwVq1Zr7S1NdB+TnjssMiZBF2byul1ej0fweVqarPRfJWfmm6Pi9uxYZzSa3S76TtfRzKLTX4fGFjRF0ukN9I/UbGugT9HVX+rob90Rvym9Mj4lk77ykj3b6WPWVR3S6g0mc1R4RGRjfVXhlh/pR0KrM2QPHUf/RvSTQ7MY+inyed0NtZURllj64ulvt2frT7aGGpVam5E7IjI2kf5eHpfT43bRVxKTkEL/0D4P/cmRmJ5Lwwh6q9tppy+s0+eiL6n9H5cjPH2r6WeJ/i2arHX0/W//4iW55qev0+qnfcTtElMy9BpttMutc1Fuj5d+4H2C5EeYJ7ltM2bMKCgo8A/8kIunKDUzOC64Rn8ADGhKk8bd3Ni47oPP90uNfXuarz6EYAIGMpdH2lninpSnmZLl2VxlcfnoF5u2JKTW/+CESV57anLC/PnzNX5o80C/4I74Pit9Bnqs2+v12huq9zxy+m2rhR11/fmdp98H+gXR67QR4aaxw5pqK1rKS/q83gRA6MkbMbmspNBuayABNHKiKSp2SF1jVFVNXV1dY6OtyemkEYVXDIbTdQi2A0uWLFm0aJHRaDQYDDr5GI08MwX7aYCg0L5J01Sxf9+/Lrx+pbDPGpTdmGAMJrKGjJp57hU1pfs/eeVJcrwWXXdbwehJj996KQ3xyXG59fFX6qsrXn/snqPfrVdebeClZOXPOe9Kp73l7aceOOImfZhx3KwFY2ectu3Hb7754DUSEiJN/O8XWpxEK5fGrG1paXE46YEPtxelMU+c4KiZPG7EM888E+an1+vpgZm2eIIABEQQnKdD6QbIJxCle2WN6PNguwPQYxqtXh9mCnAwQeS5JCLHefzn6VCr1KpgKzmBnTEA9L8ABxMGU8SoqXPmnH+VMdxcVly45vN3t3z/Nemh6ITknBHjcoaNob19cgLkYkUdyn717BG0eq3uGI/QW682wMwxcdnDxhSMPanTP1B8amZUbEJiehbNJo75UFMWnJeUnkVX0vOG7d3+8/LXnzti6CUjcOaOvoMWD7AgSOpNyNUP5f9pNIIH2QRAt+n0xsmnnD/ipFNGTz1tf+EWEnBut08SXWrldLL+5nUQjTnA3EsA6HeBHzHhbGn66YsPCjf+SNdXvv/fHgUTwyfOyB8zia7UV5V/8+Hr5IS9+/Qj91+14LgHTVCP3XzRyw/efvT7dOfVLrziZsIYW13N6o/fdDnsnd56sGjHj19+SLrhpNPOprkMfavp8uGLj086ZdG5N95NWIXaE30ELR5gQRBkE0pPhm5uNBpOpSIYNwHQfaIk0u+PTmso2vpTs7+Aa4B5PUQU7PKYCf+8Rfl/wdN0QM1qAOhfRwQT9bbATeXweNzyZQ9DgTEz5v36CC4WD7x35eivNjW7IDUnnzDpKGdD93m6daL0QfkjDIfP+L5vx+aKkuLMISMIw36NJ+YgngAIKcF0DlGdzl9e0RsE09QBGOF1O3/88u0N335sra8i/cHrEUXRpVZiidYJHSR42g1IQgGg33QMJl7+kukaEwsuv7Fg7EntrxGFABUv7xVdvdq0nMEX3novYZUknWjDuLrsQGxSWtuPoih0dbYydrTGE7yXxhPJMUYaT9BwAvEEQLALgnoT5PA5RLUaeePr61YEDABM8HokUXJqVarWcs9+xP+lDoZJoWjcAED/oJtKJZjISdQqwcSLy22+fu3pL7jipnBzpCUmflDB8K+WvnREecXJp55dMEYOJuZfduPsc6/84NlHKw/uU24aPe2UWedcrjcav//0ne8+eUu5kv56Z1x9a2J6VlR8Us2hkg9eeLy+suyIZ0zLHTJp3qKcYWMfvPZM+uPQCdPHzTxNF2Zc+q/FC6+6OXfkxKqS4lf//mdnSxPxF0qYcebFTntT7qgJarX2vstPpTua4SfNHDdjviiJrxye1pGQljn3gmuarfX5oydGxiY2NdZZ62reeerB2orSTl+t3hB26qXXh1uiTOaoP/z9hYNFOz979TfFMoeOnzZu1nyDMfyrpS+eff2dHrdr3y9bJ5+6aO/2jfRJI6JiTr/6luETZ2xc/cW7/34oNbtg4ilnDB0//f6rFpx26fWjps5x2e3vPv3IwaIdlpiECXNOHz19zkcv/tMcFTNl/nkmS9SKd1756YsPlCeaOPfMweNOammymqPjNqz45IgqEtnDx55ywTXxaZk7N3xPn6irPWxGwfDTLr1Bo9XpjaZ1X328+uM36ZUr332VLsod1FpdbHL65tVfEObJ8cSnjb8/PXLJ3Ia/fRVZTn9lzl8Bl0g+HxGCKhdjAcaKAguCYk6HP5vgeb2OJtoSNjUAQcTjod9fiePEw6We5bEIwXKeC9SbAIB+4W/2cHSjmZ2geflSNQvBxKRTFun0YUufXPLs325c9d5/O96BdqG/eutFuvL5/57+z5+vawsm0vKHjZw6+5uP3qgpOzj/shviUzOU68+/6Z5Dxbuf+esNT9x2ZXxaxhV3PdLxMRPSMjIKRmgNYXSdZgQGkyk9f1i4JXrBFTfv3fbzjrXf0JRk4tzTlTtf9Md733/u/975z8P/uPWyFlsjvSYiMjoiMiZzyCgVr1LuQ6+59r5/bVmz4qMX/vGvP13hbGl2Oxz01bYFEx1frcvpeP7em2rLD1WV7qP3PCKYMJgizDGxGUNG0cSkYOzkPVs30HeJ3qextnWsYlND3ZuP39s2YSQmKTU2MU0fZjz3xrvtNuuPyz+wxMbPPPtS+ZdNzwiLiKBxyaS5Z8YmpdGbvC7XnHOvVP7hsEkzzvrd7e/+52GaOxzcvf3CW+5reycpen8ataxf+Sl9S8dMn0dDH9KZxEHZp1x03X///ucnbr9y8+ovaTgyevq8I+4zdf65LnvLV2+/RIKBEk8YeO8DpzTKoyfCwuSxE/Ik0tYDIdB9aPMAC4Kl3oTckdFqRB9OHgoQVLweebgTz7nlXIJv/R8JEjiGAAD9QhlilpuoefkydZ3V0+/BBJWUkZuUmaNSa+j6T19+JEndfUH2JuurD9+56dvlX/qTi0F5w0hr+YaCjd8sp+s0R/hlwxra084bOfGIf7th5bKDRb8o6zQj+HnV59baatog/ODZv69f8dn7zzxKr0xIk88uYYyw0F69UiXB0Wzbvu5bumJrqFvz2TtNjXVtDzh25nwabZQW7ZAf0GE/uHcnjQaO+WqPwtnSREOE6tL9xnDz12+/8vFL/3r0xvPp9ZL4azePHsj3ut3K+pbvv64s3Uebtqs/evPbj9745oP/HSzcoaQMhZvW7t8pl6zes23DsteeXvf1xxu/XW40W2ISkumVcclpLbYGJXOhuQ+vUlmif33lDXWVy/77H/p+vvLg7fTWCXNOt8TEd3y1p5x/zdbvV9Dfka6v+fw9ejlh9sL2d9DqDBNPOeOtJ+6jqQ0JEko8EcZ7l8yxxkfqwgw6rVbjjyawBwcIPsFyDlHSGn9iOwMQhJTTACtTQP1faNSbAAA4Gtq5UqvU8nnKlF6W0M+bo5KiHRPmLLz72ffWLHt3zbJ3vv3wjW7+w/qKQ8r8AhoZ0EudfxBE1rDRarW27cwXYcaI0r279Mawjv9c+G2hR0Hw0f45jSSIv89PH1Pvf0C6UlteetGti8fNnL/8zeeUERyHH+HX41oanY7Ip96Mp7EFXXE7HS2/PbV2p6/2mCRJtNbXdPOkmz6vTxLF6kMHlB+bbY2J6dmtL9Ujv9T66grlxyar/Nr0/iqVq95/jS50JX/0xBFTZxF58oXm19/R0/o7Cj7vz6uWnX7VLUkZOda66iOeOj1vqNfniU1OV348WLTD5Whpf4dxs+d//c6rJbt3kKAiipLDLfJa4i864XO5PF61WhBFnqfvNKrUAQQT1rOJ9gO/BVGjVqOrABBMtDr5K8yr9Dzv8U/PCq58EWllFaG3AAAQAElEQVQoAARa2yGZUit/2yf6f57pue408wvLbf1bBXPTt8tpTHDGNX+cf9kNI6fMXvrE/TXlB3v0CKIoD7VQqeWWpyU6zut2ffbfp475r44YZ35kGYXDP9Lrn/3bjWf97o6hE6ZlDxtDu/ErD088af9Ptq5ZedKp54ybuaB0z06DKTwlM0/p8B/91fayLn4F0nFQvf+mtv3mpHlnFYyZtPWHVRu/+WL4xBmkCw01lcQ/BeaI67U6g9FsKdqyThmu0iljuOXHz98nQcUcxt14ZpSoCXvhlwIf36TTujUatcrDB8vsUXbgzQIWBNNcLMEnz1hXB0f5TgCQabWcJNHjfvKhKrmR0LrrC46QEXMvAaBfKH0qnucqWzQPfR8Xbdb9br5Fq+nnvsPWH1Y+dtNF3374ekJaxjnX30VOgLW+Jio+Mdo/W0Gh1upSsk7oJJ0ttsb//d9fXlh8S1XpgbkXXJM/akLH+1QfOvDWv+6LSUo546pbpi288MMXHt+wchnpC71d7HnqwvNnnHnx0ieXbP7uy6PvQ5VUoqKk+IjrPW6n3WbNKBje/sr0305aqS47QIIKDSb+sCia14d/Wj3FLenUylnBeF6ubIW+dg+hxQMsCKZswivIpYw0OmxrAIIG/cLyvP7Xn4Nq14eWDQD0I8l/yoGKJvV/tmX1ezxx6sW/U6k1jmbbF28+v/rjt9Jyh3S8z+E899gvct+OzbxKvejaP9GD+co18y66Vh9mJMcrIjJ6xlmX0JXiHZuev+8mZ0tz5pDRHe9Gf4WRU+a8tORPn7zy5FdLX9i77efuPTyRenj2a5fLEWaKUNZjk9I0en1bPc7jM3bGabaGmu6UgUjOKtj3y+aq0v0dbzq455fR005pq+thiYmfsuDc9nfY9sMqEjyUYEJlCP/GfopD0IqiPINDuSA4ugAQnIJpEILXK2/WtTrOacfmBiA40C+sWh3mb2HT9oJ0eGwt6k0AAHROOsznE3xen8fjPdTIv7p36FW5O2k88dxnjd6A1MXU6uXUQK3VKj+aLJELLr/xk5efIP6CkYeKd3f8J0rthnz5FJ6aJmt9+b4iXqXiDp8uQVmh19BL+s+3//jNiCmz/vjP/+7ftSUxLdvlaFn23/90fEwaYfDtQgGNVudx/VpBQC5lpGrt809dcN6uDT9Ul5V4PfIQgZI9Ow4/Ak8Ov4aRU+eMOGmms6VJPFyrstla/9MXH9J/QGOLrl4t5WxuSs7IjU/NGDz2pG8/eqPji1SrNe2vqSkrGTll9riZ83leNXLaHFEQ4lMH0R9//uZzjU7XPuagd2gbEqy85/zhFEN5DUr9UfobDcofvuCKP9B4YlC+PNiBhi86fdjm77+i6xHRsco/scQkFIyZ+PJDdyg/Kn8+lbr1AVe8+0rOiHFX/uXRoq0b6APS9bf+tbjtlUyce+a8i6/79OUnlcdkXFswscazwOryOJ0ut9vj9ni9Xp8gyAmF8iUiABBUVIsXL+54rb8XIXqd9vofln5dItU4SD/iefn83lotDZ0NcdENjXWiw47CNgDBIT5JEx0bT7iklhZHs93hcMjtB5/ScmC+0SC5bTNmzCgoKNDSDZCGbofUh8+EilmsAEFDadK4mxsb133w+X6p0UXYJ5cP5jjlXAN0s0M3Pl5iqBBSJiXW5aeqtxa7xL7cfBpMEZPnnTV+xnyNTh8RGWNvttVVHhoyfgrtu9LLlKyCyNiED1943OWwH/EPbfU1mUNGZQ8ZTQOCkt3bTrng6rTcITqDkeYOPq936sLzU7PyDWGmxtqq+qryXRt/jIyJS0jLiksdRO/87n8e8nU4GduYGaeNnTHPZI6krcDKkmKaPoyYPNNgDKed9vrq8rEzTxsxeZbeaPK43bXlB2efd9WYk0+JSxk0etop61d8uu2HVWqtbubZlw0eN8VgMPl8nkN7d9EOecHoyebY+JTsgozBwzMGj6D980EFw/dsXX/0V+txu4ZPPjklK3/VB/9z2n8dvECDg3Ez6Ys8zRITJ4pC9SGajMin5CjbuysxPZu+YK1e/85/Hho9dU7ZvqI92zakZQ+eevp59FnCTOH1lWWZg0dNOnWRKcJC/8a0Oz37nCvMUbH6MGNTQ114VMz008+3xMTrjUaadNC3dMj4qem5Q0r37v763ZcnzF7QUF3+7cdv0g93Q3VlWu7gM67+Y/bQ0Wk5gz964R91FYfoa4iMTVx4xR/iktMj/bU/6YM0N9aX7t2VnJVHfxH62fr0lSeLNq9r+11SswuGT5qx8+cfKjvMB2GNEkyowyJ+Ek6vbxFsTc2Ntmarrclma7bbnQ6niyZ6SkODQPd5HanJ8fPnz9f4oc0D/YI7onugpIyCINDg0d5QveeR029bLeyo68/vNv126HW6cJMxOso8OKf0ULGjohSnEgUIDsPHGVMHFYjSkPKqmsrq2traBltTi8Plokc22K+e7bMdeGDJkkWLFhmNRoPBIJ81XaOhu2rspwGCQvsmTVPF/n3/uvD6lcI+axB0V+gWhvYLaCaq02nDTWHmiPAoizkm2pKToLkwfVNNg+uFZVZvf59VNBjR7n1CWmZb/UtjhIX+eOY1f3zqzqu9Hg+BYNA+mKhrFhqtTXX0wGW9tb7RarU1N9E2htPpptkEDScEfEl6QHDUTB434plnngnz0+v19MBMWzxBAAIiCOpNKEc8/OiaBvUmAIKITi/XmxBEQf4GC/QQRtto5WDoHqDeBAD0B2USHO1d0cO/doerpcVBjww3NNqKq31LD46Ji9Jft8CiOaHyBQORwRRx3o1/KWw3UsDeZN33y+b9O7cgmAgWHYMJGknQrwZdoalES4vd5XLTb40gD5rAIGuA4BME9SaULgzt0shdG0mjRTYBEDzUWhq362kjQVDSCX88QYIGhoMCQP9QelZezsd7uBbHry0fjot8mxt7QdpGGk9g9ESPhIVH6AxhF916309ffmCtq6HXqDWa7GHj6I8EgkHHYKLBaqPBBF1oeNdilwdM0GTCP2AiCOaNAkBHwVEL0z8mUz7w6vHowyPoa3YTAGCeRkvUalGtiRRaREE5ihEMZSbaQRIKAP1DGTTq83V6Y+TbBPFEj9VXlr304G2TTjlz+ukXGs2RFQf27tm24bNXn/K4nQSY12kwUd9gpYvV1kyTCbvdKQ+Z8Fe0QjBxHNDiARYERzahzOigXZsWR0RKQq3OQLAfAWBfTLya4zQ8H+311fmUApjy2b2kYEkocAYyAOhHiCd6XfH2jXQhEGy6GUx4vF4EE8cN7xqwIDjqTcg1O2l/RhBbHBqfj4+O1RAAYF58kiE8PEupR+WTF59yeo5gaTag3gQA9K/D8YTg9nhdLneLw2FrapGL/9U3Flf73i4di9oTEPIQTAAMHEFSC9N/qFXu23h9PjEmNhHZBADrVGpiMktGY7pSzs3rlUdOKAOgSNBAEwcA+hniCRjIEEwADChBkE2QwwWr6UaH9m7sjnBTBKfCPhiAbZHRao7jtLpEj7/R4M8mfP5TdZDgaT1g3AQA9D/EEzAwIZgIJIwVBRYEyzlE5b2yfPTV62u2h9EOT1RccFTKABiw4pN04eHpXq9IG9Ny4WyvUqBKCJYTiBLUmwAAZiCegIEGwUSAoc0DLAiOcROU4Ofz+lxur0+IjE3AtA4AlkmRsaqwsDSXy0ODCbd/7ITv8Lk6gqUNgWMIAMAOxBMwcCCYABiYgiObUHoztFsjjwz3+Bwuc2QMr9Oj2wDAqPgkNceJOl0qDSZcbnrhVUpO0G9xUDUh0NwBAIYgnoCBAMEEwIAVRPUm5J2x1+ejG6Om5ghC1KlZGDoBwCKOI4PywiIisgRB7XJ7nDSccCltCLkRQb/LJGggAAUAtiCegNCGYKK/oMUDLAiaOR1040M7NvS4Kz0C63B53Z60hGSNISxoXj/AwJGYqtFopJiYCTSVcNK2s39Oh78UphBEEzoI5l4CAJMQT0CoQjDRj/BuAguCpm/ffloH3RNbW6JEUZeeg6ETAGzheZKWrY2KGiKIBhpMOJzyIk/q8Pr8X2ISRFBvAgDYhHgCQg+CCQAIonETrbthOZtwexwOt0/MiU3QGE0YOgHAkORBGrWaj4ud4HS67A6Xw6GMnPC0jpoIpgkdBEcRAIBZiCcglCCYAAASRNkEaZ3WIXo9PrfbTbs9tmaTIJgy8rQEANigUpHUTF1c3Fi3l6fNCLvdQeMJZdhEcJ2h4zCMmwAAdiGegNCAYIIFGCsKLAimbMLfsxF9guByeRwuekjW6RNzI2PUEZEYOgHAhLRMrUqljo4a7XA4m+VgwulwyuMm/LUmaDgRZO0J1JsAAMYhnoBgh2CCEWjzAAuCa9yEJI+b8HqVkhP0kKy1WS2K0Vn5BgIA/U2j4ZLSNclJJzndvha7gzYnmlvkKR1u/9lDg3DQBI4hAEAQQDwBwQvBBAC0F2QjDujelx57pf0c2t2xO10tdA/szg4zqZIHoSgmQP+SBo8OM5mSjKZ8+sVsarY3N9uVQRNyMuEfNBGErQo0gwAgCCCegGBkMfEIJgCgvSDLJvx7X0ne+7o8/kp7zuYWQeJHZ+TqImMwswOg32Tm6yKjDOmDFtK8sKm5hTYplDkd/lETNJoQgq0KpgLjJgAgOCCegOAiBxNnRiKYYAdaPMCC4OvP+4dOCF6fj3Z6WuyOphZ7U7OOU+UVjDQYwvC1AugH8cnqxFRtTu7ZLrdkbWqm2UST3KxwOpV2hc8XnIMmMPcSAIJJd+KJq05FPAH9TwkmVAYzggl24F0GFgRfNtE6dEIQvF6v0z+tw9bU7HQlqVRxQ8eEqdUEAAIpwsxnD9ZlZMyVpIjmZjttCisTOuwOh8vtVuZzBGnDAvUmACC4HDOeSIpFPAH9DMEEAHQlKOdBCH50oyVXnXA4mpsddFvmk4ZpdIbBYwwI/gACRmcgQ8YYoqOHmox5tD1h8w+asDW3NPunc8jBhDJkIljbFtiYAECQQTwBLEMwAQBHEaw1Gmh/h/Z53G6Pw+mmB2hpX8hqc6o0EyLM6qzBOgIAfU+lIsPGGU2m+JSUmbQ9QVsVtJFBL5ua5PNzeDyHi2AGZaUJBcZNAEDwQTwBbEIwwTKMFQUWBG82IdLNFu33uN1uh8MlH6ptarY1ixrt+KRUbUomTtsB0Lc4jgweZQgL02VmndHc4my0NbUGE7RxIZ+fg341PT7BF8zBBOpNAECwQjwBrEEwwTi0eYAFQVyewb/TlSM+nnOpVLxapfZfRlnCh2bk/GIw8Ht3ugkA9AGNjgwbE2aK0ObknOV2c7YmOZigC40I5TP7Ol1yBUx56lVwNy9wDAEAgtfheKLTGyPfJmMvSNtI44lXvrB6BQLQpxBMAEB3BHE2oex0BZGjGzLaF6LBhJJQqNXx5ojw+OR1YUbVzs2OLvbKAHCcjOEcDSbCwky5eed5vDqrzaYEE1Z57JIcTbjdQXxujt9C8wgAghji+gXhtAAAEABJREFUCWBB6+lCDRE/IpgAgKMK7tNa0O0X3YpxnFwX0+5w+dMJ/398pCV8Jid9N3oy2bHR5XQE8ahyAKbExKvyhuuNhvjcvHMdzl9bGP5BEy3+U3O0Ni8EIQSauhg3AQDBDfEE9K+2YOInYSGCCZahxQMsCPpTbvoLT3Ae4uU4roWnFxxNJugl3RiaI+Zy9h9GTbbt3Oy0NSCeADghtMWQkaNLzdJGRQ1OS5vT0uKirQrawmholMdNyJM5Wuz+OhMewV8AkwQ/zL0EgBCAeAL6y2+CiRbSFkzQlgOCCdbg3QcWBH02QfzxBL2k2zWaSMipxOHcT5LMFvMMn3fj8HHl+wpdFQcxuwPgOPG8NHhkmCVGNSh9ttky1NYkny6Uti2URWlhOJ3ymIkQKDPRBvUmACA0IJ6AwDsimJAbDIeDCRpSIJgAgI5CIZto2+P6OxIuJfdrrUYhCJGWsSZTdFb+9vgkae8vzpZmDKAA6AH6VYpP1mTmG3Q6dW7OIrU6Xpm+obQt6CVtX8gtDIczxIIJPzSVACBEIJ6AQEIwAQDHIRSyCXJ4j+tt3eW6aEYh+evw+Se9i5GWdLMlUaPdNGpyXV2170CR2+XERhDg2CJj+IxcQ5iJi48fHh83yevjadvCZmuRzxjqP2mofyqHQy4zIZ+ZwxdyLQyMmwCA0IF4AgIDwUQwwlhRYEGIZBOkQzyhnCOAdpXoQq+0mMMt5pnq8DoV/3N0XHPlIc/BfR6fhwBAp4zhfGae1hKtjgjPSE+fyXGmZrujuVk+S6jVRhd56IRNbl845RoTh0dMhEaZiTaoNwEAIQbxBPS1YwcT/oGWoXg8I7ihzQMsCJ1sgrSLJyR51V8mU57WIXq9PhrN0s2gOSI8KmaBKJZyZEN8srbsgLvsgDe0OlMAJ0qn5zLz9NHxvF4XlZ11mlob63S6W+yNTc12utBsgqYS8jyOZjmXcLncbrccTNA0MMSCCYJjCAAQihBPQN/pGEzQPOLIYMKNYAIAOhdS2QRpt8dVVvzTOuShEz6fz+P20sO79BBvuCkhPuEcj2ePSrU1LUuw1ku1Ve6GGsHrxSYSBq4wEx8dy8cnhemNolYbnpZ2ssmURRsQzXIoYadJBG1SyNmEkko4HHaHyyPzhVyNifawTQCAEIR4AvpCp8FEXUNjp8FE6B3PAIATF2rZBPHvcWlXyb/iFf3oNtDn9bk9HppN0MO89CBwuMloNGYmJuaJYrXFcigyZj+9s9PB11a6GmuFJpvgPwspQIjjeckcpY6OVccm6tQaUaMJj4nJN4dnafVxbre3sbGpxU4zCCe9tDW10Ev6XzONJRz+WRweL21e0C+XEgKS0ITtAACEJsQT0LsQTAQ7tHiABSGYTShoPCFJvFxzwj+5g24IaWeKbhLdbjftWNFeVrgpjAYUYWGRxrAkS+RJgq/O4TgYHlEsZDtEQXK7JI9HdLuIxyXKK07idotet+R20505AQgiKjXR6TitjtfpOY2Oo5c6Ha+ll3peo5VTOIMhNiY6LyIiW6ON9Hp8Lre7ud7mcLkcDvmb4o8kHC0Oh93udPiLS7j9wYQyYUrJAUMV5l4CQAhDPAG9BcFECECLB1gQstkE5T+cy0mST5REZdw53SbSTpW/02WgCUVzi8NE04kwfZhBr9cb9YaREebxotjoch5qatrvctURgJDFmyPSLJHZ5ohsjtd7vTSS8NiaGuWxRW43TSAc/oXmEfJZOBwueg1NJehN9J7+tkVoFpg4AupNAEBoQzwBJw7BBAD0llDOJgj5teqEUheTbhXlPphLntlB+10GvY5uMY1hBgPNJnRa+h+9RqfT6rR5cfFDNWo1R9wS5+OIVxTdouARRY9PaB04gUkfvYu+nToV8QhERGzb2zjCazQGlUrHczqVWsfxWp7Xqni9vw6L0NTi9XoaaZtBHg/hL8iifDtc/hFGNJWQp0HR/zxer7+grL9dIYX0PI728HEEgBCHeAJOBIIJAOhFIZ5NEP9O149rndzh8ymn7aAJhVOv1fnnd9A8gmYTckDhX/HHE5SGLiqeV6v1PEe7dirCE42KhhIcz8vBBI6p9iIaTAyJ4XbXS04fgV6knLNGLsIiER/NE7ySP1twCoJdjurkr4PXP9dJDuxoAqHEE5Sy7p/AIacSctGWw2cJHUiFtfEdB4DQh3gCjg+CiVCCfg2wIPSzCYVSIFMUOZGXhLaEwuNVa9xajVon5xDypZJK6ORUQr7UaNSUSsXTYIKGFP5Ugl7KgyZ+HTeBA6u9waghnIGrrZVaPAR6jf9DKv2K+IvDSv4yEa3fAv9EJ69cKdZ/2g23f51erzQm/ITWNsUAmMRxBNSbAIABopvxxEvLrQI6mOCHYCLEoM0DLBgo2YSiQ0IhqOhBYxXvVLtpDEGDCHmhwYRGLecS9P9UKhpNqOVkQtUWTNBLcnhOB2Z29KK9ZQR6nTLGQUkm/CMeJDlhkMMJuUCscqYNZWCEct4N5VLwT/egN4nyV0b8NdsYYHAMAQAGju7EE1fOs7z6JeIJQDABAH1iYGUTivYJhU+Qswbe4/XnD/L4CLU/oWiNJPyX9HZ6IWcT/niCKJGEv8+CbAJY1pomSK3r/ukYxD/6wX+KDXopj4loHRlBMwnlhLuCP40QB1Zdia7gGAIADCCIJ6A7EEwAQB8ZiNmEQkkoiJwviDRxoJtPOaTgaAzh9ccRbWgk4R8wwXFtQycUOKbaizQqaVAEX9IkegW8q72pbYSeUnXi14TCXx1WVP5PEpXWg9BaOFYasAMlOsCnEQAGFsQTcHQIJkIVWjzAgoGbTbQ5IqTw+oiSRMihhH8GR1vxS/99/JUmDnfZMG6itySHk9uGqf70ra/Ojre0N/2aL3CkLW5QsonWnKL9kAp/GwKRRBvMvQSAAahb8cQp5le/siGeGGgQTIQwtHiABcgmftUWUohiay2Jw0Ulflv8EpFEH/BoCOdTO10+h4tAr2sfNyjrotg2ngJDJLqEsVEAMDAdM564UI4nCOKJAQXBBAD0NWQTnWgrH9j+SmQTfarMRu76VqhsxpyOvtL2eUYM0RN4rwBggDp6PLEU8cQAg2ACAAIA2UR3dTzyDL3IIZKtNcoq3ltgB5IyABi4EE+AAsHEQICxosACZBMAAJ1DvQkAGOAQTwCCiQECbR5gAU8AGJBlJl+fo04wYrMIDMExBACAw/GEQLufLpe7xeGwNbXIvdP6xuJq39LSsWkJhitPMavQogxFCCYAIJAwbgKYoJwIRZTQFQSmICwDAMDoiQEKwQQABBiyCWBCvZO8vku0eyTM8AeW4NMIACBDPDHQIJgYaNDiARYgmwAmNLjlbAIbRmAK5l4CALRBPDFwIJgYgNDiARYgmwAA6BzqTQAAtId4YiBAMAEA/QWVi4AJqSby2DRVhJYAsARHEQAAfgOlMUMbggkA6EcYNwFMMGrJiDhOzaPeBDAFn0YAgCNh9ESoQjAxkGGsKLAA2QQwQTlPB8F5OoAlqDcBANApxBOhB8HEAIc2D7AA2QQwYVc9mfu+jwCwBMcQAAC6gngilCCYAAAWIJsAAOgKjiEAAHQJ8URoaAsm1oqn17VICCYAoL+gVBEwIdZALh3M61ToCgJTMG4CAOBoUBoz2CnBhEZvosFEbbPUaEUwMUChxQMswL4CmJBgVLIJbBiBIZh7CQBwTN2MJ3g0OdnTFkysI2cowURDI4KJAQotHmAB5nQAE5SJ/RK2i8AS1JsAAOiO7kzuuGyO9L8VTejesqN9MFHdRBBMAEC/QzYBTNhvE29fTew+nEMUmIK0DACgW7oXTxDEE4xAMAEADEI2AUxo8XLb6xBMAGvwgQQA6C7EE8ECwQR0hLGiwAJM/gMmmDRkeAzH4zA1sAT1JgAAeuSYtScyk8IumxOB2hP9CMEEdAptHmABdg7AhNxI7vGTVToVAWAHjiEAAPQU4gmWIZgAAJZhTgcwQekCSugKAltwDAEAoMcwuYNN3QkmPB4vggkA6C/IJoAJFS3S67tEL/aDwBaEZQAAxwPxBGu6GUzQaALBxMCEFg+wANkEMKHSQWg2QQBYgrmXAADHDfEEOxBMwDGhxQMsQDYBANA51JsAADgRR48n3uHGnp+68dLZ5LWvmwj0GQQTABAsUIkImDA+gXx9jlrDI7QFpuADCQBwQroqjVnfYN1TJZfGzEoOu+IUlMbsKwgmACCIYNwEMEE5QC1JOEwNTMEHEgDgRHU6eoLjlA2s5R1u7AVpGD3RJxBMQPdhrCiwADE1MKHJK22rkUQJh6mBIag3AQDQKzqOnrDamttGT7x1EKMneh+CCegRtHmABRg3AUzYXU/u+F7AYWpgCo4hAAD0lqPWnrCgNGbvQjABAMEI2QQAQFdwDAEAoNcgnggMBBMAEKQweA6YkGoilw7GpxFYg3ETAAC9qdPJHbTPXN9gLa6WS2NmJoVdNgeTO44fggk4PmjxAAuw7QcmpEZwyCaANZh7CQDQ645y5g7EEycIwQQcN7R4gAWY0wFM4P2NFQLAEtSbAADoC51O7pD8CInE5I7jg2ACAIIdsglgwg8V0ikfCASALcjLAAD6xFFrTyCe6DGLkUMwAQDBDtkEAEBXMG4CAKCvIJ7oLeEG7sYzozV6I4IJOG4YKwoswGQ+YIJZJw2LIQBMQb0JAIA+1VXtibr6RtSe6CZ/MBGlMyCYgBOCNg+wABt7YMKoWP7RqSoCwBIcQwAA6GvdjCc4Dh2nTijBRJjR9JOEYAIAgh7mdAAbOKS1wCB8KgEA+lx3JndcMou8scomSYiMf0WDiRvOaA0mapoRTABA0EM2AUzYWiP+eQ36gcAaNIIBAAIB8URPtQYTJiOCCegV+F4BC5BNABOsbs7qJgBMwdxLAICAQTzRfW3BxFrpTAQT0CvQ4gEWIJsAAOgc6k0AAAQS4onuQDABAKEKtTCBCbPSuE/ORC1MYA2OIgAABNQxS2PmpIZdMss8YEtjKsGEwRSOYAIAQg/GTQATeLk5QgAYg3ETAACBhtETXfk1mCBn1jaLCCagF2GsKLAA2QQwodEtba9FOAFsQb0JAIB+gXiio98EE00IJqCXoc0DLEA2AUzYWE0X7EeBLTiGAADQXxBPtGfUI5gAgNCHbAIAoCs4hgAA0G+OHk+8y405L/XngRBP0GDiD2cimACA0IdamMCECQncksn4NAJrMG4CAKA/dVUas77BWlQlvHtoXE6qPrRLYyKYgMBAiwdYgHETwIRoAxkcTQCYgrmXAAD9rtPRExwn96SKiOVdMi6ER08gmICAQYsHWIBsAtjASaKEcRPAFtSbAABgwVEmd9hNlippfE7qhtCLJ7oTTLjdHq/Ph2ACAEIDeoPAhOX7yXnLBALAFhxFAABgQsfJHVZbM+2ip6ptpXXCe2XjQ2xyB4IJABiAMG4CAKArGDcBAMCKTkdPFFZwUoNk5S3vkfHnhsroCQQTEHgYK7sBFjYAABAASURBVAoswLgJYEJuJDk7F9tEYAvqTQAAMKXj6IkVRU0bS+TSmIWVvtAYPYFgAvoF2jzAAmQTwIS8SO6cHHwagS04hgAAwJr28YRWdLVN7giNeALBBAAMZOgNAhM49AGBRTiGAADAHCWeiNEJL88mSTp3yMQTCCYAYIBDvQlgwo/l4l4r+oHAGmRmAAAsovHEzBSp0eEtqiUa7W9uKiRBWXsiTNsaTPwknVHXjGACAg0tHmABsglgQr2Lq3cRAKZg7iUAALP2Nopv7CIeHycS7xE3BV08QYOJ68+I0hmVYEJS8ggEExBIaPEAC5BNABNiDFKMgStsIADsQL0JAABmraukFyLHcUecuUMRRPGEEkwYI+SpHPXNIs0jGqy2+gYrggkAGGhQbwKYMD2F/+sEFQFgC44iAACwyKJr3T53PHNH57UnWN2etw8m6poEBBMAMJAhmwA20FYDuoHAHIybAABgjoaXXp2nnp7SuonuTjxxwcwIBuOJI4IJ+pqVYIIuCCYgwDBWFFiAOR3AhN31koCdLjAG9SYAABg0OYnX8OTnKrEtQT4cT3Ry59bJHekbLphJ3v6mSWKmA3aUYIJmK3IwYXe6PQgmIEDQ5gEWIJsAJuyqpwu2icAWHEMAAGDQwSbp0Q2Cw/ebTXRwxRPdDCY8Xq8oSggmAGCAQDYBANAV5GUAAMwpaZKXjoIlnpCDidMjuxNMCIIoYcorAAwYqDcBTDg5hbtzLD6NwBqMmwAAYEt8GNF3XTv7mLUnCtIN/Vt7QgkmTGYzgglgClo8wAL0BoEJCUaSF4WtIrAFcy8BAFjz92n8BflHa76yHE8owUS4xVykPwPBBDAFnzZgAeZ0ABNqnNLuBmwVgS2oNwEAwJThMVyyif+yxHv0o7xsTu7Qa4k8lcNs3qk9Q+UTEUwAABwB2QQw4ZtSuqDUE7AGTUMAAIYUNoqLfyJV9mMHCqzFEzSY+P2CKKM8leMMX5MwSNvciGACAOC3MKcDAKArGDcBAMAQj8D9VNHdfjs7kzuUYCIiUg4m6pqEyvom3t3EuxBMAEMwVhRYgGwCmDA8hluQiW0isAX1JgAA2JEXJVen6hEW4okjggn67BV1Nq/dGuaxIZgAdqDNAyxANgFMGBHHLczEpxHYgmMIAADsuGoIf93wHjcV+jee6BhMKDUmKmqs0TyCCQCA30BvENhAmw4EgDVoJgIAMCFaL42M41YePJ7GQn/FE10FE3Q5WNucpHEgmAAAaA+1MIEJr++WXt8tEAC2YNwEAAAT6l3cg+uEnyrI8Ql8aczDwYRlLTm94+lCi32O6fkunxfBBLACLR5gAcZNAAB0DnMvAQDYsaacnIhAjp5oCyZ+ks7oGEw0t9h3VzvUki/ZgGACWIFPIbAA2QQwIcEo5VgIAFNQbwIAgAXJRrkQ5okLTDzRPpiob/Z1DCbsdufBRo/L48kySwgmAADaIJsAJswbpLpltIoAsAVNRgCA/rcoh/vL+N5pJPR1PNGdYEKpMbG3Qcg2EwAAaINsApiAw9PAJHwwAQD6mYojM9L4Lw/0WsnsvosntBpOCSZ+FE8/ejAhCOLeBjEnEnsZYAXGigILUAsTmPBFifBDObaJwBbUmwAA6HeCRB5YK5Q2kV7UF6Ux/cFEpBJMNLTINSbqG+VUoqHR1jGYoC+g2ErOyJYfHXsaYAHaPMACZBPAhCo7V0UA2IJjCAAALNhaS3pd78YTSjBhiepuMEH/yd5Goua5TDPZZyMAAEAwpwMAoGs4hgAA0J/CNWRsPOkj3Zzcccx9wXEEE9ShZuLySdkWhOAAAK2QTQATrh3GP3EyamECa9BkBADoT9NTufsmqfR91kDoTjxx7vSjxRPHF0wQ/yMWW6Wc3jj/CMCJQ4sHWIA5HcAEjki9VuQKoJdg7iUAQP+ak86tKZNcAuk7x57ckbmBrr/3XVPH7ttxBxOK4kaSF4WKE8AEfAqBBcgmgAmVdqLGIB5gDOpNAAD0ryc3iQE4dHF88cQJBhNELjkhLcjiEU4AACiQTQATPtsvYdcM7MFnEgCgP+3v1dNzHEVP44n2wUR9s4+GET0NJqhim6jmVYPM0gEbonAAAGQTAABdQmMRAKDfnJzKrT4UuIy4+/GEVsPTYMIcaf5BOL2h5TiDCarExvlEKdvMH7AhCod+hrGiwAJkE8CE07O4ZBN5dhv2zcAQ1JsAAOgvI2LJXyao9jX6DrWQgDl6PPGuNO68rI0aNRcVrjJaLN95Tmt0eGy25garjaYSPQ0miH9s3t5GKSeSW1GK3Q30M7R5gAXIJoAJKSYuw0zz2r6sdgXQQziGAADQX2an83saxUAGE4qjxROSeakw+oJBm+xi2JfWk+0eZ4vdaWtqpqlEo7Wpp8GEQj5VRyQKbgEAyJBNABN4ThIR1wJz8KEEAOgfb+wSYwykX3QaT/ivlHy+8Nc8wzycyS01e70+u4NmEy00lWhqbjmOYILI4ybInHSCcpgAAATZBDDiP1tRCxMYhHETAAD9o9ohL/2l03iC5g1en8/u1Ot1EscRmk04ne5mu72J/md3OByungYTRD6NqKRXc6nhpLSZAPQjtHiABcgmAAA6h7mXAAD9YnISt7lacvXrRM8j4gmaNgiiQLMHp1OvVqs5jqM/ut0eu8NJEwqHQx4xQZOLHgUT1D4b8YlSTiSyCehnaPEAC5BNABMmJHAmLVmFWlDAEtSbAAAIPLNOum+S6sF1wppy0r/axxNyNiEIXq/gcrl5FU+zCUmUPF6vPFbC4z2+YIL4O4T7rSTHwqEJBACAbAKYMDGRSzAhmwDW4AMJABBoc9P4Fi/5qYKwoC2eUFZoPOFyq3hezibkH330f4LPp/x/j4MJxd5GKTsSFScAAJBNADOwTwb2YNwEAECgfV0qHmiSBGaaBUoq4V/x0gSCxhI0mzh8vUT/R1MJ6viCCWqvTZyVriIA/QpjRYEFyCaACe/vFbXYLwNjUG8CACDwbG5uYzVhCs0dBDmBoKmEvF/gOOVK+fJwbHH8+4u9DUSv5lJMUlkLOofQb9DmARYgmwAmlAf8BOYAx4RjCAAAATYhgWtwSXuthEFKQkF62/7WcphcGdpC0H/Q4gEW8AQAADqDYwgAAIHEE+lPY/mcyIHVSxIkuRxmtgVtcuhPaPEAC7AdBCb8cQz34En4NAJbMG4CACCQxiXw4RryzcArjL23UcodYIkMAEBH6A0CE2gnUERgC8zBhxIAIHDWV0nXrfC5en/aBOv2WqW8KAIAMMCh3gQwYW2lqFPhiAGwBp9JAICAGpj1IPc2Sno1l2wk5XYC0C8wVhRYgGwCmLBWPo05jlEDW1BvAgAgYE5JJ81e7qeKgbjhbSuHWW7Hfgf6B9o8wALM6QAA6ByOIQAABMxFBaoRsWRgEiRywCZlRxIAgIEM2QQw4fw87ooh+DQCa3AMAQAgEJJNJNHEfV0ycLe6exulHAsCcQAY0DCnA5iQFsEZ8WEE5qCZCAAQCOUt5ILPfA1uMmDttZLpqdjpQL/Bhw9YgO4gMOFQk6RVEQCmYO4lAEDADORggipulIwaLjGMVDoIQOChxQMsQDYBTHi7CJtEYA7qTQAABMDYOJJg4pbtH9AtgWIrESUpJwrZBAAMXJjhDwDQFURmAAB97vRsfnLyQM+CW8thouQEAAxgyCaACZOTuOkp2B8Da/CZBADoW1qVNDx2QFfBbLOnkaAcJvQXjBUFFmBOBzBhajKnU5PvytA0AYag3gQAQF/zCNyFy3w+eXM70LtGexulaSk4agj9A20eYAG2gMAEjiMSNonAGBxDAAAIAKfAeUVsb0mxVS6HmWBEewgABiiMmwAm/H2DSACYgwYiAEAfSgsnM9P4N3cLyCaIPG7CXw7TwlXZCQDAAIRxEwAAXUFbGQCgD80ZxM1N57wCAeIvh1liI9kWNM6hH6DFAyzA5g+YQI+cpEcQAKZg7iUAQJ8aG899dVCUJ3aC316rfBpRgMBDiwdYgDkdwISLCzgVzz24DjM7gCGoNwEA0KeuXymaNATaFDeKU5JVBABgQMK4CWAC7QSiFiawBx9KAIC+1eIl0GZvIzFquCg99j4AMBAhmwAmrCkXvy/DoAlgDcZNAAD0Cb2K3DKKN+vQCf+N/Tb5MtOMvQ8EGsaKAguQTQAT1pTLCwBTUG8CAKCPTEvhThnECTgq8VsugdQ6pEHIJiDg0OYBFiCbAADoHI4hAAD0kdHx3NpKqcWLzeyRDjRJgyLwtgDAQIRamMCEu8dzPMc9tB4HUIApOIYAANAn/r5BjNQR6OigjYyIRTYBAAMRxk0AE2gwgVqYwB60DgEA+kqjm0BHJTYpw0IAAgwtHmABxk3A0YiiGJhh7bvq6FMRSezdfELieKRvcPww9xIAglrAduI9ddlg7usSqcpB+gLddPPBvPcvaZI0PJdkJBV2AhAwaPEAC5BNwNGoOU4TkNNsLz8gbxL1vfp5lETiIQDHD/UmACCocb29Y+0t7+7p/Z1+G3qYwxvM3aySJvlykBnZBAAMODiqDADQFRxFAACAgPKKpLxFRDlMABiAkE0AAHQFTUMAAAi0EitBNgEBhrGiwAJkEwAAnUO9CQAACLwyu5QcTgACCW0eYAGyCQCAzuEYAgAABF51C4kPIwAAAw2yCQCAruAYAgAABFq1Q4rQ8bqAFCMHAGAHsgnoNxzHnXn6aZ99+Nbc2TMIAIswbgIAAAKt2n921SQT8nEIHLR4gAXIJqDfjBo5bPq0yRkZaeSEzZwx9cN3X9u4dtVH7/+P5h0EoDdg7iUAAARelf/soXEGtNIhcNDiARZgqwd95c7bbj76HTZv2f7V19+QEzZ86OCHltxTWVm15se1g9JSH7z/L+efu4gAnDDUmwCAEHbM3TT0F49IGp1SvJEAAAwoyCagTwwbUjBsaP4x7+Zye8gJO/+8M8867/Ibb7nrj7ffc90Nf5Ik6dKLzyMAvQBHEQAgNOn0urlzMKGSXdUOKT4M+TgADCzIJqD3DR86+O8P39ude4qCQE7Yp8u+qqysUtZ/3rhl4+atcXHRBKAXoF0IACHIbDH/+5+PxMZEEWBVlZ0kYNwEBBDGigIL1ASgazExUdddedGp82bfcPMdp88/9bRTZzkczif//fxXK75V7nDeOWeePP2kxkZrfHzc+x988uXX35iMYX+89Xr6D6m3Xn9h27adjz7+JL3nwvmnXH7J+bxKRfOIZ1549Ztv17R/otv/eOOC+XOttqZ//uuZ739Ye8TLuOSic2+79QaNRvPs86++8PL/vF7vtCmT/nr3nzZu2rLk4X+s37Cp/Z3rGxpLS8sJwAlDvQkACAFnnn7a9GmTJUmaNmXyz5u2XP+H22/9w++ysjJVKhXdTTvsjmt+f2tqSvItN//O6XAkJiZWVVU9+thTzS32hQvmLbn3Lrrz/XTZl4//8+mGxsaU5KRHHrwnJib6lj/9Zc/efXfcdlNFLx8sAAAQAElEQVRMVGRCfPzo0cP//cxLL7z0WvvnpQnIOWcumH/a3I8+Xubx+S48/6yoSMsHH3725H9eoLfOmjHtrDPnh4eH//uZFxf/7c7mZvsFl1zDcdzNN147ZHB+UmICr+L/+9rSdz/4RHm0kSOGXX3FxU3NTSdNnqDVaCdPP1W5fvSo4X+69Qa9Thcebnrn3Y9fee1NEhKqHNLoOBxBhMBBmwdYgGwCjiYxPm74sMFxsTGXXXz+wdJDb7z13tVXXvrow/cV7zuwb3/J3Dkz7v3r7dNmLqTtlRt/f7V8ffGB4v0HrrzmpnfeeMnj9Vx65Q3K45x39hmnnDLrymtvom2dB++/+7FH7r/kyt/v3r1HufWyS84rLNr776dfvPbqy/72l9vnnHb2ES+DPi9tD9GE4ueNW2gwQa+h+cVlh8oXP/CY8mN7mYPSP/nsCwJwwnAMAQCCXU5WJt17nnPBlXR9/LjRV15+EV25/8H/u/vOWy4476yLLr1Ouds/Hl2yq3DP4gce1el1q1d8qtXq7rx78WfLvtSoVUvuu5vufOmOnt6trLyi9FDZ62++R4OJ889bZAwLu+uvS+j1tA3Q8anzsrNSUpJzc7ImThhbXlH51lvvX3bJ+XRHX1lV8+WKb+LjY8eMGVVRUTl96uSf1m6YctJE+k8eWPxnGo5cd/0fBUG4/NIL7r3nDlES3//wM3rT/z1y74WX/K6+oYFGHm+++qzyFLm52TffeN1Nt/6ZHiOhr+FPt15fW18fGm2AageJCyMAAAMKElk4mh07C1d+8z1d+eLLFc+/+NpLr7zx+D//rVarL7vkAnplxqA02kpQ2iu0mUKPwCQkxHd8EJMx7A83XvPGW+/SYIL++PkXKwv37G1/h+/WrH3wkX9+8NGyDz/+PDExPikpseODvLn0fVEUTzt1jvLj4IK8X3bu7hhMjBo5nF7+7413CEAvwDEEAAhu+fk5iQnxdH9N1zf8vHnX7qKO9+E4LiUliR6BoOtul/vgwUMJcbHKTXS/fKis/OxFC5Qf6Y5+xLChK1atpusFebn5eTkajYauv/3uR6J45CTNDRs3v/3eh3SleH/Jw48+8e4Hn9x46110x33RhWc32ZreevuD4n37LRbz08++8tDf/3XqwvPz8rLPPH3+cy+8Kvjne772+tt7ivfdetPvw03GyEhLUmLi2DEj6PU2q+2rla2DN2+6/prlX6ygwQRdf33pe/Ty3EULSUiotksWPadTEQCAgQPZBByDUhKiqqpW+ZE2U2jEkJebTddpWjF91ul0ZdqUiafOm0VXtDpNx0cYOnRwVGTkocPzLNau+/niy37XNmiCos0gZaW5uYVehod3MsOSto1oo2rOrOn0kA798dyzz3jnvY873u3G31/11/sekiR0KaFXYNwEAAS3nbsKNVr1u2+9vPhvd0VHRf376Rc73ofuNCdPP/XV196KjYm+5qpLoqOj1Npf9+bvvf/pyBHDRo8aRtdPmzf7ux/WKjvZLdt2DB2S/9Xn7115+UVWm40evej4yKJPpJd1tXXKj3R3//PGLZmD0g16g/y8olhVXeN0OZVb586Wa3OWlJS2/fN16zbR8GLkiKFWq41e/3+PLH7uP4/TCKPttxg5fOj4CWPuvO1muvz+miu2btvR3NJCQkKD/12J1hOAwECLB1iAbAJ6hrZIKquqTMbWgYYXnHfWM/9+zGyxfPxpl0MoU5LlcRDhEeHkWJRDJVq1ptNbP/x4mdkccdops2k8ER5uqqyqPuIOt978+xXffNc+9QA4EZh7CQDBbv+Bg1dcfdOhsopzzlr44Xv/nXHylE7vlpaa/PijS669+tIVq76rqqpqf9Pb735IjxxcdrE8XvKMhae+8+6HyvWffLr8zrsXazWa22694e3XX8zMSO/GyyHlFVU8z0dEdHIQItE/9JLu39uuqfS/kujoaNr2uOyqG1d/9+OUkybS5/r9dVfQ62nAERll+eGHdf/3j6eU5ZIrrr/xlrtISGjyyjugcC0BCAy0eIAFyCbgeJSVVxC5TsT5V19x8Z//uuSzZV+Srocq1NTIYy7GjB7e/krl8EiPfPHVquqauvmnzZ0/b/a3q9ccceu8uTN5nnvn3Y8IQC9BvQkACAG7dhede+FVSx58jK7/38P3KWMW2gszGF5+4d+FRXsefvSJtpGMbRxO56fLvqChxvBhQzRqTemhX6tNL/9y5fxFF730yuvZ2RmL/9bdUKC5xU735h2vr62rp5fp6am/XuVvWhwqk5+xobHxltv+cvXvbikuPvCH66+ZetIEp8vZ2GA9onUxcsQwEhKa/edYj0A2AQADCbIJ6BbN4eGdOp02OSlBOU/HmaefVl1T09TU3PH+kn/+qrK+7ZfdtCFy1eUXjxs7Srlm4YJ5x9Hpo4dNPv1s+bgxI2fPOvnLr79pfxNto0ycMO6fTzzbds34saMJwInCUQQACG5nnH7asCEFgiC8+8End959v8FgGDumtTPftpueMWNqYkLcnr37u3qQN5e+Ty+f+tfDy5Z/1XblrTf9TqPR2Ky2J/79/Cv/fWvE8CFd/XON5tce9qBBqau+Wd3p3b5d/QO9nD1zets1yclJtXV1mzZvUyab0GvWb9h01XU30YbHWP9eftuOXxacdsqUyROV+ycmxF9y8bkkJLgFziNI4ToCADBwIJuAbpk1Y5qycv65i/YfKP3ok8/put1upwco7vjTH3537eUXXSCfXGPcmNEL559CV5qamtJTU7MzM6658hLacPnfG29HRIS/9NwTTzz+0H333Dl31skrVq6md9Nq5fbK4dYR4Xn5A6nWaLp6Ge+8L9eYKC0tU2Z/KCaMH7P43rudTpcy45Quf3/w3oKCXAJwojBuAgCC3h233aTMxKyva6CHCgqLium61dZE97lz58y48vKL3C43veb2W2887+wzltx3d0J8fHxc3HnnnNlWmrr0UPl33/+k1xs+bZdNREdH3vGnG5X1Rqt1x87dXb2AKVMmKCv5+Tl5OdlPP/uK8qNKrda22+Nv3bZjxarVp82bTXfr9Me0tJR5p8x8+tmXlVsvvfi8rMxBdMXl9thb7PTOdP3p518RBPHppx59+t+P/d8ji99b+soH/pN6hIZmDwnXYDcEAYKxosACnEMUuiU+Pubpp/7ParWGm8JvuOkO5cqX//vW43/Po6nEq68tXfzg/33ywevh4WHKiIZ33//koQf+8re/3P7X+x6iPz77/Ku0/UGP3tAGx4pV3931l/slScrJyrzoQjnROOvMBQ2NVq/XN//U2fTHSy46x2az7T9wsOPLqKqq+eHHde9/8GnbNYML8p74x8PhJuOl7Q6V+Hy+fzzxNAE4Mag3AQAhYPSo4R9/8Cbde0ZazDfefIcydeLzL1acdcaCm2+49tHHn1zz4/oNGzePHzv6oovOuf2Oez0e99Qpk8rKKyoqKtseZMU33zU1NykpRpuLLjhn9MjhO3fv0eu0d9x1X1cvoKXZTg9OlJVXpiQnXnv9HyurqjUazekLTsnNztLrdfTwxtvvfUwPY9B73nn3/Uvu/fNDS+5psbcYw4zPPPvK+4ezhuioqLdef37VN2tMRuMzL7yqDLLYvXvPH269687bb5o4bszB0kP3LH5k7bqfSahocpMIHYcRfBAYaPMAC7gjzmgg+dGD0l6v195QveeR029bLeyow4d1gOIl6apLz73rjlsWnXPZ3n37SVCRRMmDkUFwAgRbyZIl9y9atMhoNBoMBp1OR9vTKpWK8yMAwLb2TZqmiv37/nXh9SuFfdYB1KSRRFGv7p2N1d8fvPfdDz7avGVHj/4VPQjx0fv/e/SxJ19/6z0SKKIkeaVQ2Ps/Pp0/YCNPbxUJQN8THDWTx4145plnwvz0er1Wq6VtHp7n0eaBgEHPDQCgK4hlASBY6VUkx0J6RWJCfEJCXE+DCThBTfKcDgIAMHBgTgccg1LCSqVREYABBwcKACDIJBtJuV1e+d1wflw8f/XXAjleGYPSXnvl6ZKSQ/HxsfcteZT0nFJIW6VGa/N4NHukGAN2QxAg+KgBCzBuAo4mJzvzNH8NiJtvvG740MEEYCDB3EsAYFyYWoo9fErQeybyX5+jfnBqa9NuRan4z03HH0xQXq+P5/ioSMtDf//XuvUbSQ/l5+dcfsn5dOWsMxbMmXUygR5q8uAcohA4aPEAC5Bkw9HsLd5/zgVXEoABCTWrAYA1Fp1cJ8zmlrdOL5+iSg3nvjskPrReLkmwqlT88oBYLBfUkG/dVS/XXTqRehNl5RVTZswnx6uwcO9df11CFwLHxeUjBjV2QwAwgCCbAADoCo4iAEA/SzBKVhfnEuTJGo/P4KP1/Ks7hKVF8tbp3UKh0s7tbRSVMGJthfIv0JsNEV6BqDG+GQAGEmQTAABdQRMfAAItLZyUNssrExLJn8erjBruL2t8G6tJjVN6fZdY3CjuaWy951fyubYlbKlClU8iGmQTECgYKwosQDYBRyMQSTqhyar9SkJBFTghqDcBAAGQbCLlLfLKebncpYN5nZo77zOv1c2V2MjTW8R9NvGATe4zeEVueQ/P5U03YR5hwG3HpFDpYcnjJtBbhEBBmwdYgGwCjobj+MBsqFJNRMWTkibSm7BHhxODYwgA0Ov0KhKhIzUOef2OcfycdL7BJV2wTD4OsK1OKt8g7rdKVn85iWoHqS49oWERPM+jtxG8aKykxknSAGAgQTYBTLgwnw/TkMVrRQLAELTqAeBERWjlo98Nbnn9udmqTAu3rkK89yd5f/f9IWl1qW+frTWAKGogRdjswGFegWiQkAPAQIJsAgCgK2gVAkCPxYWRFo/k8HExBumpGeqYMO7NXcJru+TQ4b09Yp1TKm5sDSPWVylJBDY10Akvxk1AAGEzBCxANgFM+KFC0qI2BDAGcy8BoDvaqleOjCX3TFRF6Lj7fxJ+rJDqnNxbhfJJPfcfHhmxqhRhBHSXTz5PBz4q8P/s3Qd8FGX+x/FnZns2PQRC7x1BqqiAoqKABQv23nv56+l5lvOsZzu7WM+OoGIXy9kREAHpvXeSEEL69pn/zO4SQkhCwGTzJPt5v/KKW2ZnN5MxzPOd3/ObGOGIBzIgm4AUZm7jTyKkQ78JAFVqk6hvKTH/PpzSWbmij+q0KRd9E8wuFVtK9FcXaWt26et2t0/6ah1hBA5SIDzP1abqAY39B0BcIJsAgOoQmQEwu1emOvXsUnN8eHN/9cTOarFfP+MLs3vl8p36E3ND6wqEEUwY8jzK/zbydwN1IxjOJqyKCAgAiAtkE5DCbYPUFLuI9AYDpMGpKiAeJdmEzaLne82/AM8erfZspi7M1W+fZoYRM7Zqs7brawu1yN+H1QXmF1AfInUTdovwNN6ruaPxoFYUMiCbAICq0W8CiBPNXMIT0EuDSrJdvHScJTNB+XhV6JVF5l+Az9Zqby7V1uwOIObminBFFQfxqHeabu6BgXtqawAAEABJREFUCvsaYoJjHsiAbAJS2Fyk7+RKWZAM5xCApqp1othaYt7onSHuP0JNdqiPzw79sEkv8otJy7W1Rfq6gmgA8fNmAQAAYoBsAlL4cJXO3H7Ih30SaCICO7dGbozpoFxzqOqyKlf9L7ihyEgo9NcW6WsLgmsKo0t+tZ7ulQAANACyCQCoDoMToFHSAl5/YZ4jo7Vxe9Nn/8n+ZaJisUWeWrFL+89csywicqGNAp/yHd0rAcQ9jnggA7IJSOGMbkqKXbyxhANESIS5l0BjESwr0vwee2oL4/aS564oXPlHYrvefe+YZNxN7TU8oWP/oOrY9N8bjbvrC5X1ZokEx+EAsAdHPJAB2QSk0DZRNEtQ+MMIqdBvApCWvyBHtTmt7hTN55n30Dhf/vasYWd2PvefxlPGjTajLk9s1yuyZHK3IYFAoGjbOgEAACRGNgEA1SEsA2Th3bHJmdnOuFGycenSF68JlhZ0PvferGFnqQ5XmxOuTGjZJbFNj8iSzQacELmh6/wvjMbhhv5K+yS10oNum/mv0H2HW4Ja5aB8wQ5t4nJ2bwBNDdkEpPDMPHphQkLUTQANxpO93pXV0biR+8eXaz94UPN5Dv3HR+42PewpGc0GnpDeZ0RKtyGRJbOGnSmAxmzWNv2U4VX/i9O7WeXMwh/Sn52n8S8U6ha1opAB2QQAVI1+E0DMaAGfvyDXmdnWuL3hs6e2fv+mcePIFxcb3x1pWZmDxpqpRGpz4649Navz2fcIoAmZmyNmbtWOaK3WZuEPVkY7uQJ1iGMeyIBsAlJo7RYOi1hXJAB5cA4BqFf+gpxI98plE67ftXSau23PQ+/80Lib0KJjq5EXuNt0jyyW0m2w8SWAJu2FBdqhzZUE237+3ckt1SevCFE0AaBJIpuAFE7vprROVO78TROARDiHANSLFa/dUrD894wBJ3S94AHjbmL73u7WXZM69o082/zw0wQQZ/I8YtIK7fJDLDUvNmFhKKARTABomsgmAKA6HP8BdcCXv23Dp0+XblnR6tiLIr0hVJur9XGXpPY4PLJAuxOvE0Dc+2S1Nqq92i652n96Zm7VZm4TQH3giAcyIJuAFD5ZpTssnKOGXJh7CRycorXztn7/RsnmlT2vfCqxwyGqzSFUpcURp6d0HRRZoNsl/xYA9hbQlBcXhB4bUfXBuT+kv7CA8lLUF454IAOyCUhha6kAZEO/CaCWdsyZmvP7Z6VbVw5+6HsjiVAU1ZaU3mbUJY70VsaztqSM7pc+LgDsz/xc8csm7eh2VTTF/GClnucRANCEkU0AQHU4iwBUbcv/Xs9f/KvQtL63TzTu6pqWkNUpc9DYyP81SZ0ONb4EgAP36mJtSMvKTTE3F9ECE0DTRzYBKVzbT+2SKm77lWJFSIWjQCBqzcR/lmxemdi2e5fzze6VeiiY3HlAUodDIs82P+xk40sA+MvyPOLtpdq1h+7VFPMlWmCinlErChmQTQBA1eg3gbjlL8xd/8mTpVtWZg07q9XI882HFDWj79Hl1/JsO+YaAaB+fL5GO7HTnqaYM7dqc3MEUK845oEMyCYghTnZ2roCAUiFcwiIHyUbl2z+9rXSLcu7XfRIctdBFkeC0PQWQ8eldh8SWaDLef8SAGJCE3uaYpYFaIEJIF6QTUAKnBCAlDiHgCZr5/zvs2dMKdm0bND9X1tcSUYWZ01IbnXMxc7MtsazFmdi98ufEAAayPxc8b8N2vEd1EkrNFpgAogTZBMAUB3qJtB0bPvx7Z0Lfwp6Svrf/bFxV9c1V/P2zfofr6jmkUBi+95dL3xQAJDGa4tCHZKVT1Zr/GOEGGAngwzIJiCFsZ1E5xTl+fmcpoZEmHuJRm3tpAdLNi01Aohulz4mzEtphJI69HW37RF5ttmAE4wvAUBWhX7lhp+4NgdihCMeyIBsAlJo5Va6pir8YYRU6DeBRiRYsmvdlMdKt6zMHHJim+OvMB9SlbTew1O6Doos0HrUZQIAAEBWZBOQwrZSPcHKOBCyISyDvIwYYtPXL5VuWdH5rLvS+oywJqZpQb8RTKT1GhZZoPPZ9wgAAIBGgmwCUvh6nTD7UgNyIS+DRPIX/5I97YOSzcv73/WxLTlDsViszoRWIy9IaNU1skCPK54SAAAcOGpFIQOyCQCoGv0m0LC2/zpp5/zvfQXZA//1tXlf1x3NWqf3O0a12Y17CS27dL3oEQHUmtsuMhJVAaDe5BRpvqBojDjmgQzIJiCFfpmidVKkegKQBecQEGMbPvlP4do/7cmZPa9+1rirh4Ludr1aHHFa5Nn0viONLwEcrDF9HY+elSQA1JuzXiyYt7FxhhOABMgmIIW+zZQjWitfr2NaB6TCOQTUo5C3ZN2Hj5RsXpnR9+h2J98ozMKIUGqPoSldot0rWx1zoQDqVJlPO2dCoQBQ11LdyjtXpQoAfwHZBOSgKMzth3zYJ1GXPNnrNn71Qunm5R1OvTWj/yiLMzHk92UOHJ3a64jIAh3PuEMA9Smki2XbQwJAXWuW1LiPGTjigQzIJiCF7zZos7YJQCrMvcRfVLB85raf3yvZvLzvre84M9sqFptqc7Y86lx3256RBXpc8R8BAEBD44gHMiCbgBRyy8wvQCr0m8CByp7+Ud6f33h3bhv0wLfCnKOhOdJbph9ytDUh2bhrxBPdLqZ7JQAAQBXIJiCFTJdIc4pVuwQgE84iYD82fv5MwarZtsS0Xte+aNz15KwPlhWndB0ceTat1zDjSwAAAGB/yCYghWPbKaPaq5f/j0mwkAp1E9iL5vesnfxQyeYVab2HdTj1/4xHijcuURRL4u45GjSMAAA0RtSKQgZkE5CCeXqaP4mQDP0m4M3duPHL50s2L2934rWZg09S7a6CFbNcWR1dzTtEFuhz0+sCAIBGjmMeyIBsAlJYvEP3BimagFw4hxCHPNnrc37/JH/JtJ5XPu3K6qTrWtHaee42PW1JGZEFBj/yowAAAEBdI5uAFJblm1+AZDiH0PSVbFi8a8XvZdvXdL/0cfPu5mU7F/7obtNDqKpx19Wi4+BHfhIAAACoZ2QTAFAd6iaaoF1LfytaO1/Xgh1OvdW4m7fg+11LZyS27aH5PKrDlTn4RONLAAAQTzjigQzIJiCFM7oq4zqrF33LtA5IhLmXTUPuH1+WblnhzGzbcsQ5xt3tv7wfLCtK6Ra9lIaRUERCCgAA4hZHPJAB2QSkoOlCVfirCLnQb6IxMnKHvHnflm5ZmX7I0Wm9hxuPbPrqeWezNq4WHSIL9Lr+JQEAAADJkE1ACrllYjn9JiAd8rJGwLdzy86FP5VsXtFuzNXO5u1DnqJNU18yL+qpRKOlQQ/+TwAAAEBuZBOQwoxtuvElALlQNyGj0s3Ldi2bUbJ5eY8rnhJm98qV236ZlNi2uxb0G3cdGW2G/PtnAQAAao1aUciAbAIAqka/CUkULJ9ZtObPoLe005l3Gnd3Lvpl54If3G16hDxFFldyxqHHGl8CAAAcLI55IAOyCUihR7oY01F5+k/+LEIinENoKDtmf1myZaUjJbPVsRcbd7NnTPHlb0vuPDDybLsTrzO+BICYa9G8Wb9DegpAYhs3bV25ep0A0AiRTUAKXVKUoVmqEFynA1IhLIuFkLck789vS7asSOtxeHo/swJi87ev2ZLSnf1HRRaIzN0A0OAG9Ovz3xcfFYDEXntr8n2PPCMANEJkE5CCpugKp6ghHXbKeuEvyM6b/0Pp5uWtjr3Y3bqbFvRv+OK5xHa9yrtXDvjnFwIAAMQKRzyQAdkEpPD1OuOLognIhbmXdaV066pdS6eVbFre7eKHVZuzbNvabT+9627bU+ia8awtMf2wx6YJAADQQDjigQzIJgCgavSbOGiFq2YXrpoTKN3V+ex7RLiZ5Y7ZU91tuoe8pUY2kdrryEEPficAAACA3cgmIIV0h2iZKJbuFIBMOItQWzvmfl26ZYU1IbnN8VcYd3N+/8yTvc6cphHW+rhLjC8BAAAAVINsAlIYnCWuOdRy2udM64BUqJuomubz7PjzGyOMSO7Uv9mgMcYjW79/0+JISD/k6MgC3S5+RAAAgEaCWlHIgGwCUtAFrTAhHfpNlPMX5ubN+94II1qOODuxfR/jkQ2fP5PYtkdK10GRBQ79x0cCAKSRs+ItgTrlTOmS0nKYQBPFMQ9kQDYBKczJ1u+eTtEE5BLP5xDKtq/ZtWRayeblXc691+JK9u7YvO3Ht9xte+nh7pWqw0X3SgAAANQhsglIYZfP/AIkE0fnEIrW/Fm4arY3f3vXCx4Q4WaWObM+N7tX+sqMbCK5y8BBD30vAAAAgPpBNgEA1WnKdRM7F/xQvGGxxe5sO/Za427u7K9KNi0zwojIsy2POs/4EgAAIA4wtxoyIJuAFEa2FbcNspz0KdM6IJGmNPdSC/jy5n5dsmVlUvvemUNONh7Z+uPbxve03sMjC3Q57z4BAADiEt0mIAOyCUhB1xVVAHJp1P0mAsU78+Z/X7p5WYvDT0/qdKjxP9nq9/5pPG4dfVVkgb63vSsAAAAAOZBNQArri/SJKzQByKUxnUXw5KzPX/xr6eblHc+4w5ac4c3bsu6Dhy2OhJTuQ41sQrU5+9/zWULLzgIAAACQD9kEpLCxyPiimgyykbpuonj9goIVs4wMouuFDxl3C1fO3vDpf6yJaa2LdxrZhLtNj4H/+tqZ2bZ8eYIJAABQpXi+NhnkQTYBAFWTrd9EsLSgZNOykK8s49DjjLs5v3+eM2OKI72VFvCpNkezgSek9xtpT2keWdh4pGIwAQAAUJ2m1GMLjRfZBKTQO0Nc0tty+zR6YUIiDX4OwZe/rXTLCqsrObnrIOPu4mcuL9u2Kq33iEg20W7s1R1Pu9XiSoosbHWnCgAAAKBxIpuAFFIcol9zRei6UKgogzxifQ6hbPtaI4xwt+kRmX8x994TjO+tR10WySZ6XvWMPbW5anNEFranZgkAAACgSSCbgBS08BhQVQT9MCGTek/KSjcvK9m8IqPfMVZ3asmmpQsfO0d1uDqffW8kmxhw7+eurE7lCzNHAwAA1AfODUIGZBOQwqzt4vgpQf4wQip1PvdS83lKtqwo27oqa8TZxt2cGVPWvH+/kUq4W3dLdKcmtus98L6vnM3bly9fMZgAAACoJ3SbgAzIJgCgan+930SwtLBk8zLje7OBo4276z99Mvu3Dx1pWZlDTrQ4EzP6H5/We1jFqRkVgwkAaDJ2rJ2iBUpEk9as83gRQ4Vbfw14d4gY8hauMb5EDGV2PU+12AWAuEE2ASm0cotj26sTl4c0ndIJyOOAzyL4dmWXbllpsTtSug817i576fri9QtTug2OZBNtx1zd/pSbrQnJkYXNG7tvAwAaNYstUcSSahEA0LSQTUAKrRLFhb3UD1aG/FypAxLZf1Lmyd1QumWFq0Und+tuxt1595+sBbwtjz4/kk10u+RRe3KGandFFi6/wCcAAIA8GphiDBsAABAASURBVPzaZIAgm4Aswuen+aMIqVTZb6J08/KyrSvT+4ywJTfzZK+b9+A41ebsOP6OSDZx6J0furI6li/sbNZGAAAAyE2n4wQkQDYBKazYJf72C0UTkItxDkHVg4HtK4oKt7mGnWU8svPPb9a+e7c1IdnVvL2RTbiyOg345xeuFnvCiIrBBAAAAIBaIpuAFEoCYlGeTuUEGpzbqndNU9Kc4ufNxj29XcHCXR9MsiQ1y+g/yuHISu01bMD93zozWilKdF+tGEwAAAAAODhkE5BCok3vlKIu2anRCxMxluHUu6SqIU2fm2vevWeoZWCWuipf/3lzyAjLtib17Hfu35OaZVldZs8IiyvJkpgqAAAAmhCOvyEDsglI4Zp+luM7qB+sUPxa5ae2lWg/bhJAXWntFh1TlJwyfXWBefeVUdZkh/L1utDcXHOm5TPztEKf5g1PL9KFHrAmqK4kAQAA0HTRbQIyIJtArJ3WRbn20KovfHV2D3XfB/8+TRPAX9AxRXRJURbs0Hd4RKZLvDnG6gvqbyzRVheY/xDf/HNoa8mehXPK9tymZzUAAAAQG2QTiLXP12jHtlO7pddq1PfLJm1+rgBqz6bqnVOVLqnKV+vM6OHwVuL+I6zFfv3hWdoOjxlPXPFdcFPxnuUrBhP74CwCAAAAEAtkE4g1TSjPzgs9d4zFou4nnigL6K8upmgC++G26l3SlEyX8sMmM0o4p7t6YW/LTo8+OzuUWyYW5OgXfh2sWA1RMZjYH+omAABA00etKGRANoEGsLpAfLFWO62rpebF3l6q5XkEUEmqQ++Wphj/iP6RbYYRfx9iGdpKXV+g/7DJ7BLx1Tr9i3WBQl/0n1hPSPGUiYPDtb4BAEA84JgHMiCbQMN4a4k2sq2a6qw2o91UpH++RuPENQxZbtE5Rdnp1Vfkm3dfOMba3K38uFGLZBMvLND+/UfIyCAiC+/yibrabTiHAAAAAMQG2QQahjGSfH2x9rfB1ZZOvLggpDEyjFcdU8xryi7dqWWXKsl28U64e+XE5dqK/HChxG97da/MNcsi6mlX4RwCAKBWCrb8JGIo6NslAKBpIZtAg/nfRv249tqhzau4Nsf/NtACs2E4LLov1ACRULc00SVV+WGT5g8pg1uIh4fbjAf/NVNkl+pFfnHl/4Ibi/YsXGP3yrpFOgYAdSCz83jRpAW8+fkbvhCx1aLHJQKoIxzxQAaqABrOc/NC/lDlU9NlAf21RSGBmOuXKf4+JBZ/E1wWvW8z5fj20X8Hz+2hvHCs9ZaBlnaJ5iOrC/T7Z4ZO+TQ4c1t036gYTMQScy8BAEA84IgHMqBuAg1pS4nywUr9wl57ZbVvL9UK/aS3sXZ0G+Vvg9WSgHGz7oOhFIfeNVWxqmLWdvPu3wZbhrcxQ5D/bQwa33/fpm8tCa4r0I39wbhb4FNmbJPin0j6TQAAAACxQTaBBjZ5RcgYFbdNjg4CV+ZrtMCMvbEdlZsHqIqipFtEnchy651T1F1efVm4e+VzI60tE5XVu7RZ282Lwn6xVvvfRm1tQXThDUXml5S/dM4iAAAAALFANoEGFtCUlxaGHhke3RWfn6/RAjPGzuuhXNKnDjKJDKfuDynFAZFg1d8ZYzaM+GZ9aFm4e+Xri0OlASObiA71F+4QjQS7IgAAaPqoFYUMyCbQ8ObmiJlbtSNaq//boK2i7XQs6frNA9UTO+0VTFzWR3ljSa3qBVq7xdZS80bXVPHwMEuqU3lmXvDrdaIsqDzzZ2hDob6uMLrkb1tFY6xBoN8EAACIBxzzQAZkE5DCCwu07ulKuAUmqW2M2FT9b4PUke0qV0x0TlWqyxHaJorN4WtkHNNO3DTAkmBVbvwxuHKXyC4Vby7R1hToq3dP0/h6fVP4F45zCAAAAEBskE1ACsV+/d9/aB6uzhErTot44EhLlRdwDWcTJiO8yHQp28KVEZf1Uc7pYaYYJ30a8IeUNbvEs3+G1haITcXms8UB8c2GJhm3cw4BAAAAiAWyCUjBF1IW5ekUTcRGqkN/4AhLj4yqLxea7jR/Cw8coQ5tpa4v0K/+wUyM5mTry/OD6wqEEUwYd41IIpJKNHXskAAAoOnjiAcyIJsA4kszl3jiKEvrRLXmxb7doH+xJri6MBoYLc4TcYi5lwAAIB5wxAMZkE0AcWRwln7HIGuKc//h+MxtkX+k4jpGp98EAAAAEBvxmE30by7O61EHV0wEGherqvfOUMwR9/6y8Y9OsmwoMm/8a2awNBjP43POIgAAAACxEI/ZRIpD6ddcWbxDq26BTqlKWUBklzIsQZOi6WKx2dQjumN3SVOK/XpOadULJ9mN/xFUqyriG3UTAACg6aNWFDKIx2xCVXRfUL/rt2qvCfHEUZZlO/U3l2gCaLqeP9b6+1b9/RVV7+e9m4lHR6hx/u8U/SYAoJHKWfGWaOpi/DM6U7qktBwm0ERxzAMZ0G8CAKrGOQQAAAAgNsgmAKA6nEMAAAAAYoFsAgCqQ90EAABo+jjigQzIJgCgasy9BAAA8YAjHsiAbAIAqka/CQAAACA2yCYAoDqcRQAAAABigWwCAKpD3QQAAGj6qBWFDMgmAKBq9JsAAADxgGMeyIBsAgCqxjkEAAAAIDbIJgCgOpxDAAAAAGKBbAIAqkPdBAAAaPo44oEMyCYAoGrMvQQAAPGAIx7IgGxCXp06tn/z9efffueDN96eWMNifQ/pfe5Zpw8ePOC40acJ/GVHHn7Yddde9vPPv73+5nsC8Y1+EwDQSLXocYmIoYA3P3/DFyK2YvwzAkB9I5uoXyOGHT5o0KFPPfOSOCgJrgSbfT+/o86dOgwa0C/B5RR17cSxx19+yfmPPfncH7P/rGGxKy694IRRx6gWdfPmrX+/+36fzy/qTYLLddst1x02ZKCiKu3btTUeCYVC/QYdJepIz57dzjj9pH6H9DayCVEXjI966slje/TsGvQHy8o8a9avf3/SlAvOO+v+hx4XaAQ4iwAAAADEgipQn848Y9yJY05QlNqefb3jtpvKb69bv3HwEce98trbNb/k08+nLli8VNQp4wNffeXFN153RbeunWte0ggvLjj/zJtu/ccZZ19SUFj074fuFfXG+FQvPPeYpmtnnXf5iePOPeOcSxYsWiLq1PLlqya89IaoIzded+ULzzy2bMXKiy+7/szzLrv4ius/+2zqfXfffvqpJ9bm5ccfN9LItgQaEnUTAACg6aNWFDIgm6hHWVnNRww/vEXzZmPHjKrN8g6n4/hRI8WB8/vruFRB13UjE3njrfdrXiwp0X3pxed9OOXz7dk5xt33J08xhtP9D+0r6seggYcOGTRgyqdflnk8xt2VK9fcdMs/igqLRZ3y+nyiLow+/hgj33nznfffnfhhUVH0Qy5euvy6m27fsnVbelraftcw7uTRAg2KfhMAACAecMwDGZBN1KOzzjj1q6+/M26cdsrY/S6ckpry/FP/zmyWLqSx31H6Cccfk5qaUj7jY9XqtbvyC668/EJRP7JaNDe+Dzi0X/kj+bt2TZ/5h6hToVBI1IX/u/laj8f71tuTKj1eUlr2yadfpaWl1Pzyv/3f9UeNOFKgQXEOAQAAAIgNson6oijKiWNH/efpl5YuXTFk8IC2bVpXfPbYkSNefPaxd96YMHhQ/6mfT5r83uu33HB1586dLBbL+++++vrLzyQlui+64OyPP3jrumsuK3/VIb17vvf2yx+89/pXn75/xWUXVPfWLZo3e/mFJye+88pP//vs/n/emeByVVqgY4d277310pL50z/7+N3evXoYjyS6E4wljeUPGzKwfDFtf6P0wQP7G9/XrNtQ/sjW7dmDBx4q6seChUsCgcA/7rj55huucjjskQc//WJq5IaxcR78150zf/3G2Ia333rDLz98bmylQ/sdYjx18kmj58/+2fh5H3nwnkjBQpvWrd59c8I3X34QmbRi/LKuueoSIw74171/v/Lyiyq+qbG2e+66zVj45+8/M34v7dq1EVX9+ip91CGDBrRu1XLh4qWREo9KPvrkix15Oy88/6zffvzK+MCRB2+58ep5f/z81WdmlnHu2WccNdwMJm77v+uN/WG/M2tQbziHAAAAAMQC2UR9GTv6uCVLlxsn9r+Y+q2qqhecN778qeSU5BYtMgcO7J+Y6D5q+BEzf5+dkpJ0/0OP//Djz8ZJ+/MuvOqKa27p0qVzy6ys7t26lL+qW7cuTzx2/133PHj2BVe8/uZ7t9x4zXnnnLHv+9pstmee+vfTz798/kVX33n3A2ecdtLfb7+50jLrN2y6+da7PR5P3o6dS5etEOGT+YsWL/nvm+/V3PayktatW/r9gcKCwvJHvF6vy+UyxvOiHmzesvW+Bx/3eD1GfPDFJxPHhatRZs+ZF3m2Xfu27du1Mzbpg//6x65dBRMnfZyV1SJSxPHlV98++MiTxo05c+cbvxHjxpat2zZt3vL0sy+vWr3WuDvh+SeSEhOffPrFfz34WKVenkacsWTJ8gsvve6Msy7t0qXjc0//u8pfX6WPOmCAObElOzu7yh+kqKjY+Hp34ocViz6eef6VBYsWR25P+uDj5ye8Ztz4z9MvGvtD5EOiIVA3AQAAmj6OeCADson6ctqpJ0355EvjxqefTTVG/mNPGFU+Yi8qLHp/8sdr1q5LTU158aU3Hn706TEnn13p5fMXLJr0wZSKj9x287U//vzbps1bjdszZv4x988FvqrmXFxw3pkbN2xeuXKNCI/bjWHtiWNGGYFFpcV25uf/9Mv0QQMPzUiPziI5fOgQ46OKA+FOdAeCe43kQ5pmfG+Wsf9mCgfniy+/OXX8xX/Mmde6VcuH779r8nuvt2rVMvLU1K//t3r1WkVR3nhzopHdvPbfdxYsXNylc8fIs598NtWINoykJnLX+F30O6TP9z/+Ytw+bdyJgwf2f/WNdyNPff7V1+Vvd0jvnof06fnZF+YjRqhhbP8unTr27d1rv7++Zs0yhJlBlIoaabpW8a6nzCMgE+ZeAgCAeMARD2RANlEvOnfqkNU88/dZc4zbZR7Pjz/9mpaeWqm1oa5p2Tm5Hm+1w1Gvd0/0YAy5Bw3sv3179Dz8jrydl1xxw8effrXvqwYN6Nembas7brsp8pWbu2PVmrUtmmfuu6QxwLZarWefdapx20goyso8VU5AqEFxUYnLudeEEVf4Uqa5O3aKemNshMuvuunpZ18yEp8+vXtMfPulNq1bRZ7yB4Kapq1Ztz5yd2f+roQKH++jKV8c2u+QAf3NWR5jRx/36/TfdV2P3M7JzS2v/igsKCp/yZDBA2w2e/nGTElOXrRkWWJigtjfr6+kuMT47nQ6BBoz+k0AAAAAsWEVqAdnjR+3Zeu28guCRq4heuopJ35yIIUJkZFzRFZWC4fD7nYn7PdVzTMzV65e/fh/ntvvkgsXLVm5as0pJ42e8PIbRkLx6ecHVjRhyNu5U1XV9LS0yERUn329AAAQAElEQVQJg9PhMCKDip9chDsp9OnTSxy4h//9n/UbNpXf7dihnZHXRK4J8t+3Jn73/c/PPfPvbl06X3zh2Q8/+rTYe4uJ8P2K9yZ/+MmVl1940fnnzJu/eNzJYx54+InI461aZQWDVXfWyMpq7vV4a7MxK9mwcbPxvV3b1gKNG2cRAAAAgFggm6h7Rohw5BFDx51xQcUrPnTs2L7/oYd07tRhbYXOkbWXm7sjEAj0PaR3xQePO+aoH376tfKSO3b07dOn4iNdO3fK3bmzYleIckYeceftNw8ZPKBn925GQiEO0OIly48/bmTXrp3Ku1S0bJm1cOHiSos98/wroi60atkyMzMjMsNChHtGXHn1/33z1eSePbrV5uVlHs8XX31zzlmnG5vRZrVFZseI8EyK1m1aG/lR5WjDbBiR26ZNy7ZtWm/eEl3Y4XR06dQx0qSjBr9Nn1VcXDJo4KGtWrXctm17pWeTEt0d2rdbvHS5vvecDsiHugkAAND0USsKGTCno+6NO2nMr9NmVLoU5Tff/mCMfi8476yaXxupsNiXsTYjCDhq+BHnnxvtqdm+fdtDDqmiGOHPeYs6dWp/0/VXla/w77ff5K1mssZnn5u9MG7/vxvmL1gsDtxXU78zPtiA/n0jdzt1bG+Mul9/8z1Rb447ZkTFuzvz84uLy9as3SBqZ+Iks4XHc08/Erm2a8TK1WuNjz3u5DEVl1TDzUFmz5lntVrv+cet5VNXbrruysRE937fyPhg70z8wHjtA//8e6XOoMZd4zeydZs5Pae0tMztTohccyTB5WrRornVGl04GpQo/DvRkOg3AQAA4gHHPJAB2UQdM0ae55x9+vc/Vi5nmPr195qmnXLS6PLejRar1b53i8qCwiJVVY8fNfLSi88zBsPW8LOqEv0dvfjyf401/OOOW957++W//+3mhx+4+/1JH0WestvtFmt0sYkfTNmyddtVV1w08Z1XHvzXnd9N/XDegkWVrj1Rzggmvv/hp86dO0757Mt9n4100LRa9iquue2W63778at+fc3SjB15O59/8bXTxo2NDN3PPOPUD6Z8NmfufFFvjj5q2DVXXdKyZVbk7qmnjE1KSnjjrWga4nQ6KoY7Rr5gte314Tdt3vrrtJlOp+uLCtnEiy+/UVhY9Lf/u/6EUSNbNG923TWXGg/27dNz9PHHLF66/Nv//XTkEYd98tFbxsb84L3Xu3frEikS2ffXV8lLr7xpxDRDDxv03FOPdO7UIfKgsaHuuvP/vv72x8gsmNVr1hk7zA3XXmG89QvPPWaxWjLS0085eUzLrBZGumEsMPzIw4475qjI1kbscQ4BAAAAiA3mdNSlZhnpjzx4T7eunU8YdUxpSenqtesij6ekpowdfayROxhnyJ9/+t8vvvR6Wlpqty6djbH01VdePPmjzyITLqZ+8/3p404yzsw/9uSzzZqlG4NwYY7Gj1y0ZNm032YaQ+K/3XnfzTdc1b1rF6/Xd/c/H87JzTMWOPnEE4YdcZg7wX3fPXe88vpb2dm5l11lJBd39enVo3mzZlM+/eKV196u4TNPnPxxQkJCUWFRpcdPHDPqpBNPMG5cdun5xpjZ+ACRx+12W0KFthfG8NuIAx59+N7SsrKcnNyDaM1woIyRvPG1YcOmrdu2G5v0kstvjMzOOP64kceMHGY88o87bp44aUrXLp0HDeyXlJRobLE3351c/gN+/9OvRcVFvgp9Rrdt237meZffcuPVDz9wT05u7mNPPDtyxPCcnB1rw+UYd937kN/vG3HkEcccPeKXadP//dgzRmRzykkn7Pvr29czz728bv3GE447+pknHzEykwWLFm/Zun3SpI/Lu3V+/OlXPXt2P+es03Jyh9/3wKOXXHhu3o6doWAwd0dedk7unD/njx517NZt2fvO3EGscA4BALB/Nmd6ix6XCADAX1B5jr0eFgqFAoFAaX7Oqn+fctsvocV5TeoA/Zh24v8GWMZ/EaxugSeOsizbqb+5hF4ATdCjD/3zw48/nTf/YOawNDHPH2v9fav2/oqq9/PezcSjI2xnfhko9MVv7UCocMMDD9x/2mmnud1ul8vlcDiMZMpisShhAoDcKh7SFG1bt/bpc6/9IbS2IH4zx/GDHHef4u7/z3xxsMaMOvq/Lz4qAIm99tbk+x55RsRcsyRl1r0ZZ71YMG9jUDRCWlnu4YP7TZgwISHM6XSaddkWi3Haj2MexAx1E4gjLbNaZGU1J5hALTH3EgAAxAOOeCADsgk0fR07tHv7jRc3bNjcokXmfQ88JoDaod8EAAAAEBtkE2j6AoGgqqjpaakPP/r0rD/mCqC2OIsAAAAAxALZBJq+LVu3DRt5ogAOGHUTAACg6aNWFDIgmwCAqtFvAgAqysvP/23mHAFIbN2GTQIHjmMeyIBsAgCqxjkEAKhozp+Lzr7kRgEAQD0gmwCA6nAOAQAAAIgFsgkAqA51EwAAoOnjiAcyIJsAgKox9xIAAMQDjnggA7IJAKga/SYAAACA2CCbAIDqcBYBAAAAiAWyCQCoDnUTAACg6aNWFDIgmwCAqtFvAgAAxAOOeSADsgkAqBrnEAAAAIDYiMdsQtMVh1X58nRbDcv0yBCnd7MIoEnrkGI5t1eN+3m8Z+icQwAAAABiIR6ziQW52t9+EZBKsk2c10v9cKWW7xWQR6E/zgsHqJsAAABNH0c8kEE8ZhMFPqXAx+lQubR2iy5pyoYifUORACTB3EsAABAPOOKBDOg3ASkoivknUePvImRCvwkAAAAgNsgmIAVVMQeBOtkE5MIeCQAAAMSCKgBpUEIPyVA3AQAAmj5qRSED6iYgBTX891DX+bMIiRCWAQCAeMAxD2RANgEphKd00G8CcuEcAgAAABAbzOmAFCI7oq4QTkAq7JAAAABALFA3ASmo0boJTlNDKuyQAACg6eOIBzIgm4BEmNMBqTD3EgAAxAOOeCAD5nRACko0reUPIyRCvwkAAAAgNqibgBTohQkpsUcCAAAAsUA2ASlE+k0I+k1ALuyQAACg6aNWFDJgTgekELlAh8ZpasiEfhMAACAecMwDGVA3ASlE6iZ0/ipCJpxDAAAAAGKDbAJSUMMNJ7iGKCRDWgYAAADEAnM6IAUlPKmDcjJIhrAMAAA0fRzxQAbUTUAK0VaYRBOQCWEZAACIBxzxQAZkE5AC1xCFhOg3AQAAAMQG2QSkoIYHgTpDQciFtAwAAACIBfpNQAqRfhNcQxSSISwDAABNH7WikAF1E5AC1xCFhOg3AQAA4gHHPJAB2QSkEAlruYYopMI5BAAAACA2mNMBOXANUciIHRIAAACIBeomIAXmdEBK1E0AwB4WVZx7mPOKo1xt0i3G3ezCkKoowZC+Pi+0Ylvw9V89O0pq9Q/5yB62+09zf7XQ//jXZYe2sz59blLbDHOFpzyza9m2kIiJ5knqrWMSxg9yGrc/nO25a0ppXS1cg2SneO2ylIEdbMbtR6eWvP6rV9Sn0wY4rj/O1aGZebQ/9MGdecX1cpjlsoszBzuvGZnQPNk85bklP1RQpjdPUXx+kVcSmvi777N5PvEX7LuHqIr+/AVJnZtbb55YtDJbE6gLHPFABtRNQAoK1+mAfCjkAYCKQpp473fvh7OjI+p3Z3iPeCj/nJcLD2ljvfyohK/+L619Rq0OLC840tUqzXrV0QlWVSzYZIYa+y5zyTDn4I71eAott1i788PiQLBWI9sDWrgGRV5x54clIlY+nef7cv5fygVqw+MX78zwfvpndK9473fPqc8VHPvYrvkbA/3b2588J+m8oQ7xF+y7h/RpYz3hEGeXFtZxA5zlD/Zsabn+WJfAweKIBzIgm4AUVLNogr+KkAv9JgBgX2X+vf693rZL+3ax37iRkaSefZizNmuYONObXRh69ZeyyGDfG6h8ANClueW20Qmi3im+YD0tXK0yf0zP83sDIjYq7RVGYPGPj0uCIfPBm0b91V9lpT1kyZbgD0t9a3OD5RUZDpt45vwki8q/2kDjxpwOSEFRdI1oAtJhpwSA/duYF52Ikeys1Umvn5b7f3rYX92zfVpbX7002WXn/Fnj5guI/FK9ebLSLMmS4lIKPXX2T6qmK9e8XVx+N92tvHKJOcVDCL8A0JiRTUAKqhFOMAyEdDgDAwD7176ZJXLjp+XmeexT+tsfPyvJalEWbgqc8ULhPScnXDLcPHP+1m9lD31Zdkwv21PnJCU61YIybdC/8iut6qjutlcuSTZea9yedG2q8f3CVwp+X1u5YmH0IbZLhrmMg4eOmeqf64P/+a5sdY6Zj9w2OuHaY8z3+vRPry70I7vYAyHx6i9l78/ac4L97pPdR3e3q6r4cPZ+5jvsd+FjetpvONa1ZkewYzPLw1+WLdgU7JSpvnxJSqdMc4Oc93LhpcOch3W2Ld4SfPo789kq36V5kvrIme6OmZYNeVogqL/2q+fPDUG7VX/54pQR3e3GAquzg1e/VbQpX7vuGNeto93PfV9mfFX57uWf6oqjnL1b25ZuDWzcuZ8yjQHtLfeekpjgUDbmaQWe0JNfe3KLtdpsyf1y2oQRSRg38opDFYOJG49zDetm31miqYq49+OSHSX6sb2NXSLZ7VByi0M3vVv8t7FuYwPOXO1/4PNSI93Yd7UvXpR8VHjLPDq15It5/i9vSc1IMpOsm0YlGF8v/lhmbG2BA0StKGRAJg0pKIqglxFkQ78JAKiZwyrGD7Kf0t+xJT/04BclPy03pxB8Md+/JmdPS8snv91roPjTssCM1dWe3/51ZeDmidFT4ue+VNDljrx9g4kLDne+cGHKlDnesyYU/rzCf1wfx3/OTYw89dS3pZF5BMf2sn802zdplrdNuuWB05NaJEfHXU+clXTeUNf01f5RT+xKTVASayz0qHnho80YJWnybO8dH5RuK9DeuSq5eZKybof20exoc4Rrj3F9t8S/Njd4ZFf7yxcnueyiyg045Ybko3s4Lny16PL/FrVNt7x9ZUq3LIs/qPxtcnFkLoMxPjeCCePGezM9K7YFI8FEle8uwm0XJlyU1K+t7cSn8x/7uuyYHvYafsBeLS3vX5OamqCe8OSuOz4oPrW/c9J1yQ5rrbZkzayqePrcJIdNCWn6/Z/taR16+9iEG49LuH1y8XXvFB3Sxvra5cnGgz8uDcxeZ+4SiQ7l7MOcH8/xGhnNSYc6nzgnad81ewPi0a/2rNBIUo59PJpwGVvG2GEIJg4OxzyQAdkEpKDQbgLy4RwCANRgTF/7nH+lP3qWOZrNLgxt3LEnj/AF9/yjvm/LA89fK70/rrd5nQtj7CrMq0KYg/YeWVY1ejFyJRB+6x+W+easD85cE33vni3NAXf7DHVsP7Mv4xfzfcZnePDzEo+v2jMj+1tYv/dUt6Ioc9abb7E2N5RgVy8bYRYaeHb/vC/95Plsnu/fX5lD5WZJlvGDqmgJedERzlZp1vwSbdsuc+WrskNOUvAmvAAAEABJREFUm3L7GHM9RiTx5QKzSOGwzrauLcxCjKGd7UZGUPO7mx1GLcrCzYEt+frCTcH3fveI6t0y2lx45XYj/VEKPHp2odY+w3rRkc79bskaDO9mf/WS5N/uThvVxzFrbWDcswXfLI7+vtumq5cNc+aVRKIWZX2e1qe1bWQP87cZ2Uk0Tdz7SclHc3yRH/Oo7vYuzS37vkWl3hYAmgyyCUhBVbiAKCTETgkA1fpmkX/wv/JvfLdoZ4k2qKP99ctTxg+yi/r3+NSyH5eaV6Bw2qJDZVVV3I690uRgOCcJ7u5l5Xaazw7vHv14OYXRICNU/Z/5mhfOSrEYw3jjxmXDXEaU0C7dMm9DwKLutbq8YvNDLN4SrfsY1NG277sM6Ww+WOSNph6l4fjDGN5H/gF6e3o0WTj/cDMvOK6P7fP53prf/bAu5uM7iqMr9NfYv3Nw+CMVeKMfOzLmH9lzr19ilVtyX+VHcdNWBib/4clMMjOF3q0t5Z/E/GydbDarmmAXxmc2vsp8uvGx09x7BiNlAT0SUpRfStZ4iQAQN+g3ASkYJ6g1TlFDOuyUAFATX1AYZ8W3F2pTbjB7Q/zz1MRP/typ6fX7x3PZ9tA1bxedf7jr5YuTInUTBoui1BAoW8Nn31umRIfBAW3/E0lrXrhjs+iz3y7xz1hd08UwAiFR4tUSnWqKq4ozgpnJ5oOB3QmCokQ+rZLsVIq8YsX20NwNgUEdbKcOcEz40WMcLJX4anp340RPZqL5VDAk9stIdpLCs1SCe797lZ+znNUi9uun5YGflvmP6WU31v/Pce6bJ0Yvm9o2w3yxy67859vSmneSnaXRbZ7m5h/iGGFDQwbUTUAK1E1AQsy9BIDaWLo1OrpNsKvGOXzjRugvNJHa7/FA1xaW7+9Iu/YY1y0TS3KLD+APddHujoxO6/4PgGteuHT3tILerfd/ns9uNcd9hZ4qNkpeuKxA2T0ujDQB9fi0Im/0kfdmmreMaOOli5O+mO+t+d11oZT6zKcctv2PNL0BMzSJvi767ub3HcW1CDb2Uf4jKOHJNfd8XBy5WuqJ/ZzDu0U/ZFn4s1lUpdf+Npp9dwKyq3T/v18OIOsEWxEyIJuAFBTzilACkAr9JgCgNrJ2lxgUebSNO82RbYlvzz/qtlqcaa9I298o6cEzEjs0s05fHSg4wMtSztsYLTHo1zYyNtYt0T/zyoEuvCo7VBwe2F90pDPJnG9hliFcOcK573oyEpVINvHH2irKKyIPJuyeRRG5sMWfG/csOXWBNzI3pFWa+tuq6OM1vHtkCkmvVtHBf/nGV6raVJF2FQn26A8WKaOYs77GeSC1Y2RGT+3ugfrQ6UmR/ppzN0Q//03HuSNj4W5ZluN7VzEPqGVqdI8q73NRgxAHkEBTQTYBKag0w4SM2CcBoLLyoWzkwhPGsPPhM8zLZBhn++/4sFgPD93X5Jjj2+bJavMk9e9jEyLL26zRF1rCA2bL7oNQy+7xsxp+JNIV0tClheXCIxxJ+4z3W6WY6xnV2/63Ma4+u8/An3CI3WG2JtAj7xIpAXDsfkebat4wRt2/rTL7Ml4YHtLfdZLbHq4v6NXasm9tRM0LewPi+fD1MrJSLN/clvbPU9wvXZz8xYK9rq9543HuzETljEHmD5BbpH3yp0/srowQ4aunG9/fmeHdXhBqlWZtl25+gm5ZZl/MR6fuudKEsT0/CF++9FPz5dHX1vDuL/zgCQS1dhmWMYfYjZH/WUOim29AhyoaNzzzXVkwpBtPGUdhWSlKultdti3w+rRIk4uatuS+yq9CYtldQfHWdO/CTWay0DrdctMocx/4c0Pwp2XmJj2ml/2zm1PvPNH9f8cn/G/pns6oaS7lmpEuY1Wn9Df7hhoLr88zc5lKe0j5LyuyDb0BvaDM3Gc6NrMc3tk6oP0BhmEApEE2ASkY/7jonKOGdNgnAWAPI00wznKXD3cvH+H68LqUz29O1XTx2NSSIx/O/2Fp9Cz3c9+XTV3ozUhUJ1+X8uXC6OBzZA97j5aWEd1sw7qa42TjLP0p/e1t09XzDo+ucFx/M4lYti30769KcwpD4wc51+SEir2VP8Zz33uMof7SrcGflwcenVpS5NE0Tc9MUn0BcdMod2TwP7yb+V6XD3dFXnLOYc5m4UtsXvVm0X9/LWuRov54R/qq7ND2Am36Kt+0FYHebaqYZVDzwm/85r11UtHcDQHjrUf3dbz2S1lO0V6J9q8r/V/8X+odY92bd4aufKPQCBSMHCdyDQ6DsRHapCu+oDjj+QJjyecvSnrt0qS5G/ynPLtrxfa9ZlW8M8NjJAgf/rHXhqju3f9YF7j49eI56/zPnp/0j5Pcn83zLd8e/HC2t1mi6tgnnVi6LXT+K4W7SrVPbky9/9TECT+WjX+hwBf+He53S5YzooSxfe2nD4wucO5Q5/lDnZFCibs/LolciPSqo133nWr84PrVbxU+/33pquxAn9a2wzpZ7/u0tOKqdnl047c5576Mo3s4fl/j/9vkIhG+ukfFPSQzUdw+1l2+DVunGWMZ5bZJxUu3BQa0txp51ryNBzMnBdSKQgZKpZPVelgoFAoEAqX5Oav+fcptv4QW53HyEPVrbCdxcS/L2V/xzwkkEixc/+ADD5x22mlut9vlcjkcDpvNZrEY54RMAoDcKh7SFG1bt/bpc6/9IbS2IH4PacYPctx9irv/P/MF6tMFRzj/dapZSHL8E/nrdvyFxhsVPH1e4v+9XyKarucvSBrT15FbHDriwV2icTIim1n3Zpz1YsG8jXUwKSb2QmW5RwzuN2HChIQwp9Npt9uNYx5VVTnmQcxQNwEpqLpCAAbZcA4BANBQju9tf/nipKwUpW9by8zV+2+7AACNHdcQhRQUrtMBGbFTAgAOTHk3hPLWEgfnzCGOkT0d01b6+7Sx3v9ZqWjSIhuNU6ZAnOOPAKSgKrTChISomwAAHICOzSxnDXFEbl9xlLN9xsEfaf93mmdDXvCiI11fzvf5GuUsgdo6pqd9SGezGUa6W71mpMttF4g9jnggA+omIAVFUbiGKGSjUzcBADgQ6/NCY58qFHVh1trgcY8XiDjw03L/wPtog9LAOOKBDMgmIAXzGqICkAv9JgAAAIDYIJuAFBRBvwlIiJ0SAAAAiAWyCUhBUUTdXGULqEvUTQAAgKaPWlHIgGwCUlCZ2w/5sE8CAIB4wDEPZEA2ASmYdRM6eS3kwjkEAAAAIDbIJiAFlX4TkBE7JQAAABALZBOQQrhugnEgZEPdBAAAaPo44oEMyCYgBfMaoszpgGSYewkAAOIBRzyQAdkEpKAoCn8TIRv6TQAAAACxQTYBOejM6ICE2CsBAACAWCCbgBRUs9+EACRD3QQAAGj6qBWFDMgmIAVzTgf9JiAZ+k0AAIB4wDEPZEA2ASmoCnM6IB3OIQAAAACxQTYBKSjM6YCM2CkBAACAWCCbgBTM09MMAyEd6iYAAEDTxxEPZEA2ASkoQtH4qwjJMPcSAADEA454IAOyCUiBfhOQEP0mAAAAgNggm4AUuIYopMROCQAAAMQC2QSkYJyg5hqikA/7JIAmxW5Rbj0hQQCoawl20ahRKwoZkE1ACqqiUzcB2dBvAkBTkl+mrc4JjuhuE2gM7KpIdyq5Hg6QGo0lWwIef2P9bXHMAxmQTUAKulBUhbwWcuEcAoCm5KdlgZ+WFQo0En0yxFMjrRd9GSjw8Y8R6h07GWRANgEpKNRNQD6cQwAAAPGAIx7IgGwCUlCFQjYB2VA3AQAAAMQG2QSkYAwBaYUJ+RCYAQAAALGgCkACzOmAlAjMAABA00etKGRA3QSkoBjhBNkEJEO/CQAAEA845oEMyCYgBVURZBOQDecQAAAAgNhgTgekoCo62QTkw04JAAAAxAJ1E5CConOdDkiIugkAAND0ccQDGZBNQArmnA6FcAJyYe4lAACIBxzxQAbM6YAczH4TJLaQC/0mAAAAgNigbgJSMEIy5nRAPuyUAAAAQCyQTUAKCtfpgIyomwAAAE0ftaKQAXM6IAVVEZoA5EK/CQAAEA845oEMqJuAFKibgIQ4hwAAAADEBtkEZKGR10I67JMAAABALDCnA1II74ico4Zs2CcBAEDTxxEPZEDdBKQQ/oPIOWrIhbmXAAAgHnDEAxlQNwEphPtNkNhCLvSbAAAAAGKDugnIQiOwhXTYKQEAAIBYIJuAFMy6CQHIhroJAADQ9FErChmQTUAK4TkdpBOQC/0mAABAPOCYBzIgm4AUFKrnIR/OIQAAAACxQS9MSEExwwnGgZANiRkAAAAQC9RNQAoKlWSQEXkZAABo+jjigQzIJiCFcC9M0gnIhX0SAADEA454IAOyCUhBNXthCkAq9JsAAAAAYoNsAlJQzFkdgtAWkmGHBAAAAGKBbAKyoG4C8qFuAgAANH3UikIGZBOQgqrozO2HbIx9UiczAwAATR3H4ZBBTdmEopCfIUYU+k1APor5V1CJ/CXk7yEAAABQf6rNJsoPxEe2U3pmmCe1zUqf6OhRr3TNx0qjykpjzIrP6pWf2Hs9e6+l8nqqfarCeqpqWqBHF6nx2UrrqeLZyq/de5tUfDa8Hn2f9VTz+fddbq/17P0Gtd4mFZ7Vq/+5qtkmourfWvQFB7VNKq6zwnp2c1ucaY5Q79TAvq/a9xPu9Xn2Oa+tV/Oq/T27eyvpld6lwt1a/dQH/3/H3p9QN/4nrHYvqnabiH0+f+X/O4QQB7zFdLHvzyUOYJtU/jzV/tbKX1vdJ1Sq34sOYJtUXKe+795Y8RWKslc8QUIBAAAA1Ieqs4nI8bdqsajJLcb0CWqaLsK1zXp06BYZMpkDFeO8oqbr5Se99fIBVfi7IvbcFrtHAeYDosJ6lN1rCz+x+9m91xZ+VlH2vG/ltVVeT3R587PtWbL8tXuvbff7Rt5RUZQq1yaio8XdS+79+Sv/pNHPby6vVX52z+evYrtV/GyVt1t4PTVvt/KftIrttmeLRT7/7t9dVT+pEJW3W8WfVOyztirXU3m77bX9995uItmlt1LUwzvYoz9p9HdXw/5Twx6yZ/uXbzet9vuPqHG7lf/aqtx/xO61Vf+TVtqqVf+kFfaffX47kf/vKn2qPesUoor9toqftKbttucza1X+n1K+N1b1f4qyz/Yvf1ZU3jJ7Pn/1e0gV239/263KvTryqqrXVuV2MB40/gAmJSVZjL+EqkoqAQAAmiqOciCDytlE+fG3ccOakNLl1kkej8fr9fr9/kAgEAqFNCOo0HUB1KnQ149kNu/ae9CZAmhoxl8/I4wwIgmbzeZwOCLZRHk8QUgBAACaGEZ3kEG1dRORY/HI0XnkjKJx28gm9DAB1KlSRVjtNofLJYCGVv4H0Lab1WqtGE8AAAAAqFvVZhORMMI4Io8EE8ZBOUUTqD9eMwWzu91uAUggEkNYw8qzCfpiAgAAAPWkpl6YRjZRHkwYh+YUTaD+7DKyCaslISWyQdoAABAASURBVCFBABKoWDsWSSgiMzsEAABAk6PQcQISqCKbiDbCDB+FG0fkkWP0SMXE7tZ6xBOoY2b+ZbO5mNMBCVS8Kkckniif0EHFBAAAaHp0Ok5AAjXVTZQfi+u7CYIJ1I9InY7D4RCABCrFE5WuJCoAAAAA1Klq+01EZnMYtyMzOwSpBOqTYpZOmI1XBSCNiglFxUcAAAAA1K2a6iaqvA3Uh/LieQFIiT+DAACgqeIoBzKw1vw0h+OIGSbzAwAAALFHeTxkYBWAFHQSWwAAAACIT2QTAAAAAACgIZFNQBpM6AAAAABiTqF+GRIgm4AcmNIBAAAANASdjhOQANkEAAAAAABoSGQTkAW1ZAAAAAAQn8gmIAeFfhMAAABAA+AoHDIgm4AUdE3XQyEBAAAAILboNgEZkE0AAAAAAICGRDYBAAAAyIXz2ADiDdkEAAAAIBc9HE7QKRyxwZ4GGZBNAAAAAJJRyr8B9U6nUgcSIJsAAAAA5MJIEUC8UQUAAAAAmWiROR0KGQWAeEHdBAAAACCZaDYhgBhgR4MMyCYAAAAAueyul2DMiFigPgcyIJsAAAAA5LL7Oh0AEC/IJgAAAAAZMacDQPwgmwAAAABkRDSB2FDY1yABrtMBAAAAyEXnOh2IIZ2OE5AAdRMAAACAXOiFCSDekE0AAAAActHC36lwBhA/yCYAAAAA2ZiVE1RNIDbY0yAD0lgAAABALppujhbpN4HYYD+DDKibAAAAAOQS0szRokXlfDaAeEE2AQAAAMglpJmpBNEEgPhBNgEAAADIJRT+biWbQEwodJyABMgmAAAAALlE5nQoDBgREzodJyABsgkAAABALnq4F6aFtvUA4gbZBAAAACCXkB7uhSkAIF4QxgIAAAByCYVL7FUmdSAm2M8gA+omAAAAALkEtcicDroAIBbYzyADsgkAAABALszpABBvmNMBAAAAyCUyp8OiUmsPIF5QNwEAAADIRQtfp0NRqLVHLCh0nIAEqJsAAAAApKPpuoVemIgJnY4TkAB1EwAAAIB0Qhq9MAHEEbIJAAAAQDpGNmGlxBlA3CCbAAAAABrMiZ2UmwdUfUWOO4dY7xxS+cFfNmmPzNYEUHeYOwQZEMYCAAAADWbqOn1hbm3nbvhD+muLCSZQx5g7BBmQTQAAAAAN6Zl5IX+oVsPDD1bqOzwCAJoesgkAAACgIW0tMUOH/S6WW6pNXhESANAUkU0AAAAADcwIHTYX7yeeeH2xHtDoDIC6p9BxAhIgmwAAAAAamBE6PPtnTY0klu/UftlCWwDUC52OE5AA2QQAAADQ8Bbl6f/bUHU8EdL0CQtpgQmgKSObAAAAAKTw6iKt0FfFGexv1+sr8wUANGFkEwAAAIAUivzixfmV6yPKAvpby2iBiXpEtwnIgGwCAAAAkMUvW/SZW/eKJ95eqhX6GDyiHtFtAjIgmwAAAAAk8sKCUFkwOlrcUKh9voZOEwCaPrIJAAAAQCJ5HuXtJdE84tVFmkbFPYA4YBUAAAAAZPL5Gu3Y9kqhT8zNEUB9U8i/IAGyCQAAAEAumlCemqMFaQOAmNDpOAEJkE0AAAAA0llXJAAgfpBNAAAAAACAhkQ2AQAAAADxi24TkAHZBAAAQCPTPkPNSrEIAI3c+h3B3OKG7/VAtwnIgGwCAACgkbnwCOclwxMEgEbu3k+KJ83yCQBkEwAAAI3R3PX+c16qtlniykczbp1UPHWhXwBoIDce5xrb1zHmqYLqFvjj3nQmUwDlyCYAAAAAIH4pdJyABMgmAAAAACB+6XScgATIJgAAAAAAQEMimwAAAAAAAA2JbAIAAAAA4hfdJiADsgkAAAAAiF90m4AMyCYAAAAAAEBDIpsAAAAAAAANiWwCAAAAAOKXQscJSIBsAgAAAADil07HCUiAbAIAAAAAADQksgkAAAAAANCQyCYAAAAAIH7RbQIyIJsAAADA/mWlqGP72m8b7XbYzIHM/I3+13/1/rLS7wtUXvLakc7zDnc9OrV06kK/kIaq6M9fkNS5ufXmiUUrs7XqFrvv1IQLj0gwbvy0zH/VW0WiKeqUqb51RXKrNHMgMOi+nQWeyr0G2qarEy5OzivWrnmryGEVr12WMrCDzXj80aklH/7hrXjX2AfOGeq45+REp01Zmxs84cmCfd9uZA/b/ae5v1rof/zrsrOGOO46yZ3oVAvKtEH/yj+0nfXpc5PaZliMxU55ZteybSGBhkC3CchAFQAAAMD+ZBdqb/zmXbApGLlrDEq/W1JFMGG4emRCy1TLJcOcoqEZn2Fwx+ipuD5trCcc4uzSwjpuQE0f7P7PynIKm/gIed0O7csaY6OxfR09W1qHd7MP7Wwr8oo7Pywpf6rSXcPkWb4lWwI1rO2CI11GDnLV0QlWVXw42/fryj1vbexOr//qEQBANgEAAIDa8wajZ1j9wWpPtRqjTWN4/+ZvXtGgujS33DY6ofzuki3BH5b6jHP7n83z1fxCb7Dpn0X21RQmiK8X+VZlB6av8s1aay5X5t+rzKTSXYM3UNMWmzjTm10YevWXsqAWWfgAXgsgfjCnAwAAAHXphR89xpdoUH1aW1+9NNll33MeTtOVa94uFqiFzfna2KcKRR35abn/p4clmt2DfSl0nIAEyCYAAABQZ24alWB8iXC/huvfLXrzipShnc3eBOt3BK96s3h9XujS4c67T06c8GPZU9+VGY8f09N+w7GuNTuCHZtZHv6yrHzOSEWK0G8clXBEV3uGW1FVMWN14PGppSU+4bKLp89NOq63w1jm3k+Kl28L/fMUd6pb/ffUkufPT7ZazOHWpGtTje+Xv15w0fCEo7rbxe4uCZE1jxtgP32gs32GJadI+8+3ZbPXVV1OUJsPWVfOHeq4bLir2KPnl2krtgef+c4T1MyWDS9elGy3mj/Rc9+XGV/GJ3n6vKS0BOXi1wo37NTcdvHQGUnGBklNUBZvCT421SxSGNXH/vAZieludXtBaPgj+Xed5D51oPOVnz3/nbZXcmRVxf+dkHD1yITZ6/wTfvRsLQi9cklKp8yD6QFxVHfbXSe7U13qx396n/i6VBfKMb1sT52TVN5gQhy4fu2s1450tcswY6Z3Znonz4qWvQxob7n3lMQEh7IxTyvwhJ782pNbbBZmXHW0646xbuPG1IXeXaX6yB72tETF+M1e/27xzaMSTunvMHYhYyXGNhTYTafjBCTAnA4AAADUGWPIl1ccHc0GQuKGd4siUwByinQjmDBufDXfN3+jPxJMHN3d9solSZNne+/4oHRbgfbOVcnNk6o4f/vcBck3Hpdwy8TiE5/eFQyJ84a6bh1tDj49fhFZjzBbdVoeON3dt52tXYZl1fbQzROjJRLnvlTQ5Y68X1cFH/2qtNJq7xib8J9zkifN8tw6qWhgB9trlyY3q+rda/kh68T5Q50Pnp5kZB+nv1D48RzfNSPdj52VaDz+84rAW9OjgUJknoWxMZdtC97zSbERTBh337oy2RjDX/dO0T8+Kr10eMI/TjK3z/dL/HPXR9OWf5zoPulQp5FT9GljqfSmRoqxeEvghyW+C14pnL46sH6H9t7Mgyl7aZakHtvb/slcX0aSetXRCWcMMvt6/LQsMGP1wRdNHN/bPvma5OxCbdyzhS1TLQ+dnmTkRMbjvVpa3r8mNTVBPeHJXXd8UHxqf+ek65Id4bOur/7iKfGa2+TYXo4V2eYmSrCrR/dwfHBt6px1gfs/L22eZDHiMyNGEQBkQjYBAACAulSxoUBBmT5ljnmie2hnW4fwqe8T+jp2t6LQ7z3VrSjKnPD4eW1uyBhDXjYiYd8VjuxpNxYbP8jhDyo7is0TvL1bR4t/g6Ho+d5T+zvOerHw5olFj3xZsnFnFZfhKPPvdWa4dZp62XCXL6B/t9i/eEuo2Ku5HUr7DMs+r6vth/zr7Fb9xlEu44YROhjfl241v48b4OzdyvxU/53mCYQbNpwzxBH5YMaP8Nsqc5nTBzr6t7cv2RLUdMXILIzFzj/c6QgPvUPhLZGZpOaVaOOe2fXij2Wv/lw5dzDWM6av44b3io2XRx45uB4QvoD45yclr/zi8YTTqF67f0eeg48m9L+Nddus6teL/EbONX+j+cP2bm1ujVtGJ1gtysrtxiNKgUc3wov2GdaLjnSWfxLDtJX+ybN8xiaK7CTLtweNiGf6quinOaQN9eOAXPh/EgAAAPXojd/KLjzCaQzvLx7uvP+zMuO89+X/LTSGlFkpFmM8aSxw2TBXkVdvkazO2xCwqFWMiv82uei8oa4fl/lbpalZKeb42W2vXLnwy0q/kYnU/qqlRt5hDG4LyzRdKMa497RnC9IS1cjot6Laf8i/rlsLW7Mkc+BdWGauv8QXfZdRfexLt3l2lujfLfGfdKhzdF/HQ1+WDuhgMzZIZIGhXcxP2KWFevsYMzRZsCloUc2cZVV2tIBFVcTkP7zFXvH0d5UnMjRPUV+/NHnaykju8ZcUm9UK5u8lEog4/3JdQqdMS2RqSWGZ+YPcOqm4T2trpGxkcEdz7QXe6CaKBE/G7/S1X/d0YPXt7mkaCOrG7zoYvhvY/Rt2OeiwsAfbAjIgmwAAAEAdGNTBOndDFY0YtuTrM1b7h3VznDbA+dUC/+ItxhjRHAp1bBYt4P12iX/G6pquG/Ht4sDva4K3nOBy2VVjiN6hmVD3SQfW7ziwC3+2TDXfPSVBsVnMuScbdmobqqq2qM2HvHKE8+8nJYoD9/CXJRWvZpKVGh0hRgbVyu7xYpo7+hnenO41sgm7VbngCGeX5ta/fxSdt9I2zRzAF3nFE99U3UNhV6leXM1VU164MLlVmuWcoZbJsz1LttTlxVONfET8NW3SomUsLZItK7O1gjJ9evhXYKQeSU5zmwR3726RbZXiOoCScIvCeHwPuk1ABmQTAAAAqAPnDXXO3VBS5VPv/e41solEp/rs+UmnPxe9AETp7kkWvVtba84mxhxif2h84qLNwUtfL3z3qpQql/HtfeFPfX+DrUhtgnE6fUQP249Lq3332nzIj+b6fl1V4zU5q5FbuFcakr37rhIeNlt3D7Rzi6KPL9wUXLI10Ke17fyhru+W+srnSpSF37xzpmq8pMryB3+o2s3x9w+LX7ooqVmS5eHxieOeKZDqDHp+WfSHGdHdNq3CFvYGRIlXSzTjiejPZQ2HGDuK6zJbARBj9JsAAADAX3VYJ1uLFEt1z/6w1L8l3xw3LtwUiFxMwbAqOxSeBSAuOtKZFG4UYJwPv3KEs9JrHTbx5DlJxinxr+b7aj9y1vZ3JnjR5uhY95qjXZEhrsMq9u0TWZsPaZzPNxY7iK8Cj773ewV3hjdOYni6Qfruconf1+yZqDLpd7P+ISNJffO3PW0jFoavG5Lmtlw6LPrBxg9y1LJh5/rc0GNTzWqL3q1slwxziYZ21hDHvPvTv70ttVmSsjY3FGmketogZ0Zi9McZ2ME8txpp/5Gwe2raAT02AAAQAElEQVRPpIxizvp6vH4KgPpGNgEAAIDaclqjo8HyiQaG5knqQ2e4cwqjZ60t4Wf2nnahTP7DHFS/O3PP1ALj7Pfz4es4ZqVYvrkt7Z+nuF+6OPmLBb5K72is3GEz3/SyEa6bRiU0SzTXboxFR/YwOw7Yd3+eSjMItu2KJiBdWlguPMJhxArlZQhquCph1trg90vM9+rf3v7G5Sm3j0l4/5qUvHCjzUi1f+Tz1/JD1gl/UHn+R/O9Bnc0h9+9WpnfJ8/yzNu4pxzg47m+Qo82e51//Y49BRLvTPdsLzCX+ftJia9flvSvU91tMyy54Z/FFv6pLfukRo7dxdPGBvx0nm/uBnOof9sJCa3SzBdYyrdV+Ebkaqxi96ardDe8NvOGbffjkV+KbfdKIu9evs7IUpa9ny1/r+Hd7MkutUsLa982VvM6LN+aG8RIpiZebf6O3r4yOdVtvv6Z78qCIX1AB2PP0LNSFCPHWbYt8Prua6NG+oDad685UlVhCb9xeRcMe7VJWjxS6DgBCZBNAAAAYP+yUtTTBzoObRcd1N55kvvD61KMr4+uT/7x76kdM6054XP+Vx7lbJlqDvt6tbZWLEN4/3fPyu1BIxGouM43fvPeOqnIGBhnJqmj+zpe+6Usp6hyvcPmfPOSlrtKQ8bLP5ztee1XT0jTE52KphuDYXHDcdFLZow5xNE9a8+R7bJtoX9/VWrEJeMHOdfkhAIhcftYd+SpYV1trcMj8JsmFn80x5tbHBrR3X50D/s9H5dkF2qXj3C1SY9+/r5tLbX8kHXlvZnef31a0qeN9d2rkkf1tt81pfieT/a69GlQE1Nmeyf+vlf3iAKPfvIzBR/ONn+Wo3s4Eh3KM9+Zrxra2TqkszkWT09QLxm2p9ajYzPL6L72yO2bjzdrJSLdOlwO9f2rU47rZT3v8GgBxbj+jgy3iLTYFOFN1ylTqXi3TbpydHdbn/AlOVqlqif0sV823BnJJoZ1s/drZx3RzWYsJsJx0in97cZtY2tH7o4bYG+brp53uLP8vYwIyUivtuSHflrmnx6+8uhb070Pf1myeWeoU6bljEEO42eMTMBZui10/iuFu0q1T25Mvf/UxAk/lo1/oSByeY6LhznD0z3E0C72QR2sRjJlC+dSxq/Y2HtvOT764Y/rbevRknwiSqfjBCSg6Do7IhregkfPTut5RPtxNwsAAOqCHhYKhQKBQNG2dWufPvfaH0JrC5rIYc89JycYw9dzXiqqboGVj2bcOqm49hetAFDnbjzONbavY8xTBdUt8Me96c9+X/r+rHopwzkgobLcIwb3mzBhQkKY0+m02+0Wi0VVVYWmoYgVemECAAAAAICGRDYBAAAAAPGL0gjIgGwCAAAAAOIXk/whA7IJAAAAAADQkMgmAAAAAABAQyKbAAAAAID4pdBxAhIgmwAAAACA+KXTcQISIJsAAAAAAAANiWwCAAAAAAA0JLIJAAAAAIhfdJuADMgmAAAAACB+0W0CMiCbAAAAAAAADYlsAgAAAAAANCSyCQAAAACIXwodJyABsgkAAADg4CU7xWuXpQzsYDNuPzq15PVfvcaNa0c6zzvc9ejU0qkL/dW9sFOm+tYVya3SzAPyQfftLPA0vln/pw1wXH+cq0Mz80cY+uDOvGIaFzRKOh0nIAFVAAAAADhYRV5x54cllR68emRCy1TLJcOcNbxw3Q7ty+qTi+o8fV6ikMan83xfzvcJAPjLyCYAAACAv6TMr1V65PVfPTmFoTd/89b8Ql9AHJAzBjpO6OMQMvEe4I8AAFViTgcAAABQx1740WN8iTo1fpDjgdMlKppAk0G3CciAbAIAAACorWZJyq0nJHTPsmalqN8s8j3xTZkvWHmZm0YlGF/GjZ+W+a96qyjy4LgB9tMHOttnWHKKtP98WzZ7XeV6A6sq/u+EhKtHJsxe55/wo2f66sDe63TdNModub3m8WYhTe9+507j9oD2lntPSUxwKBvztAJP6MmvPbnFlYs4era0PHp2Yu9WZkeMYx/LH9zRany8hZtDN75XbDxyTE/7Dce61uwIdmxmefjLsgWbzJ9HEfqNoxKO6GrPcCuqKmasDjw+tbRk9+wN4yVXHOXs3dq2dGtg405NoJGj2wRkwJwOAAAAoFbapatf3pLaq7X17AmFq3OClwxPuG10wr6LPfd9WV5xqOIjd4xN+M85yZNmeW6dVDSwg+21S5ONjKPSq4KaWLwl8MMS3wWvFFYKJsLr9Lw7s8y44Q/qXe7IiwQTvVpa3r8mNTVBPeHJXXd8UHxqf+ek65Id+5x8XL499MncaK4wqo/9huPcrdKsh7Yzlzu6u+2VS5Imz/be8UHptgLtnauSm4c/2HMXJN94XMItE4tPfHpXMCTOG+q6dXQ0GTGSjgkXJfVrazvx6fzHvi47poddAMBfRjYBAAAA1Mq1xyZkJll+WuY3coQ/1prxQfeWVZchV+zC0DpNvWy4yxfQv1vsX7wlVOzV3A6lfYal0kuMxcb0ddzwXrGm17bE/pbRCVaLsnJ7UAilwKNnF2rtM6wXHVlFA87Q7uKGAe1txzyW/9jUkge+KDXOl997qltRlDnrzY+7NjeUYFcvG2GmLSN72o3Hxw9y+IPKjvDVN3q3jv6kVx1tvunCzYEt+frCTcH3fq/jqSsA4hNzOgAAAIBaOaqHOS2iKHyxz1d+8RhBw/Ltwf2+yhjnG4P5wjJNF0ogJE57tiAtUZ2/ca8XNk9RX780edrKQPBAZkgM7mh+ngJvtCS/zK9H3u61X6vtwfnlfJ+RfUQWyEqxGFmGceOyYa4ir94iWZ23IWBRzZX8bXLReUNdPy7zt0pTs1LMrMRtjyYmh3UxX7Jj98wR//43AGSn0HECEiCbAAAAQBM35760NLflQF+VVxwa+uCu8ruqojdPMleSmWyWHhsj/H1nXlSpZaq5fEqCYrMII5vYsFPbsE+PhhcuTG6VZjlnqGXybM+SLaHarNZpE0lOc83B3emAEh5gprhqqoxet2NPltCxWXTJb5f4Z+z9s3y7OPD7muAtJ7hcdnVnid6hmVDDmYUi9MzE8JvW6jOicdDpOAEJkE0AAACgiTv3pSL1wKcyB0N7DdiMMKLMryXY1SO72J4QB6CwzFyP1aKM6GH7cWnVccbfPyx+6aKkZkmWh8cnjnumoMorJ+h7z/XwBkSJV0s044no57SG45cdxTXFBhUnm5T6oy/s3dpaKZsYc4j9ofGJizYHL3298N2rUvZ8BqGU+vREp+KwcaYdQF2i3wQAAACauDW5oVXZB/y1bkfl6oalW8yigz5tbCO62SKPHNbJtt93X7Q5Ouy/5mhXJEdwWI2V7FXHsT439NhUs9Vl71a2S4a5qlyPvs+57UifiITdsy0iZRRz1td2loXxMxZ7zZ/xoiOdSeEmFU6buHKE02ETT56TlOJSv5rv2zclWRzeCL1aRc9x2nb/HAqn3gH8BWQTAAAAQK38e2pppJjiP+cm3n1ywhNnJx7d08wmrJboAF5Vojcs4aPsyDyIWWuD3y8xL5PRv739jctTbh+T8P41KXnF0ZAiwm5VPp3nm7vBzBpuOyGhVVoVR+nbC82CCCML6NnScvEwM0t45rsy4/MM6GBThJ6VoqS71WXbAq9Pq6I5ZXmCYKmwYm9APP+9GYhkpVi+uS3tn6e4X7o4+YsFvuZJaqQs4rIRrptGJTQLT+Iwgo+R4XYbL/zgCQS1dhmWMYfYu2VZzhoSbb1pfAyBxokaGMiAbAIAAAColUWbQxe/VrRiW9DtUM8/3JVTFHpsaqmRLxhxQ2SBYV1tbdKVK49ytkw1w4Bera2R+oibJhZ/NMebWxwa0d1+dA/7PR+XZBdqHZtZRveNXoDz5uPNWon1O8z0weVQ3786pVeryg0y3pnhmTLXW+jRbxuT8N1iv/HI0m2h818p3FWqfXJj6v2nJk74sWz8CwW+fWaNGEnHGQOjCcLlI1ypCXuGom/85r11UpGRiWQmqaP7Ol77pSynSN+cr70307OrNLRye/DD2Z7XfvWENHMehxaujPhjXeDi14vnrPM/e37SP05yfzbPt9xczGtEGA7SicaJkhfIQNF1dkU0vAWPnp3W84j2424WAADUBT0sFAoFAoGibevWPn3utT+E1hY0kcOee05O6NPGes5LRdUtsPLRjFsnFU9d6BcAGsiNx7nG9nWMeaqgugX+uDf92e9L35/lEw0tVJZ7xOB+EyZMSAhzOp12u91isaiqqigUVSBG6IUJAAAAAAAaEtkEAAAAAMQvhY4TkADZBAAAAADEL52OE5AA2QQAAAAAAGhIZBMAAAAAAKAhkU0AAAAAQPyi2wRkQDYBAAAAAPGLbhOQAdkEAAAAAABoSGQTAAAAAACgIZFNAAAAAED8Uug4AQmQTQAAAABA/NLpOAEJkE0AAAAAAICGRDYBAAAAAAAaEtkEAAAAAMQvuk1ABmQTAAAAjc+gjvY1jzerYYFnz09+9nwBoGHV/P+pJG0e6DYBGZBNAAAANDLTVgaKvGUCTVrXNPNs9qpdAk3Y4i1BASCMbAIAAKCRmbYqYHwJNGk391dbJIrnftMEAMQBsgkAAABAOhZVBEMCiAGFjhOQANkEAAAAIB2bKkLUTCAmdDpOQAJkEwAAAIB0rKoIMmAEEDdUAQAAAEAy5pwO6iYAxA2yCQAAAEA6VoW6CcQI3SYgA+Z0AAAAANKxWuiFiRghBIMMyCYAAAAA6VgVEdIZMwKIF2QTAAAAgHSs9JsAEE/IJgAAAADpWBQRoGwCMaHQcQISIJsAAAAApEPdBGJGp+MEJEA2AQAAAEjHqiiaOWBk0AggLpBNAAAAANKxqiIQIpgAEC/IJgAAAADpWFQRJJpATNBtAjIgmwAAAACkY6PfBGKFEAwyIJsAAAAApGPWTYQEAMQJsgkAAABAOlZFp90EgPihCgAAAACSsagKczoQGwodJyAB6iYAAAAA6aiKIJpAbOh0nIAEyCYAAAAA6ahCaDojRgDxgjkdAAAAgHQsipFNUGkPIF5QNwEAAABIR1Wpm0CMkIFBBtRNAAAAANJRFSVE3QRiggwMMqBuAgAAAJCLEh4t0qEQQPygbgIAAACQi6qYFROaRt0EgHhB3QQAAAAgF1UxKyboN4HYUOg4AQlQNwEAAADIxRKpm6DfBGKC2UOQAXUTAAAAgFyidROMGAHEDeomAAAAALmo4YKJEP0mAMQN6iYAAAAAuUR6YVJpj9ggA4MMyCYAAAAAuUTmdIQ0AcQAGRhkQDYBAAAAyEUNn8kmmgAQP8gmAAAAAABAQyKbAAAAAOQSuUKHShsAxIRCxwlIgGwCAAAAkIsebgDAFfUQG3RdhQz4iwcAAADIJaSb57EjV+sAgHhA3QQAAAAgF12PzOngbDaAeEHdBAAAACAX6iYQS+xnkAF1EwAAAIBcIvP/VboAICbYzyADsgkAAABALlqkFyYlzgDiJ1zGKgAAEABJREFUBn/wAAAAALmEwtkEV3YEED+omwAAAADkEr2GqEqtPWKBFAwyoG4CAAAAkIseHiuqjBgREzodJyAB6iYAAAAA6Wi6zjVEAcQP6iYAAAAA6Wga1xAFEEeomwAAAACkowlBNIHYYEeDDMgmAAAAgAZzWJbSM0OxqLpFCIsqLIrxpaiqripiXCfl8JbGg0rkKeMR47snKB6ZpQWZ7YG6w94EGZBNAAAAAA1mS4l+7+Gq3VLFVOvemUrvfR58aUGIYAJA00O/CQAAAKDBbC0R7y7TarnwxiLt8zW1XRgAGhGyCQAAAKAhfbRSW7WrVonDhAWaRnMA1DWFnQoSIJsAAAAAGpIRNzz7pxbS9jNV45dN2vxcAdQ5nY4TkADZBAAAANDAVheIL9bWVDrhD+mvLWY2B4Ami2wCAAAAaHhvLtF3lFV7+vqDlfoOjwCApopsAgAAAGh43pB4cUGoyqdyS7XJK0ICqB90m4AMyCYAAAAAKczcZjaV2PfxCQu1gMb4EfWFbhOQAdkEAAAAIIsXFmiFvr2GinOyNSOzAICmjWwCAAAAkEWRX7y2aE/pREjTX1lIC0wATR/ZBAAAACCR/23UF+ZGSye+WKttKhZAvVLoOAEJkE0AAAAAcnlmXsgf0nd59beWUDSBeqfTcQISsAoAAAAAMtlaYl40NN+re0Kc0AYQF8gmAAAAAOm8u4yKCQBxhGwCAAAAAOIXxTmQAdkEAAAAAMQvuk1ABmQTAAAAAACgIZFNAAAANDIXHOEcc4hDAGjc9P/+5vlpWUAAIJsAAABodDpkqG3TlSlz/dUtcNOohG8W+VbnhASABjKkk61rc8vEWd7qFrhyhLNFsiokoNBxAhIgmwAAAGh8thVoz31fVt2z1x/r+naxb+pCvwDQQG48zpXhdtTw/+n5Q52SRAI6HScgAbIJAAAAAADQkMgmAAAAAABAQyKbAAAAAID4RbcJyIBsAgAAAADiF90mIAOyCQAAAAAA0JDIJgAAAAAAQEMimwAAAACA+KXQcQISIJsAAAAAgPil03ECEiCbAAAAAAAADYlsAgAAAAAANCSyCQAAAACIX3SbgAzIJgAAAAAgftFtAjIgmwAAAAAAAA2JbAIAAAD1KDNROb6P4/axCYlO1bi7bkeoqEzLSlWbJ6mqataSd7kjTxy4TpnqW1ckt0ozj2YH3bezwHNgp34HtLc+f0FSixSLcXvogzvziiu/vG26OuHi5Lxi7Zq3inxBcaD6trWcc5jrrCFO43ZI0zfkhdLc6vbC0Lrc0A9L/VMX+muzElXRjQ/Zubn15olFK7O1+05NuPCIBOPxn5b5r3qrqOKSxsa8dUzC+EHm230423PXlFIBAI2KKgAAAIB6s6NEnzjLO3NNIHL3xR9Lx79YOOzhXUMfzP96oU8crHU7tC9rN8Iv57SJx892R27P2xj8eG5N7z62r6NnS+vwbvahnW3iwC3aHLprSkmZXzNue/z6CU8WDLk/f+664MmHOp89P/nukxNqs5I+bawnHOLs0sI6boAZOtz/WVlOYajKJXOLtTs/LA4ENQEcOIWOE5AA2QQAAADqXZmvcmFCfql+08Ti1dkHXpOwmy9wYMs/cLq7ZbhQIvryYE2lFl8v8q3KDkxf5Zu19gDfpgLP3unHKz97IjcuPMJls+z/5Uu2BH9Y6lubG/xsXnRF3po+s+I7+G2JuKbTcQISYE4HAAAAGkBmorKjRP9+6YHVPhwcVdH/OS7x9IGu39fU9u0252tjnyoUdSq3WCvxaolO1WpRXDYRCO1neU1Xrnm7WAD1jKoJyIBsAgAAAA3giqNc/55a9tR3ZZG7zZPUR850d8y0bMjTAkH9tV89f24wywBG9bE/fEZiulvdXhAa/kj+XSe5Tx3ofOVnz3+neSquzaqK/zsh4eqRCbPX+Sf86Jm+eq9ih/euThnSyW7cOLyLfc3jzeas85/78p5+DW3SLC9ckNCzle23Vf5/flKSX6p3zFRfuSSlU6ZZ23DKM7uWbQu57eJfpyUe2s7aPNnidigv/lj29O5PXnvGzxhpurFkS6DIK5Kd4o3LUw5tb84ZufKNwq0F2huXJ2eFKzt6351nDBdfvCj5qO7mx350asnrv3r3XaHDJu4+2X10d7uqig9nVztFxW7VX744ZUR4Vauzg1e/VbQpX7vuGNeto93PfV9mfBmPnzvUcdlwV7FHzy/TVmwPPvOdJ6jt5xP6AuL6Y13/d4I5TebLBd4HPy995IzEAR1t175dFPndVVTl+o/qbjN+RqdNCYb0a94qKvTqz52f1DLVXP/NE4v+t8T/4BmJR3e3XfZ6Uat09ZnzzCXX5ganzPGeOcSVkah8Od/3wOclRoIj8NdQNQEZMKcDAAAAsXbmYEfHzD0nyRxWMeWG5KN7OC58tejy/xa1Tbe8fWVKtyxzjPr9Ev/c9dGg4R8nuk861GnkFH3aVJ4RYQx0F28J/LDEd8ErhZWCCcN5Lxct326Oln9f4+9yR17FYMJw+QjXJ3/6Qpo++hDHnSeZnSDW79Dem7lX9mEM408b6Lz+3eLDHtj50zK/88BP8HVpbvn3WYkevzZjtf+qN81qCCOeeH3anoBjVXbou8V7yjq8AfHoV/tpafnEWUnnDXVNX+0f9cSu1AQlEnzsyx9U/ja52BswR6BG8mIEE8YN4wdcsS0YCSbOH+p88PSkBZuCp79Q+PEc3zUj3Y+dlbjfTyjM7iGevGKz/MOiKE+ekzS0i8347UR+cRVVt/5fVwY+/MPMXKwWZe2O0HyzCUg0gtmwIxQIibnr/E9+U7pse+iHpYHFm81fq7FvGI/f9VFxiku94AjXKf2dAkCTQDYBAACA2Dmxn+OTG1L+fWZSxQcvOsLZKs2aX6Jt22UOm40xsHGG/PYx0YaRoXCHx8wkNa9EG/fMrhd/LHv1Z0+l1bZOU8f0ddzwXvFBnEV/+rvSD2f7Fm02w4seLaOpQ2QkX657+PGHTk9Mdqp3fFgc0A7gTLPdqnx2U+q3f0s7qru91KevzQ2V+qJNKyu1zKj0pmX+mt6lfYY6tp/DuPHFfJ/HLx78vMTjq7YXphFJfLnALKw4rLOta4vw1Uk62yfN8oY/nn7jKJdxY9k2cwss3Wp+HzfA2buVZb+f0BB5y+N625/6tuzi14sm/Fj21QLf3j9+Tet/7/for/LUAebPkuZWgyHzLcb0M6s8Dm1n/3x+NA2J9AfJLtTemu6duyHoCfcZ7d6yFn07ADQGZBMAAACInakLfRe9VvjD0r2Gr0PC18Io8kaH1pGh+/Bu9orF5qoiJv/h3VGiP/1d2fLte7VqaJ6iTrompdgjDu46FUVe813CI2LhsFYdbSzcZI7RB3SwTb015ciutie/8Yha8wf1U58rOO6x/C/meZslWS460vXRDSnOg7n6x16Gh+doGHIKzY+uCyVUY2Dy9vToZz7/cLPW4Lg+ts/nm9lEtxY241MZNwrLzNeX7O5aOqqPXdTa+h2hJVuDCzcFn/qurHjv2Sc1r3/dDm1ReNuO6Wu3WUQoJH4PNx89qZ8z3C5Ur9SVI7D7h4wkVol2JnTUAa7TARmQTQAAACCmSnzi9g+KI9fXjMhMNg9KA7t7FCjhgZLVoiQ79wyZdpXqxd6qV/jChcmt0iznDHXuO9fjQFmrWcFrv3gWbDTHzGluy7PnJ5831CEO0Iad2q2TS6atNKsAumXZLh/hEn9Ny5TokXxAq1Uks2J7aO4G80c4dYCjeZIR9Sgl4YAoKzW6kSOFCcruTZ7mPoCRwqad1Tb23O/6vwxfStbYJtcek/D9Ut9X8827bdIt1x/r+mnFfnqXWiibqAtcpwMyIJsAAABArBkpw5Kte9ol5hWbo+vyUauRSgjzApxaUYUwwl99VcDfPyyOdD14eHxidX39dP0vjb7sVnHuy4XfLIqWe9w0KkEclFXZ0TF8ZGJFUDv4T1Xkib7Waa3tIf17M80NmuhUX7o46Yv50Y2bXRiNNpTwL6B8ZblFWu0/YQ0XN615/YbP5/m08LucPtDx+9rA1EW+yOSUcw9zTVtx8BdwBdC4kE0AAACgAVS88MQf4TL+hN1zCFJc5iD2z421HZeuzw09NtVs2di7le2SYVXXI2h/7cSwEUa4HcqN7xU//GWJcTcjUVWE3qul5Zc70/64N/3o7rWdodE8KRrALN9mhhSVKkGsB3JsPm/39unXNtIjQ7dE111tff7UBd5IiNMqTf1tVfTlq7KDO8PZUKLDfGH67nKGyPVW/8onrM36RbgXRqR96U/LjUcUb0D8HI4kpq3yH9wkHQCNEdkEAAAA6p1rd+5QZUOHd2Z4txeEWqVZ26WbR6fdssy+mI9OjV4hwhY+Yt23et+x+2IZdqvy6TxfZMLCbSckGAPvfd8iN9yUoXmy2qW5xTg/H3lV5KnIeNtu2fNe5tvtvqFGbyj3nWpeLPO9mV6PX/tuiV8XyoCOtjbplowk9YiuVWcTrvDMD6tFibzFyB62SPfKGav9b/xmdn9Ylxv0hysO+rSx9mhpGdM3upkclj0fzPwMu0tKLOEbqmq+ZM764G+rzOH9hUc6k5zirpPcdpv5bK/WluoSBOMzfxC+1Oinf/rKIwx/UHn+R3NTD+5obtBerczvk2d55m0M7fcTmh8yWg1RbSBS8/ojvgzP4/h8frQs5fMFZiLyzaK9JnRE9hz77gAm8uuzMqejLtBtAjIgmwAAAEA9ykxUTuxnP7JrdEx70RGuo7vbKg2efUFxxvMFv670P39R0muXJs3d4D/l2V0rwg0vh3a2Rjplpieolwzbc8HIjs0so3ePk28+3qyVWL/DXN7lUN+/OqVXq8pj1oe+KJm+yp/uVi4d7vz0T2+HDHXs7pdfPsJlDJv7tjXfxchHxg9yGM+ed3i0/mJcf0eiw2zPefKhzm9vS/361tQ1OaHbPzAvAvrdIt/c9f5V2YGP5vgqvV23LMs9Jyck2M2f02lTvr4tbcr1KTefkDBljveCVwoufq0o0uKxyCv+Nrl4Q17w+mMTzjnMOXX3aPymUQlOm7h9rDtyd1hXW+s01ficRhQizPTB+LTmjaveLPrvr2UtUtQf70hflR3aXqBNX+WbtiLQu0211zh9Z4YnGNIjV+4sZwQu//q0xEgf3r0qeVRv+11Tiu/5JHr50ho+ofHd2JjpiebPeEgb6zG9qi0eqWH9EV8v9hmbceGm6DSfn5f5t+aHflmxZ6sa+0yf1uYPZWwH4xd32XBnJJsY0c3er92BX9AVe6PbBGSg/MWpd0CdWPDo2Wk9j2g/7mYBAEBd0MNCoVAgECjatm7t0+de+0NobUETOewxBr3GMO+cl4qqW2Dloxm3TiqeutAvgH08fV7i/71fIlDPbjzONbavY8xTBdUt8Me96c9+X/r+LJ9oaKGy3CMG95swYUJCmNPptNvtFotFVVVFoagCMULdBAAAANDEHd/b/vLFSVkpSq0SPeAAABAASURBVN+2lpmraTAJQDpUQAEAAABN3JlDHCN7Oqat9PdpY73/s1IBVKDQcQISoG4CAAAAaOL+O82zIS940ZGuL+f7fEEBVKTTcQISoG4CAAAAaOJmrQ0e93iBAABZkU0AAAAAAICGRDYBAAAAAPGLbhOQAdkEAAAAAMQvuk1ABmQTAAAAAACgIZFNAAAAAACAhkQ2AQAAAADxS6HjBCRANgEAAAAA8Uun4wQkQDYBAAAAAAAaEtkEAAAAAABoSKoAAAAA0PiN7GGb9o/UO8YmGLcPbWf9+e9pax5vZnz1amURQPXoNgEZkE0AAAAATcEFR7papVmvOjrBqooFm4Kv/+oRQC3QbQIyYE4HAAAA0BRMnOntnmX5Yr4vqJl3vQGGnAAaDbIJAAAAoCn4abn/p4f9AgAaIbIJAAAA4C8ZN8B++kBn+wxLTpH2n2/LZq8LRB4/d6jjsuGuYo+eX6at2B585jtPUBPJTvHG5SmHtrcZC1z5RuHWAu2Ny5OzUsyWEL3vzvMFxG2jE649xuwZ8emfXl3oR3axB0Li1V/K3p/lK3/Hfu2s1450tcswJ2i/M9M7eZbvmF62p85JSnSqBWXaoH/lC6DWFDpOQAL0mwAAAAAO3h1jE/5zTvKkWZ5bJxUN7GB77dLkZknmSO/8oc4HT09asCl4+guFH8/xXTPS/dhZicbjRV7x+rSy8pevyg59t3ivYoenvi0NhszpGMf2sn802zdplrdNuuWB05NaJEcHkMf3tk++Jjm7UBv3bGHLVMtDpycd09P+07LAjNUUTeBg6HScgATIJgAAAICD1DpNvWy4yxfQjXxh8ZZQsVdzO5T2GRa7Vb9xlMtYYNm2oPF96Vbz+7gBzt7hS2b4AnutpFJjCF0ogaD5yA/LfHPWB2euiS7ds2Wk5Fn/21i3zap+vcgfCIn5G801925trtZDNAGg0WJOBwAAAHCQRva0Wy1KYZlmBgohcdqzBWmJqpEX9Glta5Zk5gWFZWbKUOKLpg+j+tiXbqvt5TOCofB3Lfpat9Osm+iUaTG+wms2n751UnGf1tZZawMCABoz6iYAAACAg9Qy1TycTklQbGZcIDbs1CKFDFmp0fkXvnAFhLJ7On+a++APv63ht2iTZoncbZFs3igo06evDkQuzAEcHLpNQAZkEwAAAMBBipRFWC3KiB62io9nF0bTAiUcS1h3H3TnFpmPl5dCHIT8suiaR3S3CaAu0G0CMiCbAAAAAA7Sos3RyRTXHO2KDPEcVtGnjWVVdnBnsRkiJDrMbCJ9d7nE72vMnhDF3r1WYj2QQ/K1uaEyv7nm0wY5MxKjJ7wHdtj/TO2zhjjm3Z/+7W2pkVadACAVsgkAAADgIM1aG/x+iXlpz/7t7W9cnnL7mIT3r0nJK9b9QeX5H82LcQzuaKYGvVqZ3yfP8szbaDaJWJcb9IfnevRpY+3R0jKmrz2yNkd0uoZus4arLcJ3HdZolGBTzRsev3jqW3PNKS514tXmO759ZXKq23zKEl7esvsA3xJdm1DDjwzvZk92qV1aWPu2oeUcAOmQTQAAAAAH76aJxR/N8eYWh0Z0tx/dw37PxyWRCR3vzfT+69MSI31496rkUb3td00pvueT0shLirzib5OLN+QFrz824ZzDnFMXRS+wcdOohPB3t9ViZg1GmmAkF5cPd0WeNZaMlDy8Nd378Jclm3eGOmVazhjk+HC298elgRHdbMO6mrM8kpzqKf3tbdPV8w53Rl44rr8jySnenendkh/6aZl/Opcaxd4UOk5AAoSmAAAAwMELhMQ/Piqp8qn3fvcaX1U+9fUi/9eL9mQEj00tK7/93Pdlxlf53WveKRaiuNLL3/zNa3xVfGTaqsDg+3dVfOTUZwsr3p29LnD0o5EFGIhiLzodJyABsgkAAAAAANCQyCYAAAAAAEBDIpsAAAAAgPjFJB/IgGwCAAAAAOIX3SYgA7IJAAAAAADQkMgmAAAAAABAQyKbAAAAAID4pdBxAhIgmwAAAACA+KXTcQISIJsAAAAAAAANiWwCAAAAAAA0JLIJAAAAAIhfdJuADMgmAAAAACB+0W0CMiCbAAAAAAAADYlsAgAAAAAANCSyCQAAgManVap606iE6p61qMroQxydm3OkBzSYIZ1s6e6a/j9NsMsymUKh4wQkwL9YAAAAjU+rNOtNo2o6kBvT1zFGAGhgNWQT8tDpOAEJkE0AAAA0Mg99WWZ8CTRpN/RX2iQqd/6mCQCIA2QTAAAAgHSsigiSSwCIG2QTAAAAgHSsqhIim0BM0G0CMiCbAAAAAKRjVUWAJgCICXY0yIBsAgAAAJCOkU0wpwNA/FAFAAAAAMnY6DcBIJ5QNwEAAABIx2LWTVBrj1hQ6DgBCZBNAAAAANIx53QQTSAmdDpOQAJkEwAAAIB0jGyC63QAiB9kEwAAAIB0bIoIkE0AiBtkEwAAAIB0LKoS7oVJsT3qHd0mIAOyCQAAAEA65pwOcgnEBDsaZEA2AQAAAEjH7IVJOAEgbpBNAAAAANIxsokA0QSAuEE2AQAAAEjHqoggvTAREwodJyABsgkAAABAOlaLCIYEEAM6HScgAbIJAAAAQDqKMV7kZDaAuEE2AQAAAEjHouoaczoAxA1VAAAAAJCMRVW4TAdigwIdyIC6CQAAAEA6FiFCOuEEYoH9DDKgbgIAAACQjkUVIY3z2QDiBXUTAAAAgHTMbIK6CQBxg2wCAAAAkI6q0G8CMaLQcQISYE4HAAAAIBdLeKjInA7Ehk7HCUiAugkAAABALhbVHCsypwNA/CCbAAAAAORiCX9nTgeA+MGcDgAAAEAuFtWczcGcDsQG+xlkQN0EAAAAIBfmdCCW2M8gA7IJAAAAQC6W8Jls5nQAiB9kEwAAAIBc1PDE65AmACBOkE0AAAAAcrGG53Ro1E0gJpTdHScUZU/riYq3gRggmwAAAE1c5Ah7SJbSPnnPg/tO5K9iGKhXPQ17rwfDK9JrXuYA1rbva/VaLLPPqvSqHqz0iPnJlSrWX+0bV7O2apepsH69mvXvc38/WzK8yt1r27P+g19bTVtyrzeraW212trVrL/iL63CMi0SjKdszZ2BQHDf3a2at6hwv+r17/vC2v1fUPVrK66/1ltb1Lzr6tWsv9plqllVrfbb/W8f80Mo+1tb5d1kz0tr+P3WtLba7reV1y8O+C9AhUdCAWFW65jlOkQSaChkEwAAoCkzjrONA27Far/okJBxblDTNeMB3RQ9uDdvhYcWinmaWjeWjwxawo9XvB1eRhGatnuZKpbcvYyxHuPx8vVXvF3zexnftegy4e+6eVW18OPRdVZ8r/APWL7+8E9XaZ3R4VD5q/ZaxtgOWuTx8vcKL3MA71W+flHFexnr0TSl/GfRKvyMld9L7PUZ9t5u+7xXFVs+/F66oohKP0vV77X3z7LXemr9XtFRYTXvVXG7RX/X+7xXtftDeB9IcRqjRNch6YE2CaHK+1Vdv9fev5fq32vP76XCe9X8/0ss3yv8/6ZQonf0qv7fLP99Vfh/KrI/7LOfV7E/GI9oe/5/0SrsD/vuw3vvz3vWI6rfr6rb9ypst2rea6/tFl2PqO17Kaq5fuO2w+FQw5TdBBBbZBMAAKDJihxh29Nbdbn7G2+Yz+cLBAKhUMgYNgtAVnrBttAX/zz7H88qqS0FUG+Mv5AWi8Vms9ntdqvVatyOxBMCiDmyCQAA0ARFjq0j2YRxtG0NMw6+jQeNu0Y2sftUqi4A+YTsdo8QDqdDdToFUA/K/0gaYUTkz6ORUBBPoAGRTQAAgKbMOMiOZBPGkXfkKDxSNEEqAZkFPU4jm0hIcFvcbgHUm8hfxcgfSVtYeTbBzA7EGNkEAABosiLH1pGzgiKcUxg3tDCyCcjM73QY350uly0hQQD1pry4LPLnkboJNCCyCQAA0GRFgony28YxN8EEGgXVYU7lcCW47WQTqGflGW4klSCYQEMhmwAAAE2TsruzfSSeML7rFQhAYiGbeZTucNjtDocA6lP53I2KUzmY0IHYI5sAAABNVqV4glQCjYXVYu6xVpvZnlAA9a88jKj4HYglsgkAANCUVTzCLr9NQgHJ7T6PbSmflATUk31jCIIJNAiyCQAA0PRVOtTmyBuSUxUzkrBYySYAxAuyCQAAAEAyuhb+DyEagHhBNgEAAADIRRfhaUcU+ACIG2QTAAAAgGTCdROKwoQOAPGCbAIAAACQTLRbK3UTAOIF2QQAAAAgFz3Sb0IlmwAQL8gmAAAAAMmEL3OrUDcBIG6QTQAAAAAAgIZENgEAAABIRo9cp4NemADiBdkEAAAAIBd/cZ5QLZaEZAEA8YFsAgAAAJCLv2CHPTlTUeg3ASBekE0AAAAAcvEX7bCnZgoAiBtkE5CCYrHoWlAAAABgd92EAIC4QX8dSMGR2sJXkCMAAABgZBOFudRNAIgrZBOQgiOjtW/nNgEAAIDInI6U5gIA4gbZBKTgzGjl3blVAAAAgDkdAOIP2QSk4EhvHSjKo+UEAACAL397yFuS1KGPAIC4QTYBKTgzWhnfvXlbBAAAQHzbMXeqPS0roVVXAQBxg2wCUkho2dme2iJ/0S8CAAAgvu2c/0PmgNECAOIJ2QTkoKitj714y/dv6MGAAAAAiFf+orySTUszDj1WAEA8IZuALLKGjdcDvpyZnwgAAIB4lTf3G2tCcmLHfgIA4gnZBGSh2l0thp1plk7QERMAAMSrnQu+bzbgBEVRBADEE7IJSKT1MRf4dm1fM/FfAgAAIP4ESguL1s7P6MeEDgBxh2wCErGnZnU57/7cWZ+vn/KoAAAAiDNbvn3V1aJDSs8jBADEGasAZNLiiNOM72sm/tPiTGp30vUCAAAgPnhy1m/7+b1D/u8tJnQAiENkE5BOeTxRunVlp/F/d2S0FgAAAE3d6nfvzTj02OTO/QUAxB+yCcjIiCf0oH/tBw/tWjajzfGXG1+qzSEAAACaqNxZn5VsXjbw8icFAMQlRdd1AUipZOPSjV89X7BshiO9Zafxf0+nLxQAAGiKgmVFf/7rxJYjzmFCK4C4RTYB2RWvX7hp6oSC5TMTWnXNGnZm88NOsTjdAgAAoKlYO+nBnYt+GvTAd6rNLgAgLpFNoHEo2bR0+6+Tc2d9pljtmYNPzDryjKSO/QQAAEAjlzPz0zUT/9n9sieaDRwtACBekU2gMQl5inNmfZ49/UNP9np3625Zw87KHHISZRQAAKCR2jHnq1Vv/aPlyAs6jf+7AIA4RjaBRqlozdzs3z7KW/C9olozB402QorE9n0EAABA45E3/38r//u3lkefTzABAGQTaMSCpYU5v3+aPf0j745N7jbdo2UUjgQBAAAgt3AwcXvLo88jmAAAQTaBpqFw5aztv32Uv/AnxWbLHDQ268gzE9v3FgAAAFLKX/Tz8ldvIZgAgHJkE2g6giW7smdMyZ4+xZe/zd22Z9awMzMHn0gZBQAAkEqvS0gcAAAQAElEQVSkx0Srked3HH+nAACEkU2gydH1XctnZP/2Yf7iX1W7I3PQiW1GXerMbCcAAAAa2uZvXt701Yttjr+i/bibBQBgN7IJNFmBorzs6R9lz/jYX5CT3HlA1oizMweNFQAAAA1B10Kr3713x5yvul74UPPDThEAgArIJtD07Zj7dc70KYWr51jdKc0PG9dyxNmUUQAAgFgK+T3LJlxfsmFxj6ueSet1pAAA7I1sAvHCm7cle9oHOX98HizZldxlYNawM5v1P16x2gQAAEB98hftXPr8lYHinb1vfM3dupsAAOyDbALxRQ8Fdy74IXv6R4WrZofLKE5pOeIcyigAAEA98eRsWPLs5arD1efm/zpSWwgAQFXIJhCnfPnbtk+bnPv754GS/HAZxfhm/U+gjAIAANShorXzlk24PqFV117XvWh1JQkAQDXIJhDXdC24c8GP2dOnFK6cZU1INssojjqXMgoAAPDX7Zj7zeq370o75Kjulz+hWjj/AQA1IZsATL78bdm/fZgz67NA0U7zoh7DxjcbMJoyCgAAcHA2f/PKpq9eaHPCle1PuUkAAPaHbALYQ9eC+Qt/zp7xUcHy3yNlFFnDz3K16CgAAABqZ/e1Qqd2vfBBrhUKALVENgFUwbcr2yyj+P3TQFFecuf+LY48M3PgCYrVLgAAAKoX8pUte+mGkg2Le133Ykq3IQIAUDtkE0D1tNDORb+EyyhmWpxJLYaenDX8bMooAABAlfxFO5c8e1mwtIBrhQLAgSKbAPbPtys7Z/pHOb9/6i/ckdTp0KxhZ1FGAQAAKirbvnbp81dxrVAAODhkE0CtaaH8Jb9mT5+ya9l0izOp+WEntxxBGQUAADCvFbr0hWvcbXpwrVAAODhkE8AB8xfkGAmFWUZRkBMuozgzc+BoyigAAIhPkWuFZvQ/ruvFj3CtUAA4OGQTwMHSQvlLf8ue/tGupdMtTnfzISe3POocyigAAIgrm79+adPUCW1GX9n+ZK4VCgAHj2wC+KsCRXlGQpE94xN/QXZSx0Ozho3PHDSGMgoAAJo2XQuteuvOvHn/41qhAPDXkU0AdUTXdi2dboQU+UumUUYBAEDTxrVCAaBukU0Adcwso5gxJWfmJ7787Ukd+2UNG99s4GjV5hQAAKBJ4FqhAFDnyCaA+qHru5ZNz54+JX/JrxZHQvMhJ2UNPzuhZWcBAAAas8i1Qi2uxN43vsq1QgGgrpBNAPUrULwze8bHOTM+9uVvS+rQN2v4mZRRAADQSBWumr3spRvcbXr0vuFl49yDAADUEbIJICZ0vWD5zOwZH+Uv+lW1O80yihHnUEYBAEAjsmPuN6veurPZgOO5VigA1DmyCSCmgiW7smdMyZ7xiW/nFrOMYtj4ZoPGUEYBxFhw11rNXywASMaa0l51pgkpbZo6YfPXL7Udc3W7k24QAIC6RjYBNARdL1gxyyyjWPizandmDjmx5YhzKaMAYibvmxsCuQsFAMmkDr/X1el4IRmuFQoAMWAVAGJPUVJ7Hm58mWUUMz/Jmflx9rQPEjscknXkmZmDKaMA6p2uh7bmeVZtKxUApHFU30whn+i1Qjcu6XPTa1wrFADqD9kE0JCsiWltjr+8zajLClf9kT19ytrJD6z/+LHMISdRRgHUt5AmAkEBQCLy1fL6CnKWPn9VsLSg3x2T+HcZAOoV2QQgAUVJ6T7U+AqWFubM/MRsSDHtg8T2fbKGnZk5aIxqdwkAABBbZdvXLnn2Mqs7td+dH3KtUACob2QTgESs7pTWoy41vgpXzc6e/tHaDx5a//HjmYNPbDni7IRW3QQAAIiJyLVCjfMEva59gWuFAkAMkE0AMkrpNsT4MssoZn2aM/3j7N8+TGzfO2vYWZRRAABQ38qvFdrtkkcV1SIAAPWPbAKQl1lGcewlxlfR6rl7yigGndjyKMooAACoF5u+emHzN6+0HXttuxOvEwCAWCGbABqB5K6DjK/Onrtzfv/M7EYxPVxGYV7UYyxlFAAA1AktFFj99l158/7X7VLjTMAYAQCIIbIJoNGwuJJbHXOR8VW05k/zoh4fPhLtRnHUOZRRAADwV4R8ZUtfuKZ0ywquFQoADYJsAmh8krsMNL46n31XzqzPc8wyio8S2/XOGjbeyCkoowAA4EBFrhUa8pRwrVAAaChkE0BjZXEltRp5gfFVtHZ+zoyP1n306PqPn6CMAgCAA1K6ddXS56+MXCvUnpwhAAANgWwCaPSSO/c3vjqd+Y/cP77InvFx9vSP3G17ZQ0b33zISZRRAABQA/NaoROuT+xwCNcKBYCGRTYBNBEWV1LLo883vorXL8iePmX9lMfXf/JE5qATjZAisV1vAQAA9mZk+qvfvZdrhQKADMgmgKYmqeOhxlekjCJnxpSFM6a42/bMGnZm5uATOSMEAEDEpi+f3/ztq+1OvK7t2GsFAKChkU0ATZPF6W551LnGV/GGRWYZxcdPhMsoxmYdeWZie8ooAADxK3Kt0J3zf+BaoQAgD7IJoIlL6tDX+Op05p07/vgye8ZHC2d8HC6jGJ85+CTKKAAA8SboKV424XrzWqG3/De58wABAJAD2QQQF4wYImvE2cZXycYl2dM/Wv/Jk8ZX5sAxWcPOoowCABAnfAU5S569XPN5uFYoAMiGbAKIL4nt+3Rp36fj+L/vmPNV9vQpCx8/x92mh9mNYghlFACApoxrhQKAzMgmgHhkllEMO8v4Ktm01EgoNnz6H7OMYtAYI6QwwgsBAHLTdV1RFAHUGtcKBQDJqQJAHEts17vLefcNefSXTuPvKN2ycuHj5y749/jsaR+EfGUCAKQ05Y+82ydv9nYeef1ba3wBTQD7k/vHF0ueuzKj/6g+N71GMAEAclKMMw8CAMLKtq3a/usHO+ZO1TUtc9Bo86IeHQ4RQJOz4+tr1y2ds2JLqYAc3v09b1Wer2fnlgvmre/SKmHc4MwWSVWUdgY0/dZ3Vh81vO+Qge235+xs0Tz9yWe+G9jZdemIrOrWnO8JFZQG520sWbi2+O7T2jptFgFZHdc/M33EPa5Ox4s6tfGL57Z891q7k25oO+ZqAQCQFdkEgMo0v2fH3G+yp39UsnGJu3W3rGFnmd0onG4BNBVkExIq82m3frD6inOO3FXkzcxILCgqS3Y7N2ze9cu0pYd1Sz57SPNASNz63urjjzmke5cWW3J2NktNCQSDKcmJS5dt+X3W8sfO7azpYtKs3NyApUePNt07tMzLL/T7g80ykouLSn78YeHd49oLyK3OswktFFj539t3Lf6168WPcK1QAJAc2QSAapVtX7t92qQds6fqWqjZwNFZw8YndegrgMaPbCKW1mSXrcr25BcH8koCZX7NEwiV+jWbRUl0WjKSrBkuW9dW7j5tEuwWc57pTW+vPunEfk67dcOW/KzmSfm7ikOa3qpF2s6dZT/NWtm1bcvRx/bJ3bkrZ2dBm+YZFqulqMTbqV2LWX+s+W3uqpHDuwhNSU1JWL52e49OLTPTkxSL+r+flnVIDJ0zNNNY+eYC3+ptno07PNkF/rKAlr3Lp+gipAmnQ81KsTdPsbdIsfdq4+6W5RJoCHWbTZRfK7T3DS9zrVAAkB/ZBID90ALePLOMYkrxhkXu1t1aDDuz+ZCTKaNAo0Y2ERuark9bXfTbioL+g3p16ZhR5vUWFJVpId3tcpSUegLBkPHl9fl1Y8GQ3rFdC4/Hu3bTjnWbd7VrmZqW6lYVUVzmKyzyGKmFkVDsKvBed9Hxi1esF7qSm1/QMjOt1OtzOuyaFmrbKvOt939v3yHRZrU6HLYWGcneQMjv90+bue74Y7tnJLqNB3cVleXk5rvdCV5v0GKzJLqcFovIzivu3ikrOTHBYlGXrdo6f/FGxR84tlfakd2SLSq9NmOtDrOJ8muF9r7xVa4VCgCNAtkEgNoq2742+7cPcmd/pQcDZhnF8DMpo0AjRTbRIGavL3771+1t2qcN7tfBiCRy8wqNg5D8Io/L5ujfu92QQ7tO/nzW1ry8Mo/XOD5xOq2qsKSluIpKfD6/kV/ohQWBU0Yd4vGH1m3O1f3qccN7b9iSX+ApLNpVmuh2rltXoDqDSW5nWoq7sKgsENSLyzw2q+LzhXyeUGZGclKC053g2rh1p82pd2qTkeBwbM8vatM87ZeZa5JF8OYxbWwWwogGVlfZRORaobakjN43vsa1QgGgsSCbAHBg9KB/R6SMYv2ChFbdsoaNb37YKZRRoHEhm6hvvoC2ZGvpB7NydxYHbEbIoJvDfuOIQw9/U+261aamp7p6dmmxbtPOkKafd/KRRlSxZn22zWrt1C4jv7DsqMN7P/XSd1t35icl25IS7V5PKBTSmmW4vd7gleeOnjlniRE2LF+75fKzRr0x+YfCsjJjJRZVcdqtIV3Lz/c2T0q/+drRs+Yt93l9xjuWeYMuh33jhgJPsMhmt7pd9qUrc0pKAh3aNOvcvoXFqpZ5/Ju37dy4IT/g13ShdW7lvOSolukuq5XAIobqJJvYtWzGildvMa8Vet2LFjvTcwCg0SCbAHCQPDnrt0/7IPePL420ItqNomM/ATQGZBP14f2ZOdOWF55x6gC3y+IJBNatz/X4Atk7SrIyE0s8voICT0lJUA/prkSrw2nxlAbdbrsrwWq3qTk7yspKA/fdduq69dmLVm/yl2ldOjX3+312uy09JdFitX7+9QK/8AVDxh8b7W9Xn7xs5fqkpIS8/KKkJFdhcWmfbh1feOsbi9WS4LQdOaBnotsa0kLbcgqbpbuLij1GKpKenGy1KhM/nOtIUtq3Nm6rHn/Q6bQVFXpLSwOlhSEjMslqlZyU6OzTvYU/ENR0vajYm5Kc0LpFs4zUpM+/mb9qxdZrR7fu2YprT9avv55N5P7xxep378kcfFLXCx9UVK7JAgCNCdkEgL/ELKP487ucGR8VrZ2f0KpruIxiHGUUkBzZRB3aURz4bWXhrHWldqdVVdT2bdN7d2+tWjSXK2FXQaE/ENqwOc9iEbuKynYWeI44tHtWVlJZqVdRFE0LBUIhp8NutxoJhW3Bki2LV2zp1r2ZsRYjGhCKmp6aYByllHp8yW6HLpTc3JLERHe3Tpnbc/LbZDXL3VX0/+z9B2Ccx30nfs88/dle0DsJ9t5FiRTVmyW5W3ZcEttJLvalX+JUO+f8L3fJm+TOceL4ci5xi23ZkWX1XqhCiiIp9gaQ6B2LBba3p8w7swuSIkUVSiQhCt+PEfjZZ58OOMR8d+Y3zHEKllVfFTp2bCJn5aqqvKoq810KRdtjKsQlU+l8wG8kJgsHD40unF+zecN8fpH81L39Y0vmN3d0D9fXhoslOzaR2r67q7097DV0y3aqw8GaqlBV2JdMZXcf7h8eTqYzeeqyBr925YLAxnl+iaIzxUXxBtlEIdZvVLe88e599//T4BPfbbnzd5tv/S8EAAAuN8gmAODC4H84jjz3U/6ZlWuVqtbeUu5G+jDBFgAAEABJREFUsYoAvCshm7h4skXnpzvGOyaKNnEa6gO2zQyeF/AY03ZzBStfsCLewC3XLhkYjfO3VFVixM3mRIGJTK6gyEo2X9i3Z/Szn7xqYjK790hXTZWP7+U4Dt/AYU7A9JoelTAWn8x98OYrHnxmp8+rhQKelobofz68JxDQJUqCAdN1GHWVlUtbWxqqvvmDJzdvnDM+kXEJM3WVpwr8vHwXnqz6vSb/evCJ/ZLOQj4zFPTURPyFkpXPl9Jp69iJ8ZAu/db1jc0RncAl8QbZxOFv/NbS3/l/r7fjqblCF/76P0RX3UgAAOAyhGwCAC4kZlsTex8fffGe1IlXprtRbLhTNv0E4N0E2cQF57jshy+Odkw5d9y0dGIynU7nQyGvZdkOYzxZGJ9IJdNFj0fJZiweGyRTRZ/uueqKOf0Dk2MTyepwwCIlQ9cm4umiZVdHvXWRCI8S8rlSVdSnKfqjWw+oOlUUSVOV5vpwPu/82kdu2HOo46r1K/7uX38e9BsBn3G4c6xk26qsfPCmtfFUUqaS47jD48mOnhFDV+qq/SPjycbqSCJZELN2aLKiyZ29o/ySKJX8Hj0UMHl6wsORSCigqkrQZyQz/NdDmj+n7kT3+ONPHPjtmxoXYkzHRfZ62YRTyLz8J1cz19n0jQOv3asyV2hu+PiS//qvmCsUAODyJX/1q18lAAAXCJVkMc/olR+s2XCHnU0OP/vjwSe+Uxjv0/xRPVxHAN4dcscfnooNT6QsAu9Y3nL+6t7eERqYu6iltaWqWLLHJlI8WRiLpwtptmJpa0NVNJcv5guWLCnZfDGXt+pDVR983xq76Ewl85vWL2xpjAY8ps8w161oX7disexqDz9+SDVINOy1bHtgJL5gTk17U/3RrmGeGvDj337t2u6B4a7eEa/HeObpzkCVOjaRyWRKt2xZEQxoIxOT+UKptjr00t4TiUR+/aq2z3/s5p6+0aXtjcuWzLn1mpWL5jdJkuv16Feumq8Sb9fAiGW5hJKg38PzkcXtTeuWL3n46V3MdUN+b2fPyJzmmoXz69xg9NmOzM6DI6vafBRjOi6OufVes3WLGj57ys/JfU9P7HmcLww9+e9njdcoTo4c/Nqv2enJFX/0Q1/zYgIAAJctZBMAcFEo3mB4yabG63/VqGlJduzsf+gb8b1PEtfx1M6RVHSQhhmGbOJC+eaTwy+PkSuumOf36Zqq9AyMm5oyHJvq6ptIpYqxZOrAwaHVy5rH4wlVk0tWKZnKpxPWXR9a19k9NBKfamuu6uweWdjePDQ6WbSt+urQg0/u9HnV229eFfAatVWRZ7YdVXUqhnRIrKk+3NUdl5i8oL1uZHxyPJ4sFIu1dYHYRCo2kbvp6kWD45OyLDGXDY8nS0XW0hBatrCpqzfmMZWA31y6aM7+I92O6wyOjEuUxBOp2FQqb+U0Yiaz2bqqQDDgc2zHJeTbP34qmSsMjiQ6e8eCXm1sIrF8UWssnmmfU+cJ++97ZTyXzs+pwQQQF97rZRMDj34rN3KCLzDXGXnup003fb6yPjvUeeB/f0bxBJb/0Y+MaAMBAIDLGbIJALiIqCR5G+bXbPxAzRXvd3Lp4a0/Hnz8O4XxXnSjgJmFbOKC+JO7u1ZesbBkF7fv7unqGJ3vKWXT+SNDcd7OtxzbNORQ0NQ0+vzLncl0Yen8uslE1naYx6t0948HA0Y2W8gVSrlcaTKRYg5Z1N44Ojb1vps29PSP11b7B4fjrU3VjbWRUo4Nxydd5lLihkOe0Vg6FDQy6WLBKqqK7DHV3sHJJQtqOnrG+LuWbeUz5Kr1i+qqfBJVWptrNVmRKJs3p+nFHUf49fQNTYxPZgZG4/FkhjE2MZXhEUlNlY8vW7boPXHgSL/HKxuaMqc5VBXxj0/wa7YOvdK9osr+/gMHxqbSV65rH8jYuw+Nr2nDaLUL7JzZhFPIdP3sb5g9/b9W1yrEdj3UcO2npo5sO/wv/8U/Z8XS3/u26gkQAAC4zKHeBABcOsyx4/ueGn3xP5OdOz317bWbPla78f2oRgGXHupNvHNPHUlmC/aNS0NeXczUuL8v88tjyTXLWgZG4uIvC0r6BhPVYV9tjT+ZzvJmP88UJCoXC/ai+TX5QlFMLzqedm1GJRoO6G2t1csXNJdsNrep5mjXoM+jV0VDU1Ppkm2XrFI8nj/Q0SuKWRqqokiTk4XNG+a/tPd4Q22oWLQopR5Ti09lvB5ddrVbrl8xNpGIBPj/Y2GSJIWCvkQqG5uckmVpMpF+9PEjtmNThaiq1FAXmt/SkErnDncPhkLmvNYaUzVXL20vlUrpXPZ7P3uxvt4rS/LSBY38jvqH4wt154ZlYX6zA1PFn748/qubauv8GoEL55z1JiZ2P9rxvT85a0sj2lSYHCrPFfo3PAQnAABw+UO/CQC4dPhfkJ6GeTUbP1B75QftfHpk608GH/92YbxX9UX0SD0BuFTQb+Kdm1ttLKr3aIpkO+6f/7y7dnG7z6unMtlcwSpZdipTTGdKW9YvDgT0QrHEkwhDU9Kp4q3XLykVnXQuRwm1itYHr6j58Ar9rg1Vv3xhbHAq4ZScgZGJuupQoWBncvlqHk8kM+FQwGMqmaybymUzWcuyebbgDscm8zn+42MTUzm+Il8oOS7r6Up85M61Xf1juir3D8UCfoPnGsd7R2TKjvcMPf9858KQ/V+uC61p02NpZkl0wbxa23X8Pn1pe+uR40PxqWyumE9l0oVSqX94Ip3LG4ZCZTo2kQr5vS0N0ZLu+8X2wTVNZpVP3TQv6CuHMnABnbPfxKkBHa9m51NmXfuy3/s2an8AALxnoN8EAMwY5trxfU+PvnhPsmNHuRvFR2s3fgDdKOASQL+JCyVbcP7Ps7FNV84bnUjw9GF8Kh2fyvH8wHWZ36OmMqV0pihJlAcHskQjAf+KZc2Do7GA1+ztH60xyYdW6lVesybiMQ0jU3R29GR/8dK46jVljQZ8Pk1VikXba2pUIsUC23OwR9Ek12HrVsxdvqh1Kjk1v7X1qe179hwYYNTl0WfQa9TWBggjfp9RKFouc1KpQnIiv6FF++wNtTqVZUXO54u5knO8b/KJHquoBm1G5rVGA17/j+7ZEYpo2azFT6HIVJElRZF0RfF4VEolTVV5YsLXLFnQ8u0fPveV2+v9hkLgQnttvwlmWy//6dVO4dz/U2247lNzPvpnBAAA3hPwLysAzBgqKVVrbuFfxcnh0Rd+Pvj4d3rv+xp/Wbf5o5gHDuCy8NV7ej76sSt4EuHYLFHI9fbHZYVnAHK2UHIcN5MteT1addRj2/yTEDY2kg34NLvktsyLHuscHi3YOcfr9Ri2S5ua6rLZfEN18Jr5gXwxf2I8/4/3DWRKruFRLZtJEuGRAXPpNRsXBLwBHhPsPdi9fHHbtlcOzm9rXDi3sVQq3ffoPr5ZMpVJTpWmEgXK6B/eUR+dqy1srqmvCngMHk1I2WwhFDCHxxLVUZ/bGWeaayi647qTiYzfpxq6Eg54omHf4Y7R+gZPJmcVi04snisUbJ5Q2I5dEw0dPtb3gfet+N+P7f3qB9sIXHyJzpdfL5jghp/9MbIJAID3DIzpAICZp5j+0KKNDdd/2ls/L3Vid/+D/zKx53HmOp66NkzqARcDxnRcEI8cmAq31fMG/8FjgxMDE+tqte5kyZA0j6n6PVoik5/XUN/SEM3kipGQp1iyeVwxt6FxfHLS1PTaqD+ZLw7l1EI2EwlIJdst2Wwqkczb5NvPJL739AjRpKpab021T1ZJW3OEuNJnPrq5u3+8vibEs495rXUneodWL5vX3TdsOywcCkajxvBgOhgxg0EjHPRUR82tByePj7hzm0yn5CqK5DFM23KGJtLxgvPdreNDSTKnrcYwjVLJVmQtU8jy+KS+NpBKF5Yvqa+PVPUMxgIBfcXiOk1V4vHsb26seuDFvqxlN9QES5Sc6Jla1uQlcEG9dkzH8FPfz/QfeYNdBh79t5b3fZEAAMDlD2M6AOBdpzg1OvrCz8de+qWdS1Wtvll0o5i3lgBcOBjTcUF87bEBsyZUT0ofWBN9bP/k1t7MxrWtjusOjydGx9K3XrvCY2gT8eRILJlIFQb6EzZ1rJKzYXVbJOyLxZN82e811q1q/db3XqhvCORKubUrFgWD+tZtR9Yum3v0+BCjrq7y/7ga9dTV+QdHkyuXND299cgXPnuj61BD02VVtu3igaP9A0MxVZPCAXPr9k5fQA14zbF4ujYc/Oj71j305Cvj8XRjrafnxHhNo7+hNtTRlSCK3N5WG5/KtDREDncOj8Sm0mlboqShNvKxO9Z0dA1TIiXThRP9o16POn9ObTaXH+hN3bLAWNHs+87zI5bP4yTzv3MdJhu6wM4e08HYzr+43kpNvPFePMK+8p92EwAAuMwhmwCAdyvXiR/YOrrtPxNHt5u1bXWbPlZ75QdkExPFwQWAbOKCsHgO4RJdle59OdbnqCsWN6Yy2Y6ucU2TJIkWS1ap5Man8lRidsmVZWnz+gWpfDaVznf3xKNB/y3XLz7cOVgTDXQPxtoao7F4hocImqqUnNLQYHb9qjZDp8Pjqflz6sJBz/Mvd6xd0X78+Nj1W5aEg4GqSMjjMQaHxxKJjGmoP/7P7dddu7ize0iTjJKbz+RyIT8PKMxDRwfyxVI4aqiywizJoaXWJr6rzy5ZR06MTUxlZJlommrqatDveeVAv6pIPp+qaYptu4QRnkrwu8jlbZ5o8OuPT+SvrrMX1ntcxoq2a6qohXmBnZVNpHv2H/jHT7+VHRVv6Iq/f4EAAMDlDNkEALzbFadGx178z7GXfmllk1Wrb6rb/DF0o4B3CNnEBTSSLP70YH7V0oaxeDJfcBKprG07vQNTlEqL2qNj8UxWTK7hfPoDm+OpRGf3WDhkZvMFSunQaJJHAD6vZjtuYqrgOOyTH7qyVCql0oVyaiAl09nNGxYe7Rocj6fWLlowlcrMbavxeoxUOuvzmnXVEVmRX37lSEtjbSKV3rGze+GiqkQq51hSNOI5cLRXluXamqBH13iAMpnIbt/RbfplU1c0TZZVuVS0ZUUK+oxgwOP3mpqimYb++Av7a6I+vsHgSFLluQWjVVGPz6vPba4uFG2eYhw+PPSl66OYG+IiOSub6Hvgnwcf//YbbC+phqe+3dMwz1M/L7ToSm/TQgIAAJct1MIEgHc7PVzXcufvttz+XycPPTf64j0H/+lzZk1b3eaP1l75QXSjAJhxTx9NzmmrzRSKHcdjYcVZVu979Gjyli2LugYmJpK5UMAMeI2+/pSqU9dlC+bWHDwy0jMwUVXlbawL2A4bn8i4Nv3CZ26aSKZUWSq6TFNlTaMSpQ21ocPHBmyb+XQPkRy/T83m8q7jKDKNhAKSIlFCo+EgjyrS6eyGtXMKpWI6nQgHPTzXmNtcG0+k7ZLtyGpsMjWvrbbuA+H6mqpYPPH4s/usrHXF6rm79/dMxguNdb9zweUAABAASURBVKS9uTEYMOIJEYjw845PZJfMq/d59HS6tP/IwG9e0zgxMbr9cGLp8sZFC+ue65i4dlGIwMUX3/vkq19SSTFrWz3183kY4eV5RMN8o6qZICcCAHivQL8JALjMlBJjPKEQ3SgykyerUawjAOcD/SYuoB++kpCt0qc21vDln+0Y78nTeXNq+F8XJ3rHm+r9xRLL5AuTiVypZBeLDo8nvB4tFDSyOcu2nXSm9MVfu4k5LJPLqZKcyVgTiamaqtBobFIW1Sv1SNA/HIsbqmYYGt+5JhqaSmbmttZLktzaVMuDhu7eIcdxc8Vi0O+zSlY2X2Suq2nqVCqdSudliTbWRasiEctxMtlcOOjrH5xYsqDl699+JBBRc6JDhy3xv4XKN+L1qC4jzBWlN3M523Gd5obIgramrTuOhq3MJ6+q5ds8cnCyKqhtaPERuAhe3W8iP9575F+/yAMIkUSU8wizdg6V8aEaAMB7FrIJALg8uc7k4RdGX/zPqcMvmjWtdZs+UnvVh9CNAt4iZBMXw327J7pz2uaNc0diSVkmI2MpShiPIfqHJvNFazSWdmyyZGF1Lm8Vihb/CySZytdXhTesnlMsWcl0mgcHPGWITab2HhhKZ0vMorfcuDDo9zJKQwFvPl9UZElR5IDfqyqK328GvL7BkfGJySTPLHRVzeYKLiG5XL62KuQSNjIyuefQ4Hgs3doaXLmk0dSNQrHEI4z4RPGGzcu7+2IPPru7KuK1Lbc8skMfGE56PGo4aKqyLCuyaWi5XCngNTRd85keXacTnT0f31hN4GI6uxYmAADMJoifAeDyJMmR5dfyLys1wROKoWf+o/eBr1etKlejmI9uFACXWtdo/pUh69MfXzc4MtlaXzWRSLU1VAd86g/ufVnTqe0Sx2JXrWt3mOjloCpyybYkKvWNTA6PT6XTVltD5Oqrg0N9yZbGKoeRsN/sH5ncsa+nrip0zcbFxVLR5zEslw2NxjRNi0+lNK2G+kiuWNINbWIiYak2/6xlPJ5eMKeev5tMFp/edqy2wXvDNfNth3kMXyDg2TCn7jt3PzUay/3rjx7jF6HKSjJZaGoMUkbDIR8l9ERfPJnM80uNBM2mhoDrklDYM6epNjaZiwY9e7PaibH8vFqTAAAAwEWAbAIALm9qoKr5fV9svu23pg6/yEOKg1//dbO6RVSjQDcKgEvokX3xue01jEg+nxGNBr79o+clg/i8am2NN5EqyJRJqtLSGB0YmYiGfVOJrKqqZqOeSOez2ZLHx2Kp1L2P7Geuu3N/L3Ho+29dFp/KLmyvOt4Tf2b74WULGrSoWipaNZFgKp3J8EyiVBqLJ4jLOk8MXLV+WUf3gKlpEmXpTHbbzu50IbNmZf34ZKZQsHbs65NoF+HvuUzm18GoaciRsFeiJJUu6arCw4upRG7VorlHT8SiYUNW+Dakd2AqkSy2NkZf3NUxv63WsvWly5peONKJbAIAAOAiQTYBAO8JVAov28K/RDeKbfcMb/1x7wNfj666sW7Tx4IL1hMAuDgcl207ntrflzkynr19ZSiRSH3vZ9s0ncqa1FAfTKbymWyJJwISpdmszeOAprpIV38sGDBzuZKmmx1dPA4w/V49mSp6vUomW/RqSr5gPfTUIcd1A16jusozNp7o7FI9ppbJFWzbLhSdloYqEYJ4vce7+ufNaXIch+cO2Vw+GPA98vRhw0ujEQ8/3fBwamQsrUhiVg1JlqhGeZahaWL+jcGh1Ob1belAIZu35rXV6IqeLxYUWcrlrWDACIc8lFBDzT/+3CFCqWvRefNIrlg4OJz//nOjq9t8y5u9koQSjAAAABcSsgkAeE8R3Shu+0Lzrb81deTF0RfvOfQvv2lUNYluFBs/pHiDBADeFp5B7O/LvnQiuacrvWhxVTjs83hl3ugfHU86LtFCvqjrPL/zcKnkmB6ZETK/tdphju1RTcMzFkubXpW/lS3YhUIh4DNdy915tI/KlCcOcjk88Pt005S9Hi2VKXo9ulVyCkW7u3/SZay5Idg/Pk4Oky0b5x/uHJjTXMujDttxZYVqmpbOZPk2uXyhvjp8/xP7dB8J+PWBwZTjZjRdcV1m6DK/eF1TwiGjHJRIPJ1IJYsv7+uLBP0bVreMxlKNtVrf4JSmSzwo0TSFUMLjEkbJVDLvuHZn/9CBjoGP3r7WE9UKAe9R20xmQ7lCMZHK5vPOnoP9NaaypN573bJwxIs/qwAAAN4m1MIEgPcyKx0f3faLsW2/KCXHRTeKzXehGwUQ1MJ8C4qWu6M7df+uyUWL6teubXNd12+aLqOTiUxbYzSRznk9Zt/gWCKZmUxl+oYmLdstWQ7j27nEZWTt8sZEKp/NlXIFy7KcUNAYHknPb6vfvKH9gSf3xxMpwgj/A2RRew2TSGwiWxX1FPJif1WR01meYNi5nE2p2IpfDHMZTzHmNNXNbY1IEg34PHK5KGaxaMUmUr0Do8sWtTz5wuFEOsM35qfjf97wo7uE6LKiexRFpqoi2XZ5DQ9DZEmhcs/ABKHUscntN66MBrw/+uX2SMSghAYCJiXEYyiGoddWBR566pCuy/x4qiwXSvZVa+YauurYTNdVWaJN9dWZfLGlsaaQLyqqkkym+DY7dh/PxBJ3rokuafCge8V5QS1MAIDZTP7qV79KAADeo2TdE5y3tuG6T/vblmf6DvY/+I3xXQ8xu+SpnSNpBoHZKnf84anY8ETKIvAqtsMe2Tf5/54fN+a05rw1xB9qn1u9ZHFLLlsMB3yGbmia2jc46vV6An7Psa6BqWS2aFtFy/L7zMGRRHNDmEcJpZLj8xrz59Ty6IE39RvrgnVV/s6uCddxJ5OZ/Uf684WSJN4hjsPmt1driuoyx+fRQ0GThxG27U4lCvmCxRMESkXTnv+Hr+fZx1g8qclqNp/xecxUJlsTCj6/8wB/r7EutP/IYO/gOM9EHJfxzEBW+I4STyJKtlMTDhCJBxzUdVn7nCoecwR8pqopI+NpHhsoKu0ZiB3sGCASyWatuW1RfgFtLVFdU3VT49fZ3Rv38HRDkbweLRg0uromN6xuy5esobHJkmVNJrLhoH9wdKK1uVqiPPVQLJutWdE+p71Rr67tKuiPHIndvXVgTlSP+lUCb2Zuvdds3aKG2wkAAMw+yCYAYBag1KhuqVp7a/2Wj/NPYEdfvKf/4W/kRrpUb8iINhKYfZBNvBqPJL5yT+/RjCzXNXuqq5qaw36PySMGngpMJvJer84b+oos8++PPbv3+k3Lp5L5Y90DI+NJTZerI4Fdu/v6hxObN7Rbts33sh23kLevvmKBa7P2lmqeUGzd3u0wMQRD5zmEKvFcQMQWksQ3WLKgoViywkFP36AYvjE8nhoeSjPiqiIL4JkFEymGJCIKni7w72Ox1FXrFyRS6alU1mtoU8mMroveDS/sPO7yU0iyp7KXRCu9Qnn6kErnDUUPBkUe4TqMRw/1NcFilo1NpfhZeIgh+kSokiwmKJWGh1MtTeH+oURbU3XE79NUpaNn1O8zTEPliUZVxD+ZyO062GsXpI1r5lZFQuPx1LJFTcWiPTASKxZLHo8piYwjryjy8d7RsVhmxeKWDesWpBXPfftGHnhlYmwyv6zJK7IWOBdkEwAAsxmyCQCYRSTNDMxb23Dtp/xzVmb6D/U/8C/jOx9kVslTNxfdKGYVZBMV3352+HsvDa+/6dp0qdjeWu33e9PZfCjgdRkpFIoSlUWvBdEXwc3mCvwty3Uy2Vz34GjQZ+7a25/MZIdGp4qWvWZpqyKTyWSOucy23HzR8hmGqknhgPfnD+6hElNkqSriKVhuwGcUSzYPKWzLkVUpl7Z5FpDP261NUdNUO45PyIro48DxKEEpD4jQNJkvESYa9IyxvoGpBfNqC/kCjwnGp9JtDVWPP9OZKeY0TSkXmHB1XfRQoFQydSVftPnh8sVSPlu6cm170G9OJrPtrXU79/XyBIQnCLbtKKrMowddV0xdVVRpYGBqxcK2VDbj95tHjo5l8gW+mc+rlSw7GvT5fNroWNpmpa6BsQOHh9pbasfjiab6yEQ8w685ly/ybKJ3aFyW5ZqqkM+jZ7LZTLZwvG9s/Yr5dTWh9kXzBmzjq9/es7LNF/SgOMXZkE0AAMxmyCYAYPYR3Siaq9bcIrpREDK2/Z7+h76RG+5SvUGjqonALDDLs4mC5Xzl3r4e11i/cbmmyjwFiIQ8PFBIpbO8QT4cSyiyqFBZKBbzxQLPBKqjwVg88+xzHcdODLuKw2xnfDJt2XZV2Ds5lZepsmF1ayZX5EdWVTmbtXgzvm948n3XrfrBL7Zb5TIP7W3RfMkO+LVMphT2GzztoJIoCZFI5zavn58rFhVJLpVcvpcojCneEdUroxGvZbk8MnCYK9IKVeLblBx7dCgdCZvZQjHgMwt51tE7LMuUhyFiQhBJjoY8jDBJkgxdyWaLfEdJFrUzCzm7vi7YWBN6aVdvIiOihKBfVzWZn4tv4jE1HoLwLMZ2WPfg+JyGupoq7zM7jvJDFQvOkvl1fKtiyWmsC/NHoRuK38v3lUYn+B3k9h3pPdY1GhvN+fwqJS5/Di5jk4lkIpnxenkWU4qEfD3944GA2dE1FAr5r960IKN6f7l7/Fj31MpWH4GTkE0AAMxmqIUJALMeY8nOl0dfvCe+/2k90lC36aO1V30Yk3q8t83aWpj8H/1/eXI03FzTVB8O+D2RsK+vf7Kre7xnaDybLxBGTa/sENH3QZII/86b7qWSw3l0/aoN7bwpXhMNJlI5iSd8hA6OTcbi2StWzq2rCYzHk/wPihdePs5b7LVV/qlknu/o8iMS0tYU5eGCIknJVMHv01PZAikP0OC5A08uJEe545blMqE/uOclWZX4JfKIgR+qWHRXLqufnMz5fFo8kRUTBUskHs+z8jFrI6GF86tXLGr+xg+fIYy4LmlqCPBYwTSUcr8M1TTU/sGEZVt8c8d1mSvijV/94EZ+3v98dLdcjkBMU+UnUsR8I2LGEH5VoYA5MpoeGJviCYNhKI7t8j+S+N5WybnpmiXxRHpOU/WOvb2ZTKG62tvWVDUWS/OHU1MV4GfhwUjfYJznGq5N5rdXi/t33Gy+xKOZXM6SeCRUctsao2G/b8O6VpHYMCc2mSnkCupU/IProgRQCxMAYHZDNgEAMM3OJse23zu67Z7i5HB05Q11mz8aXLiRwHvR7Mwmth1PPbB3MhLQJpOFjOMYpiLJktdQGKG6ztvONOz3JNN523EDfiObKw6PpA1Ttiy2pL2hod4vJuBwScmyfR6tULJ6BifikxkeOtx81cpI2HvvYzt5ZkFlqak2mC+KpniuYEdDnr6hxFVr2yybt9PZVDJLy/UtHZuJCTgos2y3fyAR8nlqqgO9QzGPofA0gGcTmqpkcsWG2pCpy7wZL44sUb4+NpGVZcm2RXSiKbIYsuGKqhJ2yV2yuFZVpEQyHw54RE7ApGPdo/zNpGzUAAAQAElEQVRPHB5D8JDF41VLRYdvz0OJ+XOqEqm8okiqyg8mG4bosuH1qKlMMRr01laHHnxyn5gYVZMiQZMHLHx3Hi7wLGHjygVNLf5nXuiYmMrwZCTgNWuigeqIv6N7bF5b7ZHOoaaGcFfvRFffqGU5/LLntlaHwwZ/Gvm86KGTL1iaJvOLjMdzvoDOX8bGsgFNZfyxyvIf3FzfENLJ7IZsAgBgNsOYDgCAaZJmBNpXN1z7qUD7mszAkb6HvjH+8v3MKnpq2yTNJPAeMjvHdLRE9ava/ffuGl+5pnXLhvmmqfq9xrqVc3ire+HcBl2Va6LBQMDo7pkYn0gTwkJBg0qkNhheNL+WUpZKF3PF0vpVcw8cGiwUS6GAJxZPu6578Ojg3kO9xaLNm9jLFtTxGILvxZcbaoOTydzUVDEa8ciSZBhqqcRzDV2RZUMXpST4gkfTs/lirlCiksujh6LNsw5mGmqh6PALnprKtzVHVVVSZBGdeHRtMpETAzcoVRSZn4hvyQ9V7hJBeazAt4yGfDz7MFVjz5EBk8cujPHzqVq5lKeYSIPnEdLQcHpOc5gv841ron7HFfFGc72YmyNvWXbRGR5PGIbCj8zPUiw6/HSN9f50ttg/Gu/oGs3kxeiVfM5ubYpEw4FkptjaGH1h54mrr1jII4mqqG9wMMUUcTs86IlNZoglLVvUSAnjp2uoCWuqXlfrC/AYRpaqq73NLeGB/vRff7ilyoeJPDCmAwBgVkM2AQBwNiPaWLX65votn+Af1I5tu7fvwX/JDh8X1SiijQQF9t8TZmc28Ytdsfs6Ur/+qetc1zE0va2henwqlU4VGmsjjhh+QZ55obNvaFJRpXDIlPlvv0xLeXrnbSunEvloxHf0+PD7blj9jW8/s/nKudli0bLcwZGEmM5DIqLdT0h12O/zabypb4roQcrmC7blOoxdsWoOTz28YgZSJV8oeQzNNLWS7UqMHj0xpihSMGDwLIBv7PUajTV+ngjw66mOenkcMBJL8tSitsZfEwm8cmCAb2yYKiU86eCpgc0YdRnRDYVfzvhEdu3ylslEhucVOw90q4pMKNE1fjDZZSwcNjI5p5C3vV7NdtzBofTa5c0l2+FpQiJZWLGwlVDGsw9+uaZu9A5NiKlJFLlQsKoipm2zcMBTLDlFftEOE2U2KeEv25tr+oYmEsnMhpXzx+JTPX1jAZ+vVCqtXNK0e19/TbWfhzvlsSFyZ+9o94nJdWva+MMJBT3Uldqaa/hj11Ul6PeEqzxPH5zil7GgfrZnoMgmAABmM2QTAADnJrpRzF1Vf+0ng/PXZQeP8YRifMf9ruhGMQfdKC53szCb+Mq9PXNXzF8wpzaZySWS2bGJVDyZron662tCmqrdfe9OWWMuJT6PYmiqJEu6IaczpdVL2oqlkqRIhZLV2hTl7fDRqSkeSxw6PDIwMskb/7T8RRhzbLJ+TUuhaOuqSsXkozkeCjTUBYdGUgvm1A0MxxlhL73SG/Bpmq6WLIfvt/fQoMejBAOmz6taNqsKmTy8GBpLRUMefoxszpbLE3VMJrIjYxmemOQKxaDfUDXZ7zP40fJ52+/TbTGLCJMlyten0gXXlvon4pJIJURPiaqoj1Ixd6mmyjwXqKv2F4pWKGAWC/aRo2NrVjbzd2VF3neor7Ym4DhOMOi59+G9PKfweXQeQWi65DV10+BJisMfXU9/XPTZKOeTkkx5hEEdpa0lMhybrK8J10aChLqpTJFKks/Qp5LimgMBI5UuybLEU5uuvvEjHaPZTKm1OdI9EMsVCo5D6qvDPPII8TAoELhva+/mhbO60g2yCQCA2QzZBADAm9CjDdHVNzVc+ytUVsde+mXfA6IbheIJGNEmdKO4TM2qbMJ22ZfvG/jABzbIlGTzJcJIW3Ot41h10dCh40PPvnjsSPfQogXVvM2tyFRVpJbGSCKV5w1+nkK874blyXRO1xXCpEw2PxpLbl43/7FnjrjEpRIhlVyCN9Sp5DIytyVatBweWIzF0o11oZoq7ysHhxWFHOkcuXnLsqGxyaULGiJhXzpdII6051A/Y6ShPmDqWsBnUkYMQ3UZq68JpjJ5j6EbupzNW1TMjsHTBD1fLHm9Go8YNFUUsPSYatFi/I4iQZOfXdUVtTwhaDqbTyeLixfUFkp2dcRbstzaqE8qF7Coifj8XoNfbjTkjU1kqcqO8nhiRSvPNUJBr99rZnJFx3J7RuKUMJ4XbNrQPhZLKYoc8BnxqRwPFDq7YrIsJjiVSHlyVUayhWJPX/zXP3HNxGQ6PpWhsiTLND6VWrms9ZnnO6JRD09h+O6MsWjEw2OO5sbwkaOjHT0jsq2sWzOnVLItx+GRjG270YgvVB18aOfYlXM8ZLZCNgEAMJshmwAAeEt468c/Z2X9Nb8SXLA+O9hR7kZxn2sV0I3icjR7som85f63/+j61F0bU8mc47oeU09nc7xh/dKu7pf2dSVSWZ4rtDfW+H2ax9RMQ/MYaiZXsh1nZDw1p6lG1SSPxxgaTjQ3RClzX3ipe/ehXipGS5DyXJ8im1MkqTLBZ1tztNyJgZiGWl8dfO6lLjEbaHnLvYcHr79qSYLHHJrmWGzb3i6eF/B95zRXm4ZienS+28Rkpph36qp9YjZQRRLFM0t0IpHmZzENvaUxzCMJWeYhCONBg6JK+bzF0wp+zQXL1jXFdVnQb/BGPr/NoeHUyiWNVJL4nfh9RtBnHukcDQYMne9Znmg0PpmzXVdW6dGOkSULGvgbJcs2NO2Bpw4oihizwe+pu2/ituuWD48leHTCHwuPRfqGJkW/CVFHXNzXyafAntp2ZGAgsWBuzcDwRCJZqA77gz7v4RNDY+OZ5Yvrp1K5Oc3RVKbAb4gRV1f1TL5QcIr7DvdPxAqLF9YTlz8xLeD3TiWy7fPr/v2hzmsXz9LeE8gmAABmM2QTAADnR480RFfd2HDtJ6mi8Xii7/5/zg53KmbAqEI3isvGLMkmeHP9S3f33HLrUsJoKpvjLW6faT74xIGDnQO8Cc9b2aomZ9LW+29emczkgn5PoVhyRPOZdvVOVOpHmKbKcwC/T5ck+WcP7XKoQ8vTf1Za5WIsB08EggZvdFs2m9tcpRuaqav8UI88e8QwFH58n1c1dJXnBbv39a1c0sLb+fc9vl/XJVmSFEViFl00v8513WLJWrO8NRQys/lioWirshwfLw5PJngi4Lokmyvyg1dFfblCSVcVHp2EeIKhK36vUSxaPq+RL1ihgMdvGgNjUyLCUGhv/9TS9gbdUBSZFku216MTKvNL1nWtLho81j0qSSQcMvlbR7pGWhtqePrwy8f3GAa/Lur1aIYu8z33HRz84M1rJqYypiHzw/YOTPLHwbexRdUJfvfleEYSWUahWOzoHr/jhnW6ISXTOdPUhoanClZpYDCxamlzJltoqAnzA3o9RktjtHsgRiupBnGOdA6NjCUXL6hPp/P84Nlssa4pdPdjXdcuCZHZB9kEAMBshmwCAODtKHejWFG/5RPBhVfkhjv7H/rG2EvoRnHZmCXZxJ/8uPvTv7KZN8KzuYLE5Pse23+kZ9DnV3mruLEuIKuSbTGZKHNaI7l8ibec/V6zszPWPxpXVElWJK9pNtQFWuqqn33x+Ev7O0VnAlnUniTlcRyV1rXr8GzCo2my6E3giBKVQb/3lw8fCId13sIXhR40xTREgQkeVRzvGTvYOaSqosymrvOIwZ1M5FcsbuB5RGwyy9OBrt5YdcTP13edmJpIpXi0wS+j3DmDDA4nVy9tiU2m62uCuqYOjyZFNxBD5cfxGlo4aPI2/4u7eqhEpHJe4PGoJ/rG68MRi9k87Giuj/L4QKZSLl/o60smMhm+gSsmCpX5zfQNxzq7xnSdX5Vc7hhBG2uDPPWwGXv5ld73Xb9cV+Udu/uJLOY3DYfNYtFxHLcSTPD0pDyPKeVRy8v7T/AHuOXKhYosbdt9XBM1L+jA8GRbXW2uVOBPg1+Gz6Pv2TfQ1hYSFTUJKVce1Q92Du7Y1dvUEBQ5S740b1HT/c91XTkvQGYZZBMAALMZsgkAgHdEj9RHV97QcM2vyJo+vuOBvvu/nh3qENUo0I3iXWw2ZBN/fW/vbbev6xmeGBiJb91xfDgW561xMWJCUyNBD/9g37Fdj0dbNLeWN6yDfrOxrur+R/cXnZIhZreUVFkej6fntdX//OGXC1bB6+UrJLvk8KSDN+YlWikJyRgjVVVe12VMYnz7W69eeeTEcGwqVR31lUdGENPkzX2JJwh+n26aPGlguq5WujwkswV+hKMnxt537fJMtrCgrd51XU1VXtzWW2Alj5iPQ5Sc5AkCPzVjbnf/5A2bFvFYxLIdRaPMZV6PyS9BkuWaSODl3QO8/S8KYIr/k3hewL8PTySKWTcc8YYDntaGasPQmxoiz7/c4ZbDlbraAA8C+HWqqujfwVfxPEUWM5RIJcutrvbqqpIpFMN+bzQU2HW4i9+Cx9AolUTBS8LPIHo+uDykKD8OvpehKS519x0eOHxsWFKoLBFZFMiQ+/jvWqK4cklTd9/4yFhyZCytepRA+WjhkCeRLvJEpL4u0NU7se/w4OL5dfwJa37Psa6JJQ2zq/YEsgkAgNkM2QQAwAUgulG0rajf8vHQ4o254RP9D35j7KV73VLerG2T9dlb2e5d6z2fTdguO1HSd+3p1YrZ/7Ih/MzRVFNTqEZUhVR8Hs3nM/JFK5su9Qwml7Q3xVPJJfMbv/nDZ23HDYUM3ubWDdlj8s30gZGY32/wBMEwtPhkXhSYkER/CcYzBkcsODaLhD0WDxVcxlvae470Do4k+HFaWqKawg8iRnP4fGahYIVDXiKmzNAYYSGfp2dgUlVkVeGte3Lg0PC1mxbtPtBdXxt88InDnoDM96WigKXMD8uTEllsRh3mHO0Y27ByTrHkzG2pr4oERmJT/N05LbVbXzw+lc2oiiLJhKcLfC+fR7cc0VljJJaOj+fa50fjk5nF85r+/WcviJsQ3SNobDyzcF5NybJFoQ2PzgOLYEBXNZVfmKaJkSs1tf7R8czAaHxwLM7KdS54yMIDi/hUVqQREi13IpmOIF3CYxpPqeTwHMfjE11FPIbKU4/y8BWaTBUPdwx/9uNXJ9LZ4ycmCqXS/Lk1hUJpQVud6/LbqRoeS7a2RNRC6SMLte891t3Y6OfJzcoajcwmyCYAAGYzZBMAABeSHq6Lrry+4dpPyZoZe/mB3vv/KTd0DN0o3m3e89nE393X3xagX7y2dsMcP19unButrQrYlmixl6tF0MnJ7DD/9F4hnZ2xD92+9lt3P8/Xiykta32mqeYLTnXE69gub4DzgEDXRH3ITKbAt+FtbTGCwa38OjNRncHU+WF5A7xo25oiZXIlSlhdOMADhUjYJ8uUt/x9pq6ImpkSc91I0HPw6Ahv5KuqxJioXlFy7X0H+z/38U3f+fGLik7DQUPTFEWWLUt0SeDpg+gE1YB3xQAAEABJREFUIUtKubblwaNDSxc2xCdFqU6HkS0blvzbD7fmrZLPqzmO6zM1RZWLluP3apbtyrLED+IQp6Mjxvf68f0vlQtJSDwy4FfvMZW+geSaZU38Jb8br4dfvlRfE+SJA485kql8OODp65vkj4JnKKau+b16sWjnshb/zsQglulamPw/brkfhVWywyHTdQl/khIlfp9hmApPK5RyCU+etmx/pWvl4pbO/lF+Db3diUXza/gd8SsxNY0/Pf6UZNVITeW+eEPd4hAZGM7YjNX4VTJrIJsAAJjNkE0AAFx4kqL525bXXf3x8JKrciNdohrF9nvdIrpRvFu857OJqxeHFjV4eLt5cKq4bSAfDBqGJkpU8iwgmc67JdozGNd5K12VZY3uPdyvaZLrMq+uNdQHeGNefOCvyPyT/1DAdFwW8XuPnhjnKQNPEypzZ05/d0VphvhUbv7cap4lSETKZEuFgsXjhslYYdWyxmQql0iU+Kaqotq2Y+qq3+d5aVev6VV1TbZKrqjvUO59oCrSS690e/0aP7vfMHkOUSxZkbDHdSsjJsToEX6F/Kp4I/9Y10g6Zbe3Ve/e0/vAM3sYYcFApbuHSDQMQ8kXbH7lfF+eqqQzJUNXDI/S0TMW9PGIROZ34ZbnE+HHVBQ6MJhcu6J1KpWLhn0Dg1M8mqGutGReXckqdp2YKth2Nl9qrItQmW9PDE0ZGEpK0vQcHZWyoKQ8mSpfKBSc5sZQNlcKBXTbcaui3kLB9pqarqsTEznDEFU2egZiotaG7Roeua87uXhhDU86eELBHwQPU9rbqp7e0XfjsjA/+MI6c1YFEwTZBADA7IZsAgDgItJDtdEV1zVc9ylF94zvfKD3vnI3CtNvVDWjG8UMmj1ziN7z8oQeNqujAd48nkxkwkFPLmsfPjEcCZu8Mc0TAZ9H401uVRO9CQijKxY1DI+lWupDyVw+4DV4693v1fccGFZVyj/4Z+WZM0U1B9Gw5+kEX0VkRfRoqKkK8Kb18HhCZBTleTY3r1/AUwneSqdEikZ8PFbgZ3/i+WOGqfJ0oFLWwe/THZt5DIU3xXmLvSrs0VSpfyjV1hQQ+QcjYi4PRjSeociSx9R4MGEaiqrK+WLxYMeg5Vj8ym2bRUIeWaH8oIZero4pxpKwcNDwmHp8KhMKegyNhxrE79X4pfEEgQcQPBbhV6lp/OrJQF9i7cqWcrnNZkWmkRBPaVSfx9xzuL88+IOOxzPtLdWhgLH/yIiouCHm6Ch/Z6Iihnh05ayGf3NsMn9u1VSqYJqa19RLJcfnMfx+ra8vGYmILhU8oeABRzmzUKhGxkdyPA9yy9OjBnxiDlRJVkxm1QRm12iOCmQTAACzmUQAAOAik3VP3ZaPr/rze1b+8X8onuDR7/zh7r+6deCxb1npOAG4mLpH8n6fydvRRcv2+4xkpnTw2FA4ZKqawtMKy+KNfeLziqqTvFU/OZVXxTyXouylGINBpXgiF/YFJcV1GJNlwpvlui4FAlq510FlGk1+EtY/kti+u7uzZ4ynBvyLpxWSTL7z0xeqQn5V1aqrAulMoaWh6tGtR3mYEfDrPO+wbSLyEUL4S0mWgn7TNFSRdhCiadLwcMZraoxScT38YjUeW/j4d76j6dFMQwsEDb69x6N5DTUQ0NOZoq4qmso3EONHeHrCD+gxjT2HhhyHVUe9Pr8+pykU8nvCAU9LYzjkN4M+Q9d4iqG1NYZjU9kXtnevW9k6MJrIF2x+swMj8fse3yuJ+EJMpcHzjj0HB7a/0sszl0qoWL5v8eUxVTHvauWBSDSZyfk95tzmKL88nuzwy7Bsu1RyDZPnJkrAp/EjqrpSV+PjSUpdjT9dzIf9QTEaxaMXinY44PUFzAP9GQIAADDLIJsAALh0fK3L5n3qrzf87damW349vu+pnX9xw9Fv/cHUkRdJ+fNogAtO0khzYxX//VJkSZGVbS8fVw3Z79d5gz/oN3iOwHMKvhmPLYp5W9VpKlWKBDzxRNZj6rxBvnZZy4NPHnBdMSEFEzNiSIWCm8lalfqPlaITYibNclcJ/pk/f+mK5rrC0w3Tp377p9vrayN+L2+rV/3wnpcsy+Zv8/OaplpfwxvjmqEpoYDh82hBHlh4dH7MoeEMb/8nsgVTN7weUZGSBw3hoJnLF/lha6JevqUs08rsGB5T4yc2VCmZLrTUV/G7IOU4Ixz0BHzGrj2DHkNRVNp5YqKpJqJpak1VsLk+MjKezBWK/ApbGsI+j5FOl/iNx1LpJ7ceW9BWW1cTSiWzL+7s1gxF9NcohyPs1P9CRXGJSpkJqTI9h1T5P/n0+I6dewZ45MP38Hp0MQOIRyuVbJu5/C54HuT1iqPyp1ZbHTA1JRIy733ilbrqSL5oaZoshpmoNJ9zCQAAwCyDbAIA4FIT3Sg237Xqz36+8ks/Vn3hju/8EbpRwEVScphVEhUToiHf9t09kkxLBTvoNbJ5i7ludZWXylIwYDZUB3M5i+cPu/b21teGbTGXJ08AaDHv6F65UkxB9Axwmakr/EN+Vi4FKVX6TpDK+A4RUvAtvaZSLDqVCT08XuVfvvOs4zo/vn8nEwcQJS0zGas64ita/Chu30hyYER0VaiK+qlMshlXVsToBh52HOwckqlsiNqVkiLR8cn04EiShxHFom3oSiHvREJGKl2qrw4ksyV+Ddv3dLU1VMuS2JvHHs++0KWIjhciSOB5QndfvLWxyrGtwdHJqWS+sTYU9nuKJSsU1PuHE/x8hiaPTCTG4unHnz2yY1+vYcq6yu+U8aPxuy2V3HIfkXLlC0Knh62IUIKkMvwwLi0/Aak83iOZzeuKIqYp0RV+wTxkOdIxzoOL/oE0v/GQ32M7PN8p8YP4fWYo6FEl6Z779zTXRXmSMZXOObZDMN4LAABmH2QTAAAzxteydN4n//uGv9vafOtvTu5/RnSj+H+/P3X4BXSjgAvFUKllO7wBvHvvQC6XF9NeMjY1WWisCQb8nrDfy2weQyi83V4o2ryBncznewcmq8O+kmXXVgWPneCNah4W0MrfCzyVcFi5jGS5ugJvjyvlLgCVvgN8RS5nl9vnvPVO/T41GvFUVesPPrnXLf9Glzcho7FkOlkMB0xD11YuqvcYus+jjcfTm9csnMymRR0KRfRB4Mfs6Bq1Cq6pq1OpQnN9eHF7XSKZDwfEXKQtjcEFbbU8WRgYShbztqbxAIU+9txBvkFnz8TzO7t8AVVMFFr5M4eS4ViCH7DIQwQqrV/ZzDd2xSgVeWg4o6iUByBiqg6JbtvdmS0WHJ6jOMSynEjY9HmVVKpEaeV+xTdVojp/rGJiDv4fMVOJXH4CiijqyXj6I8ksFs/wDILfcTToff6lE4YpQo1EKrtsQbNp8MjDiYY8/MZ5hDE0lOIXqXvoj+59OZMvVYUCPNTgAQ0AAMBsg1qYAAAzjMqqr2VJ3eaPVq26Pj/a0//wv46++J9OMeepm4NJPS6S2VMLc29PNitGIdCh3tGCzUIho1Ryk+n8FWvmMIeNT6X9HoO3rrc+30UUVh5AQUfHk9WhoKpJvO380p4uRZEMQ2HlHhKyIpVb9YTvS0RHApE28Fa9M51WiI/7szmrrspvmmIXx3YLRUfM5Vk+sqrIIriQKG+611cF+eb5gsWjB4+p1VUFf3b/KzyY0DRR3KKcFIiMbiKZMVU9HDRlMXcpE8NGJBoJmoRKPGThx+8dmuRv8fPy7+UamRZPVcTMph4xcwi/WtNUbcvlb+07PLRlfXuh5PCDBHxGOleanCgMjk/6RIFMSVGm+yrwjXVNiYQ9kZAnX7AnJ/MiUWGiC4bE/8cqohPZdfi1iBoTYlW5M4WqyWKi08qUIi4ZGUuvXtbk8+iPbz3mUn7NPLIQ/UzSU4WQKNsp2Y4YtRHwGyd6YyLdUGhzxNPZPRkKGrYlLY+yupBOZh/UwgQAmM3QbwIA4N3C07Cg/Ve+suFvn22+7QuTB7eWu1H8XrkbBQafw9t05Xw/c9yu3vEvf6CVt4EDAZFE8Bb1fY8eLM+ySWqrg+2t1SVilzs/iO4BvPG/63BPPF4Q7W5GeVs96Df4oXgbvhwxiMNW+iPwlELM06nLhi5rqjw9EoGSwZFEatIK+fR5/Mglu9KS1zWZf6nloSK8KX6sd2x4OF0d9olik7L8yFNHFY36vKoiJgFhoqcGE/NfeAx1KJbYuW+wrjrAd3RcV0QOsuw4di5fOtgxIkmS16Px1IOnISKJ0JWgX/d6Vb6KJyY8CymWHMNQvR6V398Pf7aLX3kk5CsU7UNHRwbG4+KmyqEGFXGGJp4AI7YjLoDf3ORUTgxk4cmLmC5UPA8eTGgaP7voMVGejYSWh3LQkuXI5ZITlf+x8u98zS8e3VewilJlWIlEdFXuHY0vnNNQKFjN9ZHW+ujWbScqFTt4dLGxxbt5jo8nJ8eP961q8xMAAIBZBv0mAADeXUQ3iubFdZs+WrX6pvxYT/9D3xx94eeiG0VtG7pRXCizp99EU9R4bO/YilpjeaMvX3T7p4q84c3byTxTONYxsXJZo89n7j88NJnIGrpULhkhOiDw9nk8kT56YkSM2KA0m7PCIbNUcksWb3lTj0dMgVmZU6Nc85HpmhiGQdh0/wKu6NixWL6m1jsWz/BdHMcVM1a4TnlLWpnVwmJOz8DUknl1h46MMcmWRPQgykzygxi6Wp6llIogQpJ4lnH0+Fgh72xcMzedyfMtuwcmewYmFR6IMOL3abqu2Dbj+QhfEGGHIvEj8BvlOQVfDvp0XVeTmbysSgODU/GpXM/AhKLJwYDOYxGeNfDr8ZcnTM3minxZdI6g0kgsTel0lYnKiA6PRyXiAgnPOyoDPPi9iDlNNFkppxuW4/LYovwM6Ym+mJhetNwBhOcphq4US7ZluSuXNol5UGT68JOHqSRSD3FGRj+0umrd3MBPnur5zWsbQuYsHdSBfhMAALMZZRjVDADwLuZahYndj46+eE+671Bk+TV1mz8aXrJ5+mNreLtij3yx+/CuY4NZMguImgjlGSRyJeePf97V0hJKpfKpdJE3od0i/cj7V/7ykQOKygMLWTdl/meB44h5MXkDvtINojxagxmqFgzppZLtMTWea4xPZFzRQWC6PKRhqKLLACElHn24jLf2bVtMVeGWu0uUig4PLiyLzZsbicVz/JeXN875oXj7XFOVVLpQshx+EEmS+JHntkYSyYK4NjE7CC2VnHLtCWkqkVdUsWBoOk9SVEPSVYlfqqZK/Mj1dT5+Mn4xtuNUwhFVFXNeTCYKqkILJTuVLBqmLIaZuMw0RA8LTZF5bMFTA36pHlMpFO2xWPrU0BUxZGP6DyTmikOSQNDQZCmZKVqWU4lkiCSiE36QyuAOfm35fKk8q+p0iVCej1QGvoiohbFkMs+Ti5XLmrPZIg9HymVleNDDUxhy09zADUvCZNa7cXV1ZMuXzbk3EwAAmH3w1y0AwLuapBo1V35oxUDXzpUAABAASURBVJd+vPov79XDdR3f+7PdX7ll4JH/a6UmCMBbcHJqS+LR5F/bWFco2KJ0QrnYpGKQ+57YT1XRYrdsu6UuZIo+AOJzi+qI9+R+ooZloVTKZy3exo7FszVRH2HTM1aQcniRz1v5gl2p7+D36Tyb4K19HnB4DIVHDDJPPAiVFXKsM95Q6+eb+Xy6JOY05dszMcmF6IAgqapo55/ojvMF13FlnpWICTh1VUxISst9NER9i3yp4PHKpi7Gl/BL4OfyesU4D74Xb+eHgmYwYHg9IgswNGVea5Rfo2O7mtie8jyF/5dVZDxh4XmKqog5OExDpCcjo+nKcAwxeENMRCrxI8tU0jW1cmGGIifSBas03WGkUgE0EjT5qfnRPKZeLFjl+UymHw3PSnxejR/M1FVX9KcQnUU0TTl0bKhnIFYu3EF52lIb9bO8i2ACAAAA2QQAwOXBU98+966/uOLvtrbc8TtTR7aLahT/9rtTh55HNQp4666YF6hTyl0Ayi1+0fzm3+VyCQpCjnSOBfxGJCjKSOqGTE5OZVnuTUDT2cLYWKatJTwwmqqq8vDGv1QZ2OCKYQ78Zb5gibKOMuWhACn3p1AUkUrwXEDTJJ4sGIbU2TXhM3VFIkG/mKaiXEOT8TREppXSkjzCkEbHsh5+gaoYl8EPoqmymEOk3M2A7yIKTyri2pRyWcpKocqBoSS/bP5uKl3gd5LJ8u1J0ban0vlwwLQcV1Mlnr/wxIFHBpls0efhKYHEo4qgz+DxwdBoSi5nHeX5Pkil3if/b9Oj8pAlEDCam4JjsYxtic4irDJjKuGXQR3G/CKAIFOTOVYe0lJ+XGJUSFXU54rBKYppiDEc6XSRlgtUqOXHbTNRQ7SpPtTXl/yrO1sIAADArIdsAgDgckIVrWbjB1b88Y/WfOU+PdrY8f0/3/VldKOA8/CF6xtYshCJmLxtLMliDg7dFGUs5XKs0NUXHxvL1tX4eSuct5zJdCeBckwhicqPHSdibU3hcvEFfXoqUWl60lvXYWEx6aaRz9s8JtA1NV9wvYZaebdS9JHKZHA02dUztXBuHX8dCXkrb1bm2nAcVo5L6NBYqn8g6fXqfr9eU+VPpgqi8qbjBkKGxyMm2azUp/R5Va2cg5RKTi5v8/sxDS0c9vP1Po+hSPLIcKp3KMEDDNPkdyu6NTg8pzDkcs0It6EmyEONvqGkoohKl4rYhGrisVBJjG5hPFBQNcVrqqlk0eM1+LOglWSinJQ01AZ5wpJIFSan8uVxHPTkfZJiwQ0GdL55a2N4fCIXn8yJapoyNQ2FJzOGoSqq1FgX7u6a+ur7m70iBgIAAJjtUAsTAOCypPrC4aWbG6//jBqoiu99vPuev8/2H5Z1r1nTQk71xYfXMXtqYZ7T5gXB3Z1TZti0LdfjVQ1N4Z/wl1v74l3HdYfH0i11YdOjjIxl5HJPAjKdToiBDCNjqVzOaqjjkUFRDLTgqYGY3ZOtWNygyNTmD1ViluVkMqVQyLBd12tqubwl9ndFy18VdSLc3sE4zzLSmVKxaAeDotkvAgImqkiK+pGic4Q0Op6eiOcyuZJTriJh225dlZ/vy9v2lu14TN7Cl4tFR1JIqeik06V5c6p0Tc5kC9VR3/Hu+OhUWoQdYoIOalkujzky2ZIYHsJIS314YCQ5Mp4kUvm+eHohhrkQXZcrIy/4WjFbh0QTiYJpan6f0VDrHxxJiblAy0M2+NahgNk7lORXwmMVJsaXsMocolxDXVDlV6coR46P8SdLKBOzgYgERJzG59FCQc/Ro7H/84l232wte3lOqIUJADCboRYmAMB7QSHWP/LcT8dffkDSPHWbPly3+WM8syDwOmZVLczX8/C++LahrIgBxJAOKV+eosKpjFpwicMI/3S/qTHUOxAXNS35HwyV+hKVzhLi1XSxiUpNRx4HNNQE9xwa9Hn06hoPb4dncjylYDxWcFxayFu82e+U5+Hgf3jwQKE8V4g4EV/BE4Taam/JdnWRStBkqqCqYrhG0XLzuVIlDhD1GlyiytKc1khsMlsVNhPpAk8UeBiRL1iTU3lZkdavaMvlioeOjbjUFWNVeA6iiF4YJcvhd8DTg0ze4ncoCj0oYvoPvpbvLoZgiMhAKpbsqoinUHLyoguGmOi0tSGUyhS6+6aYSxfMi3b3T/LMpRw+iF4StPI0ymkETxz4MR1bPCnLYvw48alMJagQI2IkamgyD0e8Hj2bK4X8Zm9H/B8+NVdCjHgm1MIEAJjNkE0AALyn8HhibNsvUl17qtbeyhOK4IINBF4D2URFtuj890f7eIO6vtrP84JMtiDa2oTx1jWrTEVR7jJBZeo6rDyOoZxQsJOVKMpFGfhrqdwZgS85jM1rq/J5tUQyXx4iQVKZYipdLBTsoF9TxWgMyhvnPHrgjfxSiYcDzCq5lbPw5YBfN03Vtnh8wJMLEggYg8OJysErp+NxBt9s7fKGhJjdw+bRgyuqeDrDY2mlPPVpeRu3EhwE/IbPo6YyJVni6YA8Gc/QcgrDXJcvREOiDkWlOqZZ7ogRn8rzoy1fXJdOF/jN82ylOuK1Hbe3L2E5J7vYTOcR5cuhRBHXJrpC8B15NmHbbiRkJFNFvomYZ6QcTPBlj4ffsez1avyuE8nihkbzrg21BF4D2QQAwGyGnoQAAO8pNVe8n3/lx3qGnv7hkX/7HS1QXbfpI7VXfkjxYSIAOJtXl//xg3O/cm93vmgZmupxtZLjZNJF3trWNdmymaFJRd6CF8EEmR7ZQSsFKMrL0nQ8UelGoBsKb4r7vYaqSqGQZzKRUyVpNJbRVFF0M+A3xdyiDgt69Uze4sEEjzB4HKCKMReifiQPRHiKMTmZr6nxhgMelxDbcvj2Hh5AVDppEMIvSaHS/qOj1RGfptFUthSfyGq6oqmyx1CKlivmLiU8pGCOzeqqfel00aOro7E0K3dt0HW5ZDNJprbNLKfSaUKqTOoR8BnjsRzPV452jlFXbmkL1nh0x3FDfoPIYtJT0anEYdN1Qcv/kcr3zc9bssV1lkq2qOCpKZJUkkQpD1FFgj9YmUg8maiN+C3HmRhL/+NHMWABAADgHFALEwDgPcisnTPvk/99w99ubbzxs7FXHtv559cf+84fJY69RNBXDl7jf3x47leub0jEM4YhB/2Ga7M/uKahya9JCqGyJJVnBlVUSVZFg9wVTXIxe+e0cm8K3m4PBHT+iscQA6NJRpmqyIPDyeHxJG+qi8k0KOvqjjfUBh3H8fp0SZESyfxUssD34oGFoiiGzk8g/iZRNXlqKn+id3JqMldfG6CMFYqOqvCzS+W5OSQxqYdE44nsxGQuFhNdIVzXNXWVhxL8MlRNVObkS0GfEYvlB0eSI7FUuWcHEaEFz1wUMdCDBwqZTHEslq2J+kuWEwp4+DF5+FC5I29AHhlLHeoYHR/L19WGdF1cmMdUyzUlyr1JpHIeU55K1LJdq+RSxjfQ6mt9U8m8riuhgGGa6sKgfsu8sKbLPOCITebaVfcfEEwAAAC8DozpAAB478v0Hx598T9jux9RfdG6TR+uverDqj9KZjGM6TineNr6+ycG/FGz3ZB+ZWNtLF36m4f7QxGjWBLVHhxbDFBwnZPdJk7OviE6KTikqSEo5hClNF+0chnL8KjRsGnZTiJRUBRJ0xTLcua31VRFvM+/1OUShzfpDVOriXgmE4VAUEsli1OJPG/G88PxAMItz8cpibk8y1zSUB/I5S1xAa7oQ2E7biTkGRlN8UvgeYQYPUIoX8nKvRsc5kqM8sBAKs9wKpd7fTCX8oQiEDDKtTBKEpWyuRJ/p2Q7q5Y0dnaP84ObYlpT5vcZ/BpSmRJ/OTyaCpcnB+E3n8uVkumCKNAhqnaKOUT5sl3ip2OmITc3RtKpAn9U/HQTE7mv3tEa8qpfe3YoS+VWlXxmUx2BN4MxHQAAsxmyCQCA2cIp5mK7Hhp98Z7sUGd0xbW1mz4aXrxpdk7qgWziDRRt94fbxz67qVYtd2Q4Ppb752dHqqpNHi7w3EGVlRpVNPL7skXilP+KEL0i6Jy2CI8tJqayExP5pYtqDU3mzXivR7Utli0UeV5QEjN3FHVdEe152y0WHUNXeKKRK1glyx6PZXxe3XKcUsFRyhN58HZ/+diiDkV5KlMxB2d9rT+Xs/juPq82NpHhh6304OBhgderJlPFypwi7GRNDLfcQZTv6JT7e/B35rdVZ/KFfM7mZ5mI5zxelWcutuNYlhsOGsGAUSjYVMxOqquybLtuLl8cGE4GA2bAp6mK3N03yY8ml7+I5X5hS8M3nxnWfGooYBYtV1XpyHDqL9/XWhvQxMkYOzaWX1znIfDWIJsAAJjNkE0AAMw6mb7Do9vK3Si8odqrPlK36SOzbVIPZBPnK5mz/7+H+4IRU5akyUTuE6uq18/x/+fL4ztGs8x2VUWZ2xYZj2dj8bQiKZvXt+mawnOKyUSmvaU6nsgePDKmGZKuy3x9NitqYPLkgB9q4ZzqvpGpTLZk6HK+IIpF2CUxsEJ0dBBlK2m50wRjlQSt/BeLoohZSEsluzxFSHlEiehqQStdLcodJKYnFRHRBi1XrJSpx9T4SXk8kc1Zc5qjmWyeESmbK/L0xC0PBrFsJ5UuRgPehgY/lcSco3xXn8ewHHv/kRF+JTVRv2HIfQMJvnlrxPjdaxs1Rfq/zwzFyiNN+JmS49mvvr/V1GQCbxeyCQCA2QzZBADALDXdjeKF/8wOdUaWbanb/LHw0s3l8obvfcgm3h7ehv/fjw2UTHVyKv8XNzdHfSpfeWQ4+/2d43W1/u7eqfJ4B/rpj2zs7Y/x0MA0tELe2vryCYnS6iqvx6PxBR5t6GI4BItN5h3HbW4IFC2nUHSiIbN/MCFOc3LAiOibwLdzp0eRuG6lMwQTa0UaQG2HTc/SSSo1MCrdOE6mEmz6QFRMEUojITHGpFRyHIcVCxbfpKEhUCo6uq7k8yVFkYZG0qpKHYtcv2l+viRm+hyJpaamcsOxpKxIxYLNg5X2sP5fr2usPI1X+tL3HplSZWllRP/QumoC7xiyCQCA2QzZBADAbJfpO1SuRvGo4gnWXvWhuk0f0ULv8QkOkU28Q5bj/nJP/K71pxvkOcv5i3u7VVPhkUCx5P7ZF28fH09889+fN4Ky11TyRSeXc265dn5XX9xjqtlssX8oKYaMULpkfrXDWD5v9fYnJLk8/cfJY/K/UBRV1lSpULLLdSpP/cUiCj04bqW7BKuEEUSi5alCRRcLR/SFIKfmQHXLdSt5DtLSFBLDSSx7ajIvOmVQ0tYUdsuDRvgug0NJw1DEfBwus7LunXcuD3vNux/cHQ4ZmaxlF91/+Ogc5WQV0Lzl/MMD/V/+cJs0K0dFXSTIJgAAZjNkEwAAIIhuFDsfGn3x59mhzvCSq+s2fzSybAuR3psd1JFNXAwvdSXvPZKQCPMams3cyUQhHNRd0duB1oS9w+Opea3VAZ91tWZsAAAQAElEQVSxc/+AolLHdm2H8aRgbkvYNJSjnTGRI1Ta+eVAwTDVfNZSFDG8Q4wBEX0ixPuVL8JE1wm+npanL2XloR2iOwVPNyRSmfSUxxN8m3IwITbh/10quvPnRnsHE/wlFaGC2DHkN0NBo294iu9pmkqx5IjJUKdPSaYTDsn99MrqpY1eAhcTsgkAgNlMIQAAAITIuqfu6rv4V7kbxc87vveniumrvfJDtZs/pocxxQC8uSvbg/fvjXsjhqmr8VhepVJNxJfLW4WCzQMKr6md6I0bhuhGIYZIFC3bFlNajE1kLMuWyz0mymUoiKJIPLkolWtSOjYTAUK5goQkM+aKjhJej1YsWbqmuI5rV6btsEXRy0qAwezpmU1JudiEVC6i6Tj84K6iSqPxFJXEqBBDVxxHFLJIZvNTqZwkS6ZHVkSRS0XXVH5kzZCTiYKkyCbfMlNEMAEAAHBRzYpxxQAA8Nb5WpfN+9T/t+Hvtjbf+luTh57b/ZWbD//rF+L7nuIfRhOAN/QbV9cl0wVVlTOFIg8HwgFvOGhGo6ZhqKWia9mOoSmqKlmWWyy6khiDQS3Lcd1yMOEy05RJeRaPco8GIkuETXekmC5CUek0USpZlIr8QnRuYFSU0KxUmmCVzqCifKbo6yCJrhMimGCML0vlwxTy/BXhqUQua2mazL+CAaPShdQpEY+pz22p8vv0uppA/0CqoT6YyZQm4jl+XwQAAAAuJvSbAACAcxDdKLZ8nH9leg+ObvvPzh/8hWx4ajd+qO7qj+mRBgJwLvNqPdfNCT51fNLjVXg+kEgVJNnN5+zegSlJoqZHKVlONlfSeIrAvxwmi5oTovOCRGm51KWkqaScHbiV3hNSuRYmFX0iRPcH1xVnEd+pqxtKLmefrn9ZDi8q4zeIyDXEzB2qIsaHKBIR3SskHnu4lUlzRWkKQlPpIl/2edWaam8qUyyW7IGBZHNdmB8hnS0ahtTdF9d0+tl1NfUhnQAAAMDFhGwCAADeiK9t+by25XM+8qeVahSDT3wnuHBj3eaPRlfdQCX8IwJnC3kUHiJEQh4eE9hOaWQ0w5v6iiqqO1iWm7QL/+XK+hPjuRcH0sSlsiRJMslkS1fPDT59PJHLW4Ym81RCTAsqUSZR23ErE3BUBmnwpELhe8iiekQmY0nSdLeKcicLSZSWcMTADkURQz948OG6Yn5T/l0u98vgmYYqEVmW+SI/M1+zqc2ft92DsZxhqIrMVN3tH47zeMNxWE21jx99cCBR5VUJAAAAXGQY0wEAAG9ONrx1Wz6+6i9+sfJLP9Ej9cd/+OVdf35D733/pzAxSABOYoz9ePvY/LZoc33k2g1L6qpDqipFQ2ZV1BPwawql/+2axsX1nuaQzmMGHjrIisTTh3qvdtOSiEyppvHUgBmG4vWo/C1Gia6LUR482iDlZR4oKLLYzHZYZVZRWRZTjfI0hOcUmsojCL5GHJsHHDy4UFUxb4ihK3J5g699tF1TFZ9fFRsrEr+gRXXmpzfUXtccIIx6vWp1xOMw1lDt9+nm6gUtkZC3pS30ox3jBAAAAC4yZBMAAHAefG3L53+6XI3i9i8mjmx75b/fdujrn5/Y/ShzbAKz3tGRXHWdqSpyVchnaHJP72RTfSgcENUxsxn7965paI4afLMVzT6nyPxePRLS1ZLzp7e1qDIt5R2Jig4XPJ4QpSj5USTKd1QUevOCMI8n+GtZIh6f5jgkEjQ1XQ4GdVWTKaEBn16emtS6dXFEViVNU5ioMSH6TYjqFTzdkOV02uIJxf/vA22O4+g6jz+0UsldUi8qXN66IvqBBYF8sejYTjpdKFpOe2vVnmP9w6NJmSrDqdJYqkQAAADgYkI2AQAA5002vPVbPrHqL36x4ks/1qNNx//jr3b++XU9v/iHQqyfwCz2/W1jdTU+j8dsqoke7R4OhDQeUeRLTiZX+INrp4MJTpLojQsChiEXs87/+HA7X6MrkiZRn0dVVcrjiGLJEUMzZKlkO4urzJuXhK9s9vPoQNStdEURzWLJ9hhKqeT4fQZPHPhmskLuWl192/KoX5YVEU/I/PgeMVJD4kcLhvRVjX6pXGziL69vCnjNomV/ZEXV9KylhKxp839mefVkMl9T5csXLEbduY3VN21aNq+l5sZr5v/vR9A/CAAA4OJCNgEAAG+fv21FpRtFyx2/nTi245Wv3n7wa5+N7XqI2RaBWeb+PRNNc8PtTQ1eQzvcNTwylu44MXGiPxafyn5yRfRUMFFxy7JofjL3e5urT635/VuaTVMpWa5pKKapqprIF3JZ66Nrq/i7ty2L5POWIwZo8LdkXVf4gqYrzHEt2/UYWi5lXb0gyLf8lXVVruUyRngqwf/MkWTKF3hG8dkttZUTGar8+TUhlnc2lbc/ZUG957c21o2OpSWJ9QzGLNdmhETCXpdJ/qi280SKAAAAwEUjf/WrXyUAAADvgKRo/tZl9Vs+Hl66uTAxOPj4d4ef/ZGVihnRRtUXJu8+ueMPT8WGJ1IIUC6YAwOZZwbSLfUhw1CHhhNFq2ToskMc23Fvbw+ubPa9dpctC0KqcvozkoCp/PDZwepqk2cQiiKVimKyz19dW90SNfm7miLVB7RDIzlNlXN5i+cXPJII+Y2pdEEWk3mQ37yyJuITRSsjXrVYtIdzNl/NUwm/3ygU7LHhzPtXVZ06l1eTr18Ueu0lhb1qQJNfOBZXZEokls3nOzsmkqlCKGI+u398ab0n6EH914tobr3XbN2ihtsJAADMPsgmAADggtFDtdGV1zdc+ynFG5zY+1T/Q99IHHuJSrKnbi7/Tt41kE1cWLG09U9PD95588q6cLhYZLpOc4Xisa5YJGRIaecTG2veykF4lHD94tBL/Rnmii4PDmEb6jyb559OEOqD+vhkMeUSKipZypbteAzRh6I26lsektbPOd0JYn6tp3csnyW0VHIjAbNYsv/oxkaeR7yVy2gK64mMPWW5rkNqIoGG+mBtVbCuOtjU5L/3+YHrFgdPDQOBCw7ZBADAbIYxHQAAcIGJahTX/Mrqv/zFij/+D7Omtevuv3n5z67t/vn/yo10EXjPsR32d4/2LV1UE5tIHOzsP9bTf6x7rFSy62p9Rw9N/cntzW/9UD5daTdkSaaGJkcouWNF9KwNPnFFzdRE1utRCyXbNNR8yS6VnKmR5G3Lq87a8nNX1eUmC5WJP/SCXX0+84Detb56sC+taXQimckUig5zh8cSg8PJtgWR7704SgAAAOAiQDYBAAAXi3/Oyvmf+ZsNf7e19c7fSR7fvfdvPrj/Hz45tv2XrlUg8F7xv58YvO7a9sbaSNjva66PyFSqqfKmssV0pvBvv75Qls6vl8EnNtba6VJvf+o3r64/5wb//c7W/sGUaWqEiUlDRwYzf3bbueOPP39fSz5vxUbSf3pHKzkfEqVf++T80VimVLQOHRv26Oq8trrWpqqVC1rTivqjbWMEAAAALjTKGCMAAAAXX7pn3+iL90y88hiVler1t9dv+binYQGZCbFHvth9eNexwSyBd+afnh9tmlM1p76OxwQlyx2LJ7bt7G6fE45NZs28/Xu3NJKLoGi7f3RP95yWUMexif/72TeKP5ggpgUh5+/bLwzHCFUpjQT981prMvmioSmKrBzuHvSm8r+2pZ7AhXbj6urIli+bc28mAAAw+yCbAACAS8opZMd3Pjj24n9mhzq9TQtrN320ZsOdsuEllxCyiXeuP1789o6xm65dVsgXTV0rlKxjJ8bqarxTqVxsKjMZy/3vj80jF1MsY1X7zmOkxtvwuz/pbJ0TYjZ1XVITDjTWB9qa6xzXOdbdf+CV/v/+gTYCFxSyCQCA2Qy1MAEA4JKqTOpRd/XHI0uvLqUmhp/90dCT3y/E+rVARA/XkUsCtTDfoX94eKAj74SDgb6B8YGhpGU5iiLpmjQ6mU6kctmc1aCrG+cHycX0FmtbvhO5vDuQLjXUBiNhTzqbj4S8QyNTg8NTsXimpj7w6OEJP6V1IY3ABYJamAAAsxmyCQAAmBlaqDay4rqGaz+lhaqnDr84+Ni34nufYI7tqWuTVJ2cv557/zG8+Kq3siWyibeHMfYf28Z/si+2fHVL2Of3mGpDdXhwfFKSKWNuKptPZQquy0p5+8vnWeLh3Wlxg+eh/RPZXFETs4H4VUUt2Y7f44kGg64jFYtOUlF+sX2kLayFvRe3B8csgWwCAGA2QzYBAAAzSVJUX8vSus0fq1p9o5WKjzz7H4NPfi8/1qP6Qnqk4bwOdeQbv2VEG7xNi950y9mcTbjlwZypgvPEwanv7xg/mmEps6a3oIzK3t2D1r7x4nMnUtuOTPk0qshUV6SS405m7EcPxP/16WFSH8kQ2tYQLeSLPI0IBryUyisXNiuSPDGVZi5zCZMkksmUxhLWonqPREn/VPF/PzTwVEe2VFXz9LHkD57qz+TtBXWmLL0rZuIcT5e+v33s7t2x3aOFxw9PbetM6Qr1GTK/91jG+tKPu9rmhGuq/bblFgpOsWjlC1ZzQ0iSWFVUjF451jHmC2nbTkwdTBTv2RZzbRbwyLpKS7Y7nirdtzf+w22xpMfvROuPpll3TtEb2zpz9IfP9f7n82NNVaLjR44/X8I0BbXJBWQTAACzGbIJAAB4V1D90cjyaxqu+7QeqU8c3T742Lcndj/qOiVP7RxJM95094Nf+1xxcjhx9KXoyhtUf+SNN55V2YTrsm9tHXniRMmKRHqL+mDJ2Nab7s2r85bOPz4w2toQ7eodifqCQb/nRM9QS1NNMOgjKp1gWtYIPHxoXK9v+unzPd7qYEN94MDRkZFYWjelwb50MOAxvdrgcGJodCqVz+ULJU2TSyXX5zV8PnWi6PQVle8+1XcsUbrztrWrVjT1D41bjjOnLRpurDkQt374XJ9TcubVesgM+Z/39Q7IvowWTNvOvLZoW3OVYWqGXx3Js5QW+OHzvfvHivPnVTmMaapMJTIylmxtDo+OpqqikcPH+2Ox7JzWyLGOGE9kohFzcCjT0hxsWdg8Qbyjrvl8V/qR/WO+SGj96qZQwHvg2GBLbc3RrkHHJse7Rn0Brak18IunhhtXzuvOOHHJP6mF9sfcbz54fE9v6sr2oPTuCG4uPWQTAACzGbIJAAB4F6Gy6mteXLfpo1VrbrGziZGtPx184ju54ROqN2BEGwl93Tbbif/4Cv/OXDvZubP2yg/y47zBWWZPNvHffnzCrqlvaWtaubQplsgaqhoKeiPBAKOkUCh0Hh8fiaVam8IdvWNFq9A3MFUVMTu7R4IBb+9ArGdoQlGkF3b1aLo8NJrKF0uGpjbVVqlUu/m6ZX1DUy0N4bF4wnZtv9ewHDebK/KfT2KqEA55eEgRDRjBoNHbn5pIJHoH45GQJ5nO820Gx6eKJTsY0HKK9vje0avnhcildWQw+80dE83tVaWSfahj0HGdqUQpnS/w6GRec82JgQmeRaxYXH+oW4eGPwAAEABJREFUY5wSuqi9Jp+3vB4tFDATqaJlO4314QVtTYQ6uWzpkx/a5LhWJBzIFwqNdeH7Hz3a2TfW2TOWSOdqoz5NluLJfCZXtCzbcqxEMpe3rNhkpjrs7+tNrlxeo6ma12MMj04NjU4WCqVli+uv2rj0qSOT//boiWWN3pBHIbMMsgkAgNkM83QAAMC7l2sVJl55bPTFX6R79hlVTbWbPlJ75YdUf/SszXru+bvhZ3986mXNFe+f/6v/8w0OOxvm6XhoX3zY9S5bWH+if1RXVZ4sEDGdJnNsN50rOY6TLRRHhnKapqxYVus4bj5vTyWzPIawSq6qStkcTxvcQt75yPvWVYd8BcuuDge7B0Z4tLH3cE91NOA1ta6+sQmed+iyz2NMTGYmprIej5pKF2VZdpkb9OsRv2dgJFVd5Q0FPGMTKY+pJlK5QsG2bJe39nnw4fPpmdHMX13CCS/SBeevH+urCnt4PpLKlKgk/g5yHVZX61cVWZJIfCrPI4n6Gt/IuMgrNFXmz4EwEgl7GXNDPp9tkSULGju6BluaoppiHOseXLG42Wd4JiaTuq7IihqLTz27vUPVJZ+pBfwmf7blehwsky2ZhsqTjpoq3+HDsfoGj8+ve3SFX0ZddXB8It3cEB6fyFRHvHXV0WPHh+Vs8jeuOb9hTZc7zNMBADCbIZsAAIDLQH6sZ+T5n42//KBTzEZXXFu76aPhxZtOdaN4+U+utrOJV28//zP/o2bjB1/vaO/5bOL/PjW87MplXQMjdskulqxC0c7ycMKyeeu7ZPPEwdY0KZ+zZUVa0FZTKFlDY0ldU2SZaqrEP9znLfZ4rLh4Qe3NV6+ITSV9puG6LDaZLtml2FR6eDzRUhf2erWegcm66sBYPCVJND6VS2eKK2u8v15uTo8kSzu6kk8fnVR1hbfSnRKLGtKH19QsqDUJJYmcfXAg8+iRSc2rGrr6q6siTaG3U/30bfjzn3ebUS0+mfdK0ofX1qxs9qqyNJm1nj069cKJZNFx+TamKi+t86xrDSxp8vB3+ZrvPD9yaDzr9aqhgOE19apwYDyWaWmMHOjsD3h1Q9d5eLFh5bx4IqPKsm07zfVVW3cdPnpilDKiqFIwYLgioZApZZqqWJaTyVhEctJpW9MpJ8uSYYixI5bDIgGPw9yqYMDij3t88rdumEXxBLIJAIDZDNkEAABcNphdmtjz+OiL96S69uiR+tqrPly36aNqoGrbby8/a0tJNVb+6d2e+nN3Dn9vZxMFm/3Ds2MN9cGR8SneDOYf+k9NFhdWeW5ZHplfa0xm7b99qM9XpVeHPbZL+Cf5qUwxmykx6pZKjtcln9xY+8TBSccTbm+P8hZ1OpvPZAvBgGd4bIqnG5mcnc7kvaZmGCLLKFkOX3AdlpvMfeXOtrdR4XIsXRyetFa3+sgl8fcP93/huobA+Q+XyBadv32kz1KIx9SCfrNQcNqaoif6x1RFTmeLtRG/oWv8UddFArqmMeJ6PObhjsF2zWqq0u7eNV5ghKc5tuOYhmLbTNNkHvfEJ/KfWlezptU3nCg+cmDyaCyre1TKqN+n8V/hBXNqDh4e+Yub6zR5tlTKRDYBADCbIZsAAIDLTyHWX+5Gcb+dSyum384lX7uNWTd31Z/eLWnma996b2cT//r0SP3C+oPHhqYm86vrvb92df157T44VfibB/p/45ObD3T0e0w1nsiUeCbhuJOJHG97i+EYpsojj3zeCQSUxFRpdYPvs1fXS3S2lG+8e+f4S31Jj0fhIUK+aBu6UizZkiQpMg2HPHVVgalEfvH8xt6B2FXrFn3rh89+7RPtyvmEC6PJEg9Qwg2mqWk1EX99KXfTigiZHZBNAADMZrOuzBIAALwHGNUtcz7ypbYP/mF875Md3/sSj9pfu01+tLvr7r9548IT71Gsbzienyp+7WPt9Pwjg+FJq7kxnMsXZEUaGJnKF4upVOGKRv+X7mjL285U1s4UneaIYc7WaS8/saGGf1WWRQXQkusQFtKVwanivzw54DCHulLvUCwYMDu7h+rq/IeHcitbzqNXSF1Q+z+fnBfPWP/0/KjrkpWtJgEAAJgFkE0AAMDlispKZvDYOYOJivGXHwguWP8GhSfek377hoafvhz7w4/NJW9LfURlJ/KT6Wx8Kk0kEmXsrz40PTTGVGQzKBM4SZWlkDmd0bRGjX/8xHy+8Of39TqMuK5bEw4QRufXv515UqM+9S9vajg4WFjZ7CUAAACzwCz90AMAAN4bxrbf+8YbdN39P3MjXWSW+ZUrqsnb1Rw2wrI1GpsK+72rgvJv39hE4Hz87QfbVDETipvJF+f4iEd9m39rGaq8fg6CCQAAmC2QTQAAwGXsrOk5Xsu1Cse+89/cUp7AW/bbNzbq2bycS960NEzg/P3J+5rzubyTSHxyYy0BAACAtwBjOgAA4HJ1+Bu/9VY2m8WFJ96+z21Co/rto5R+acv5lSAFAACY5ZBNAADA5SpxdPvrvSUbXk/9PE/DPE/9fG/DPG/jAgIAAAAA71bIJgAA4LLU//A3Ty1TRfPUzfU0iBiikkfoEXxqDQAAAHDZQDYBAACXJaeYa7njtyvdIozqZkJRQQkAAADgcoVsAgAALktzPvzHBAAAAADeE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AAAAAMBMQjYBAAAAAAAAADMJ2QQAAAAAAAAAzCRkEwAAAAAAAAAwk5BNAAAAXEQdY2xPHx1KUFVmlJLaAFnfyuZWU3IR2A47OkoePywNTInj+3R2x3K2cS4/L03n2Y4e6aGDYv11C9hV81iNn2ztIC+cIB9YSVY0kd295N59NFukfp39zQfZWS/POtFYku3so08dlSovN7SxTe0s6mOHhugDB2iuJM7SFmU3LnaX1JNknv5gOw2Y7Fc3Mtsl/76ddo6JHT+6xl3Xyl798ur5Z5wlU2B7+umjh6cP2BRyUwXq1UhTmN2wiNSHTm/5UhfZ0UNHkmROlNyyzJ1bdVEeLyn/NLefkPYNiuN7dRY2Gb+2iJesaWFXzGGKfCHPO5klp56bqrzukV/9QwQAALh8SQQAAAAuglyR/eAl+s2t8kSG/per2e/fQH5jM8tb5OvPyD9+mbe3GbnQeNt4eSO9sn36yCsayZXthAcTfNlv0vYaV5bIZ690P7haBBPcE0fpREZ64bjYYF0bWdZw+lBnvTxLbZDeuUJkH5WXd65gbVXEb/BTkyV10ys3z2P8YmSJHhwkvZP0wJDUHSemRj++7vSNn/XyLD6DbllAVjZNb/DBVeQrt7u1QbarT/r7J+ixkenNHj5I+C3EM6Ro02Nj9N+ek5J5cpEsrKXvXzl9PU1B9qVbyCc3sJ44/fkr0v97gfJsiFw4r35ub+DVP0QAAIDLF7IJAACAi+JnuyX+sT//dP1zV7kBU6zxaPSutYw36Xf20l/suViNSV2eXlCV003l7gn24x3Sb21xVrec3vLGRSTqZVsWuNPby2c0rc96eY4Tnex8qbxqS+3kJ/zqyctY3kSaI2x5gzs3Wt7gzM4F2pv1NdCUVy/T9y0T53IZfeKoWDMwSUIm+ZNb2X+/w13VLG6EJxSDk+Ti0ZUzHsv8WrK6SZy3c0w6MX4hf6ZnPbfXc9YPEQAA4DKFMR0AAAAX3q5eUun5v7RefP5/aj2PJ5Y1sB09dHeftKbFXdpALoGDQ+yxQ/QL17Bq/xmN5+sXsesX8f++uB+5R7zkj2+qtOcvwImC5vRBRlN8gUU8vAEvXqoKvW0p2zdQ3sZDLqVTpxtLkUX15EJ5i8/t0vwQAQAALjZkEwAAABfeyz3TbcW5VWf3PmgKE9IjFl7qogtr3e9uo0dGRDfGxiD7/Ga3yke3nSA/f0W6fbl78xKxWccoeeIIrQ2wWJreuZK1REjRYneXO2Xwdz+5wa0Pkvv30WyJ/OENrq6e3UZ9roMcHpF+5zrX1M5466mj5MED4ryrW9zPXkkukok0+/ft0lBCnPpPb3UbguQdSuann2fUK757jdNvxTJEouxDq5h4wpdQMje9EPGxkQT92W7aExf3+1e3u31x8uhh2hYln7pCXPbTx8ixURLQiUvoh1e5/pM5y8AkeaaDTmQI32jLPLZhzjmeW9Fm9+2jfRN0KkdyFr1jObtpCXvtD9Fx2UMH6NFRGvYwTabLm9x1reIgsTT51gt0PC2Wf22ju62LDidEkvKh1W7AQK4BAAAzD2M6AAAALjzeFKzwGWdnE15teoG3RRWZfuYKZqpim6CH8WCCiDoRbGHNyWBijH3zOXrlXHbXOhL2km9upakC4wHErUun+/Cn8mJ4yIkYHUnSTLHcyKSnz3jPHnrvPqk+wM4KJrgbF5OI58LXvDhLlZ9unn/BzmLZ7JGD4k8XU2EfWHnGYQ8MkV/uFW9NZi9pS/vEONk7KM67qoktaxAVOtfPmb6wIyPksSMiDuieEGseO0R4avCJdeTTGxnPLHj0UNns8DD5+jM0ZLLfv96dzJIf75R4GvXa5/bEEWl7l/RrV7l//X6XJxGlcm2L1/4Q794lPdMh3bjY/a0tJOJlP9oh7+4V66v9ZEPbyWuOkc9sdA2N8HjrySPneFz8Of/LM/TP76U8TAEAALg00G8CAADgwkvkp5t8+mv+pT21plKy0aPTTe3sqWOi98RExuHxxKFhevUCJjIGxn65h7dg+QfvPImgNT6Wt6QXj9P3LScSnT7+zl7ypZvdY6M0XSBRX3kVm35rVw+1ygnG1uNSe4372nkc1Av0V8Cf/1J+g3e1C/Q5yK4++vxx0WfkijnsxkWkJnD6LR4QPLifxsupxLOdokzD2lZyscVz5N49ZDRJ5tcwHkxcUZ4PhbzqY5/eCfJnt7gvnqBVPjHpBv8Rhz2Vn5HoBcN/3Dx4WlDDHj4oWQ5d0SSm+WivYgeG6GCCLKw7+7kNJ8SvxC9eoZ+5kt21hr1w4mRdj1f9EIcSbGev2K2pPIlJfbmXygMH6Kpmlx9cFmVBxF63LBVDYxqD4qp4pEXI2amtOmEAABAASURBVOERX8/TLr5wZJjcsOiiB1gAAAAE2QQAAMDFUO1jsYxo3VXmv3y1oj29wD/WrixsmsezCdFu3N5F379SfN7+uU1iPQ8vRkRVBcIboqZGkjm6sMZ1z2wqLmtgmkLPOX/kqhbWHCY/2y2O8NNdtCHkVvplXHB/+yHHc7Jfxs920e3dF+Us61vZ/NpzvzWvhvzl+9ijh8hjhyvxBF3betFb1FEP+fCayuK5q0Lw5y9JYqoR7pU+wgOIgs0eOyxe6irhP8pckUxkaGXghkf0naG/sp5tme/OrWavPVprVPxidIxLf/84+9haxvOF1+o6WYzTo0+fhYjfIto/SeZWn95MFj1rqFzOPgr2OY7Dc5+r2t2OUXrtQheVLAAA4NJANgEAAHDh1fpF+QMuXTj7rWxpeqH65Cf/ES9d3sAODtOXuunKRtYSoVK5PRg/OTxheaNofr/2821S7qt/tpNjOlSJtzBJxyjbN0h5RPL9l6Q/uF58fk7eo25bxibSbHe/VLTOfuv7L5G9/W+n/8af3eLWh8jbU+M7vVwZaZIvkZsXi8Di1PrOsekfVrJAaoOiE005fznHz2jLfHZinB0fp6kC/e42+sn17hVzz94mWZjesTJZCjv5+3LqV+61mHuOXypK6cfXkfLvG4IJAAC4RJBNAAAAXHj8c/tDI6Jd1zNBrz6zcMDg1PTClXNPt/02zePZhOhk8cMd5A9unP6w+tToj6FEJZs4B/m1Le6TYzoqx/7EBncoIcUydGCSPrCfnvyo/73pynayu580hM5ub39wJbttqUPOX23g7TfOXx0DaeXxFC6jw0ny6lKdnpPFRzrG6ILaNzqa7ZIvbHF/tlva2SsO+8ghesXcs28zYEz/RrHyd/fkvKJBgwAAALzLoRYmAADAhbemlSyqFU3Hcp+F021IvnxwWLQbb17iLqw93XZdVMebwWKztirmPzlvQo2feXWx8vlOmrfEQslmLxwn58VU6a9dyaRyZ4rnjksHBsl7SccY6xg7/dJfflxXvqZDQchDecrwNr7IBdIWnV546pgoI0LEhKPs8DCp9pFKJdSXu2n2ZBebvolzHOHpI7Rki/k+7lorIodEnrjs7GxiXs30msq4oXy5/wgPLOre8fQoAAAAFxuyCQAAgIviNza7G+e4jkvu2yc55Z7z2SL5ycu0aJFPrHNvX37GxpTSq9rFNpvaTzc4NYXevky8nMjSf3xcemA/+dEOurJcWsI52RX/1Gfjp5ROrrHs6aZ1c0SMCKgs/8cOqT8+vVw5CHPpyUOVP2w/eZyzXr7WqcIZ9qs24unJyZUnz8JOHZCRV185I699+Vqlk2c55wY/eVn65lbpF3tIJQDaP0TXtbg86Ll4iiefqsPOnVycus5XX3BrlZjmky/s7Zf++RnpkYPkicN0aQPRVfr+8oQj6SL9v8/Txw6Tbz9Pc+Uc6qznxt2/X5zxijnMUNj6Vlaph/rqH2JjiK5rFWfpionth5NiUtUPrxYVScSWzvQFV35elTqp9hv8gAEAAC4h+atf/SoBAACYTXLHH56KDU+kLHIxyRJd3iimeIyl6QsnyO5eemCIzqkiH1pFFjecY/taPzseI+9bfkaLtyVC6oMsXxLDOpJ5eucKMUul7bAH9tPhZLnByVhziPnKXS34en6EZ4/RZHmWkMkciXpJlY9nIuzA4Kntyc5eqWizkQTZMyA+orAc0l7NxlKUf6TPG96WQ/kZ0wXy6pdnffDOP/Pf2UsPDk1/wsHjg4AhmsEdo/TZTrELKU9uGvEyfnmPHJAqs5Z4NXEvDx+arv4oSaQ57D5xVDr1ck7VGXOd8ijn0BB5pmP6gIk8OTnPxWk+nXRNkBPj0v4Bftdig/ctn54v42LonyRPHKHluS3E4/XrxG+ccc2JHHvowPTzp4S1RpiqTL+7oolpEsnbpC8uru8TG5hefosnRwGDxbNsNEXjGXrjUrasgU5k2MOvem7816B/SnR7OTxMtndR/hB+daOY1+P5TvJK/+kfYsCkyxpYyaZ7B+jREVFv4q71ZHG9ODs/4KMHabo8y6wsieFCTx2llktzJdF3o+Ht1tS4sObWe83WLWq4nQAAwOwz3bEQAABg9og98sXuw7uODWYJALxr3Li6OrLly+bcmwkAAMw+qIUJAAAAAAAAADMJ2QQAAAAAAAAAzCRkEwAAAAAAAAAwk5BNAAAAAAAAAMBMQjYBAAAAAAAAADMJ2QQAAAAAAAAAzCRkEwAAAAAAAAAwk5BNAAAAAAAAAMBMQjYBAAAAAAAAADMJ2QQAAAAAAAAAzCRkEwAAAAAAAAAwk5BNAAAAAAAAAMBMQjYBAAAAAAAAADMJ2QQAAMDlZzTJdvVJTx2llZdzoiyeJUGTLKhl1y1gfpOSd6X+SfLjl8loSuLLf3qr2xB8qztmCmxPP330MM2VxK01hdxUgXo10hRmNywi9SEySzgu29pJe2LUJcRl7NYlpK2KAAAAvAdIBAAAAC43dUF65wpW7WOVl39wI/uDG5jlsKePSf/4pDSZZeQdGEmQZzrIxdASIdctJG+Dz6BbFpCVTdP39cFV5Cu3u7VBEdD8/RP02Ah597h4T4978ih9YL8U9bJVTezoiPRs50U/IwAAwKWBbAIAAOBypSunM4ioj/DWO5fI0+1db7/fhGWz/3iZuC65SDSZvG2a8upl+r5l4vZdRp84St4lLvbT2z8w/ZNd18p+51r34+vYxT4jAADApYFsAgAA4D0iZEwvxNJvM5vIFsm3X6CDicvjz4PgyaEro6l3xRiWS/D00gXxnVEiSXR+LWGMXkY/LwAAgDeAehMAAADvEYnC9ELYQ4oWu3u3tKdfNNo/ucGtD5L799FsifzhDa6u0v44u3+/VLBYdYB4VHLbMuY3aLrA/vEJKZEXuzx4QHrwALljObtpCePr73lFGkuRmgCRJXLtfNb6qhoH+wbIrh4aE9Uu2PuWkTkn33q5hzzXQU2N+HTSEGI3LmaydIEThGR+uttI1Cu+P9PB71G00jfOcd+/kvxiDz0+Tn5jk7ja17uFE+Pku9tEDYsqn3vLEvL8CTqeIg1B8ukr3MEEfeoojWfJqibywdWurtBYmnxvOx1KiLv4gxvcF4+TY2O0LUJuWcZaIuT1nt45H9GRYfLTXTRVEOf98vvYIwfpjh56yxK2eb6oIvHMUdo5TjMFvkwW1ZFblzFDJWNJ9r8em+5z8lyn1DXufuGa1z0jAADAZQdBOwAAwHtBIseeL1cfqAu4Ny4WAcStS6c7+qfylDfUT8ToSJJminQkQb7+jJQpsj++md21lr3UTf/1WcmyRTzx57dNt2zvXOF+/eMub+jy9f/8jLRvkH7hGvfzm1g8y/71OTqWmt7s0UP0e9ulK9vZpze4nWPSt57nLWrx1o5u8pOdUmsV+93r2bo295FDEo8G3vQW+Ln+5Rn65/fSp4+Rt7LxIwfFMU2FfWClOOn1C0nInB7lcfcuHhwQ3vgfTZM3uIV5NWRBTeXp0cEp8rkrRQrQE+c3RRM58rmrGKVkezd95pg4UbWfpx7TN/7MMbKskTUG2aER+t0XKU+Czvn0Xu8RLWng553e+JFD9JV+kVMMTImXP90pPXiQ8jjpv93E0xz2bCd98ohYXxuk/Jh+Xex1zQL3S7eQ1zsjAADA5QjZBAAAwGXvwQO8NS4FDXLLEvf3b2A+Q3yWLtHpfgo7e8lvX+v++ib3rrVu1EceP0JslzaGKOfRaNRLRlKUJxTnPDL/PH88TfkH/iGP2KAhSIo25c1pvjyVZU8dJbpMljSwhhDx6ixn0XiG2o5okBMxmwYp7yKWeQt/KPEmLefJLOEBCj/IkeE36WGxq4/+cAfNl9gVc0Qbfl7N9Hq5/HfN3gHR1+CLW9jty90VTewNboFTJHFVAYN8aDXjD6chNJ1uXLtQlPCo8Ylthqamj6+eLJZx/SKyuoXevkJsnMjTSv+U13q9R8Tfksq9SHgm4tdFZ5Y7lrNry+VC9g/yb/yAkiKTgCnW9E8RAACA9zyM6QAAALjs3bni1c3+s9vJyxqYptAVTdMvO8fFBh5t+qWhiu9HRuiWBefIDk7ExHfvyY31cuP80BBlzD02SnnG4TMZD0Ekmfy3G918iTZHCM8gEnnp1CkqxxenGJYaQ28UT9QEyFXtbscozwXc197Fq61vZfNrX/ddni/w5IUv8Ivhx3mDW6An4xtJYpVlpbxCPplBKOWFkn32Zft08b3x5NylPXF6Zfs5bu31HtEpLiPr5zBTpae6PPzqRra9myyuY4kc/xKPsWgRAACA9zxkEwAAAO9x1f7Ty7yZnS2KFq9MpxvDjPEFmrPOnRqkyuUM5JP9LCsb8fZ2wSLJvFhOF6ntuIpMq3z05C7TG0/vdfLAudKb9Jvg6cDH11V2eEeVKaq95C3egqmRt8IV13OOi+d37dFYrkRzxXPv+HqP6JSAQXgw8eo1yxrJ3Gr3qaO0ZEs+g5Ekfb2zAwAAvJdgTAcAAMB7nPyqf+01hXr1Mxq6jivaxoFyRwBKz24DB4wzXjrl902FmRqtNOwdlxwfP2Mb/8ld2Kt2EetNcmkoZ05T+ga3QN4xyxHfPa/z9F7vEb3qUs/e5eAQ+1+PSLE0+cgaV5Xf5Apfe0YAAIDLFLIJAACA2WV+uQpj0Z5+mS2J73PLJRte2xRurz5j41xJbDKvfITm8HTD+NljtNz5QlSdHJxidQFaqUlZ2St7sk/BvKqZaUi/wS28Q9kCzybE0drLt/bap/d6j+j1Dsjf/dFLcrpIVzeTU+NN3sC7YupUAACACwHZBAAAwOWqaE83Tm3nHM1dx51e6bpnrL95CVMk1h2nLmPJvJjMoi3Kri6XS1BlUpkJYiJDumKkP86unMuqfO54msYzYt+RpJgI845yeYu51XRdizh0x7j079voY4fJ/3tB8umi28KtS8UGPTFa2YW7dr7bEhUvT14Uv6rzTgdKJ/OF19vVdivvntFmf4NbKO9Svip3epfKgzz1xKzyGW3n7BM9fYyk82x3v1iOetnqlnM/vdd7RKTcmYKIATVnXCpPJYrlc209Tp46Oj06Jl9iHWPkjMs7uddrz0gAAAAuT/JXv/pVAgAAMJvkjj88FRueSF3GNQYnMmz7Cbp3cPozhnyJhrynB1OQclrxwH46nBSNWIex5tD05B1EjHGgi2pJb5zu6qU9cbqmhX1iHVHLRSD5Z/WNYTaRpmNpWuMnyxqpLFHe8J7K0p299OgoqfWTz2wkp+omLG1geYtmi/xokuWwu9aSav90EcqQyQ4OkcMjdDJLb1zEblgstp/MkocO0qmc2Mar8c3Ymw5bqOCnODREnumglX4KiTwJe8Q8Gq+27QTZ0y8eCE8oqn2k6mSVjTe4hZ4J8tQxWnIovwt+wbxl/+RhUb0yV6LVPhbLkhdP8ASHZkukPshqA2Ke0UPlOURuXOR+f4fET1cXcD+3iYWwTdanAAAQAElEQVQ95356r/eIumPsyaPivPzLb7BT1TFNTRQEiWdJexW5ZqG4xwND4rirmplfJ88dp4eGxQ3yzIJfbX2QnvOMl6+59V6zdYsabicAADD7TPcwBAAAmD1ij3yx+/CuY4NZAnA+Xuoid+8W6cCX3+e+usIoXBA3rq6ObPmyOfdmAgAAsw/m6QAAAAAAAACAmYR6EwAAAABvyam+pi66nQIAAFxQyCYAAAAA3txEhr3UPV3Q4bnO6cqaAAAAcEFgTAcAAADAm6vy0T+6ib2q8wQAAABcMMgmAAAAAAAAAGAmIZsAAAAAAAAAgJmEbAIAAAAAAAAAZhKyCQAAAAAAAACYScgmAAAAAAAAAGAmIZsAAAAAAAAAgJmEbAIAAAAAAAAAZhKyCQAAAAAAAACYScgmAAAAAAAAAGAmIZsAAAAAAAAAgJmEbAIAAOCd+ofHyWBC8uqsMUgGJknepnzl3Cq3aNGhpFj+01vdwUlyzx5atGlTyP3SLeRdLl1gjx+WXjghLv6aBe6HV5PLUa7Evv0C7Z6Q+PLnrnJXNZO3x3XZj3fSsRT9zBVubZASAAAAuNAkAgAAAO/Yx9e7f/MB97evY1WB6TWfvoL8ya3sL29zAwbjLzfMIXOi5HLhN+hH1riqzMhlaHsX6Z0QCx6N3r6cvHPDSbq7TxqYonsGZuAPp5LNfr6bXHozdV4AAJidkE0AAAC8U41hctVcItFzfKJeEyBb5k8vX15NfUqpdhl2rxxPk/v3nf5BaBfimTcE2ZoW1hRy17S45JK7bx9N5Gegs8ZMnRcAAGYnjOkAAAB4pza38wbw67bi1rayciqBZt5FN5Rg331RKogxNRcyBpIk+mtXVg54SX+IrssePEC3dUlLGy5pqjVT5wUAgNkM2QQAAMA71RJ9oyZrxEvOatN2jLEH9tFMkW6cS25Z6p7qcNExSp44QmsDLJamd65kLZGzD/XUUfLgAdHnkW/zXza7/ZP0P3ZKjstPwX5js+vT6Y93EJfQX9/smirtj7P790sFi1UHiEclty1jfkOc6JkOcv8+cZCNc9z3ryS/2EOPj5Pf2MRaq4hls4cPSoeGCWPkyvaz26X88h4+SGyXDiWoRNnX7mLv5PImMuyePTRs8gVy5Vy2ppW88bWdc/uznuq3npf45fHlrz0tDvJ717vqyR6itkPu3kn2D9HmMLljxRnP9ulj5NgoCeji2j68yvWbZ/ywSjb78cvSvkGx8qNr3Kvnk6Mj7HvbpUrpkCvmkB09NJUn69vYnSsYTzGeOMKfkjirLpPfuNpZUEtPjJMfvESbI+TzVzFFPveNFG123z7aN0GnciRn0TuWs5uWsG+9IB0dFec9PEx//2d0UR27aTH77jaaK9Eqn3vLEvL8CTqeIg1B8ukr3MEEfeoojWfJqibywdWurkzfxTlPd+oir2oXz+vYKOUXdsNCdsVc8e5rz/vFaxBSAADAxYUxHQAAAJdUMk+PDksb2kgiTx87TPf2nwwmxtg3n6O89XjXOhL2km9upanC2Q3CGxeTtqhY6bqkyk95O3NBjXjJG971QRI0SW2QfHID4y3/kQT5+jNSpsj++GZ211r2Ujf912clHj3wja9fSEJm+SCM3r2LHBsjqQIdTYvj//wV6dlOuqSB/cktbr5EssXTrfRsgfBWcbWP/Mkt7Hevc2WJn/TtX146z772lMQbzB9fz9a2sh/skHiD/w2u7fW2f7WFtZQ3/ivLf3iD+/WPu+3Vp9/d3k3aa0iNnz9n+uOXT69/7BB56AD9xDry6Y2sL07+ffvZfxppCr19+RnnWlxP51SJhbG0aNLftY6li/SZDmn/oFh58xIyv3zXksTmVokHOK+GVPkYjw/4xq93I08ckbZ3Sb92lfvX73dXt7il8rP9wjWsLSIWljYwfjs8IOCHWlAjzpLI0cEp8rkrmaGSnjj93naayJHPXcV4zLW9mz5zbPouXu90Ny5miiQWDgxS/qu4eR4ZS9Gf7JJ4yHLO8xIAAICLDNkEAADAJaUp5AOr3GsWEkMRTb7hhFjJGPvlHv6PMq207Wt8LG/RF4+fozvGxjlig1iGf8YuXhZt8Z034LvGxcaM0HI3DfL4EdHBoTFEOY9Go14ykqI8oagcRC7/+793gNy6jH1xC7t9ubuiicUzZGev2GBVE9NVevsKZiqnG6XjGX4uun+IvtwjGts3L2Elm7yDy+O5CW0pN4Bry9VDnz7ZnD7ntb3B9m/R+layvo2sbBLLoympaIlDTWbJU8do2EOiPlFfozbAuidox9jZ+762UIhabthX+chV7TyOmf5R8sNW3r1uoXjJf4J7BsTLWJq0RERhzje48eGEWPOLVyh/Ynet4cHB690HqWQKAYN8aDXjl90Qmo5yrl0o7qLGJ7YZmpre+PVOJ1Fa6VGysom1VZH26uk6GiMpxBAAADAzMKYDAADgkjJV/uG2aKbKMiE2scqtwmReZAd84YUT1NRIMkcX1rjuudqJq1vIPXsYzx14u5dR/ok3G08T3v7kqYEis0orlOssZwEebXov/uk6d2SEbllw+qC8WcvDC77QLAY40H390+sDpvjOm69S+Qor6oJMl0nRoT/ZSY+Nso+tdSuN7bd3ecfHRQGOY6M0WRAZB79ZRTnjaGdd25tu/6bM8qOQ6XThD8shukp6JvgCLdjsscPiXb6GHzlXfKvHLB+tvFB+UAVr+uWSehb1sniWvnCcbmhjL3WTq+dNn/f1bqQ1yn86pGNc+vvH+bNltyx9k1NL0vRvUeUxiAsoU8oLJfutPufK9rI0vbJooyoKAADMDGQTAAAAM8kpZxO8HVt5ubxR9Ep4g1KOPGXgH/6/0k/2DlBZYrct5R/1kxdP0L39/MN8cvNS0RblTdNsUXwsfqrxzJhYn7POOGy194wjJwvTC9K52qemSu9a79y9S+KN+T39dCwp/d4NrBJ5nO/l8YsZT4vLawyzm5ec2vV1r+2tbH++XCZucrL82PMlcvNiUSqCvDOnLoinBpvns/v30f5JemKcJXK0yl/e4PVvZMt8xrc8Pk5TBfrdbfST691K6Ye3xxU5CHsbz82dgXlIAAAABIzpAAAAmHn6yQ8LhhJvvvGaFtG8TOZpvkRVha5uFiszRTHjI08QSLlEglc/ownqlCtEBvQzjqPIZ7w0T15DpZzkWXjesbSBfGEL85ePPJScHrDwNi6PN90r9zs09bpxwKuv7a1sf3JTcl4qM4zynGI4SS6sK9qmR4L8eCdd1TL9s3iDG7Fd/mzdDW3TWz5y6OQG7yAwOY/ndo6dCQAAwKWEbAIAAGDm1fhZJU14vpPmy70beBbwwvFzb7yobnrjZY3ie3u1GEFAROXC0596V8oxFk+OyMiWxPe5NW90Da3R6YXBSfGdf+ruOpUF8T1TJFs7pHk15M9udRuCYlUq9/Yvb265SuW+QTJ4sjLCU0fIG3iL20v0/DpTtJ285aeO0XLXEjKWYoeHyTvn1UWFC1LuibDsVTNxvt6NPH2ElmzyqSvYXWvFU0rkeWJSLqj5zjKC833Op5x1Xtsh33iW/vkv6dPHCAAAwMWAbAIAAOBCsk4O9bdfUy7CKvdHcNh0s69SS9Ipt//FZBDLxPYTWfqPj0sP7Cc/2kErhRtfS5Hpmhbi09niOrEL/3h8dYuYdmFpw+ltbl4i1nTHKW/iJvOiGmVblF3dfuraxHeXndEAbasiKxrFGy+cIDwfeeQgLZavbXCKOi4zFDFF6FiS+Qy6tkXUnljexN725d2ymOmifiTlLd5f7CE/fpk2n4wJznltb7D9qwU903uNpclLXeIurJN9QCqjFSz3jLO0VpHVLWJpb7/0z89IjxwkTxymr77O6X1PXsypH2nlsPbJo1V+lLZzxl5b5outN88jp+aIfeMbuX+/2OyKOfxRs/WtrLJX0FPuhJITZTv29leunJZvZ/qYlclSTo3FsM68ktc7HQ9iSpVbcM7Y3nFPPckzzjuVI8fHxdylR4bRoQIAAC4K+atf/SoBAACYTXLHH56KDU+kLHJBTaTZ3gH6cu907p+3SNAgIc/0ux1jbOsxyhuWeYs2hdjxcXJwSGyZLpJ51WJ+zZYIqQ+yfEkM60jm6Z0rSH3odc9lqOJj/mWN0w1FHgSkC3R92+kNAgZdVEt643RXL+2J87CAfWIdUct1ELedIHv6xal507raRyqlECpWlHs6dE/Q54/Tda2iPOfcqJi30lAov5HHDkuv9NHOUXJwmH5krbuojr7ty+NHW1xP8iU2kaaDU9LGuWx1C3mDa3u97c/iN4hfZ2Mp3pamq5pJyCQPHZBGy0VGeXzQGhUzhvKYhohG+HRWsqKJaRLJ26QvLsKAT2zgjfkz7qtki8oRw0mxUpLI3CrWP0UqP8pciTSG2IlxWvlRZoukvfyjPHUx3TFy5wqmKW9+490T5Lnj0uFhsr2LRn3kVzcyHvHw9c1hMZnIeJry0OHahYz/QJ86RkuO+C0KmaJnxZOHK1dCq30slhWlPXiSki2J36XaAH290z19TBTIJOUONYtq2TMd0kj5BvkdLannF0zPOq9Pp/zu+Ndty1x+WHJxzK33mq1b1HA7AQCA2We6ByMAAMDsEXvki92Hdx0bzBIAeNe4cXV1ZMuXzbk3EwAAmH0wTwcAAAAAAAAAzCRkEwAAAAAAAAAwk5BNAAAAAAAAAMBMQjYBAAAAAAAAADMJ2QQAAAAAAAAAzCRkEwAAAAAAAAAwk5BNAAAAAAAAAMBMQjYBAAAAAAAAADMJ2QQAAAAAAAAAzCRkEwAAAAAAAAAwk5BNAAAAAAAAAMBMQjYBAAAAAAAAADMJ2QQAAAAAAAAAzCRkEwAAAAAAAAAwk5BNAAAAXDD7Bsj3tkuEsOYwYYwNJvgyCZmsykeGpkjepqtb3LvWsm+/QLsnxFufu8pd1Uzeub4J8vhReniYvvqYWzvICyfIB1aSFU3kMtIxRu55ha5pIbctY+Rt6YuzH7wkxbPiafzPDzg+g5LZIVNgf3m/zBeqvCzsJcfHxY2rMpsbZSMpmipQv87+5oPsnj30hePirWsWuB9eTQAAAN4NJAIAAAAXTnOY/Y8PuH98M7tl2fSaRXXsd69n/+tD7g2LXP7So9Hbl5MLq7WK3LjYPWvlE0fpREaqtEIvI9tP0PE0fewwddzzyCZKNvv57unl1ijdOPdt5hrv3PYu0jtBZoqusD++yf3KHezzm6Z/H4Im+6/Xkf/xgdNrPrzalfEHIAAAvMvgnyYAAIAL6balLHCuD+olid66lBniU22iyRe+5azJZ5/0xkUk6mVbFrjksnJVO+Mf+/NnJUvnkarct48m8qe3V2QyI8bT5P59MxkGbZ7HmiPnfmtlE1lYK37xJEo1acayGwAAgHPCmA4AAIALptZPIl7e6jt361RTKG94v967F9z1i9j1i8glO92FsrCO8I/93/r2rssePEC3dUlLG2a4vT2UEOyYXQAAEABJREFUYN99USrY/IHPzJWoMlnf+kYbXLOAXXa/DwAAMEsgmwAAALhg6kPkjdt+LdEz3rUdcvdOsn+INofJHStYy8lPvIs2++VeWrRprkiaI+y2ZefuRDCRZg8fkjrGSNRLVjSe8dZTR8mDB0TvyNUt7mevFGuyRfLQQZIpkN445duvbmbXLJzeeDLLnjkm9cZJQ4i80kdsV5wr6mV/eot7925pT794+ckNbn1QdArIlsgf3uDqKh1JkEcPUx4NdE3Q1ii7Zj5bXC+2PDFOvruN5kq0yufesoQ8f4KOp0hDkHz6CncwQZ86SuNZsqqJfHC1qytn39SxEfKDHWLfSmUEvqZjlDx8UFzSUIJKlH3trrOb/d96QTo6Ko5zeJj+/s/oojr2xWtObzOZoz/aQfsnCU8uPrSaePWTjy4jyi6ETTqRIVfOZWte06QvWuwN7p1f1RNHaG2AxdL0zpXiB9cxxr71vFR5dF97Wjz537vePThIn+0Ua25Z4vKc6LvbSOeYeOsLWxz+rI4Mk5/uEmUg+IP68vvYIwfpjh56yxLG05lvvSAGtvAtf22ju62LDifIonryodVu4A1rZ/ALK/8Gvq6zfv1IuSjJ88eprpCbFp/xEJ4+Ro6NkoBOXEI/vMr1m0g0AADg4sKYDgAAgBmzvZu015AaP2/Z0h+/fHr9d17gSQH9zBXux9a5Tx6VHjl0jn+vbYd960XReL5rLfsvm93j42e8e+NiEvGcbqLzsOOfnyE9Mfr5TeyPbnJ74vTefdLh4enjfPdF+sIJypvon9zA+I7culb3r+5gvK1769LpISGpPP3FHnoiRkeSNFPkSQH7p6epT2e/cTX52Bp2dET67jaJxx/cvBqyoEYsJHJ0cIp87kpmqISf8XvbaSJHPncVo5TfOOVpyGtvirfAl9SfvuxsQcQc1T7yJ7ew371OVEngV3vWLl+4hrVFxEqePnz94+6rgwnuheN0fRuTJLKrT+IZR0U6z772lMSDiY+vZ2tb2Q92SEdHzj7sG9w7jyG++Zx4XHetI2Ev+eZWni+whbX081dNH4TnF/xK2qvJLctOD6jhD+H6hWecZUkDf1DTax45RF/pFznFwBSp9pMNbdPbnIiRz2x0DY3wH/STRy5wQHBslPLr49cwnKQ/eplOZqfXP3aIPHSAfmId+fRG1hcn/74dfy4CAMBFh39sAAAAZsz6VrK+TRQC4EZTEv+sni/s7Sed46InhSTxT9SpKjP+4bZln9145o3VsZR4d0UT4x9r3/6aWS3UV3WOHEuK44+kRA+CkEfsxVfy4KD8nVbmE6nyi5V1AdGc3t0n5UrTtQkqR9jZS377WvfXN7l3rXWjPhGmFGz6Sp94l7fPOcsRH+9XKOVyBgGDf9TP+MYNIfHSZfTahYS/rPGJbYamzv1MXl04YzzDUxW6f4i+3CMij5uXsJJNzgvfZV0bmRMtnzExfeTHj0g8YmgpJxq1AbHm6XMFJee894iX/XIP35i2RcXuNT6Wt+iLr1NwVDuz7IXyms4vUnkND3H8ukg07ljOrl0g1ssnK5LcslT8vBqDYpknI+SCao3wuIRc2T790xlJipU8oXjqGA17xE+KUtE3pHuCxzEEAADgosKYDgAAgBljauK7TKerAFgO/7ieVHpAjKTIY4fFAv/4nblsMjfdij6lMkMkb/9XmtDyG1Z/bIqQD6xyeydofVBMsemUhx4ULPGWzzgZajCxkpW/+3XR2eHVljUwTaGnpiO9oo23qF1VFlOl9sWn28zFM4MDSWK0fG2VoRunrrBSqLJkv3lRhrog02VSdOhPdtJjo+xja12Pdn7tc1MVz7YyLcWpPhfHx8XKY6M0WRBhx8IaV1He6LCvvvdEjv9oxMYvnKD8x5fMUb77+cwocg589/VzmKnSm5acfaDK70bl+gvnmcu8KVMTpzs1XIj/+nE9EyJmKtis8uvHfyH5DeaKBAAA4KJCNgEAAPBu4ZZzgXhWfPeo5NalldWV9urZjedk7nSr9U3x/IJ/Qj7R4P5kF51XxZujxHVIpUVd5aNXzGEv99AT46IO5fEY4XHAx9e7p3oNVFT7zzigVycfXk2Oj4nKCHyv6esn53Oz5M1rRvLm+l3rnbt3Sby1LPqJJKXfu+Hs0OStKycyPEth42nx1BrD7OYlp958oyt59b1Xfjrc8kbRleOClL3kARO/0zfdjLkX4FxvwC3//CbLN5gvkZsXM0k6vyQIAADgbcOYDgAAgHcXo/zBwUiSt6XfqC1qlnsQ2G85D3j8MPlfj8mtEbJ5/tlvfXIDu22pu2+Q/mQnSefpb17tLm88u1F6VghSstn3t5NvbBUTo7ZFyEXCz7K0gXxhC/Pr4lEMJemegXNtdz4taEpF6UdxtKm3utur710/+bHOUOK1hz57xVts2ivyxQ0dzktlglsekw0nCQAAwCWDbAIAAODdpblcByFVoNu7ppu2r/Txl+ycm/FPuZN58fJUkMHYORq6J8bJI4ckxyVrW85xxgODZN8A/ZOb3U9uIL9xNZtfS97U1k66d0CqD5DW6EX8aD1TJFs7pHk15M9udRuC5ceSO8dm5/vp/txq8X3f4HTFDe6pI2913xo/85aDkuc7ab5cH4QHKC8cr1zG2U+e5yAe9fTKC9Xv4Zd7yJ/dS3k2dDG0RacXnjpGK79LYylWKZsKAABw8SCbAAAAuCisk9UBbOc1b7nTjelKL3rrZN+HSieIq9pZlU8s3bNH+t42ev8+EUC8dvLIq+ayqFc0Hbd2iPlBnzwy/W/6wMnuAJW0gpXPNXmySf+LvWJ6yEp1hUSO9sfFNo8cpJoiJrN4rVORh3tmB43JjPg+kiK/3EsOnmy4DifIeLpyI7S8y8krYWccofJkXvtYpk9Ubg9XtjUUMRnqWJL5DLq2RdSeWN50jvZ9sDwjSTLH+Nn39pfP6Jw6dbmQh3v6MrhbFjNdESNivvEs/cUe8uOXaXOUvMV715TpsqMTWfqPj0sP7Cc/2kEr1UyDnumTjqXJS12kklw0lCf1HEvRdJ49d7Jk5qneLk55oVLj44xTO2dsWbn+U3sdHOaxiMiGXjtrySml079+Zx+cJw6l8o+m8iM49YOoFABprRLzzhJRk1X652ekRw6SJw7TpQ0EAADgopK/+tWvEgAAgNkkd/zhqdjwRMoiF4frsuPj5NkOOpUrz8KQJzxE8GpULxdK4B+zP3RAGi3XU+QNyNaomLIxVRAveWOYNwJVma5vZZYjeg30xEX1yjtWupSe3cJUFbq6WaQSr/TRIyN0XRuLZ8iiWlYTICGT7eyhr/SLsIEfp72a8bPE0qJxu6SeXLdA7NU7SWVKrprHDJU+foSOp6XHj0iPHabPdZBjY3RoirRGxGSfD+ynw+XpIRzGmkMiI6icPWiKJMJvkJXNbMt8cmSUpvLUb7CNc0RpTP6Re8kR7Wd+JbzB++RhytOKXIlW+1gsS148QV1GsyVSH2S1gTPuq3OMPX1MKtrUcviNM37vjx2W+A12jooG+UfWuovqztFHojksZpcYT1Oeely7kMWz5NGDNF0sl+GUmCbzgIPyPChbojV+xsOCkIcsrif5EptI08EpaeNctvo13Ul4s//17r0lIq48XxLDOpJ5eucKUl8OIPjT8OtsLEX4z31VM6nxi+35Y4yl6eEROp6iG+awfQPlag4WWVrPBibJk0fFg+Jf/NE1nxwaM5Fhp65flsQoksr150qkWkx6Iqb/GJwiNyxm82vP3WOEH/n547R/slzx1BbBk1c9ff1PHxN1QMuXwfgvzNMdUmUGkIIlJnAtV/1kmkTyNuE/Sv7GJzbwKOdSFJ6YW+81W7eo4XYCAACzDz1nz08AAID3sNgjX+w+vOvYYJZAGf+Q/+7d9Kx6CSub2Oc34Y8EuHRuXF0d2fJlc+7NBAAAZh/M0wEAADCrpQps74C0vIGsbXUUmfCP6+NpsquPjqYIAAAAwKWBbAIAAGBWi2doxxj97JXu6pbpfhMlm50YpxvnotMEAAAAXCLIJgAAAGa1OVXkY2vcl7rIti4qS6TOzxihty1ni+oIAAAAwKWBbAIAAGC22zxffBGCjhIAAAAwM5BNAAAAAAAAAMBMQjYBAAAAAAAAADMJ2QQAAAAAAAAAzCRkEwAAAAAAAAAwk5BNAAAAAAAAAMBMQjYBAAAAAAAAADMJ2QQAAAAAAAAAzCRkEwAAAAAAAAAwk5BNAAAAAAAAAMBMQjYBAAAAAAAAADMJ2QQAAABcapNZ8oPtNGCyX93IVIWS85crsW+/QLsnJL78uavcVc3kcuG4bGsn7YlRlxCXsVuXkLYqAgAAMMtJBAAAAODSOjhIeifpgSGpO35e+5HtXaR3Qix4NHr7cnI5evIofWC/FPWyVU3s6Ij0bCcBAAAA9JsAAACAS215E9nVz0IGmxs9j73G0+T+ffSL17DKS01m5DK0f2C6n8i6Vhb2uI1hfhdvp+cIAADAewmyCQAAALjUIl7yxzdVkoW32iwfSrDvvigVbL79ZRlJnJIuiO+MEkmi82sJggkAAACCbAIAAGAWKlrsJzulfYOiVXzXOncyS/b00bCXXT2PrG6Z3iZbJA8dJJkC6Y3TqJesbmbXLJx+q2SLigmHhkmtn3aMkWR+unX95fe51X5StNkv99KiTXNF0hxhty1jsnRG83sizf59uzSUECv/9Fa3ISh2uW8f7ZugUzmSs+gdy9lNS84IIDrG2Leel2xX7PK1p8WI1N+73lVPjky1HXL3TrJ/iDaHyR0rWEvk9I5PHyPHRklAJy6hH17l+k16Xs/hyDD56S6aKtAqn/vl97FHDtIdPfSWJWzzfFE24qED9OgoDXuYJtPlTe661tMHf7mHPNdBTY34dNIQYjcuFg9hLMn+12NyZYPnOqWucfdLtxAAAAAgqDcBAAAwC+kqvXmpW1nefoLUBsjietYVk77/Eh2YFCt5WPDPz5CeGP38JvZHN7k9cXrvPunw8PTu9++nDx+Uol76qSvYp64Qx6kPsr/7sMODCe47L0g8zvjMFe7H1rlPHpUeOXT2HxtVfrp5/hnRwxNHpO1d0q9d5f71+93VLW7JObtnxMJa+vmrplf+4Q3u1z/utleffnd7N2mvITV+HmHQH798ev1jhwiPDz6xjnx6I+uLEx6InO9zWNJAFtRMn/eRQ/SVfpFTDEyJl3fvkp7pkG5c7P7WFhLxsh/tkHf3Th92RzfhkUdrFfvd69m6Npc/gXteEaeuDVJ+5X5dHPCaBQgmAAAATkM2AQAAMBvxj/orC6ubyYY28pE1zKOJwgfPlUszjiXJaEoaSdH+SRLyULVc2WGw3CZnjO3qEX8/1JSTiIaA+D6SpCfGxcLeftI5LvovSBKt8okdt3YQyz47a9DO/ANkOCE2+MUrtGiTu9Yw5Tz/PFnfSta3kZVNYplfdtESR5vMkqeO0bCHRH2EUlobYN0TopfHeT0HTsa8tEsAABAASURBVCp3+kjkqF8Xscgdy9m1C8QAk529Yn1TSGxTHxTfHzhAbYfZDnn00Om3GoJieXs3HUpc3kNRAAAALipkEwAAALOaVxffZYk2lBvYvAHPvzdFyAdWuSubGG9198WZU+5bULDEd97O95Y/+XeZ+M5OlkuIeMX34+WEYiRFHjssvtqrSXsVm8y9yTW0litidoxLf/+4dCJGb1lKzouplW+BTjf+LUd875ngC7RgT1+JrpKFNW6uSM7rOZziMrJ+DvOb9KYlrD5Eusan3/WU9+IH55J5EeWMpVmiPMjFU74qQ50+wpFh/NEFAADwulBvAgAAAIRK4zxbbr1LlF6/kEw0uD/ZRedV8RY7cR3RPq+4eQn7+Su88U9d1z1ebqXfvNhtDImFeLbcLFfJrdP5wlsqeLllPjsxzvihUgX63W30k+vdK+aSt81l4nST5SvJl/i1MUk6j3qTr34OpwQMYqqnD5IsTC8r5f9mJ59MtkSK9vSyXMkiTr6VK6HfBAAAwOtChA8AAACCXe4cUWmZc48fJv/rMbk1QjbPP3vLK9vJb21hsTT56S5pVy/9xDr39hXTbxnlTz1GkqJUJDmfU39hi7uh7XRlh3NsdJ7TWVRmGOU5xXDyvPY7+zlUKGfOVxowpl9Wuo240zUrSNAgfoOcfEs4VTrDbxIAAAB4PcgmAAAAQEjmRDN6Xrn044lxHhBIjkvWtpxjy4kM+48d9Hevdz91BfvCNYxHFac0R8TuqQLd3jWdJbzSx1++SU7x9BFasgk/2l1rRSs/kZ8eMPJqEj2/fgdt0emFp45RVj7aWIqdKuf5Bl79HF7PqXcrvSTy5dEuPLCoC5K6AA2Z7NRbp/pfzKs69wF/uYf82b30+9sJAADAbIZsAgAAYFbb0UNHEqK442BC4u3/LeVeEqcqRPxir5iGszJyIZGj/XHRwH62Q9RxOFVF8tWuamdVPpEv3LNH+t42ev8+MbYiYJy95aneBO7J7hX37xfbXDGHGQpb38okevYuQc/0mrE0eamLxwHMcunJg4jv1snOC5WOD61VZHWLWNrbL/3zM9IjB8kTh+nSBnJez0FcavlojJ1xPY0huq5VvNEVEy+HkyI6+fBqpilUkcmtS8VN9cTELiPlXhvXzndbovTV9+6ePODBYZq36N4ByXYw6AMAAGYv1JsAAACY1VY28RyBnohJXp19bA1rCouVyxrYikZ3KEEbQ+Sa+SSVY1uP01iaBMoDE/Ilajn0Kw+I1rUs8YY6awiyTfNIS4R4NPpHN7JHD7uHh+m+QXrVXHLnSves8RgTGbb9xPSnI/sGaJWPaCrZelziuYDrUn4BH1vLXjuEoyFIPrbGfaaD7uqlty1jPBh5vnN6m529tDnC9vZPb8nDlI+tFQu/upE1Bd19Q7R7gkqUfPYq9w1GhpzzOXTHWMdYeZ6OPN3exa56VQ+RT25gfp0910kPDDJNJr9/AzvVU6PckcR98QT51gvUUMhnrnDXtYn1RYu92EVzJXHAg4OiSujqFnrTYvbYYbJpHlPk8xy1AgAA8B4y3csRAABg9og98sXuw7uODWbJLMaDhr95RAQEn1jnvnpQxlvRN0H+34s0WzyjLc0b6n/9fleWLrMG9jt5DnBh3bi6OrLly+bcmwkAAMw+6DcBAAAA52dHD414yZ3L3bCHJAsknSd7BuhQgqYLJOQhAAAAAOcL2QQAAMBsdKrQg0vOD9/xlX66oY28updBIi9GdoQ8l9+ohLf9HAAAAOACQjYBAAAw6xQt9viRUxUfSH2Qza16q7GCJNHPb2Lbu+jXn6aKzCIeYqqUH+Gqdnbe83zOtHfyHAAAAOACQjYBAAAw6+gq/dUrGf86ueL8GuSL6vjXq+tVsbdxkHeDd/gcAAAA4EJBNgEAAAAAAAAAMwnZBAAAAAAAAADMJGQTAAAAAAAAADCTkE0AAAAAAAAAwExCNgEAAAAAAAAAMwnZBAAAAAAAAADMJIkAAADAu4ASbJY8VQQAAABg9kE2AQAA8K5AFd1oWE5kjQAAAADMMhjTAQAAMENkVfHVSkaAygZVVKp5iKTwhII5JQIAAAAwmyCbAAAAmBGS0bRW0n2E0FOr3NwkK2YIAAAAwCyDbAIAAOCSYoxo3pAenaPVzKNUYq5LnEIhMVSMdTuZsbd4kLEke+ggHU3RqI9VeWlblI2myB0ryHvDzh5yzx5atGlTyP3SLeSdSBfYk0dpvkSHE6whRO9c6QYMSi5P42myu5c8fmR6QO66FvemJawuKG7n2Ch5/DDpnpD4E7thEVnTSt6GwSny9DHq1UnnGFnRyNpr2L17pDUt5LZljAAAAFxkyCYAAAAunWDj0ua1H/VWtzmyWaL8X2GqSUSjrp1LTnTv6N32A9ex3vQgqQL7p6eljXPZr13pKjIdS7rff0mKZXg28a5uQ/50J/mVDa/7bslm9+2jd60TyxvmkFf6yLG3GtS8kR+9RDvGpV/f5MoSeambNofplgXkMlXjJ+9bTl7uYYm8yCNuX8Ei3umcZUEte66Tzqtmv7GZmdrbCV/SefZvz0npIv3bDzrHRqQnj0r9k+54mj52mNy8hD+9yzXQAQCAywWyCQAAgEtB0b2tV3yqatGN8eHB488/Pzk6bERqHMeJnzjsj9Y2tC9sWbLxil+/7tADf50e7XzjQ23toDmLrmxiPJjgL2uD9AvXsH984l3detzTR17pp7+y4XXTEx5MlJvc0xuoMnv1aJe3h4c4HeNyZfn9K9i6Vndu9QU47MzSVULyYkGbvjNiO+ynO6lHJZ+/ylWVt3l3J2KUBxOV5S9c4xYski3SeIatayMIJgAA4BJANgEAAHApNKy8w9t8xXN3/3tQd/hn+DVe6vG5xAyGrJqx8clkz779fYd9zUsXXfuFIw//nWPl7UL69Q41NCXaio8dIb+5mVXajUGTrGlhtkMUmbwLvdJHfrrrddu3rssePEC3dUlLGy5wv4904eQpGPHodF4NudyDidfKW+zft9H2anLrUvJO7i5TnF7gz6rKN32cr9yB0RwAAHCJIJsAAAC4FPy181988L6wXPCYnmOdA8lUNhIaa2isSSZTlu3k80XLyh0+eN+SK/5hzee+RymxUyOdT38z0b/ntYeK+BgZo0dHpG9uZTcvdRfUEErpDYuZJAoR0Pv20mc7RdvyliXu9YvId7eRzjHxxhe2OIvr6VNHyIMHxcsNbWx+Ldt6jLqErGpmtyxh/CCxNPnedjqUELv/wQ3ui8fJsTHaFiG3LGMtkemzpwvsnleksRSpCfBP1Mm181lrlVh/ZFgEEKkCrfK5X34fe+Qg3dFD+WH5J/CVM3K//zMqUfa1u85o8X7rBenoqDjj4WHKN1hUx754zekNOsbYA/topkg3ziW3LHUlOt1snsiwe/bQsEknMuTKuey1FRa2d5Gf7Z6Oar63Xbpmgfvh1WK5P87u3y8VLFYdIB5VFFPwlytQPNNB7t8nrnPjHPf9K8kv9tDj4+Q3Nom7642TrR0kkaM8A9o3OH0B/AF+6gpxnR2j5IkjtDbAYml658rTD+rVHJc9dIDy2wx7mCbT5U3uulZxHP7Av/UCHU+L5V/b6G7rosMJsqiefGj1W6qLMZVl398u3bjEXd54jo1f705f60cvkd390z+jv7xf/txVrqGQH+yguRL16+xvPoiEAgAALjqJAAAAwMXnOtacJcsPH+3bvff4eCzh8xq8lZ1MJFVZDvrNsfGp0bHJOctXE+pse+4nzz33swMpZ8ENv60Y/tce6oq26YUTMfrNrfL/eUo6PkZ4U7bSbr9lmXtqS0Ml1y88o2F54xLi1cWarhhvbJONcxlv2z96SHruuNi32s9b5tPbP3OMLGtkjUF2aIR+90VatMR6y2b//IzE2+dfuMb9/CYWz7J/fY6OpcRbSxrIgprpfR85RF/pFznFwJQ44w2LxCWpMvv6x92zggkiRhCwtohYubRBbPDqYCKZp0eHpQ1tJJGnjx2me/unm9bpPPvaUxIPJj6+nq1tZT/YIR0dOfuwV7WTP711+lHwxnYlmBhJkK8/I2WK7I9vZnetZS910399VuI3xd+6fiEJmWLBZfTuXaLaBb/+0TSZSLNvbqV7B6SPr2Of28Tml+/x4+vd6WBijH3zOcrDkbvWkbCX8C1ThXO05O/eJT3TId242P2tLSTiZT/aIe/uJZUHzu/u5E+TfGaja2hkTz998sibBxOjKfpPT0vjadIQPMfGb3Cnr/WZK8lH10w/q//5AWdVs8hHltQjkgAAgEsH2QQAAMCl4BSz66676bbP/44nXKvonniiMDiS6OwaPdI5fKxr3JbNK9//8Tt//b+S/KRy+D+VvT/I9e12jJCk6K89VFsV+fwm11Snm479k/QbW6VHDk6/q505rEN5TbEAo9xpkn/Of/MSsmUBWVQrXj7XOb2ZenL36xeR1S309nJ9TR4N7CnnAjt6xIf8QZOFPOJlQ5AUbcqTiMouUvlciRz/sJ384Q3uHcvZte+s8KSmkA+scq9ZyK9ZXMZwYnr940d4q5u2lBON2oBY8/Sxt/QnzeNHiO3SxhDlPBqNeslIivJ2e+VduXyMvQPk1mXsi1vY7cvdFU2MBzH8Hvn6moA4XX1QfH+pS6xhjP1yD99HzJMiNvCxvEVfPH72Ax9KsJ29YmVTiJSPIL4/cIDajthLlqd/jrcsJfypNpbfHUm+eTbxox2iQkfOot9/iR/q/O70rdBklJkAAIBLB2M6AAAALgWnkIpGo0vXXdG8YHE2mcimkqVigTmurCqmzx+MVimqxjez7ZJes1CJzmtcdo2Un3Tt4jmPtrKJNIbcRw5Kr5zsSsCb6/VBh6cJb+1yiE+fLjxZH2IHh+lklk5k3FOFBsobiO+NoemXPXF6ZTvjn+1zXm16pV4OMg4NUcZcenK0hcvI+jnMVOlNS97pB+88f6kcVuYnsol1skfI8XFR0vLYKE0WWMkmC2tc5a3VgOwcF5t5Tl6/oYrvR0bolgWnL7UhxHiTni80i9EZ9NTNMjZ9d1zEK/4rmRcNfr7wwglqaiSZo/xK3NfcdNf49LV5yo9UL580maf9k2Ru9enNZCpuqpKPFGzypv7rNe53t0tjKX4c+uB+9qE1532nAAAA7x7IJgAAAC6FYi7Jv6uqKkmSPxzhX+fczKxd2P7+vzFlpjn5zqd/cM6KmHv7yeoWUbDwV69kNyx2nzlKK8UC9g9Svv58eU/2zMgW+THPfleR+afuLFeiuXJIkirPXimf7KNQaebyz+cLFjFPNoMDBs8ULspH7k45m2CMjafFFTSGRdcPcsa1vJGSzbJFsWM5BZg+FI8DctYZ+1Z7z9hrVTN7/jgbTtITMdpexXonaJWX3b5MvBXPTt/m8kZSLrR57mtIFqY3q+Qn7ORW2RJ5Pcx989vh6dKvbnS/9pTEn//W49K8WudU1Yk3uNOizf76oTP6mHzhardt+gc/AAAJ80lEQVQlii4SAAAww5BNAAAAXAolItn2m38abmcns53PTUwOJAb2F1Jj59zm5V6yoml6hg7+Cf9nruRtYvZKP6182H6+Ez6eGg7g1c+9gVXeoPKZP88dXq08KIGYCjO102dV5LPb1W9+RedzzZRSXSF5qzJfyXn0AtAU6tV5o/30yRxXLAfOvPGz5jrht/ZHN7HvbmOPH6YRrxiRcftyN+wVO+on/4waSlSyiXMLGNMTl7Lyd/dk74+gQd4J/kNvCtOPrGE/2y0O+5OXpT++mUV9b36nr14vruc9N3cJAABcjpBNAAAAXFyS7g9t/Hxo/jXpbNbn8bzxxkU1aLduyYz/RyE98Xrb5Iv0mWNnjJhY2SyyidaIaKuL+gIqy1mnR1j8/9m7k9g6ygOA49/nxI6dxY6d2FlIYnAgcYAmDQ0UighEDSDRRQKpi1T10BNCbU9V1QsH1HNVqVJPSFXpAYlDe6HQqio00BIoDU0pSchGFhJnc7wk3u34vemMt2YlQsR8kfz76Sly3swbv5nny/zfzPd9sp7B4t9F87KLb+iY0j+Ut4ni+dWLiw2tbhwff2Fi6cBIsej2puv9jnids99P21NaGsOek+H9ttDWHVbUF8+89mEx6OZ13dGUvX/8/+9//MqFlqbrvOqPHxRR5unNU7s58XabFmTjCeDvB+J9t5VrKuPIaPbukfjQHZe8fOr45L83D0B5VQljwWJpXfjsvrI67D9dfCj5J/67d7Ifb8kqxy7PuNaezpkdf/WdcgCAm4yxMAFgejU9+PT6+7+5eunirvM9IyMj8don6sOjpbq51fe2rmvd+qO6L37rE7b5yq7w2t4wPrZBqVycheZx4eE1E+ecy8cGiTjTE3sHszcnh2YcvfSEdN/pYtbPoQth14lihS1rL+8Lr+8rpsN471jxc77xjauKFR5oyRNGub03dvYVz586H+pqsq+vn3jt5D0Xl+/g+PwXF0rF5BHbD4Ur1c0dG75hIGvvLe5YKVYe+56/lE3dpDC2/clLPB5fl80pRseMv94W/7AzvPhuXLnoKpudWn/qNorH7sxmV2SHO2M5y84PFjNx3Looe2h1dvEhKl/6/s8NZG8ciNVX+zananb82t3Fazv64y/+UvHyf4vxKTesuHy1WxbGTc3Fpg+NjdZx8nzeYrKnNmZVYxGhVLrkAxofU2P02vXgwmRuuDC5d0/dk40P/PFxV8VLO2Jp7K/ik/f0SqXJJVNrlMeOmowBwOdj1nPPPRcAYCYZOPhq99mTHT0XwvTLwqzmx3+6ZtXK0dHRwcGhA2faF1bPuWqe6B0eOd7bv7x2fkNDw/DQcE9lQ+/ul6+6zQPt8dF12Ynu+Pudcc/JuKst1taE7305m189sdnmhuxsb9xzKrb35N/nF+UifzL/uv6uZVnlrPjmgTh4Ia6/JesejL/Znv8ctq4Lj05edNDWHXafLNbf2lp+4Z8VO49VLK0t/+DBrH7u+EgTMY8U3f3xX0fj3tNhyYLw/fvD+AUXh89mf90bR0rFY0F1tvKi8TRuWRgGR0J3f+jqj5vvyKqvGI1iZX2+KOTJIz/xfmRtdqA9vLEvjpaL97liYXawPQ8oFWOHKNzemNeQsHBuWLcs32bW0Rvbuivub8muHGgjryfb9oe2c8Xv6hnK8l6Tv7C2OrYuCUc7446j8UhnvGdV9t1NYfxCg+0fhZ1jw3bkXaBxflg8OXnruYHw1kcVR7uKSUzzx9uHiqlb8x1pWVxcorKqoZi5I9+7E+eK4S2/sT4sW3iVj+zu5dnIaPzP8bj3VBFKvn1v8f5zHX3Zn3fF3uGJUTzmzM6TU8y7zMBI8R6WX7qpPNz8++Ow8/jEF0v5wcmP/7w5RfLYfWKi5pw8Hz88HZfWZs2LrrmnVzrSEd46GLsGiqV9w7F5UTjWlb2+r2J4NF4oxXwHb8glHtfVsmxeTfPmyvrVAYCZJ2aZ4ZoBmFnO/umZw3t27GvrD5+LFU/+8q47N9XX1fb09Bzv6Dzd1z+/qmpRTXVNfqYY4/BoqWd4uL1vMD/tb13cMG/e3BBj29mOI9tf6LtGm/iMfv5K7OyP992a5TnjyqXvHAovvVec/T77RLlxQSD34rtxfBLQiz25sfwZZ0jlMls3NjZsfram5bEAwMxjvAkAmF7t258PNQ0rmpYsqV945223NnV2ftTe+bcjx0/19ZeybEFl1W31CzYsbcyDRZ4qevr6z/QPdex9rW/Pq4GbwOGz2bGu8MiabM2S4jaK3qFw8lzc8XE40xMAgBtFmwCA6TXSvu/Uyz8b2PDkmZUbauuXV82atbx2/oq6BTGG8XkmyllWKme9I6MDQ/1dJ/b3Hf7HwMFtISuF6TE+KkT5GoNkXjrcgBkc8jYRT/dU/HBLqXbylpmOvvK+MxUPtAQA4EbRJgBg2pX6znS9/fy5qnmz65trVm2qaVo7u25pRVVxy0Q2OjTa2z7SfWyo7f2BUx+E4f6sNBymzbb94dxgcY59tKsYvOBLzZcs7ejL3jk8MZzBmwfiV1vD+JyUM9mDt2cjpfJvt8fKilA5KzbVFsnmmYezJje8AMCNo00AwOciK5eHe0dO784f50MyW9bmj2vOvbB4fvzJo9lFF08QaqriE1+Y+p8jAwDTQp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AAAgJS0CQAAACAlbQIAAABISZsAAAAAUtImAJiJ6ufPbl0xLwA3jRgAmLm0CQBmnDmNrfVZuT4AN5EYKypqGgIAM1LMsiwAAAAAJOK6CQAAACAlbQIAAABISZsAAAAAUtImAAAAgJS0CQAAACAlbQIAAABISZsAAAAAUtImAAAAgJS0CQAAACAlbQIAAABISZsAAAAAUtImAAAAgJS0CQAAACAlbQIAAABISZsAAAAAUtImAAAAgJS0CQAAACAlbQIAAABISZsAAAAAUtImAAAAgJS0CQAAACAlbQIAAABISZsAAAAAUtImAAAAgJS0CQAAACAlbQIAAABISZsAAAAAUtImAAAAgJS0CQAAACAlbQIAAABISZsAAAAAUvofAAAA//+akWEtAAAABklEQVQDAAUt6+88FpshAAAAAElFTkSuQmCC"/>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 dockstate="right" visibility="1"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EA84D8D-145D-4E20-BCC1-6CDC47C832CD}">
  <we:reference id="wa200006214" version="2.1.0.0" store="en-US" storeType="OMEX"/>
  <we:alternateReferences>
    <we:reference id="wa200006214" version="2.1.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7FEB070-D65E-4564-ADE6-CABE41E52393}">
  <we:reference id="wa200010001" version="1.0.0.1" store="en-US" storeType="OMEX"/>
  <we:alternateReferences>
    <we:reference id="WA200010001" version="1.0.0.1" store="" storeType="OMEX"/>
  </we:alternateReferences>
  <we:properties>
    <we:property name="claude.fileId" value="&quot;b2ee9b17-9215-4830-b221-14bc989f30c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14372</TotalTime>
  <Words>6263</Words>
  <Application>Microsoft Office PowerPoint</Application>
  <PresentationFormat>Custom</PresentationFormat>
  <Paragraphs>556</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Calibri</vt:lpstr>
      <vt:lpstr>Calibri Light</vt:lpstr>
      <vt:lpstr>Montserrat</vt:lpstr>
      <vt:lpstr>Source Sans Pro</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Hill</dc:creator>
  <cp:lastModifiedBy>Jamie Hill</cp:lastModifiedBy>
  <cp:revision>1</cp:revision>
  <dcterms:created xsi:type="dcterms:W3CDTF">2026-03-10T20:25:31Z</dcterms:created>
  <dcterms:modified xsi:type="dcterms:W3CDTF">2026-04-16T17:55:58Z</dcterms:modified>
</cp:coreProperties>
</file>